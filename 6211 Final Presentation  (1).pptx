
<file path=[Content_Types].xml><?xml version="1.0" encoding="utf-8"?>
<Types xmlns="http://schemas.openxmlformats.org/package/2006/content-types">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7.xml"/>
  <Override ContentType="application/vnd.openxmlformats-officedocument.presentationml.notesSlide+xml" PartName="/ppt/notesSlides/notesSlide11.xml"/>
  <Override ContentType="application/vnd.openxmlformats-officedocument.presentationml.notesSlide+xml" PartName="/ppt/notesSlides/notesSlide5.xml"/>
  <Override ContentType="application/vnd.openxmlformats-officedocument.presentationml.notesSlide+xml" PartName="/ppt/notesSlides/notesSlide12.xml"/>
  <Override ContentType="application/vnd.openxmlformats-officedocument.presentationml.notesSlide+xml" PartName="/ppt/notesSlides/notesSlide8.xml"/>
  <Override ContentType="application/vnd.openxmlformats-officedocument.presentationml.notesSlide+xml" PartName="/ppt/notesSlides/notesSlide2.xml"/>
  <Override ContentType="application/vnd.openxmlformats-officedocument.presentationml.notesSlide+xml" PartName="/ppt/notesSlides/notesSlide4.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171.xml"/>
  <Override ContentType="application/vnd.openxmlformats-officedocument.presentationml.slideLayout+xml" PartName="/ppt/slideLayouts/slideLayout129.xml"/>
  <Override ContentType="application/vnd.openxmlformats-officedocument.presentationml.slideLayout+xml" PartName="/ppt/slideLayouts/slideLayout29.xml"/>
  <Override ContentType="application/vnd.openxmlformats-officedocument.presentationml.slideLayout+xml" PartName="/ppt/slideLayouts/slideLayout137.xml"/>
  <Override ContentType="application/vnd.openxmlformats-officedocument.presentationml.slideLayout+xml" PartName="/ppt/slideLayouts/slideLayout120.xml"/>
  <Override ContentType="application/vnd.openxmlformats-officedocument.presentationml.slideLayout+xml" PartName="/ppt/slideLayouts/slideLayout96.xml"/>
  <Override ContentType="application/vnd.openxmlformats-officedocument.presentationml.slideLayout+xml" PartName="/ppt/slideLayouts/slideLayout163.xml"/>
  <Override ContentType="application/vnd.openxmlformats-officedocument.presentationml.slideLayout+xml" PartName="/ppt/slideLayouts/slideLayout20.xml"/>
  <Override ContentType="application/vnd.openxmlformats-officedocument.presentationml.slideLayout+xml" PartName="/ppt/slideLayouts/slideLayout55.xml"/>
  <Override ContentType="application/vnd.openxmlformats-officedocument.presentationml.slideLayout+xml" PartName="/ppt/slideLayouts/slideLayout98.xml"/>
  <Override ContentType="application/vnd.openxmlformats-officedocument.presentationml.slideLayout+xml" PartName="/ppt/slideLayouts/slideLayout110.xml"/>
  <Override ContentType="application/vnd.openxmlformats-officedocument.presentationml.slideLayout+xml" PartName="/ppt/slideLayouts/slideLayout153.xml"/>
  <Override ContentType="application/vnd.openxmlformats-officedocument.presentationml.slideLayout+xml" PartName="/ppt/slideLayouts/slideLayout61.xml"/>
  <Override ContentType="application/vnd.openxmlformats-officedocument.presentationml.slideLayout+xml" PartName="/ppt/slideLayouts/slideLayout145.xml"/>
  <Override ContentType="application/vnd.openxmlformats-officedocument.presentationml.slideLayout+xml" PartName="/ppt/slideLayouts/slideLayout12.xml"/>
  <Override ContentType="application/vnd.openxmlformats-officedocument.presentationml.slideLayout+xml" PartName="/ppt/slideLayouts/slideLayout102.xml"/>
  <Override ContentType="application/vnd.openxmlformats-officedocument.presentationml.slideLayout+xml" PartName="/ppt/slideLayouts/slideLayout119.xml"/>
  <Override ContentType="application/vnd.openxmlformats-officedocument.presentationml.slideLayout+xml" PartName="/ppt/slideLayouts/slideLayout188.xml"/>
  <Override ContentType="application/vnd.openxmlformats-officedocument.presentationml.slideLayout+xml" PartName="/ppt/slideLayouts/slideLayout47.xml"/>
  <Override ContentType="application/vnd.openxmlformats-officedocument.presentationml.slideLayout+xml" PartName="/ppt/slideLayouts/slideLayout165.xml"/>
  <Override ContentType="application/vnd.openxmlformats-officedocument.presentationml.slideLayout+xml" PartName="/ppt/slideLayouts/slideLayout5.xml"/>
  <Override ContentType="application/vnd.openxmlformats-officedocument.presentationml.slideLayout+xml" PartName="/ppt/slideLayouts/slideLayout78.xml"/>
  <Override ContentType="application/vnd.openxmlformats-officedocument.presentationml.slideLayout+xml" PartName="/ppt/slideLayouts/slideLayout65.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178.xml"/>
  <Override ContentType="application/vnd.openxmlformats-officedocument.presentationml.slideLayout+xml" PartName="/ppt/slideLayouts/slideLayout135.xml"/>
  <Override ContentType="application/vnd.openxmlformats-officedocument.presentationml.slideLayout+xml" PartName="/ppt/slideLayouts/slideLayout122.xml"/>
  <Override ContentType="application/vnd.openxmlformats-officedocument.presentationml.slideLayout+xml" PartName="/ppt/slideLayouts/slideLayout49.xml"/>
  <Override ContentType="application/vnd.openxmlformats-officedocument.presentationml.slideLayout+xml" PartName="/ppt/slideLayouts/slideLayout104.xml"/>
  <Override ContentType="application/vnd.openxmlformats-officedocument.presentationml.slideLayout+xml" PartName="/ppt/slideLayouts/slideLayout19.xml"/>
  <Override ContentType="application/vnd.openxmlformats-officedocument.presentationml.slideLayout+xml" PartName="/ppt/slideLayouts/slideLayout147.xml"/>
  <Override ContentType="application/vnd.openxmlformats-officedocument.presentationml.slideLayout+xml" PartName="/ppt/slideLayouts/slideLayout117.xml"/>
  <Override ContentType="application/vnd.openxmlformats-officedocument.presentationml.slideLayout+xml" PartName="/ppt/slideLayouts/slideLayout53.xml"/>
  <Override ContentType="application/vnd.openxmlformats-officedocument.presentationml.slideLayout+xml" PartName="/ppt/slideLayouts/slideLayout181.xml"/>
  <Override ContentType="application/vnd.openxmlformats-officedocument.presentationml.slideLayout+xml" PartName="/ppt/slideLayouts/slideLayout10.xml"/>
  <Override ContentType="application/vnd.openxmlformats-officedocument.presentationml.slideLayout+xml" PartName="/ppt/slideLayouts/slideLayout71.xml"/>
  <Override ContentType="application/vnd.openxmlformats-officedocument.presentationml.slideLayout+xml" PartName="/ppt/slideLayouts/slideLayout41.xml"/>
  <Override ContentType="application/vnd.openxmlformats-officedocument.presentationml.slideLayout+xml" PartName="/ppt/slideLayouts/slideLayout151.xml"/>
  <Override ContentType="application/vnd.openxmlformats-officedocument.presentationml.slideLayout+xml" PartName="/ppt/slideLayouts/slideLayout84.xml"/>
  <Override ContentType="application/vnd.openxmlformats-officedocument.presentationml.slideLayout+xml" PartName="/ppt/slideLayouts/slideLayout24.xml"/>
  <Override ContentType="application/vnd.openxmlformats-officedocument.presentationml.slideLayout+xml" PartName="/ppt/slideLayouts/slideLayout159.xml"/>
  <Override ContentType="application/vnd.openxmlformats-officedocument.presentationml.slideLayout+xml" PartName="/ppt/slideLayouts/slideLayout67.xml"/>
  <Override ContentType="application/vnd.openxmlformats-officedocument.presentationml.slideLayout+xml" PartName="/ppt/slideLayouts/slideLayout92.xml"/>
  <Override ContentType="application/vnd.openxmlformats-officedocument.presentationml.slideLayout+xml" PartName="/ppt/slideLayouts/slideLayout116.xml"/>
  <Override ContentType="application/vnd.openxmlformats-officedocument.presentationml.slideLayout+xml" PartName="/ppt/slideLayouts/slideLayout83.xml"/>
  <Override ContentType="application/vnd.openxmlformats-officedocument.presentationml.slideLayout+xml" PartName="/ppt/slideLayouts/slideLayout150.xml"/>
  <Override ContentType="application/vnd.openxmlformats-officedocument.presentationml.slideLayout+xml" PartName="/ppt/slideLayouts/slideLayout40.xml"/>
  <Override ContentType="application/vnd.openxmlformats-officedocument.presentationml.slideLayout+xml" PartName="/ppt/slideLayouts/slideLayout185.xml"/>
  <Override ContentType="application/vnd.openxmlformats-officedocument.presentationml.slideLayout+xml" PartName="/ppt/slideLayouts/slideLayout133.xml"/>
  <Override ContentType="application/vnd.openxmlformats-officedocument.presentationml.slideLayout+xml" PartName="/ppt/slideLayouts/slideLayout176.xml"/>
  <Override ContentType="application/vnd.openxmlformats-officedocument.presentationml.slideLayout+xml" PartName="/ppt/slideLayouts/slideLayout183.xml"/>
  <Override ContentType="application/vnd.openxmlformats-officedocument.presentationml.slideLayout+xml" PartName="/ppt/slideLayouts/slideLayout17.xml"/>
  <Override ContentType="application/vnd.openxmlformats-officedocument.presentationml.slideLayout+xml" PartName="/ppt/slideLayouts/slideLayout166.xml"/>
  <Override ContentType="application/vnd.openxmlformats-officedocument.presentationml.slideLayout+xml" PartName="/ppt/slideLayouts/slideLayout140.xml"/>
  <Override ContentType="application/vnd.openxmlformats-officedocument.presentationml.slideLayout+xml" PartName="/ppt/slideLayouts/slideLayout34.xml"/>
  <Override ContentType="application/vnd.openxmlformats-officedocument.presentationml.slideLayout+xml" PartName="/ppt/slideLayouts/slideLayout149.xml"/>
  <Override ContentType="application/vnd.openxmlformats-officedocument.presentationml.slideLayout+xml" PartName="/ppt/slideLayouts/slideLayout90.xml"/>
  <Override ContentType="application/vnd.openxmlformats-officedocument.presentationml.slideLayout+xml" PartName="/ppt/slideLayouts/slideLayout6.xml"/>
  <Override ContentType="application/vnd.openxmlformats-officedocument.presentationml.slideLayout+xml" PartName="/ppt/slideLayouts/slideLayout106.xml"/>
  <Override ContentType="application/vnd.openxmlformats-officedocument.presentationml.slideLayout+xml" PartName="/ppt/slideLayouts/slideLayout77.xml"/>
  <Override ContentType="application/vnd.openxmlformats-officedocument.presentationml.slideLayout+xml" PartName="/ppt/slideLayouts/slideLayout30.xml"/>
  <Override ContentType="application/vnd.openxmlformats-officedocument.presentationml.slideLayout+xml" PartName="/ppt/slideLayouts/slideLayout73.xml"/>
  <Override ContentType="application/vnd.openxmlformats-officedocument.presentationml.slideLayout+xml" PartName="/ppt/slideLayouts/slideLayout123.xml"/>
  <Override ContentType="application/vnd.openxmlformats-officedocument.presentationml.slideLayout+xml" PartName="/ppt/slideLayouts/slideLayout86.xml"/>
  <Override ContentType="application/vnd.openxmlformats-officedocument.presentationml.slideLayout+xml" PartName="/ppt/slideLayouts/slideLayout56.xml"/>
  <Override ContentType="application/vnd.openxmlformats-officedocument.presentationml.slideLayout+xml" PartName="/ppt/slideLayouts/slideLayout81.xml"/>
  <Override ContentType="application/vnd.openxmlformats-officedocument.presentationml.slideLayout+xml" PartName="/ppt/slideLayouts/slideLayout127.xml"/>
  <Override ContentType="application/vnd.openxmlformats-officedocument.presentationml.slideLayout+xml" PartName="/ppt/slideLayouts/slideLayout43.xml"/>
  <Override ContentType="application/vnd.openxmlformats-officedocument.presentationml.slideLayout+xml" PartName="/ppt/slideLayouts/slideLayout26.xml"/>
  <Override ContentType="application/vnd.openxmlformats-officedocument.presentationml.slideLayout+xml" PartName="/ppt/slideLayouts/slideLayout51.xml"/>
  <Override ContentType="application/vnd.openxmlformats-officedocument.presentationml.slideLayout+xml" PartName="/ppt/slideLayouts/slideLayout157.xml"/>
  <Override ContentType="application/vnd.openxmlformats-officedocument.presentationml.slideLayout+xml" PartName="/ppt/slideLayouts/slideLayout69.xml"/>
  <Override ContentType="application/vnd.openxmlformats-officedocument.presentationml.slideLayout+xml" PartName="/ppt/slideLayouts/slideLayout94.xml"/>
  <Override ContentType="application/vnd.openxmlformats-officedocument.presentationml.slideLayout+xml" PartName="/ppt/slideLayouts/slideLayout114.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174.xml"/>
  <Override ContentType="application/vnd.openxmlformats-officedocument.presentationml.slideLayout+xml" PartName="/ppt/slideLayouts/slideLayout39.xml"/>
  <Override ContentType="application/vnd.openxmlformats-officedocument.presentationml.slideLayout+xml" PartName="/ppt/slideLayouts/slideLayout144.xml"/>
  <Override ContentType="application/vnd.openxmlformats-officedocument.presentationml.slideLayout+xml" PartName="/ppt/slideLayouts/slideLayout131.xml"/>
  <Override ContentType="application/vnd.openxmlformats-officedocument.presentationml.slideLayout+xml" PartName="/ppt/slideLayouts/slideLayout187.xml"/>
  <Override ContentType="application/vnd.openxmlformats-officedocument.presentationml.slideLayout+xml" PartName="/ppt/slideLayouts/slideLayout161.xml"/>
  <Override ContentType="application/vnd.openxmlformats-officedocument.presentationml.slideLayout+xml" PartName="/ppt/slideLayouts/slideLayout172.xml"/>
  <Override ContentType="application/vnd.openxmlformats-officedocument.presentationml.slideLayout+xml" PartName="/ppt/slideLayouts/slideLayout191.xml"/>
  <Override ContentType="application/vnd.openxmlformats-officedocument.presentationml.slideLayout+xml" PartName="/ppt/slideLayouts/slideLayout28.xml"/>
  <Override ContentType="application/vnd.openxmlformats-officedocument.presentationml.slideLayout+xml" PartName="/ppt/slideLayouts/slideLayout155.xml"/>
  <Override ContentType="application/vnd.openxmlformats-officedocument.presentationml.slideLayout+xml" PartName="/ppt/slideLayouts/slideLayout142.xml"/>
  <Override ContentType="application/vnd.openxmlformats-officedocument.presentationml.slideLayout+xml" PartName="/ppt/slideLayouts/slideLayout58.xml"/>
  <Override ContentType="application/vnd.openxmlformats-officedocument.presentationml.slideLayout+xml" PartName="/ppt/slideLayouts/slideLayout125.xml"/>
  <Override ContentType="application/vnd.openxmlformats-officedocument.presentationml.slideLayout+xml" PartName="/ppt/slideLayouts/slideLayout15.xml"/>
  <Override ContentType="application/vnd.openxmlformats-officedocument.presentationml.slideLayout+xml" PartName="/ppt/slideLayouts/slideLayout88.xml"/>
  <Override ContentType="application/vnd.openxmlformats-officedocument.presentationml.slideLayout+xml" PartName="/ppt/slideLayouts/slideLayout168.xml"/>
  <Override ContentType="application/vnd.openxmlformats-officedocument.presentationml.slideLayout+xml" PartName="/ppt/slideLayouts/slideLayout112.xml"/>
  <Override ContentType="application/vnd.openxmlformats-officedocument.presentationml.slideLayout+xml" PartName="/ppt/slideLayouts/slideLayout8.xml"/>
  <Override ContentType="application/vnd.openxmlformats-officedocument.presentationml.slideLayout+xml" PartName="/ppt/slideLayouts/slideLayout75.xml"/>
  <Override ContentType="application/vnd.openxmlformats-officedocument.presentationml.slideLayout+xml" PartName="/ppt/slideLayouts/slideLayout108.xml"/>
  <Override ContentType="application/vnd.openxmlformats-officedocument.presentationml.slideLayout+xml" PartName="/ppt/slideLayouts/slideLayout45.xml"/>
  <Override ContentType="application/vnd.openxmlformats-officedocument.presentationml.slideLayout+xml" PartName="/ppt/slideLayouts/slideLayout138.xml"/>
  <Override ContentType="application/vnd.openxmlformats-officedocument.presentationml.slideLayout+xml" PartName="/ppt/slideLayouts/slideLayout32.xml"/>
  <Override ContentType="application/vnd.openxmlformats-officedocument.presentationml.slideLayout+xml" PartName="/ppt/slideLayouts/slideLayout189.xml"/>
  <Override ContentType="application/vnd.openxmlformats-officedocument.presentationml.slideLayout+xml" PartName="/ppt/slideLayouts/slideLayout97.xml"/>
  <Override ContentType="application/vnd.openxmlformats-officedocument.presentationml.slideLayout+xml" PartName="/ppt/slideLayouts/slideLayout111.xml"/>
  <Override ContentType="application/vnd.openxmlformats-officedocument.presentationml.slideLayout+xml" PartName="/ppt/slideLayouts/slideLayout62.xml"/>
  <Override ContentType="application/vnd.openxmlformats-officedocument.presentationml.slideLayout+xml" PartName="/ppt/slideLayouts/slideLayout146.xml"/>
  <Override ContentType="application/vnd.openxmlformats-officedocument.presentationml.slideLayout+xml" PartName="/ppt/slideLayouts/slideLayout54.xml"/>
  <Override ContentType="application/vnd.openxmlformats-officedocument.presentationml.slideLayout+xml" PartName="/ppt/slideLayouts/slideLayout11.xml"/>
  <Override ContentType="application/vnd.openxmlformats-officedocument.presentationml.slideLayout+xml" PartName="/ppt/slideLayouts/slideLayout154.xml"/>
  <Override ContentType="application/vnd.openxmlformats-officedocument.presentationml.slideLayout+xml" PartName="/ppt/slideLayouts/slideLayout103.xml"/>
  <Override ContentType="application/vnd.openxmlformats-officedocument.presentationml.slideLayout+xml" PartName="/ppt/slideLayouts/slideLayout46.xml"/>
  <Override ContentType="application/vnd.openxmlformats-officedocument.presentationml.slideLayout+xml" PartName="/ppt/slideLayouts/slideLayout89.xml"/>
  <Override ContentType="application/vnd.openxmlformats-officedocument.presentationml.slideLayout+xml" PartName="/ppt/slideLayouts/slideLayout70.xml"/>
  <Override ContentType="application/vnd.openxmlformats-officedocument.presentationml.slideLayout+xml" PartName="/ppt/slideLayouts/slideLayout128.xml"/>
  <Override ContentType="application/vnd.openxmlformats-officedocument.presentationml.slideLayout+xml" PartName="/ppt/slideLayouts/slideLayout38.xml"/>
  <Override ContentType="application/vnd.openxmlformats-officedocument.presentationml.slideLayout+xml" PartName="/ppt/slideLayouts/slideLayout170.xml"/>
  <Override ContentType="application/vnd.openxmlformats-officedocument.presentationml.slideLayout+xml" PartName="/ppt/slideLayouts/slideLayout2.xml"/>
  <Override ContentType="application/vnd.openxmlformats-officedocument.presentationml.slideLayout+xml" PartName="/ppt/slideLayouts/slideLayout180.xml"/>
  <Override ContentType="application/vnd.openxmlformats-officedocument.presentationml.slideLayout+xml" PartName="/ppt/slideLayouts/slideLayout52.xml"/>
  <Override ContentType="application/vnd.openxmlformats-officedocument.presentationml.slideLayout+xml" PartName="/ppt/slideLayouts/slideLayout95.xml"/>
  <Override ContentType="application/vnd.openxmlformats-officedocument.presentationml.slideLayout+xml" PartName="/ppt/slideLayouts/slideLayout101.xml"/>
  <Override ContentType="application/vnd.openxmlformats-officedocument.presentationml.slideLayout+xml" PartName="/ppt/slideLayouts/slideLayout162.xml"/>
  <Override ContentType="application/vnd.openxmlformats-officedocument.presentationml.slideLayout+xml" PartName="/ppt/slideLayouts/slideLayout64.xml"/>
  <Override ContentType="application/vnd.openxmlformats-officedocument.presentationml.slideLayout+xml" PartName="/ppt/slideLayouts/slideLayout179.xml"/>
  <Override ContentType="application/vnd.openxmlformats-officedocument.presentationml.slideLayout+xml" PartName="/ppt/slideLayouts/slideLayout99.xml"/>
  <Override ContentType="application/vnd.openxmlformats-officedocument.presentationml.slideLayout+xml" PartName="/ppt/slideLayouts/slideLayout21.xml"/>
  <Override ContentType="application/vnd.openxmlformats-officedocument.presentationml.slideLayout+xml" PartName="/ppt/slideLayouts/slideLayout60.xml"/>
  <Override ContentType="application/vnd.openxmlformats-officedocument.presentationml.slideLayout+xml" PartName="/ppt/slideLayouts/slideLayout136.xml"/>
  <Override ContentType="application/vnd.openxmlformats-officedocument.presentationml.slideLayout+xml" PartName="/ppt/slideLayouts/slideLayout152.xml"/>
  <Override ContentType="application/vnd.openxmlformats-officedocument.presentationml.slideLayout+xml" PartName="/ppt/slideLayouts/slideLayout18.xml"/>
  <Override ContentType="application/vnd.openxmlformats-officedocument.presentationml.slideLayout+xml" PartName="/ppt/slideLayouts/slideLayout105.xml"/>
  <Override ContentType="application/vnd.openxmlformats-officedocument.presentationml.slideLayout+xml" PartName="/ppt/slideLayouts/slideLayout182.xml"/>
  <Override ContentType="application/vnd.openxmlformats-officedocument.presentationml.slideLayout+xml" PartName="/ppt/slideLayouts/slideLayout118.xml"/>
  <Override ContentType="application/vnd.openxmlformats-officedocument.presentationml.slideLayout+xml" PartName="/ppt/slideLayouts/slideLayout148.xml"/>
  <Override ContentType="application/vnd.openxmlformats-officedocument.presentationml.slideLayout+xml" PartName="/ppt/slideLayouts/slideLayout48.xml"/>
  <Override ContentType="application/vnd.openxmlformats-officedocument.presentationml.slideLayout+xml" PartName="/ppt/slideLayouts/slideLayout85.xml"/>
  <Override ContentType="application/vnd.openxmlformats-officedocument.presentationml.slideLayout+xml" PartName="/ppt/slideLayouts/slideLayout72.xml"/>
  <Override ContentType="application/vnd.openxmlformats-officedocument.presentationml.slideLayout+xml" PartName="/ppt/slideLayouts/slideLayout177.xml"/>
  <Override ContentType="application/vnd.openxmlformats-officedocument.presentationml.slideLayout+xml" PartName="/ppt/slideLayouts/slideLayout79.xml"/>
  <Override ContentType="application/vnd.openxmlformats-officedocument.presentationml.slideLayout+xml" PartName="/ppt/slideLayouts/slideLayout134.xml"/>
  <Override ContentType="application/vnd.openxmlformats-officedocument.presentationml.slideLayout+xml" PartName="/ppt/slideLayouts/slideLayout36.xml"/>
  <Override ContentType="application/vnd.openxmlformats-officedocument.presentationml.slideLayout+xml" PartName="/ppt/slideLayouts/slideLayout164.xml"/>
  <Override ContentType="application/vnd.openxmlformats-officedocument.presentationml.slideLayout+xml" PartName="/ppt/slideLayouts/slideLayout4.xml"/>
  <Override ContentType="application/vnd.openxmlformats-officedocument.presentationml.slideLayout+xml" PartName="/ppt/slideLayouts/slideLayout66.xml"/>
  <Override ContentType="application/vnd.openxmlformats-officedocument.presentationml.slideLayout+xml" PartName="/ppt/slideLayouts/slideLayout23.xml"/>
  <Override ContentType="application/vnd.openxmlformats-officedocument.presentationml.slideLayout+xml" PartName="/ppt/slideLayouts/slideLayout121.xml"/>
  <Override ContentType="application/vnd.openxmlformats-officedocument.presentationml.slideLayout+xml" PartName="/ppt/slideLayouts/slideLayout184.xml"/>
  <Override ContentType="application/vnd.openxmlformats-officedocument.presentationml.slideLayout+xml" PartName="/ppt/slideLayouts/slideLayout14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167.xml"/>
  <Override ContentType="application/vnd.openxmlformats-officedocument.presentationml.slideLayout+xml" PartName="/ppt/slideLayouts/slideLayout76.xml"/>
  <Override ContentType="application/vnd.openxmlformats-officedocument.presentationml.slideLayout+xml" PartName="/ppt/slideLayouts/slideLayout107.xml"/>
  <Override ContentType="application/vnd.openxmlformats-officedocument.presentationml.slideLayout+xml" PartName="/ppt/slideLayouts/slideLayout59.xml"/>
  <Override ContentType="application/vnd.openxmlformats-officedocument.presentationml.slideLayout+xml" PartName="/ppt/slideLayouts/slideLayout124.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74.xml"/>
  <Override ContentType="application/vnd.openxmlformats-officedocument.presentationml.slideLayout+xml" PartName="/ppt/slideLayouts/slideLayout109.xml"/>
  <Override ContentType="application/vnd.openxmlformats-officedocument.presentationml.slideLayout+xml" PartName="/ppt/slideLayouts/slideLayout158.xml"/>
  <Override ContentType="application/vnd.openxmlformats-officedocument.presentationml.slideLayout+xml" PartName="/ppt/slideLayouts/slideLayout42.xml"/>
  <Override ContentType="application/vnd.openxmlformats-officedocument.presentationml.slideLayout+xml" PartName="/ppt/slideLayouts/slideLayout91.xml"/>
  <Override ContentType="application/vnd.openxmlformats-officedocument.presentationml.slideLayout+xml" PartName="/ppt/slideLayouts/slideLayout68.xml"/>
  <Override ContentType="application/vnd.openxmlformats-officedocument.presentationml.slideLayout+xml" PartName="/ppt/slideLayouts/slideLayout115.xml"/>
  <Override ContentType="application/vnd.openxmlformats-officedocument.presentationml.slideLayout+xml" PartName="/ppt/slideLayouts/slideLayout82.xml"/>
  <Override ContentType="application/vnd.openxmlformats-officedocument.presentationml.slideLayout+xml" PartName="/ppt/slideLayouts/slideLayout132.xml"/>
  <Override ContentType="application/vnd.openxmlformats-officedocument.presentationml.slideLayout+xml" PartName="/ppt/slideLayouts/slideLayout175.xml"/>
  <Override ContentType="application/vnd.openxmlformats-officedocument.presentationml.slideLayout+xml" PartName="/ppt/slideLayouts/slideLayout190.xml"/>
  <Override ContentType="application/vnd.openxmlformats-officedocument.presentationml.slideLayout+xml" PartName="/ppt/slideLayouts/slideLayout100.xml"/>
  <Override ContentType="application/vnd.openxmlformats-officedocument.presentationml.slideLayout+xml" PartName="/ppt/slideLayouts/slideLayout130.xml"/>
  <Override ContentType="application/vnd.openxmlformats-officedocument.presentationml.slideLayout+xml" PartName="/ppt/slideLayouts/slideLayout143.xml"/>
  <Override ContentType="application/vnd.openxmlformats-officedocument.presentationml.slideLayout+xml" PartName="/ppt/slideLayouts/slideLayout113.xml"/>
  <Override ContentType="application/vnd.openxmlformats-officedocument.presentationml.slideLayout+xml" PartName="/ppt/slideLayouts/slideLayout57.xml"/>
  <Override ContentType="application/vnd.openxmlformats-officedocument.presentationml.slideLayout+xml" PartName="/ppt/slideLayouts/slideLayout126.xml"/>
  <Override ContentType="application/vnd.openxmlformats-officedocument.presentationml.slideLayout+xml" PartName="/ppt/slideLayouts/slideLayout87.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50.xml"/>
  <Override ContentType="application/vnd.openxmlformats-officedocument.presentationml.slideLayout+xml" PartName="/ppt/slideLayouts/slideLayout80.xml"/>
  <Override ContentType="application/vnd.openxmlformats-officedocument.presentationml.slideLayout+xml" PartName="/ppt/slideLayouts/slideLayout44.xml"/>
  <Override ContentType="application/vnd.openxmlformats-officedocument.presentationml.slideLayout+xml" PartName="/ppt/slideLayouts/slideLayout139.xml"/>
  <Override ContentType="application/vnd.openxmlformats-officedocument.presentationml.slideLayout+xml" PartName="/ppt/slideLayouts/slideLayout14.xml"/>
  <Override ContentType="application/vnd.openxmlformats-officedocument.presentationml.slideLayout+xml" PartName="/ppt/slideLayouts/slideLayout63.xml"/>
  <Override ContentType="application/vnd.openxmlformats-officedocument.presentationml.slideLayout+xml" PartName="/ppt/slideLayouts/slideLayout169.xml"/>
  <Override ContentType="application/vnd.openxmlformats-officedocument.presentationml.slideLayout+xml" PartName="/ppt/slideLayouts/slideLayout93.xml"/>
  <Override ContentType="application/vnd.openxmlformats-officedocument.presentationml.slideLayout+xml" PartName="/ppt/slideLayouts/slideLayout27.xml"/>
  <Override ContentType="application/vnd.openxmlformats-officedocument.presentationml.slideLayout+xml" PartName="/ppt/slideLayouts/slideLayout156.xml"/>
  <Override ContentType="application/vnd.openxmlformats-officedocument.presentationml.slideLayout+xml" PartName="/ppt/slideLayouts/slideLayout186.xml"/>
  <Override ContentType="application/vnd.openxmlformats-officedocument.presentationml.slideLayout+xml" PartName="/ppt/slideLayouts/slideLayout173.xml"/>
  <Override ContentType="application/vnd.openxmlformats-officedocument.presentationml.slideLayout+xml" PartName="/ppt/slideLayouts/slideLayout160.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Master+xml" PartName="/ppt/slideMasters/slideMaster4.xml"/>
  <Override ContentType="application/vnd.openxmlformats-officedocument.presentationml.slideMaster+xml" PartName="/ppt/slideMasters/slideMaster7.xml"/>
  <Override ContentType="application/vnd.openxmlformats-officedocument.presentationml.slideMaster+xml" PartName="/ppt/slideMasters/slideMaster6.xml"/>
  <Override ContentType="application/vnd.openxmlformats-officedocument.presentationml.slideMaster+xml" PartName="/ppt/slideMasters/slideMaster5.xml"/>
  <Override ContentType="application/vnd.openxmlformats-officedocument.presentationml.slide+xml" PartName="/ppt/slides/slide4.xml"/>
  <Override ContentType="application/vnd.openxmlformats-officedocument.presentationml.slide+xml" PartName="/ppt/slides/slide11.xml"/>
  <Override ContentType="application/vnd.openxmlformats-officedocument.presentationml.slide+xml" PartName="/ppt/slides/slide1.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7.xml"/>
  <Override ContentType="application/vnd.openxmlformats-officedocument.presentationml.slide+xml" PartName="/ppt/slides/slide12.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8.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7.xml"/>
  <Override ContentType="application/vnd.openxmlformats-officedocument.theme+xml" PartName="/ppt/theme/theme6.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Override ContentType="application/vnd.openxmlformats-officedocument.theme+xml" PartName="/ppt/theme/theme5.xml"/>
  <Override ContentType="application/vnd.openxmlformats-officedocument.theme+xml" PartName="/ppt/theme/theme8.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839" r:id="rId4"/>
    <p:sldMasterId id="2147483840" r:id="rId5"/>
    <p:sldMasterId id="2147483841" r:id="rId6"/>
    <p:sldMasterId id="2147483842" r:id="rId7"/>
    <p:sldMasterId id="2147483843" r:id="rId8"/>
    <p:sldMasterId id="2147483844" r:id="rId9"/>
    <p:sldMasterId id="2147483845" r:id="rId10"/>
  </p:sldMasterIdLst>
  <p:notesMasterIdLst>
    <p:notesMasterId r:id="rId11"/>
  </p:notesMasterIdLst>
  <p:sldIdLst>
    <p:sldId id="256" r:id="rId12"/>
    <p:sldId id="257" r:id="rId13"/>
    <p:sldId id="258" r:id="rId14"/>
    <p:sldId id="259" r:id="rId15"/>
    <p:sldId id="260" r:id="rId16"/>
    <p:sldId id="261" r:id="rId17"/>
    <p:sldId id="262" r:id="rId18"/>
    <p:sldId id="263" r:id="rId19"/>
    <p:sldId id="264" r:id="rId20"/>
    <p:sldId id="265" r:id="rId21"/>
    <p:sldId id="266" r:id="rId22"/>
    <p:sldId id="267" r:id="rId23"/>
    <p:sldId id="268" r:id="rId24"/>
  </p:sldIdLst>
  <p:sldSz cy="5143500" cx="9144000"/>
  <p:notesSz cx="6858000" cy="9144000"/>
  <p:embeddedFontLst>
    <p:embeddedFont>
      <p:font typeface="Bellota Text"/>
      <p:regular r:id="rId25"/>
      <p:bold r:id="rId26"/>
      <p:italic r:id="rId27"/>
      <p:boldItalic r:id="rId28"/>
    </p:embeddedFont>
    <p:embeddedFont>
      <p:font typeface="Nunito"/>
      <p:regular r:id="rId29"/>
      <p:bold r:id="rId30"/>
      <p:italic r:id="rId31"/>
      <p:boldItalic r:id="rId32"/>
    </p:embeddedFont>
    <p:embeddedFont>
      <p:font typeface="Federo"/>
      <p:regular r:id="rId33"/>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20" Type="http://schemas.openxmlformats.org/officeDocument/2006/relationships/slide" Target="slides/slide9.xml"/><Relationship Id="rId22" Type="http://schemas.openxmlformats.org/officeDocument/2006/relationships/slide" Target="slides/slide11.xml"/><Relationship Id="rId21" Type="http://schemas.openxmlformats.org/officeDocument/2006/relationships/slide" Target="slides/slide10.xml"/><Relationship Id="rId24" Type="http://schemas.openxmlformats.org/officeDocument/2006/relationships/slide" Target="slides/slide13.xml"/><Relationship Id="rId23" Type="http://schemas.openxmlformats.org/officeDocument/2006/relationships/slide" Target="slides/slide12.xml"/><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slideMaster" Target="slideMasters/slideMaster6.xml"/><Relationship Id="rId26" Type="http://schemas.openxmlformats.org/officeDocument/2006/relationships/font" Target="fonts/BellotaText-bold.fntdata"/><Relationship Id="rId25" Type="http://schemas.openxmlformats.org/officeDocument/2006/relationships/font" Target="fonts/BellotaText-regular.fntdata"/><Relationship Id="rId28" Type="http://schemas.openxmlformats.org/officeDocument/2006/relationships/font" Target="fonts/BellotaText-boldItalic.fntdata"/><Relationship Id="rId27" Type="http://schemas.openxmlformats.org/officeDocument/2006/relationships/font" Target="fonts/BellotaText-italic.fntdata"/><Relationship Id="rId5" Type="http://schemas.openxmlformats.org/officeDocument/2006/relationships/slideMaster" Target="slideMasters/slideMaster2.xml"/><Relationship Id="rId6" Type="http://schemas.openxmlformats.org/officeDocument/2006/relationships/slideMaster" Target="slideMasters/slideMaster3.xml"/><Relationship Id="rId29" Type="http://schemas.openxmlformats.org/officeDocument/2006/relationships/font" Target="fonts/Nunito-regular.fntdata"/><Relationship Id="rId7" Type="http://schemas.openxmlformats.org/officeDocument/2006/relationships/slideMaster" Target="slideMasters/slideMaster4.xml"/><Relationship Id="rId8" Type="http://schemas.openxmlformats.org/officeDocument/2006/relationships/slideMaster" Target="slideMasters/slideMaster5.xml"/><Relationship Id="rId31" Type="http://schemas.openxmlformats.org/officeDocument/2006/relationships/font" Target="fonts/Nunito-italic.fntdata"/><Relationship Id="rId30" Type="http://schemas.openxmlformats.org/officeDocument/2006/relationships/font" Target="fonts/Nunito-bold.fntdata"/><Relationship Id="rId11" Type="http://schemas.openxmlformats.org/officeDocument/2006/relationships/notesMaster" Target="notesMasters/notesMaster1.xml"/><Relationship Id="rId33" Type="http://schemas.openxmlformats.org/officeDocument/2006/relationships/font" Target="fonts/Federo-regular.fntdata"/><Relationship Id="rId10" Type="http://schemas.openxmlformats.org/officeDocument/2006/relationships/slideMaster" Target="slideMasters/slideMaster7.xml"/><Relationship Id="rId32" Type="http://schemas.openxmlformats.org/officeDocument/2006/relationships/font" Target="fonts/Nunito-boldItalic.fntdata"/><Relationship Id="rId13" Type="http://schemas.openxmlformats.org/officeDocument/2006/relationships/slide" Target="slides/slide2.xml"/><Relationship Id="rId12" Type="http://schemas.openxmlformats.org/officeDocument/2006/relationships/slide" Target="slides/slide1.xml"/><Relationship Id="rId15" Type="http://schemas.openxmlformats.org/officeDocument/2006/relationships/slide" Target="slides/slide4.xml"/><Relationship Id="rId14" Type="http://schemas.openxmlformats.org/officeDocument/2006/relationships/slide" Target="slides/slide3.xml"/><Relationship Id="rId17" Type="http://schemas.openxmlformats.org/officeDocument/2006/relationships/slide" Target="slides/slide6.xml"/><Relationship Id="rId16" Type="http://schemas.openxmlformats.org/officeDocument/2006/relationships/slide" Target="slides/slide5.xml"/><Relationship Id="rId19" Type="http://schemas.openxmlformats.org/officeDocument/2006/relationships/slide" Target="slides/slide8.xml"/><Relationship Id="rId18" Type="http://schemas.openxmlformats.org/officeDocument/2006/relationships/slide" Target="slides/slide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8.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02" name="Shape 12902"/>
        <p:cNvGrpSpPr/>
        <p:nvPr/>
      </p:nvGrpSpPr>
      <p:grpSpPr>
        <a:xfrm>
          <a:off x="0" y="0"/>
          <a:ext cx="0" cy="0"/>
          <a:chOff x="0" y="0"/>
          <a:chExt cx="0" cy="0"/>
        </a:xfrm>
      </p:grpSpPr>
      <p:sp>
        <p:nvSpPr>
          <p:cNvPr id="12903" name="Google Shape;12903;g34787bef4bb_1_43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04" name="Google Shape;12904;g34787bef4bb_1_43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26" name="Shape 12926"/>
        <p:cNvGrpSpPr/>
        <p:nvPr/>
      </p:nvGrpSpPr>
      <p:grpSpPr>
        <a:xfrm>
          <a:off x="0" y="0"/>
          <a:ext cx="0" cy="0"/>
          <a:chOff x="0" y="0"/>
          <a:chExt cx="0" cy="0"/>
        </a:xfrm>
      </p:grpSpPr>
      <p:sp>
        <p:nvSpPr>
          <p:cNvPr id="12927" name="Google Shape;12927;g34787bef4bb_1_373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28" name="Google Shape;12928;g34787bef4bb_1_373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51" name="Shape 12951"/>
        <p:cNvGrpSpPr/>
        <p:nvPr/>
      </p:nvGrpSpPr>
      <p:grpSpPr>
        <a:xfrm>
          <a:off x="0" y="0"/>
          <a:ext cx="0" cy="0"/>
          <a:chOff x="0" y="0"/>
          <a:chExt cx="0" cy="0"/>
        </a:xfrm>
      </p:grpSpPr>
      <p:sp>
        <p:nvSpPr>
          <p:cNvPr id="12952" name="Google Shape;12952;g34787bef4bb_1_86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53" name="Google Shape;12953;g34787bef4bb_1_86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86" name="Shape 12986"/>
        <p:cNvGrpSpPr/>
        <p:nvPr/>
      </p:nvGrpSpPr>
      <p:grpSpPr>
        <a:xfrm>
          <a:off x="0" y="0"/>
          <a:ext cx="0" cy="0"/>
          <a:chOff x="0" y="0"/>
          <a:chExt cx="0" cy="0"/>
        </a:xfrm>
      </p:grpSpPr>
      <p:sp>
        <p:nvSpPr>
          <p:cNvPr id="12987" name="Google Shape;12987;g34787bef4bb_1_173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88" name="Google Shape;12988;g34787bef4bb_1_173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05" name="Shape 13005"/>
        <p:cNvGrpSpPr/>
        <p:nvPr/>
      </p:nvGrpSpPr>
      <p:grpSpPr>
        <a:xfrm>
          <a:off x="0" y="0"/>
          <a:ext cx="0" cy="0"/>
          <a:chOff x="0" y="0"/>
          <a:chExt cx="0" cy="0"/>
        </a:xfrm>
      </p:grpSpPr>
      <p:sp>
        <p:nvSpPr>
          <p:cNvPr id="13006" name="Google Shape;13006;g34cb0dc2279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07" name="Google Shape;13007;g34cb0dc2279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12" name="Shape 13012"/>
        <p:cNvGrpSpPr/>
        <p:nvPr/>
      </p:nvGrpSpPr>
      <p:grpSpPr>
        <a:xfrm>
          <a:off x="0" y="0"/>
          <a:ext cx="0" cy="0"/>
          <a:chOff x="0" y="0"/>
          <a:chExt cx="0" cy="0"/>
        </a:xfrm>
      </p:grpSpPr>
      <p:sp>
        <p:nvSpPr>
          <p:cNvPr id="13013" name="Google Shape;13013;g34787bef4bb_1_325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14" name="Google Shape;13014;g34787bef4bb_1_325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55" name="Shape 13055"/>
        <p:cNvGrpSpPr/>
        <p:nvPr/>
      </p:nvGrpSpPr>
      <p:grpSpPr>
        <a:xfrm>
          <a:off x="0" y="0"/>
          <a:ext cx="0" cy="0"/>
          <a:chOff x="0" y="0"/>
          <a:chExt cx="0" cy="0"/>
        </a:xfrm>
      </p:grpSpPr>
      <p:sp>
        <p:nvSpPr>
          <p:cNvPr id="13056" name="Google Shape;13056;g34787bef4bb_1_372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57" name="Google Shape;13057;g34787bef4bb_1_372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Correlation:</a:t>
            </a:r>
            <a:endParaRPr/>
          </a:p>
          <a:p>
            <a:pPr indent="-298450" lvl="0" marL="457200" rtl="0" algn="l">
              <a:spcBef>
                <a:spcPts val="0"/>
              </a:spcBef>
              <a:spcAft>
                <a:spcPts val="0"/>
              </a:spcAft>
              <a:buSzPts val="1100"/>
              <a:buChar char="-"/>
            </a:pPr>
            <a:r>
              <a:rPr lang="en"/>
              <a:t>Occupancy 0.86</a:t>
            </a:r>
            <a:endParaRPr/>
          </a:p>
          <a:p>
            <a:pPr indent="-298450" lvl="0" marL="457200" rtl="0" algn="l">
              <a:spcBef>
                <a:spcPts val="0"/>
              </a:spcBef>
              <a:spcAft>
                <a:spcPts val="0"/>
              </a:spcAft>
              <a:buSzPts val="1100"/>
              <a:buChar char="-"/>
            </a:pPr>
            <a:r>
              <a:rPr lang="en"/>
              <a:t>Accommodates</a:t>
            </a:r>
            <a:r>
              <a:rPr lang="en"/>
              <a:t> 0.05</a:t>
            </a:r>
            <a:endParaRPr/>
          </a:p>
          <a:p>
            <a:pPr indent="0" lvl="0" marL="0" rtl="0" algn="l">
              <a:spcBef>
                <a:spcPts val="0"/>
              </a:spcBef>
              <a:spcAft>
                <a:spcPts val="0"/>
              </a:spcAft>
              <a:buNone/>
            </a:pPr>
            <a:r>
              <a:rPr lang="en"/>
              <a:t>Accuracy:</a:t>
            </a:r>
            <a:endParaRPr/>
          </a:p>
          <a:p>
            <a:pPr indent="-298450" lvl="0" marL="457200" rtl="0" algn="l">
              <a:spcBef>
                <a:spcPts val="0"/>
              </a:spcBef>
              <a:spcAft>
                <a:spcPts val="0"/>
              </a:spcAft>
              <a:buSzPts val="1100"/>
              <a:buChar char="-"/>
            </a:pPr>
            <a:r>
              <a:rPr lang="en"/>
              <a:t>99%</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Running with and without occupancy rate:</a:t>
            </a:r>
            <a:endParaRPr/>
          </a:p>
          <a:p>
            <a:pPr indent="-298450" lvl="0" marL="457200" rtl="0" algn="l">
              <a:spcBef>
                <a:spcPts val="0"/>
              </a:spcBef>
              <a:spcAft>
                <a:spcPts val="0"/>
              </a:spcAft>
              <a:buSzPts val="1100"/>
              <a:buChar char="-"/>
            </a:pPr>
            <a:r>
              <a:rPr lang="en"/>
              <a:t>Without = rbf </a:t>
            </a:r>
            <a:r>
              <a:rPr lang="en"/>
              <a:t>kernel</a:t>
            </a:r>
            <a:r>
              <a:rPr lang="en"/>
              <a:t> 86% accuracy</a:t>
            </a:r>
            <a:endParaRPr/>
          </a:p>
          <a:p>
            <a:pPr indent="-298450" lvl="0" marL="457200" rtl="0" algn="l">
              <a:spcBef>
                <a:spcPts val="0"/>
              </a:spcBef>
              <a:spcAft>
                <a:spcPts val="0"/>
              </a:spcAft>
              <a:buSzPts val="1100"/>
              <a:buChar char="-"/>
            </a:pPr>
            <a:r>
              <a:rPr lang="en"/>
              <a:t>With = linear kernel 99% accuracy</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81" name="Shape 13081"/>
        <p:cNvGrpSpPr/>
        <p:nvPr/>
      </p:nvGrpSpPr>
      <p:grpSpPr>
        <a:xfrm>
          <a:off x="0" y="0"/>
          <a:ext cx="0" cy="0"/>
          <a:chOff x="0" y="0"/>
          <a:chExt cx="0" cy="0"/>
        </a:xfrm>
      </p:grpSpPr>
      <p:sp>
        <p:nvSpPr>
          <p:cNvPr id="13082" name="Google Shape;13082;g35236d4d9cd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83" name="Google Shape;13083;g35236d4d9cd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89" name="Shape 13089"/>
        <p:cNvGrpSpPr/>
        <p:nvPr/>
      </p:nvGrpSpPr>
      <p:grpSpPr>
        <a:xfrm>
          <a:off x="0" y="0"/>
          <a:ext cx="0" cy="0"/>
          <a:chOff x="0" y="0"/>
          <a:chExt cx="0" cy="0"/>
        </a:xfrm>
      </p:grpSpPr>
      <p:sp>
        <p:nvSpPr>
          <p:cNvPr id="13090" name="Google Shape;13090;g34787bef4bb_1_374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91" name="Google Shape;13091;g34787bef4bb_1_374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25" name="Shape 13125"/>
        <p:cNvGrpSpPr/>
        <p:nvPr/>
      </p:nvGrpSpPr>
      <p:grpSpPr>
        <a:xfrm>
          <a:off x="0" y="0"/>
          <a:ext cx="0" cy="0"/>
          <a:chOff x="0" y="0"/>
          <a:chExt cx="0" cy="0"/>
        </a:xfrm>
      </p:grpSpPr>
      <p:sp>
        <p:nvSpPr>
          <p:cNvPr id="13126" name="Google Shape;13126;g34787bef4bb_1_195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27" name="Google Shape;13127;g34787bef4bb_1_195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32" name="Shape 13132"/>
        <p:cNvGrpSpPr/>
        <p:nvPr/>
      </p:nvGrpSpPr>
      <p:grpSpPr>
        <a:xfrm>
          <a:off x="0" y="0"/>
          <a:ext cx="0" cy="0"/>
          <a:chOff x="0" y="0"/>
          <a:chExt cx="0" cy="0"/>
        </a:xfrm>
      </p:grpSpPr>
      <p:sp>
        <p:nvSpPr>
          <p:cNvPr id="13133" name="Google Shape;13133;g34b696c407a_1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34" name="Google Shape;13134;g34b696c407a_1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67" name="Shape 13167"/>
        <p:cNvGrpSpPr/>
        <p:nvPr/>
      </p:nvGrpSpPr>
      <p:grpSpPr>
        <a:xfrm>
          <a:off x="0" y="0"/>
          <a:ext cx="0" cy="0"/>
          <a:chOff x="0" y="0"/>
          <a:chExt cx="0" cy="0"/>
        </a:xfrm>
      </p:grpSpPr>
      <p:sp>
        <p:nvSpPr>
          <p:cNvPr id="13168" name="Google Shape;13168;g34bd9531732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69" name="Google Shape;13169;g34bd9531732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73" name="Shape 13173"/>
        <p:cNvGrpSpPr/>
        <p:nvPr/>
      </p:nvGrpSpPr>
      <p:grpSpPr>
        <a:xfrm>
          <a:off x="0" y="0"/>
          <a:ext cx="0" cy="0"/>
          <a:chOff x="0" y="0"/>
          <a:chExt cx="0" cy="0"/>
        </a:xfrm>
      </p:grpSpPr>
      <p:sp>
        <p:nvSpPr>
          <p:cNvPr id="13174" name="Google Shape;13174;g34787bef4bb_1_373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75" name="Google Shape;13175;g34787bef4bb_1_373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9" name="Shape 9"/>
        <p:cNvGrpSpPr/>
        <p:nvPr/>
      </p:nvGrpSpPr>
      <p:grpSpPr>
        <a:xfrm>
          <a:off x="0" y="0"/>
          <a:ext cx="0" cy="0"/>
          <a:chOff x="0" y="0"/>
          <a:chExt cx="0" cy="0"/>
        </a:xfrm>
      </p:grpSpPr>
      <p:sp>
        <p:nvSpPr>
          <p:cNvPr id="10" name="Google Shape;10;p2"/>
          <p:cNvSpPr txBox="1"/>
          <p:nvPr>
            <p:ph type="ctrTitle"/>
          </p:nvPr>
        </p:nvSpPr>
        <p:spPr>
          <a:xfrm>
            <a:off x="311708" y="744575"/>
            <a:ext cx="8520600" cy="2052600"/>
          </a:xfrm>
          <a:prstGeom prst="rect">
            <a:avLst/>
          </a:prstGeom>
        </p:spPr>
        <p:txBody>
          <a:bodyPr anchorCtr="0" anchor="b" bIns="91425" lIns="91425" spcFirstLastPara="1" rIns="91425" wrap="square" tIns="91425">
            <a:normAutofit/>
          </a:bodyPr>
          <a:lstStyle>
            <a:lvl1pPr lvl="0" algn="ctr">
              <a:spcBef>
                <a:spcPts val="0"/>
              </a:spcBef>
              <a:spcAft>
                <a:spcPts val="0"/>
              </a:spcAft>
              <a:buSzPts val="5200"/>
              <a:buNone/>
              <a:defRPr sz="5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1" name="Google Shape;11;p2"/>
          <p:cNvSpPr txBox="1"/>
          <p:nvPr>
            <p:ph idx="1" type="subTitle"/>
          </p:nvPr>
        </p:nvSpPr>
        <p:spPr>
          <a:xfrm>
            <a:off x="311700" y="2834125"/>
            <a:ext cx="8520600" cy="792600"/>
          </a:xfrm>
          <a:prstGeom prst="rect">
            <a:avLst/>
          </a:prstGeom>
        </p:spPr>
        <p:txBody>
          <a:bodyPr anchorCtr="0" anchor="t" bIns="91425" lIns="91425" spcFirstLastPara="1" rIns="91425" wrap="square" tIns="91425">
            <a:normAutofit/>
          </a:bodyPr>
          <a:lstStyle>
            <a:lvl1pPr lvl="0" algn="ctr">
              <a:lnSpc>
                <a:spcPct val="100000"/>
              </a:lnSpc>
              <a:spcBef>
                <a:spcPts val="0"/>
              </a:spcBef>
              <a:spcAft>
                <a:spcPts val="0"/>
              </a:spcAft>
              <a:buSzPts val="2800"/>
              <a:buNone/>
              <a:defRPr sz="28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12" name="Google Shape;12;p2"/>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3" name="Shape 13"/>
        <p:cNvGrpSpPr/>
        <p:nvPr/>
      </p:nvGrpSpPr>
      <p:grpSpPr>
        <a:xfrm>
          <a:off x="0" y="0"/>
          <a:ext cx="0" cy="0"/>
          <a:chOff x="0" y="0"/>
          <a:chExt cx="0" cy="0"/>
        </a:xfrm>
      </p:grpSpPr>
      <p:sp>
        <p:nvSpPr>
          <p:cNvPr id="14" name="Google Shape;14;p3"/>
          <p:cNvSpPr txBox="1"/>
          <p:nvPr>
            <p:ph type="title"/>
          </p:nvPr>
        </p:nvSpPr>
        <p:spPr>
          <a:xfrm>
            <a:off x="311700" y="2150850"/>
            <a:ext cx="8520600" cy="841800"/>
          </a:xfrm>
          <a:prstGeom prst="rect">
            <a:avLst/>
          </a:prstGeom>
        </p:spPr>
        <p:txBody>
          <a:bodyPr anchorCtr="0" anchor="ctr" bIns="91425" lIns="91425" spcFirstLastPara="1" rIns="91425" wrap="square" tIns="91425">
            <a:norm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5" name="Google Shape;15;p3"/>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6" name="Shape 16"/>
        <p:cNvGrpSpPr/>
        <p:nvPr/>
      </p:nvGrpSpPr>
      <p:grpSpPr>
        <a:xfrm>
          <a:off x="0" y="0"/>
          <a:ext cx="0" cy="0"/>
          <a:chOff x="0" y="0"/>
          <a:chExt cx="0" cy="0"/>
        </a:xfrm>
      </p:grpSpPr>
      <p:sp>
        <p:nvSpPr>
          <p:cNvPr id="17" name="Google Shape;17;p4"/>
          <p:cNvSpPr txBox="1"/>
          <p:nvPr>
            <p:ph type="title"/>
          </p:nvPr>
        </p:nvSpPr>
        <p:spPr>
          <a:xfrm>
            <a:off x="311700" y="445025"/>
            <a:ext cx="8520600" cy="572700"/>
          </a:xfrm>
          <a:prstGeom prst="rect">
            <a:avLst/>
          </a:prstGeom>
        </p:spPr>
        <p:txBody>
          <a:bodyPr anchorCtr="0" anchor="t" bIns="91425" lIns="91425" spcFirstLastPara="1" rIns="91425" wrap="square" tIns="91425">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8" name="Google Shape;18;p4"/>
          <p:cNvSpPr txBox="1"/>
          <p:nvPr>
            <p:ph idx="1" type="body"/>
          </p:nvPr>
        </p:nvSpPr>
        <p:spPr>
          <a:xfrm>
            <a:off x="311700" y="1152475"/>
            <a:ext cx="8520600" cy="3416400"/>
          </a:xfrm>
          <a:prstGeom prst="rect">
            <a:avLst/>
          </a:prstGeom>
        </p:spPr>
        <p:txBody>
          <a:bodyPr anchorCtr="0" anchor="t" bIns="91425" lIns="91425" spcFirstLastPara="1" rIns="91425" wrap="square" tIns="91425">
            <a:normAutofit/>
          </a:bodyPr>
          <a:lstStyle>
            <a:lvl1pPr indent="-342900" lvl="0" marL="457200">
              <a:spcBef>
                <a:spcPts val="0"/>
              </a:spcBef>
              <a:spcAft>
                <a:spcPts val="0"/>
              </a:spcAft>
              <a:buSzPts val="1800"/>
              <a:buChar char="●"/>
              <a:defRPr/>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sp>
        <p:nvSpPr>
          <p:cNvPr id="19" name="Google Shape;19;p4"/>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0" name="Shape 20"/>
        <p:cNvGrpSpPr/>
        <p:nvPr/>
      </p:nvGrpSpPr>
      <p:grpSpPr>
        <a:xfrm>
          <a:off x="0" y="0"/>
          <a:ext cx="0" cy="0"/>
          <a:chOff x="0" y="0"/>
          <a:chExt cx="0" cy="0"/>
        </a:xfrm>
      </p:grpSpPr>
      <p:sp>
        <p:nvSpPr>
          <p:cNvPr id="21" name="Google Shape;21;p5"/>
          <p:cNvSpPr txBox="1"/>
          <p:nvPr>
            <p:ph type="title"/>
          </p:nvPr>
        </p:nvSpPr>
        <p:spPr>
          <a:xfrm>
            <a:off x="311700" y="445025"/>
            <a:ext cx="8520600" cy="572700"/>
          </a:xfrm>
          <a:prstGeom prst="rect">
            <a:avLst/>
          </a:prstGeom>
        </p:spPr>
        <p:txBody>
          <a:bodyPr anchorCtr="0" anchor="t" bIns="91425" lIns="91425" spcFirstLastPara="1" rIns="91425" wrap="square" tIns="91425">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2" name="Google Shape;22;p5"/>
          <p:cNvSpPr txBox="1"/>
          <p:nvPr>
            <p:ph idx="1" type="body"/>
          </p:nvPr>
        </p:nvSpPr>
        <p:spPr>
          <a:xfrm>
            <a:off x="311700" y="1152475"/>
            <a:ext cx="3999900" cy="3416400"/>
          </a:xfrm>
          <a:prstGeom prst="rect">
            <a:avLst/>
          </a:prstGeom>
        </p:spPr>
        <p:txBody>
          <a:bodyPr anchorCtr="0" anchor="t" bIns="91425" lIns="91425" spcFirstLastPara="1" rIns="91425" wrap="square" tIns="91425">
            <a:normAutofit/>
          </a:bodyPr>
          <a:lstStyle>
            <a:lvl1pPr indent="-317500" lvl="0" marL="457200">
              <a:spcBef>
                <a:spcPts val="0"/>
              </a:spcBef>
              <a:spcAft>
                <a:spcPts val="0"/>
              </a:spcAft>
              <a:buSzPts val="1400"/>
              <a:buChar char="●"/>
              <a:defRPr sz="1400"/>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23" name="Google Shape;23;p5"/>
          <p:cNvSpPr txBox="1"/>
          <p:nvPr>
            <p:ph idx="2" type="body"/>
          </p:nvPr>
        </p:nvSpPr>
        <p:spPr>
          <a:xfrm>
            <a:off x="4832400" y="1152475"/>
            <a:ext cx="3999900" cy="3416400"/>
          </a:xfrm>
          <a:prstGeom prst="rect">
            <a:avLst/>
          </a:prstGeom>
        </p:spPr>
        <p:txBody>
          <a:bodyPr anchorCtr="0" anchor="t" bIns="91425" lIns="91425" spcFirstLastPara="1" rIns="91425" wrap="square" tIns="91425">
            <a:normAutofit/>
          </a:bodyPr>
          <a:lstStyle>
            <a:lvl1pPr indent="-317500" lvl="0" marL="457200">
              <a:spcBef>
                <a:spcPts val="0"/>
              </a:spcBef>
              <a:spcAft>
                <a:spcPts val="0"/>
              </a:spcAft>
              <a:buSzPts val="1400"/>
              <a:buChar char="●"/>
              <a:defRPr sz="1400"/>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24" name="Google Shape;24;p5"/>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5" name="Shape 25"/>
        <p:cNvGrpSpPr/>
        <p:nvPr/>
      </p:nvGrpSpPr>
      <p:grpSpPr>
        <a:xfrm>
          <a:off x="0" y="0"/>
          <a:ext cx="0" cy="0"/>
          <a:chOff x="0" y="0"/>
          <a:chExt cx="0" cy="0"/>
        </a:xfrm>
      </p:grpSpPr>
      <p:sp>
        <p:nvSpPr>
          <p:cNvPr id="26" name="Google Shape;26;p6"/>
          <p:cNvSpPr txBox="1"/>
          <p:nvPr>
            <p:ph type="title"/>
          </p:nvPr>
        </p:nvSpPr>
        <p:spPr>
          <a:xfrm>
            <a:off x="311700" y="445025"/>
            <a:ext cx="8520600" cy="572700"/>
          </a:xfrm>
          <a:prstGeom prst="rect">
            <a:avLst/>
          </a:prstGeom>
        </p:spPr>
        <p:txBody>
          <a:bodyPr anchorCtr="0" anchor="t" bIns="91425" lIns="91425" spcFirstLastPara="1" rIns="91425" wrap="square" tIns="91425">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7" name="Google Shape;27;p6"/>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8" name="Shape 28"/>
        <p:cNvGrpSpPr/>
        <p:nvPr/>
      </p:nvGrpSpPr>
      <p:grpSpPr>
        <a:xfrm>
          <a:off x="0" y="0"/>
          <a:ext cx="0" cy="0"/>
          <a:chOff x="0" y="0"/>
          <a:chExt cx="0" cy="0"/>
        </a:xfrm>
      </p:grpSpPr>
      <p:sp>
        <p:nvSpPr>
          <p:cNvPr id="29" name="Google Shape;29;p7"/>
          <p:cNvSpPr txBox="1"/>
          <p:nvPr>
            <p:ph type="title"/>
          </p:nvPr>
        </p:nvSpPr>
        <p:spPr>
          <a:xfrm>
            <a:off x="311700" y="555600"/>
            <a:ext cx="2808000" cy="755700"/>
          </a:xfrm>
          <a:prstGeom prst="rect">
            <a:avLst/>
          </a:prstGeom>
        </p:spPr>
        <p:txBody>
          <a:bodyPr anchorCtr="0" anchor="b" bIns="91425" lIns="91425" spcFirstLastPara="1" rIns="91425" wrap="square" tIns="91425">
            <a:normAutofit/>
          </a:bodyPr>
          <a:lstStyle>
            <a:lvl1pPr lvl="0">
              <a:spcBef>
                <a:spcPts val="0"/>
              </a:spcBef>
              <a:spcAft>
                <a:spcPts val="0"/>
              </a:spcAft>
              <a:buSzPts val="2400"/>
              <a:buNone/>
              <a:defRPr sz="24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sp>
        <p:nvSpPr>
          <p:cNvPr id="30" name="Google Shape;30;p7"/>
          <p:cNvSpPr txBox="1"/>
          <p:nvPr>
            <p:ph idx="1" type="body"/>
          </p:nvPr>
        </p:nvSpPr>
        <p:spPr>
          <a:xfrm>
            <a:off x="311700" y="1389600"/>
            <a:ext cx="2808000" cy="3179400"/>
          </a:xfrm>
          <a:prstGeom prst="rect">
            <a:avLst/>
          </a:prstGeom>
        </p:spPr>
        <p:txBody>
          <a:bodyPr anchorCtr="0" anchor="t" bIns="91425" lIns="91425" spcFirstLastPara="1" rIns="91425" wrap="square" tIns="91425">
            <a:normAutofit/>
          </a:bodyPr>
          <a:lstStyle>
            <a:lvl1pPr indent="-304800" lvl="0" marL="457200">
              <a:spcBef>
                <a:spcPts val="0"/>
              </a:spcBef>
              <a:spcAft>
                <a:spcPts val="0"/>
              </a:spcAft>
              <a:buSzPts val="1200"/>
              <a:buChar char="●"/>
              <a:defRPr sz="1200"/>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31" name="Google Shape;31;p7"/>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2" name="Shape 32"/>
        <p:cNvGrpSpPr/>
        <p:nvPr/>
      </p:nvGrpSpPr>
      <p:grpSpPr>
        <a:xfrm>
          <a:off x="0" y="0"/>
          <a:ext cx="0" cy="0"/>
          <a:chOff x="0" y="0"/>
          <a:chExt cx="0" cy="0"/>
        </a:xfrm>
      </p:grpSpPr>
      <p:sp>
        <p:nvSpPr>
          <p:cNvPr id="33" name="Google Shape;33;p8"/>
          <p:cNvSpPr txBox="1"/>
          <p:nvPr>
            <p:ph type="title"/>
          </p:nvPr>
        </p:nvSpPr>
        <p:spPr>
          <a:xfrm>
            <a:off x="490250" y="450150"/>
            <a:ext cx="6367800" cy="4090800"/>
          </a:xfrm>
          <a:prstGeom prst="rect">
            <a:avLst/>
          </a:prstGeom>
        </p:spPr>
        <p:txBody>
          <a:bodyPr anchorCtr="0" anchor="ctr" bIns="91425" lIns="91425" spcFirstLastPara="1" rIns="91425" wrap="square" tIns="91425">
            <a:norm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34" name="Google Shape;34;p8"/>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5" name="Shape 35"/>
        <p:cNvGrpSpPr/>
        <p:nvPr/>
      </p:nvGrpSpPr>
      <p:grpSpPr>
        <a:xfrm>
          <a:off x="0" y="0"/>
          <a:ext cx="0" cy="0"/>
          <a:chOff x="0" y="0"/>
          <a:chExt cx="0" cy="0"/>
        </a:xfrm>
      </p:grpSpPr>
      <p:sp>
        <p:nvSpPr>
          <p:cNvPr id="36" name="Google Shape;36;p9"/>
          <p:cNvSpPr/>
          <p:nvPr/>
        </p:nvSpPr>
        <p:spPr>
          <a:xfrm>
            <a:off x="4572000" y="-125"/>
            <a:ext cx="4572000" cy="5143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9"/>
          <p:cNvSpPr txBox="1"/>
          <p:nvPr>
            <p:ph type="title"/>
          </p:nvPr>
        </p:nvSpPr>
        <p:spPr>
          <a:xfrm>
            <a:off x="265500" y="1233175"/>
            <a:ext cx="4045200" cy="1482300"/>
          </a:xfrm>
          <a:prstGeom prst="rect">
            <a:avLst/>
          </a:prstGeom>
        </p:spPr>
        <p:txBody>
          <a:bodyPr anchorCtr="0" anchor="b" bIns="91425" lIns="91425" spcFirstLastPara="1" rIns="91425" wrap="square" tIns="91425">
            <a:norm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38" name="Google Shape;38;p9"/>
          <p:cNvSpPr txBox="1"/>
          <p:nvPr>
            <p:ph idx="1" type="subTitle"/>
          </p:nvPr>
        </p:nvSpPr>
        <p:spPr>
          <a:xfrm>
            <a:off x="265500" y="2803075"/>
            <a:ext cx="4045200" cy="1235100"/>
          </a:xfrm>
          <a:prstGeom prst="rect">
            <a:avLst/>
          </a:prstGeom>
        </p:spPr>
        <p:txBody>
          <a:bodyPr anchorCtr="0" anchor="t" bIns="91425" lIns="91425" spcFirstLastPara="1" rIns="91425" wrap="square" tIns="91425">
            <a:norm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39" name="Google Shape;39;p9"/>
          <p:cNvSpPr txBox="1"/>
          <p:nvPr>
            <p:ph idx="2" type="body"/>
          </p:nvPr>
        </p:nvSpPr>
        <p:spPr>
          <a:xfrm>
            <a:off x="4939500" y="724075"/>
            <a:ext cx="3837000" cy="3695100"/>
          </a:xfrm>
          <a:prstGeom prst="rect">
            <a:avLst/>
          </a:prstGeom>
        </p:spPr>
        <p:txBody>
          <a:bodyPr anchorCtr="0" anchor="ctr" bIns="91425" lIns="91425" spcFirstLastPara="1" rIns="91425" wrap="square" tIns="91425">
            <a:normAutofit/>
          </a:bodyPr>
          <a:lstStyle>
            <a:lvl1pPr indent="-342900" lvl="0" marL="457200">
              <a:spcBef>
                <a:spcPts val="0"/>
              </a:spcBef>
              <a:spcAft>
                <a:spcPts val="0"/>
              </a:spcAft>
              <a:buSzPts val="1800"/>
              <a:buChar char="●"/>
              <a:defRPr/>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sp>
        <p:nvSpPr>
          <p:cNvPr id="40" name="Google Shape;40;p9"/>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1" name="Shape 41"/>
        <p:cNvGrpSpPr/>
        <p:nvPr/>
      </p:nvGrpSpPr>
      <p:grpSpPr>
        <a:xfrm>
          <a:off x="0" y="0"/>
          <a:ext cx="0" cy="0"/>
          <a:chOff x="0" y="0"/>
          <a:chExt cx="0" cy="0"/>
        </a:xfrm>
      </p:grpSpPr>
      <p:sp>
        <p:nvSpPr>
          <p:cNvPr id="42" name="Google Shape;42;p10"/>
          <p:cNvSpPr txBox="1"/>
          <p:nvPr>
            <p:ph idx="1" type="body"/>
          </p:nvPr>
        </p:nvSpPr>
        <p:spPr>
          <a:xfrm>
            <a:off x="311700" y="4230575"/>
            <a:ext cx="5998800" cy="605100"/>
          </a:xfrm>
          <a:prstGeom prst="rect">
            <a:avLst/>
          </a:prstGeom>
        </p:spPr>
        <p:txBody>
          <a:bodyPr anchorCtr="0" anchor="ctr" bIns="91425" lIns="91425" spcFirstLastPara="1" rIns="91425" wrap="square" tIns="91425">
            <a:normAutofit/>
          </a:bodyPr>
          <a:lstStyle>
            <a:lvl1pPr indent="-228600" lvl="0" marL="457200">
              <a:lnSpc>
                <a:spcPct val="100000"/>
              </a:lnSpc>
              <a:spcBef>
                <a:spcPts val="0"/>
              </a:spcBef>
              <a:spcAft>
                <a:spcPts val="0"/>
              </a:spcAft>
              <a:buSzPts val="1800"/>
              <a:buNone/>
              <a:defRPr/>
            </a:lvl1pPr>
          </a:lstStyle>
          <a:p/>
        </p:txBody>
      </p:sp>
      <p:sp>
        <p:nvSpPr>
          <p:cNvPr id="43" name="Google Shape;43;p10"/>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4" name="Shape 44"/>
        <p:cNvGrpSpPr/>
        <p:nvPr/>
      </p:nvGrpSpPr>
      <p:grpSpPr>
        <a:xfrm>
          <a:off x="0" y="0"/>
          <a:ext cx="0" cy="0"/>
          <a:chOff x="0" y="0"/>
          <a:chExt cx="0" cy="0"/>
        </a:xfrm>
      </p:grpSpPr>
      <p:sp>
        <p:nvSpPr>
          <p:cNvPr id="45" name="Google Shape;45;p11"/>
          <p:cNvSpPr txBox="1"/>
          <p:nvPr>
            <p:ph hasCustomPrompt="1" type="title"/>
          </p:nvPr>
        </p:nvSpPr>
        <p:spPr>
          <a:xfrm>
            <a:off x="311700" y="1106125"/>
            <a:ext cx="8520600" cy="1963500"/>
          </a:xfrm>
          <a:prstGeom prst="rect">
            <a:avLst/>
          </a:prstGeom>
        </p:spPr>
        <p:txBody>
          <a:bodyPr anchorCtr="0" anchor="b" bIns="91425" lIns="91425" spcFirstLastPara="1" rIns="91425" wrap="square" tIns="91425">
            <a:normAutofit/>
          </a:bodyPr>
          <a:lstStyle>
            <a:lvl1pPr lvl="0" algn="ctr">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46" name="Google Shape;46;p11"/>
          <p:cNvSpPr txBox="1"/>
          <p:nvPr>
            <p:ph idx="1" type="body"/>
          </p:nvPr>
        </p:nvSpPr>
        <p:spPr>
          <a:xfrm>
            <a:off x="311700" y="3152225"/>
            <a:ext cx="8520600" cy="1300800"/>
          </a:xfrm>
          <a:prstGeom prst="rect">
            <a:avLst/>
          </a:prstGeom>
        </p:spPr>
        <p:txBody>
          <a:bodyPr anchorCtr="0" anchor="t" bIns="91425" lIns="91425" spcFirstLastPara="1" rIns="91425" wrap="square" tIns="91425">
            <a:normAutofit/>
          </a:bodyPr>
          <a:lstStyle>
            <a:lvl1pPr indent="-342900" lvl="0" marL="457200" algn="ctr">
              <a:spcBef>
                <a:spcPts val="0"/>
              </a:spcBef>
              <a:spcAft>
                <a:spcPts val="0"/>
              </a:spcAft>
              <a:buSzPts val="1800"/>
              <a:buChar char="●"/>
              <a:defRPr/>
            </a:lvl1pPr>
            <a:lvl2pPr indent="-317500" lvl="1" marL="914400" algn="ctr">
              <a:spcBef>
                <a:spcPts val="0"/>
              </a:spcBef>
              <a:spcAft>
                <a:spcPts val="0"/>
              </a:spcAft>
              <a:buSzPts val="1400"/>
              <a:buChar char="○"/>
              <a:defRPr/>
            </a:lvl2pPr>
            <a:lvl3pPr indent="-317500" lvl="2" marL="1371600" algn="ctr">
              <a:spcBef>
                <a:spcPts val="0"/>
              </a:spcBef>
              <a:spcAft>
                <a:spcPts val="0"/>
              </a:spcAft>
              <a:buSzPts val="1400"/>
              <a:buChar char="■"/>
              <a:defRPr/>
            </a:lvl3pPr>
            <a:lvl4pPr indent="-317500" lvl="3" marL="1828800" algn="ctr">
              <a:spcBef>
                <a:spcPts val="0"/>
              </a:spcBef>
              <a:spcAft>
                <a:spcPts val="0"/>
              </a:spcAft>
              <a:buSzPts val="1400"/>
              <a:buChar char="●"/>
              <a:defRPr/>
            </a:lvl4pPr>
            <a:lvl5pPr indent="-317500" lvl="4" marL="2286000" algn="ctr">
              <a:spcBef>
                <a:spcPts val="0"/>
              </a:spcBef>
              <a:spcAft>
                <a:spcPts val="0"/>
              </a:spcAft>
              <a:buSzPts val="1400"/>
              <a:buChar char="○"/>
              <a:defRPr/>
            </a:lvl5pPr>
            <a:lvl6pPr indent="-317500" lvl="5" marL="2743200" algn="ctr">
              <a:spcBef>
                <a:spcPts val="0"/>
              </a:spcBef>
              <a:spcAft>
                <a:spcPts val="0"/>
              </a:spcAft>
              <a:buSzPts val="1400"/>
              <a:buChar char="■"/>
              <a:defRPr/>
            </a:lvl6pPr>
            <a:lvl7pPr indent="-317500" lvl="6" marL="3200400" algn="ctr">
              <a:spcBef>
                <a:spcPts val="0"/>
              </a:spcBef>
              <a:spcAft>
                <a:spcPts val="0"/>
              </a:spcAft>
              <a:buSzPts val="1400"/>
              <a:buChar char="●"/>
              <a:defRPr/>
            </a:lvl7pPr>
            <a:lvl8pPr indent="-317500" lvl="7" marL="3657600" algn="ctr">
              <a:spcBef>
                <a:spcPts val="0"/>
              </a:spcBef>
              <a:spcAft>
                <a:spcPts val="0"/>
              </a:spcAft>
              <a:buSzPts val="1400"/>
              <a:buChar char="○"/>
              <a:defRPr/>
            </a:lvl8pPr>
            <a:lvl9pPr indent="-317500" lvl="8" marL="4114800" algn="ctr">
              <a:spcBef>
                <a:spcPts val="0"/>
              </a:spcBef>
              <a:spcAft>
                <a:spcPts val="0"/>
              </a:spcAft>
              <a:buSzPts val="1400"/>
              <a:buChar char="■"/>
              <a:defRPr/>
            </a:lvl9pPr>
          </a:lstStyle>
          <a:p/>
        </p:txBody>
      </p:sp>
      <p:sp>
        <p:nvSpPr>
          <p:cNvPr id="47" name="Google Shape;47;p11"/>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48" name="Shape 48"/>
        <p:cNvGrpSpPr/>
        <p:nvPr/>
      </p:nvGrpSpPr>
      <p:grpSpPr>
        <a:xfrm>
          <a:off x="0" y="0"/>
          <a:ext cx="0" cy="0"/>
          <a:chOff x="0" y="0"/>
          <a:chExt cx="0" cy="0"/>
        </a:xfrm>
      </p:grpSpPr>
      <p:sp>
        <p:nvSpPr>
          <p:cNvPr id="49" name="Google Shape;49;p12"/>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53" name="Shape 53"/>
        <p:cNvGrpSpPr/>
        <p:nvPr/>
      </p:nvGrpSpPr>
      <p:grpSpPr>
        <a:xfrm>
          <a:off x="0" y="0"/>
          <a:ext cx="0" cy="0"/>
          <a:chOff x="0" y="0"/>
          <a:chExt cx="0" cy="0"/>
        </a:xfrm>
      </p:grpSpPr>
      <p:grpSp>
        <p:nvGrpSpPr>
          <p:cNvPr id="54" name="Google Shape;54;p14"/>
          <p:cNvGrpSpPr/>
          <p:nvPr/>
        </p:nvGrpSpPr>
        <p:grpSpPr>
          <a:xfrm>
            <a:off x="3949534" y="3203615"/>
            <a:ext cx="1363077" cy="1365145"/>
            <a:chOff x="3892384" y="3203615"/>
            <a:chExt cx="1363077" cy="1365145"/>
          </a:xfrm>
        </p:grpSpPr>
        <p:sp>
          <p:nvSpPr>
            <p:cNvPr id="55" name="Google Shape;55;p14"/>
            <p:cNvSpPr/>
            <p:nvPr/>
          </p:nvSpPr>
          <p:spPr>
            <a:xfrm>
              <a:off x="3892384" y="3203615"/>
              <a:ext cx="1363077" cy="1365145"/>
            </a:xfrm>
            <a:custGeom>
              <a:rect b="b" l="l" r="r" t="t"/>
              <a:pathLst>
                <a:path extrusionOk="0" h="5942" w="5933">
                  <a:moveTo>
                    <a:pt x="2971" y="0"/>
                  </a:moveTo>
                  <a:cubicBezTo>
                    <a:pt x="1330" y="0"/>
                    <a:pt x="0" y="1330"/>
                    <a:pt x="0" y="2971"/>
                  </a:cubicBezTo>
                  <a:cubicBezTo>
                    <a:pt x="0" y="4612"/>
                    <a:pt x="1330" y="5942"/>
                    <a:pt x="2971" y="5942"/>
                  </a:cubicBezTo>
                  <a:cubicBezTo>
                    <a:pt x="4604" y="5942"/>
                    <a:pt x="5933" y="4612"/>
                    <a:pt x="5933" y="2971"/>
                  </a:cubicBezTo>
                  <a:cubicBezTo>
                    <a:pt x="5933" y="1330"/>
                    <a:pt x="4604" y="0"/>
                    <a:pt x="29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14"/>
            <p:cNvSpPr/>
            <p:nvPr/>
          </p:nvSpPr>
          <p:spPr>
            <a:xfrm>
              <a:off x="3988647" y="3301946"/>
              <a:ext cx="1170551" cy="1168483"/>
            </a:xfrm>
            <a:custGeom>
              <a:rect b="b" l="l" r="r" t="t"/>
              <a:pathLst>
                <a:path extrusionOk="0" h="5086" w="5095">
                  <a:moveTo>
                    <a:pt x="2552" y="1"/>
                  </a:moveTo>
                  <a:cubicBezTo>
                    <a:pt x="1142" y="1"/>
                    <a:pt x="1" y="1142"/>
                    <a:pt x="1" y="2543"/>
                  </a:cubicBezTo>
                  <a:cubicBezTo>
                    <a:pt x="1" y="3953"/>
                    <a:pt x="1142" y="5085"/>
                    <a:pt x="2552" y="5085"/>
                  </a:cubicBezTo>
                  <a:cubicBezTo>
                    <a:pt x="3953" y="5085"/>
                    <a:pt x="5095" y="3953"/>
                    <a:pt x="5095" y="2543"/>
                  </a:cubicBezTo>
                  <a:cubicBezTo>
                    <a:pt x="5095" y="1142"/>
                    <a:pt x="3953" y="1"/>
                    <a:pt x="25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 name="Google Shape;57;p14"/>
          <p:cNvSpPr/>
          <p:nvPr/>
        </p:nvSpPr>
        <p:spPr>
          <a:xfrm>
            <a:off x="1900" y="3911424"/>
            <a:ext cx="9144017" cy="841679"/>
          </a:xfrm>
          <a:custGeom>
            <a:rect b="b" l="l" r="r" t="t"/>
            <a:pathLst>
              <a:path extrusionOk="0" h="9234" w="30422">
                <a:moveTo>
                  <a:pt x="1" y="0"/>
                </a:moveTo>
                <a:lnTo>
                  <a:pt x="1" y="9233"/>
                </a:lnTo>
                <a:lnTo>
                  <a:pt x="30422" y="9233"/>
                </a:lnTo>
                <a:lnTo>
                  <a:pt x="3042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14"/>
          <p:cNvSpPr/>
          <p:nvPr/>
        </p:nvSpPr>
        <p:spPr>
          <a:xfrm>
            <a:off x="-1276349" y="3911425"/>
            <a:ext cx="10422249" cy="841679"/>
          </a:xfrm>
          <a:custGeom>
            <a:rect b="b" l="l" r="r" t="t"/>
            <a:pathLst>
              <a:path extrusionOk="0" h="9234" w="27897">
                <a:moveTo>
                  <a:pt x="14337" y="0"/>
                </a:moveTo>
                <a:cubicBezTo>
                  <a:pt x="14337" y="0"/>
                  <a:pt x="12053" y="402"/>
                  <a:pt x="13222" y="633"/>
                </a:cubicBezTo>
                <a:cubicBezTo>
                  <a:pt x="14391" y="857"/>
                  <a:pt x="13704" y="1276"/>
                  <a:pt x="11001" y="1419"/>
                </a:cubicBezTo>
                <a:cubicBezTo>
                  <a:pt x="8289" y="1561"/>
                  <a:pt x="8164" y="2204"/>
                  <a:pt x="9529" y="2346"/>
                </a:cubicBezTo>
                <a:cubicBezTo>
                  <a:pt x="10885" y="2489"/>
                  <a:pt x="4131" y="3470"/>
                  <a:pt x="5808" y="4006"/>
                </a:cubicBezTo>
                <a:cubicBezTo>
                  <a:pt x="7495" y="4550"/>
                  <a:pt x="4961" y="5040"/>
                  <a:pt x="3257" y="5272"/>
                </a:cubicBezTo>
                <a:cubicBezTo>
                  <a:pt x="1553" y="5504"/>
                  <a:pt x="1375" y="6040"/>
                  <a:pt x="2365" y="6227"/>
                </a:cubicBezTo>
                <a:cubicBezTo>
                  <a:pt x="3355" y="6414"/>
                  <a:pt x="1" y="7271"/>
                  <a:pt x="1" y="7271"/>
                </a:cubicBezTo>
                <a:lnTo>
                  <a:pt x="1" y="9233"/>
                </a:lnTo>
                <a:lnTo>
                  <a:pt x="27897" y="9233"/>
                </a:lnTo>
                <a:lnTo>
                  <a:pt x="27897" y="7137"/>
                </a:lnTo>
                <a:cubicBezTo>
                  <a:pt x="27897" y="7137"/>
                  <a:pt x="23472" y="6361"/>
                  <a:pt x="24445" y="5504"/>
                </a:cubicBezTo>
                <a:cubicBezTo>
                  <a:pt x="25417" y="4648"/>
                  <a:pt x="20171" y="4434"/>
                  <a:pt x="21340" y="3925"/>
                </a:cubicBezTo>
                <a:cubicBezTo>
                  <a:pt x="22500" y="3417"/>
                  <a:pt x="21893" y="2917"/>
                  <a:pt x="20912" y="2721"/>
                </a:cubicBezTo>
                <a:cubicBezTo>
                  <a:pt x="19939" y="2534"/>
                  <a:pt x="18780" y="2034"/>
                  <a:pt x="19422" y="1481"/>
                </a:cubicBezTo>
                <a:cubicBezTo>
                  <a:pt x="20055" y="928"/>
                  <a:pt x="19288" y="732"/>
                  <a:pt x="18512" y="491"/>
                </a:cubicBezTo>
                <a:cubicBezTo>
                  <a:pt x="17727" y="259"/>
                  <a:pt x="18637" y="0"/>
                  <a:pt x="18637"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14"/>
          <p:cNvSpPr/>
          <p:nvPr/>
        </p:nvSpPr>
        <p:spPr>
          <a:xfrm>
            <a:off x="-16347" y="3911494"/>
            <a:ext cx="6351715" cy="796742"/>
          </a:xfrm>
          <a:custGeom>
            <a:rect b="b" l="l" r="r" t="t"/>
            <a:pathLst>
              <a:path extrusionOk="0" h="8741" w="19984">
                <a:moveTo>
                  <a:pt x="15406" y="1"/>
                </a:moveTo>
                <a:cubicBezTo>
                  <a:pt x="14566" y="1"/>
                  <a:pt x="13350" y="213"/>
                  <a:pt x="13953" y="506"/>
                </a:cubicBezTo>
                <a:cubicBezTo>
                  <a:pt x="14604" y="818"/>
                  <a:pt x="15033" y="1452"/>
                  <a:pt x="12722" y="1711"/>
                </a:cubicBezTo>
                <a:cubicBezTo>
                  <a:pt x="10420" y="1960"/>
                  <a:pt x="10304" y="2683"/>
                  <a:pt x="12347" y="3111"/>
                </a:cubicBezTo>
                <a:cubicBezTo>
                  <a:pt x="13739" y="3406"/>
                  <a:pt x="11669" y="4512"/>
                  <a:pt x="9635" y="4512"/>
                </a:cubicBezTo>
                <a:cubicBezTo>
                  <a:pt x="7601" y="4512"/>
                  <a:pt x="7245" y="4994"/>
                  <a:pt x="8413" y="5315"/>
                </a:cubicBezTo>
                <a:cubicBezTo>
                  <a:pt x="9350" y="5573"/>
                  <a:pt x="8922" y="6100"/>
                  <a:pt x="4827" y="6358"/>
                </a:cubicBezTo>
                <a:cubicBezTo>
                  <a:pt x="723" y="6617"/>
                  <a:pt x="3069" y="7670"/>
                  <a:pt x="4060" y="7866"/>
                </a:cubicBezTo>
                <a:cubicBezTo>
                  <a:pt x="4390" y="7929"/>
                  <a:pt x="4747" y="8125"/>
                  <a:pt x="3319" y="8339"/>
                </a:cubicBezTo>
                <a:cubicBezTo>
                  <a:pt x="1892" y="8544"/>
                  <a:pt x="1" y="8740"/>
                  <a:pt x="1" y="8740"/>
                </a:cubicBezTo>
                <a:lnTo>
                  <a:pt x="19984" y="8740"/>
                </a:lnTo>
                <a:cubicBezTo>
                  <a:pt x="19984" y="8740"/>
                  <a:pt x="17985" y="8464"/>
                  <a:pt x="18895" y="8000"/>
                </a:cubicBezTo>
                <a:cubicBezTo>
                  <a:pt x="19805" y="7527"/>
                  <a:pt x="19181" y="7393"/>
                  <a:pt x="17174" y="7143"/>
                </a:cubicBezTo>
                <a:cubicBezTo>
                  <a:pt x="15158" y="6903"/>
                  <a:pt x="15728" y="6358"/>
                  <a:pt x="17638" y="5877"/>
                </a:cubicBezTo>
                <a:cubicBezTo>
                  <a:pt x="19556" y="5395"/>
                  <a:pt x="18173" y="4735"/>
                  <a:pt x="16888" y="4512"/>
                </a:cubicBezTo>
                <a:cubicBezTo>
                  <a:pt x="15604" y="4289"/>
                  <a:pt x="15363" y="4084"/>
                  <a:pt x="16826" y="3513"/>
                </a:cubicBezTo>
                <a:cubicBezTo>
                  <a:pt x="18298" y="2951"/>
                  <a:pt x="17495" y="2344"/>
                  <a:pt x="16576" y="2121"/>
                </a:cubicBezTo>
                <a:cubicBezTo>
                  <a:pt x="15648" y="1898"/>
                  <a:pt x="15273" y="1532"/>
                  <a:pt x="16166" y="1211"/>
                </a:cubicBezTo>
                <a:cubicBezTo>
                  <a:pt x="17067" y="890"/>
                  <a:pt x="15639" y="604"/>
                  <a:pt x="15282" y="435"/>
                </a:cubicBezTo>
                <a:cubicBezTo>
                  <a:pt x="14926" y="274"/>
                  <a:pt x="16451" y="51"/>
                  <a:pt x="15630" y="7"/>
                </a:cubicBezTo>
                <a:cubicBezTo>
                  <a:pt x="15560" y="3"/>
                  <a:pt x="15485" y="1"/>
                  <a:pt x="15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14"/>
          <p:cNvSpPr/>
          <p:nvPr/>
        </p:nvSpPr>
        <p:spPr>
          <a:xfrm>
            <a:off x="6173255" y="493981"/>
            <a:ext cx="3505100" cy="3224379"/>
          </a:xfrm>
          <a:custGeom>
            <a:rect b="b" l="l" r="r" t="t"/>
            <a:pathLst>
              <a:path extrusionOk="0" h="10570" w="11491">
                <a:moveTo>
                  <a:pt x="9689" y="1"/>
                </a:moveTo>
                <a:cubicBezTo>
                  <a:pt x="9689" y="1"/>
                  <a:pt x="8226" y="242"/>
                  <a:pt x="8226" y="2374"/>
                </a:cubicBezTo>
                <a:cubicBezTo>
                  <a:pt x="8226" y="2374"/>
                  <a:pt x="7574" y="2499"/>
                  <a:pt x="7646" y="3230"/>
                </a:cubicBezTo>
                <a:cubicBezTo>
                  <a:pt x="7646" y="3230"/>
                  <a:pt x="7604" y="3225"/>
                  <a:pt x="7535" y="3225"/>
                </a:cubicBezTo>
                <a:cubicBezTo>
                  <a:pt x="7197" y="3225"/>
                  <a:pt x="6208" y="3348"/>
                  <a:pt x="6290" y="4800"/>
                </a:cubicBezTo>
                <a:cubicBezTo>
                  <a:pt x="6290" y="4800"/>
                  <a:pt x="6279" y="4800"/>
                  <a:pt x="6260" y="4800"/>
                </a:cubicBezTo>
                <a:cubicBezTo>
                  <a:pt x="6122" y="4800"/>
                  <a:pt x="5549" y="4841"/>
                  <a:pt x="5612" y="5532"/>
                </a:cubicBezTo>
                <a:cubicBezTo>
                  <a:pt x="5612" y="5532"/>
                  <a:pt x="5570" y="5526"/>
                  <a:pt x="5501" y="5526"/>
                </a:cubicBezTo>
                <a:cubicBezTo>
                  <a:pt x="5231" y="5526"/>
                  <a:pt x="4544" y="5617"/>
                  <a:pt x="4416" y="6522"/>
                </a:cubicBezTo>
                <a:cubicBezTo>
                  <a:pt x="4416" y="6522"/>
                  <a:pt x="4399" y="6521"/>
                  <a:pt x="4369" y="6521"/>
                </a:cubicBezTo>
                <a:cubicBezTo>
                  <a:pt x="4196" y="6521"/>
                  <a:pt x="3602" y="6573"/>
                  <a:pt x="3533" y="7280"/>
                </a:cubicBezTo>
                <a:cubicBezTo>
                  <a:pt x="3533" y="7280"/>
                  <a:pt x="3516" y="7279"/>
                  <a:pt x="3486" y="7279"/>
                </a:cubicBezTo>
                <a:cubicBezTo>
                  <a:pt x="3240" y="7279"/>
                  <a:pt x="2115" y="7350"/>
                  <a:pt x="1900" y="8627"/>
                </a:cubicBezTo>
                <a:cubicBezTo>
                  <a:pt x="1900" y="8627"/>
                  <a:pt x="1805" y="8601"/>
                  <a:pt x="1671" y="8601"/>
                </a:cubicBezTo>
                <a:cubicBezTo>
                  <a:pt x="1435" y="8601"/>
                  <a:pt x="1082" y="8684"/>
                  <a:pt x="928" y="9145"/>
                </a:cubicBezTo>
                <a:cubicBezTo>
                  <a:pt x="928" y="9145"/>
                  <a:pt x="891" y="9139"/>
                  <a:pt x="832" y="9139"/>
                </a:cubicBezTo>
                <a:cubicBezTo>
                  <a:pt x="599" y="9139"/>
                  <a:pt x="23" y="9224"/>
                  <a:pt x="9" y="10064"/>
                </a:cubicBezTo>
                <a:cubicBezTo>
                  <a:pt x="1" y="10429"/>
                  <a:pt x="309" y="10569"/>
                  <a:pt x="787" y="10569"/>
                </a:cubicBezTo>
                <a:cubicBezTo>
                  <a:pt x="2365" y="10569"/>
                  <a:pt x="5799" y="9045"/>
                  <a:pt x="5888" y="9038"/>
                </a:cubicBezTo>
                <a:cubicBezTo>
                  <a:pt x="6004" y="9029"/>
                  <a:pt x="8993" y="7530"/>
                  <a:pt x="8993" y="7530"/>
                </a:cubicBezTo>
                <a:lnTo>
                  <a:pt x="11491" y="5621"/>
                </a:lnTo>
                <a:lnTo>
                  <a:pt x="1149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 name="Google Shape;61;p14"/>
          <p:cNvGrpSpPr/>
          <p:nvPr/>
        </p:nvGrpSpPr>
        <p:grpSpPr>
          <a:xfrm>
            <a:off x="5981797" y="1158353"/>
            <a:ext cx="3174913" cy="2923743"/>
            <a:chOff x="6215098" y="1384881"/>
            <a:chExt cx="2928887" cy="2697429"/>
          </a:xfrm>
        </p:grpSpPr>
        <p:sp>
          <p:nvSpPr>
            <p:cNvPr id="62" name="Google Shape;62;p14"/>
            <p:cNvSpPr/>
            <p:nvPr/>
          </p:nvSpPr>
          <p:spPr>
            <a:xfrm>
              <a:off x="7190527" y="2719231"/>
              <a:ext cx="1039321" cy="619176"/>
            </a:xfrm>
            <a:custGeom>
              <a:rect b="b" l="l" r="r" t="t"/>
              <a:pathLst>
                <a:path extrusionOk="0" h="2695" w="4524">
                  <a:moveTo>
                    <a:pt x="3543" y="0"/>
                  </a:moveTo>
                  <a:cubicBezTo>
                    <a:pt x="2570" y="0"/>
                    <a:pt x="2508" y="848"/>
                    <a:pt x="2508" y="848"/>
                  </a:cubicBezTo>
                  <a:cubicBezTo>
                    <a:pt x="2482" y="845"/>
                    <a:pt x="2458" y="843"/>
                    <a:pt x="2435" y="843"/>
                  </a:cubicBezTo>
                  <a:cubicBezTo>
                    <a:pt x="2061" y="843"/>
                    <a:pt x="2053" y="1232"/>
                    <a:pt x="2053" y="1232"/>
                  </a:cubicBezTo>
                  <a:cubicBezTo>
                    <a:pt x="1979" y="1219"/>
                    <a:pt x="1910" y="1213"/>
                    <a:pt x="1845" y="1213"/>
                  </a:cubicBezTo>
                  <a:cubicBezTo>
                    <a:pt x="1122" y="1213"/>
                    <a:pt x="964" y="1927"/>
                    <a:pt x="964" y="1927"/>
                  </a:cubicBezTo>
                  <a:cubicBezTo>
                    <a:pt x="959" y="1927"/>
                    <a:pt x="954" y="1927"/>
                    <a:pt x="948" y="1927"/>
                  </a:cubicBezTo>
                  <a:cubicBezTo>
                    <a:pt x="27" y="1927"/>
                    <a:pt x="1" y="2695"/>
                    <a:pt x="1" y="2695"/>
                  </a:cubicBezTo>
                  <a:lnTo>
                    <a:pt x="946" y="2695"/>
                  </a:lnTo>
                  <a:cubicBezTo>
                    <a:pt x="946" y="2695"/>
                    <a:pt x="1901" y="2588"/>
                    <a:pt x="2151" y="2507"/>
                  </a:cubicBezTo>
                  <a:cubicBezTo>
                    <a:pt x="2392" y="2427"/>
                    <a:pt x="3739" y="1615"/>
                    <a:pt x="3739" y="1615"/>
                  </a:cubicBezTo>
                  <a:cubicBezTo>
                    <a:pt x="3739" y="1615"/>
                    <a:pt x="4524" y="0"/>
                    <a:pt x="35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14"/>
            <p:cNvSpPr/>
            <p:nvPr/>
          </p:nvSpPr>
          <p:spPr>
            <a:xfrm>
              <a:off x="8094511" y="1384881"/>
              <a:ext cx="1049429" cy="1855231"/>
            </a:xfrm>
            <a:custGeom>
              <a:rect b="b" l="l" r="r" t="t"/>
              <a:pathLst>
                <a:path extrusionOk="0" h="8075" w="4568">
                  <a:moveTo>
                    <a:pt x="4568" y="1"/>
                  </a:moveTo>
                  <a:cubicBezTo>
                    <a:pt x="4568" y="1"/>
                    <a:pt x="3042" y="224"/>
                    <a:pt x="2989" y="1803"/>
                  </a:cubicBezTo>
                  <a:cubicBezTo>
                    <a:pt x="2989" y="1803"/>
                    <a:pt x="2976" y="1802"/>
                    <a:pt x="2953" y="1802"/>
                  </a:cubicBezTo>
                  <a:cubicBezTo>
                    <a:pt x="2832" y="1802"/>
                    <a:pt x="2437" y="1840"/>
                    <a:pt x="2444" y="2338"/>
                  </a:cubicBezTo>
                  <a:cubicBezTo>
                    <a:pt x="2444" y="2338"/>
                    <a:pt x="2423" y="2336"/>
                    <a:pt x="2386" y="2336"/>
                  </a:cubicBezTo>
                  <a:cubicBezTo>
                    <a:pt x="2173" y="2336"/>
                    <a:pt x="1440" y="2414"/>
                    <a:pt x="1410" y="3480"/>
                  </a:cubicBezTo>
                  <a:cubicBezTo>
                    <a:pt x="1410" y="3480"/>
                    <a:pt x="553" y="3516"/>
                    <a:pt x="580" y="4604"/>
                  </a:cubicBezTo>
                  <a:cubicBezTo>
                    <a:pt x="606" y="5396"/>
                    <a:pt x="364" y="5501"/>
                    <a:pt x="232" y="5501"/>
                  </a:cubicBezTo>
                  <a:cubicBezTo>
                    <a:pt x="185" y="5501"/>
                    <a:pt x="152" y="5487"/>
                    <a:pt x="152" y="5487"/>
                  </a:cubicBezTo>
                  <a:lnTo>
                    <a:pt x="0" y="8074"/>
                  </a:lnTo>
                  <a:lnTo>
                    <a:pt x="4568" y="6433"/>
                  </a:lnTo>
                  <a:lnTo>
                    <a:pt x="456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14"/>
            <p:cNvSpPr/>
            <p:nvPr/>
          </p:nvSpPr>
          <p:spPr>
            <a:xfrm>
              <a:off x="6405773" y="1817488"/>
              <a:ext cx="2738211" cy="2144027"/>
            </a:xfrm>
            <a:custGeom>
              <a:rect b="b" l="l" r="r" t="t"/>
              <a:pathLst>
                <a:path extrusionOk="0" h="9332" w="11919">
                  <a:moveTo>
                    <a:pt x="11919" y="0"/>
                  </a:moveTo>
                  <a:lnTo>
                    <a:pt x="7217" y="3488"/>
                  </a:lnTo>
                  <a:lnTo>
                    <a:pt x="6004" y="5380"/>
                  </a:lnTo>
                  <a:lnTo>
                    <a:pt x="3997" y="6236"/>
                  </a:lnTo>
                  <a:lnTo>
                    <a:pt x="2837" y="7021"/>
                  </a:lnTo>
                  <a:lnTo>
                    <a:pt x="0" y="8092"/>
                  </a:lnTo>
                  <a:lnTo>
                    <a:pt x="1311" y="8868"/>
                  </a:lnTo>
                  <a:lnTo>
                    <a:pt x="5513" y="8698"/>
                  </a:lnTo>
                  <a:lnTo>
                    <a:pt x="8199" y="9010"/>
                  </a:lnTo>
                  <a:lnTo>
                    <a:pt x="11919" y="9332"/>
                  </a:lnTo>
                  <a:lnTo>
                    <a:pt x="119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14"/>
            <p:cNvSpPr/>
            <p:nvPr/>
          </p:nvSpPr>
          <p:spPr>
            <a:xfrm>
              <a:off x="7057284" y="3250168"/>
              <a:ext cx="1133742" cy="303500"/>
            </a:xfrm>
            <a:custGeom>
              <a:rect b="b" l="l" r="r" t="t"/>
              <a:pathLst>
                <a:path extrusionOk="0" h="1321" w="4935">
                  <a:moveTo>
                    <a:pt x="1161" y="0"/>
                  </a:moveTo>
                  <a:lnTo>
                    <a:pt x="1" y="785"/>
                  </a:lnTo>
                  <a:lnTo>
                    <a:pt x="4934" y="1320"/>
                  </a:lnTo>
                  <a:lnTo>
                    <a:pt x="116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14"/>
            <p:cNvSpPr/>
            <p:nvPr/>
          </p:nvSpPr>
          <p:spPr>
            <a:xfrm>
              <a:off x="7784836" y="2618833"/>
              <a:ext cx="1205420" cy="600796"/>
            </a:xfrm>
            <a:custGeom>
              <a:rect b="b" l="l" r="r" t="t"/>
              <a:pathLst>
                <a:path extrusionOk="0" h="2615" w="5247">
                  <a:moveTo>
                    <a:pt x="1214" y="0"/>
                  </a:moveTo>
                  <a:lnTo>
                    <a:pt x="1" y="1892"/>
                  </a:lnTo>
                  <a:lnTo>
                    <a:pt x="2526" y="2614"/>
                  </a:lnTo>
                  <a:lnTo>
                    <a:pt x="5247" y="875"/>
                  </a:lnTo>
                  <a:lnTo>
                    <a:pt x="121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14"/>
            <p:cNvSpPr/>
            <p:nvPr/>
          </p:nvSpPr>
          <p:spPr>
            <a:xfrm>
              <a:off x="6215098" y="3676342"/>
              <a:ext cx="492092" cy="405968"/>
            </a:xfrm>
            <a:custGeom>
              <a:rect b="b" l="l" r="r" t="t"/>
              <a:pathLst>
                <a:path extrusionOk="0" h="1767" w="2142">
                  <a:moveTo>
                    <a:pt x="830" y="1"/>
                  </a:moveTo>
                  <a:lnTo>
                    <a:pt x="0" y="1026"/>
                  </a:lnTo>
                  <a:lnTo>
                    <a:pt x="1918" y="1767"/>
                  </a:lnTo>
                  <a:lnTo>
                    <a:pt x="2141" y="777"/>
                  </a:lnTo>
                  <a:lnTo>
                    <a:pt x="83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14"/>
            <p:cNvSpPr/>
            <p:nvPr/>
          </p:nvSpPr>
          <p:spPr>
            <a:xfrm>
              <a:off x="6655718" y="3815796"/>
              <a:ext cx="1016807" cy="266510"/>
            </a:xfrm>
            <a:custGeom>
              <a:rect b="b" l="l" r="r" t="t"/>
              <a:pathLst>
                <a:path extrusionOk="0" h="1160" w="4426">
                  <a:moveTo>
                    <a:pt x="4425" y="0"/>
                  </a:moveTo>
                  <a:lnTo>
                    <a:pt x="223" y="170"/>
                  </a:lnTo>
                  <a:lnTo>
                    <a:pt x="0" y="1160"/>
                  </a:lnTo>
                  <a:lnTo>
                    <a:pt x="3105" y="1026"/>
                  </a:lnTo>
                  <a:lnTo>
                    <a:pt x="442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14"/>
            <p:cNvSpPr/>
            <p:nvPr/>
          </p:nvSpPr>
          <p:spPr>
            <a:xfrm>
              <a:off x="8614847" y="2395293"/>
              <a:ext cx="80178" cy="207235"/>
            </a:xfrm>
            <a:custGeom>
              <a:rect b="b" l="l" r="r" t="t"/>
              <a:pathLst>
                <a:path extrusionOk="0" h="902" w="349">
                  <a:moveTo>
                    <a:pt x="170" y="1"/>
                  </a:moveTo>
                  <a:lnTo>
                    <a:pt x="90" y="447"/>
                  </a:lnTo>
                  <a:lnTo>
                    <a:pt x="1" y="902"/>
                  </a:lnTo>
                  <a:lnTo>
                    <a:pt x="349" y="902"/>
                  </a:lnTo>
                  <a:lnTo>
                    <a:pt x="260" y="447"/>
                  </a:lnTo>
                  <a:lnTo>
                    <a:pt x="17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14"/>
            <p:cNvSpPr/>
            <p:nvPr/>
          </p:nvSpPr>
          <p:spPr>
            <a:xfrm>
              <a:off x="7543161" y="3042940"/>
              <a:ext cx="80178" cy="207235"/>
            </a:xfrm>
            <a:custGeom>
              <a:rect b="b" l="l" r="r" t="t"/>
              <a:pathLst>
                <a:path extrusionOk="0" h="902" w="349">
                  <a:moveTo>
                    <a:pt x="179" y="1"/>
                  </a:moveTo>
                  <a:lnTo>
                    <a:pt x="89" y="447"/>
                  </a:lnTo>
                  <a:lnTo>
                    <a:pt x="0" y="902"/>
                  </a:lnTo>
                  <a:lnTo>
                    <a:pt x="348" y="902"/>
                  </a:lnTo>
                  <a:lnTo>
                    <a:pt x="268" y="447"/>
                  </a:lnTo>
                  <a:lnTo>
                    <a:pt x="17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14"/>
            <p:cNvSpPr/>
            <p:nvPr/>
          </p:nvSpPr>
          <p:spPr>
            <a:xfrm>
              <a:off x="6876947" y="3420178"/>
              <a:ext cx="80178" cy="207235"/>
            </a:xfrm>
            <a:custGeom>
              <a:rect b="b" l="l" r="r" t="t"/>
              <a:pathLst>
                <a:path extrusionOk="0" h="902" w="349">
                  <a:moveTo>
                    <a:pt x="179" y="0"/>
                  </a:moveTo>
                  <a:lnTo>
                    <a:pt x="90" y="446"/>
                  </a:lnTo>
                  <a:lnTo>
                    <a:pt x="1" y="901"/>
                  </a:lnTo>
                  <a:lnTo>
                    <a:pt x="349" y="901"/>
                  </a:lnTo>
                  <a:lnTo>
                    <a:pt x="269" y="446"/>
                  </a:lnTo>
                  <a:lnTo>
                    <a:pt x="17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14"/>
            <p:cNvSpPr/>
            <p:nvPr/>
          </p:nvSpPr>
          <p:spPr>
            <a:xfrm>
              <a:off x="8985859" y="2497758"/>
              <a:ext cx="82245" cy="207464"/>
            </a:xfrm>
            <a:custGeom>
              <a:rect b="b" l="l" r="r" t="t"/>
              <a:pathLst>
                <a:path extrusionOk="0" h="903" w="358">
                  <a:moveTo>
                    <a:pt x="179" y="1"/>
                  </a:moveTo>
                  <a:lnTo>
                    <a:pt x="90" y="456"/>
                  </a:lnTo>
                  <a:lnTo>
                    <a:pt x="1" y="902"/>
                  </a:lnTo>
                  <a:lnTo>
                    <a:pt x="358" y="902"/>
                  </a:lnTo>
                  <a:lnTo>
                    <a:pt x="268" y="456"/>
                  </a:lnTo>
                  <a:lnTo>
                    <a:pt x="17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14"/>
            <p:cNvSpPr/>
            <p:nvPr/>
          </p:nvSpPr>
          <p:spPr>
            <a:xfrm>
              <a:off x="8985859" y="1964983"/>
              <a:ext cx="82245" cy="207235"/>
            </a:xfrm>
            <a:custGeom>
              <a:rect b="b" l="l" r="r" t="t"/>
              <a:pathLst>
                <a:path extrusionOk="0" h="902" w="358">
                  <a:moveTo>
                    <a:pt x="179" y="1"/>
                  </a:moveTo>
                  <a:lnTo>
                    <a:pt x="90" y="456"/>
                  </a:lnTo>
                  <a:lnTo>
                    <a:pt x="1" y="902"/>
                  </a:lnTo>
                  <a:lnTo>
                    <a:pt x="358" y="902"/>
                  </a:lnTo>
                  <a:lnTo>
                    <a:pt x="268" y="456"/>
                  </a:lnTo>
                  <a:lnTo>
                    <a:pt x="17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14"/>
            <p:cNvSpPr/>
            <p:nvPr/>
          </p:nvSpPr>
          <p:spPr>
            <a:xfrm>
              <a:off x="8729712" y="2460999"/>
              <a:ext cx="61799" cy="158068"/>
            </a:xfrm>
            <a:custGeom>
              <a:rect b="b" l="l" r="r" t="t"/>
              <a:pathLst>
                <a:path extrusionOk="0" h="688" w="269">
                  <a:moveTo>
                    <a:pt x="134" y="0"/>
                  </a:moveTo>
                  <a:lnTo>
                    <a:pt x="72" y="348"/>
                  </a:lnTo>
                  <a:lnTo>
                    <a:pt x="1" y="687"/>
                  </a:lnTo>
                  <a:lnTo>
                    <a:pt x="268" y="687"/>
                  </a:lnTo>
                  <a:lnTo>
                    <a:pt x="206" y="348"/>
                  </a:lnTo>
                  <a:lnTo>
                    <a:pt x="13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14"/>
            <p:cNvSpPr/>
            <p:nvPr/>
          </p:nvSpPr>
          <p:spPr>
            <a:xfrm>
              <a:off x="7778863" y="3096240"/>
              <a:ext cx="61569" cy="160136"/>
            </a:xfrm>
            <a:custGeom>
              <a:rect b="b" l="l" r="r" t="t"/>
              <a:pathLst>
                <a:path extrusionOk="0" h="697" w="268">
                  <a:moveTo>
                    <a:pt x="134" y="1"/>
                  </a:moveTo>
                  <a:lnTo>
                    <a:pt x="63" y="349"/>
                  </a:lnTo>
                  <a:lnTo>
                    <a:pt x="0" y="697"/>
                  </a:lnTo>
                  <a:lnTo>
                    <a:pt x="268" y="697"/>
                  </a:lnTo>
                  <a:lnTo>
                    <a:pt x="196" y="349"/>
                  </a:lnTo>
                  <a:lnTo>
                    <a:pt x="134"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14"/>
            <p:cNvSpPr/>
            <p:nvPr/>
          </p:nvSpPr>
          <p:spPr>
            <a:xfrm>
              <a:off x="8653901" y="2102370"/>
              <a:ext cx="61799" cy="158068"/>
            </a:xfrm>
            <a:custGeom>
              <a:rect b="b" l="l" r="r" t="t"/>
              <a:pathLst>
                <a:path extrusionOk="0" h="688" w="269">
                  <a:moveTo>
                    <a:pt x="134" y="0"/>
                  </a:moveTo>
                  <a:lnTo>
                    <a:pt x="63" y="339"/>
                  </a:lnTo>
                  <a:lnTo>
                    <a:pt x="0" y="687"/>
                  </a:lnTo>
                  <a:lnTo>
                    <a:pt x="268" y="687"/>
                  </a:lnTo>
                  <a:lnTo>
                    <a:pt x="197" y="339"/>
                  </a:lnTo>
                  <a:lnTo>
                    <a:pt x="13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14"/>
            <p:cNvSpPr/>
            <p:nvPr/>
          </p:nvSpPr>
          <p:spPr>
            <a:xfrm>
              <a:off x="8037079" y="3276589"/>
              <a:ext cx="61569" cy="160136"/>
            </a:xfrm>
            <a:custGeom>
              <a:rect b="b" l="l" r="r" t="t"/>
              <a:pathLst>
                <a:path extrusionOk="0" h="697" w="268">
                  <a:moveTo>
                    <a:pt x="134" y="1"/>
                  </a:moveTo>
                  <a:lnTo>
                    <a:pt x="63" y="349"/>
                  </a:lnTo>
                  <a:lnTo>
                    <a:pt x="0" y="697"/>
                  </a:lnTo>
                  <a:lnTo>
                    <a:pt x="268" y="697"/>
                  </a:lnTo>
                  <a:lnTo>
                    <a:pt x="197" y="349"/>
                  </a:lnTo>
                  <a:lnTo>
                    <a:pt x="134"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14"/>
            <p:cNvSpPr/>
            <p:nvPr/>
          </p:nvSpPr>
          <p:spPr>
            <a:xfrm>
              <a:off x="7512378" y="3553429"/>
              <a:ext cx="61799" cy="158068"/>
            </a:xfrm>
            <a:custGeom>
              <a:rect b="b" l="l" r="r" t="t"/>
              <a:pathLst>
                <a:path extrusionOk="0" h="688" w="269">
                  <a:moveTo>
                    <a:pt x="134" y="0"/>
                  </a:moveTo>
                  <a:lnTo>
                    <a:pt x="72" y="348"/>
                  </a:lnTo>
                  <a:lnTo>
                    <a:pt x="0" y="687"/>
                  </a:lnTo>
                  <a:lnTo>
                    <a:pt x="268" y="687"/>
                  </a:lnTo>
                  <a:lnTo>
                    <a:pt x="206" y="348"/>
                  </a:lnTo>
                  <a:lnTo>
                    <a:pt x="13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14"/>
            <p:cNvSpPr/>
            <p:nvPr/>
          </p:nvSpPr>
          <p:spPr>
            <a:xfrm>
              <a:off x="8842508" y="2415970"/>
              <a:ext cx="43190" cy="108672"/>
            </a:xfrm>
            <a:custGeom>
              <a:rect b="b" l="l" r="r" t="t"/>
              <a:pathLst>
                <a:path extrusionOk="0" h="473" w="188">
                  <a:moveTo>
                    <a:pt x="89" y="0"/>
                  </a:moveTo>
                  <a:lnTo>
                    <a:pt x="45" y="232"/>
                  </a:lnTo>
                  <a:lnTo>
                    <a:pt x="0" y="473"/>
                  </a:lnTo>
                  <a:lnTo>
                    <a:pt x="188" y="473"/>
                  </a:lnTo>
                  <a:lnTo>
                    <a:pt x="143" y="232"/>
                  </a:lnTo>
                  <a:lnTo>
                    <a:pt x="8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14"/>
            <p:cNvSpPr/>
            <p:nvPr/>
          </p:nvSpPr>
          <p:spPr>
            <a:xfrm>
              <a:off x="8366969" y="2469270"/>
              <a:ext cx="43190" cy="108672"/>
            </a:xfrm>
            <a:custGeom>
              <a:rect b="b" l="l" r="r" t="t"/>
              <a:pathLst>
                <a:path extrusionOk="0" h="473" w="188">
                  <a:moveTo>
                    <a:pt x="90" y="0"/>
                  </a:moveTo>
                  <a:lnTo>
                    <a:pt x="45" y="241"/>
                  </a:lnTo>
                  <a:lnTo>
                    <a:pt x="1" y="473"/>
                  </a:lnTo>
                  <a:lnTo>
                    <a:pt x="188" y="473"/>
                  </a:lnTo>
                  <a:lnTo>
                    <a:pt x="143" y="241"/>
                  </a:lnTo>
                  <a:lnTo>
                    <a:pt x="9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14"/>
            <p:cNvSpPr/>
            <p:nvPr/>
          </p:nvSpPr>
          <p:spPr>
            <a:xfrm>
              <a:off x="7684445" y="3186529"/>
              <a:ext cx="43420" cy="108902"/>
            </a:xfrm>
            <a:custGeom>
              <a:rect b="b" l="l" r="r" t="t"/>
              <a:pathLst>
                <a:path extrusionOk="0" h="474" w="189">
                  <a:moveTo>
                    <a:pt x="90" y="0"/>
                  </a:moveTo>
                  <a:lnTo>
                    <a:pt x="45" y="241"/>
                  </a:lnTo>
                  <a:lnTo>
                    <a:pt x="1" y="473"/>
                  </a:lnTo>
                  <a:lnTo>
                    <a:pt x="188" y="473"/>
                  </a:lnTo>
                  <a:lnTo>
                    <a:pt x="135" y="241"/>
                  </a:lnTo>
                  <a:lnTo>
                    <a:pt x="9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14"/>
            <p:cNvSpPr/>
            <p:nvPr/>
          </p:nvSpPr>
          <p:spPr>
            <a:xfrm>
              <a:off x="8211213" y="3223518"/>
              <a:ext cx="41123" cy="108672"/>
            </a:xfrm>
            <a:custGeom>
              <a:rect b="b" l="l" r="r" t="t"/>
              <a:pathLst>
                <a:path extrusionOk="0" h="473" w="179">
                  <a:moveTo>
                    <a:pt x="90" y="0"/>
                  </a:moveTo>
                  <a:lnTo>
                    <a:pt x="45" y="232"/>
                  </a:lnTo>
                  <a:lnTo>
                    <a:pt x="1" y="473"/>
                  </a:lnTo>
                  <a:lnTo>
                    <a:pt x="179" y="473"/>
                  </a:lnTo>
                  <a:lnTo>
                    <a:pt x="134" y="232"/>
                  </a:lnTo>
                  <a:lnTo>
                    <a:pt x="9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14"/>
            <p:cNvSpPr/>
            <p:nvPr/>
          </p:nvSpPr>
          <p:spPr>
            <a:xfrm>
              <a:off x="7350419" y="3631312"/>
              <a:ext cx="43420" cy="108901"/>
            </a:xfrm>
            <a:custGeom>
              <a:rect b="b" l="l" r="r" t="t"/>
              <a:pathLst>
                <a:path extrusionOk="0" h="474" w="189">
                  <a:moveTo>
                    <a:pt x="90" y="0"/>
                  </a:moveTo>
                  <a:lnTo>
                    <a:pt x="45" y="232"/>
                  </a:lnTo>
                  <a:lnTo>
                    <a:pt x="1" y="473"/>
                  </a:lnTo>
                  <a:lnTo>
                    <a:pt x="188" y="473"/>
                  </a:lnTo>
                  <a:lnTo>
                    <a:pt x="143" y="232"/>
                  </a:lnTo>
                  <a:lnTo>
                    <a:pt x="9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14"/>
            <p:cNvSpPr/>
            <p:nvPr/>
          </p:nvSpPr>
          <p:spPr>
            <a:xfrm>
              <a:off x="7192595" y="3481749"/>
              <a:ext cx="43420" cy="108672"/>
            </a:xfrm>
            <a:custGeom>
              <a:rect b="b" l="l" r="r" t="t"/>
              <a:pathLst>
                <a:path extrusionOk="0" h="473" w="189">
                  <a:moveTo>
                    <a:pt x="99" y="0"/>
                  </a:moveTo>
                  <a:lnTo>
                    <a:pt x="45" y="232"/>
                  </a:lnTo>
                  <a:lnTo>
                    <a:pt x="1" y="473"/>
                  </a:lnTo>
                  <a:lnTo>
                    <a:pt x="188" y="473"/>
                  </a:lnTo>
                  <a:lnTo>
                    <a:pt x="144" y="232"/>
                  </a:lnTo>
                  <a:lnTo>
                    <a:pt x="9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14"/>
            <p:cNvSpPr/>
            <p:nvPr/>
          </p:nvSpPr>
          <p:spPr>
            <a:xfrm>
              <a:off x="7057284" y="3535050"/>
              <a:ext cx="41352" cy="108672"/>
            </a:xfrm>
            <a:custGeom>
              <a:rect b="b" l="l" r="r" t="t"/>
              <a:pathLst>
                <a:path extrusionOk="0" h="473" w="180">
                  <a:moveTo>
                    <a:pt x="90" y="0"/>
                  </a:moveTo>
                  <a:lnTo>
                    <a:pt x="46" y="241"/>
                  </a:lnTo>
                  <a:lnTo>
                    <a:pt x="1" y="473"/>
                  </a:lnTo>
                  <a:lnTo>
                    <a:pt x="179" y="473"/>
                  </a:lnTo>
                  <a:lnTo>
                    <a:pt x="135" y="241"/>
                  </a:lnTo>
                  <a:lnTo>
                    <a:pt x="9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14"/>
            <p:cNvSpPr/>
            <p:nvPr/>
          </p:nvSpPr>
          <p:spPr>
            <a:xfrm>
              <a:off x="6635272" y="3623042"/>
              <a:ext cx="43190" cy="108901"/>
            </a:xfrm>
            <a:custGeom>
              <a:rect b="b" l="l" r="r" t="t"/>
              <a:pathLst>
                <a:path extrusionOk="0" h="474" w="188">
                  <a:moveTo>
                    <a:pt x="89" y="1"/>
                  </a:moveTo>
                  <a:lnTo>
                    <a:pt x="45" y="233"/>
                  </a:lnTo>
                  <a:lnTo>
                    <a:pt x="0" y="473"/>
                  </a:lnTo>
                  <a:lnTo>
                    <a:pt x="188" y="473"/>
                  </a:lnTo>
                  <a:lnTo>
                    <a:pt x="134" y="233"/>
                  </a:lnTo>
                  <a:lnTo>
                    <a:pt x="8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14"/>
            <p:cNvSpPr/>
            <p:nvPr/>
          </p:nvSpPr>
          <p:spPr>
            <a:xfrm>
              <a:off x="6791029" y="3684613"/>
              <a:ext cx="41123" cy="108901"/>
            </a:xfrm>
            <a:custGeom>
              <a:rect b="b" l="l" r="r" t="t"/>
              <a:pathLst>
                <a:path extrusionOk="0" h="474" w="179">
                  <a:moveTo>
                    <a:pt x="89" y="0"/>
                  </a:moveTo>
                  <a:lnTo>
                    <a:pt x="45" y="241"/>
                  </a:lnTo>
                  <a:lnTo>
                    <a:pt x="0" y="473"/>
                  </a:lnTo>
                  <a:lnTo>
                    <a:pt x="179" y="473"/>
                  </a:lnTo>
                  <a:lnTo>
                    <a:pt x="134" y="241"/>
                  </a:lnTo>
                  <a:lnTo>
                    <a:pt x="8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14"/>
            <p:cNvSpPr/>
            <p:nvPr/>
          </p:nvSpPr>
          <p:spPr>
            <a:xfrm>
              <a:off x="8832171" y="2180253"/>
              <a:ext cx="43190" cy="108901"/>
            </a:xfrm>
            <a:custGeom>
              <a:rect b="b" l="l" r="r" t="t"/>
              <a:pathLst>
                <a:path extrusionOk="0" h="474" w="188">
                  <a:moveTo>
                    <a:pt x="90" y="0"/>
                  </a:moveTo>
                  <a:lnTo>
                    <a:pt x="45" y="241"/>
                  </a:lnTo>
                  <a:lnTo>
                    <a:pt x="1" y="473"/>
                  </a:lnTo>
                  <a:lnTo>
                    <a:pt x="188" y="473"/>
                  </a:lnTo>
                  <a:lnTo>
                    <a:pt x="134" y="241"/>
                  </a:lnTo>
                  <a:lnTo>
                    <a:pt x="9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14"/>
            <p:cNvSpPr/>
            <p:nvPr/>
          </p:nvSpPr>
          <p:spPr>
            <a:xfrm>
              <a:off x="7737742" y="2782870"/>
              <a:ext cx="1406208" cy="1012508"/>
            </a:xfrm>
            <a:custGeom>
              <a:rect b="b" l="l" r="r" t="t"/>
              <a:pathLst>
                <a:path extrusionOk="0" h="4407" w="6121">
                  <a:moveTo>
                    <a:pt x="6121" y="0"/>
                  </a:moveTo>
                  <a:lnTo>
                    <a:pt x="3703" y="1650"/>
                  </a:lnTo>
                  <a:lnTo>
                    <a:pt x="3087" y="2542"/>
                  </a:lnTo>
                  <a:lnTo>
                    <a:pt x="2053" y="2944"/>
                  </a:lnTo>
                  <a:lnTo>
                    <a:pt x="1455" y="3310"/>
                  </a:lnTo>
                  <a:lnTo>
                    <a:pt x="1" y="3818"/>
                  </a:lnTo>
                  <a:lnTo>
                    <a:pt x="670" y="4184"/>
                  </a:lnTo>
                  <a:lnTo>
                    <a:pt x="2829" y="4104"/>
                  </a:lnTo>
                  <a:lnTo>
                    <a:pt x="4212" y="4255"/>
                  </a:lnTo>
                  <a:lnTo>
                    <a:pt x="6121" y="4407"/>
                  </a:lnTo>
                  <a:lnTo>
                    <a:pt x="6121" y="0"/>
                  </a:ln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14"/>
            <p:cNvSpPr/>
            <p:nvPr/>
          </p:nvSpPr>
          <p:spPr>
            <a:xfrm>
              <a:off x="8071768" y="3459005"/>
              <a:ext cx="582378" cy="143824"/>
            </a:xfrm>
            <a:custGeom>
              <a:rect b="b" l="l" r="r" t="t"/>
              <a:pathLst>
                <a:path extrusionOk="0" h="626" w="2535">
                  <a:moveTo>
                    <a:pt x="599" y="1"/>
                  </a:moveTo>
                  <a:lnTo>
                    <a:pt x="1" y="367"/>
                  </a:lnTo>
                  <a:lnTo>
                    <a:pt x="2534" y="625"/>
                  </a:lnTo>
                  <a:lnTo>
                    <a:pt x="59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14"/>
            <p:cNvSpPr/>
            <p:nvPr/>
          </p:nvSpPr>
          <p:spPr>
            <a:xfrm>
              <a:off x="8446915" y="3161947"/>
              <a:ext cx="379292" cy="291323"/>
            </a:xfrm>
            <a:custGeom>
              <a:rect b="b" l="l" r="r" t="t"/>
              <a:pathLst>
                <a:path extrusionOk="0" h="1268" w="1651">
                  <a:moveTo>
                    <a:pt x="616" y="0"/>
                  </a:moveTo>
                  <a:lnTo>
                    <a:pt x="0" y="892"/>
                  </a:lnTo>
                  <a:lnTo>
                    <a:pt x="1410" y="1267"/>
                  </a:lnTo>
                  <a:lnTo>
                    <a:pt x="1651" y="161"/>
                  </a:lnTo>
                  <a:lnTo>
                    <a:pt x="616"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14"/>
            <p:cNvSpPr/>
            <p:nvPr/>
          </p:nvSpPr>
          <p:spPr>
            <a:xfrm>
              <a:off x="8428537" y="3395596"/>
              <a:ext cx="32852" cy="80183"/>
            </a:xfrm>
            <a:custGeom>
              <a:rect b="b" l="l" r="r" t="t"/>
              <a:pathLst>
                <a:path extrusionOk="0" h="349" w="143">
                  <a:moveTo>
                    <a:pt x="72" y="0"/>
                  </a:moveTo>
                  <a:lnTo>
                    <a:pt x="36" y="170"/>
                  </a:lnTo>
                  <a:lnTo>
                    <a:pt x="0" y="348"/>
                  </a:lnTo>
                  <a:lnTo>
                    <a:pt x="143" y="348"/>
                  </a:lnTo>
                  <a:lnTo>
                    <a:pt x="107" y="170"/>
                  </a:lnTo>
                  <a:lnTo>
                    <a:pt x="72"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14"/>
            <p:cNvSpPr/>
            <p:nvPr/>
          </p:nvSpPr>
          <p:spPr>
            <a:xfrm>
              <a:off x="8799319" y="3073266"/>
              <a:ext cx="104759" cy="64330"/>
            </a:xfrm>
            <a:custGeom>
              <a:rect b="b" l="l" r="r" t="t"/>
              <a:pathLst>
                <a:path extrusionOk="0" h="280" w="456">
                  <a:moveTo>
                    <a:pt x="429" y="0"/>
                  </a:moveTo>
                  <a:cubicBezTo>
                    <a:pt x="394" y="0"/>
                    <a:pt x="335" y="13"/>
                    <a:pt x="304" y="92"/>
                  </a:cubicBezTo>
                  <a:cubicBezTo>
                    <a:pt x="304" y="92"/>
                    <a:pt x="293" y="89"/>
                    <a:pt x="278" y="89"/>
                  </a:cubicBezTo>
                  <a:cubicBezTo>
                    <a:pt x="256" y="89"/>
                    <a:pt x="226" y="96"/>
                    <a:pt x="215" y="128"/>
                  </a:cubicBezTo>
                  <a:cubicBezTo>
                    <a:pt x="215" y="128"/>
                    <a:pt x="182" y="114"/>
                    <a:pt x="140" y="114"/>
                  </a:cubicBezTo>
                  <a:cubicBezTo>
                    <a:pt x="93" y="114"/>
                    <a:pt x="34" y="132"/>
                    <a:pt x="1" y="208"/>
                  </a:cubicBezTo>
                  <a:lnTo>
                    <a:pt x="456" y="279"/>
                  </a:lnTo>
                  <a:lnTo>
                    <a:pt x="456" y="3"/>
                  </a:lnTo>
                  <a:cubicBezTo>
                    <a:pt x="456" y="3"/>
                    <a:pt x="445" y="0"/>
                    <a:pt x="429"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14"/>
            <p:cNvSpPr/>
            <p:nvPr/>
          </p:nvSpPr>
          <p:spPr>
            <a:xfrm>
              <a:off x="9047427" y="2868794"/>
              <a:ext cx="61569" cy="158068"/>
            </a:xfrm>
            <a:custGeom>
              <a:rect b="b" l="l" r="r" t="t"/>
              <a:pathLst>
                <a:path extrusionOk="0" h="688" w="268">
                  <a:moveTo>
                    <a:pt x="134" y="1"/>
                  </a:moveTo>
                  <a:lnTo>
                    <a:pt x="63" y="340"/>
                  </a:lnTo>
                  <a:lnTo>
                    <a:pt x="0" y="688"/>
                  </a:lnTo>
                  <a:lnTo>
                    <a:pt x="268" y="688"/>
                  </a:lnTo>
                  <a:lnTo>
                    <a:pt x="197" y="340"/>
                  </a:lnTo>
                  <a:lnTo>
                    <a:pt x="134"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14"/>
            <p:cNvSpPr/>
            <p:nvPr/>
          </p:nvSpPr>
          <p:spPr>
            <a:xfrm>
              <a:off x="8977819" y="2903715"/>
              <a:ext cx="61569" cy="158068"/>
            </a:xfrm>
            <a:custGeom>
              <a:rect b="b" l="l" r="r" t="t"/>
              <a:pathLst>
                <a:path extrusionOk="0" h="688" w="268">
                  <a:moveTo>
                    <a:pt x="134" y="0"/>
                  </a:moveTo>
                  <a:lnTo>
                    <a:pt x="71" y="339"/>
                  </a:lnTo>
                  <a:lnTo>
                    <a:pt x="0" y="687"/>
                  </a:lnTo>
                  <a:lnTo>
                    <a:pt x="268" y="687"/>
                  </a:lnTo>
                  <a:lnTo>
                    <a:pt x="205" y="339"/>
                  </a:lnTo>
                  <a:lnTo>
                    <a:pt x="13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14"/>
            <p:cNvSpPr/>
            <p:nvPr/>
          </p:nvSpPr>
          <p:spPr>
            <a:xfrm>
              <a:off x="8742117" y="3010316"/>
              <a:ext cx="61569" cy="158068"/>
            </a:xfrm>
            <a:custGeom>
              <a:rect b="b" l="l" r="r" t="t"/>
              <a:pathLst>
                <a:path extrusionOk="0" h="688" w="268">
                  <a:moveTo>
                    <a:pt x="134" y="0"/>
                  </a:moveTo>
                  <a:lnTo>
                    <a:pt x="71" y="348"/>
                  </a:lnTo>
                  <a:lnTo>
                    <a:pt x="0" y="687"/>
                  </a:lnTo>
                  <a:lnTo>
                    <a:pt x="268" y="687"/>
                  </a:lnTo>
                  <a:lnTo>
                    <a:pt x="205" y="348"/>
                  </a:lnTo>
                  <a:lnTo>
                    <a:pt x="13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14"/>
            <p:cNvSpPr/>
            <p:nvPr/>
          </p:nvSpPr>
          <p:spPr>
            <a:xfrm>
              <a:off x="8825968" y="2957015"/>
              <a:ext cx="35149" cy="90292"/>
            </a:xfrm>
            <a:custGeom>
              <a:rect b="b" l="l" r="r" t="t"/>
              <a:pathLst>
                <a:path extrusionOk="0" h="393" w="153">
                  <a:moveTo>
                    <a:pt x="81" y="0"/>
                  </a:moveTo>
                  <a:lnTo>
                    <a:pt x="37" y="197"/>
                  </a:lnTo>
                  <a:lnTo>
                    <a:pt x="1" y="393"/>
                  </a:lnTo>
                  <a:lnTo>
                    <a:pt x="153" y="393"/>
                  </a:lnTo>
                  <a:lnTo>
                    <a:pt x="117" y="197"/>
                  </a:lnTo>
                  <a:lnTo>
                    <a:pt x="8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14"/>
            <p:cNvSpPr/>
            <p:nvPr/>
          </p:nvSpPr>
          <p:spPr>
            <a:xfrm>
              <a:off x="8698928" y="3041102"/>
              <a:ext cx="61799" cy="159906"/>
            </a:xfrm>
            <a:custGeom>
              <a:rect b="b" l="l" r="r" t="t"/>
              <a:pathLst>
                <a:path extrusionOk="0" h="696" w="269">
                  <a:moveTo>
                    <a:pt x="135" y="0"/>
                  </a:moveTo>
                  <a:lnTo>
                    <a:pt x="63" y="348"/>
                  </a:lnTo>
                  <a:lnTo>
                    <a:pt x="1" y="696"/>
                  </a:lnTo>
                  <a:lnTo>
                    <a:pt x="268" y="696"/>
                  </a:lnTo>
                  <a:lnTo>
                    <a:pt x="197" y="348"/>
                  </a:lnTo>
                  <a:lnTo>
                    <a:pt x="13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14"/>
            <p:cNvSpPr/>
            <p:nvPr/>
          </p:nvSpPr>
          <p:spPr>
            <a:xfrm>
              <a:off x="8547307" y="3422246"/>
              <a:ext cx="57663" cy="121078"/>
            </a:xfrm>
            <a:custGeom>
              <a:rect b="b" l="l" r="r" t="t"/>
              <a:pathLst>
                <a:path extrusionOk="0" h="527" w="251">
                  <a:moveTo>
                    <a:pt x="125" y="0"/>
                  </a:moveTo>
                  <a:lnTo>
                    <a:pt x="63" y="259"/>
                  </a:lnTo>
                  <a:lnTo>
                    <a:pt x="1" y="527"/>
                  </a:lnTo>
                  <a:lnTo>
                    <a:pt x="250" y="527"/>
                  </a:lnTo>
                  <a:lnTo>
                    <a:pt x="188" y="259"/>
                  </a:lnTo>
                  <a:lnTo>
                    <a:pt x="12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14"/>
            <p:cNvSpPr/>
            <p:nvPr/>
          </p:nvSpPr>
          <p:spPr>
            <a:xfrm>
              <a:off x="8485739" y="3397663"/>
              <a:ext cx="47555" cy="121078"/>
            </a:xfrm>
            <a:custGeom>
              <a:rect b="b" l="l" r="r" t="t"/>
              <a:pathLst>
                <a:path extrusionOk="0" h="527" w="207">
                  <a:moveTo>
                    <a:pt x="108" y="0"/>
                  </a:moveTo>
                  <a:lnTo>
                    <a:pt x="54" y="268"/>
                  </a:lnTo>
                  <a:lnTo>
                    <a:pt x="1" y="527"/>
                  </a:lnTo>
                  <a:lnTo>
                    <a:pt x="206" y="527"/>
                  </a:lnTo>
                  <a:lnTo>
                    <a:pt x="162" y="268"/>
                  </a:lnTo>
                  <a:lnTo>
                    <a:pt x="10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14"/>
            <p:cNvSpPr/>
            <p:nvPr/>
          </p:nvSpPr>
          <p:spPr>
            <a:xfrm>
              <a:off x="8520658" y="3438558"/>
              <a:ext cx="47325" cy="121308"/>
            </a:xfrm>
            <a:custGeom>
              <a:rect b="b" l="l" r="r" t="t"/>
              <a:pathLst>
                <a:path extrusionOk="0" h="528" w="206">
                  <a:moveTo>
                    <a:pt x="99" y="1"/>
                  </a:moveTo>
                  <a:lnTo>
                    <a:pt x="54" y="268"/>
                  </a:lnTo>
                  <a:lnTo>
                    <a:pt x="1" y="527"/>
                  </a:lnTo>
                  <a:lnTo>
                    <a:pt x="206" y="527"/>
                  </a:lnTo>
                  <a:lnTo>
                    <a:pt x="152" y="268"/>
                  </a:lnTo>
                  <a:lnTo>
                    <a:pt x="9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14"/>
            <p:cNvSpPr/>
            <p:nvPr/>
          </p:nvSpPr>
          <p:spPr>
            <a:xfrm>
              <a:off x="8067862" y="3557565"/>
              <a:ext cx="47325" cy="121078"/>
            </a:xfrm>
            <a:custGeom>
              <a:rect b="b" l="l" r="r" t="t"/>
              <a:pathLst>
                <a:path extrusionOk="0" h="527" w="206">
                  <a:moveTo>
                    <a:pt x="98" y="0"/>
                  </a:moveTo>
                  <a:lnTo>
                    <a:pt x="54" y="268"/>
                  </a:lnTo>
                  <a:lnTo>
                    <a:pt x="0" y="526"/>
                  </a:lnTo>
                  <a:lnTo>
                    <a:pt x="205" y="526"/>
                  </a:lnTo>
                  <a:lnTo>
                    <a:pt x="152" y="268"/>
                  </a:lnTo>
                  <a:lnTo>
                    <a:pt x="9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14"/>
            <p:cNvSpPr/>
            <p:nvPr/>
          </p:nvSpPr>
          <p:spPr>
            <a:xfrm>
              <a:off x="8407861" y="3508400"/>
              <a:ext cx="211356" cy="170245"/>
            </a:xfrm>
            <a:custGeom>
              <a:rect b="b" l="l" r="r" t="t"/>
              <a:pathLst>
                <a:path extrusionOk="0" h="741" w="920">
                  <a:moveTo>
                    <a:pt x="1" y="0"/>
                  </a:moveTo>
                  <a:lnTo>
                    <a:pt x="1" y="740"/>
                  </a:lnTo>
                  <a:lnTo>
                    <a:pt x="920" y="740"/>
                  </a:lnTo>
                  <a:lnTo>
                    <a:pt x="920"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14"/>
            <p:cNvSpPr/>
            <p:nvPr/>
          </p:nvSpPr>
          <p:spPr>
            <a:xfrm>
              <a:off x="8407861" y="3508400"/>
              <a:ext cx="211356" cy="41125"/>
            </a:xfrm>
            <a:custGeom>
              <a:rect b="b" l="l" r="r" t="t"/>
              <a:pathLst>
                <a:path extrusionOk="0" h="179" w="920">
                  <a:moveTo>
                    <a:pt x="1" y="0"/>
                  </a:moveTo>
                  <a:lnTo>
                    <a:pt x="1" y="178"/>
                  </a:lnTo>
                  <a:lnTo>
                    <a:pt x="920" y="178"/>
                  </a:lnTo>
                  <a:lnTo>
                    <a:pt x="92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14"/>
            <p:cNvSpPr/>
            <p:nvPr/>
          </p:nvSpPr>
          <p:spPr>
            <a:xfrm>
              <a:off x="8092443" y="3586283"/>
              <a:ext cx="315656" cy="112807"/>
            </a:xfrm>
            <a:custGeom>
              <a:rect b="b" l="l" r="r" t="t"/>
              <a:pathLst>
                <a:path extrusionOk="0" h="491" w="1374">
                  <a:moveTo>
                    <a:pt x="0" y="0"/>
                  </a:moveTo>
                  <a:lnTo>
                    <a:pt x="0" y="491"/>
                  </a:lnTo>
                  <a:lnTo>
                    <a:pt x="1374" y="491"/>
                  </a:lnTo>
                  <a:lnTo>
                    <a:pt x="1374"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14"/>
            <p:cNvSpPr/>
            <p:nvPr/>
          </p:nvSpPr>
          <p:spPr>
            <a:xfrm>
              <a:off x="8092443" y="3553429"/>
              <a:ext cx="301412" cy="33084"/>
            </a:xfrm>
            <a:custGeom>
              <a:rect b="b" l="l" r="r" t="t"/>
              <a:pathLst>
                <a:path extrusionOk="0" h="144" w="1312">
                  <a:moveTo>
                    <a:pt x="143" y="0"/>
                  </a:moveTo>
                  <a:lnTo>
                    <a:pt x="0" y="143"/>
                  </a:lnTo>
                  <a:lnTo>
                    <a:pt x="1169" y="143"/>
                  </a:lnTo>
                  <a:lnTo>
                    <a:pt x="131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14"/>
            <p:cNvSpPr/>
            <p:nvPr/>
          </p:nvSpPr>
          <p:spPr>
            <a:xfrm>
              <a:off x="8502280" y="3698627"/>
              <a:ext cx="248114" cy="72142"/>
            </a:xfrm>
            <a:custGeom>
              <a:rect b="b" l="l" r="r" t="t"/>
              <a:pathLst>
                <a:path extrusionOk="0" h="314" w="1080">
                  <a:moveTo>
                    <a:pt x="1025" y="1"/>
                  </a:moveTo>
                  <a:cubicBezTo>
                    <a:pt x="988" y="1"/>
                    <a:pt x="906" y="11"/>
                    <a:pt x="892" y="100"/>
                  </a:cubicBezTo>
                  <a:cubicBezTo>
                    <a:pt x="892" y="100"/>
                    <a:pt x="884" y="97"/>
                    <a:pt x="873" y="97"/>
                  </a:cubicBezTo>
                  <a:cubicBezTo>
                    <a:pt x="853" y="97"/>
                    <a:pt x="824" y="105"/>
                    <a:pt x="812" y="144"/>
                  </a:cubicBezTo>
                  <a:cubicBezTo>
                    <a:pt x="812" y="144"/>
                    <a:pt x="766" y="108"/>
                    <a:pt x="703" y="108"/>
                  </a:cubicBezTo>
                  <a:cubicBezTo>
                    <a:pt x="663" y="108"/>
                    <a:pt x="616" y="123"/>
                    <a:pt x="571" y="171"/>
                  </a:cubicBezTo>
                  <a:cubicBezTo>
                    <a:pt x="571" y="171"/>
                    <a:pt x="536" y="126"/>
                    <a:pt x="477" y="126"/>
                  </a:cubicBezTo>
                  <a:cubicBezTo>
                    <a:pt x="458" y="126"/>
                    <a:pt x="435" y="131"/>
                    <a:pt x="411" y="144"/>
                  </a:cubicBezTo>
                  <a:cubicBezTo>
                    <a:pt x="411" y="144"/>
                    <a:pt x="325" y="80"/>
                    <a:pt x="213" y="80"/>
                  </a:cubicBezTo>
                  <a:cubicBezTo>
                    <a:pt x="147" y="80"/>
                    <a:pt x="73" y="102"/>
                    <a:pt x="0" y="171"/>
                  </a:cubicBezTo>
                  <a:lnTo>
                    <a:pt x="0" y="314"/>
                  </a:lnTo>
                  <a:lnTo>
                    <a:pt x="1080" y="314"/>
                  </a:lnTo>
                  <a:lnTo>
                    <a:pt x="1044" y="2"/>
                  </a:lnTo>
                  <a:cubicBezTo>
                    <a:pt x="1044" y="2"/>
                    <a:pt x="1037" y="1"/>
                    <a:pt x="1025"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14"/>
            <p:cNvSpPr/>
            <p:nvPr/>
          </p:nvSpPr>
          <p:spPr>
            <a:xfrm>
              <a:off x="8666306" y="3176191"/>
              <a:ext cx="237776" cy="383683"/>
            </a:xfrm>
            <a:custGeom>
              <a:rect b="b" l="l" r="r" t="t"/>
              <a:pathLst>
                <a:path extrusionOk="0" h="1670" w="1035">
                  <a:moveTo>
                    <a:pt x="0" y="1"/>
                  </a:moveTo>
                  <a:lnTo>
                    <a:pt x="0" y="1669"/>
                  </a:lnTo>
                  <a:lnTo>
                    <a:pt x="1035" y="1669"/>
                  </a:lnTo>
                  <a:lnTo>
                    <a:pt x="1035"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14"/>
            <p:cNvSpPr/>
            <p:nvPr/>
          </p:nvSpPr>
          <p:spPr>
            <a:xfrm>
              <a:off x="8838373" y="3215247"/>
              <a:ext cx="31014" cy="53532"/>
            </a:xfrm>
            <a:custGeom>
              <a:rect b="b" l="l" r="r" t="t"/>
              <a:pathLst>
                <a:path extrusionOk="0" h="233" w="135">
                  <a:moveTo>
                    <a:pt x="0" y="0"/>
                  </a:moveTo>
                  <a:lnTo>
                    <a:pt x="0" y="232"/>
                  </a:lnTo>
                  <a:lnTo>
                    <a:pt x="134" y="232"/>
                  </a:lnTo>
                  <a:lnTo>
                    <a:pt x="134"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14"/>
            <p:cNvSpPr/>
            <p:nvPr/>
          </p:nvSpPr>
          <p:spPr>
            <a:xfrm>
              <a:off x="8772671" y="3268548"/>
              <a:ext cx="28947" cy="53532"/>
            </a:xfrm>
            <a:custGeom>
              <a:rect b="b" l="l" r="r" t="t"/>
              <a:pathLst>
                <a:path extrusionOk="0" h="233" w="126">
                  <a:moveTo>
                    <a:pt x="1" y="0"/>
                  </a:moveTo>
                  <a:lnTo>
                    <a:pt x="1" y="232"/>
                  </a:lnTo>
                  <a:lnTo>
                    <a:pt x="126" y="232"/>
                  </a:lnTo>
                  <a:lnTo>
                    <a:pt x="12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14"/>
            <p:cNvSpPr/>
            <p:nvPr/>
          </p:nvSpPr>
          <p:spPr>
            <a:xfrm>
              <a:off x="8707198" y="3229491"/>
              <a:ext cx="31014" cy="53532"/>
            </a:xfrm>
            <a:custGeom>
              <a:rect b="b" l="l" r="r" t="t"/>
              <a:pathLst>
                <a:path extrusionOk="0" h="233" w="135">
                  <a:moveTo>
                    <a:pt x="0" y="1"/>
                  </a:moveTo>
                  <a:lnTo>
                    <a:pt x="0" y="233"/>
                  </a:lnTo>
                  <a:lnTo>
                    <a:pt x="134" y="233"/>
                  </a:lnTo>
                  <a:lnTo>
                    <a:pt x="13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14"/>
            <p:cNvSpPr/>
            <p:nvPr/>
          </p:nvSpPr>
          <p:spPr>
            <a:xfrm>
              <a:off x="8850549" y="3329889"/>
              <a:ext cx="28947" cy="53532"/>
            </a:xfrm>
            <a:custGeom>
              <a:rect b="b" l="l" r="r" t="t"/>
              <a:pathLst>
                <a:path extrusionOk="0" h="233" w="126">
                  <a:moveTo>
                    <a:pt x="1" y="1"/>
                  </a:moveTo>
                  <a:lnTo>
                    <a:pt x="1" y="233"/>
                  </a:lnTo>
                  <a:lnTo>
                    <a:pt x="126" y="233"/>
                  </a:lnTo>
                  <a:lnTo>
                    <a:pt x="12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14"/>
            <p:cNvSpPr/>
            <p:nvPr/>
          </p:nvSpPr>
          <p:spPr>
            <a:xfrm>
              <a:off x="8717536" y="3344363"/>
              <a:ext cx="28717" cy="53532"/>
            </a:xfrm>
            <a:custGeom>
              <a:rect b="b" l="l" r="r" t="t"/>
              <a:pathLst>
                <a:path extrusionOk="0" h="233" w="125">
                  <a:moveTo>
                    <a:pt x="0" y="0"/>
                  </a:moveTo>
                  <a:lnTo>
                    <a:pt x="0" y="232"/>
                  </a:lnTo>
                  <a:lnTo>
                    <a:pt x="125" y="232"/>
                  </a:lnTo>
                  <a:lnTo>
                    <a:pt x="12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14"/>
            <p:cNvSpPr/>
            <p:nvPr/>
          </p:nvSpPr>
          <p:spPr>
            <a:xfrm>
              <a:off x="8770603" y="3434422"/>
              <a:ext cx="59731" cy="115105"/>
            </a:xfrm>
            <a:custGeom>
              <a:rect b="b" l="l" r="r" t="t"/>
              <a:pathLst>
                <a:path extrusionOk="0" h="501" w="260">
                  <a:moveTo>
                    <a:pt x="1" y="1"/>
                  </a:moveTo>
                  <a:lnTo>
                    <a:pt x="1" y="500"/>
                  </a:lnTo>
                  <a:lnTo>
                    <a:pt x="260" y="500"/>
                  </a:lnTo>
                  <a:lnTo>
                    <a:pt x="260"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14"/>
            <p:cNvSpPr/>
            <p:nvPr/>
          </p:nvSpPr>
          <p:spPr>
            <a:xfrm>
              <a:off x="8635523" y="3118985"/>
              <a:ext cx="268560" cy="57438"/>
            </a:xfrm>
            <a:custGeom>
              <a:rect b="b" l="l" r="r" t="t"/>
              <a:pathLst>
                <a:path extrusionOk="0" h="250" w="1169">
                  <a:moveTo>
                    <a:pt x="250" y="0"/>
                  </a:moveTo>
                  <a:lnTo>
                    <a:pt x="0" y="250"/>
                  </a:lnTo>
                  <a:lnTo>
                    <a:pt x="1169" y="250"/>
                  </a:lnTo>
                  <a:lnTo>
                    <a:pt x="116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14"/>
            <p:cNvSpPr/>
            <p:nvPr/>
          </p:nvSpPr>
          <p:spPr>
            <a:xfrm>
              <a:off x="8625185" y="3377216"/>
              <a:ext cx="162193" cy="301432"/>
            </a:xfrm>
            <a:custGeom>
              <a:rect b="b" l="l" r="r" t="t"/>
              <a:pathLst>
                <a:path extrusionOk="0" h="1312" w="706">
                  <a:moveTo>
                    <a:pt x="1" y="0"/>
                  </a:moveTo>
                  <a:lnTo>
                    <a:pt x="1" y="1311"/>
                  </a:lnTo>
                  <a:lnTo>
                    <a:pt x="705" y="1311"/>
                  </a:lnTo>
                  <a:lnTo>
                    <a:pt x="705"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14"/>
            <p:cNvSpPr/>
            <p:nvPr/>
          </p:nvSpPr>
          <p:spPr>
            <a:xfrm>
              <a:off x="8588428" y="3338160"/>
              <a:ext cx="36987" cy="340489"/>
            </a:xfrm>
            <a:custGeom>
              <a:rect b="b" l="l" r="r" t="t"/>
              <a:pathLst>
                <a:path extrusionOk="0" h="1482" w="161">
                  <a:moveTo>
                    <a:pt x="0" y="1"/>
                  </a:moveTo>
                  <a:lnTo>
                    <a:pt x="0" y="1481"/>
                  </a:lnTo>
                  <a:lnTo>
                    <a:pt x="161" y="1481"/>
                  </a:lnTo>
                  <a:lnTo>
                    <a:pt x="161" y="170"/>
                  </a:lnTo>
                  <a:lnTo>
                    <a:pt x="0"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14"/>
            <p:cNvSpPr/>
            <p:nvPr/>
          </p:nvSpPr>
          <p:spPr>
            <a:xfrm>
              <a:off x="8742117" y="3403866"/>
              <a:ext cx="20676" cy="36990"/>
            </a:xfrm>
            <a:custGeom>
              <a:rect b="b" l="l" r="r" t="t"/>
              <a:pathLst>
                <a:path extrusionOk="0" h="161" w="90">
                  <a:moveTo>
                    <a:pt x="0" y="0"/>
                  </a:moveTo>
                  <a:lnTo>
                    <a:pt x="0" y="161"/>
                  </a:lnTo>
                  <a:lnTo>
                    <a:pt x="89" y="161"/>
                  </a:lnTo>
                  <a:lnTo>
                    <a:pt x="89"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14"/>
            <p:cNvSpPr/>
            <p:nvPr/>
          </p:nvSpPr>
          <p:spPr>
            <a:xfrm>
              <a:off x="8698928" y="3440625"/>
              <a:ext cx="20676" cy="35152"/>
            </a:xfrm>
            <a:custGeom>
              <a:rect b="b" l="l" r="r" t="t"/>
              <a:pathLst>
                <a:path extrusionOk="0" h="153" w="90">
                  <a:moveTo>
                    <a:pt x="1" y="1"/>
                  </a:moveTo>
                  <a:lnTo>
                    <a:pt x="1" y="152"/>
                  </a:lnTo>
                  <a:lnTo>
                    <a:pt x="90" y="152"/>
                  </a:lnTo>
                  <a:lnTo>
                    <a:pt x="90"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14"/>
            <p:cNvSpPr/>
            <p:nvPr/>
          </p:nvSpPr>
          <p:spPr>
            <a:xfrm>
              <a:off x="8653901" y="3413975"/>
              <a:ext cx="20676" cy="37219"/>
            </a:xfrm>
            <a:custGeom>
              <a:rect b="b" l="l" r="r" t="t"/>
              <a:pathLst>
                <a:path extrusionOk="0" h="162" w="90">
                  <a:moveTo>
                    <a:pt x="0" y="1"/>
                  </a:moveTo>
                  <a:lnTo>
                    <a:pt x="0" y="161"/>
                  </a:lnTo>
                  <a:lnTo>
                    <a:pt x="90" y="161"/>
                  </a:lnTo>
                  <a:lnTo>
                    <a:pt x="90"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14"/>
            <p:cNvSpPr/>
            <p:nvPr/>
          </p:nvSpPr>
          <p:spPr>
            <a:xfrm>
              <a:off x="8750157" y="3498061"/>
              <a:ext cx="20676" cy="35152"/>
            </a:xfrm>
            <a:custGeom>
              <a:rect b="b" l="l" r="r" t="t"/>
              <a:pathLst>
                <a:path extrusionOk="0" h="153" w="90">
                  <a:moveTo>
                    <a:pt x="1" y="0"/>
                  </a:moveTo>
                  <a:lnTo>
                    <a:pt x="1" y="152"/>
                  </a:lnTo>
                  <a:lnTo>
                    <a:pt x="90" y="152"/>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14"/>
            <p:cNvSpPr/>
            <p:nvPr/>
          </p:nvSpPr>
          <p:spPr>
            <a:xfrm>
              <a:off x="8643563" y="3481749"/>
              <a:ext cx="20906" cy="36990"/>
            </a:xfrm>
            <a:custGeom>
              <a:rect b="b" l="l" r="r" t="t"/>
              <a:pathLst>
                <a:path extrusionOk="0" h="161" w="91">
                  <a:moveTo>
                    <a:pt x="1" y="0"/>
                  </a:moveTo>
                  <a:lnTo>
                    <a:pt x="1" y="161"/>
                  </a:lnTo>
                  <a:lnTo>
                    <a:pt x="90" y="161"/>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14"/>
            <p:cNvSpPr/>
            <p:nvPr/>
          </p:nvSpPr>
          <p:spPr>
            <a:xfrm>
              <a:off x="8682617" y="3532982"/>
              <a:ext cx="20676" cy="34922"/>
            </a:xfrm>
            <a:custGeom>
              <a:rect b="b" l="l" r="r" t="t"/>
              <a:pathLst>
                <a:path extrusionOk="0" h="152" w="90">
                  <a:moveTo>
                    <a:pt x="0" y="0"/>
                  </a:moveTo>
                  <a:lnTo>
                    <a:pt x="0" y="152"/>
                  </a:lnTo>
                  <a:lnTo>
                    <a:pt x="90" y="152"/>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14"/>
            <p:cNvSpPr/>
            <p:nvPr/>
          </p:nvSpPr>
          <p:spPr>
            <a:xfrm>
              <a:off x="8662171" y="3602594"/>
              <a:ext cx="41123" cy="76047"/>
            </a:xfrm>
            <a:custGeom>
              <a:rect b="b" l="l" r="r" t="t"/>
              <a:pathLst>
                <a:path extrusionOk="0" h="331" w="179">
                  <a:moveTo>
                    <a:pt x="0" y="0"/>
                  </a:moveTo>
                  <a:lnTo>
                    <a:pt x="0" y="330"/>
                  </a:lnTo>
                  <a:lnTo>
                    <a:pt x="179" y="330"/>
                  </a:lnTo>
                  <a:lnTo>
                    <a:pt x="179"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14"/>
            <p:cNvSpPr/>
            <p:nvPr/>
          </p:nvSpPr>
          <p:spPr>
            <a:xfrm>
              <a:off x="8588428" y="3338160"/>
              <a:ext cx="198951" cy="39287"/>
            </a:xfrm>
            <a:custGeom>
              <a:rect b="b" l="l" r="r" t="t"/>
              <a:pathLst>
                <a:path extrusionOk="0" h="171" w="866">
                  <a:moveTo>
                    <a:pt x="0" y="1"/>
                  </a:moveTo>
                  <a:lnTo>
                    <a:pt x="161" y="170"/>
                  </a:lnTo>
                  <a:lnTo>
                    <a:pt x="865" y="170"/>
                  </a:lnTo>
                  <a:lnTo>
                    <a:pt x="69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14"/>
            <p:cNvSpPr/>
            <p:nvPr/>
          </p:nvSpPr>
          <p:spPr>
            <a:xfrm>
              <a:off x="8903846" y="3036966"/>
              <a:ext cx="240073" cy="383453"/>
            </a:xfrm>
            <a:custGeom>
              <a:rect b="b" l="l" r="r" t="t"/>
              <a:pathLst>
                <a:path extrusionOk="0" h="1669" w="1045">
                  <a:moveTo>
                    <a:pt x="1" y="0"/>
                  </a:moveTo>
                  <a:lnTo>
                    <a:pt x="1" y="1668"/>
                  </a:lnTo>
                  <a:lnTo>
                    <a:pt x="1045" y="1668"/>
                  </a:lnTo>
                  <a:lnTo>
                    <a:pt x="1045"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14"/>
            <p:cNvSpPr/>
            <p:nvPr/>
          </p:nvSpPr>
          <p:spPr>
            <a:xfrm>
              <a:off x="9078210" y="3075793"/>
              <a:ext cx="28947" cy="53532"/>
            </a:xfrm>
            <a:custGeom>
              <a:rect b="b" l="l" r="r" t="t"/>
              <a:pathLst>
                <a:path extrusionOk="0" h="233" w="126">
                  <a:moveTo>
                    <a:pt x="0" y="1"/>
                  </a:moveTo>
                  <a:lnTo>
                    <a:pt x="0" y="233"/>
                  </a:lnTo>
                  <a:lnTo>
                    <a:pt x="125" y="233"/>
                  </a:lnTo>
                  <a:lnTo>
                    <a:pt x="12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14"/>
            <p:cNvSpPr/>
            <p:nvPr/>
          </p:nvSpPr>
          <p:spPr>
            <a:xfrm>
              <a:off x="9012508" y="3127026"/>
              <a:ext cx="28947" cy="53532"/>
            </a:xfrm>
            <a:custGeom>
              <a:rect b="b" l="l" r="r" t="t"/>
              <a:pathLst>
                <a:path extrusionOk="0" h="233" w="126">
                  <a:moveTo>
                    <a:pt x="1" y="1"/>
                  </a:moveTo>
                  <a:lnTo>
                    <a:pt x="1" y="233"/>
                  </a:lnTo>
                  <a:lnTo>
                    <a:pt x="126" y="233"/>
                  </a:lnTo>
                  <a:lnTo>
                    <a:pt x="12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14"/>
            <p:cNvSpPr/>
            <p:nvPr/>
          </p:nvSpPr>
          <p:spPr>
            <a:xfrm>
              <a:off x="8947035" y="3088199"/>
              <a:ext cx="28947" cy="53532"/>
            </a:xfrm>
            <a:custGeom>
              <a:rect b="b" l="l" r="r" t="t"/>
              <a:pathLst>
                <a:path extrusionOk="0" h="233" w="126">
                  <a:moveTo>
                    <a:pt x="0" y="0"/>
                  </a:moveTo>
                  <a:lnTo>
                    <a:pt x="0" y="232"/>
                  </a:lnTo>
                  <a:lnTo>
                    <a:pt x="125" y="232"/>
                  </a:lnTo>
                  <a:lnTo>
                    <a:pt x="12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14"/>
            <p:cNvSpPr/>
            <p:nvPr/>
          </p:nvSpPr>
          <p:spPr>
            <a:xfrm>
              <a:off x="9090386" y="3190665"/>
              <a:ext cx="28947" cy="53532"/>
            </a:xfrm>
            <a:custGeom>
              <a:rect b="b" l="l" r="r" t="t"/>
              <a:pathLst>
                <a:path extrusionOk="0" h="233" w="126">
                  <a:moveTo>
                    <a:pt x="1" y="0"/>
                  </a:moveTo>
                  <a:lnTo>
                    <a:pt x="1" y="232"/>
                  </a:lnTo>
                  <a:lnTo>
                    <a:pt x="126" y="232"/>
                  </a:lnTo>
                  <a:lnTo>
                    <a:pt x="12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14"/>
            <p:cNvSpPr/>
            <p:nvPr/>
          </p:nvSpPr>
          <p:spPr>
            <a:xfrm>
              <a:off x="8955076" y="3204909"/>
              <a:ext cx="31014" cy="53532"/>
            </a:xfrm>
            <a:custGeom>
              <a:rect b="b" l="l" r="r" t="t"/>
              <a:pathLst>
                <a:path extrusionOk="0" h="233" w="135">
                  <a:moveTo>
                    <a:pt x="1" y="1"/>
                  </a:moveTo>
                  <a:lnTo>
                    <a:pt x="1" y="233"/>
                  </a:lnTo>
                  <a:lnTo>
                    <a:pt x="135" y="233"/>
                  </a:lnTo>
                  <a:lnTo>
                    <a:pt x="13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14"/>
            <p:cNvSpPr/>
            <p:nvPr/>
          </p:nvSpPr>
          <p:spPr>
            <a:xfrm>
              <a:off x="9008373" y="3295198"/>
              <a:ext cx="59731" cy="114875"/>
            </a:xfrm>
            <a:custGeom>
              <a:rect b="b" l="l" r="r" t="t"/>
              <a:pathLst>
                <a:path extrusionOk="0" h="500" w="260">
                  <a:moveTo>
                    <a:pt x="1" y="0"/>
                  </a:moveTo>
                  <a:lnTo>
                    <a:pt x="1" y="500"/>
                  </a:lnTo>
                  <a:lnTo>
                    <a:pt x="260" y="500"/>
                  </a:lnTo>
                  <a:lnTo>
                    <a:pt x="26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14"/>
            <p:cNvSpPr/>
            <p:nvPr/>
          </p:nvSpPr>
          <p:spPr>
            <a:xfrm>
              <a:off x="9039157" y="3327592"/>
              <a:ext cx="104759" cy="64100"/>
            </a:xfrm>
            <a:custGeom>
              <a:rect b="b" l="l" r="r" t="t"/>
              <a:pathLst>
                <a:path extrusionOk="0" h="279" w="456">
                  <a:moveTo>
                    <a:pt x="437" y="1"/>
                  </a:moveTo>
                  <a:cubicBezTo>
                    <a:pt x="403" y="1"/>
                    <a:pt x="331" y="11"/>
                    <a:pt x="304" y="91"/>
                  </a:cubicBezTo>
                  <a:cubicBezTo>
                    <a:pt x="304" y="91"/>
                    <a:pt x="293" y="88"/>
                    <a:pt x="277" y="88"/>
                  </a:cubicBezTo>
                  <a:cubicBezTo>
                    <a:pt x="254" y="88"/>
                    <a:pt x="222" y="95"/>
                    <a:pt x="206" y="127"/>
                  </a:cubicBezTo>
                  <a:cubicBezTo>
                    <a:pt x="206" y="127"/>
                    <a:pt x="173" y="113"/>
                    <a:pt x="132" y="113"/>
                  </a:cubicBezTo>
                  <a:cubicBezTo>
                    <a:pt x="86" y="113"/>
                    <a:pt x="29" y="131"/>
                    <a:pt x="1" y="207"/>
                  </a:cubicBezTo>
                  <a:lnTo>
                    <a:pt x="456" y="279"/>
                  </a:lnTo>
                  <a:lnTo>
                    <a:pt x="456" y="2"/>
                  </a:lnTo>
                  <a:cubicBezTo>
                    <a:pt x="456" y="2"/>
                    <a:pt x="448" y="1"/>
                    <a:pt x="437"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14"/>
            <p:cNvSpPr/>
            <p:nvPr/>
          </p:nvSpPr>
          <p:spPr>
            <a:xfrm>
              <a:off x="8875130" y="2979530"/>
              <a:ext cx="268790" cy="57667"/>
            </a:xfrm>
            <a:custGeom>
              <a:rect b="b" l="l" r="r" t="t"/>
              <a:pathLst>
                <a:path extrusionOk="0" h="251" w="1170">
                  <a:moveTo>
                    <a:pt x="251" y="0"/>
                  </a:moveTo>
                  <a:lnTo>
                    <a:pt x="1" y="250"/>
                  </a:lnTo>
                  <a:lnTo>
                    <a:pt x="1170" y="250"/>
                  </a:lnTo>
                  <a:lnTo>
                    <a:pt x="11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14"/>
            <p:cNvSpPr/>
            <p:nvPr/>
          </p:nvSpPr>
          <p:spPr>
            <a:xfrm>
              <a:off x="8862954" y="3237762"/>
              <a:ext cx="162193" cy="260537"/>
            </a:xfrm>
            <a:custGeom>
              <a:rect b="b" l="l" r="r" t="t"/>
              <a:pathLst>
                <a:path extrusionOk="0" h="1134" w="706">
                  <a:moveTo>
                    <a:pt x="0" y="0"/>
                  </a:moveTo>
                  <a:lnTo>
                    <a:pt x="0" y="1133"/>
                  </a:lnTo>
                  <a:lnTo>
                    <a:pt x="705" y="1133"/>
                  </a:lnTo>
                  <a:lnTo>
                    <a:pt x="705"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14"/>
            <p:cNvSpPr/>
            <p:nvPr/>
          </p:nvSpPr>
          <p:spPr>
            <a:xfrm>
              <a:off x="8825968" y="3198706"/>
              <a:ext cx="37217" cy="299594"/>
            </a:xfrm>
            <a:custGeom>
              <a:rect b="b" l="l" r="r" t="t"/>
              <a:pathLst>
                <a:path extrusionOk="0" h="1304" w="162">
                  <a:moveTo>
                    <a:pt x="1" y="1"/>
                  </a:moveTo>
                  <a:lnTo>
                    <a:pt x="1" y="1303"/>
                  </a:lnTo>
                  <a:lnTo>
                    <a:pt x="161" y="1303"/>
                  </a:lnTo>
                  <a:lnTo>
                    <a:pt x="161" y="170"/>
                  </a:lnTo>
                  <a:lnTo>
                    <a:pt x="1"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14"/>
            <p:cNvSpPr/>
            <p:nvPr/>
          </p:nvSpPr>
          <p:spPr>
            <a:xfrm>
              <a:off x="8981724" y="3264412"/>
              <a:ext cx="18838" cy="35152"/>
            </a:xfrm>
            <a:custGeom>
              <a:rect b="b" l="l" r="r" t="t"/>
              <a:pathLst>
                <a:path extrusionOk="0" h="153" w="82">
                  <a:moveTo>
                    <a:pt x="1" y="0"/>
                  </a:moveTo>
                  <a:lnTo>
                    <a:pt x="1" y="152"/>
                  </a:lnTo>
                  <a:lnTo>
                    <a:pt x="81" y="152"/>
                  </a:lnTo>
                  <a:lnTo>
                    <a:pt x="8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14"/>
            <p:cNvSpPr/>
            <p:nvPr/>
          </p:nvSpPr>
          <p:spPr>
            <a:xfrm>
              <a:off x="8936697" y="3299333"/>
              <a:ext cx="20676" cy="36990"/>
            </a:xfrm>
            <a:custGeom>
              <a:rect b="b" l="l" r="r" t="t"/>
              <a:pathLst>
                <a:path extrusionOk="0" h="161" w="90">
                  <a:moveTo>
                    <a:pt x="1" y="0"/>
                  </a:moveTo>
                  <a:lnTo>
                    <a:pt x="1" y="161"/>
                  </a:lnTo>
                  <a:lnTo>
                    <a:pt x="90" y="161"/>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14"/>
            <p:cNvSpPr/>
            <p:nvPr/>
          </p:nvSpPr>
          <p:spPr>
            <a:xfrm>
              <a:off x="8891670" y="3274751"/>
              <a:ext cx="20676" cy="34922"/>
            </a:xfrm>
            <a:custGeom>
              <a:rect b="b" l="l" r="r" t="t"/>
              <a:pathLst>
                <a:path extrusionOk="0" h="152" w="90">
                  <a:moveTo>
                    <a:pt x="0" y="0"/>
                  </a:moveTo>
                  <a:lnTo>
                    <a:pt x="0" y="152"/>
                  </a:lnTo>
                  <a:lnTo>
                    <a:pt x="90" y="152"/>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14"/>
            <p:cNvSpPr/>
            <p:nvPr/>
          </p:nvSpPr>
          <p:spPr>
            <a:xfrm>
              <a:off x="8987927" y="3342295"/>
              <a:ext cx="20676" cy="35152"/>
            </a:xfrm>
            <a:custGeom>
              <a:rect b="b" l="l" r="r" t="t"/>
              <a:pathLst>
                <a:path extrusionOk="0" h="153" w="90">
                  <a:moveTo>
                    <a:pt x="1" y="0"/>
                  </a:moveTo>
                  <a:lnTo>
                    <a:pt x="1" y="152"/>
                  </a:lnTo>
                  <a:lnTo>
                    <a:pt x="90" y="152"/>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14"/>
            <p:cNvSpPr/>
            <p:nvPr/>
          </p:nvSpPr>
          <p:spPr>
            <a:xfrm>
              <a:off x="8883400" y="3342295"/>
              <a:ext cx="18609" cy="35152"/>
            </a:xfrm>
            <a:custGeom>
              <a:rect b="b" l="l" r="r" t="t"/>
              <a:pathLst>
                <a:path extrusionOk="0" h="153" w="81">
                  <a:moveTo>
                    <a:pt x="1" y="0"/>
                  </a:moveTo>
                  <a:lnTo>
                    <a:pt x="1" y="152"/>
                  </a:lnTo>
                  <a:lnTo>
                    <a:pt x="81" y="152"/>
                  </a:lnTo>
                  <a:lnTo>
                    <a:pt x="8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14"/>
            <p:cNvSpPr/>
            <p:nvPr/>
          </p:nvSpPr>
          <p:spPr>
            <a:xfrm>
              <a:off x="8934630" y="3413975"/>
              <a:ext cx="41352" cy="76047"/>
            </a:xfrm>
            <a:custGeom>
              <a:rect b="b" l="l" r="r" t="t"/>
              <a:pathLst>
                <a:path extrusionOk="0" h="331" w="180">
                  <a:moveTo>
                    <a:pt x="1" y="1"/>
                  </a:moveTo>
                  <a:lnTo>
                    <a:pt x="1" y="331"/>
                  </a:lnTo>
                  <a:lnTo>
                    <a:pt x="179" y="331"/>
                  </a:lnTo>
                  <a:lnTo>
                    <a:pt x="179"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14"/>
            <p:cNvSpPr/>
            <p:nvPr/>
          </p:nvSpPr>
          <p:spPr>
            <a:xfrm>
              <a:off x="8825968" y="3198706"/>
              <a:ext cx="199180" cy="39287"/>
            </a:xfrm>
            <a:custGeom>
              <a:rect b="b" l="l" r="r" t="t"/>
              <a:pathLst>
                <a:path extrusionOk="0" h="171" w="867">
                  <a:moveTo>
                    <a:pt x="1" y="1"/>
                  </a:moveTo>
                  <a:lnTo>
                    <a:pt x="161" y="170"/>
                  </a:lnTo>
                  <a:lnTo>
                    <a:pt x="866" y="170"/>
                  </a:lnTo>
                  <a:lnTo>
                    <a:pt x="69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14"/>
            <p:cNvSpPr/>
            <p:nvPr/>
          </p:nvSpPr>
          <p:spPr>
            <a:xfrm>
              <a:off x="8807590" y="3440396"/>
              <a:ext cx="104759" cy="64100"/>
            </a:xfrm>
            <a:custGeom>
              <a:rect b="b" l="l" r="r" t="t"/>
              <a:pathLst>
                <a:path extrusionOk="0" h="279" w="456">
                  <a:moveTo>
                    <a:pt x="437" y="1"/>
                  </a:moveTo>
                  <a:cubicBezTo>
                    <a:pt x="403" y="1"/>
                    <a:pt x="331" y="11"/>
                    <a:pt x="304" y="91"/>
                  </a:cubicBezTo>
                  <a:cubicBezTo>
                    <a:pt x="304" y="91"/>
                    <a:pt x="292" y="88"/>
                    <a:pt x="277" y="88"/>
                  </a:cubicBezTo>
                  <a:cubicBezTo>
                    <a:pt x="254" y="88"/>
                    <a:pt x="222" y="94"/>
                    <a:pt x="206" y="127"/>
                  </a:cubicBezTo>
                  <a:cubicBezTo>
                    <a:pt x="206" y="127"/>
                    <a:pt x="173" y="113"/>
                    <a:pt x="132" y="113"/>
                  </a:cubicBezTo>
                  <a:cubicBezTo>
                    <a:pt x="86" y="113"/>
                    <a:pt x="29" y="131"/>
                    <a:pt x="1" y="207"/>
                  </a:cubicBezTo>
                  <a:lnTo>
                    <a:pt x="456" y="278"/>
                  </a:lnTo>
                  <a:lnTo>
                    <a:pt x="456" y="2"/>
                  </a:lnTo>
                  <a:cubicBezTo>
                    <a:pt x="456" y="2"/>
                    <a:pt x="448" y="1"/>
                    <a:pt x="437"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14"/>
            <p:cNvSpPr/>
            <p:nvPr/>
          </p:nvSpPr>
          <p:spPr>
            <a:xfrm>
              <a:off x="8742117" y="3522644"/>
              <a:ext cx="161963" cy="260536"/>
            </a:xfrm>
            <a:custGeom>
              <a:rect b="b" l="l" r="r" t="t"/>
              <a:pathLst>
                <a:path extrusionOk="0" h="1134" w="705">
                  <a:moveTo>
                    <a:pt x="0" y="0"/>
                  </a:moveTo>
                  <a:lnTo>
                    <a:pt x="0" y="1133"/>
                  </a:lnTo>
                  <a:lnTo>
                    <a:pt x="705" y="1133"/>
                  </a:lnTo>
                  <a:lnTo>
                    <a:pt x="705"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14"/>
            <p:cNvSpPr/>
            <p:nvPr/>
          </p:nvSpPr>
          <p:spPr>
            <a:xfrm>
              <a:off x="8860887" y="3549294"/>
              <a:ext cx="18609" cy="37219"/>
            </a:xfrm>
            <a:custGeom>
              <a:rect b="b" l="l" r="r" t="t"/>
              <a:pathLst>
                <a:path extrusionOk="0" h="162" w="81">
                  <a:moveTo>
                    <a:pt x="1" y="0"/>
                  </a:moveTo>
                  <a:lnTo>
                    <a:pt x="1" y="161"/>
                  </a:lnTo>
                  <a:lnTo>
                    <a:pt x="81" y="161"/>
                  </a:lnTo>
                  <a:lnTo>
                    <a:pt x="8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14"/>
            <p:cNvSpPr/>
            <p:nvPr/>
          </p:nvSpPr>
          <p:spPr>
            <a:xfrm>
              <a:off x="8815860" y="3586283"/>
              <a:ext cx="20676" cy="34922"/>
            </a:xfrm>
            <a:custGeom>
              <a:rect b="b" l="l" r="r" t="t"/>
              <a:pathLst>
                <a:path extrusionOk="0" h="152" w="90">
                  <a:moveTo>
                    <a:pt x="0" y="0"/>
                  </a:moveTo>
                  <a:lnTo>
                    <a:pt x="0" y="152"/>
                  </a:lnTo>
                  <a:lnTo>
                    <a:pt x="89" y="152"/>
                  </a:lnTo>
                  <a:lnTo>
                    <a:pt x="89"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14"/>
            <p:cNvSpPr/>
            <p:nvPr/>
          </p:nvSpPr>
          <p:spPr>
            <a:xfrm>
              <a:off x="8770603" y="3559632"/>
              <a:ext cx="20906" cy="34922"/>
            </a:xfrm>
            <a:custGeom>
              <a:rect b="b" l="l" r="r" t="t"/>
              <a:pathLst>
                <a:path extrusionOk="0" h="152" w="91">
                  <a:moveTo>
                    <a:pt x="1" y="0"/>
                  </a:moveTo>
                  <a:lnTo>
                    <a:pt x="1" y="152"/>
                  </a:lnTo>
                  <a:lnTo>
                    <a:pt x="90" y="152"/>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14"/>
            <p:cNvSpPr/>
            <p:nvPr/>
          </p:nvSpPr>
          <p:spPr>
            <a:xfrm>
              <a:off x="8867089" y="3627177"/>
              <a:ext cx="20676" cy="35152"/>
            </a:xfrm>
            <a:custGeom>
              <a:rect b="b" l="l" r="r" t="t"/>
              <a:pathLst>
                <a:path extrusionOk="0" h="153" w="90">
                  <a:moveTo>
                    <a:pt x="0" y="0"/>
                  </a:moveTo>
                  <a:lnTo>
                    <a:pt x="0" y="152"/>
                  </a:lnTo>
                  <a:lnTo>
                    <a:pt x="89" y="152"/>
                  </a:lnTo>
                  <a:lnTo>
                    <a:pt x="89"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14"/>
            <p:cNvSpPr/>
            <p:nvPr/>
          </p:nvSpPr>
          <p:spPr>
            <a:xfrm>
              <a:off x="8776806" y="3637515"/>
              <a:ext cx="20676" cy="34922"/>
            </a:xfrm>
            <a:custGeom>
              <a:rect b="b" l="l" r="r" t="t"/>
              <a:pathLst>
                <a:path extrusionOk="0" h="152" w="90">
                  <a:moveTo>
                    <a:pt x="1" y="0"/>
                  </a:moveTo>
                  <a:lnTo>
                    <a:pt x="1" y="152"/>
                  </a:lnTo>
                  <a:lnTo>
                    <a:pt x="90" y="152"/>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14"/>
            <p:cNvSpPr/>
            <p:nvPr/>
          </p:nvSpPr>
          <p:spPr>
            <a:xfrm>
              <a:off x="8813792" y="3698857"/>
              <a:ext cx="41123" cy="76047"/>
            </a:xfrm>
            <a:custGeom>
              <a:rect b="b" l="l" r="r" t="t"/>
              <a:pathLst>
                <a:path extrusionOk="0" h="331" w="179">
                  <a:moveTo>
                    <a:pt x="0" y="1"/>
                  </a:moveTo>
                  <a:lnTo>
                    <a:pt x="0" y="331"/>
                  </a:lnTo>
                  <a:lnTo>
                    <a:pt x="179" y="331"/>
                  </a:lnTo>
                  <a:lnTo>
                    <a:pt x="179"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14"/>
            <p:cNvSpPr/>
            <p:nvPr/>
          </p:nvSpPr>
          <p:spPr>
            <a:xfrm>
              <a:off x="8721441" y="3483587"/>
              <a:ext cx="182639" cy="39287"/>
            </a:xfrm>
            <a:custGeom>
              <a:rect b="b" l="l" r="r" t="t"/>
              <a:pathLst>
                <a:path extrusionOk="0" h="171" w="795">
                  <a:moveTo>
                    <a:pt x="170" y="1"/>
                  </a:moveTo>
                  <a:lnTo>
                    <a:pt x="1" y="170"/>
                  </a:lnTo>
                  <a:lnTo>
                    <a:pt x="795" y="170"/>
                  </a:lnTo>
                  <a:lnTo>
                    <a:pt x="79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14"/>
            <p:cNvSpPr/>
            <p:nvPr/>
          </p:nvSpPr>
          <p:spPr>
            <a:xfrm>
              <a:off x="8342388" y="3483587"/>
              <a:ext cx="135544" cy="215506"/>
            </a:xfrm>
            <a:custGeom>
              <a:rect b="b" l="l" r="r" t="t"/>
              <a:pathLst>
                <a:path extrusionOk="0" h="938" w="590">
                  <a:moveTo>
                    <a:pt x="0" y="1"/>
                  </a:moveTo>
                  <a:lnTo>
                    <a:pt x="0" y="938"/>
                  </a:lnTo>
                  <a:lnTo>
                    <a:pt x="589" y="938"/>
                  </a:lnTo>
                  <a:lnTo>
                    <a:pt x="589"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14"/>
            <p:cNvSpPr/>
            <p:nvPr/>
          </p:nvSpPr>
          <p:spPr>
            <a:xfrm>
              <a:off x="8477699" y="3450964"/>
              <a:ext cx="31014" cy="248130"/>
            </a:xfrm>
            <a:custGeom>
              <a:rect b="b" l="l" r="r" t="t"/>
              <a:pathLst>
                <a:path extrusionOk="0" h="1080" w="135">
                  <a:moveTo>
                    <a:pt x="134" y="0"/>
                  </a:moveTo>
                  <a:lnTo>
                    <a:pt x="0" y="143"/>
                  </a:lnTo>
                  <a:lnTo>
                    <a:pt x="0" y="1080"/>
                  </a:lnTo>
                  <a:lnTo>
                    <a:pt x="134" y="1080"/>
                  </a:lnTo>
                  <a:lnTo>
                    <a:pt x="134"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14"/>
            <p:cNvSpPr/>
            <p:nvPr/>
          </p:nvSpPr>
          <p:spPr>
            <a:xfrm>
              <a:off x="8362834" y="3506332"/>
              <a:ext cx="16771" cy="28949"/>
            </a:xfrm>
            <a:custGeom>
              <a:rect b="b" l="l" r="r" t="t"/>
              <a:pathLst>
                <a:path extrusionOk="0" h="126" w="73">
                  <a:moveTo>
                    <a:pt x="1" y="0"/>
                  </a:moveTo>
                  <a:lnTo>
                    <a:pt x="1" y="125"/>
                  </a:lnTo>
                  <a:lnTo>
                    <a:pt x="72" y="125"/>
                  </a:lnTo>
                  <a:lnTo>
                    <a:pt x="7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14"/>
            <p:cNvSpPr/>
            <p:nvPr/>
          </p:nvSpPr>
          <p:spPr>
            <a:xfrm>
              <a:off x="8399821" y="3535050"/>
              <a:ext cx="16541" cy="30786"/>
            </a:xfrm>
            <a:custGeom>
              <a:rect b="b" l="l" r="r" t="t"/>
              <a:pathLst>
                <a:path extrusionOk="0" h="134" w="72">
                  <a:moveTo>
                    <a:pt x="0" y="0"/>
                  </a:moveTo>
                  <a:lnTo>
                    <a:pt x="0" y="134"/>
                  </a:lnTo>
                  <a:lnTo>
                    <a:pt x="72" y="134"/>
                  </a:lnTo>
                  <a:lnTo>
                    <a:pt x="7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14"/>
            <p:cNvSpPr/>
            <p:nvPr/>
          </p:nvSpPr>
          <p:spPr>
            <a:xfrm>
              <a:off x="8436577" y="3514373"/>
              <a:ext cx="16771" cy="28949"/>
            </a:xfrm>
            <a:custGeom>
              <a:rect b="b" l="l" r="r" t="t"/>
              <a:pathLst>
                <a:path extrusionOk="0" h="126" w="73">
                  <a:moveTo>
                    <a:pt x="1" y="1"/>
                  </a:moveTo>
                  <a:lnTo>
                    <a:pt x="1" y="126"/>
                  </a:lnTo>
                  <a:lnTo>
                    <a:pt x="72" y="126"/>
                  </a:lnTo>
                  <a:lnTo>
                    <a:pt x="7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14"/>
            <p:cNvSpPr/>
            <p:nvPr/>
          </p:nvSpPr>
          <p:spPr>
            <a:xfrm>
              <a:off x="8356632" y="3569741"/>
              <a:ext cx="16771" cy="31016"/>
            </a:xfrm>
            <a:custGeom>
              <a:rect b="b" l="l" r="r" t="t"/>
              <a:pathLst>
                <a:path extrusionOk="0" h="135" w="73">
                  <a:moveTo>
                    <a:pt x="1" y="1"/>
                  </a:moveTo>
                  <a:lnTo>
                    <a:pt x="1" y="134"/>
                  </a:lnTo>
                  <a:lnTo>
                    <a:pt x="72" y="134"/>
                  </a:lnTo>
                  <a:lnTo>
                    <a:pt x="7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14"/>
            <p:cNvSpPr/>
            <p:nvPr/>
          </p:nvSpPr>
          <p:spPr>
            <a:xfrm>
              <a:off x="8559712" y="3598459"/>
              <a:ext cx="16541" cy="28949"/>
            </a:xfrm>
            <a:custGeom>
              <a:rect b="b" l="l" r="r" t="t"/>
              <a:pathLst>
                <a:path extrusionOk="0" h="126" w="72">
                  <a:moveTo>
                    <a:pt x="0" y="1"/>
                  </a:moveTo>
                  <a:lnTo>
                    <a:pt x="0" y="125"/>
                  </a:lnTo>
                  <a:lnTo>
                    <a:pt x="71" y="125"/>
                  </a:lnTo>
                  <a:lnTo>
                    <a:pt x="7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14"/>
            <p:cNvSpPr/>
            <p:nvPr/>
          </p:nvSpPr>
          <p:spPr>
            <a:xfrm>
              <a:off x="8524793" y="3567673"/>
              <a:ext cx="16541" cy="28949"/>
            </a:xfrm>
            <a:custGeom>
              <a:rect b="b" l="l" r="r" t="t"/>
              <a:pathLst>
                <a:path extrusionOk="0" h="126" w="72">
                  <a:moveTo>
                    <a:pt x="0" y="1"/>
                  </a:moveTo>
                  <a:lnTo>
                    <a:pt x="0" y="126"/>
                  </a:lnTo>
                  <a:lnTo>
                    <a:pt x="72" y="126"/>
                  </a:lnTo>
                  <a:lnTo>
                    <a:pt x="7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14"/>
            <p:cNvSpPr/>
            <p:nvPr/>
          </p:nvSpPr>
          <p:spPr>
            <a:xfrm>
              <a:off x="8305402" y="3606730"/>
              <a:ext cx="16771" cy="28949"/>
            </a:xfrm>
            <a:custGeom>
              <a:rect b="b" l="l" r="r" t="t"/>
              <a:pathLst>
                <a:path extrusionOk="0" h="126" w="73">
                  <a:moveTo>
                    <a:pt x="1" y="0"/>
                  </a:moveTo>
                  <a:lnTo>
                    <a:pt x="1" y="125"/>
                  </a:lnTo>
                  <a:lnTo>
                    <a:pt x="72" y="125"/>
                  </a:lnTo>
                  <a:lnTo>
                    <a:pt x="7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14"/>
            <p:cNvSpPr/>
            <p:nvPr/>
          </p:nvSpPr>
          <p:spPr>
            <a:xfrm>
              <a:off x="8172389" y="3598459"/>
              <a:ext cx="16541" cy="28949"/>
            </a:xfrm>
            <a:custGeom>
              <a:rect b="b" l="l" r="r" t="t"/>
              <a:pathLst>
                <a:path extrusionOk="0" h="126" w="72">
                  <a:moveTo>
                    <a:pt x="0" y="1"/>
                  </a:moveTo>
                  <a:lnTo>
                    <a:pt x="0" y="125"/>
                  </a:lnTo>
                  <a:lnTo>
                    <a:pt x="71" y="125"/>
                  </a:lnTo>
                  <a:lnTo>
                    <a:pt x="7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14"/>
            <p:cNvSpPr/>
            <p:nvPr/>
          </p:nvSpPr>
          <p:spPr>
            <a:xfrm>
              <a:off x="8262443" y="3635448"/>
              <a:ext cx="16541" cy="28949"/>
            </a:xfrm>
            <a:custGeom>
              <a:rect b="b" l="l" r="r" t="t"/>
              <a:pathLst>
                <a:path extrusionOk="0" h="126" w="72">
                  <a:moveTo>
                    <a:pt x="1" y="0"/>
                  </a:moveTo>
                  <a:lnTo>
                    <a:pt x="1" y="125"/>
                  </a:lnTo>
                  <a:lnTo>
                    <a:pt x="72" y="125"/>
                  </a:lnTo>
                  <a:lnTo>
                    <a:pt x="7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14"/>
            <p:cNvSpPr/>
            <p:nvPr/>
          </p:nvSpPr>
          <p:spPr>
            <a:xfrm>
              <a:off x="8119092" y="3602594"/>
              <a:ext cx="16541" cy="31016"/>
            </a:xfrm>
            <a:custGeom>
              <a:rect b="b" l="l" r="r" t="t"/>
              <a:pathLst>
                <a:path extrusionOk="0" h="135" w="72">
                  <a:moveTo>
                    <a:pt x="0" y="0"/>
                  </a:moveTo>
                  <a:lnTo>
                    <a:pt x="0" y="134"/>
                  </a:lnTo>
                  <a:lnTo>
                    <a:pt x="71" y="134"/>
                  </a:lnTo>
                  <a:lnTo>
                    <a:pt x="7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14"/>
            <p:cNvSpPr/>
            <p:nvPr/>
          </p:nvSpPr>
          <p:spPr>
            <a:xfrm>
              <a:off x="8145740" y="3649692"/>
              <a:ext cx="16541" cy="31016"/>
            </a:xfrm>
            <a:custGeom>
              <a:rect b="b" l="l" r="r" t="t"/>
              <a:pathLst>
                <a:path extrusionOk="0" h="135" w="72">
                  <a:moveTo>
                    <a:pt x="0" y="1"/>
                  </a:moveTo>
                  <a:lnTo>
                    <a:pt x="0" y="134"/>
                  </a:lnTo>
                  <a:lnTo>
                    <a:pt x="71" y="134"/>
                  </a:lnTo>
                  <a:lnTo>
                    <a:pt x="7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14"/>
            <p:cNvSpPr/>
            <p:nvPr/>
          </p:nvSpPr>
          <p:spPr>
            <a:xfrm>
              <a:off x="8444848" y="3569741"/>
              <a:ext cx="16541" cy="31016"/>
            </a:xfrm>
            <a:custGeom>
              <a:rect b="b" l="l" r="r" t="t"/>
              <a:pathLst>
                <a:path extrusionOk="0" h="135" w="72">
                  <a:moveTo>
                    <a:pt x="1" y="1"/>
                  </a:moveTo>
                  <a:lnTo>
                    <a:pt x="1" y="134"/>
                  </a:lnTo>
                  <a:lnTo>
                    <a:pt x="72" y="134"/>
                  </a:lnTo>
                  <a:lnTo>
                    <a:pt x="7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14"/>
            <p:cNvSpPr/>
            <p:nvPr/>
          </p:nvSpPr>
          <p:spPr>
            <a:xfrm>
              <a:off x="8385348" y="3635448"/>
              <a:ext cx="33082" cy="63641"/>
            </a:xfrm>
            <a:custGeom>
              <a:rect b="b" l="l" r="r" t="t"/>
              <a:pathLst>
                <a:path extrusionOk="0" h="277" w="144">
                  <a:moveTo>
                    <a:pt x="1" y="0"/>
                  </a:moveTo>
                  <a:lnTo>
                    <a:pt x="1" y="277"/>
                  </a:lnTo>
                  <a:lnTo>
                    <a:pt x="144" y="277"/>
                  </a:lnTo>
                  <a:lnTo>
                    <a:pt x="144"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14"/>
            <p:cNvSpPr/>
            <p:nvPr/>
          </p:nvSpPr>
          <p:spPr>
            <a:xfrm>
              <a:off x="8200875" y="3635448"/>
              <a:ext cx="33082" cy="63641"/>
            </a:xfrm>
            <a:custGeom>
              <a:rect b="b" l="l" r="r" t="t"/>
              <a:pathLst>
                <a:path extrusionOk="0" h="277" w="144">
                  <a:moveTo>
                    <a:pt x="1" y="0"/>
                  </a:moveTo>
                  <a:lnTo>
                    <a:pt x="1" y="277"/>
                  </a:lnTo>
                  <a:lnTo>
                    <a:pt x="144" y="277"/>
                  </a:lnTo>
                  <a:lnTo>
                    <a:pt x="144"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14"/>
            <p:cNvSpPr/>
            <p:nvPr/>
          </p:nvSpPr>
          <p:spPr>
            <a:xfrm>
              <a:off x="8342388" y="3450964"/>
              <a:ext cx="166328" cy="32854"/>
            </a:xfrm>
            <a:custGeom>
              <a:rect b="b" l="l" r="r" t="t"/>
              <a:pathLst>
                <a:path extrusionOk="0" h="143" w="724">
                  <a:moveTo>
                    <a:pt x="143" y="0"/>
                  </a:moveTo>
                  <a:lnTo>
                    <a:pt x="0" y="143"/>
                  </a:lnTo>
                  <a:lnTo>
                    <a:pt x="589" y="143"/>
                  </a:lnTo>
                  <a:lnTo>
                    <a:pt x="72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14"/>
            <p:cNvSpPr/>
            <p:nvPr/>
          </p:nvSpPr>
          <p:spPr>
            <a:xfrm>
              <a:off x="8319875" y="3618906"/>
              <a:ext cx="45258" cy="121308"/>
            </a:xfrm>
            <a:custGeom>
              <a:rect b="b" l="l" r="r" t="t"/>
              <a:pathLst>
                <a:path extrusionOk="0" h="528" w="197">
                  <a:moveTo>
                    <a:pt x="98" y="1"/>
                  </a:moveTo>
                  <a:lnTo>
                    <a:pt x="45" y="259"/>
                  </a:lnTo>
                  <a:lnTo>
                    <a:pt x="0" y="527"/>
                  </a:lnTo>
                  <a:lnTo>
                    <a:pt x="197" y="527"/>
                  </a:lnTo>
                  <a:lnTo>
                    <a:pt x="152" y="259"/>
                  </a:lnTo>
                  <a:lnTo>
                    <a:pt x="9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14"/>
            <p:cNvSpPr/>
            <p:nvPr/>
          </p:nvSpPr>
          <p:spPr>
            <a:xfrm>
              <a:off x="8010430" y="3518508"/>
              <a:ext cx="47325" cy="121078"/>
            </a:xfrm>
            <a:custGeom>
              <a:rect b="b" l="l" r="r" t="t"/>
              <a:pathLst>
                <a:path extrusionOk="0" h="527" w="206">
                  <a:moveTo>
                    <a:pt x="98" y="1"/>
                  </a:moveTo>
                  <a:lnTo>
                    <a:pt x="54" y="268"/>
                  </a:lnTo>
                  <a:lnTo>
                    <a:pt x="0" y="527"/>
                  </a:lnTo>
                  <a:lnTo>
                    <a:pt x="205" y="527"/>
                  </a:lnTo>
                  <a:lnTo>
                    <a:pt x="152" y="268"/>
                  </a:lnTo>
                  <a:lnTo>
                    <a:pt x="9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14"/>
            <p:cNvSpPr/>
            <p:nvPr/>
          </p:nvSpPr>
          <p:spPr>
            <a:xfrm>
              <a:off x="7944728" y="3602594"/>
              <a:ext cx="59731" cy="153932"/>
            </a:xfrm>
            <a:custGeom>
              <a:rect b="b" l="l" r="r" t="t"/>
              <a:pathLst>
                <a:path extrusionOk="0" h="670" w="260">
                  <a:moveTo>
                    <a:pt x="135" y="0"/>
                  </a:moveTo>
                  <a:lnTo>
                    <a:pt x="63" y="330"/>
                  </a:lnTo>
                  <a:lnTo>
                    <a:pt x="1" y="669"/>
                  </a:lnTo>
                  <a:lnTo>
                    <a:pt x="260" y="669"/>
                  </a:lnTo>
                  <a:lnTo>
                    <a:pt x="197" y="330"/>
                  </a:lnTo>
                  <a:lnTo>
                    <a:pt x="13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14"/>
            <p:cNvSpPr/>
            <p:nvPr/>
          </p:nvSpPr>
          <p:spPr>
            <a:xfrm>
              <a:off x="7840201" y="3569741"/>
              <a:ext cx="43420" cy="108901"/>
            </a:xfrm>
            <a:custGeom>
              <a:rect b="b" l="l" r="r" t="t"/>
              <a:pathLst>
                <a:path extrusionOk="0" h="474" w="189">
                  <a:moveTo>
                    <a:pt x="90" y="1"/>
                  </a:moveTo>
                  <a:lnTo>
                    <a:pt x="45" y="233"/>
                  </a:lnTo>
                  <a:lnTo>
                    <a:pt x="1" y="473"/>
                  </a:lnTo>
                  <a:lnTo>
                    <a:pt x="188" y="473"/>
                  </a:lnTo>
                  <a:lnTo>
                    <a:pt x="135" y="233"/>
                  </a:lnTo>
                  <a:lnTo>
                    <a:pt x="9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14"/>
            <p:cNvSpPr/>
            <p:nvPr/>
          </p:nvSpPr>
          <p:spPr>
            <a:xfrm>
              <a:off x="8287024" y="3346431"/>
              <a:ext cx="47325" cy="121078"/>
            </a:xfrm>
            <a:custGeom>
              <a:rect b="b" l="l" r="r" t="t"/>
              <a:pathLst>
                <a:path extrusionOk="0" h="527" w="206">
                  <a:moveTo>
                    <a:pt x="99" y="0"/>
                  </a:moveTo>
                  <a:lnTo>
                    <a:pt x="54" y="268"/>
                  </a:lnTo>
                  <a:lnTo>
                    <a:pt x="1" y="527"/>
                  </a:lnTo>
                  <a:lnTo>
                    <a:pt x="206" y="527"/>
                  </a:lnTo>
                  <a:lnTo>
                    <a:pt x="152" y="268"/>
                  </a:lnTo>
                  <a:lnTo>
                    <a:pt x="9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14"/>
            <p:cNvSpPr/>
            <p:nvPr/>
          </p:nvSpPr>
          <p:spPr>
            <a:xfrm>
              <a:off x="8344456" y="3360675"/>
              <a:ext cx="31014" cy="82250"/>
            </a:xfrm>
            <a:custGeom>
              <a:rect b="b" l="l" r="r" t="t"/>
              <a:pathLst>
                <a:path extrusionOk="0" h="358" w="135">
                  <a:moveTo>
                    <a:pt x="72" y="1"/>
                  </a:moveTo>
                  <a:lnTo>
                    <a:pt x="36" y="179"/>
                  </a:lnTo>
                  <a:lnTo>
                    <a:pt x="0" y="358"/>
                  </a:lnTo>
                  <a:lnTo>
                    <a:pt x="134" y="358"/>
                  </a:lnTo>
                  <a:lnTo>
                    <a:pt x="99" y="179"/>
                  </a:lnTo>
                  <a:lnTo>
                    <a:pt x="72"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14"/>
            <p:cNvSpPr/>
            <p:nvPr/>
          </p:nvSpPr>
          <p:spPr>
            <a:xfrm>
              <a:off x="8903846" y="3426381"/>
              <a:ext cx="240073" cy="383453"/>
            </a:xfrm>
            <a:custGeom>
              <a:rect b="b" l="l" r="r" t="t"/>
              <a:pathLst>
                <a:path extrusionOk="0" h="1669" w="1045">
                  <a:moveTo>
                    <a:pt x="1" y="0"/>
                  </a:moveTo>
                  <a:lnTo>
                    <a:pt x="1" y="1668"/>
                  </a:lnTo>
                  <a:lnTo>
                    <a:pt x="1045" y="1668"/>
                  </a:lnTo>
                  <a:lnTo>
                    <a:pt x="1045"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14"/>
            <p:cNvSpPr/>
            <p:nvPr/>
          </p:nvSpPr>
          <p:spPr>
            <a:xfrm>
              <a:off x="9078210" y="3465208"/>
              <a:ext cx="28947" cy="53532"/>
            </a:xfrm>
            <a:custGeom>
              <a:rect b="b" l="l" r="r" t="t"/>
              <a:pathLst>
                <a:path extrusionOk="0" h="233" w="126">
                  <a:moveTo>
                    <a:pt x="0" y="1"/>
                  </a:moveTo>
                  <a:lnTo>
                    <a:pt x="0" y="233"/>
                  </a:lnTo>
                  <a:lnTo>
                    <a:pt x="125" y="233"/>
                  </a:lnTo>
                  <a:lnTo>
                    <a:pt x="12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14"/>
            <p:cNvSpPr/>
            <p:nvPr/>
          </p:nvSpPr>
          <p:spPr>
            <a:xfrm>
              <a:off x="9012508" y="3518508"/>
              <a:ext cx="28947" cy="53532"/>
            </a:xfrm>
            <a:custGeom>
              <a:rect b="b" l="l" r="r" t="t"/>
              <a:pathLst>
                <a:path extrusionOk="0" h="233" w="126">
                  <a:moveTo>
                    <a:pt x="1" y="1"/>
                  </a:moveTo>
                  <a:lnTo>
                    <a:pt x="1" y="233"/>
                  </a:lnTo>
                  <a:lnTo>
                    <a:pt x="126" y="233"/>
                  </a:lnTo>
                  <a:lnTo>
                    <a:pt x="12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14"/>
            <p:cNvSpPr/>
            <p:nvPr/>
          </p:nvSpPr>
          <p:spPr>
            <a:xfrm>
              <a:off x="8947035" y="3479682"/>
              <a:ext cx="28947" cy="53532"/>
            </a:xfrm>
            <a:custGeom>
              <a:rect b="b" l="l" r="r" t="t"/>
              <a:pathLst>
                <a:path extrusionOk="0" h="233" w="126">
                  <a:moveTo>
                    <a:pt x="0" y="0"/>
                  </a:moveTo>
                  <a:lnTo>
                    <a:pt x="0" y="232"/>
                  </a:lnTo>
                  <a:lnTo>
                    <a:pt x="125" y="232"/>
                  </a:lnTo>
                  <a:lnTo>
                    <a:pt x="12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14"/>
            <p:cNvSpPr/>
            <p:nvPr/>
          </p:nvSpPr>
          <p:spPr>
            <a:xfrm>
              <a:off x="9090386" y="3580080"/>
              <a:ext cx="28947" cy="53532"/>
            </a:xfrm>
            <a:custGeom>
              <a:rect b="b" l="l" r="r" t="t"/>
              <a:pathLst>
                <a:path extrusionOk="0" h="233" w="126">
                  <a:moveTo>
                    <a:pt x="1" y="0"/>
                  </a:moveTo>
                  <a:lnTo>
                    <a:pt x="1" y="232"/>
                  </a:lnTo>
                  <a:lnTo>
                    <a:pt x="126" y="232"/>
                  </a:lnTo>
                  <a:lnTo>
                    <a:pt x="12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14"/>
            <p:cNvSpPr/>
            <p:nvPr/>
          </p:nvSpPr>
          <p:spPr>
            <a:xfrm>
              <a:off x="8955076" y="3594324"/>
              <a:ext cx="31014" cy="53532"/>
            </a:xfrm>
            <a:custGeom>
              <a:rect b="b" l="l" r="r" t="t"/>
              <a:pathLst>
                <a:path extrusionOk="0" h="233" w="135">
                  <a:moveTo>
                    <a:pt x="1" y="1"/>
                  </a:moveTo>
                  <a:lnTo>
                    <a:pt x="1" y="233"/>
                  </a:lnTo>
                  <a:lnTo>
                    <a:pt x="135" y="233"/>
                  </a:lnTo>
                  <a:lnTo>
                    <a:pt x="13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14"/>
            <p:cNvSpPr/>
            <p:nvPr/>
          </p:nvSpPr>
          <p:spPr>
            <a:xfrm>
              <a:off x="9008373" y="3684613"/>
              <a:ext cx="59731" cy="114875"/>
            </a:xfrm>
            <a:custGeom>
              <a:rect b="b" l="l" r="r" t="t"/>
              <a:pathLst>
                <a:path extrusionOk="0" h="500" w="260">
                  <a:moveTo>
                    <a:pt x="1" y="0"/>
                  </a:moveTo>
                  <a:lnTo>
                    <a:pt x="1" y="500"/>
                  </a:lnTo>
                  <a:lnTo>
                    <a:pt x="260" y="500"/>
                  </a:lnTo>
                  <a:lnTo>
                    <a:pt x="26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14"/>
            <p:cNvSpPr/>
            <p:nvPr/>
          </p:nvSpPr>
          <p:spPr>
            <a:xfrm>
              <a:off x="8875130" y="3368945"/>
              <a:ext cx="268790" cy="57667"/>
            </a:xfrm>
            <a:custGeom>
              <a:rect b="b" l="l" r="r" t="t"/>
              <a:pathLst>
                <a:path extrusionOk="0" h="251" w="1170">
                  <a:moveTo>
                    <a:pt x="251" y="0"/>
                  </a:moveTo>
                  <a:lnTo>
                    <a:pt x="1" y="250"/>
                  </a:lnTo>
                  <a:lnTo>
                    <a:pt x="1170" y="250"/>
                  </a:lnTo>
                  <a:lnTo>
                    <a:pt x="11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14"/>
            <p:cNvSpPr/>
            <p:nvPr/>
          </p:nvSpPr>
          <p:spPr>
            <a:xfrm>
              <a:off x="9039157" y="3739751"/>
              <a:ext cx="104759" cy="63871"/>
            </a:xfrm>
            <a:custGeom>
              <a:rect b="b" l="l" r="r" t="t"/>
              <a:pathLst>
                <a:path extrusionOk="0" h="278" w="456">
                  <a:moveTo>
                    <a:pt x="437" y="0"/>
                  </a:moveTo>
                  <a:cubicBezTo>
                    <a:pt x="403" y="0"/>
                    <a:pt x="331" y="10"/>
                    <a:pt x="304" y="90"/>
                  </a:cubicBezTo>
                  <a:cubicBezTo>
                    <a:pt x="304" y="90"/>
                    <a:pt x="293" y="87"/>
                    <a:pt x="277" y="87"/>
                  </a:cubicBezTo>
                  <a:cubicBezTo>
                    <a:pt x="254" y="87"/>
                    <a:pt x="222" y="94"/>
                    <a:pt x="206" y="126"/>
                  </a:cubicBezTo>
                  <a:cubicBezTo>
                    <a:pt x="206" y="126"/>
                    <a:pt x="173" y="112"/>
                    <a:pt x="132" y="112"/>
                  </a:cubicBezTo>
                  <a:cubicBezTo>
                    <a:pt x="86" y="112"/>
                    <a:pt x="29" y="130"/>
                    <a:pt x="1" y="206"/>
                  </a:cubicBezTo>
                  <a:lnTo>
                    <a:pt x="456" y="278"/>
                  </a:lnTo>
                  <a:lnTo>
                    <a:pt x="456" y="1"/>
                  </a:lnTo>
                  <a:cubicBezTo>
                    <a:pt x="456" y="1"/>
                    <a:pt x="448" y="0"/>
                    <a:pt x="437"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14"/>
            <p:cNvSpPr/>
            <p:nvPr/>
          </p:nvSpPr>
          <p:spPr>
            <a:xfrm>
              <a:off x="7852606" y="3694262"/>
              <a:ext cx="104759" cy="64330"/>
            </a:xfrm>
            <a:custGeom>
              <a:rect b="b" l="l" r="r" t="t"/>
              <a:pathLst>
                <a:path extrusionOk="0" h="280" w="456">
                  <a:moveTo>
                    <a:pt x="427" y="0"/>
                  </a:moveTo>
                  <a:cubicBezTo>
                    <a:pt x="390" y="0"/>
                    <a:pt x="328" y="13"/>
                    <a:pt x="304" y="92"/>
                  </a:cubicBezTo>
                  <a:cubicBezTo>
                    <a:pt x="304" y="92"/>
                    <a:pt x="288" y="86"/>
                    <a:pt x="269" y="86"/>
                  </a:cubicBezTo>
                  <a:cubicBezTo>
                    <a:pt x="247" y="86"/>
                    <a:pt x="220" y="94"/>
                    <a:pt x="206" y="128"/>
                  </a:cubicBezTo>
                  <a:cubicBezTo>
                    <a:pt x="206" y="128"/>
                    <a:pt x="173" y="114"/>
                    <a:pt x="132" y="114"/>
                  </a:cubicBezTo>
                  <a:cubicBezTo>
                    <a:pt x="85" y="114"/>
                    <a:pt x="29" y="132"/>
                    <a:pt x="0" y="208"/>
                  </a:cubicBezTo>
                  <a:lnTo>
                    <a:pt x="455" y="279"/>
                  </a:lnTo>
                  <a:lnTo>
                    <a:pt x="455" y="3"/>
                  </a:lnTo>
                  <a:cubicBezTo>
                    <a:pt x="455" y="3"/>
                    <a:pt x="444" y="0"/>
                    <a:pt x="427"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14"/>
            <p:cNvSpPr/>
            <p:nvPr/>
          </p:nvSpPr>
          <p:spPr>
            <a:xfrm>
              <a:off x="8879265" y="3674274"/>
              <a:ext cx="47325" cy="121078"/>
            </a:xfrm>
            <a:custGeom>
              <a:rect b="b" l="l" r="r" t="t"/>
              <a:pathLst>
                <a:path extrusionOk="0" h="527" w="206">
                  <a:moveTo>
                    <a:pt x="99" y="1"/>
                  </a:moveTo>
                  <a:lnTo>
                    <a:pt x="54" y="259"/>
                  </a:lnTo>
                  <a:lnTo>
                    <a:pt x="1" y="527"/>
                  </a:lnTo>
                  <a:lnTo>
                    <a:pt x="206" y="527"/>
                  </a:lnTo>
                  <a:lnTo>
                    <a:pt x="152" y="259"/>
                  </a:lnTo>
                  <a:lnTo>
                    <a:pt x="9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14"/>
            <p:cNvSpPr/>
            <p:nvPr/>
          </p:nvSpPr>
          <p:spPr>
            <a:xfrm>
              <a:off x="9112900" y="2819629"/>
              <a:ext cx="31014" cy="160136"/>
            </a:xfrm>
            <a:custGeom>
              <a:rect b="b" l="l" r="r" t="t"/>
              <a:pathLst>
                <a:path extrusionOk="0" h="697" w="135">
                  <a:moveTo>
                    <a:pt x="135" y="1"/>
                  </a:moveTo>
                  <a:lnTo>
                    <a:pt x="72" y="349"/>
                  </a:lnTo>
                  <a:lnTo>
                    <a:pt x="1" y="696"/>
                  </a:lnTo>
                  <a:lnTo>
                    <a:pt x="135" y="696"/>
                  </a:lnTo>
                  <a:lnTo>
                    <a:pt x="135"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14"/>
            <p:cNvSpPr/>
            <p:nvPr/>
          </p:nvSpPr>
          <p:spPr>
            <a:xfrm>
              <a:off x="7639418" y="3660030"/>
              <a:ext cx="252249" cy="192760"/>
            </a:xfrm>
            <a:custGeom>
              <a:rect b="b" l="l" r="r" t="t"/>
              <a:pathLst>
                <a:path extrusionOk="0" h="839" w="1098">
                  <a:moveTo>
                    <a:pt x="429" y="0"/>
                  </a:moveTo>
                  <a:lnTo>
                    <a:pt x="1" y="491"/>
                  </a:lnTo>
                  <a:lnTo>
                    <a:pt x="991" y="839"/>
                  </a:lnTo>
                  <a:lnTo>
                    <a:pt x="1098" y="366"/>
                  </a:lnTo>
                  <a:lnTo>
                    <a:pt x="42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14"/>
            <p:cNvSpPr/>
            <p:nvPr/>
          </p:nvSpPr>
          <p:spPr>
            <a:xfrm>
              <a:off x="7866849" y="3725507"/>
              <a:ext cx="520809" cy="127282"/>
            </a:xfrm>
            <a:custGeom>
              <a:rect b="b" l="l" r="r" t="t"/>
              <a:pathLst>
                <a:path extrusionOk="0" h="554" w="2267">
                  <a:moveTo>
                    <a:pt x="2267" y="1"/>
                  </a:moveTo>
                  <a:lnTo>
                    <a:pt x="108" y="81"/>
                  </a:lnTo>
                  <a:lnTo>
                    <a:pt x="1" y="554"/>
                  </a:lnTo>
                  <a:lnTo>
                    <a:pt x="1589" y="491"/>
                  </a:lnTo>
                  <a:lnTo>
                    <a:pt x="2267"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14"/>
            <p:cNvSpPr/>
            <p:nvPr/>
          </p:nvSpPr>
          <p:spPr>
            <a:xfrm>
              <a:off x="7350419" y="3725507"/>
              <a:ext cx="1793541" cy="197125"/>
            </a:xfrm>
            <a:custGeom>
              <a:rect b="b" l="l" r="r" t="t"/>
              <a:pathLst>
                <a:path extrusionOk="0" h="858" w="7807">
                  <a:moveTo>
                    <a:pt x="4515" y="1"/>
                  </a:moveTo>
                  <a:lnTo>
                    <a:pt x="3837" y="491"/>
                  </a:lnTo>
                  <a:lnTo>
                    <a:pt x="2249" y="554"/>
                  </a:lnTo>
                  <a:lnTo>
                    <a:pt x="1259" y="206"/>
                  </a:lnTo>
                  <a:lnTo>
                    <a:pt x="384" y="366"/>
                  </a:lnTo>
                  <a:lnTo>
                    <a:pt x="1" y="857"/>
                  </a:lnTo>
                  <a:lnTo>
                    <a:pt x="7807" y="857"/>
                  </a:lnTo>
                  <a:lnTo>
                    <a:pt x="7807" y="554"/>
                  </a:lnTo>
                  <a:lnTo>
                    <a:pt x="7807" y="304"/>
                  </a:lnTo>
                  <a:lnTo>
                    <a:pt x="5898" y="152"/>
                  </a:lnTo>
                  <a:lnTo>
                    <a:pt x="451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14"/>
            <p:cNvSpPr/>
            <p:nvPr/>
          </p:nvSpPr>
          <p:spPr>
            <a:xfrm>
              <a:off x="8684685" y="3659801"/>
              <a:ext cx="57663" cy="18839"/>
            </a:xfrm>
            <a:custGeom>
              <a:rect b="b" l="l" r="r" t="t"/>
              <a:pathLst>
                <a:path extrusionOk="0" h="82" w="251">
                  <a:moveTo>
                    <a:pt x="143" y="0"/>
                  </a:moveTo>
                  <a:cubicBezTo>
                    <a:pt x="100" y="0"/>
                    <a:pt x="48" y="19"/>
                    <a:pt x="0" y="81"/>
                  </a:cubicBezTo>
                  <a:lnTo>
                    <a:pt x="250" y="81"/>
                  </a:lnTo>
                  <a:lnTo>
                    <a:pt x="250" y="37"/>
                  </a:lnTo>
                  <a:cubicBezTo>
                    <a:pt x="250" y="37"/>
                    <a:pt x="204" y="0"/>
                    <a:pt x="143"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14"/>
            <p:cNvSpPr/>
            <p:nvPr/>
          </p:nvSpPr>
          <p:spPr>
            <a:xfrm>
              <a:off x="8498145" y="3645556"/>
              <a:ext cx="145652" cy="33084"/>
            </a:xfrm>
            <a:custGeom>
              <a:rect b="b" l="l" r="r" t="t"/>
              <a:pathLst>
                <a:path extrusionOk="0" h="144" w="634">
                  <a:moveTo>
                    <a:pt x="313" y="1"/>
                  </a:moveTo>
                  <a:cubicBezTo>
                    <a:pt x="197" y="1"/>
                    <a:pt x="152" y="81"/>
                    <a:pt x="152" y="81"/>
                  </a:cubicBezTo>
                  <a:cubicBezTo>
                    <a:pt x="152" y="81"/>
                    <a:pt x="136" y="77"/>
                    <a:pt x="114" y="77"/>
                  </a:cubicBezTo>
                  <a:cubicBezTo>
                    <a:pt x="76" y="77"/>
                    <a:pt x="23" y="88"/>
                    <a:pt x="0" y="143"/>
                  </a:cubicBezTo>
                  <a:lnTo>
                    <a:pt x="634" y="143"/>
                  </a:lnTo>
                  <a:cubicBezTo>
                    <a:pt x="634" y="143"/>
                    <a:pt x="607" y="94"/>
                    <a:pt x="548" y="94"/>
                  </a:cubicBezTo>
                  <a:cubicBezTo>
                    <a:pt x="531" y="94"/>
                    <a:pt x="512" y="98"/>
                    <a:pt x="491" y="108"/>
                  </a:cubicBezTo>
                  <a:cubicBezTo>
                    <a:pt x="491" y="108"/>
                    <a:pt x="438" y="1"/>
                    <a:pt x="313"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14"/>
            <p:cNvSpPr/>
            <p:nvPr/>
          </p:nvSpPr>
          <p:spPr>
            <a:xfrm>
              <a:off x="8016633" y="3666004"/>
              <a:ext cx="147720" cy="33084"/>
            </a:xfrm>
            <a:custGeom>
              <a:rect b="b" l="l" r="r" t="t"/>
              <a:pathLst>
                <a:path extrusionOk="0" h="144" w="643">
                  <a:moveTo>
                    <a:pt x="321" y="1"/>
                  </a:moveTo>
                  <a:cubicBezTo>
                    <a:pt x="205" y="1"/>
                    <a:pt x="161" y="81"/>
                    <a:pt x="161" y="81"/>
                  </a:cubicBezTo>
                  <a:cubicBezTo>
                    <a:pt x="161" y="81"/>
                    <a:pt x="144" y="77"/>
                    <a:pt x="122" y="77"/>
                  </a:cubicBezTo>
                  <a:cubicBezTo>
                    <a:pt x="84" y="77"/>
                    <a:pt x="28" y="88"/>
                    <a:pt x="0" y="144"/>
                  </a:cubicBezTo>
                  <a:lnTo>
                    <a:pt x="642" y="144"/>
                  </a:lnTo>
                  <a:cubicBezTo>
                    <a:pt x="642" y="144"/>
                    <a:pt x="615" y="95"/>
                    <a:pt x="556" y="95"/>
                  </a:cubicBezTo>
                  <a:cubicBezTo>
                    <a:pt x="540" y="95"/>
                    <a:pt x="521" y="98"/>
                    <a:pt x="500" y="108"/>
                  </a:cubicBezTo>
                  <a:cubicBezTo>
                    <a:pt x="500" y="108"/>
                    <a:pt x="437" y="1"/>
                    <a:pt x="32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14"/>
            <p:cNvSpPr/>
            <p:nvPr/>
          </p:nvSpPr>
          <p:spPr>
            <a:xfrm>
              <a:off x="8424402" y="3672207"/>
              <a:ext cx="123138" cy="26881"/>
            </a:xfrm>
            <a:custGeom>
              <a:rect b="b" l="l" r="r" t="t"/>
              <a:pathLst>
                <a:path extrusionOk="0" h="117" w="536">
                  <a:moveTo>
                    <a:pt x="268" y="1"/>
                  </a:moveTo>
                  <a:cubicBezTo>
                    <a:pt x="161" y="1"/>
                    <a:pt x="125" y="72"/>
                    <a:pt x="125" y="72"/>
                  </a:cubicBezTo>
                  <a:cubicBezTo>
                    <a:pt x="125" y="72"/>
                    <a:pt x="107" y="67"/>
                    <a:pt x="85" y="67"/>
                  </a:cubicBezTo>
                  <a:cubicBezTo>
                    <a:pt x="54" y="67"/>
                    <a:pt x="16" y="76"/>
                    <a:pt x="0" y="117"/>
                  </a:cubicBezTo>
                  <a:lnTo>
                    <a:pt x="536" y="117"/>
                  </a:lnTo>
                  <a:cubicBezTo>
                    <a:pt x="536" y="117"/>
                    <a:pt x="505" y="74"/>
                    <a:pt x="450" y="74"/>
                  </a:cubicBezTo>
                  <a:cubicBezTo>
                    <a:pt x="438" y="74"/>
                    <a:pt x="425" y="76"/>
                    <a:pt x="411" y="81"/>
                  </a:cubicBezTo>
                  <a:cubicBezTo>
                    <a:pt x="411" y="81"/>
                    <a:pt x="366" y="1"/>
                    <a:pt x="26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14"/>
            <p:cNvSpPr/>
            <p:nvPr/>
          </p:nvSpPr>
          <p:spPr>
            <a:xfrm>
              <a:off x="7440702" y="3725507"/>
              <a:ext cx="1703255" cy="164271"/>
            </a:xfrm>
            <a:custGeom>
              <a:rect b="b" l="l" r="r" t="t"/>
              <a:pathLst>
                <a:path extrusionOk="0" h="715" w="7414">
                  <a:moveTo>
                    <a:pt x="4122" y="1"/>
                  </a:moveTo>
                  <a:lnTo>
                    <a:pt x="3444" y="491"/>
                  </a:lnTo>
                  <a:lnTo>
                    <a:pt x="1856" y="554"/>
                  </a:lnTo>
                  <a:lnTo>
                    <a:pt x="866" y="206"/>
                  </a:lnTo>
                  <a:lnTo>
                    <a:pt x="0" y="366"/>
                  </a:lnTo>
                  <a:cubicBezTo>
                    <a:pt x="9" y="366"/>
                    <a:pt x="45" y="375"/>
                    <a:pt x="161" y="429"/>
                  </a:cubicBezTo>
                  <a:cubicBezTo>
                    <a:pt x="312" y="509"/>
                    <a:pt x="402" y="509"/>
                    <a:pt x="402" y="509"/>
                  </a:cubicBezTo>
                  <a:lnTo>
                    <a:pt x="580" y="429"/>
                  </a:lnTo>
                  <a:cubicBezTo>
                    <a:pt x="580" y="429"/>
                    <a:pt x="509" y="402"/>
                    <a:pt x="678" y="402"/>
                  </a:cubicBezTo>
                  <a:cubicBezTo>
                    <a:pt x="848" y="402"/>
                    <a:pt x="928" y="393"/>
                    <a:pt x="928" y="393"/>
                  </a:cubicBezTo>
                  <a:lnTo>
                    <a:pt x="1106" y="482"/>
                  </a:lnTo>
                  <a:lnTo>
                    <a:pt x="1249" y="482"/>
                  </a:lnTo>
                  <a:cubicBezTo>
                    <a:pt x="1249" y="482"/>
                    <a:pt x="1338" y="491"/>
                    <a:pt x="1419" y="554"/>
                  </a:cubicBezTo>
                  <a:cubicBezTo>
                    <a:pt x="1499" y="607"/>
                    <a:pt x="1588" y="670"/>
                    <a:pt x="1588" y="670"/>
                  </a:cubicBezTo>
                  <a:lnTo>
                    <a:pt x="2123" y="714"/>
                  </a:lnTo>
                  <a:lnTo>
                    <a:pt x="3355" y="714"/>
                  </a:lnTo>
                  <a:lnTo>
                    <a:pt x="3649" y="670"/>
                  </a:lnTo>
                  <a:cubicBezTo>
                    <a:pt x="3649" y="670"/>
                    <a:pt x="3702" y="616"/>
                    <a:pt x="3836" y="536"/>
                  </a:cubicBezTo>
                  <a:cubicBezTo>
                    <a:pt x="3970" y="465"/>
                    <a:pt x="4086" y="366"/>
                    <a:pt x="4086" y="366"/>
                  </a:cubicBezTo>
                  <a:lnTo>
                    <a:pt x="4282" y="250"/>
                  </a:lnTo>
                  <a:cubicBezTo>
                    <a:pt x="4282" y="250"/>
                    <a:pt x="4479" y="259"/>
                    <a:pt x="4702" y="295"/>
                  </a:cubicBezTo>
                  <a:cubicBezTo>
                    <a:pt x="4925" y="331"/>
                    <a:pt x="4996" y="340"/>
                    <a:pt x="4996" y="340"/>
                  </a:cubicBezTo>
                  <a:cubicBezTo>
                    <a:pt x="4996" y="340"/>
                    <a:pt x="4916" y="393"/>
                    <a:pt x="5326" y="429"/>
                  </a:cubicBezTo>
                  <a:cubicBezTo>
                    <a:pt x="5466" y="441"/>
                    <a:pt x="5571" y="445"/>
                    <a:pt x="5649" y="445"/>
                  </a:cubicBezTo>
                  <a:cubicBezTo>
                    <a:pt x="5805" y="445"/>
                    <a:pt x="5852" y="429"/>
                    <a:pt x="5852" y="429"/>
                  </a:cubicBezTo>
                  <a:cubicBezTo>
                    <a:pt x="5852" y="429"/>
                    <a:pt x="5913" y="338"/>
                    <a:pt x="5965" y="338"/>
                  </a:cubicBezTo>
                  <a:cubicBezTo>
                    <a:pt x="5969" y="338"/>
                    <a:pt x="5973" y="338"/>
                    <a:pt x="5977" y="340"/>
                  </a:cubicBezTo>
                  <a:cubicBezTo>
                    <a:pt x="6031" y="358"/>
                    <a:pt x="6263" y="482"/>
                    <a:pt x="6361" y="482"/>
                  </a:cubicBezTo>
                  <a:cubicBezTo>
                    <a:pt x="6397" y="479"/>
                    <a:pt x="6429" y="478"/>
                    <a:pt x="6457" y="478"/>
                  </a:cubicBezTo>
                  <a:cubicBezTo>
                    <a:pt x="6513" y="478"/>
                    <a:pt x="6548" y="482"/>
                    <a:pt x="6548" y="482"/>
                  </a:cubicBezTo>
                  <a:lnTo>
                    <a:pt x="7191" y="554"/>
                  </a:lnTo>
                  <a:lnTo>
                    <a:pt x="7414" y="482"/>
                  </a:lnTo>
                  <a:lnTo>
                    <a:pt x="7414" y="304"/>
                  </a:lnTo>
                  <a:lnTo>
                    <a:pt x="5505" y="152"/>
                  </a:lnTo>
                  <a:lnTo>
                    <a:pt x="412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14"/>
            <p:cNvSpPr/>
            <p:nvPr/>
          </p:nvSpPr>
          <p:spPr>
            <a:xfrm>
              <a:off x="8356632" y="3869097"/>
              <a:ext cx="453267" cy="53532"/>
            </a:xfrm>
            <a:custGeom>
              <a:rect b="b" l="l" r="r" t="t"/>
              <a:pathLst>
                <a:path extrusionOk="0" h="233" w="1973">
                  <a:moveTo>
                    <a:pt x="670" y="0"/>
                  </a:moveTo>
                  <a:cubicBezTo>
                    <a:pt x="670" y="0"/>
                    <a:pt x="634" y="0"/>
                    <a:pt x="590" y="9"/>
                  </a:cubicBezTo>
                  <a:cubicBezTo>
                    <a:pt x="554" y="18"/>
                    <a:pt x="385" y="89"/>
                    <a:pt x="385" y="89"/>
                  </a:cubicBezTo>
                  <a:cubicBezTo>
                    <a:pt x="385" y="89"/>
                    <a:pt x="331" y="116"/>
                    <a:pt x="233" y="125"/>
                  </a:cubicBezTo>
                  <a:cubicBezTo>
                    <a:pt x="144" y="134"/>
                    <a:pt x="28" y="223"/>
                    <a:pt x="1" y="232"/>
                  </a:cubicBezTo>
                  <a:lnTo>
                    <a:pt x="1972" y="232"/>
                  </a:lnTo>
                  <a:cubicBezTo>
                    <a:pt x="1928" y="232"/>
                    <a:pt x="1812" y="179"/>
                    <a:pt x="1812" y="179"/>
                  </a:cubicBezTo>
                  <a:cubicBezTo>
                    <a:pt x="1812" y="179"/>
                    <a:pt x="1776" y="170"/>
                    <a:pt x="1678" y="116"/>
                  </a:cubicBezTo>
                  <a:cubicBezTo>
                    <a:pt x="1648" y="101"/>
                    <a:pt x="1606" y="96"/>
                    <a:pt x="1562" y="96"/>
                  </a:cubicBezTo>
                  <a:cubicBezTo>
                    <a:pt x="1475" y="96"/>
                    <a:pt x="1384" y="116"/>
                    <a:pt x="1384" y="116"/>
                  </a:cubicBezTo>
                  <a:cubicBezTo>
                    <a:pt x="1384" y="116"/>
                    <a:pt x="1340" y="120"/>
                    <a:pt x="1277" y="120"/>
                  </a:cubicBezTo>
                  <a:cubicBezTo>
                    <a:pt x="1245" y="120"/>
                    <a:pt x="1208" y="119"/>
                    <a:pt x="1170" y="116"/>
                  </a:cubicBezTo>
                  <a:cubicBezTo>
                    <a:pt x="1063" y="107"/>
                    <a:pt x="1098" y="98"/>
                    <a:pt x="902" y="89"/>
                  </a:cubicBezTo>
                  <a:cubicBezTo>
                    <a:pt x="706" y="80"/>
                    <a:pt x="670" y="0"/>
                    <a:pt x="670" y="0"/>
                  </a:cubicBez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14"/>
            <p:cNvSpPr/>
            <p:nvPr/>
          </p:nvSpPr>
          <p:spPr>
            <a:xfrm>
              <a:off x="8809657" y="3888625"/>
              <a:ext cx="334264" cy="34003"/>
            </a:xfrm>
            <a:custGeom>
              <a:rect b="b" l="l" r="r" t="t"/>
              <a:pathLst>
                <a:path extrusionOk="0" h="148" w="1455">
                  <a:moveTo>
                    <a:pt x="716" y="0"/>
                  </a:moveTo>
                  <a:cubicBezTo>
                    <a:pt x="681" y="0"/>
                    <a:pt x="705" y="4"/>
                    <a:pt x="705" y="4"/>
                  </a:cubicBezTo>
                  <a:lnTo>
                    <a:pt x="589" y="4"/>
                  </a:lnTo>
                  <a:cubicBezTo>
                    <a:pt x="589" y="4"/>
                    <a:pt x="45" y="147"/>
                    <a:pt x="0" y="147"/>
                  </a:cubicBezTo>
                  <a:lnTo>
                    <a:pt x="1455" y="147"/>
                  </a:lnTo>
                  <a:lnTo>
                    <a:pt x="1455" y="31"/>
                  </a:lnTo>
                  <a:lnTo>
                    <a:pt x="1312" y="31"/>
                  </a:lnTo>
                  <a:cubicBezTo>
                    <a:pt x="1296" y="34"/>
                    <a:pt x="1277" y="35"/>
                    <a:pt x="1259" y="35"/>
                  </a:cubicBezTo>
                  <a:cubicBezTo>
                    <a:pt x="1165" y="35"/>
                    <a:pt x="1053" y="4"/>
                    <a:pt x="1053" y="4"/>
                  </a:cubicBezTo>
                  <a:cubicBezTo>
                    <a:pt x="1053" y="4"/>
                    <a:pt x="1029" y="8"/>
                    <a:pt x="961" y="8"/>
                  </a:cubicBezTo>
                  <a:cubicBezTo>
                    <a:pt x="926" y="8"/>
                    <a:pt x="881" y="7"/>
                    <a:pt x="821" y="4"/>
                  </a:cubicBezTo>
                  <a:cubicBezTo>
                    <a:pt x="765" y="1"/>
                    <a:pt x="733" y="0"/>
                    <a:pt x="716" y="0"/>
                  </a:cubicBez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14"/>
            <p:cNvSpPr/>
            <p:nvPr/>
          </p:nvSpPr>
          <p:spPr>
            <a:xfrm>
              <a:off x="6844326" y="1852179"/>
              <a:ext cx="1190946" cy="174610"/>
            </a:xfrm>
            <a:custGeom>
              <a:rect b="b" l="l" r="r" t="t"/>
              <a:pathLst>
                <a:path extrusionOk="0" h="760" w="5184">
                  <a:moveTo>
                    <a:pt x="2650" y="1"/>
                  </a:moveTo>
                  <a:cubicBezTo>
                    <a:pt x="2070" y="1"/>
                    <a:pt x="1767" y="376"/>
                    <a:pt x="1767" y="376"/>
                  </a:cubicBezTo>
                  <a:cubicBezTo>
                    <a:pt x="1701" y="352"/>
                    <a:pt x="1641" y="342"/>
                    <a:pt x="1587" y="342"/>
                  </a:cubicBezTo>
                  <a:cubicBezTo>
                    <a:pt x="1358" y="342"/>
                    <a:pt x="1240" y="518"/>
                    <a:pt x="1240" y="518"/>
                  </a:cubicBezTo>
                  <a:cubicBezTo>
                    <a:pt x="1069" y="450"/>
                    <a:pt x="914" y="423"/>
                    <a:pt x="775" y="423"/>
                  </a:cubicBezTo>
                  <a:cubicBezTo>
                    <a:pt x="282" y="423"/>
                    <a:pt x="0" y="759"/>
                    <a:pt x="0" y="759"/>
                  </a:cubicBezTo>
                  <a:lnTo>
                    <a:pt x="5183" y="759"/>
                  </a:lnTo>
                  <a:cubicBezTo>
                    <a:pt x="5002" y="491"/>
                    <a:pt x="4743" y="422"/>
                    <a:pt x="4524" y="422"/>
                  </a:cubicBezTo>
                  <a:cubicBezTo>
                    <a:pt x="4291" y="422"/>
                    <a:pt x="4104" y="500"/>
                    <a:pt x="4104" y="500"/>
                  </a:cubicBezTo>
                  <a:cubicBezTo>
                    <a:pt x="3997" y="383"/>
                    <a:pt x="3876" y="348"/>
                    <a:pt x="3767" y="348"/>
                  </a:cubicBezTo>
                  <a:cubicBezTo>
                    <a:pt x="3603" y="348"/>
                    <a:pt x="3470" y="429"/>
                    <a:pt x="3470" y="429"/>
                  </a:cubicBezTo>
                  <a:cubicBezTo>
                    <a:pt x="3470" y="429"/>
                    <a:pt x="3239" y="1"/>
                    <a:pt x="2650" y="1"/>
                  </a:cubicBezTo>
                  <a:close/>
                </a:path>
              </a:pathLst>
            </a:custGeom>
            <a:solidFill>
              <a:srgbClr val="6BC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 name="Google Shape;199;p14"/>
          <p:cNvSpPr/>
          <p:nvPr/>
        </p:nvSpPr>
        <p:spPr>
          <a:xfrm>
            <a:off x="-782526" y="627749"/>
            <a:ext cx="3564955" cy="3010780"/>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 name="Google Shape;200;p14"/>
          <p:cNvGrpSpPr/>
          <p:nvPr/>
        </p:nvGrpSpPr>
        <p:grpSpPr>
          <a:xfrm>
            <a:off x="-76302" y="1381098"/>
            <a:ext cx="3312319" cy="2537760"/>
            <a:chOff x="-102" y="1381098"/>
            <a:chExt cx="3312319" cy="2537760"/>
          </a:xfrm>
        </p:grpSpPr>
        <p:sp>
          <p:nvSpPr>
            <p:cNvPr id="201" name="Google Shape;201;p14"/>
            <p:cNvSpPr/>
            <p:nvPr/>
          </p:nvSpPr>
          <p:spPr>
            <a:xfrm>
              <a:off x="-102" y="1381098"/>
              <a:ext cx="2150090" cy="2042707"/>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14"/>
            <p:cNvSpPr/>
            <p:nvPr/>
          </p:nvSpPr>
          <p:spPr>
            <a:xfrm>
              <a:off x="-102" y="1813705"/>
              <a:ext cx="2596924" cy="1869476"/>
            </a:xfrm>
            <a:custGeom>
              <a:rect b="b" l="l" r="r" t="t"/>
              <a:pathLst>
                <a:path extrusionOk="0" h="8137" w="11304">
                  <a:moveTo>
                    <a:pt x="1" y="0"/>
                  </a:moveTo>
                  <a:lnTo>
                    <a:pt x="1" y="8136"/>
                  </a:lnTo>
                  <a:lnTo>
                    <a:pt x="3534" y="7860"/>
                  </a:lnTo>
                  <a:lnTo>
                    <a:pt x="6076" y="7583"/>
                  </a:lnTo>
                  <a:lnTo>
                    <a:pt x="10064" y="7735"/>
                  </a:lnTo>
                  <a:lnTo>
                    <a:pt x="11304" y="7057"/>
                  </a:lnTo>
                  <a:lnTo>
                    <a:pt x="8619" y="6120"/>
                  </a:lnTo>
                  <a:lnTo>
                    <a:pt x="7512" y="5433"/>
                  </a:lnTo>
                  <a:lnTo>
                    <a:pt x="5612" y="4693"/>
                  </a:lnTo>
                  <a:lnTo>
                    <a:pt x="4470" y="3042"/>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14"/>
            <p:cNvSpPr/>
            <p:nvPr/>
          </p:nvSpPr>
          <p:spPr>
            <a:xfrm>
              <a:off x="903881" y="3061901"/>
              <a:ext cx="1076079" cy="264442"/>
            </a:xfrm>
            <a:custGeom>
              <a:rect b="b" l="l" r="r" t="t"/>
              <a:pathLst>
                <a:path extrusionOk="0" h="1151" w="4684">
                  <a:moveTo>
                    <a:pt x="3577" y="0"/>
                  </a:moveTo>
                  <a:lnTo>
                    <a:pt x="0" y="1151"/>
                  </a:lnTo>
                  <a:lnTo>
                    <a:pt x="4684" y="687"/>
                  </a:lnTo>
                  <a:lnTo>
                    <a:pt x="3577"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14"/>
            <p:cNvSpPr/>
            <p:nvPr/>
          </p:nvSpPr>
          <p:spPr>
            <a:xfrm>
              <a:off x="588234" y="2512584"/>
              <a:ext cx="701151" cy="537156"/>
            </a:xfrm>
            <a:custGeom>
              <a:rect b="b" l="l" r="r" t="t"/>
              <a:pathLst>
                <a:path extrusionOk="0" h="2338" w="3052">
                  <a:moveTo>
                    <a:pt x="1909" y="0"/>
                  </a:moveTo>
                  <a:lnTo>
                    <a:pt x="0" y="304"/>
                  </a:lnTo>
                  <a:lnTo>
                    <a:pt x="437" y="2338"/>
                  </a:lnTo>
                  <a:lnTo>
                    <a:pt x="3051" y="1651"/>
                  </a:lnTo>
                  <a:lnTo>
                    <a:pt x="190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14"/>
            <p:cNvSpPr/>
            <p:nvPr/>
          </p:nvSpPr>
          <p:spPr>
            <a:xfrm>
              <a:off x="1262488" y="2944961"/>
              <a:ext cx="57434" cy="147729"/>
            </a:xfrm>
            <a:custGeom>
              <a:rect b="b" l="l" r="r" t="t"/>
              <a:pathLst>
                <a:path extrusionOk="0" h="643" w="250">
                  <a:moveTo>
                    <a:pt x="125" y="1"/>
                  </a:moveTo>
                  <a:lnTo>
                    <a:pt x="63" y="322"/>
                  </a:lnTo>
                  <a:lnTo>
                    <a:pt x="0" y="643"/>
                  </a:lnTo>
                  <a:lnTo>
                    <a:pt x="250" y="643"/>
                  </a:lnTo>
                  <a:lnTo>
                    <a:pt x="188" y="322"/>
                  </a:lnTo>
                  <a:lnTo>
                    <a:pt x="125"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14"/>
            <p:cNvSpPr/>
            <p:nvPr/>
          </p:nvSpPr>
          <p:spPr>
            <a:xfrm>
              <a:off x="442585" y="2349926"/>
              <a:ext cx="195045" cy="119700"/>
            </a:xfrm>
            <a:custGeom>
              <a:rect b="b" l="l" r="r" t="t"/>
              <a:pathLst>
                <a:path extrusionOk="0" h="521" w="849">
                  <a:moveTo>
                    <a:pt x="38" y="1"/>
                  </a:moveTo>
                  <a:cubicBezTo>
                    <a:pt x="15" y="1"/>
                    <a:pt x="1" y="4"/>
                    <a:pt x="1" y="4"/>
                  </a:cubicBezTo>
                  <a:lnTo>
                    <a:pt x="1" y="521"/>
                  </a:lnTo>
                  <a:lnTo>
                    <a:pt x="848" y="378"/>
                  </a:lnTo>
                  <a:cubicBezTo>
                    <a:pt x="792" y="242"/>
                    <a:pt x="686" y="210"/>
                    <a:pt x="598" y="210"/>
                  </a:cubicBezTo>
                  <a:cubicBezTo>
                    <a:pt x="520" y="210"/>
                    <a:pt x="456" y="235"/>
                    <a:pt x="456" y="235"/>
                  </a:cubicBezTo>
                  <a:cubicBezTo>
                    <a:pt x="434" y="171"/>
                    <a:pt x="378" y="158"/>
                    <a:pt x="336" y="158"/>
                  </a:cubicBezTo>
                  <a:cubicBezTo>
                    <a:pt x="308" y="158"/>
                    <a:pt x="286" y="164"/>
                    <a:pt x="286" y="164"/>
                  </a:cubicBezTo>
                  <a:cubicBezTo>
                    <a:pt x="227" y="20"/>
                    <a:pt x="101" y="1"/>
                    <a:pt x="3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14"/>
            <p:cNvSpPr/>
            <p:nvPr/>
          </p:nvSpPr>
          <p:spPr>
            <a:xfrm>
              <a:off x="65600" y="1971539"/>
              <a:ext cx="114868" cy="293161"/>
            </a:xfrm>
            <a:custGeom>
              <a:rect b="b" l="l" r="r" t="t"/>
              <a:pathLst>
                <a:path extrusionOk="0" h="1276" w="500">
                  <a:moveTo>
                    <a:pt x="250" y="0"/>
                  </a:moveTo>
                  <a:lnTo>
                    <a:pt x="125" y="642"/>
                  </a:lnTo>
                  <a:lnTo>
                    <a:pt x="0" y="1276"/>
                  </a:lnTo>
                  <a:lnTo>
                    <a:pt x="500" y="1276"/>
                  </a:lnTo>
                  <a:lnTo>
                    <a:pt x="375" y="642"/>
                  </a:lnTo>
                  <a:lnTo>
                    <a:pt x="25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14"/>
            <p:cNvSpPr/>
            <p:nvPr/>
          </p:nvSpPr>
          <p:spPr>
            <a:xfrm>
              <a:off x="192640" y="2034948"/>
              <a:ext cx="113030" cy="293391"/>
            </a:xfrm>
            <a:custGeom>
              <a:rect b="b" l="l" r="r" t="t"/>
              <a:pathLst>
                <a:path extrusionOk="0" h="1277" w="492">
                  <a:moveTo>
                    <a:pt x="250" y="1"/>
                  </a:moveTo>
                  <a:lnTo>
                    <a:pt x="125" y="634"/>
                  </a:lnTo>
                  <a:lnTo>
                    <a:pt x="0" y="1276"/>
                  </a:lnTo>
                  <a:lnTo>
                    <a:pt x="491" y="1276"/>
                  </a:lnTo>
                  <a:lnTo>
                    <a:pt x="375" y="634"/>
                  </a:lnTo>
                  <a:lnTo>
                    <a:pt x="25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14"/>
            <p:cNvSpPr/>
            <p:nvPr/>
          </p:nvSpPr>
          <p:spPr>
            <a:xfrm>
              <a:off x="629125" y="2233906"/>
              <a:ext cx="113030" cy="293161"/>
            </a:xfrm>
            <a:custGeom>
              <a:rect b="b" l="l" r="r" t="t"/>
              <a:pathLst>
                <a:path extrusionOk="0" h="1276" w="492">
                  <a:moveTo>
                    <a:pt x="241" y="0"/>
                  </a:moveTo>
                  <a:lnTo>
                    <a:pt x="117" y="642"/>
                  </a:lnTo>
                  <a:lnTo>
                    <a:pt x="1" y="1276"/>
                  </a:lnTo>
                  <a:lnTo>
                    <a:pt x="491" y="1276"/>
                  </a:lnTo>
                  <a:lnTo>
                    <a:pt x="366" y="642"/>
                  </a:lnTo>
                  <a:lnTo>
                    <a:pt x="24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14"/>
            <p:cNvSpPr/>
            <p:nvPr/>
          </p:nvSpPr>
          <p:spPr>
            <a:xfrm>
              <a:off x="522531" y="2135346"/>
              <a:ext cx="65934" cy="166339"/>
            </a:xfrm>
            <a:custGeom>
              <a:rect b="b" l="l" r="r" t="t"/>
              <a:pathLst>
                <a:path extrusionOk="0" h="724" w="287">
                  <a:moveTo>
                    <a:pt x="143" y="1"/>
                  </a:moveTo>
                  <a:lnTo>
                    <a:pt x="72" y="358"/>
                  </a:lnTo>
                  <a:lnTo>
                    <a:pt x="1" y="723"/>
                  </a:lnTo>
                  <a:lnTo>
                    <a:pt x="286" y="723"/>
                  </a:lnTo>
                  <a:lnTo>
                    <a:pt x="215" y="358"/>
                  </a:lnTo>
                  <a:lnTo>
                    <a:pt x="143"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14"/>
            <p:cNvSpPr/>
            <p:nvPr/>
          </p:nvSpPr>
          <p:spPr>
            <a:xfrm>
              <a:off x="711139" y="2291112"/>
              <a:ext cx="113030" cy="293391"/>
            </a:xfrm>
            <a:custGeom>
              <a:rect b="b" l="l" r="r" t="t"/>
              <a:pathLst>
                <a:path extrusionOk="0" h="1277" w="492">
                  <a:moveTo>
                    <a:pt x="241" y="1"/>
                  </a:moveTo>
                  <a:lnTo>
                    <a:pt x="125" y="643"/>
                  </a:lnTo>
                  <a:lnTo>
                    <a:pt x="0" y="1277"/>
                  </a:lnTo>
                  <a:lnTo>
                    <a:pt x="491" y="1277"/>
                  </a:lnTo>
                  <a:lnTo>
                    <a:pt x="366" y="643"/>
                  </a:lnTo>
                  <a:lnTo>
                    <a:pt x="241"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14"/>
            <p:cNvSpPr/>
            <p:nvPr/>
          </p:nvSpPr>
          <p:spPr>
            <a:xfrm>
              <a:off x="996002" y="2994127"/>
              <a:ext cx="108894" cy="223776"/>
            </a:xfrm>
            <a:custGeom>
              <a:rect b="b" l="l" r="r" t="t"/>
              <a:pathLst>
                <a:path extrusionOk="0" h="974" w="474">
                  <a:moveTo>
                    <a:pt x="232" y="1"/>
                  </a:moveTo>
                  <a:lnTo>
                    <a:pt x="116" y="491"/>
                  </a:lnTo>
                  <a:lnTo>
                    <a:pt x="0" y="973"/>
                  </a:lnTo>
                  <a:lnTo>
                    <a:pt x="473" y="973"/>
                  </a:lnTo>
                  <a:lnTo>
                    <a:pt x="348" y="491"/>
                  </a:lnTo>
                  <a:lnTo>
                    <a:pt x="232"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14"/>
            <p:cNvSpPr/>
            <p:nvPr/>
          </p:nvSpPr>
          <p:spPr>
            <a:xfrm>
              <a:off x="1127178" y="2951165"/>
              <a:ext cx="88448" cy="223547"/>
            </a:xfrm>
            <a:custGeom>
              <a:rect b="b" l="l" r="r" t="t"/>
              <a:pathLst>
                <a:path extrusionOk="0" h="973" w="385">
                  <a:moveTo>
                    <a:pt x="188" y="0"/>
                  </a:moveTo>
                  <a:lnTo>
                    <a:pt x="99" y="482"/>
                  </a:lnTo>
                  <a:lnTo>
                    <a:pt x="0" y="973"/>
                  </a:lnTo>
                  <a:lnTo>
                    <a:pt x="384" y="973"/>
                  </a:lnTo>
                  <a:lnTo>
                    <a:pt x="286" y="482"/>
                  </a:lnTo>
                  <a:lnTo>
                    <a:pt x="18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14"/>
            <p:cNvSpPr/>
            <p:nvPr/>
          </p:nvSpPr>
          <p:spPr>
            <a:xfrm>
              <a:off x="1065610" y="3026980"/>
              <a:ext cx="86380" cy="223547"/>
            </a:xfrm>
            <a:custGeom>
              <a:rect b="b" l="l" r="r" t="t"/>
              <a:pathLst>
                <a:path extrusionOk="0" h="973" w="376">
                  <a:moveTo>
                    <a:pt x="188" y="0"/>
                  </a:moveTo>
                  <a:lnTo>
                    <a:pt x="90" y="482"/>
                  </a:lnTo>
                  <a:lnTo>
                    <a:pt x="1" y="973"/>
                  </a:lnTo>
                  <a:lnTo>
                    <a:pt x="375" y="973"/>
                  </a:lnTo>
                  <a:lnTo>
                    <a:pt x="286" y="482"/>
                  </a:lnTo>
                  <a:lnTo>
                    <a:pt x="18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14"/>
            <p:cNvSpPr/>
            <p:nvPr/>
          </p:nvSpPr>
          <p:spPr>
            <a:xfrm>
              <a:off x="1901824" y="3244317"/>
              <a:ext cx="86380" cy="223547"/>
            </a:xfrm>
            <a:custGeom>
              <a:rect b="b" l="l" r="r" t="t"/>
              <a:pathLst>
                <a:path extrusionOk="0" h="973" w="376">
                  <a:moveTo>
                    <a:pt x="188" y="0"/>
                  </a:moveTo>
                  <a:lnTo>
                    <a:pt x="99" y="491"/>
                  </a:lnTo>
                  <a:lnTo>
                    <a:pt x="1" y="972"/>
                  </a:lnTo>
                  <a:lnTo>
                    <a:pt x="375" y="972"/>
                  </a:lnTo>
                  <a:lnTo>
                    <a:pt x="286" y="491"/>
                  </a:lnTo>
                  <a:lnTo>
                    <a:pt x="18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14"/>
            <p:cNvSpPr/>
            <p:nvPr/>
          </p:nvSpPr>
          <p:spPr>
            <a:xfrm>
              <a:off x="971421" y="3156096"/>
              <a:ext cx="387563" cy="313838"/>
            </a:xfrm>
            <a:custGeom>
              <a:rect b="b" l="l" r="r" t="t"/>
              <a:pathLst>
                <a:path extrusionOk="0" h="1366" w="1687">
                  <a:moveTo>
                    <a:pt x="0" y="0"/>
                  </a:moveTo>
                  <a:lnTo>
                    <a:pt x="0" y="1365"/>
                  </a:lnTo>
                  <a:lnTo>
                    <a:pt x="1687" y="1365"/>
                  </a:lnTo>
                  <a:lnTo>
                    <a:pt x="1687"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14"/>
            <p:cNvSpPr/>
            <p:nvPr/>
          </p:nvSpPr>
          <p:spPr>
            <a:xfrm>
              <a:off x="971421" y="3156096"/>
              <a:ext cx="387563" cy="73979"/>
            </a:xfrm>
            <a:custGeom>
              <a:rect b="b" l="l" r="r" t="t"/>
              <a:pathLst>
                <a:path extrusionOk="0" h="322" w="1687">
                  <a:moveTo>
                    <a:pt x="0" y="0"/>
                  </a:moveTo>
                  <a:lnTo>
                    <a:pt x="0" y="322"/>
                  </a:lnTo>
                  <a:lnTo>
                    <a:pt x="1687" y="322"/>
                  </a:lnTo>
                  <a:lnTo>
                    <a:pt x="16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14"/>
            <p:cNvSpPr/>
            <p:nvPr/>
          </p:nvSpPr>
          <p:spPr>
            <a:xfrm>
              <a:off x="1358745" y="3295550"/>
              <a:ext cx="584216" cy="211140"/>
            </a:xfrm>
            <a:custGeom>
              <a:rect b="b" l="l" r="r" t="t"/>
              <a:pathLst>
                <a:path extrusionOk="0" h="919" w="2543">
                  <a:moveTo>
                    <a:pt x="1" y="0"/>
                  </a:moveTo>
                  <a:lnTo>
                    <a:pt x="1" y="919"/>
                  </a:lnTo>
                  <a:lnTo>
                    <a:pt x="2543" y="919"/>
                  </a:lnTo>
                  <a:lnTo>
                    <a:pt x="2543"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14"/>
            <p:cNvSpPr/>
            <p:nvPr/>
          </p:nvSpPr>
          <p:spPr>
            <a:xfrm>
              <a:off x="1387461" y="3236046"/>
              <a:ext cx="555499" cy="59735"/>
            </a:xfrm>
            <a:custGeom>
              <a:rect b="b" l="l" r="r" t="t"/>
              <a:pathLst>
                <a:path extrusionOk="0" h="260" w="2418">
                  <a:moveTo>
                    <a:pt x="0" y="0"/>
                  </a:moveTo>
                  <a:lnTo>
                    <a:pt x="259" y="259"/>
                  </a:lnTo>
                  <a:lnTo>
                    <a:pt x="2418" y="259"/>
                  </a:lnTo>
                  <a:lnTo>
                    <a:pt x="215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14"/>
            <p:cNvSpPr/>
            <p:nvPr/>
          </p:nvSpPr>
          <p:spPr>
            <a:xfrm>
              <a:off x="725382" y="3504157"/>
              <a:ext cx="459470" cy="135782"/>
            </a:xfrm>
            <a:custGeom>
              <a:rect b="b" l="l" r="r" t="t"/>
              <a:pathLst>
                <a:path extrusionOk="0" h="591" w="2000">
                  <a:moveTo>
                    <a:pt x="100" y="1"/>
                  </a:moveTo>
                  <a:cubicBezTo>
                    <a:pt x="83" y="1"/>
                    <a:pt x="72" y="2"/>
                    <a:pt x="72" y="2"/>
                  </a:cubicBezTo>
                  <a:lnTo>
                    <a:pt x="1" y="591"/>
                  </a:lnTo>
                  <a:lnTo>
                    <a:pt x="1999" y="591"/>
                  </a:lnTo>
                  <a:lnTo>
                    <a:pt x="1999" y="323"/>
                  </a:lnTo>
                  <a:cubicBezTo>
                    <a:pt x="1867" y="194"/>
                    <a:pt x="1728" y="153"/>
                    <a:pt x="1606" y="153"/>
                  </a:cubicBezTo>
                  <a:cubicBezTo>
                    <a:pt x="1400" y="153"/>
                    <a:pt x="1241" y="270"/>
                    <a:pt x="1241" y="270"/>
                  </a:cubicBezTo>
                  <a:cubicBezTo>
                    <a:pt x="1199" y="247"/>
                    <a:pt x="1160" y="239"/>
                    <a:pt x="1125" y="239"/>
                  </a:cubicBezTo>
                  <a:cubicBezTo>
                    <a:pt x="1021" y="239"/>
                    <a:pt x="955" y="314"/>
                    <a:pt x="955" y="314"/>
                  </a:cubicBezTo>
                  <a:cubicBezTo>
                    <a:pt x="873" y="229"/>
                    <a:pt x="787" y="202"/>
                    <a:pt x="712" y="202"/>
                  </a:cubicBezTo>
                  <a:cubicBezTo>
                    <a:pt x="592" y="202"/>
                    <a:pt x="500" y="270"/>
                    <a:pt x="500" y="270"/>
                  </a:cubicBezTo>
                  <a:cubicBezTo>
                    <a:pt x="487" y="189"/>
                    <a:pt x="414" y="179"/>
                    <a:pt x="378" y="179"/>
                  </a:cubicBezTo>
                  <a:cubicBezTo>
                    <a:pt x="366" y="179"/>
                    <a:pt x="358" y="180"/>
                    <a:pt x="358" y="180"/>
                  </a:cubicBezTo>
                  <a:cubicBezTo>
                    <a:pt x="329" y="18"/>
                    <a:pt x="166" y="1"/>
                    <a:pt x="1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14"/>
            <p:cNvSpPr/>
            <p:nvPr/>
          </p:nvSpPr>
          <p:spPr>
            <a:xfrm>
              <a:off x="442585" y="2541302"/>
              <a:ext cx="442929" cy="707170"/>
            </a:xfrm>
            <a:custGeom>
              <a:rect b="b" l="l" r="r" t="t"/>
              <a:pathLst>
                <a:path extrusionOk="0" h="3078" w="1928">
                  <a:moveTo>
                    <a:pt x="1" y="0"/>
                  </a:moveTo>
                  <a:lnTo>
                    <a:pt x="1" y="3078"/>
                  </a:lnTo>
                  <a:lnTo>
                    <a:pt x="1928" y="3078"/>
                  </a:lnTo>
                  <a:lnTo>
                    <a:pt x="1928"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14"/>
            <p:cNvSpPr/>
            <p:nvPr/>
          </p:nvSpPr>
          <p:spPr>
            <a:xfrm>
              <a:off x="510355" y="2612982"/>
              <a:ext cx="55596" cy="96495"/>
            </a:xfrm>
            <a:custGeom>
              <a:rect b="b" l="l" r="r" t="t"/>
              <a:pathLst>
                <a:path extrusionOk="0" h="420" w="242">
                  <a:moveTo>
                    <a:pt x="0" y="0"/>
                  </a:moveTo>
                  <a:lnTo>
                    <a:pt x="0" y="420"/>
                  </a:lnTo>
                  <a:lnTo>
                    <a:pt x="241" y="420"/>
                  </a:lnTo>
                  <a:lnTo>
                    <a:pt x="24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14"/>
            <p:cNvSpPr/>
            <p:nvPr/>
          </p:nvSpPr>
          <p:spPr>
            <a:xfrm>
              <a:off x="631193" y="2709245"/>
              <a:ext cx="55596" cy="98563"/>
            </a:xfrm>
            <a:custGeom>
              <a:rect b="b" l="l" r="r" t="t"/>
              <a:pathLst>
                <a:path extrusionOk="0" h="429" w="242">
                  <a:moveTo>
                    <a:pt x="1" y="1"/>
                  </a:moveTo>
                  <a:lnTo>
                    <a:pt x="1" y="429"/>
                  </a:lnTo>
                  <a:lnTo>
                    <a:pt x="241" y="429"/>
                  </a:lnTo>
                  <a:lnTo>
                    <a:pt x="24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14"/>
            <p:cNvSpPr/>
            <p:nvPr/>
          </p:nvSpPr>
          <p:spPr>
            <a:xfrm>
              <a:off x="752030" y="2637565"/>
              <a:ext cx="55596" cy="98563"/>
            </a:xfrm>
            <a:custGeom>
              <a:rect b="b" l="l" r="r" t="t"/>
              <a:pathLst>
                <a:path extrusionOk="0" h="429" w="242">
                  <a:moveTo>
                    <a:pt x="1" y="0"/>
                  </a:moveTo>
                  <a:lnTo>
                    <a:pt x="1" y="429"/>
                  </a:lnTo>
                  <a:lnTo>
                    <a:pt x="242" y="429"/>
                  </a:lnTo>
                  <a:lnTo>
                    <a:pt x="24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14"/>
            <p:cNvSpPr/>
            <p:nvPr/>
          </p:nvSpPr>
          <p:spPr>
            <a:xfrm>
              <a:off x="487842" y="2824116"/>
              <a:ext cx="55366" cy="98563"/>
            </a:xfrm>
            <a:custGeom>
              <a:rect b="b" l="l" r="r" t="t"/>
              <a:pathLst>
                <a:path extrusionOk="0" h="429" w="241">
                  <a:moveTo>
                    <a:pt x="0" y="0"/>
                  </a:moveTo>
                  <a:lnTo>
                    <a:pt x="0" y="428"/>
                  </a:lnTo>
                  <a:lnTo>
                    <a:pt x="241" y="428"/>
                  </a:lnTo>
                  <a:lnTo>
                    <a:pt x="24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14"/>
            <p:cNvSpPr/>
            <p:nvPr/>
          </p:nvSpPr>
          <p:spPr>
            <a:xfrm>
              <a:off x="735720" y="2850767"/>
              <a:ext cx="55596" cy="98563"/>
            </a:xfrm>
            <a:custGeom>
              <a:rect b="b" l="l" r="r" t="t"/>
              <a:pathLst>
                <a:path extrusionOk="0" h="429" w="242">
                  <a:moveTo>
                    <a:pt x="1" y="0"/>
                  </a:moveTo>
                  <a:lnTo>
                    <a:pt x="1" y="428"/>
                  </a:lnTo>
                  <a:lnTo>
                    <a:pt x="241" y="428"/>
                  </a:lnTo>
                  <a:lnTo>
                    <a:pt x="24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14"/>
            <p:cNvSpPr/>
            <p:nvPr/>
          </p:nvSpPr>
          <p:spPr>
            <a:xfrm>
              <a:off x="582031" y="3018709"/>
              <a:ext cx="108894" cy="211370"/>
            </a:xfrm>
            <a:custGeom>
              <a:rect b="b" l="l" r="r" t="t"/>
              <a:pathLst>
                <a:path extrusionOk="0" h="920" w="474">
                  <a:moveTo>
                    <a:pt x="0" y="1"/>
                  </a:moveTo>
                  <a:lnTo>
                    <a:pt x="0" y="920"/>
                  </a:lnTo>
                  <a:lnTo>
                    <a:pt x="473" y="920"/>
                  </a:lnTo>
                  <a:lnTo>
                    <a:pt x="47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14"/>
            <p:cNvSpPr/>
            <p:nvPr/>
          </p:nvSpPr>
          <p:spPr>
            <a:xfrm>
              <a:off x="442585" y="2434701"/>
              <a:ext cx="498295" cy="106834"/>
            </a:xfrm>
            <a:custGeom>
              <a:rect b="b" l="l" r="r" t="t"/>
              <a:pathLst>
                <a:path extrusionOk="0" h="465" w="2169">
                  <a:moveTo>
                    <a:pt x="1" y="0"/>
                  </a:moveTo>
                  <a:lnTo>
                    <a:pt x="1" y="464"/>
                  </a:lnTo>
                  <a:lnTo>
                    <a:pt x="2169" y="464"/>
                  </a:lnTo>
                  <a:lnTo>
                    <a:pt x="170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14"/>
            <p:cNvSpPr/>
            <p:nvPr/>
          </p:nvSpPr>
          <p:spPr>
            <a:xfrm>
              <a:off x="657841" y="2914176"/>
              <a:ext cx="299345" cy="555765"/>
            </a:xfrm>
            <a:custGeom>
              <a:rect b="b" l="l" r="r" t="t"/>
              <a:pathLst>
                <a:path extrusionOk="0" h="2419" w="1303">
                  <a:moveTo>
                    <a:pt x="1" y="1"/>
                  </a:moveTo>
                  <a:lnTo>
                    <a:pt x="1" y="2418"/>
                  </a:lnTo>
                  <a:lnTo>
                    <a:pt x="1303" y="2418"/>
                  </a:lnTo>
                  <a:lnTo>
                    <a:pt x="1303"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14"/>
            <p:cNvSpPr/>
            <p:nvPr/>
          </p:nvSpPr>
          <p:spPr>
            <a:xfrm>
              <a:off x="956949" y="2840428"/>
              <a:ext cx="70069" cy="629515"/>
            </a:xfrm>
            <a:custGeom>
              <a:rect b="b" l="l" r="r" t="t"/>
              <a:pathLst>
                <a:path extrusionOk="0" h="2740" w="305">
                  <a:moveTo>
                    <a:pt x="304" y="1"/>
                  </a:moveTo>
                  <a:lnTo>
                    <a:pt x="1" y="322"/>
                  </a:lnTo>
                  <a:lnTo>
                    <a:pt x="1" y="2739"/>
                  </a:lnTo>
                  <a:lnTo>
                    <a:pt x="304" y="2739"/>
                  </a:lnTo>
                  <a:lnTo>
                    <a:pt x="304"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14"/>
            <p:cNvSpPr/>
            <p:nvPr/>
          </p:nvSpPr>
          <p:spPr>
            <a:xfrm>
              <a:off x="704936" y="2961273"/>
              <a:ext cx="37217" cy="68006"/>
            </a:xfrm>
            <a:custGeom>
              <a:rect b="b" l="l" r="r" t="t"/>
              <a:pathLst>
                <a:path extrusionOk="0" h="296" w="162">
                  <a:moveTo>
                    <a:pt x="1" y="1"/>
                  </a:moveTo>
                  <a:lnTo>
                    <a:pt x="1"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14"/>
            <p:cNvSpPr/>
            <p:nvPr/>
          </p:nvSpPr>
          <p:spPr>
            <a:xfrm>
              <a:off x="786949" y="3029048"/>
              <a:ext cx="37217" cy="65708"/>
            </a:xfrm>
            <a:custGeom>
              <a:rect b="b" l="l" r="r" t="t"/>
              <a:pathLst>
                <a:path extrusionOk="0" h="286" w="162">
                  <a:moveTo>
                    <a:pt x="1" y="0"/>
                  </a:moveTo>
                  <a:lnTo>
                    <a:pt x="1"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14"/>
            <p:cNvSpPr/>
            <p:nvPr/>
          </p:nvSpPr>
          <p:spPr>
            <a:xfrm>
              <a:off x="866895" y="2979882"/>
              <a:ext cx="37217" cy="65708"/>
            </a:xfrm>
            <a:custGeom>
              <a:rect b="b" l="l" r="r" t="t"/>
              <a:pathLst>
                <a:path extrusionOk="0" h="286" w="162">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14"/>
            <p:cNvSpPr/>
            <p:nvPr/>
          </p:nvSpPr>
          <p:spPr>
            <a:xfrm>
              <a:off x="688625" y="3133581"/>
              <a:ext cx="36987" cy="6570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14"/>
            <p:cNvSpPr/>
            <p:nvPr/>
          </p:nvSpPr>
          <p:spPr>
            <a:xfrm>
              <a:off x="885273" y="3104863"/>
              <a:ext cx="37217" cy="67776"/>
            </a:xfrm>
            <a:custGeom>
              <a:rect b="b" l="l" r="r" t="t"/>
              <a:pathLst>
                <a:path extrusionOk="0" h="295" w="162">
                  <a:moveTo>
                    <a:pt x="1" y="0"/>
                  </a:moveTo>
                  <a:lnTo>
                    <a:pt x="1"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14"/>
            <p:cNvSpPr/>
            <p:nvPr/>
          </p:nvSpPr>
          <p:spPr>
            <a:xfrm>
              <a:off x="815665" y="3199058"/>
              <a:ext cx="36987" cy="65938"/>
            </a:xfrm>
            <a:custGeom>
              <a:rect b="b" l="l" r="r" t="t"/>
              <a:pathLst>
                <a:path extrusionOk="0" h="287" w="161">
                  <a:moveTo>
                    <a:pt x="0" y="1"/>
                  </a:moveTo>
                  <a:lnTo>
                    <a:pt x="0" y="286"/>
                  </a:lnTo>
                  <a:lnTo>
                    <a:pt x="161" y="286"/>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14"/>
            <p:cNvSpPr/>
            <p:nvPr/>
          </p:nvSpPr>
          <p:spPr>
            <a:xfrm>
              <a:off x="815665" y="3326106"/>
              <a:ext cx="73975" cy="143824"/>
            </a:xfrm>
            <a:custGeom>
              <a:rect b="b" l="l" r="r" t="t"/>
              <a:pathLst>
                <a:path extrusionOk="0" h="626" w="322">
                  <a:moveTo>
                    <a:pt x="0" y="1"/>
                  </a:moveTo>
                  <a:lnTo>
                    <a:pt x="0" y="625"/>
                  </a:lnTo>
                  <a:lnTo>
                    <a:pt x="322" y="625"/>
                  </a:lnTo>
                  <a:lnTo>
                    <a:pt x="32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14"/>
            <p:cNvSpPr/>
            <p:nvPr/>
          </p:nvSpPr>
          <p:spPr>
            <a:xfrm>
              <a:off x="657841" y="2840428"/>
              <a:ext cx="369184" cy="73979"/>
            </a:xfrm>
            <a:custGeom>
              <a:rect b="b" l="l" r="r" t="t"/>
              <a:pathLst>
                <a:path extrusionOk="0" h="322" w="1607">
                  <a:moveTo>
                    <a:pt x="313" y="1"/>
                  </a:moveTo>
                  <a:lnTo>
                    <a:pt x="1" y="322"/>
                  </a:lnTo>
                  <a:lnTo>
                    <a:pt x="1303" y="322"/>
                  </a:lnTo>
                  <a:lnTo>
                    <a:pt x="160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14"/>
            <p:cNvSpPr/>
            <p:nvPr/>
          </p:nvSpPr>
          <p:spPr>
            <a:xfrm>
              <a:off x="-102" y="2281003"/>
              <a:ext cx="442929" cy="709238"/>
            </a:xfrm>
            <a:custGeom>
              <a:rect b="b" l="l" r="r" t="t"/>
              <a:pathLst>
                <a:path extrusionOk="0" h="3087" w="1928">
                  <a:moveTo>
                    <a:pt x="1" y="0"/>
                  </a:moveTo>
                  <a:lnTo>
                    <a:pt x="1" y="3087"/>
                  </a:lnTo>
                  <a:lnTo>
                    <a:pt x="1928" y="3087"/>
                  </a:lnTo>
                  <a:lnTo>
                    <a:pt x="1928"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14"/>
            <p:cNvSpPr/>
            <p:nvPr/>
          </p:nvSpPr>
          <p:spPr>
            <a:xfrm>
              <a:off x="67668" y="2352683"/>
              <a:ext cx="55596" cy="98563"/>
            </a:xfrm>
            <a:custGeom>
              <a:rect b="b" l="l" r="r" t="t"/>
              <a:pathLst>
                <a:path extrusionOk="0" h="429" w="242">
                  <a:moveTo>
                    <a:pt x="0" y="0"/>
                  </a:moveTo>
                  <a:lnTo>
                    <a:pt x="0" y="429"/>
                  </a:lnTo>
                  <a:lnTo>
                    <a:pt x="241" y="429"/>
                  </a:lnTo>
                  <a:lnTo>
                    <a:pt x="24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14"/>
            <p:cNvSpPr/>
            <p:nvPr/>
          </p:nvSpPr>
          <p:spPr>
            <a:xfrm>
              <a:off x="190573" y="2451013"/>
              <a:ext cx="53528" cy="98563"/>
            </a:xfrm>
            <a:custGeom>
              <a:rect b="b" l="l" r="r" t="t"/>
              <a:pathLst>
                <a:path extrusionOk="0" h="429" w="233">
                  <a:moveTo>
                    <a:pt x="1" y="1"/>
                  </a:moveTo>
                  <a:lnTo>
                    <a:pt x="1" y="429"/>
                  </a:lnTo>
                  <a:lnTo>
                    <a:pt x="232" y="429"/>
                  </a:lnTo>
                  <a:lnTo>
                    <a:pt x="23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14"/>
            <p:cNvSpPr/>
            <p:nvPr/>
          </p:nvSpPr>
          <p:spPr>
            <a:xfrm>
              <a:off x="309343" y="2379333"/>
              <a:ext cx="55596" cy="98563"/>
            </a:xfrm>
            <a:custGeom>
              <a:rect b="b" l="l" r="r" t="t"/>
              <a:pathLst>
                <a:path extrusionOk="0" h="429" w="242">
                  <a:moveTo>
                    <a:pt x="1" y="0"/>
                  </a:moveTo>
                  <a:lnTo>
                    <a:pt x="1" y="429"/>
                  </a:lnTo>
                  <a:lnTo>
                    <a:pt x="242" y="429"/>
                  </a:lnTo>
                  <a:lnTo>
                    <a:pt x="24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14"/>
            <p:cNvSpPr/>
            <p:nvPr/>
          </p:nvSpPr>
          <p:spPr>
            <a:xfrm>
              <a:off x="47222" y="2565885"/>
              <a:ext cx="53299" cy="98563"/>
            </a:xfrm>
            <a:custGeom>
              <a:rect b="b" l="l" r="r" t="t"/>
              <a:pathLst>
                <a:path extrusionOk="0" h="429" w="232">
                  <a:moveTo>
                    <a:pt x="0" y="0"/>
                  </a:moveTo>
                  <a:lnTo>
                    <a:pt x="0" y="428"/>
                  </a:lnTo>
                  <a:lnTo>
                    <a:pt x="232" y="428"/>
                  </a:lnTo>
                  <a:lnTo>
                    <a:pt x="23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14"/>
            <p:cNvSpPr/>
            <p:nvPr/>
          </p:nvSpPr>
          <p:spPr>
            <a:xfrm>
              <a:off x="293032" y="2592535"/>
              <a:ext cx="55596" cy="98563"/>
            </a:xfrm>
            <a:custGeom>
              <a:rect b="b" l="l" r="r" t="t"/>
              <a:pathLst>
                <a:path extrusionOk="0" h="429" w="242">
                  <a:moveTo>
                    <a:pt x="1" y="0"/>
                  </a:moveTo>
                  <a:lnTo>
                    <a:pt x="1" y="428"/>
                  </a:lnTo>
                  <a:lnTo>
                    <a:pt x="241" y="428"/>
                  </a:lnTo>
                  <a:lnTo>
                    <a:pt x="24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14"/>
            <p:cNvSpPr/>
            <p:nvPr/>
          </p:nvSpPr>
          <p:spPr>
            <a:xfrm>
              <a:off x="139343" y="2760477"/>
              <a:ext cx="110962" cy="211370"/>
            </a:xfrm>
            <a:custGeom>
              <a:rect b="b" l="l" r="r" t="t"/>
              <a:pathLst>
                <a:path extrusionOk="0" h="920" w="483">
                  <a:moveTo>
                    <a:pt x="0" y="1"/>
                  </a:moveTo>
                  <a:lnTo>
                    <a:pt x="0" y="920"/>
                  </a:lnTo>
                  <a:lnTo>
                    <a:pt x="482" y="920"/>
                  </a:lnTo>
                  <a:lnTo>
                    <a:pt x="48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14"/>
            <p:cNvSpPr/>
            <p:nvPr/>
          </p:nvSpPr>
          <p:spPr>
            <a:xfrm>
              <a:off x="-102" y="2819522"/>
              <a:ext cx="195045" cy="119470"/>
            </a:xfrm>
            <a:custGeom>
              <a:rect b="b" l="l" r="r" t="t"/>
              <a:pathLst>
                <a:path extrusionOk="0" h="520" w="849">
                  <a:moveTo>
                    <a:pt x="38" y="0"/>
                  </a:moveTo>
                  <a:cubicBezTo>
                    <a:pt x="15" y="0"/>
                    <a:pt x="1" y="2"/>
                    <a:pt x="1" y="2"/>
                  </a:cubicBezTo>
                  <a:lnTo>
                    <a:pt x="1" y="520"/>
                  </a:lnTo>
                  <a:lnTo>
                    <a:pt x="848" y="386"/>
                  </a:lnTo>
                  <a:cubicBezTo>
                    <a:pt x="792" y="250"/>
                    <a:pt x="688" y="217"/>
                    <a:pt x="603" y="217"/>
                  </a:cubicBezTo>
                  <a:cubicBezTo>
                    <a:pt x="527" y="217"/>
                    <a:pt x="465" y="243"/>
                    <a:pt x="465" y="243"/>
                  </a:cubicBezTo>
                  <a:cubicBezTo>
                    <a:pt x="438" y="179"/>
                    <a:pt x="379" y="166"/>
                    <a:pt x="336" y="166"/>
                  </a:cubicBezTo>
                  <a:cubicBezTo>
                    <a:pt x="308" y="166"/>
                    <a:pt x="286" y="172"/>
                    <a:pt x="286" y="172"/>
                  </a:cubicBezTo>
                  <a:cubicBezTo>
                    <a:pt x="233" y="20"/>
                    <a:pt x="102" y="0"/>
                    <a:pt x="38"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14"/>
            <p:cNvSpPr/>
            <p:nvPr/>
          </p:nvSpPr>
          <p:spPr>
            <a:xfrm>
              <a:off x="-102" y="2176470"/>
              <a:ext cx="498295" cy="104766"/>
            </a:xfrm>
            <a:custGeom>
              <a:rect b="b" l="l" r="r" t="t"/>
              <a:pathLst>
                <a:path extrusionOk="0" h="456" w="2169">
                  <a:moveTo>
                    <a:pt x="1" y="0"/>
                  </a:moveTo>
                  <a:lnTo>
                    <a:pt x="1" y="455"/>
                  </a:lnTo>
                  <a:lnTo>
                    <a:pt x="2169" y="455"/>
                  </a:lnTo>
                  <a:lnTo>
                    <a:pt x="170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14"/>
            <p:cNvSpPr/>
            <p:nvPr/>
          </p:nvSpPr>
          <p:spPr>
            <a:xfrm>
              <a:off x="219289" y="2653877"/>
              <a:ext cx="299345" cy="479948"/>
            </a:xfrm>
            <a:custGeom>
              <a:rect b="b" l="l" r="r" t="t"/>
              <a:pathLst>
                <a:path extrusionOk="0" h="2089" w="1303">
                  <a:moveTo>
                    <a:pt x="0" y="1"/>
                  </a:moveTo>
                  <a:lnTo>
                    <a:pt x="0" y="2088"/>
                  </a:lnTo>
                  <a:lnTo>
                    <a:pt x="1303" y="2088"/>
                  </a:lnTo>
                  <a:lnTo>
                    <a:pt x="1303"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14"/>
            <p:cNvSpPr/>
            <p:nvPr/>
          </p:nvSpPr>
          <p:spPr>
            <a:xfrm>
              <a:off x="518396" y="2582197"/>
              <a:ext cx="70069" cy="551630"/>
            </a:xfrm>
            <a:custGeom>
              <a:rect b="b" l="l" r="r" t="t"/>
              <a:pathLst>
                <a:path extrusionOk="0" h="2401" w="305">
                  <a:moveTo>
                    <a:pt x="304" y="1"/>
                  </a:moveTo>
                  <a:lnTo>
                    <a:pt x="1" y="313"/>
                  </a:lnTo>
                  <a:lnTo>
                    <a:pt x="1" y="2400"/>
                  </a:lnTo>
                  <a:lnTo>
                    <a:pt x="304" y="2400"/>
                  </a:lnTo>
                  <a:lnTo>
                    <a:pt x="304"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14"/>
            <p:cNvSpPr/>
            <p:nvPr/>
          </p:nvSpPr>
          <p:spPr>
            <a:xfrm>
              <a:off x="264316" y="2703042"/>
              <a:ext cx="37217" cy="65938"/>
            </a:xfrm>
            <a:custGeom>
              <a:rect b="b" l="l" r="r" t="t"/>
              <a:pathLst>
                <a:path extrusionOk="0" h="287" w="162">
                  <a:moveTo>
                    <a:pt x="1" y="1"/>
                  </a:moveTo>
                  <a:lnTo>
                    <a:pt x="1" y="286"/>
                  </a:lnTo>
                  <a:lnTo>
                    <a:pt x="161" y="286"/>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14"/>
            <p:cNvSpPr/>
            <p:nvPr/>
          </p:nvSpPr>
          <p:spPr>
            <a:xfrm>
              <a:off x="346329" y="2768748"/>
              <a:ext cx="37217" cy="67776"/>
            </a:xfrm>
            <a:custGeom>
              <a:rect b="b" l="l" r="r" t="t"/>
              <a:pathLst>
                <a:path extrusionOk="0" h="295" w="162">
                  <a:moveTo>
                    <a:pt x="1" y="0"/>
                  </a:moveTo>
                  <a:lnTo>
                    <a:pt x="1"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14"/>
            <p:cNvSpPr/>
            <p:nvPr/>
          </p:nvSpPr>
          <p:spPr>
            <a:xfrm>
              <a:off x="428342" y="2721651"/>
              <a:ext cx="36987" cy="6570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14"/>
            <p:cNvSpPr/>
            <p:nvPr/>
          </p:nvSpPr>
          <p:spPr>
            <a:xfrm>
              <a:off x="250072" y="2846631"/>
              <a:ext cx="36987" cy="6570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14"/>
            <p:cNvSpPr/>
            <p:nvPr/>
          </p:nvSpPr>
          <p:spPr>
            <a:xfrm>
              <a:off x="446720" y="2846631"/>
              <a:ext cx="37217" cy="65708"/>
            </a:xfrm>
            <a:custGeom>
              <a:rect b="b" l="l" r="r" t="t"/>
              <a:pathLst>
                <a:path extrusionOk="0" h="286" w="162">
                  <a:moveTo>
                    <a:pt x="1" y="0"/>
                  </a:moveTo>
                  <a:lnTo>
                    <a:pt x="1"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14"/>
            <p:cNvSpPr/>
            <p:nvPr/>
          </p:nvSpPr>
          <p:spPr>
            <a:xfrm>
              <a:off x="313478" y="2977815"/>
              <a:ext cx="73975" cy="143594"/>
            </a:xfrm>
            <a:custGeom>
              <a:rect b="b" l="l" r="r" t="t"/>
              <a:pathLst>
                <a:path extrusionOk="0" h="625" w="322">
                  <a:moveTo>
                    <a:pt x="1" y="0"/>
                  </a:moveTo>
                  <a:lnTo>
                    <a:pt x="1" y="625"/>
                  </a:lnTo>
                  <a:lnTo>
                    <a:pt x="322" y="625"/>
                  </a:lnTo>
                  <a:lnTo>
                    <a:pt x="32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14"/>
            <p:cNvSpPr/>
            <p:nvPr/>
          </p:nvSpPr>
          <p:spPr>
            <a:xfrm>
              <a:off x="219289" y="2582197"/>
              <a:ext cx="369184" cy="71912"/>
            </a:xfrm>
            <a:custGeom>
              <a:rect b="b" l="l" r="r" t="t"/>
              <a:pathLst>
                <a:path extrusionOk="0" h="313" w="1607">
                  <a:moveTo>
                    <a:pt x="313" y="1"/>
                  </a:moveTo>
                  <a:lnTo>
                    <a:pt x="0" y="313"/>
                  </a:lnTo>
                  <a:lnTo>
                    <a:pt x="1303" y="313"/>
                  </a:lnTo>
                  <a:lnTo>
                    <a:pt x="160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14"/>
            <p:cNvSpPr/>
            <p:nvPr/>
          </p:nvSpPr>
          <p:spPr>
            <a:xfrm>
              <a:off x="428342" y="3028358"/>
              <a:ext cx="194815" cy="119700"/>
            </a:xfrm>
            <a:custGeom>
              <a:rect b="b" l="l" r="r" t="t"/>
              <a:pathLst>
                <a:path extrusionOk="0" h="521" w="848">
                  <a:moveTo>
                    <a:pt x="38" y="1"/>
                  </a:moveTo>
                  <a:cubicBezTo>
                    <a:pt x="15" y="1"/>
                    <a:pt x="0" y="3"/>
                    <a:pt x="0" y="3"/>
                  </a:cubicBezTo>
                  <a:lnTo>
                    <a:pt x="0" y="521"/>
                  </a:lnTo>
                  <a:lnTo>
                    <a:pt x="848" y="378"/>
                  </a:lnTo>
                  <a:cubicBezTo>
                    <a:pt x="792" y="249"/>
                    <a:pt x="689" y="217"/>
                    <a:pt x="602" y="217"/>
                  </a:cubicBezTo>
                  <a:cubicBezTo>
                    <a:pt x="522" y="217"/>
                    <a:pt x="455" y="244"/>
                    <a:pt x="455" y="244"/>
                  </a:cubicBezTo>
                  <a:cubicBezTo>
                    <a:pt x="433" y="172"/>
                    <a:pt x="374" y="159"/>
                    <a:pt x="331" y="159"/>
                  </a:cubicBezTo>
                  <a:cubicBezTo>
                    <a:pt x="305" y="159"/>
                    <a:pt x="286" y="164"/>
                    <a:pt x="286" y="164"/>
                  </a:cubicBezTo>
                  <a:cubicBezTo>
                    <a:pt x="227" y="20"/>
                    <a:pt x="101" y="1"/>
                    <a:pt x="3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14"/>
            <p:cNvSpPr/>
            <p:nvPr/>
          </p:nvSpPr>
          <p:spPr>
            <a:xfrm>
              <a:off x="442585" y="3180678"/>
              <a:ext cx="299574" cy="479948"/>
            </a:xfrm>
            <a:custGeom>
              <a:rect b="b" l="l" r="r" t="t"/>
              <a:pathLst>
                <a:path extrusionOk="0" h="2089" w="1304">
                  <a:moveTo>
                    <a:pt x="1" y="1"/>
                  </a:moveTo>
                  <a:lnTo>
                    <a:pt x="1" y="2088"/>
                  </a:lnTo>
                  <a:lnTo>
                    <a:pt x="1303" y="2088"/>
                  </a:lnTo>
                  <a:lnTo>
                    <a:pt x="1303"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14"/>
            <p:cNvSpPr/>
            <p:nvPr/>
          </p:nvSpPr>
          <p:spPr>
            <a:xfrm>
              <a:off x="487842" y="3229843"/>
              <a:ext cx="36987" cy="65938"/>
            </a:xfrm>
            <a:custGeom>
              <a:rect b="b" l="l" r="r" t="t"/>
              <a:pathLst>
                <a:path extrusionOk="0" h="287" w="161">
                  <a:moveTo>
                    <a:pt x="0" y="1"/>
                  </a:moveTo>
                  <a:lnTo>
                    <a:pt x="0" y="286"/>
                  </a:lnTo>
                  <a:lnTo>
                    <a:pt x="161" y="286"/>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14"/>
            <p:cNvSpPr/>
            <p:nvPr/>
          </p:nvSpPr>
          <p:spPr>
            <a:xfrm>
              <a:off x="569625" y="3295550"/>
              <a:ext cx="37217" cy="67776"/>
            </a:xfrm>
            <a:custGeom>
              <a:rect b="b" l="l" r="r" t="t"/>
              <a:pathLst>
                <a:path extrusionOk="0" h="295" w="162">
                  <a:moveTo>
                    <a:pt x="1" y="0"/>
                  </a:moveTo>
                  <a:lnTo>
                    <a:pt x="1" y="294"/>
                  </a:lnTo>
                  <a:lnTo>
                    <a:pt x="161" y="294"/>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14"/>
            <p:cNvSpPr/>
            <p:nvPr/>
          </p:nvSpPr>
          <p:spPr>
            <a:xfrm>
              <a:off x="651639" y="3246385"/>
              <a:ext cx="37217" cy="67776"/>
            </a:xfrm>
            <a:custGeom>
              <a:rect b="b" l="l" r="r" t="t"/>
              <a:pathLst>
                <a:path extrusionOk="0" h="295" w="162">
                  <a:moveTo>
                    <a:pt x="1" y="0"/>
                  </a:moveTo>
                  <a:lnTo>
                    <a:pt x="1" y="294"/>
                  </a:lnTo>
                  <a:lnTo>
                    <a:pt x="161" y="294"/>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14"/>
            <p:cNvSpPr/>
            <p:nvPr/>
          </p:nvSpPr>
          <p:spPr>
            <a:xfrm>
              <a:off x="473369" y="3373433"/>
              <a:ext cx="37217" cy="65708"/>
            </a:xfrm>
            <a:custGeom>
              <a:rect b="b" l="l" r="r" t="t"/>
              <a:pathLst>
                <a:path extrusionOk="0" h="286" w="162">
                  <a:moveTo>
                    <a:pt x="1" y="0"/>
                  </a:moveTo>
                  <a:lnTo>
                    <a:pt x="1"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14"/>
            <p:cNvSpPr/>
            <p:nvPr/>
          </p:nvSpPr>
          <p:spPr>
            <a:xfrm>
              <a:off x="641531" y="3391812"/>
              <a:ext cx="36987" cy="6570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14"/>
            <p:cNvSpPr/>
            <p:nvPr/>
          </p:nvSpPr>
          <p:spPr>
            <a:xfrm>
              <a:off x="537004" y="3504616"/>
              <a:ext cx="73975" cy="143594"/>
            </a:xfrm>
            <a:custGeom>
              <a:rect b="b" l="l" r="r" t="t"/>
              <a:pathLst>
                <a:path extrusionOk="0" h="625" w="322">
                  <a:moveTo>
                    <a:pt x="0" y="0"/>
                  </a:moveTo>
                  <a:lnTo>
                    <a:pt x="0" y="625"/>
                  </a:lnTo>
                  <a:lnTo>
                    <a:pt x="321" y="625"/>
                  </a:lnTo>
                  <a:lnTo>
                    <a:pt x="32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14"/>
            <p:cNvSpPr/>
            <p:nvPr/>
          </p:nvSpPr>
          <p:spPr>
            <a:xfrm>
              <a:off x="442585" y="3108998"/>
              <a:ext cx="336332" cy="71912"/>
            </a:xfrm>
            <a:custGeom>
              <a:rect b="b" l="l" r="r" t="t"/>
              <a:pathLst>
                <a:path extrusionOk="0" h="313" w="1464">
                  <a:moveTo>
                    <a:pt x="1" y="0"/>
                  </a:moveTo>
                  <a:lnTo>
                    <a:pt x="1" y="313"/>
                  </a:lnTo>
                  <a:lnTo>
                    <a:pt x="1464" y="313"/>
                  </a:lnTo>
                  <a:lnTo>
                    <a:pt x="115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14"/>
            <p:cNvSpPr/>
            <p:nvPr/>
          </p:nvSpPr>
          <p:spPr>
            <a:xfrm>
              <a:off x="1231704" y="3108998"/>
              <a:ext cx="250181" cy="397697"/>
            </a:xfrm>
            <a:custGeom>
              <a:rect b="b" l="l" r="r" t="t"/>
              <a:pathLst>
                <a:path extrusionOk="0" h="1731" w="1089">
                  <a:moveTo>
                    <a:pt x="0" y="0"/>
                  </a:moveTo>
                  <a:lnTo>
                    <a:pt x="0" y="1731"/>
                  </a:lnTo>
                  <a:lnTo>
                    <a:pt x="1089" y="1731"/>
                  </a:lnTo>
                  <a:lnTo>
                    <a:pt x="1089"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14"/>
            <p:cNvSpPr/>
            <p:nvPr/>
          </p:nvSpPr>
          <p:spPr>
            <a:xfrm>
              <a:off x="1174272" y="3049495"/>
              <a:ext cx="57663" cy="457203"/>
            </a:xfrm>
            <a:custGeom>
              <a:rect b="b" l="l" r="r" t="t"/>
              <a:pathLst>
                <a:path extrusionOk="0" h="1990" w="251">
                  <a:moveTo>
                    <a:pt x="1" y="1"/>
                  </a:moveTo>
                  <a:lnTo>
                    <a:pt x="1" y="1990"/>
                  </a:lnTo>
                  <a:lnTo>
                    <a:pt x="250" y="1990"/>
                  </a:lnTo>
                  <a:lnTo>
                    <a:pt x="250" y="259"/>
                  </a:lnTo>
                  <a:lnTo>
                    <a:pt x="1"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14"/>
            <p:cNvSpPr/>
            <p:nvPr/>
          </p:nvSpPr>
          <p:spPr>
            <a:xfrm>
              <a:off x="1412042" y="3149893"/>
              <a:ext cx="31014" cy="55599"/>
            </a:xfrm>
            <a:custGeom>
              <a:rect b="b" l="l" r="r" t="t"/>
              <a:pathLst>
                <a:path extrusionOk="0" h="242" w="135">
                  <a:moveTo>
                    <a:pt x="0" y="1"/>
                  </a:moveTo>
                  <a:lnTo>
                    <a:pt x="0" y="242"/>
                  </a:lnTo>
                  <a:lnTo>
                    <a:pt x="134" y="242"/>
                  </a:lnTo>
                  <a:lnTo>
                    <a:pt x="13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14"/>
            <p:cNvSpPr/>
            <p:nvPr/>
          </p:nvSpPr>
          <p:spPr>
            <a:xfrm>
              <a:off x="1344501" y="3205261"/>
              <a:ext cx="30784" cy="53532"/>
            </a:xfrm>
            <a:custGeom>
              <a:rect b="b" l="l" r="r" t="t"/>
              <a:pathLst>
                <a:path extrusionOk="0" h="233" w="134">
                  <a:moveTo>
                    <a:pt x="0" y="1"/>
                  </a:moveTo>
                  <a:lnTo>
                    <a:pt x="0" y="233"/>
                  </a:lnTo>
                  <a:lnTo>
                    <a:pt x="134" y="233"/>
                  </a:lnTo>
                  <a:lnTo>
                    <a:pt x="13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14"/>
            <p:cNvSpPr/>
            <p:nvPr/>
          </p:nvSpPr>
          <p:spPr>
            <a:xfrm>
              <a:off x="1276731" y="3164366"/>
              <a:ext cx="31014" cy="55599"/>
            </a:xfrm>
            <a:custGeom>
              <a:rect b="b" l="l" r="r" t="t"/>
              <a:pathLst>
                <a:path extrusionOk="0" h="242" w="135">
                  <a:moveTo>
                    <a:pt x="1" y="0"/>
                  </a:moveTo>
                  <a:lnTo>
                    <a:pt x="1" y="241"/>
                  </a:lnTo>
                  <a:lnTo>
                    <a:pt x="134" y="241"/>
                  </a:lnTo>
                  <a:lnTo>
                    <a:pt x="134"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14"/>
            <p:cNvSpPr/>
            <p:nvPr/>
          </p:nvSpPr>
          <p:spPr>
            <a:xfrm>
              <a:off x="1424217" y="3268900"/>
              <a:ext cx="31014" cy="55370"/>
            </a:xfrm>
            <a:custGeom>
              <a:rect b="b" l="l" r="r" t="t"/>
              <a:pathLst>
                <a:path extrusionOk="0" h="241" w="135">
                  <a:moveTo>
                    <a:pt x="1" y="0"/>
                  </a:moveTo>
                  <a:lnTo>
                    <a:pt x="1" y="241"/>
                  </a:lnTo>
                  <a:lnTo>
                    <a:pt x="135" y="241"/>
                  </a:lnTo>
                  <a:lnTo>
                    <a:pt x="13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14"/>
            <p:cNvSpPr/>
            <p:nvPr/>
          </p:nvSpPr>
          <p:spPr>
            <a:xfrm>
              <a:off x="1049300" y="3320132"/>
              <a:ext cx="31014" cy="55600"/>
            </a:xfrm>
            <a:custGeom>
              <a:rect b="b" l="l" r="r" t="t"/>
              <a:pathLst>
                <a:path extrusionOk="0" h="242" w="135">
                  <a:moveTo>
                    <a:pt x="0" y="0"/>
                  </a:moveTo>
                  <a:lnTo>
                    <a:pt x="0" y="241"/>
                  </a:lnTo>
                  <a:lnTo>
                    <a:pt x="134" y="241"/>
                  </a:lnTo>
                  <a:lnTo>
                    <a:pt x="134"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14"/>
            <p:cNvSpPr/>
            <p:nvPr/>
          </p:nvSpPr>
          <p:spPr>
            <a:xfrm>
              <a:off x="1112705" y="3262697"/>
              <a:ext cx="31014" cy="55599"/>
            </a:xfrm>
            <a:custGeom>
              <a:rect b="b" l="l" r="r" t="t"/>
              <a:pathLst>
                <a:path extrusionOk="0" h="242" w="135">
                  <a:moveTo>
                    <a:pt x="1" y="0"/>
                  </a:moveTo>
                  <a:lnTo>
                    <a:pt x="1" y="241"/>
                  </a:lnTo>
                  <a:lnTo>
                    <a:pt x="135" y="241"/>
                  </a:lnTo>
                  <a:lnTo>
                    <a:pt x="13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14"/>
            <p:cNvSpPr/>
            <p:nvPr/>
          </p:nvSpPr>
          <p:spPr>
            <a:xfrm>
              <a:off x="1518636" y="3334377"/>
              <a:ext cx="31014" cy="55600"/>
            </a:xfrm>
            <a:custGeom>
              <a:rect b="b" l="l" r="r" t="t"/>
              <a:pathLst>
                <a:path extrusionOk="0" h="242" w="135">
                  <a:moveTo>
                    <a:pt x="0" y="1"/>
                  </a:moveTo>
                  <a:lnTo>
                    <a:pt x="0" y="241"/>
                  </a:lnTo>
                  <a:lnTo>
                    <a:pt x="134" y="241"/>
                  </a:lnTo>
                  <a:lnTo>
                    <a:pt x="13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14"/>
            <p:cNvSpPr/>
            <p:nvPr/>
          </p:nvSpPr>
          <p:spPr>
            <a:xfrm>
              <a:off x="1764446" y="3320132"/>
              <a:ext cx="31014" cy="55600"/>
            </a:xfrm>
            <a:custGeom>
              <a:rect b="b" l="l" r="r" t="t"/>
              <a:pathLst>
                <a:path extrusionOk="0" h="242" w="135">
                  <a:moveTo>
                    <a:pt x="1" y="0"/>
                  </a:moveTo>
                  <a:lnTo>
                    <a:pt x="1" y="241"/>
                  </a:lnTo>
                  <a:lnTo>
                    <a:pt x="135" y="241"/>
                  </a:lnTo>
                  <a:lnTo>
                    <a:pt x="13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14"/>
            <p:cNvSpPr/>
            <p:nvPr/>
          </p:nvSpPr>
          <p:spPr>
            <a:xfrm>
              <a:off x="1598582" y="3387677"/>
              <a:ext cx="31014" cy="55600"/>
            </a:xfrm>
            <a:custGeom>
              <a:rect b="b" l="l" r="r" t="t"/>
              <a:pathLst>
                <a:path extrusionOk="0" h="242" w="135">
                  <a:moveTo>
                    <a:pt x="0" y="1"/>
                  </a:moveTo>
                  <a:lnTo>
                    <a:pt x="0" y="241"/>
                  </a:lnTo>
                  <a:lnTo>
                    <a:pt x="134" y="241"/>
                  </a:lnTo>
                  <a:lnTo>
                    <a:pt x="13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14"/>
            <p:cNvSpPr/>
            <p:nvPr/>
          </p:nvSpPr>
          <p:spPr>
            <a:xfrm>
              <a:off x="1863000" y="3328173"/>
              <a:ext cx="30784" cy="55600"/>
            </a:xfrm>
            <a:custGeom>
              <a:rect b="b" l="l" r="r" t="t"/>
              <a:pathLst>
                <a:path extrusionOk="0" h="242" w="134">
                  <a:moveTo>
                    <a:pt x="0" y="1"/>
                  </a:moveTo>
                  <a:lnTo>
                    <a:pt x="0" y="242"/>
                  </a:lnTo>
                  <a:lnTo>
                    <a:pt x="134" y="242"/>
                  </a:lnTo>
                  <a:lnTo>
                    <a:pt x="13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14"/>
            <p:cNvSpPr/>
            <p:nvPr/>
          </p:nvSpPr>
          <p:spPr>
            <a:xfrm>
              <a:off x="1813608" y="3414327"/>
              <a:ext cx="31014" cy="55600"/>
            </a:xfrm>
            <a:custGeom>
              <a:rect b="b" l="l" r="r" t="t"/>
              <a:pathLst>
                <a:path extrusionOk="0" h="242" w="135">
                  <a:moveTo>
                    <a:pt x="1" y="1"/>
                  </a:moveTo>
                  <a:lnTo>
                    <a:pt x="1" y="241"/>
                  </a:lnTo>
                  <a:lnTo>
                    <a:pt x="135" y="241"/>
                  </a:lnTo>
                  <a:lnTo>
                    <a:pt x="13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14"/>
            <p:cNvSpPr/>
            <p:nvPr/>
          </p:nvSpPr>
          <p:spPr>
            <a:xfrm>
              <a:off x="1260421" y="3268900"/>
              <a:ext cx="31014" cy="55370"/>
            </a:xfrm>
            <a:custGeom>
              <a:rect b="b" l="l" r="r" t="t"/>
              <a:pathLst>
                <a:path extrusionOk="0" h="241" w="135">
                  <a:moveTo>
                    <a:pt x="0" y="0"/>
                  </a:moveTo>
                  <a:lnTo>
                    <a:pt x="0" y="241"/>
                  </a:lnTo>
                  <a:lnTo>
                    <a:pt x="134" y="241"/>
                  </a:lnTo>
                  <a:lnTo>
                    <a:pt x="134"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14"/>
            <p:cNvSpPr/>
            <p:nvPr/>
          </p:nvSpPr>
          <p:spPr>
            <a:xfrm>
              <a:off x="1340366" y="3387677"/>
              <a:ext cx="61569" cy="119011"/>
            </a:xfrm>
            <a:custGeom>
              <a:rect b="b" l="l" r="r" t="t"/>
              <a:pathLst>
                <a:path extrusionOk="0" h="518" w="268">
                  <a:moveTo>
                    <a:pt x="0" y="1"/>
                  </a:moveTo>
                  <a:lnTo>
                    <a:pt x="0" y="518"/>
                  </a:lnTo>
                  <a:lnTo>
                    <a:pt x="268" y="518"/>
                  </a:lnTo>
                  <a:lnTo>
                    <a:pt x="26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14"/>
            <p:cNvSpPr/>
            <p:nvPr/>
          </p:nvSpPr>
          <p:spPr>
            <a:xfrm>
              <a:off x="1680595" y="3387677"/>
              <a:ext cx="61569" cy="119011"/>
            </a:xfrm>
            <a:custGeom>
              <a:rect b="b" l="l" r="r" t="t"/>
              <a:pathLst>
                <a:path extrusionOk="0" h="518" w="268">
                  <a:moveTo>
                    <a:pt x="0" y="1"/>
                  </a:moveTo>
                  <a:lnTo>
                    <a:pt x="0" y="518"/>
                  </a:lnTo>
                  <a:lnTo>
                    <a:pt x="268" y="518"/>
                  </a:lnTo>
                  <a:lnTo>
                    <a:pt x="26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14"/>
            <p:cNvSpPr/>
            <p:nvPr/>
          </p:nvSpPr>
          <p:spPr>
            <a:xfrm>
              <a:off x="1174272" y="3049495"/>
              <a:ext cx="307615" cy="59735"/>
            </a:xfrm>
            <a:custGeom>
              <a:rect b="b" l="l" r="r" t="t"/>
              <a:pathLst>
                <a:path extrusionOk="0" h="260" w="1339">
                  <a:moveTo>
                    <a:pt x="1" y="1"/>
                  </a:moveTo>
                  <a:lnTo>
                    <a:pt x="250" y="259"/>
                  </a:lnTo>
                  <a:lnTo>
                    <a:pt x="1339" y="259"/>
                  </a:lnTo>
                  <a:lnTo>
                    <a:pt x="107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14"/>
            <p:cNvSpPr/>
            <p:nvPr/>
          </p:nvSpPr>
          <p:spPr>
            <a:xfrm>
              <a:off x="1436623" y="3356891"/>
              <a:ext cx="88448" cy="223776"/>
            </a:xfrm>
            <a:custGeom>
              <a:rect b="b" l="l" r="r" t="t"/>
              <a:pathLst>
                <a:path extrusionOk="0" h="974" w="385">
                  <a:moveTo>
                    <a:pt x="197" y="1"/>
                  </a:moveTo>
                  <a:lnTo>
                    <a:pt x="99" y="482"/>
                  </a:lnTo>
                  <a:lnTo>
                    <a:pt x="1" y="973"/>
                  </a:lnTo>
                  <a:lnTo>
                    <a:pt x="384" y="973"/>
                  </a:lnTo>
                  <a:lnTo>
                    <a:pt x="286" y="482"/>
                  </a:lnTo>
                  <a:lnTo>
                    <a:pt x="197"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14"/>
            <p:cNvSpPr/>
            <p:nvPr/>
          </p:nvSpPr>
          <p:spPr>
            <a:xfrm>
              <a:off x="2008418" y="3174475"/>
              <a:ext cx="86380" cy="223777"/>
            </a:xfrm>
            <a:custGeom>
              <a:rect b="b" l="l" r="r" t="t"/>
              <a:pathLst>
                <a:path extrusionOk="0" h="974" w="376">
                  <a:moveTo>
                    <a:pt x="188" y="1"/>
                  </a:moveTo>
                  <a:lnTo>
                    <a:pt x="90" y="483"/>
                  </a:lnTo>
                  <a:lnTo>
                    <a:pt x="0" y="973"/>
                  </a:lnTo>
                  <a:lnTo>
                    <a:pt x="375" y="973"/>
                  </a:lnTo>
                  <a:lnTo>
                    <a:pt x="277" y="483"/>
                  </a:lnTo>
                  <a:lnTo>
                    <a:pt x="18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14"/>
            <p:cNvSpPr/>
            <p:nvPr/>
          </p:nvSpPr>
          <p:spPr>
            <a:xfrm>
              <a:off x="2104675" y="3326106"/>
              <a:ext cx="110962" cy="285120"/>
            </a:xfrm>
            <a:custGeom>
              <a:rect b="b" l="l" r="r" t="t"/>
              <a:pathLst>
                <a:path extrusionOk="0" h="1241" w="483">
                  <a:moveTo>
                    <a:pt x="242" y="1"/>
                  </a:moveTo>
                  <a:lnTo>
                    <a:pt x="126" y="625"/>
                  </a:lnTo>
                  <a:lnTo>
                    <a:pt x="1" y="1241"/>
                  </a:lnTo>
                  <a:lnTo>
                    <a:pt x="483" y="1241"/>
                  </a:lnTo>
                  <a:lnTo>
                    <a:pt x="358" y="625"/>
                  </a:lnTo>
                  <a:lnTo>
                    <a:pt x="242"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14"/>
            <p:cNvSpPr/>
            <p:nvPr/>
          </p:nvSpPr>
          <p:spPr>
            <a:xfrm>
              <a:off x="2330268" y="3266832"/>
              <a:ext cx="78110" cy="203099"/>
            </a:xfrm>
            <a:custGeom>
              <a:rect b="b" l="l" r="r" t="t"/>
              <a:pathLst>
                <a:path extrusionOk="0" h="884" w="340">
                  <a:moveTo>
                    <a:pt x="170" y="0"/>
                  </a:moveTo>
                  <a:lnTo>
                    <a:pt x="80" y="437"/>
                  </a:lnTo>
                  <a:lnTo>
                    <a:pt x="0" y="883"/>
                  </a:lnTo>
                  <a:lnTo>
                    <a:pt x="339" y="883"/>
                  </a:lnTo>
                  <a:lnTo>
                    <a:pt x="259" y="437"/>
                  </a:lnTo>
                  <a:lnTo>
                    <a:pt x="17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14"/>
            <p:cNvSpPr/>
            <p:nvPr/>
          </p:nvSpPr>
          <p:spPr>
            <a:xfrm>
              <a:off x="1496122" y="2854902"/>
              <a:ext cx="88218" cy="223547"/>
            </a:xfrm>
            <a:custGeom>
              <a:rect b="b" l="l" r="r" t="t"/>
              <a:pathLst>
                <a:path extrusionOk="0" h="973" w="384">
                  <a:moveTo>
                    <a:pt x="196" y="0"/>
                  </a:moveTo>
                  <a:lnTo>
                    <a:pt x="98" y="491"/>
                  </a:lnTo>
                  <a:lnTo>
                    <a:pt x="0" y="972"/>
                  </a:lnTo>
                  <a:lnTo>
                    <a:pt x="384" y="972"/>
                  </a:lnTo>
                  <a:lnTo>
                    <a:pt x="286" y="491"/>
                  </a:lnTo>
                  <a:lnTo>
                    <a:pt x="196"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14"/>
            <p:cNvSpPr/>
            <p:nvPr/>
          </p:nvSpPr>
          <p:spPr>
            <a:xfrm>
              <a:off x="1420312" y="2883390"/>
              <a:ext cx="57434" cy="147959"/>
            </a:xfrm>
            <a:custGeom>
              <a:rect b="b" l="l" r="r" t="t"/>
              <a:pathLst>
                <a:path extrusionOk="0" h="644" w="250">
                  <a:moveTo>
                    <a:pt x="125" y="1"/>
                  </a:moveTo>
                  <a:lnTo>
                    <a:pt x="63" y="322"/>
                  </a:lnTo>
                  <a:lnTo>
                    <a:pt x="0" y="643"/>
                  </a:lnTo>
                  <a:lnTo>
                    <a:pt x="250" y="643"/>
                  </a:lnTo>
                  <a:lnTo>
                    <a:pt x="187" y="322"/>
                  </a:lnTo>
                  <a:lnTo>
                    <a:pt x="125"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14"/>
            <p:cNvSpPr/>
            <p:nvPr/>
          </p:nvSpPr>
          <p:spPr>
            <a:xfrm>
              <a:off x="-102" y="3002397"/>
              <a:ext cx="442929" cy="707400"/>
            </a:xfrm>
            <a:custGeom>
              <a:rect b="b" l="l" r="r" t="t"/>
              <a:pathLst>
                <a:path extrusionOk="0" h="3079" w="1928">
                  <a:moveTo>
                    <a:pt x="1" y="0"/>
                  </a:moveTo>
                  <a:lnTo>
                    <a:pt x="1" y="3078"/>
                  </a:lnTo>
                  <a:lnTo>
                    <a:pt x="1928" y="3078"/>
                  </a:lnTo>
                  <a:lnTo>
                    <a:pt x="1928"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14"/>
            <p:cNvSpPr/>
            <p:nvPr/>
          </p:nvSpPr>
          <p:spPr>
            <a:xfrm>
              <a:off x="67668" y="3074077"/>
              <a:ext cx="55596" cy="98563"/>
            </a:xfrm>
            <a:custGeom>
              <a:rect b="b" l="l" r="r" t="t"/>
              <a:pathLst>
                <a:path extrusionOk="0" h="429" w="242">
                  <a:moveTo>
                    <a:pt x="0" y="1"/>
                  </a:moveTo>
                  <a:lnTo>
                    <a:pt x="0" y="429"/>
                  </a:lnTo>
                  <a:lnTo>
                    <a:pt x="241" y="429"/>
                  </a:lnTo>
                  <a:lnTo>
                    <a:pt x="24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14"/>
            <p:cNvSpPr/>
            <p:nvPr/>
          </p:nvSpPr>
          <p:spPr>
            <a:xfrm>
              <a:off x="190573" y="3172407"/>
              <a:ext cx="53528" cy="98792"/>
            </a:xfrm>
            <a:custGeom>
              <a:rect b="b" l="l" r="r" t="t"/>
              <a:pathLst>
                <a:path extrusionOk="0" h="430" w="233">
                  <a:moveTo>
                    <a:pt x="1" y="1"/>
                  </a:moveTo>
                  <a:lnTo>
                    <a:pt x="1" y="429"/>
                  </a:lnTo>
                  <a:lnTo>
                    <a:pt x="232" y="429"/>
                  </a:lnTo>
                  <a:lnTo>
                    <a:pt x="23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14"/>
            <p:cNvSpPr/>
            <p:nvPr/>
          </p:nvSpPr>
          <p:spPr>
            <a:xfrm>
              <a:off x="309343" y="3100727"/>
              <a:ext cx="55596" cy="98563"/>
            </a:xfrm>
            <a:custGeom>
              <a:rect b="b" l="l" r="r" t="t"/>
              <a:pathLst>
                <a:path extrusionOk="0" h="429" w="242">
                  <a:moveTo>
                    <a:pt x="1" y="1"/>
                  </a:moveTo>
                  <a:lnTo>
                    <a:pt x="1" y="429"/>
                  </a:lnTo>
                  <a:lnTo>
                    <a:pt x="242" y="429"/>
                  </a:lnTo>
                  <a:lnTo>
                    <a:pt x="24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14"/>
            <p:cNvSpPr/>
            <p:nvPr/>
          </p:nvSpPr>
          <p:spPr>
            <a:xfrm>
              <a:off x="47222" y="3285211"/>
              <a:ext cx="53299" cy="98563"/>
            </a:xfrm>
            <a:custGeom>
              <a:rect b="b" l="l" r="r" t="t"/>
              <a:pathLst>
                <a:path extrusionOk="0" h="429" w="232">
                  <a:moveTo>
                    <a:pt x="0" y="1"/>
                  </a:moveTo>
                  <a:lnTo>
                    <a:pt x="0" y="429"/>
                  </a:lnTo>
                  <a:lnTo>
                    <a:pt x="232" y="429"/>
                  </a:lnTo>
                  <a:lnTo>
                    <a:pt x="23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14"/>
            <p:cNvSpPr/>
            <p:nvPr/>
          </p:nvSpPr>
          <p:spPr>
            <a:xfrm>
              <a:off x="293032" y="3313929"/>
              <a:ext cx="55596" cy="98563"/>
            </a:xfrm>
            <a:custGeom>
              <a:rect b="b" l="l" r="r" t="t"/>
              <a:pathLst>
                <a:path extrusionOk="0" h="429" w="242">
                  <a:moveTo>
                    <a:pt x="1" y="0"/>
                  </a:moveTo>
                  <a:lnTo>
                    <a:pt x="1" y="429"/>
                  </a:lnTo>
                  <a:lnTo>
                    <a:pt x="241" y="429"/>
                  </a:lnTo>
                  <a:lnTo>
                    <a:pt x="24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14"/>
            <p:cNvSpPr/>
            <p:nvPr/>
          </p:nvSpPr>
          <p:spPr>
            <a:xfrm>
              <a:off x="139343" y="3481872"/>
              <a:ext cx="110962" cy="209302"/>
            </a:xfrm>
            <a:custGeom>
              <a:rect b="b" l="l" r="r" t="t"/>
              <a:pathLst>
                <a:path extrusionOk="0" h="911" w="483">
                  <a:moveTo>
                    <a:pt x="0" y="1"/>
                  </a:moveTo>
                  <a:lnTo>
                    <a:pt x="0" y="911"/>
                  </a:lnTo>
                  <a:lnTo>
                    <a:pt x="482" y="911"/>
                  </a:lnTo>
                  <a:lnTo>
                    <a:pt x="48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14"/>
            <p:cNvSpPr/>
            <p:nvPr/>
          </p:nvSpPr>
          <p:spPr>
            <a:xfrm>
              <a:off x="-102" y="2895796"/>
              <a:ext cx="498295" cy="106834"/>
            </a:xfrm>
            <a:custGeom>
              <a:rect b="b" l="l" r="r" t="t"/>
              <a:pathLst>
                <a:path extrusionOk="0" h="465" w="2169">
                  <a:moveTo>
                    <a:pt x="1" y="1"/>
                  </a:moveTo>
                  <a:lnTo>
                    <a:pt x="1" y="464"/>
                  </a:lnTo>
                  <a:lnTo>
                    <a:pt x="2169" y="464"/>
                  </a:lnTo>
                  <a:lnTo>
                    <a:pt x="17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14"/>
            <p:cNvSpPr/>
            <p:nvPr/>
          </p:nvSpPr>
          <p:spPr>
            <a:xfrm>
              <a:off x="-102" y="3579742"/>
              <a:ext cx="195045" cy="119700"/>
            </a:xfrm>
            <a:custGeom>
              <a:rect b="b" l="l" r="r" t="t"/>
              <a:pathLst>
                <a:path extrusionOk="0" h="521" w="849">
                  <a:moveTo>
                    <a:pt x="38" y="1"/>
                  </a:moveTo>
                  <a:cubicBezTo>
                    <a:pt x="15" y="1"/>
                    <a:pt x="1" y="3"/>
                    <a:pt x="1" y="3"/>
                  </a:cubicBezTo>
                  <a:lnTo>
                    <a:pt x="1" y="521"/>
                  </a:lnTo>
                  <a:lnTo>
                    <a:pt x="848" y="387"/>
                  </a:lnTo>
                  <a:cubicBezTo>
                    <a:pt x="792" y="250"/>
                    <a:pt x="688" y="218"/>
                    <a:pt x="603" y="218"/>
                  </a:cubicBezTo>
                  <a:cubicBezTo>
                    <a:pt x="527" y="218"/>
                    <a:pt x="465" y="244"/>
                    <a:pt x="465" y="244"/>
                  </a:cubicBezTo>
                  <a:cubicBezTo>
                    <a:pt x="438" y="180"/>
                    <a:pt x="379" y="167"/>
                    <a:pt x="336" y="167"/>
                  </a:cubicBezTo>
                  <a:cubicBezTo>
                    <a:pt x="308" y="167"/>
                    <a:pt x="286" y="173"/>
                    <a:pt x="286" y="173"/>
                  </a:cubicBezTo>
                  <a:cubicBezTo>
                    <a:pt x="233" y="20"/>
                    <a:pt x="102" y="1"/>
                    <a:pt x="3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14"/>
            <p:cNvSpPr/>
            <p:nvPr/>
          </p:nvSpPr>
          <p:spPr>
            <a:xfrm>
              <a:off x="2192891" y="3495656"/>
              <a:ext cx="192748" cy="119700"/>
            </a:xfrm>
            <a:custGeom>
              <a:rect b="b" l="l" r="r" t="t"/>
              <a:pathLst>
                <a:path extrusionOk="0" h="521" w="839">
                  <a:moveTo>
                    <a:pt x="36" y="1"/>
                  </a:moveTo>
                  <a:cubicBezTo>
                    <a:pt x="14" y="1"/>
                    <a:pt x="0" y="3"/>
                    <a:pt x="0" y="3"/>
                  </a:cubicBezTo>
                  <a:lnTo>
                    <a:pt x="0" y="521"/>
                  </a:lnTo>
                  <a:lnTo>
                    <a:pt x="839" y="387"/>
                  </a:lnTo>
                  <a:cubicBezTo>
                    <a:pt x="783" y="251"/>
                    <a:pt x="679" y="218"/>
                    <a:pt x="594" y="218"/>
                  </a:cubicBezTo>
                  <a:cubicBezTo>
                    <a:pt x="517" y="218"/>
                    <a:pt x="455" y="244"/>
                    <a:pt x="455" y="244"/>
                  </a:cubicBezTo>
                  <a:cubicBezTo>
                    <a:pt x="429" y="180"/>
                    <a:pt x="373" y="167"/>
                    <a:pt x="333" y="167"/>
                  </a:cubicBezTo>
                  <a:cubicBezTo>
                    <a:pt x="306" y="167"/>
                    <a:pt x="286" y="173"/>
                    <a:pt x="286" y="173"/>
                  </a:cubicBezTo>
                  <a:cubicBezTo>
                    <a:pt x="226" y="21"/>
                    <a:pt x="98" y="1"/>
                    <a:pt x="36"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14"/>
            <p:cNvSpPr/>
            <p:nvPr/>
          </p:nvSpPr>
          <p:spPr>
            <a:xfrm>
              <a:off x="403761" y="3459357"/>
              <a:ext cx="86151" cy="223776"/>
            </a:xfrm>
            <a:custGeom>
              <a:rect b="b" l="l" r="r" t="t"/>
              <a:pathLst>
                <a:path extrusionOk="0" h="974" w="375">
                  <a:moveTo>
                    <a:pt x="188" y="1"/>
                  </a:moveTo>
                  <a:lnTo>
                    <a:pt x="90" y="491"/>
                  </a:lnTo>
                  <a:lnTo>
                    <a:pt x="0" y="973"/>
                  </a:lnTo>
                  <a:lnTo>
                    <a:pt x="375" y="973"/>
                  </a:lnTo>
                  <a:lnTo>
                    <a:pt x="277" y="491"/>
                  </a:lnTo>
                  <a:lnTo>
                    <a:pt x="18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14"/>
            <p:cNvSpPr/>
            <p:nvPr/>
          </p:nvSpPr>
          <p:spPr>
            <a:xfrm>
              <a:off x="-102" y="1883317"/>
              <a:ext cx="57663" cy="293391"/>
            </a:xfrm>
            <a:custGeom>
              <a:rect b="b" l="l" r="r" t="t"/>
              <a:pathLst>
                <a:path extrusionOk="0" h="1277" w="251">
                  <a:moveTo>
                    <a:pt x="1" y="1"/>
                  </a:moveTo>
                  <a:lnTo>
                    <a:pt x="1" y="1276"/>
                  </a:lnTo>
                  <a:lnTo>
                    <a:pt x="251" y="1276"/>
                  </a:lnTo>
                  <a:lnTo>
                    <a:pt x="126" y="634"/>
                  </a:lnTo>
                  <a:lnTo>
                    <a:pt x="1"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14"/>
            <p:cNvSpPr/>
            <p:nvPr/>
          </p:nvSpPr>
          <p:spPr>
            <a:xfrm>
              <a:off x="-102" y="3434774"/>
              <a:ext cx="3312319" cy="484083"/>
            </a:xfrm>
            <a:custGeom>
              <a:rect b="b" l="l" r="r" t="t"/>
              <a:pathLst>
                <a:path extrusionOk="0" h="2107" w="14418">
                  <a:moveTo>
                    <a:pt x="11304" y="1"/>
                  </a:moveTo>
                  <a:lnTo>
                    <a:pt x="10064" y="679"/>
                  </a:lnTo>
                  <a:lnTo>
                    <a:pt x="6076" y="527"/>
                  </a:lnTo>
                  <a:lnTo>
                    <a:pt x="3534" y="804"/>
                  </a:lnTo>
                  <a:lnTo>
                    <a:pt x="1" y="1080"/>
                  </a:lnTo>
                  <a:lnTo>
                    <a:pt x="1" y="1535"/>
                  </a:lnTo>
                  <a:lnTo>
                    <a:pt x="1" y="2106"/>
                  </a:lnTo>
                  <a:lnTo>
                    <a:pt x="14417" y="2106"/>
                  </a:lnTo>
                  <a:lnTo>
                    <a:pt x="13704" y="1196"/>
                  </a:lnTo>
                  <a:lnTo>
                    <a:pt x="12098" y="893"/>
                  </a:lnTo>
                  <a:lnTo>
                    <a:pt x="1130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14"/>
            <p:cNvSpPr/>
            <p:nvPr/>
          </p:nvSpPr>
          <p:spPr>
            <a:xfrm>
              <a:off x="741922" y="3433166"/>
              <a:ext cx="108894" cy="36760"/>
            </a:xfrm>
            <a:custGeom>
              <a:rect b="b" l="l" r="r" t="t"/>
              <a:pathLst>
                <a:path extrusionOk="0" h="160" w="474">
                  <a:moveTo>
                    <a:pt x="191" y="1"/>
                  </a:moveTo>
                  <a:cubicBezTo>
                    <a:pt x="81" y="1"/>
                    <a:pt x="0" y="61"/>
                    <a:pt x="0" y="61"/>
                  </a:cubicBezTo>
                  <a:lnTo>
                    <a:pt x="0" y="159"/>
                  </a:lnTo>
                  <a:lnTo>
                    <a:pt x="473" y="159"/>
                  </a:lnTo>
                  <a:cubicBezTo>
                    <a:pt x="377" y="36"/>
                    <a:pt x="275" y="1"/>
                    <a:pt x="19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14"/>
            <p:cNvSpPr/>
            <p:nvPr/>
          </p:nvSpPr>
          <p:spPr>
            <a:xfrm>
              <a:off x="922259" y="3406056"/>
              <a:ext cx="272695" cy="63871"/>
            </a:xfrm>
            <a:custGeom>
              <a:rect b="b" l="l" r="r" t="t"/>
              <a:pathLst>
                <a:path extrusionOk="0" h="278" w="1187">
                  <a:moveTo>
                    <a:pt x="598" y="1"/>
                  </a:moveTo>
                  <a:cubicBezTo>
                    <a:pt x="375" y="1"/>
                    <a:pt x="268" y="197"/>
                    <a:pt x="268" y="197"/>
                  </a:cubicBezTo>
                  <a:cubicBezTo>
                    <a:pt x="234" y="181"/>
                    <a:pt x="203" y="175"/>
                    <a:pt x="175" y="175"/>
                  </a:cubicBezTo>
                  <a:cubicBezTo>
                    <a:pt x="63" y="175"/>
                    <a:pt x="0" y="277"/>
                    <a:pt x="0" y="277"/>
                  </a:cubicBezTo>
                  <a:lnTo>
                    <a:pt x="1187" y="277"/>
                  </a:lnTo>
                  <a:cubicBezTo>
                    <a:pt x="1143" y="174"/>
                    <a:pt x="1046" y="153"/>
                    <a:pt x="977" y="153"/>
                  </a:cubicBezTo>
                  <a:cubicBezTo>
                    <a:pt x="933" y="153"/>
                    <a:pt x="901" y="161"/>
                    <a:pt x="901" y="161"/>
                  </a:cubicBezTo>
                  <a:cubicBezTo>
                    <a:pt x="901" y="161"/>
                    <a:pt x="821" y="1"/>
                    <a:pt x="59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14"/>
            <p:cNvSpPr/>
            <p:nvPr/>
          </p:nvSpPr>
          <p:spPr>
            <a:xfrm>
              <a:off x="1809703" y="3445113"/>
              <a:ext cx="270628" cy="61573"/>
            </a:xfrm>
            <a:custGeom>
              <a:rect b="b" l="l" r="r" t="t"/>
              <a:pathLst>
                <a:path extrusionOk="0" h="268" w="1178">
                  <a:moveTo>
                    <a:pt x="598" y="0"/>
                  </a:moveTo>
                  <a:cubicBezTo>
                    <a:pt x="375" y="0"/>
                    <a:pt x="268" y="197"/>
                    <a:pt x="268" y="197"/>
                  </a:cubicBezTo>
                  <a:cubicBezTo>
                    <a:pt x="230" y="180"/>
                    <a:pt x="197" y="173"/>
                    <a:pt x="167" y="173"/>
                  </a:cubicBezTo>
                  <a:cubicBezTo>
                    <a:pt x="56" y="173"/>
                    <a:pt x="0" y="268"/>
                    <a:pt x="0" y="268"/>
                  </a:cubicBezTo>
                  <a:lnTo>
                    <a:pt x="1178" y="268"/>
                  </a:lnTo>
                  <a:cubicBezTo>
                    <a:pt x="1138" y="165"/>
                    <a:pt x="1031" y="146"/>
                    <a:pt x="960" y="146"/>
                  </a:cubicBezTo>
                  <a:cubicBezTo>
                    <a:pt x="921" y="146"/>
                    <a:pt x="892" y="152"/>
                    <a:pt x="892" y="152"/>
                  </a:cubicBezTo>
                  <a:cubicBezTo>
                    <a:pt x="892" y="152"/>
                    <a:pt x="812" y="0"/>
                    <a:pt x="598"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14"/>
            <p:cNvSpPr/>
            <p:nvPr/>
          </p:nvSpPr>
          <p:spPr>
            <a:xfrm>
              <a:off x="1104664" y="3455222"/>
              <a:ext cx="225600" cy="51464"/>
            </a:xfrm>
            <a:custGeom>
              <a:rect b="b" l="l" r="r" t="t"/>
              <a:pathLst>
                <a:path extrusionOk="0" h="224" w="982">
                  <a:moveTo>
                    <a:pt x="491" y="1"/>
                  </a:moveTo>
                  <a:cubicBezTo>
                    <a:pt x="313" y="1"/>
                    <a:pt x="214" y="162"/>
                    <a:pt x="214" y="162"/>
                  </a:cubicBezTo>
                  <a:cubicBezTo>
                    <a:pt x="186" y="149"/>
                    <a:pt x="160" y="144"/>
                    <a:pt x="137" y="144"/>
                  </a:cubicBezTo>
                  <a:cubicBezTo>
                    <a:pt x="46" y="144"/>
                    <a:pt x="0" y="224"/>
                    <a:pt x="0" y="224"/>
                  </a:cubicBezTo>
                  <a:lnTo>
                    <a:pt x="982" y="224"/>
                  </a:lnTo>
                  <a:cubicBezTo>
                    <a:pt x="944" y="144"/>
                    <a:pt x="865" y="128"/>
                    <a:pt x="808" y="128"/>
                  </a:cubicBezTo>
                  <a:cubicBezTo>
                    <a:pt x="769" y="128"/>
                    <a:pt x="741" y="135"/>
                    <a:pt x="741" y="135"/>
                  </a:cubicBezTo>
                  <a:cubicBezTo>
                    <a:pt x="741" y="135"/>
                    <a:pt x="678" y="1"/>
                    <a:pt x="49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14"/>
            <p:cNvSpPr/>
            <p:nvPr/>
          </p:nvSpPr>
          <p:spPr>
            <a:xfrm>
              <a:off x="-102" y="3434774"/>
              <a:ext cx="3312319" cy="484083"/>
            </a:xfrm>
            <a:custGeom>
              <a:rect b="b" l="l" r="r" t="t"/>
              <a:pathLst>
                <a:path extrusionOk="0" h="2107" w="14418">
                  <a:moveTo>
                    <a:pt x="11304" y="1"/>
                  </a:moveTo>
                  <a:lnTo>
                    <a:pt x="10064" y="679"/>
                  </a:lnTo>
                  <a:lnTo>
                    <a:pt x="6076" y="527"/>
                  </a:lnTo>
                  <a:lnTo>
                    <a:pt x="3534" y="804"/>
                  </a:lnTo>
                  <a:lnTo>
                    <a:pt x="1" y="1080"/>
                  </a:lnTo>
                  <a:lnTo>
                    <a:pt x="1" y="1535"/>
                  </a:lnTo>
                  <a:lnTo>
                    <a:pt x="429" y="1392"/>
                  </a:lnTo>
                  <a:lnTo>
                    <a:pt x="688" y="1366"/>
                  </a:lnTo>
                  <a:cubicBezTo>
                    <a:pt x="688" y="1366"/>
                    <a:pt x="1022" y="1498"/>
                    <a:pt x="1137" y="1498"/>
                  </a:cubicBezTo>
                  <a:cubicBezTo>
                    <a:pt x="1152" y="1498"/>
                    <a:pt x="1163" y="1496"/>
                    <a:pt x="1170" y="1491"/>
                  </a:cubicBezTo>
                  <a:cubicBezTo>
                    <a:pt x="1223" y="1446"/>
                    <a:pt x="1312" y="1366"/>
                    <a:pt x="1312" y="1366"/>
                  </a:cubicBezTo>
                  <a:lnTo>
                    <a:pt x="1758" y="1214"/>
                  </a:lnTo>
                  <a:lnTo>
                    <a:pt x="3337" y="1214"/>
                  </a:lnTo>
                  <a:cubicBezTo>
                    <a:pt x="3337" y="1214"/>
                    <a:pt x="3712" y="1160"/>
                    <a:pt x="3935" y="1116"/>
                  </a:cubicBezTo>
                  <a:cubicBezTo>
                    <a:pt x="4167" y="1080"/>
                    <a:pt x="4470" y="1036"/>
                    <a:pt x="4470" y="1036"/>
                  </a:cubicBezTo>
                  <a:lnTo>
                    <a:pt x="5014" y="1036"/>
                  </a:lnTo>
                  <a:lnTo>
                    <a:pt x="5362" y="982"/>
                  </a:lnTo>
                  <a:lnTo>
                    <a:pt x="5969" y="786"/>
                  </a:lnTo>
                  <a:lnTo>
                    <a:pt x="6219" y="786"/>
                  </a:lnTo>
                  <a:lnTo>
                    <a:pt x="6790" y="1196"/>
                  </a:lnTo>
                  <a:cubicBezTo>
                    <a:pt x="6790" y="1196"/>
                    <a:pt x="6995" y="1089"/>
                    <a:pt x="7031" y="1053"/>
                  </a:cubicBezTo>
                  <a:cubicBezTo>
                    <a:pt x="7057" y="1018"/>
                    <a:pt x="8369" y="982"/>
                    <a:pt x="8369" y="982"/>
                  </a:cubicBezTo>
                  <a:lnTo>
                    <a:pt x="8851" y="929"/>
                  </a:lnTo>
                  <a:lnTo>
                    <a:pt x="9645" y="1116"/>
                  </a:lnTo>
                  <a:lnTo>
                    <a:pt x="9868" y="1116"/>
                  </a:lnTo>
                  <a:cubicBezTo>
                    <a:pt x="9868" y="1116"/>
                    <a:pt x="10135" y="1107"/>
                    <a:pt x="10287" y="1036"/>
                  </a:cubicBezTo>
                  <a:cubicBezTo>
                    <a:pt x="10447" y="973"/>
                    <a:pt x="10394" y="964"/>
                    <a:pt x="10572" y="786"/>
                  </a:cubicBezTo>
                  <a:cubicBezTo>
                    <a:pt x="10653" y="705"/>
                    <a:pt x="10720" y="683"/>
                    <a:pt x="10768" y="683"/>
                  </a:cubicBezTo>
                  <a:cubicBezTo>
                    <a:pt x="10826" y="683"/>
                    <a:pt x="10858" y="714"/>
                    <a:pt x="10858" y="714"/>
                  </a:cubicBezTo>
                  <a:lnTo>
                    <a:pt x="11161" y="527"/>
                  </a:lnTo>
                  <a:lnTo>
                    <a:pt x="11161" y="313"/>
                  </a:lnTo>
                  <a:lnTo>
                    <a:pt x="11455" y="447"/>
                  </a:lnTo>
                  <a:lnTo>
                    <a:pt x="11491" y="598"/>
                  </a:lnTo>
                  <a:lnTo>
                    <a:pt x="11536" y="786"/>
                  </a:lnTo>
                  <a:cubicBezTo>
                    <a:pt x="11536" y="786"/>
                    <a:pt x="11491" y="857"/>
                    <a:pt x="11598" y="893"/>
                  </a:cubicBezTo>
                  <a:cubicBezTo>
                    <a:pt x="11705" y="920"/>
                    <a:pt x="11777" y="982"/>
                    <a:pt x="11777" y="982"/>
                  </a:cubicBezTo>
                  <a:lnTo>
                    <a:pt x="11777" y="1143"/>
                  </a:lnTo>
                  <a:lnTo>
                    <a:pt x="11982" y="1276"/>
                  </a:lnTo>
                  <a:lnTo>
                    <a:pt x="12535" y="1276"/>
                  </a:lnTo>
                  <a:lnTo>
                    <a:pt x="12936" y="1312"/>
                  </a:lnTo>
                  <a:cubicBezTo>
                    <a:pt x="12936" y="1312"/>
                    <a:pt x="12951" y="1306"/>
                    <a:pt x="12974" y="1306"/>
                  </a:cubicBezTo>
                  <a:cubicBezTo>
                    <a:pt x="13006" y="1306"/>
                    <a:pt x="13054" y="1318"/>
                    <a:pt x="13106" y="1375"/>
                  </a:cubicBezTo>
                  <a:cubicBezTo>
                    <a:pt x="13186" y="1464"/>
                    <a:pt x="13177" y="1535"/>
                    <a:pt x="13284" y="1535"/>
                  </a:cubicBezTo>
                  <a:lnTo>
                    <a:pt x="13472" y="1535"/>
                  </a:lnTo>
                  <a:lnTo>
                    <a:pt x="14417" y="2106"/>
                  </a:lnTo>
                  <a:lnTo>
                    <a:pt x="13704" y="1196"/>
                  </a:lnTo>
                  <a:lnTo>
                    <a:pt x="12098" y="893"/>
                  </a:lnTo>
                  <a:lnTo>
                    <a:pt x="11304" y="1"/>
                  </a:lnTo>
                  <a:close/>
                  <a:moveTo>
                    <a:pt x="14417" y="2106"/>
                  </a:moveTo>
                  <a:lnTo>
                    <a:pt x="14417" y="2106"/>
                  </a:lnTo>
                  <a:lnTo>
                    <a:pt x="14417" y="2106"/>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14"/>
            <p:cNvSpPr/>
            <p:nvPr/>
          </p:nvSpPr>
          <p:spPr>
            <a:xfrm>
              <a:off x="-102" y="3717589"/>
              <a:ext cx="1836731" cy="201261"/>
            </a:xfrm>
            <a:custGeom>
              <a:rect b="b" l="l" r="r" t="t"/>
              <a:pathLst>
                <a:path extrusionOk="0" h="876" w="7995">
                  <a:moveTo>
                    <a:pt x="5501" y="1"/>
                  </a:moveTo>
                  <a:cubicBezTo>
                    <a:pt x="5473" y="1"/>
                    <a:pt x="5466" y="51"/>
                    <a:pt x="5457" y="51"/>
                  </a:cubicBezTo>
                  <a:cubicBezTo>
                    <a:pt x="5455" y="51"/>
                    <a:pt x="5454" y="49"/>
                    <a:pt x="5452" y="45"/>
                  </a:cubicBezTo>
                  <a:cubicBezTo>
                    <a:pt x="5451" y="43"/>
                    <a:pt x="5449" y="42"/>
                    <a:pt x="5445" y="42"/>
                  </a:cubicBezTo>
                  <a:cubicBezTo>
                    <a:pt x="5401" y="42"/>
                    <a:pt x="5131" y="246"/>
                    <a:pt x="5014" y="304"/>
                  </a:cubicBezTo>
                  <a:cubicBezTo>
                    <a:pt x="4919" y="348"/>
                    <a:pt x="4044" y="423"/>
                    <a:pt x="3563" y="423"/>
                  </a:cubicBezTo>
                  <a:cubicBezTo>
                    <a:pt x="3460" y="423"/>
                    <a:pt x="3375" y="419"/>
                    <a:pt x="3319" y="411"/>
                  </a:cubicBezTo>
                  <a:cubicBezTo>
                    <a:pt x="3289" y="407"/>
                    <a:pt x="3256" y="405"/>
                    <a:pt x="3222" y="405"/>
                  </a:cubicBezTo>
                  <a:cubicBezTo>
                    <a:pt x="2921" y="405"/>
                    <a:pt x="2526" y="563"/>
                    <a:pt x="2526" y="563"/>
                  </a:cubicBezTo>
                  <a:lnTo>
                    <a:pt x="1928" y="688"/>
                  </a:lnTo>
                  <a:lnTo>
                    <a:pt x="1401" y="759"/>
                  </a:lnTo>
                  <a:lnTo>
                    <a:pt x="1223" y="759"/>
                  </a:lnTo>
                  <a:lnTo>
                    <a:pt x="1" y="875"/>
                  </a:lnTo>
                  <a:lnTo>
                    <a:pt x="7994" y="875"/>
                  </a:lnTo>
                  <a:lnTo>
                    <a:pt x="7450" y="741"/>
                  </a:lnTo>
                  <a:lnTo>
                    <a:pt x="7164" y="688"/>
                  </a:lnTo>
                  <a:cubicBezTo>
                    <a:pt x="7164" y="688"/>
                    <a:pt x="6879" y="616"/>
                    <a:pt x="6763" y="616"/>
                  </a:cubicBezTo>
                  <a:cubicBezTo>
                    <a:pt x="6656" y="616"/>
                    <a:pt x="6433" y="688"/>
                    <a:pt x="6433" y="688"/>
                  </a:cubicBezTo>
                  <a:lnTo>
                    <a:pt x="6183" y="634"/>
                  </a:lnTo>
                  <a:lnTo>
                    <a:pt x="5791" y="411"/>
                  </a:lnTo>
                  <a:cubicBezTo>
                    <a:pt x="5791" y="411"/>
                    <a:pt x="5648" y="161"/>
                    <a:pt x="5559" y="45"/>
                  </a:cubicBezTo>
                  <a:cubicBezTo>
                    <a:pt x="5533" y="12"/>
                    <a:pt x="5515" y="1"/>
                    <a:pt x="5501" y="1"/>
                  </a:cubicBez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14"/>
            <p:cNvSpPr/>
            <p:nvPr/>
          </p:nvSpPr>
          <p:spPr>
            <a:xfrm>
              <a:off x="2160039" y="3770889"/>
              <a:ext cx="881493" cy="147959"/>
            </a:xfrm>
            <a:custGeom>
              <a:rect b="b" l="l" r="r" t="t"/>
              <a:pathLst>
                <a:path extrusionOk="0" h="644" w="3837">
                  <a:moveTo>
                    <a:pt x="1366" y="1"/>
                  </a:moveTo>
                  <a:lnTo>
                    <a:pt x="1" y="643"/>
                  </a:lnTo>
                  <a:lnTo>
                    <a:pt x="3837" y="643"/>
                  </a:lnTo>
                  <a:lnTo>
                    <a:pt x="3248" y="331"/>
                  </a:lnTo>
                  <a:lnTo>
                    <a:pt x="3114" y="286"/>
                  </a:lnTo>
                  <a:lnTo>
                    <a:pt x="2383" y="277"/>
                  </a:lnTo>
                  <a:cubicBezTo>
                    <a:pt x="2383" y="277"/>
                    <a:pt x="2219" y="169"/>
                    <a:pt x="2147" y="169"/>
                  </a:cubicBezTo>
                  <a:cubicBezTo>
                    <a:pt x="2142" y="169"/>
                    <a:pt x="2137" y="169"/>
                    <a:pt x="2133" y="170"/>
                  </a:cubicBezTo>
                  <a:cubicBezTo>
                    <a:pt x="2123" y="172"/>
                    <a:pt x="2113" y="172"/>
                    <a:pt x="2102" y="172"/>
                  </a:cubicBezTo>
                  <a:cubicBezTo>
                    <a:pt x="2060" y="172"/>
                    <a:pt x="2009" y="164"/>
                    <a:pt x="1961" y="164"/>
                  </a:cubicBezTo>
                  <a:cubicBezTo>
                    <a:pt x="1940" y="164"/>
                    <a:pt x="1919" y="166"/>
                    <a:pt x="1901" y="170"/>
                  </a:cubicBezTo>
                  <a:cubicBezTo>
                    <a:pt x="1897" y="171"/>
                    <a:pt x="1892" y="171"/>
                    <a:pt x="1888" y="171"/>
                  </a:cubicBezTo>
                  <a:cubicBezTo>
                    <a:pt x="1821" y="171"/>
                    <a:pt x="1758" y="108"/>
                    <a:pt x="1758" y="108"/>
                  </a:cubicBezTo>
                  <a:lnTo>
                    <a:pt x="145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9" name="Google Shape;309;p14"/>
          <p:cNvSpPr txBox="1"/>
          <p:nvPr>
            <p:ph type="ctrTitle"/>
          </p:nvPr>
        </p:nvSpPr>
        <p:spPr>
          <a:xfrm>
            <a:off x="2307650" y="557775"/>
            <a:ext cx="4528800" cy="2177700"/>
          </a:xfrm>
          <a:prstGeom prst="rect">
            <a:avLst/>
          </a:prstGeom>
        </p:spPr>
        <p:txBody>
          <a:bodyPr anchorCtr="0" anchor="b" bIns="91425" lIns="91425" spcFirstLastPara="1" rIns="91425" wrap="square" tIns="91425">
            <a:noAutofit/>
          </a:bodyPr>
          <a:lstStyle>
            <a:lvl1pPr lvl="0" algn="ctr">
              <a:lnSpc>
                <a:spcPct val="90000"/>
              </a:lnSpc>
              <a:spcBef>
                <a:spcPts val="0"/>
              </a:spcBef>
              <a:spcAft>
                <a:spcPts val="0"/>
              </a:spcAft>
              <a:buSzPts val="5200"/>
              <a:buNone/>
              <a:defRPr sz="60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310" name="Google Shape;310;p14"/>
          <p:cNvSpPr txBox="1"/>
          <p:nvPr>
            <p:ph idx="1" type="subTitle"/>
          </p:nvPr>
        </p:nvSpPr>
        <p:spPr>
          <a:xfrm>
            <a:off x="2307550" y="2591825"/>
            <a:ext cx="4528800" cy="475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311" name="Shape 311"/>
        <p:cNvGrpSpPr/>
        <p:nvPr/>
      </p:nvGrpSpPr>
      <p:grpSpPr>
        <a:xfrm>
          <a:off x="0" y="0"/>
          <a:ext cx="0" cy="0"/>
          <a:chOff x="0" y="0"/>
          <a:chExt cx="0" cy="0"/>
        </a:xfrm>
      </p:grpSpPr>
      <p:grpSp>
        <p:nvGrpSpPr>
          <p:cNvPr id="312" name="Google Shape;312;p15"/>
          <p:cNvGrpSpPr/>
          <p:nvPr/>
        </p:nvGrpSpPr>
        <p:grpSpPr>
          <a:xfrm flipH="1">
            <a:off x="5450022" y="533274"/>
            <a:ext cx="1459252" cy="1306586"/>
            <a:chOff x="-1060420" y="-1293523"/>
            <a:chExt cx="4335270" cy="4271283"/>
          </a:xfrm>
        </p:grpSpPr>
        <p:sp>
          <p:nvSpPr>
            <p:cNvPr id="313" name="Google Shape;313;p15"/>
            <p:cNvSpPr/>
            <p:nvPr/>
          </p:nvSpPr>
          <p:spPr>
            <a:xfrm rot="-1453189">
              <a:off x="-701967" y="-644389"/>
              <a:ext cx="3618363" cy="2973015"/>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15"/>
            <p:cNvSpPr/>
            <p:nvPr/>
          </p:nvSpPr>
          <p:spPr>
            <a:xfrm rot="-1453179">
              <a:off x="-427456" y="-119118"/>
              <a:ext cx="2182302" cy="2017081"/>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 name="Google Shape;315;p15"/>
          <p:cNvGrpSpPr/>
          <p:nvPr/>
        </p:nvGrpSpPr>
        <p:grpSpPr>
          <a:xfrm flipH="1">
            <a:off x="6541668" y="-480735"/>
            <a:ext cx="2756067" cy="2115374"/>
            <a:chOff x="-675270" y="-663276"/>
            <a:chExt cx="3564955" cy="3010780"/>
          </a:xfrm>
        </p:grpSpPr>
        <p:sp>
          <p:nvSpPr>
            <p:cNvPr id="316" name="Google Shape;316;p15"/>
            <p:cNvSpPr/>
            <p:nvPr/>
          </p:nvSpPr>
          <p:spPr>
            <a:xfrm>
              <a:off x="-675270" y="-663276"/>
              <a:ext cx="3564955" cy="3010780"/>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15"/>
            <p:cNvSpPr/>
            <p:nvPr/>
          </p:nvSpPr>
          <p:spPr>
            <a:xfrm>
              <a:off x="-394641" y="-320127"/>
              <a:ext cx="2150090" cy="2042707"/>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8" name="Google Shape;318;p15"/>
          <p:cNvSpPr/>
          <p:nvPr/>
        </p:nvSpPr>
        <p:spPr>
          <a:xfrm>
            <a:off x="0" y="1153675"/>
            <a:ext cx="9144017" cy="3989753"/>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9" name="Google Shape;319;p15"/>
          <p:cNvGrpSpPr/>
          <p:nvPr/>
        </p:nvGrpSpPr>
        <p:grpSpPr>
          <a:xfrm>
            <a:off x="4687471" y="2856122"/>
            <a:ext cx="4978898" cy="2287219"/>
            <a:chOff x="3941272" y="2174315"/>
            <a:chExt cx="694107" cy="322470"/>
          </a:xfrm>
        </p:grpSpPr>
        <p:sp>
          <p:nvSpPr>
            <p:cNvPr id="320" name="Google Shape;320;p15"/>
            <p:cNvSpPr/>
            <p:nvPr/>
          </p:nvSpPr>
          <p:spPr>
            <a:xfrm>
              <a:off x="3941272" y="2269259"/>
              <a:ext cx="624456" cy="227524"/>
            </a:xfrm>
            <a:custGeom>
              <a:rect b="b" l="l" r="r" t="t"/>
              <a:pathLst>
                <a:path extrusionOk="0" h="6264" w="17192">
                  <a:moveTo>
                    <a:pt x="17192" y="1"/>
                  </a:moveTo>
                  <a:lnTo>
                    <a:pt x="14453" y="1178"/>
                  </a:lnTo>
                  <a:lnTo>
                    <a:pt x="13008" y="2454"/>
                  </a:lnTo>
                  <a:lnTo>
                    <a:pt x="10626" y="2989"/>
                  </a:lnTo>
                  <a:lnTo>
                    <a:pt x="9600" y="3364"/>
                  </a:lnTo>
                  <a:lnTo>
                    <a:pt x="7655" y="3569"/>
                  </a:lnTo>
                  <a:lnTo>
                    <a:pt x="6290" y="4648"/>
                  </a:lnTo>
                  <a:lnTo>
                    <a:pt x="2499" y="5103"/>
                  </a:lnTo>
                  <a:lnTo>
                    <a:pt x="1" y="6263"/>
                  </a:lnTo>
                  <a:lnTo>
                    <a:pt x="17192" y="6263"/>
                  </a:lnTo>
                  <a:lnTo>
                    <a:pt x="1719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15"/>
            <p:cNvSpPr/>
            <p:nvPr/>
          </p:nvSpPr>
          <p:spPr>
            <a:xfrm>
              <a:off x="4064111" y="2380402"/>
              <a:ext cx="501614" cy="116377"/>
            </a:xfrm>
            <a:custGeom>
              <a:rect b="b" l="l" r="r" t="t"/>
              <a:pathLst>
                <a:path extrusionOk="0" h="3204" w="13810">
                  <a:moveTo>
                    <a:pt x="12249" y="0"/>
                  </a:moveTo>
                  <a:lnTo>
                    <a:pt x="10268" y="250"/>
                  </a:lnTo>
                  <a:lnTo>
                    <a:pt x="7565" y="616"/>
                  </a:lnTo>
                  <a:lnTo>
                    <a:pt x="5647" y="1472"/>
                  </a:lnTo>
                  <a:lnTo>
                    <a:pt x="1133" y="2427"/>
                  </a:lnTo>
                  <a:lnTo>
                    <a:pt x="0" y="3203"/>
                  </a:lnTo>
                  <a:lnTo>
                    <a:pt x="3229" y="3203"/>
                  </a:lnTo>
                  <a:lnTo>
                    <a:pt x="5219" y="2704"/>
                  </a:lnTo>
                  <a:lnTo>
                    <a:pt x="6637" y="1927"/>
                  </a:lnTo>
                  <a:lnTo>
                    <a:pt x="7333" y="1687"/>
                  </a:lnTo>
                  <a:lnTo>
                    <a:pt x="7815" y="1472"/>
                  </a:lnTo>
                  <a:lnTo>
                    <a:pt x="9260" y="1954"/>
                  </a:lnTo>
                  <a:lnTo>
                    <a:pt x="10438" y="1838"/>
                  </a:lnTo>
                  <a:lnTo>
                    <a:pt x="10812" y="1767"/>
                  </a:lnTo>
                  <a:lnTo>
                    <a:pt x="11597" y="1472"/>
                  </a:lnTo>
                  <a:lnTo>
                    <a:pt x="13810" y="1562"/>
                  </a:lnTo>
                  <a:lnTo>
                    <a:pt x="13810" y="0"/>
                  </a:lnTo>
                  <a:lnTo>
                    <a:pt x="12989" y="72"/>
                  </a:lnTo>
                  <a:lnTo>
                    <a:pt x="1224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15"/>
            <p:cNvSpPr/>
            <p:nvPr/>
          </p:nvSpPr>
          <p:spPr>
            <a:xfrm>
              <a:off x="3941272" y="2269259"/>
              <a:ext cx="624456" cy="227524"/>
            </a:xfrm>
            <a:custGeom>
              <a:rect b="b" l="l" r="r" t="t"/>
              <a:pathLst>
                <a:path extrusionOk="0" h="6264" w="17192">
                  <a:moveTo>
                    <a:pt x="17192" y="1"/>
                  </a:moveTo>
                  <a:lnTo>
                    <a:pt x="14453" y="1178"/>
                  </a:lnTo>
                  <a:lnTo>
                    <a:pt x="13008" y="2454"/>
                  </a:lnTo>
                  <a:lnTo>
                    <a:pt x="10626" y="2989"/>
                  </a:lnTo>
                  <a:lnTo>
                    <a:pt x="9600" y="3364"/>
                  </a:lnTo>
                  <a:lnTo>
                    <a:pt x="7655" y="3569"/>
                  </a:lnTo>
                  <a:lnTo>
                    <a:pt x="6290" y="4648"/>
                  </a:lnTo>
                  <a:lnTo>
                    <a:pt x="2499" y="5103"/>
                  </a:lnTo>
                  <a:lnTo>
                    <a:pt x="1" y="6263"/>
                  </a:lnTo>
                  <a:lnTo>
                    <a:pt x="3614" y="6263"/>
                  </a:lnTo>
                  <a:lnTo>
                    <a:pt x="7718" y="5701"/>
                  </a:lnTo>
                  <a:lnTo>
                    <a:pt x="10947" y="4354"/>
                  </a:lnTo>
                  <a:lnTo>
                    <a:pt x="13632" y="4604"/>
                  </a:lnTo>
                  <a:lnTo>
                    <a:pt x="14819" y="4229"/>
                  </a:lnTo>
                  <a:lnTo>
                    <a:pt x="17192" y="4622"/>
                  </a:lnTo>
                  <a:lnTo>
                    <a:pt x="1719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15"/>
            <p:cNvSpPr/>
            <p:nvPr/>
          </p:nvSpPr>
          <p:spPr>
            <a:xfrm>
              <a:off x="4072501" y="2392061"/>
              <a:ext cx="493223" cy="104718"/>
            </a:xfrm>
            <a:custGeom>
              <a:rect b="b" l="l" r="r" t="t"/>
              <a:pathLst>
                <a:path extrusionOk="0" h="2883" w="13579">
                  <a:moveTo>
                    <a:pt x="13579" y="1"/>
                  </a:moveTo>
                  <a:lnTo>
                    <a:pt x="12392" y="357"/>
                  </a:lnTo>
                  <a:lnTo>
                    <a:pt x="11108" y="250"/>
                  </a:lnTo>
                  <a:lnTo>
                    <a:pt x="9100" y="848"/>
                  </a:lnTo>
                  <a:lnTo>
                    <a:pt x="7013" y="536"/>
                  </a:lnTo>
                  <a:lnTo>
                    <a:pt x="5354" y="1473"/>
                  </a:lnTo>
                  <a:lnTo>
                    <a:pt x="4105" y="2052"/>
                  </a:lnTo>
                  <a:lnTo>
                    <a:pt x="2499" y="2052"/>
                  </a:lnTo>
                  <a:lnTo>
                    <a:pt x="1" y="2882"/>
                  </a:lnTo>
                  <a:lnTo>
                    <a:pt x="4105" y="2320"/>
                  </a:lnTo>
                  <a:lnTo>
                    <a:pt x="7334" y="973"/>
                  </a:lnTo>
                  <a:lnTo>
                    <a:pt x="10019" y="1223"/>
                  </a:lnTo>
                  <a:lnTo>
                    <a:pt x="11206" y="848"/>
                  </a:lnTo>
                  <a:lnTo>
                    <a:pt x="13579" y="1241"/>
                  </a:lnTo>
                  <a:lnTo>
                    <a:pt x="1357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15"/>
            <p:cNvSpPr/>
            <p:nvPr/>
          </p:nvSpPr>
          <p:spPr>
            <a:xfrm>
              <a:off x="4314874" y="2449413"/>
              <a:ext cx="207765" cy="47365"/>
            </a:xfrm>
            <a:custGeom>
              <a:rect b="b" l="l" r="r" t="t"/>
              <a:pathLst>
                <a:path extrusionOk="0" h="1304" w="5720">
                  <a:moveTo>
                    <a:pt x="188" y="375"/>
                  </a:moveTo>
                  <a:lnTo>
                    <a:pt x="1" y="1303"/>
                  </a:lnTo>
                  <a:lnTo>
                    <a:pt x="304" y="1303"/>
                  </a:lnTo>
                  <a:lnTo>
                    <a:pt x="188" y="375"/>
                  </a:lnTo>
                  <a:close/>
                  <a:moveTo>
                    <a:pt x="4533" y="1"/>
                  </a:moveTo>
                  <a:lnTo>
                    <a:pt x="4167" y="1303"/>
                  </a:lnTo>
                  <a:lnTo>
                    <a:pt x="5719" y="1303"/>
                  </a:lnTo>
                  <a:lnTo>
                    <a:pt x="4845" y="857"/>
                  </a:lnTo>
                  <a:lnTo>
                    <a:pt x="4533"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15"/>
            <p:cNvSpPr/>
            <p:nvPr/>
          </p:nvSpPr>
          <p:spPr>
            <a:xfrm>
              <a:off x="4120809" y="2209002"/>
              <a:ext cx="444914" cy="22048"/>
            </a:xfrm>
            <a:custGeom>
              <a:rect b="b" l="l" r="r" t="t"/>
              <a:pathLst>
                <a:path extrusionOk="0" h="607" w="12249">
                  <a:moveTo>
                    <a:pt x="0" y="0"/>
                  </a:moveTo>
                  <a:lnTo>
                    <a:pt x="0" y="607"/>
                  </a:lnTo>
                  <a:lnTo>
                    <a:pt x="12249" y="607"/>
                  </a:lnTo>
                  <a:lnTo>
                    <a:pt x="12249"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15"/>
            <p:cNvSpPr/>
            <p:nvPr/>
          </p:nvSpPr>
          <p:spPr>
            <a:xfrm>
              <a:off x="4120809" y="2223240"/>
              <a:ext cx="444914" cy="7809"/>
            </a:xfrm>
            <a:custGeom>
              <a:rect b="b" l="l" r="r" t="t"/>
              <a:pathLst>
                <a:path extrusionOk="0" h="215" w="12249">
                  <a:moveTo>
                    <a:pt x="0" y="1"/>
                  </a:moveTo>
                  <a:lnTo>
                    <a:pt x="0" y="215"/>
                  </a:lnTo>
                  <a:lnTo>
                    <a:pt x="12249" y="215"/>
                  </a:lnTo>
                  <a:lnTo>
                    <a:pt x="12249"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15"/>
            <p:cNvSpPr/>
            <p:nvPr/>
          </p:nvSpPr>
          <p:spPr>
            <a:xfrm>
              <a:off x="4007377" y="2420901"/>
              <a:ext cx="558349" cy="22084"/>
            </a:xfrm>
            <a:custGeom>
              <a:rect b="b" l="l" r="r" t="t"/>
              <a:pathLst>
                <a:path extrusionOk="0" h="608" w="15372">
                  <a:moveTo>
                    <a:pt x="1" y="1"/>
                  </a:moveTo>
                  <a:lnTo>
                    <a:pt x="1" y="607"/>
                  </a:lnTo>
                  <a:lnTo>
                    <a:pt x="15372" y="607"/>
                  </a:lnTo>
                  <a:lnTo>
                    <a:pt x="15372"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15"/>
            <p:cNvSpPr/>
            <p:nvPr/>
          </p:nvSpPr>
          <p:spPr>
            <a:xfrm>
              <a:off x="4007377" y="2420901"/>
              <a:ext cx="558349" cy="4577"/>
            </a:xfrm>
            <a:custGeom>
              <a:rect b="b" l="l" r="r" t="t"/>
              <a:pathLst>
                <a:path extrusionOk="0" h="126" w="15372">
                  <a:moveTo>
                    <a:pt x="1" y="1"/>
                  </a:moveTo>
                  <a:lnTo>
                    <a:pt x="1" y="125"/>
                  </a:lnTo>
                  <a:lnTo>
                    <a:pt x="15372" y="125"/>
                  </a:lnTo>
                  <a:lnTo>
                    <a:pt x="1537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15"/>
            <p:cNvSpPr/>
            <p:nvPr/>
          </p:nvSpPr>
          <p:spPr>
            <a:xfrm>
              <a:off x="4007377" y="2442948"/>
              <a:ext cx="558349" cy="53830"/>
            </a:xfrm>
            <a:custGeom>
              <a:rect b="b" l="l" r="r" t="t"/>
              <a:pathLst>
                <a:path extrusionOk="0" h="1482" w="15372">
                  <a:moveTo>
                    <a:pt x="1" y="0"/>
                  </a:moveTo>
                  <a:lnTo>
                    <a:pt x="1" y="1481"/>
                  </a:lnTo>
                  <a:lnTo>
                    <a:pt x="15372" y="1481"/>
                  </a:lnTo>
                  <a:lnTo>
                    <a:pt x="1537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15"/>
            <p:cNvSpPr/>
            <p:nvPr/>
          </p:nvSpPr>
          <p:spPr>
            <a:xfrm>
              <a:off x="4007377" y="2434848"/>
              <a:ext cx="558349" cy="8136"/>
            </a:xfrm>
            <a:custGeom>
              <a:rect b="b" l="l" r="r" t="t"/>
              <a:pathLst>
                <a:path extrusionOk="0" h="224" w="15372">
                  <a:moveTo>
                    <a:pt x="1" y="0"/>
                  </a:moveTo>
                  <a:lnTo>
                    <a:pt x="1" y="223"/>
                  </a:lnTo>
                  <a:lnTo>
                    <a:pt x="15372" y="223"/>
                  </a:lnTo>
                  <a:lnTo>
                    <a:pt x="15372" y="0"/>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15"/>
            <p:cNvSpPr/>
            <p:nvPr/>
          </p:nvSpPr>
          <p:spPr>
            <a:xfrm>
              <a:off x="4139914" y="2241401"/>
              <a:ext cx="50597" cy="10388"/>
            </a:xfrm>
            <a:custGeom>
              <a:rect b="b" l="l" r="r" t="t"/>
              <a:pathLst>
                <a:path extrusionOk="0" h="286" w="1393">
                  <a:moveTo>
                    <a:pt x="1" y="0"/>
                  </a:moveTo>
                  <a:lnTo>
                    <a:pt x="1"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15"/>
            <p:cNvSpPr/>
            <p:nvPr/>
          </p:nvSpPr>
          <p:spPr>
            <a:xfrm>
              <a:off x="4165193" y="2251752"/>
              <a:ext cx="30801" cy="148450"/>
            </a:xfrm>
            <a:custGeom>
              <a:rect b="b" l="l" r="r" t="t"/>
              <a:pathLst>
                <a:path extrusionOk="0" h="4087" w="848">
                  <a:moveTo>
                    <a:pt x="0" y="1"/>
                  </a:moveTo>
                  <a:lnTo>
                    <a:pt x="0" y="4087"/>
                  </a:lnTo>
                  <a:lnTo>
                    <a:pt x="464" y="4087"/>
                  </a:lnTo>
                  <a:cubicBezTo>
                    <a:pt x="848" y="2927"/>
                    <a:pt x="536" y="2249"/>
                    <a:pt x="384" y="1473"/>
                  </a:cubicBezTo>
                  <a:cubicBezTo>
                    <a:pt x="232" y="706"/>
                    <a:pt x="464" y="1"/>
                    <a:pt x="464"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15"/>
            <p:cNvSpPr/>
            <p:nvPr/>
          </p:nvSpPr>
          <p:spPr>
            <a:xfrm>
              <a:off x="4134393" y="2251752"/>
              <a:ext cx="30838" cy="148450"/>
            </a:xfrm>
            <a:custGeom>
              <a:rect b="b" l="l" r="r" t="t"/>
              <a:pathLst>
                <a:path extrusionOk="0" h="4087" w="849">
                  <a:moveTo>
                    <a:pt x="384" y="1"/>
                  </a:moveTo>
                  <a:cubicBezTo>
                    <a:pt x="384" y="1"/>
                    <a:pt x="616" y="706"/>
                    <a:pt x="465" y="1473"/>
                  </a:cubicBezTo>
                  <a:cubicBezTo>
                    <a:pt x="313" y="2249"/>
                    <a:pt x="1"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15"/>
            <p:cNvSpPr/>
            <p:nvPr/>
          </p:nvSpPr>
          <p:spPr>
            <a:xfrm>
              <a:off x="4134066" y="2231013"/>
              <a:ext cx="62257" cy="10425"/>
            </a:xfrm>
            <a:custGeom>
              <a:rect b="b" l="l" r="r" t="t"/>
              <a:pathLst>
                <a:path extrusionOk="0" h="287" w="1714">
                  <a:moveTo>
                    <a:pt x="1" y="1"/>
                  </a:moveTo>
                  <a:lnTo>
                    <a:pt x="1" y="286"/>
                  </a:lnTo>
                  <a:lnTo>
                    <a:pt x="1714" y="286"/>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15"/>
            <p:cNvSpPr/>
            <p:nvPr/>
          </p:nvSpPr>
          <p:spPr>
            <a:xfrm>
              <a:off x="4013879" y="2174315"/>
              <a:ext cx="100141" cy="10425"/>
            </a:xfrm>
            <a:custGeom>
              <a:rect b="b" l="l" r="r" t="t"/>
              <a:pathLst>
                <a:path extrusionOk="0" h="287" w="2757">
                  <a:moveTo>
                    <a:pt x="0" y="1"/>
                  </a:moveTo>
                  <a:lnTo>
                    <a:pt x="0" y="286"/>
                  </a:lnTo>
                  <a:lnTo>
                    <a:pt x="2757" y="286"/>
                  </a:lnTo>
                  <a:lnTo>
                    <a:pt x="2757"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15"/>
            <p:cNvSpPr/>
            <p:nvPr/>
          </p:nvSpPr>
          <p:spPr>
            <a:xfrm>
              <a:off x="4002837" y="2184703"/>
              <a:ext cx="122552" cy="10388"/>
            </a:xfrm>
            <a:custGeom>
              <a:rect b="b" l="l" r="r" t="t"/>
              <a:pathLst>
                <a:path extrusionOk="0" h="286" w="3374">
                  <a:moveTo>
                    <a:pt x="1" y="0"/>
                  </a:moveTo>
                  <a:lnTo>
                    <a:pt x="1" y="286"/>
                  </a:lnTo>
                  <a:lnTo>
                    <a:pt x="3373" y="286"/>
                  </a:lnTo>
                  <a:lnTo>
                    <a:pt x="3373" y="0"/>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15"/>
            <p:cNvSpPr/>
            <p:nvPr/>
          </p:nvSpPr>
          <p:spPr>
            <a:xfrm>
              <a:off x="4139914" y="2400161"/>
              <a:ext cx="50597" cy="10425"/>
            </a:xfrm>
            <a:custGeom>
              <a:rect b="b" l="l" r="r" t="t"/>
              <a:pathLst>
                <a:path extrusionOk="0" h="287" w="1393">
                  <a:moveTo>
                    <a:pt x="1" y="1"/>
                  </a:moveTo>
                  <a:lnTo>
                    <a:pt x="1"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15"/>
            <p:cNvSpPr/>
            <p:nvPr/>
          </p:nvSpPr>
          <p:spPr>
            <a:xfrm>
              <a:off x="4134066" y="2410549"/>
              <a:ext cx="62257" cy="10388"/>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15"/>
            <p:cNvSpPr/>
            <p:nvPr/>
          </p:nvSpPr>
          <p:spPr>
            <a:xfrm>
              <a:off x="4232279" y="2241401"/>
              <a:ext cx="50561" cy="10388"/>
            </a:xfrm>
            <a:custGeom>
              <a:rect b="b" l="l" r="r" t="t"/>
              <a:pathLst>
                <a:path extrusionOk="0" h="286" w="1392">
                  <a:moveTo>
                    <a:pt x="0" y="0"/>
                  </a:moveTo>
                  <a:lnTo>
                    <a:pt x="0"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15"/>
            <p:cNvSpPr/>
            <p:nvPr/>
          </p:nvSpPr>
          <p:spPr>
            <a:xfrm>
              <a:off x="4257522" y="2251752"/>
              <a:ext cx="30838" cy="148450"/>
            </a:xfrm>
            <a:custGeom>
              <a:rect b="b" l="l" r="r" t="t"/>
              <a:pathLst>
                <a:path extrusionOk="0" h="4087" w="849">
                  <a:moveTo>
                    <a:pt x="1" y="1"/>
                  </a:moveTo>
                  <a:lnTo>
                    <a:pt x="1" y="4087"/>
                  </a:lnTo>
                  <a:lnTo>
                    <a:pt x="465" y="4087"/>
                  </a:lnTo>
                  <a:cubicBezTo>
                    <a:pt x="848" y="2927"/>
                    <a:pt x="536" y="2249"/>
                    <a:pt x="384" y="1473"/>
                  </a:cubicBezTo>
                  <a:cubicBezTo>
                    <a:pt x="233" y="706"/>
                    <a:pt x="465" y="1"/>
                    <a:pt x="465"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15"/>
            <p:cNvSpPr/>
            <p:nvPr/>
          </p:nvSpPr>
          <p:spPr>
            <a:xfrm>
              <a:off x="4226758" y="2251752"/>
              <a:ext cx="30801" cy="148450"/>
            </a:xfrm>
            <a:custGeom>
              <a:rect b="b" l="l" r="r" t="t"/>
              <a:pathLst>
                <a:path extrusionOk="0" h="4087" w="848">
                  <a:moveTo>
                    <a:pt x="384" y="1"/>
                  </a:moveTo>
                  <a:cubicBezTo>
                    <a:pt x="384" y="1"/>
                    <a:pt x="616" y="706"/>
                    <a:pt x="464" y="1473"/>
                  </a:cubicBezTo>
                  <a:cubicBezTo>
                    <a:pt x="313" y="2249"/>
                    <a:pt x="0"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15"/>
            <p:cNvSpPr/>
            <p:nvPr/>
          </p:nvSpPr>
          <p:spPr>
            <a:xfrm>
              <a:off x="4226431" y="2231013"/>
              <a:ext cx="62257" cy="10425"/>
            </a:xfrm>
            <a:custGeom>
              <a:rect b="b" l="l" r="r" t="t"/>
              <a:pathLst>
                <a:path extrusionOk="0" h="287" w="1714">
                  <a:moveTo>
                    <a:pt x="0" y="1"/>
                  </a:moveTo>
                  <a:lnTo>
                    <a:pt x="0" y="286"/>
                  </a:lnTo>
                  <a:lnTo>
                    <a:pt x="1713" y="286"/>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15"/>
            <p:cNvSpPr/>
            <p:nvPr/>
          </p:nvSpPr>
          <p:spPr>
            <a:xfrm>
              <a:off x="4232279" y="2400161"/>
              <a:ext cx="50561" cy="10425"/>
            </a:xfrm>
            <a:custGeom>
              <a:rect b="b" l="l" r="r" t="t"/>
              <a:pathLst>
                <a:path extrusionOk="0" h="287" w="1392">
                  <a:moveTo>
                    <a:pt x="0" y="1"/>
                  </a:moveTo>
                  <a:lnTo>
                    <a:pt x="0"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15"/>
            <p:cNvSpPr/>
            <p:nvPr/>
          </p:nvSpPr>
          <p:spPr>
            <a:xfrm>
              <a:off x="4226431" y="2410549"/>
              <a:ext cx="62257" cy="10388"/>
            </a:xfrm>
            <a:custGeom>
              <a:rect b="b" l="l" r="r" t="t"/>
              <a:pathLst>
                <a:path extrusionOk="0" h="286" w="1714">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15"/>
            <p:cNvSpPr/>
            <p:nvPr/>
          </p:nvSpPr>
          <p:spPr>
            <a:xfrm>
              <a:off x="4324608" y="2241401"/>
              <a:ext cx="50924" cy="10388"/>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15"/>
            <p:cNvSpPr/>
            <p:nvPr/>
          </p:nvSpPr>
          <p:spPr>
            <a:xfrm>
              <a:off x="4349888" y="2251752"/>
              <a:ext cx="31128" cy="148450"/>
            </a:xfrm>
            <a:custGeom>
              <a:rect b="b" l="l" r="r" t="t"/>
              <a:pathLst>
                <a:path extrusionOk="0" h="4087" w="857">
                  <a:moveTo>
                    <a:pt x="0" y="1"/>
                  </a:moveTo>
                  <a:lnTo>
                    <a:pt x="0" y="4087"/>
                  </a:lnTo>
                  <a:lnTo>
                    <a:pt x="473" y="4087"/>
                  </a:lnTo>
                  <a:cubicBezTo>
                    <a:pt x="857" y="2927"/>
                    <a:pt x="536" y="2249"/>
                    <a:pt x="384" y="1473"/>
                  </a:cubicBezTo>
                  <a:cubicBezTo>
                    <a:pt x="232" y="706"/>
                    <a:pt x="473" y="1"/>
                    <a:pt x="473"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15"/>
            <p:cNvSpPr/>
            <p:nvPr/>
          </p:nvSpPr>
          <p:spPr>
            <a:xfrm>
              <a:off x="4319087" y="2251752"/>
              <a:ext cx="30838" cy="148450"/>
            </a:xfrm>
            <a:custGeom>
              <a:rect b="b" l="l" r="r" t="t"/>
              <a:pathLst>
                <a:path extrusionOk="0" h="4087" w="849">
                  <a:moveTo>
                    <a:pt x="384" y="1"/>
                  </a:moveTo>
                  <a:cubicBezTo>
                    <a:pt x="384" y="1"/>
                    <a:pt x="616" y="706"/>
                    <a:pt x="465" y="1473"/>
                  </a:cubicBezTo>
                  <a:cubicBezTo>
                    <a:pt x="313" y="2249"/>
                    <a:pt x="1"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15"/>
            <p:cNvSpPr/>
            <p:nvPr/>
          </p:nvSpPr>
          <p:spPr>
            <a:xfrm>
              <a:off x="4318760" y="2231013"/>
              <a:ext cx="62257" cy="10425"/>
            </a:xfrm>
            <a:custGeom>
              <a:rect b="b" l="l" r="r" t="t"/>
              <a:pathLst>
                <a:path extrusionOk="0" h="287" w="1714">
                  <a:moveTo>
                    <a:pt x="1" y="1"/>
                  </a:moveTo>
                  <a:lnTo>
                    <a:pt x="1" y="286"/>
                  </a:lnTo>
                  <a:lnTo>
                    <a:pt x="1714" y="286"/>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15"/>
            <p:cNvSpPr/>
            <p:nvPr/>
          </p:nvSpPr>
          <p:spPr>
            <a:xfrm>
              <a:off x="4324608" y="2400161"/>
              <a:ext cx="50924" cy="10425"/>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15"/>
            <p:cNvSpPr/>
            <p:nvPr/>
          </p:nvSpPr>
          <p:spPr>
            <a:xfrm>
              <a:off x="4318760" y="2410549"/>
              <a:ext cx="62257" cy="10388"/>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15"/>
            <p:cNvSpPr/>
            <p:nvPr/>
          </p:nvSpPr>
          <p:spPr>
            <a:xfrm>
              <a:off x="4416973" y="2241401"/>
              <a:ext cx="50888" cy="10388"/>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15"/>
            <p:cNvSpPr/>
            <p:nvPr/>
          </p:nvSpPr>
          <p:spPr>
            <a:xfrm>
              <a:off x="4442216" y="2251752"/>
              <a:ext cx="31165" cy="148450"/>
            </a:xfrm>
            <a:custGeom>
              <a:rect b="b" l="l" r="r" t="t"/>
              <a:pathLst>
                <a:path extrusionOk="0" h="4087" w="858">
                  <a:moveTo>
                    <a:pt x="1" y="1"/>
                  </a:moveTo>
                  <a:lnTo>
                    <a:pt x="1" y="4087"/>
                  </a:lnTo>
                  <a:lnTo>
                    <a:pt x="474" y="4087"/>
                  </a:lnTo>
                  <a:cubicBezTo>
                    <a:pt x="857" y="2927"/>
                    <a:pt x="536" y="2249"/>
                    <a:pt x="384" y="1473"/>
                  </a:cubicBezTo>
                  <a:cubicBezTo>
                    <a:pt x="233" y="706"/>
                    <a:pt x="474" y="1"/>
                    <a:pt x="474"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15"/>
            <p:cNvSpPr/>
            <p:nvPr/>
          </p:nvSpPr>
          <p:spPr>
            <a:xfrm>
              <a:off x="4411452" y="2251752"/>
              <a:ext cx="30801" cy="148450"/>
            </a:xfrm>
            <a:custGeom>
              <a:rect b="b" l="l" r="r" t="t"/>
              <a:pathLst>
                <a:path extrusionOk="0" h="4087" w="848">
                  <a:moveTo>
                    <a:pt x="384" y="1"/>
                  </a:moveTo>
                  <a:cubicBezTo>
                    <a:pt x="384" y="1"/>
                    <a:pt x="625" y="706"/>
                    <a:pt x="473" y="1473"/>
                  </a:cubicBezTo>
                  <a:cubicBezTo>
                    <a:pt x="322" y="2249"/>
                    <a:pt x="0"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15"/>
            <p:cNvSpPr/>
            <p:nvPr/>
          </p:nvSpPr>
          <p:spPr>
            <a:xfrm>
              <a:off x="4411125" y="2231013"/>
              <a:ext cx="62257" cy="10425"/>
            </a:xfrm>
            <a:custGeom>
              <a:rect b="b" l="l" r="r" t="t"/>
              <a:pathLst>
                <a:path extrusionOk="0" h="287" w="1714">
                  <a:moveTo>
                    <a:pt x="0" y="1"/>
                  </a:moveTo>
                  <a:lnTo>
                    <a:pt x="0" y="286"/>
                  </a:lnTo>
                  <a:lnTo>
                    <a:pt x="1713" y="286"/>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15"/>
            <p:cNvSpPr/>
            <p:nvPr/>
          </p:nvSpPr>
          <p:spPr>
            <a:xfrm>
              <a:off x="4416973" y="2400161"/>
              <a:ext cx="50888" cy="10425"/>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15"/>
            <p:cNvSpPr/>
            <p:nvPr/>
          </p:nvSpPr>
          <p:spPr>
            <a:xfrm>
              <a:off x="4411125" y="2410549"/>
              <a:ext cx="62257" cy="10388"/>
            </a:xfrm>
            <a:custGeom>
              <a:rect b="b" l="l" r="r" t="t"/>
              <a:pathLst>
                <a:path extrusionOk="0" h="286" w="1714">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15"/>
            <p:cNvSpPr/>
            <p:nvPr/>
          </p:nvSpPr>
          <p:spPr>
            <a:xfrm>
              <a:off x="4509302" y="2241401"/>
              <a:ext cx="50924" cy="10388"/>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15"/>
            <p:cNvSpPr/>
            <p:nvPr/>
          </p:nvSpPr>
          <p:spPr>
            <a:xfrm>
              <a:off x="4534582" y="2251752"/>
              <a:ext cx="31128" cy="148450"/>
            </a:xfrm>
            <a:custGeom>
              <a:rect b="b" l="l" r="r" t="t"/>
              <a:pathLst>
                <a:path extrusionOk="0" h="4087" w="857">
                  <a:moveTo>
                    <a:pt x="0" y="1"/>
                  </a:moveTo>
                  <a:lnTo>
                    <a:pt x="0" y="4087"/>
                  </a:lnTo>
                  <a:lnTo>
                    <a:pt x="473" y="4087"/>
                  </a:lnTo>
                  <a:cubicBezTo>
                    <a:pt x="857" y="2927"/>
                    <a:pt x="536" y="2249"/>
                    <a:pt x="384" y="1473"/>
                  </a:cubicBezTo>
                  <a:cubicBezTo>
                    <a:pt x="232" y="706"/>
                    <a:pt x="473" y="1"/>
                    <a:pt x="473"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15"/>
            <p:cNvSpPr/>
            <p:nvPr/>
          </p:nvSpPr>
          <p:spPr>
            <a:xfrm>
              <a:off x="4503781" y="2251752"/>
              <a:ext cx="30838" cy="148450"/>
            </a:xfrm>
            <a:custGeom>
              <a:rect b="b" l="l" r="r" t="t"/>
              <a:pathLst>
                <a:path extrusionOk="0" h="4087" w="849">
                  <a:moveTo>
                    <a:pt x="384" y="1"/>
                  </a:moveTo>
                  <a:cubicBezTo>
                    <a:pt x="384" y="1"/>
                    <a:pt x="625" y="706"/>
                    <a:pt x="474" y="1473"/>
                  </a:cubicBezTo>
                  <a:cubicBezTo>
                    <a:pt x="322" y="2249"/>
                    <a:pt x="1"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15"/>
            <p:cNvSpPr/>
            <p:nvPr/>
          </p:nvSpPr>
          <p:spPr>
            <a:xfrm>
              <a:off x="4503454" y="2231013"/>
              <a:ext cx="62257" cy="10425"/>
            </a:xfrm>
            <a:custGeom>
              <a:rect b="b" l="l" r="r" t="t"/>
              <a:pathLst>
                <a:path extrusionOk="0" h="287" w="1714">
                  <a:moveTo>
                    <a:pt x="1" y="1"/>
                  </a:moveTo>
                  <a:lnTo>
                    <a:pt x="1" y="286"/>
                  </a:lnTo>
                  <a:lnTo>
                    <a:pt x="1714" y="286"/>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15"/>
            <p:cNvSpPr/>
            <p:nvPr/>
          </p:nvSpPr>
          <p:spPr>
            <a:xfrm>
              <a:off x="4509302" y="2400161"/>
              <a:ext cx="50924" cy="10425"/>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15"/>
            <p:cNvSpPr/>
            <p:nvPr/>
          </p:nvSpPr>
          <p:spPr>
            <a:xfrm>
              <a:off x="4503454" y="2410549"/>
              <a:ext cx="62257" cy="10388"/>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15"/>
            <p:cNvSpPr/>
            <p:nvPr/>
          </p:nvSpPr>
          <p:spPr>
            <a:xfrm>
              <a:off x="4007377" y="2195054"/>
              <a:ext cx="113471" cy="301731"/>
            </a:xfrm>
            <a:custGeom>
              <a:rect b="b" l="l" r="r" t="t"/>
              <a:pathLst>
                <a:path extrusionOk="0" h="8307" w="3124">
                  <a:moveTo>
                    <a:pt x="1" y="1"/>
                  </a:moveTo>
                  <a:lnTo>
                    <a:pt x="1" y="8306"/>
                  </a:lnTo>
                  <a:lnTo>
                    <a:pt x="3123" y="8306"/>
                  </a:lnTo>
                  <a:lnTo>
                    <a:pt x="3123" y="1"/>
                  </a:ln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15"/>
            <p:cNvSpPr/>
            <p:nvPr/>
          </p:nvSpPr>
          <p:spPr>
            <a:xfrm>
              <a:off x="4007377" y="2195054"/>
              <a:ext cx="56736" cy="301731"/>
            </a:xfrm>
            <a:custGeom>
              <a:rect b="b" l="l" r="r" t="t"/>
              <a:pathLst>
                <a:path extrusionOk="0" h="8307" w="1562">
                  <a:moveTo>
                    <a:pt x="1" y="1"/>
                  </a:moveTo>
                  <a:lnTo>
                    <a:pt x="1" y="8306"/>
                  </a:lnTo>
                  <a:lnTo>
                    <a:pt x="1562" y="8306"/>
                  </a:lnTo>
                  <a:lnTo>
                    <a:pt x="1562"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15"/>
            <p:cNvSpPr/>
            <p:nvPr/>
          </p:nvSpPr>
          <p:spPr>
            <a:xfrm>
              <a:off x="4190473" y="2289672"/>
              <a:ext cx="375248" cy="65163"/>
            </a:xfrm>
            <a:custGeom>
              <a:rect b="b" l="l" r="r" t="t"/>
              <a:pathLst>
                <a:path extrusionOk="0" h="1794" w="10331">
                  <a:moveTo>
                    <a:pt x="1891" y="1"/>
                  </a:moveTo>
                  <a:lnTo>
                    <a:pt x="0" y="1794"/>
                  </a:lnTo>
                  <a:lnTo>
                    <a:pt x="10331" y="1794"/>
                  </a:lnTo>
                  <a:lnTo>
                    <a:pt x="1033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15"/>
            <p:cNvSpPr/>
            <p:nvPr/>
          </p:nvSpPr>
          <p:spPr>
            <a:xfrm>
              <a:off x="4190473" y="2354796"/>
              <a:ext cx="375248" cy="10425"/>
            </a:xfrm>
            <a:custGeom>
              <a:rect b="b" l="l" r="r" t="t"/>
              <a:pathLst>
                <a:path extrusionOk="0" h="287" w="10331">
                  <a:moveTo>
                    <a:pt x="0" y="1"/>
                  </a:moveTo>
                  <a:lnTo>
                    <a:pt x="0" y="286"/>
                  </a:lnTo>
                  <a:lnTo>
                    <a:pt x="10331" y="286"/>
                  </a:lnTo>
                  <a:lnTo>
                    <a:pt x="1033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15"/>
            <p:cNvSpPr/>
            <p:nvPr/>
          </p:nvSpPr>
          <p:spPr>
            <a:xfrm>
              <a:off x="4463283" y="2429654"/>
              <a:ext cx="15582" cy="67124"/>
            </a:xfrm>
            <a:custGeom>
              <a:rect b="b" l="l" r="r" t="t"/>
              <a:pathLst>
                <a:path extrusionOk="0" h="1848" w="429">
                  <a:moveTo>
                    <a:pt x="1" y="0"/>
                  </a:moveTo>
                  <a:lnTo>
                    <a:pt x="1"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15"/>
            <p:cNvSpPr/>
            <p:nvPr/>
          </p:nvSpPr>
          <p:spPr>
            <a:xfrm>
              <a:off x="4473344" y="2429654"/>
              <a:ext cx="5521" cy="67124"/>
            </a:xfrm>
            <a:custGeom>
              <a:rect b="b" l="l" r="r" t="t"/>
              <a:pathLst>
                <a:path extrusionOk="0" h="1848" w="152">
                  <a:moveTo>
                    <a:pt x="0" y="0"/>
                  </a:moveTo>
                  <a:lnTo>
                    <a:pt x="0" y="1847"/>
                  </a:lnTo>
                  <a:lnTo>
                    <a:pt x="152" y="1847"/>
                  </a:lnTo>
                  <a:lnTo>
                    <a:pt x="152"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15"/>
            <p:cNvSpPr/>
            <p:nvPr/>
          </p:nvSpPr>
          <p:spPr>
            <a:xfrm>
              <a:off x="4457798" y="2415707"/>
              <a:ext cx="177581" cy="42824"/>
            </a:xfrm>
            <a:custGeom>
              <a:rect b="b" l="l" r="r" t="t"/>
              <a:pathLst>
                <a:path extrusionOk="0" h="1179" w="4889">
                  <a:moveTo>
                    <a:pt x="0" y="1"/>
                  </a:moveTo>
                  <a:lnTo>
                    <a:pt x="1240" y="1178"/>
                  </a:lnTo>
                  <a:lnTo>
                    <a:pt x="4889" y="1178"/>
                  </a:lnTo>
                  <a:lnTo>
                    <a:pt x="3649"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15"/>
            <p:cNvSpPr/>
            <p:nvPr/>
          </p:nvSpPr>
          <p:spPr>
            <a:xfrm>
              <a:off x="4605844" y="2469825"/>
              <a:ext cx="15619" cy="26951"/>
            </a:xfrm>
            <a:custGeom>
              <a:rect b="b" l="l" r="r" t="t"/>
              <a:pathLst>
                <a:path extrusionOk="0" h="742" w="430">
                  <a:moveTo>
                    <a:pt x="1" y="1"/>
                  </a:moveTo>
                  <a:lnTo>
                    <a:pt x="1" y="741"/>
                  </a:lnTo>
                  <a:lnTo>
                    <a:pt x="429" y="741"/>
                  </a:lnTo>
                  <a:lnTo>
                    <a:pt x="429"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15"/>
            <p:cNvSpPr/>
            <p:nvPr/>
          </p:nvSpPr>
          <p:spPr>
            <a:xfrm>
              <a:off x="4605844" y="2469825"/>
              <a:ext cx="5557" cy="26951"/>
            </a:xfrm>
            <a:custGeom>
              <a:rect b="b" l="l" r="r" t="t"/>
              <a:pathLst>
                <a:path extrusionOk="0" h="742" w="153">
                  <a:moveTo>
                    <a:pt x="1" y="1"/>
                  </a:moveTo>
                  <a:lnTo>
                    <a:pt x="1" y="741"/>
                  </a:lnTo>
                  <a:lnTo>
                    <a:pt x="153" y="741"/>
                  </a:lnTo>
                  <a:lnTo>
                    <a:pt x="153"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15"/>
            <p:cNvSpPr/>
            <p:nvPr/>
          </p:nvSpPr>
          <p:spPr>
            <a:xfrm>
              <a:off x="4516421" y="2469825"/>
              <a:ext cx="15582" cy="26951"/>
            </a:xfrm>
            <a:custGeom>
              <a:rect b="b" l="l" r="r" t="t"/>
              <a:pathLst>
                <a:path extrusionOk="0" h="742" w="429">
                  <a:moveTo>
                    <a:pt x="1" y="1"/>
                  </a:moveTo>
                  <a:lnTo>
                    <a:pt x="1" y="741"/>
                  </a:lnTo>
                  <a:lnTo>
                    <a:pt x="429" y="741"/>
                  </a:lnTo>
                  <a:lnTo>
                    <a:pt x="429"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15"/>
            <p:cNvSpPr/>
            <p:nvPr/>
          </p:nvSpPr>
          <p:spPr>
            <a:xfrm>
              <a:off x="4526482" y="2469825"/>
              <a:ext cx="5521" cy="26951"/>
            </a:xfrm>
            <a:custGeom>
              <a:rect b="b" l="l" r="r" t="t"/>
              <a:pathLst>
                <a:path extrusionOk="0" h="742" w="152">
                  <a:moveTo>
                    <a:pt x="0" y="1"/>
                  </a:moveTo>
                  <a:lnTo>
                    <a:pt x="0" y="741"/>
                  </a:lnTo>
                  <a:lnTo>
                    <a:pt x="152" y="741"/>
                  </a:lnTo>
                  <a:lnTo>
                    <a:pt x="152"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15"/>
            <p:cNvSpPr/>
            <p:nvPr/>
          </p:nvSpPr>
          <p:spPr>
            <a:xfrm>
              <a:off x="4561133" y="2429654"/>
              <a:ext cx="15619" cy="67124"/>
            </a:xfrm>
            <a:custGeom>
              <a:rect b="b" l="l" r="r" t="t"/>
              <a:pathLst>
                <a:path extrusionOk="0" h="1848" w="430">
                  <a:moveTo>
                    <a:pt x="1" y="0"/>
                  </a:moveTo>
                  <a:lnTo>
                    <a:pt x="1"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15"/>
            <p:cNvSpPr/>
            <p:nvPr/>
          </p:nvSpPr>
          <p:spPr>
            <a:xfrm>
              <a:off x="4571194" y="2429654"/>
              <a:ext cx="5557" cy="67124"/>
            </a:xfrm>
            <a:custGeom>
              <a:rect b="b" l="l" r="r" t="t"/>
              <a:pathLst>
                <a:path extrusionOk="0" h="1848" w="153">
                  <a:moveTo>
                    <a:pt x="0" y="0"/>
                  </a:moveTo>
                  <a:lnTo>
                    <a:pt x="0" y="1847"/>
                  </a:lnTo>
                  <a:lnTo>
                    <a:pt x="152" y="1847"/>
                  </a:lnTo>
                  <a:lnTo>
                    <a:pt x="152"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15"/>
            <p:cNvSpPr/>
            <p:nvPr/>
          </p:nvSpPr>
          <p:spPr>
            <a:xfrm>
              <a:off x="4508975" y="2319491"/>
              <a:ext cx="119937" cy="139043"/>
            </a:xfrm>
            <a:custGeom>
              <a:rect b="b" l="l" r="r" t="t"/>
              <a:pathLst>
                <a:path extrusionOk="0" h="3828" w="3302">
                  <a:moveTo>
                    <a:pt x="1" y="0"/>
                  </a:moveTo>
                  <a:lnTo>
                    <a:pt x="1" y="3827"/>
                  </a:lnTo>
                  <a:lnTo>
                    <a:pt x="3301" y="3827"/>
                  </a:lnTo>
                  <a:lnTo>
                    <a:pt x="3301"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15"/>
            <p:cNvSpPr/>
            <p:nvPr/>
          </p:nvSpPr>
          <p:spPr>
            <a:xfrm>
              <a:off x="4516421" y="2326937"/>
              <a:ext cx="105045" cy="131596"/>
            </a:xfrm>
            <a:custGeom>
              <a:rect b="b" l="l" r="r" t="t"/>
              <a:pathLst>
                <a:path extrusionOk="0" h="3623" w="2892">
                  <a:moveTo>
                    <a:pt x="1" y="0"/>
                  </a:moveTo>
                  <a:lnTo>
                    <a:pt x="1" y="3622"/>
                  </a:lnTo>
                  <a:lnTo>
                    <a:pt x="2891" y="3622"/>
                  </a:lnTo>
                  <a:lnTo>
                    <a:pt x="2891"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15"/>
            <p:cNvSpPr/>
            <p:nvPr/>
          </p:nvSpPr>
          <p:spPr>
            <a:xfrm>
              <a:off x="4502837" y="2458493"/>
              <a:ext cx="132541" cy="12023"/>
            </a:xfrm>
            <a:custGeom>
              <a:rect b="b" l="l" r="r" t="t"/>
              <a:pathLst>
                <a:path extrusionOk="0" h="331" w="3649">
                  <a:moveTo>
                    <a:pt x="0" y="0"/>
                  </a:moveTo>
                  <a:lnTo>
                    <a:pt x="0" y="330"/>
                  </a:lnTo>
                  <a:lnTo>
                    <a:pt x="3649" y="330"/>
                  </a:lnTo>
                  <a:lnTo>
                    <a:pt x="3649"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15"/>
            <p:cNvSpPr/>
            <p:nvPr/>
          </p:nvSpPr>
          <p:spPr>
            <a:xfrm>
              <a:off x="4457798" y="2415707"/>
              <a:ext cx="45076" cy="54811"/>
            </a:xfrm>
            <a:custGeom>
              <a:rect b="b" l="l" r="r" t="t"/>
              <a:pathLst>
                <a:path extrusionOk="0" h="1509" w="1241">
                  <a:moveTo>
                    <a:pt x="0" y="1"/>
                  </a:moveTo>
                  <a:lnTo>
                    <a:pt x="0" y="331"/>
                  </a:lnTo>
                  <a:lnTo>
                    <a:pt x="1240" y="1508"/>
                  </a:lnTo>
                  <a:lnTo>
                    <a:pt x="1240" y="1178"/>
                  </a:lnTo>
                  <a:lnTo>
                    <a:pt x="0"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15"/>
            <p:cNvSpPr/>
            <p:nvPr/>
          </p:nvSpPr>
          <p:spPr>
            <a:xfrm>
              <a:off x="4621426" y="2306198"/>
              <a:ext cx="7482" cy="152337"/>
            </a:xfrm>
            <a:custGeom>
              <a:rect b="b" l="l" r="r" t="t"/>
              <a:pathLst>
                <a:path extrusionOk="0" h="4194" w="206">
                  <a:moveTo>
                    <a:pt x="0" y="1"/>
                  </a:moveTo>
                  <a:lnTo>
                    <a:pt x="0" y="4193"/>
                  </a:lnTo>
                  <a:lnTo>
                    <a:pt x="205" y="4193"/>
                  </a:lnTo>
                  <a:lnTo>
                    <a:pt x="205"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15"/>
            <p:cNvSpPr/>
            <p:nvPr/>
          </p:nvSpPr>
          <p:spPr>
            <a:xfrm>
              <a:off x="4616232" y="2297117"/>
              <a:ext cx="17871" cy="18198"/>
            </a:xfrm>
            <a:custGeom>
              <a:rect b="b" l="l" r="r" t="t"/>
              <a:pathLst>
                <a:path extrusionOk="0" h="501" w="492">
                  <a:moveTo>
                    <a:pt x="241" y="1"/>
                  </a:moveTo>
                  <a:cubicBezTo>
                    <a:pt x="108" y="1"/>
                    <a:pt x="0" y="117"/>
                    <a:pt x="0" y="251"/>
                  </a:cubicBezTo>
                  <a:cubicBezTo>
                    <a:pt x="0" y="384"/>
                    <a:pt x="108" y="500"/>
                    <a:pt x="241" y="500"/>
                  </a:cubicBezTo>
                  <a:cubicBezTo>
                    <a:pt x="384" y="500"/>
                    <a:pt x="491" y="384"/>
                    <a:pt x="491" y="251"/>
                  </a:cubicBezTo>
                  <a:cubicBezTo>
                    <a:pt x="491" y="117"/>
                    <a:pt x="384" y="1"/>
                    <a:pt x="241"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15"/>
            <p:cNvSpPr/>
            <p:nvPr/>
          </p:nvSpPr>
          <p:spPr>
            <a:xfrm>
              <a:off x="4616232" y="2299733"/>
              <a:ext cx="17544" cy="15582"/>
            </a:xfrm>
            <a:custGeom>
              <a:rect b="b" l="l" r="r" t="t"/>
              <a:pathLst>
                <a:path extrusionOk="0" h="429" w="483">
                  <a:moveTo>
                    <a:pt x="72" y="0"/>
                  </a:moveTo>
                  <a:cubicBezTo>
                    <a:pt x="27" y="45"/>
                    <a:pt x="0" y="107"/>
                    <a:pt x="0" y="179"/>
                  </a:cubicBezTo>
                  <a:cubicBezTo>
                    <a:pt x="0" y="312"/>
                    <a:pt x="108" y="428"/>
                    <a:pt x="241" y="428"/>
                  </a:cubicBezTo>
                  <a:cubicBezTo>
                    <a:pt x="366" y="428"/>
                    <a:pt x="464" y="339"/>
                    <a:pt x="482" y="223"/>
                  </a:cubicBezTo>
                  <a:lnTo>
                    <a:pt x="482" y="223"/>
                  </a:lnTo>
                  <a:cubicBezTo>
                    <a:pt x="447" y="268"/>
                    <a:pt x="384" y="295"/>
                    <a:pt x="313" y="295"/>
                  </a:cubicBezTo>
                  <a:cubicBezTo>
                    <a:pt x="179" y="295"/>
                    <a:pt x="72" y="187"/>
                    <a:pt x="72" y="45"/>
                  </a:cubicBezTo>
                  <a:cubicBezTo>
                    <a:pt x="72" y="27"/>
                    <a:pt x="72" y="18"/>
                    <a:pt x="72"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15"/>
            <p:cNvSpPr/>
            <p:nvPr/>
          </p:nvSpPr>
          <p:spPr>
            <a:xfrm>
              <a:off x="4508975" y="2306198"/>
              <a:ext cx="7482" cy="152337"/>
            </a:xfrm>
            <a:custGeom>
              <a:rect b="b" l="l" r="r" t="t"/>
              <a:pathLst>
                <a:path extrusionOk="0" h="4194" w="206">
                  <a:moveTo>
                    <a:pt x="1" y="1"/>
                  </a:moveTo>
                  <a:lnTo>
                    <a:pt x="1" y="4193"/>
                  </a:lnTo>
                  <a:lnTo>
                    <a:pt x="206" y="4193"/>
                  </a:lnTo>
                  <a:lnTo>
                    <a:pt x="206"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15"/>
            <p:cNvSpPr/>
            <p:nvPr/>
          </p:nvSpPr>
          <p:spPr>
            <a:xfrm>
              <a:off x="4503781" y="2297117"/>
              <a:ext cx="17871" cy="18198"/>
            </a:xfrm>
            <a:custGeom>
              <a:rect b="b" l="l" r="r" t="t"/>
              <a:pathLst>
                <a:path extrusionOk="0" h="501" w="492">
                  <a:moveTo>
                    <a:pt x="242" y="1"/>
                  </a:moveTo>
                  <a:cubicBezTo>
                    <a:pt x="108" y="1"/>
                    <a:pt x="1" y="117"/>
                    <a:pt x="1" y="251"/>
                  </a:cubicBezTo>
                  <a:cubicBezTo>
                    <a:pt x="1" y="384"/>
                    <a:pt x="108" y="500"/>
                    <a:pt x="242" y="500"/>
                  </a:cubicBezTo>
                  <a:cubicBezTo>
                    <a:pt x="384" y="500"/>
                    <a:pt x="492" y="384"/>
                    <a:pt x="492" y="251"/>
                  </a:cubicBezTo>
                  <a:cubicBezTo>
                    <a:pt x="492" y="117"/>
                    <a:pt x="384" y="1"/>
                    <a:pt x="242"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15"/>
            <p:cNvSpPr/>
            <p:nvPr/>
          </p:nvSpPr>
          <p:spPr>
            <a:xfrm>
              <a:off x="4503781" y="2299733"/>
              <a:ext cx="17544" cy="15582"/>
            </a:xfrm>
            <a:custGeom>
              <a:rect b="b" l="l" r="r" t="t"/>
              <a:pathLst>
                <a:path extrusionOk="0" h="429" w="483">
                  <a:moveTo>
                    <a:pt x="72" y="0"/>
                  </a:moveTo>
                  <a:cubicBezTo>
                    <a:pt x="28" y="45"/>
                    <a:pt x="1" y="107"/>
                    <a:pt x="1" y="179"/>
                  </a:cubicBezTo>
                  <a:cubicBezTo>
                    <a:pt x="1" y="312"/>
                    <a:pt x="108" y="428"/>
                    <a:pt x="242" y="428"/>
                  </a:cubicBezTo>
                  <a:cubicBezTo>
                    <a:pt x="367" y="428"/>
                    <a:pt x="465" y="339"/>
                    <a:pt x="483" y="223"/>
                  </a:cubicBezTo>
                  <a:lnTo>
                    <a:pt x="483" y="223"/>
                  </a:lnTo>
                  <a:cubicBezTo>
                    <a:pt x="447" y="268"/>
                    <a:pt x="384" y="295"/>
                    <a:pt x="313" y="295"/>
                  </a:cubicBezTo>
                  <a:cubicBezTo>
                    <a:pt x="179" y="295"/>
                    <a:pt x="72" y="187"/>
                    <a:pt x="72" y="45"/>
                  </a:cubicBezTo>
                  <a:cubicBezTo>
                    <a:pt x="72" y="27"/>
                    <a:pt x="72" y="18"/>
                    <a:pt x="72"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15"/>
            <p:cNvSpPr/>
            <p:nvPr/>
          </p:nvSpPr>
          <p:spPr>
            <a:xfrm>
              <a:off x="4410799" y="2429654"/>
              <a:ext cx="15582" cy="67124"/>
            </a:xfrm>
            <a:custGeom>
              <a:rect b="b" l="l" r="r" t="t"/>
              <a:pathLst>
                <a:path extrusionOk="0" h="1848" w="429">
                  <a:moveTo>
                    <a:pt x="1" y="0"/>
                  </a:moveTo>
                  <a:lnTo>
                    <a:pt x="1"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15"/>
            <p:cNvSpPr/>
            <p:nvPr/>
          </p:nvSpPr>
          <p:spPr>
            <a:xfrm>
              <a:off x="4410799" y="2429654"/>
              <a:ext cx="5884" cy="67124"/>
            </a:xfrm>
            <a:custGeom>
              <a:rect b="b" l="l" r="r" t="t"/>
              <a:pathLst>
                <a:path extrusionOk="0" h="1848" w="162">
                  <a:moveTo>
                    <a:pt x="1" y="0"/>
                  </a:moveTo>
                  <a:lnTo>
                    <a:pt x="1" y="1847"/>
                  </a:lnTo>
                  <a:lnTo>
                    <a:pt x="161" y="1847"/>
                  </a:lnTo>
                  <a:lnTo>
                    <a:pt x="161"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15"/>
            <p:cNvSpPr/>
            <p:nvPr/>
          </p:nvSpPr>
          <p:spPr>
            <a:xfrm>
              <a:off x="4254617" y="2415707"/>
              <a:ext cx="177290" cy="42824"/>
            </a:xfrm>
            <a:custGeom>
              <a:rect b="b" l="l" r="r" t="t"/>
              <a:pathLst>
                <a:path extrusionOk="0" h="1179" w="4881">
                  <a:moveTo>
                    <a:pt x="1232" y="1"/>
                  </a:moveTo>
                  <a:lnTo>
                    <a:pt x="1" y="1178"/>
                  </a:lnTo>
                  <a:lnTo>
                    <a:pt x="3649" y="1178"/>
                  </a:lnTo>
                  <a:lnTo>
                    <a:pt x="4880"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15"/>
            <p:cNvSpPr/>
            <p:nvPr/>
          </p:nvSpPr>
          <p:spPr>
            <a:xfrm>
              <a:off x="4268237" y="2469825"/>
              <a:ext cx="15582" cy="26951"/>
            </a:xfrm>
            <a:custGeom>
              <a:rect b="b" l="l" r="r" t="t"/>
              <a:pathLst>
                <a:path extrusionOk="0" h="742" w="429">
                  <a:moveTo>
                    <a:pt x="0" y="1"/>
                  </a:moveTo>
                  <a:lnTo>
                    <a:pt x="0" y="741"/>
                  </a:lnTo>
                  <a:lnTo>
                    <a:pt x="428" y="741"/>
                  </a:lnTo>
                  <a:lnTo>
                    <a:pt x="428"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15"/>
            <p:cNvSpPr/>
            <p:nvPr/>
          </p:nvSpPr>
          <p:spPr>
            <a:xfrm>
              <a:off x="4278262" y="2469825"/>
              <a:ext cx="5557" cy="26951"/>
            </a:xfrm>
            <a:custGeom>
              <a:rect b="b" l="l" r="r" t="t"/>
              <a:pathLst>
                <a:path extrusionOk="0" h="742" w="153">
                  <a:moveTo>
                    <a:pt x="1" y="1"/>
                  </a:moveTo>
                  <a:lnTo>
                    <a:pt x="1" y="741"/>
                  </a:lnTo>
                  <a:lnTo>
                    <a:pt x="152" y="741"/>
                  </a:lnTo>
                  <a:lnTo>
                    <a:pt x="152"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15"/>
            <p:cNvSpPr/>
            <p:nvPr/>
          </p:nvSpPr>
          <p:spPr>
            <a:xfrm>
              <a:off x="4357660" y="2469825"/>
              <a:ext cx="15909" cy="26951"/>
            </a:xfrm>
            <a:custGeom>
              <a:rect b="b" l="l" r="r" t="t"/>
              <a:pathLst>
                <a:path extrusionOk="0" h="742" w="438">
                  <a:moveTo>
                    <a:pt x="0" y="1"/>
                  </a:moveTo>
                  <a:lnTo>
                    <a:pt x="0" y="741"/>
                  </a:lnTo>
                  <a:lnTo>
                    <a:pt x="438" y="741"/>
                  </a:lnTo>
                  <a:lnTo>
                    <a:pt x="438"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15"/>
            <p:cNvSpPr/>
            <p:nvPr/>
          </p:nvSpPr>
          <p:spPr>
            <a:xfrm>
              <a:off x="4357660" y="2469825"/>
              <a:ext cx="5884" cy="26951"/>
            </a:xfrm>
            <a:custGeom>
              <a:rect b="b" l="l" r="r" t="t"/>
              <a:pathLst>
                <a:path extrusionOk="0" h="742" w="162">
                  <a:moveTo>
                    <a:pt x="0" y="1"/>
                  </a:moveTo>
                  <a:lnTo>
                    <a:pt x="0" y="741"/>
                  </a:lnTo>
                  <a:lnTo>
                    <a:pt x="161" y="741"/>
                  </a:lnTo>
                  <a:lnTo>
                    <a:pt x="161"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15"/>
            <p:cNvSpPr/>
            <p:nvPr/>
          </p:nvSpPr>
          <p:spPr>
            <a:xfrm>
              <a:off x="4312949" y="2429654"/>
              <a:ext cx="15582" cy="67124"/>
            </a:xfrm>
            <a:custGeom>
              <a:rect b="b" l="l" r="r" t="t"/>
              <a:pathLst>
                <a:path extrusionOk="0" h="1848" w="429">
                  <a:moveTo>
                    <a:pt x="0" y="0"/>
                  </a:moveTo>
                  <a:lnTo>
                    <a:pt x="0"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15"/>
            <p:cNvSpPr/>
            <p:nvPr/>
          </p:nvSpPr>
          <p:spPr>
            <a:xfrm>
              <a:off x="4312949" y="2429654"/>
              <a:ext cx="5848" cy="67124"/>
            </a:xfrm>
            <a:custGeom>
              <a:rect b="b" l="l" r="r" t="t"/>
              <a:pathLst>
                <a:path extrusionOk="0" h="1848" w="161">
                  <a:moveTo>
                    <a:pt x="0" y="0"/>
                  </a:moveTo>
                  <a:lnTo>
                    <a:pt x="0" y="1847"/>
                  </a:lnTo>
                  <a:lnTo>
                    <a:pt x="161" y="1847"/>
                  </a:lnTo>
                  <a:lnTo>
                    <a:pt x="161"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15"/>
            <p:cNvSpPr/>
            <p:nvPr/>
          </p:nvSpPr>
          <p:spPr>
            <a:xfrm>
              <a:off x="4261082" y="2319491"/>
              <a:ext cx="119610" cy="139043"/>
            </a:xfrm>
            <a:custGeom>
              <a:rect b="b" l="l" r="r" t="t"/>
              <a:pathLst>
                <a:path extrusionOk="0" h="3828" w="3293">
                  <a:moveTo>
                    <a:pt x="1" y="0"/>
                  </a:moveTo>
                  <a:lnTo>
                    <a:pt x="1" y="3827"/>
                  </a:lnTo>
                  <a:lnTo>
                    <a:pt x="3293" y="3827"/>
                  </a:lnTo>
                  <a:lnTo>
                    <a:pt x="3293"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15"/>
            <p:cNvSpPr/>
            <p:nvPr/>
          </p:nvSpPr>
          <p:spPr>
            <a:xfrm>
              <a:off x="4268237" y="2326937"/>
              <a:ext cx="105335" cy="131596"/>
            </a:xfrm>
            <a:custGeom>
              <a:rect b="b" l="l" r="r" t="t"/>
              <a:pathLst>
                <a:path extrusionOk="0" h="3623" w="2900">
                  <a:moveTo>
                    <a:pt x="0" y="0"/>
                  </a:moveTo>
                  <a:lnTo>
                    <a:pt x="0" y="3622"/>
                  </a:lnTo>
                  <a:lnTo>
                    <a:pt x="2900" y="3622"/>
                  </a:lnTo>
                  <a:lnTo>
                    <a:pt x="2900"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15"/>
            <p:cNvSpPr/>
            <p:nvPr/>
          </p:nvSpPr>
          <p:spPr>
            <a:xfrm>
              <a:off x="4254617" y="2458493"/>
              <a:ext cx="132577" cy="12023"/>
            </a:xfrm>
            <a:custGeom>
              <a:rect b="b" l="l" r="r" t="t"/>
              <a:pathLst>
                <a:path extrusionOk="0" h="331" w="3650">
                  <a:moveTo>
                    <a:pt x="1" y="0"/>
                  </a:moveTo>
                  <a:lnTo>
                    <a:pt x="1" y="330"/>
                  </a:lnTo>
                  <a:lnTo>
                    <a:pt x="3649" y="330"/>
                  </a:lnTo>
                  <a:lnTo>
                    <a:pt x="3649"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15"/>
            <p:cNvSpPr/>
            <p:nvPr/>
          </p:nvSpPr>
          <p:spPr>
            <a:xfrm>
              <a:off x="4387153" y="2415707"/>
              <a:ext cx="44749" cy="54811"/>
            </a:xfrm>
            <a:custGeom>
              <a:rect b="b" l="l" r="r" t="t"/>
              <a:pathLst>
                <a:path extrusionOk="0" h="1509" w="1232">
                  <a:moveTo>
                    <a:pt x="1231" y="1"/>
                  </a:moveTo>
                  <a:lnTo>
                    <a:pt x="0" y="1178"/>
                  </a:lnTo>
                  <a:lnTo>
                    <a:pt x="0" y="1508"/>
                  </a:lnTo>
                  <a:lnTo>
                    <a:pt x="1231" y="331"/>
                  </a:lnTo>
                  <a:lnTo>
                    <a:pt x="1231"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15"/>
            <p:cNvSpPr/>
            <p:nvPr/>
          </p:nvSpPr>
          <p:spPr>
            <a:xfrm>
              <a:off x="4261082" y="2306198"/>
              <a:ext cx="7192" cy="152337"/>
            </a:xfrm>
            <a:custGeom>
              <a:rect b="b" l="l" r="r" t="t"/>
              <a:pathLst>
                <a:path extrusionOk="0" h="4194" w="198">
                  <a:moveTo>
                    <a:pt x="1" y="1"/>
                  </a:moveTo>
                  <a:lnTo>
                    <a:pt x="1" y="4193"/>
                  </a:lnTo>
                  <a:lnTo>
                    <a:pt x="197" y="4193"/>
                  </a:lnTo>
                  <a:lnTo>
                    <a:pt x="197"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15"/>
            <p:cNvSpPr/>
            <p:nvPr/>
          </p:nvSpPr>
          <p:spPr>
            <a:xfrm>
              <a:off x="4255597" y="2297117"/>
              <a:ext cx="18161" cy="18198"/>
            </a:xfrm>
            <a:custGeom>
              <a:rect b="b" l="l" r="r" t="t"/>
              <a:pathLst>
                <a:path extrusionOk="0" h="501" w="500">
                  <a:moveTo>
                    <a:pt x="250" y="1"/>
                  </a:moveTo>
                  <a:cubicBezTo>
                    <a:pt x="116" y="1"/>
                    <a:pt x="0" y="117"/>
                    <a:pt x="0" y="251"/>
                  </a:cubicBezTo>
                  <a:cubicBezTo>
                    <a:pt x="0" y="384"/>
                    <a:pt x="116" y="500"/>
                    <a:pt x="250" y="500"/>
                  </a:cubicBezTo>
                  <a:cubicBezTo>
                    <a:pt x="384" y="500"/>
                    <a:pt x="500" y="384"/>
                    <a:pt x="500" y="251"/>
                  </a:cubicBezTo>
                  <a:cubicBezTo>
                    <a:pt x="500" y="117"/>
                    <a:pt x="384" y="1"/>
                    <a:pt x="250"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15"/>
            <p:cNvSpPr/>
            <p:nvPr/>
          </p:nvSpPr>
          <p:spPr>
            <a:xfrm>
              <a:off x="4255924" y="2299733"/>
              <a:ext cx="17834" cy="15582"/>
            </a:xfrm>
            <a:custGeom>
              <a:rect b="b" l="l" r="r" t="t"/>
              <a:pathLst>
                <a:path extrusionOk="0" h="429" w="491">
                  <a:moveTo>
                    <a:pt x="411" y="0"/>
                  </a:moveTo>
                  <a:cubicBezTo>
                    <a:pt x="411" y="18"/>
                    <a:pt x="420" y="27"/>
                    <a:pt x="420" y="45"/>
                  </a:cubicBezTo>
                  <a:cubicBezTo>
                    <a:pt x="420" y="187"/>
                    <a:pt x="304" y="295"/>
                    <a:pt x="170" y="295"/>
                  </a:cubicBezTo>
                  <a:cubicBezTo>
                    <a:pt x="98" y="295"/>
                    <a:pt x="45" y="268"/>
                    <a:pt x="0" y="223"/>
                  </a:cubicBezTo>
                  <a:lnTo>
                    <a:pt x="0" y="223"/>
                  </a:lnTo>
                  <a:cubicBezTo>
                    <a:pt x="18" y="339"/>
                    <a:pt x="116" y="428"/>
                    <a:pt x="241" y="428"/>
                  </a:cubicBezTo>
                  <a:cubicBezTo>
                    <a:pt x="375" y="428"/>
                    <a:pt x="491" y="312"/>
                    <a:pt x="491" y="179"/>
                  </a:cubicBezTo>
                  <a:cubicBezTo>
                    <a:pt x="491" y="107"/>
                    <a:pt x="455" y="45"/>
                    <a:pt x="411"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15"/>
            <p:cNvSpPr/>
            <p:nvPr/>
          </p:nvSpPr>
          <p:spPr>
            <a:xfrm>
              <a:off x="4373533" y="2306198"/>
              <a:ext cx="7156" cy="152337"/>
            </a:xfrm>
            <a:custGeom>
              <a:rect b="b" l="l" r="r" t="t"/>
              <a:pathLst>
                <a:path extrusionOk="0" h="4194" w="197">
                  <a:moveTo>
                    <a:pt x="1" y="1"/>
                  </a:moveTo>
                  <a:lnTo>
                    <a:pt x="1" y="4193"/>
                  </a:lnTo>
                  <a:lnTo>
                    <a:pt x="197" y="4193"/>
                  </a:lnTo>
                  <a:lnTo>
                    <a:pt x="197"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15"/>
            <p:cNvSpPr/>
            <p:nvPr/>
          </p:nvSpPr>
          <p:spPr>
            <a:xfrm>
              <a:off x="4368012" y="2297117"/>
              <a:ext cx="18198" cy="18198"/>
            </a:xfrm>
            <a:custGeom>
              <a:rect b="b" l="l" r="r" t="t"/>
              <a:pathLst>
                <a:path extrusionOk="0" h="501" w="501">
                  <a:moveTo>
                    <a:pt x="251" y="1"/>
                  </a:moveTo>
                  <a:cubicBezTo>
                    <a:pt x="117" y="1"/>
                    <a:pt x="1" y="117"/>
                    <a:pt x="1" y="251"/>
                  </a:cubicBezTo>
                  <a:cubicBezTo>
                    <a:pt x="1" y="384"/>
                    <a:pt x="117" y="500"/>
                    <a:pt x="251" y="500"/>
                  </a:cubicBezTo>
                  <a:cubicBezTo>
                    <a:pt x="385" y="500"/>
                    <a:pt x="501" y="384"/>
                    <a:pt x="501" y="251"/>
                  </a:cubicBezTo>
                  <a:cubicBezTo>
                    <a:pt x="501" y="117"/>
                    <a:pt x="385" y="1"/>
                    <a:pt x="251"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15"/>
            <p:cNvSpPr/>
            <p:nvPr/>
          </p:nvSpPr>
          <p:spPr>
            <a:xfrm>
              <a:off x="4368339" y="2299733"/>
              <a:ext cx="17871" cy="15582"/>
            </a:xfrm>
            <a:custGeom>
              <a:rect b="b" l="l" r="r" t="t"/>
              <a:pathLst>
                <a:path extrusionOk="0" h="429" w="492">
                  <a:moveTo>
                    <a:pt x="411" y="0"/>
                  </a:moveTo>
                  <a:cubicBezTo>
                    <a:pt x="411" y="18"/>
                    <a:pt x="411" y="27"/>
                    <a:pt x="411" y="45"/>
                  </a:cubicBezTo>
                  <a:cubicBezTo>
                    <a:pt x="411" y="187"/>
                    <a:pt x="304" y="295"/>
                    <a:pt x="170" y="295"/>
                  </a:cubicBezTo>
                  <a:cubicBezTo>
                    <a:pt x="99" y="295"/>
                    <a:pt x="45" y="268"/>
                    <a:pt x="1" y="223"/>
                  </a:cubicBezTo>
                  <a:lnTo>
                    <a:pt x="1" y="223"/>
                  </a:lnTo>
                  <a:cubicBezTo>
                    <a:pt x="19" y="339"/>
                    <a:pt x="117" y="428"/>
                    <a:pt x="242" y="428"/>
                  </a:cubicBezTo>
                  <a:cubicBezTo>
                    <a:pt x="376" y="428"/>
                    <a:pt x="492" y="312"/>
                    <a:pt x="492" y="179"/>
                  </a:cubicBezTo>
                  <a:cubicBezTo>
                    <a:pt x="492" y="107"/>
                    <a:pt x="456" y="45"/>
                    <a:pt x="411"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15"/>
            <p:cNvSpPr/>
            <p:nvPr/>
          </p:nvSpPr>
          <p:spPr>
            <a:xfrm>
              <a:off x="4402372" y="2236207"/>
              <a:ext cx="21757" cy="43769"/>
            </a:xfrm>
            <a:custGeom>
              <a:rect b="b" l="l" r="r" t="t"/>
              <a:pathLst>
                <a:path extrusionOk="0" h="1205" w="599">
                  <a:moveTo>
                    <a:pt x="1" y="1"/>
                  </a:moveTo>
                  <a:lnTo>
                    <a:pt x="1" y="911"/>
                  </a:lnTo>
                  <a:cubicBezTo>
                    <a:pt x="1" y="1071"/>
                    <a:pt x="134" y="1205"/>
                    <a:pt x="304" y="1205"/>
                  </a:cubicBezTo>
                  <a:cubicBezTo>
                    <a:pt x="464" y="1205"/>
                    <a:pt x="598" y="1071"/>
                    <a:pt x="598" y="911"/>
                  </a:cubicBezTo>
                  <a:lnTo>
                    <a:pt x="5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15"/>
            <p:cNvSpPr/>
            <p:nvPr/>
          </p:nvSpPr>
          <p:spPr>
            <a:xfrm>
              <a:off x="4401064" y="2234572"/>
              <a:ext cx="24663" cy="47038"/>
            </a:xfrm>
            <a:custGeom>
              <a:rect b="b" l="l" r="r" t="t"/>
              <a:pathLst>
                <a:path extrusionOk="0" h="1295" w="679">
                  <a:moveTo>
                    <a:pt x="599" y="81"/>
                  </a:moveTo>
                  <a:lnTo>
                    <a:pt x="599" y="956"/>
                  </a:lnTo>
                  <a:cubicBezTo>
                    <a:pt x="599" y="1098"/>
                    <a:pt x="483" y="1214"/>
                    <a:pt x="340" y="1214"/>
                  </a:cubicBezTo>
                  <a:cubicBezTo>
                    <a:pt x="197" y="1214"/>
                    <a:pt x="81" y="1098"/>
                    <a:pt x="81" y="956"/>
                  </a:cubicBezTo>
                  <a:lnTo>
                    <a:pt x="81" y="81"/>
                  </a:lnTo>
                  <a:close/>
                  <a:moveTo>
                    <a:pt x="1" y="1"/>
                  </a:moveTo>
                  <a:lnTo>
                    <a:pt x="1" y="956"/>
                  </a:lnTo>
                  <a:cubicBezTo>
                    <a:pt x="1" y="1143"/>
                    <a:pt x="153" y="1295"/>
                    <a:pt x="340" y="1295"/>
                  </a:cubicBezTo>
                  <a:cubicBezTo>
                    <a:pt x="527" y="1295"/>
                    <a:pt x="679" y="1143"/>
                    <a:pt x="679" y="956"/>
                  </a:cubicBezTo>
                  <a:lnTo>
                    <a:pt x="67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15"/>
            <p:cNvSpPr/>
            <p:nvPr/>
          </p:nvSpPr>
          <p:spPr>
            <a:xfrm>
              <a:off x="4413377" y="2279937"/>
              <a:ext cx="36" cy="46711"/>
            </a:xfrm>
            <a:custGeom>
              <a:rect b="b" l="l" r="r" t="t"/>
              <a:pathLst>
                <a:path extrusionOk="0" h="1286" w="1">
                  <a:moveTo>
                    <a:pt x="1" y="1"/>
                  </a:moveTo>
                  <a:lnTo>
                    <a:pt x="1" y="1286"/>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15"/>
            <p:cNvSpPr/>
            <p:nvPr/>
          </p:nvSpPr>
          <p:spPr>
            <a:xfrm>
              <a:off x="4411779" y="2279937"/>
              <a:ext cx="2942" cy="46711"/>
            </a:xfrm>
            <a:custGeom>
              <a:rect b="b" l="l" r="r" t="t"/>
              <a:pathLst>
                <a:path extrusionOk="0" h="1286" w="81">
                  <a:moveTo>
                    <a:pt x="0" y="1"/>
                  </a:moveTo>
                  <a:lnTo>
                    <a:pt x="0" y="1286"/>
                  </a:lnTo>
                  <a:lnTo>
                    <a:pt x="81" y="1286"/>
                  </a:lnTo>
                  <a:lnTo>
                    <a:pt x="8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15"/>
            <p:cNvSpPr/>
            <p:nvPr/>
          </p:nvSpPr>
          <p:spPr>
            <a:xfrm>
              <a:off x="4402045" y="2325957"/>
              <a:ext cx="22084" cy="36"/>
            </a:xfrm>
            <a:custGeom>
              <a:rect b="b" l="l" r="r" t="t"/>
              <a:pathLst>
                <a:path extrusionOk="0" h="1" w="608">
                  <a:moveTo>
                    <a:pt x="1" y="1"/>
                  </a:moveTo>
                  <a:lnTo>
                    <a:pt x="607" y="1"/>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15"/>
            <p:cNvSpPr/>
            <p:nvPr/>
          </p:nvSpPr>
          <p:spPr>
            <a:xfrm>
              <a:off x="4402045" y="2324358"/>
              <a:ext cx="22084" cy="2942"/>
            </a:xfrm>
            <a:custGeom>
              <a:rect b="b" l="l" r="r" t="t"/>
              <a:pathLst>
                <a:path extrusionOk="0" h="81" w="608">
                  <a:moveTo>
                    <a:pt x="1" y="0"/>
                  </a:moveTo>
                  <a:lnTo>
                    <a:pt x="1" y="80"/>
                  </a:lnTo>
                  <a:lnTo>
                    <a:pt x="607" y="80"/>
                  </a:lnTo>
                  <a:lnTo>
                    <a:pt x="6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15"/>
            <p:cNvSpPr/>
            <p:nvPr/>
          </p:nvSpPr>
          <p:spPr>
            <a:xfrm>
              <a:off x="4460704" y="2236207"/>
              <a:ext cx="21757" cy="43769"/>
            </a:xfrm>
            <a:custGeom>
              <a:rect b="b" l="l" r="r" t="t"/>
              <a:pathLst>
                <a:path extrusionOk="0" h="1205" w="599">
                  <a:moveTo>
                    <a:pt x="0" y="1"/>
                  </a:moveTo>
                  <a:lnTo>
                    <a:pt x="0" y="911"/>
                  </a:lnTo>
                  <a:cubicBezTo>
                    <a:pt x="0" y="1071"/>
                    <a:pt x="134" y="1205"/>
                    <a:pt x="295" y="1205"/>
                  </a:cubicBezTo>
                  <a:cubicBezTo>
                    <a:pt x="464" y="1205"/>
                    <a:pt x="598" y="1071"/>
                    <a:pt x="598" y="911"/>
                  </a:cubicBezTo>
                  <a:lnTo>
                    <a:pt x="5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15"/>
            <p:cNvSpPr/>
            <p:nvPr/>
          </p:nvSpPr>
          <p:spPr>
            <a:xfrm>
              <a:off x="4459070" y="2234572"/>
              <a:ext cx="24990" cy="47038"/>
            </a:xfrm>
            <a:custGeom>
              <a:rect b="b" l="l" r="r" t="t"/>
              <a:pathLst>
                <a:path extrusionOk="0" h="1295" w="688">
                  <a:moveTo>
                    <a:pt x="598" y="81"/>
                  </a:moveTo>
                  <a:lnTo>
                    <a:pt x="598" y="956"/>
                  </a:lnTo>
                  <a:cubicBezTo>
                    <a:pt x="598" y="1098"/>
                    <a:pt x="482" y="1214"/>
                    <a:pt x="340" y="1214"/>
                  </a:cubicBezTo>
                  <a:cubicBezTo>
                    <a:pt x="197" y="1214"/>
                    <a:pt x="81" y="1098"/>
                    <a:pt x="81" y="956"/>
                  </a:cubicBezTo>
                  <a:lnTo>
                    <a:pt x="81" y="81"/>
                  </a:lnTo>
                  <a:close/>
                  <a:moveTo>
                    <a:pt x="1" y="1"/>
                  </a:moveTo>
                  <a:lnTo>
                    <a:pt x="1" y="956"/>
                  </a:lnTo>
                  <a:cubicBezTo>
                    <a:pt x="1" y="1143"/>
                    <a:pt x="152" y="1295"/>
                    <a:pt x="340" y="1295"/>
                  </a:cubicBezTo>
                  <a:cubicBezTo>
                    <a:pt x="527" y="1295"/>
                    <a:pt x="688" y="1143"/>
                    <a:pt x="688" y="956"/>
                  </a:cubicBezTo>
                  <a:lnTo>
                    <a:pt x="68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15"/>
            <p:cNvSpPr/>
            <p:nvPr/>
          </p:nvSpPr>
          <p:spPr>
            <a:xfrm>
              <a:off x="4471383" y="2279937"/>
              <a:ext cx="36" cy="46711"/>
            </a:xfrm>
            <a:custGeom>
              <a:rect b="b" l="l" r="r" t="t"/>
              <a:pathLst>
                <a:path extrusionOk="0" h="1286" w="1">
                  <a:moveTo>
                    <a:pt x="1" y="1"/>
                  </a:moveTo>
                  <a:lnTo>
                    <a:pt x="1" y="1286"/>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15"/>
            <p:cNvSpPr/>
            <p:nvPr/>
          </p:nvSpPr>
          <p:spPr>
            <a:xfrm>
              <a:off x="4470111" y="2279937"/>
              <a:ext cx="2942" cy="46711"/>
            </a:xfrm>
            <a:custGeom>
              <a:rect b="b" l="l" r="r" t="t"/>
              <a:pathLst>
                <a:path extrusionOk="0" h="1286" w="81">
                  <a:moveTo>
                    <a:pt x="0" y="1"/>
                  </a:moveTo>
                  <a:lnTo>
                    <a:pt x="0" y="1286"/>
                  </a:lnTo>
                  <a:lnTo>
                    <a:pt x="80" y="1286"/>
                  </a:lnTo>
                  <a:lnTo>
                    <a:pt x="8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15"/>
            <p:cNvSpPr/>
            <p:nvPr/>
          </p:nvSpPr>
          <p:spPr>
            <a:xfrm>
              <a:off x="4460377" y="2325957"/>
              <a:ext cx="22084" cy="36"/>
            </a:xfrm>
            <a:custGeom>
              <a:rect b="b" l="l" r="r" t="t"/>
              <a:pathLst>
                <a:path extrusionOk="0" h="1" w="608">
                  <a:moveTo>
                    <a:pt x="0" y="1"/>
                  </a:moveTo>
                  <a:lnTo>
                    <a:pt x="607" y="1"/>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15"/>
            <p:cNvSpPr/>
            <p:nvPr/>
          </p:nvSpPr>
          <p:spPr>
            <a:xfrm>
              <a:off x="4460377" y="2324358"/>
              <a:ext cx="22084" cy="2942"/>
            </a:xfrm>
            <a:custGeom>
              <a:rect b="b" l="l" r="r" t="t"/>
              <a:pathLst>
                <a:path extrusionOk="0" h="81" w="608">
                  <a:moveTo>
                    <a:pt x="0" y="0"/>
                  </a:moveTo>
                  <a:lnTo>
                    <a:pt x="0" y="80"/>
                  </a:lnTo>
                  <a:lnTo>
                    <a:pt x="607" y="80"/>
                  </a:lnTo>
                  <a:lnTo>
                    <a:pt x="6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 name="Google Shape;417;p15"/>
          <p:cNvGrpSpPr/>
          <p:nvPr/>
        </p:nvGrpSpPr>
        <p:grpSpPr>
          <a:xfrm>
            <a:off x="6" y="-563981"/>
            <a:ext cx="2234140" cy="1721439"/>
            <a:chOff x="3363545" y="1191568"/>
            <a:chExt cx="384038" cy="295876"/>
          </a:xfrm>
        </p:grpSpPr>
        <p:sp>
          <p:nvSpPr>
            <p:cNvPr id="418" name="Google Shape;418;p15"/>
            <p:cNvSpPr/>
            <p:nvPr/>
          </p:nvSpPr>
          <p:spPr>
            <a:xfrm>
              <a:off x="3363545"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15"/>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15"/>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15"/>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15"/>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15"/>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15"/>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5" name="Google Shape;425;p15"/>
          <p:cNvSpPr/>
          <p:nvPr/>
        </p:nvSpPr>
        <p:spPr>
          <a:xfrm flipH="1">
            <a:off x="5789030" y="1415776"/>
            <a:ext cx="4663845" cy="1823457"/>
          </a:xfrm>
          <a:custGeom>
            <a:rect b="b" l="l" r="r" t="t"/>
            <a:pathLst>
              <a:path extrusionOk="0" h="7498" w="18102">
                <a:moveTo>
                  <a:pt x="13695" y="1"/>
                </a:moveTo>
                <a:cubicBezTo>
                  <a:pt x="13227" y="1"/>
                  <a:pt x="10064" y="334"/>
                  <a:pt x="10064" y="334"/>
                </a:cubicBezTo>
                <a:lnTo>
                  <a:pt x="7352" y="763"/>
                </a:lnTo>
                <a:lnTo>
                  <a:pt x="4497" y="2056"/>
                </a:lnTo>
                <a:lnTo>
                  <a:pt x="670" y="4420"/>
                </a:lnTo>
                <a:cubicBezTo>
                  <a:pt x="670" y="4420"/>
                  <a:pt x="269" y="5642"/>
                  <a:pt x="135" y="6552"/>
                </a:cubicBezTo>
                <a:cubicBezTo>
                  <a:pt x="1" y="7462"/>
                  <a:pt x="4756" y="7498"/>
                  <a:pt x="4756" y="7498"/>
                </a:cubicBezTo>
                <a:cubicBezTo>
                  <a:pt x="4756" y="7498"/>
                  <a:pt x="6542" y="5062"/>
                  <a:pt x="7773" y="5062"/>
                </a:cubicBezTo>
                <a:cubicBezTo>
                  <a:pt x="7776" y="5062"/>
                  <a:pt x="7778" y="5062"/>
                  <a:pt x="7780" y="5062"/>
                </a:cubicBezTo>
                <a:cubicBezTo>
                  <a:pt x="7810" y="5063"/>
                  <a:pt x="7839" y="5063"/>
                  <a:pt x="7869" y="5063"/>
                </a:cubicBezTo>
                <a:cubicBezTo>
                  <a:pt x="9064" y="5063"/>
                  <a:pt x="10272" y="4719"/>
                  <a:pt x="9323" y="4527"/>
                </a:cubicBezTo>
                <a:cubicBezTo>
                  <a:pt x="8351" y="4331"/>
                  <a:pt x="9609" y="4063"/>
                  <a:pt x="11063" y="3956"/>
                </a:cubicBezTo>
                <a:cubicBezTo>
                  <a:pt x="12508" y="3840"/>
                  <a:pt x="12562" y="3341"/>
                  <a:pt x="11884" y="3287"/>
                </a:cubicBezTo>
                <a:cubicBezTo>
                  <a:pt x="11197" y="3234"/>
                  <a:pt x="11447" y="2913"/>
                  <a:pt x="13275" y="2814"/>
                </a:cubicBezTo>
                <a:cubicBezTo>
                  <a:pt x="15104" y="2707"/>
                  <a:pt x="16228" y="2136"/>
                  <a:pt x="15390" y="2127"/>
                </a:cubicBezTo>
                <a:cubicBezTo>
                  <a:pt x="14551" y="2119"/>
                  <a:pt x="14979" y="1753"/>
                  <a:pt x="15515" y="1628"/>
                </a:cubicBezTo>
                <a:cubicBezTo>
                  <a:pt x="16059" y="1503"/>
                  <a:pt x="16514" y="1369"/>
                  <a:pt x="16023" y="1226"/>
                </a:cubicBezTo>
                <a:cubicBezTo>
                  <a:pt x="15541" y="1084"/>
                  <a:pt x="16656" y="1102"/>
                  <a:pt x="17379" y="789"/>
                </a:cubicBezTo>
                <a:cubicBezTo>
                  <a:pt x="18102" y="468"/>
                  <a:pt x="16888" y="272"/>
                  <a:pt x="16888" y="272"/>
                </a:cubicBezTo>
                <a:cubicBezTo>
                  <a:pt x="16888" y="272"/>
                  <a:pt x="13882" y="49"/>
                  <a:pt x="13748" y="4"/>
                </a:cubicBezTo>
                <a:cubicBezTo>
                  <a:pt x="13741" y="2"/>
                  <a:pt x="13722" y="1"/>
                  <a:pt x="136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15"/>
          <p:cNvSpPr/>
          <p:nvPr/>
        </p:nvSpPr>
        <p:spPr>
          <a:xfrm flipH="1">
            <a:off x="6056834" y="1230804"/>
            <a:ext cx="3179081" cy="1680765"/>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7" name="Google Shape;427;p15"/>
          <p:cNvGrpSpPr/>
          <p:nvPr/>
        </p:nvGrpSpPr>
        <p:grpSpPr>
          <a:xfrm>
            <a:off x="7163263" y="-717771"/>
            <a:ext cx="2073052" cy="3334299"/>
            <a:chOff x="7163263" y="-717771"/>
            <a:chExt cx="2073052" cy="3334299"/>
          </a:xfrm>
        </p:grpSpPr>
        <p:sp>
          <p:nvSpPr>
            <p:cNvPr id="428" name="Google Shape;428;p15"/>
            <p:cNvSpPr/>
            <p:nvPr/>
          </p:nvSpPr>
          <p:spPr>
            <a:xfrm flipH="1">
              <a:off x="7163263" y="-717771"/>
              <a:ext cx="2073052" cy="3334299"/>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15"/>
            <p:cNvSpPr/>
            <p:nvPr/>
          </p:nvSpPr>
          <p:spPr>
            <a:xfrm flipH="1">
              <a:off x="8406586" y="-261395"/>
              <a:ext cx="829728" cy="2877906"/>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15"/>
            <p:cNvSpPr/>
            <p:nvPr/>
          </p:nvSpPr>
          <p:spPr>
            <a:xfrm flipH="1">
              <a:off x="7622547" y="-61921"/>
              <a:ext cx="1161039" cy="1390469"/>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15"/>
            <p:cNvSpPr/>
            <p:nvPr/>
          </p:nvSpPr>
          <p:spPr>
            <a:xfrm flipH="1">
              <a:off x="8490683" y="-717771"/>
              <a:ext cx="745632" cy="801327"/>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15"/>
            <p:cNvSpPr/>
            <p:nvPr/>
          </p:nvSpPr>
          <p:spPr>
            <a:xfrm flipH="1">
              <a:off x="9113251" y="2434282"/>
              <a:ext cx="123064" cy="182128"/>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15"/>
            <p:cNvSpPr/>
            <p:nvPr/>
          </p:nvSpPr>
          <p:spPr>
            <a:xfrm flipH="1">
              <a:off x="8288622" y="1771991"/>
              <a:ext cx="233078" cy="451741"/>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15"/>
            <p:cNvSpPr/>
            <p:nvPr/>
          </p:nvSpPr>
          <p:spPr>
            <a:xfrm flipH="1">
              <a:off x="7844017" y="97659"/>
              <a:ext cx="1169195" cy="1803745"/>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15"/>
            <p:cNvSpPr/>
            <p:nvPr/>
          </p:nvSpPr>
          <p:spPr>
            <a:xfrm flipH="1">
              <a:off x="8167371" y="1500599"/>
              <a:ext cx="323518" cy="598624"/>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15"/>
            <p:cNvSpPr/>
            <p:nvPr/>
          </p:nvSpPr>
          <p:spPr>
            <a:xfrm flipH="1">
              <a:off x="8869121" y="1732096"/>
              <a:ext cx="252290" cy="711873"/>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15"/>
            <p:cNvSpPr/>
            <p:nvPr/>
          </p:nvSpPr>
          <p:spPr>
            <a:xfrm flipH="1">
              <a:off x="8586024" y="1312216"/>
              <a:ext cx="427189" cy="1002598"/>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15"/>
            <p:cNvSpPr/>
            <p:nvPr/>
          </p:nvSpPr>
          <p:spPr>
            <a:xfrm flipH="1">
              <a:off x="7653201" y="1176610"/>
              <a:ext cx="425376" cy="664105"/>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15"/>
            <p:cNvSpPr/>
            <p:nvPr/>
          </p:nvSpPr>
          <p:spPr>
            <a:xfrm flipH="1">
              <a:off x="7530334" y="1519741"/>
              <a:ext cx="92434" cy="191789"/>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15"/>
            <p:cNvSpPr/>
            <p:nvPr/>
          </p:nvSpPr>
          <p:spPr>
            <a:xfrm flipH="1">
              <a:off x="7237631" y="1443172"/>
              <a:ext cx="270233" cy="147062"/>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 name="Google Shape;441;p15"/>
          <p:cNvGrpSpPr/>
          <p:nvPr/>
        </p:nvGrpSpPr>
        <p:grpSpPr>
          <a:xfrm>
            <a:off x="6265925" y="857009"/>
            <a:ext cx="897347" cy="659149"/>
            <a:chOff x="6123718" y="525411"/>
            <a:chExt cx="1395563" cy="1024955"/>
          </a:xfrm>
        </p:grpSpPr>
        <p:grpSp>
          <p:nvGrpSpPr>
            <p:cNvPr id="442" name="Google Shape;442;p15"/>
            <p:cNvGrpSpPr/>
            <p:nvPr/>
          </p:nvGrpSpPr>
          <p:grpSpPr>
            <a:xfrm flipH="1">
              <a:off x="6123718" y="525411"/>
              <a:ext cx="1395563" cy="1024955"/>
              <a:chOff x="1696430" y="1591394"/>
              <a:chExt cx="279683" cy="208092"/>
            </a:xfrm>
          </p:grpSpPr>
          <p:sp>
            <p:nvSpPr>
              <p:cNvPr id="443" name="Google Shape;443;p15"/>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15"/>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15"/>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15"/>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15"/>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15"/>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15"/>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15"/>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15"/>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15"/>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15"/>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4" name="Google Shape;454;p15"/>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5" name="Google Shape;455;p15"/>
          <p:cNvSpPr txBox="1"/>
          <p:nvPr>
            <p:ph type="title"/>
          </p:nvPr>
        </p:nvSpPr>
        <p:spPr>
          <a:xfrm>
            <a:off x="713100" y="2281313"/>
            <a:ext cx="3500100" cy="8418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456" name="Google Shape;456;p15"/>
          <p:cNvSpPr txBox="1"/>
          <p:nvPr>
            <p:ph hasCustomPrompt="1" idx="2" type="title"/>
          </p:nvPr>
        </p:nvSpPr>
        <p:spPr>
          <a:xfrm>
            <a:off x="1858800" y="1447686"/>
            <a:ext cx="1208700" cy="8418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457" name="Google Shape;457;p15"/>
          <p:cNvSpPr txBox="1"/>
          <p:nvPr>
            <p:ph idx="1" type="subTitle"/>
          </p:nvPr>
        </p:nvSpPr>
        <p:spPr>
          <a:xfrm>
            <a:off x="1180075" y="3110238"/>
            <a:ext cx="2565900" cy="659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1600"/>
              </a:spcBef>
              <a:spcAft>
                <a:spcPts val="0"/>
              </a:spcAft>
              <a:buSzPts val="1600"/>
              <a:buNone/>
              <a:defRPr sz="1600"/>
            </a:lvl2pPr>
            <a:lvl3pPr lvl="2" algn="ctr">
              <a:lnSpc>
                <a:spcPct val="100000"/>
              </a:lnSpc>
              <a:spcBef>
                <a:spcPts val="1600"/>
              </a:spcBef>
              <a:spcAft>
                <a:spcPts val="0"/>
              </a:spcAft>
              <a:buSzPts val="1600"/>
              <a:buNone/>
              <a:defRPr sz="1600"/>
            </a:lvl3pPr>
            <a:lvl4pPr lvl="3" algn="ctr">
              <a:lnSpc>
                <a:spcPct val="100000"/>
              </a:lnSpc>
              <a:spcBef>
                <a:spcPts val="1600"/>
              </a:spcBef>
              <a:spcAft>
                <a:spcPts val="0"/>
              </a:spcAft>
              <a:buSzPts val="1600"/>
              <a:buNone/>
              <a:defRPr sz="1600"/>
            </a:lvl4pPr>
            <a:lvl5pPr lvl="4" algn="ctr">
              <a:lnSpc>
                <a:spcPct val="100000"/>
              </a:lnSpc>
              <a:spcBef>
                <a:spcPts val="1600"/>
              </a:spcBef>
              <a:spcAft>
                <a:spcPts val="0"/>
              </a:spcAft>
              <a:buSzPts val="1600"/>
              <a:buNone/>
              <a:defRPr sz="1600"/>
            </a:lvl5pPr>
            <a:lvl6pPr lvl="5" algn="ctr">
              <a:lnSpc>
                <a:spcPct val="100000"/>
              </a:lnSpc>
              <a:spcBef>
                <a:spcPts val="1600"/>
              </a:spcBef>
              <a:spcAft>
                <a:spcPts val="0"/>
              </a:spcAft>
              <a:buSzPts val="1600"/>
              <a:buNone/>
              <a:defRPr sz="1600"/>
            </a:lvl6pPr>
            <a:lvl7pPr lvl="6" algn="ctr">
              <a:lnSpc>
                <a:spcPct val="100000"/>
              </a:lnSpc>
              <a:spcBef>
                <a:spcPts val="1600"/>
              </a:spcBef>
              <a:spcAft>
                <a:spcPts val="0"/>
              </a:spcAft>
              <a:buSzPts val="1600"/>
              <a:buNone/>
              <a:defRPr sz="1600"/>
            </a:lvl7pPr>
            <a:lvl8pPr lvl="7" algn="ctr">
              <a:lnSpc>
                <a:spcPct val="100000"/>
              </a:lnSpc>
              <a:spcBef>
                <a:spcPts val="1600"/>
              </a:spcBef>
              <a:spcAft>
                <a:spcPts val="0"/>
              </a:spcAft>
              <a:buSzPts val="1600"/>
              <a:buNone/>
              <a:defRPr sz="1600"/>
            </a:lvl8pPr>
            <a:lvl9pPr lvl="8" algn="ctr">
              <a:lnSpc>
                <a:spcPct val="100000"/>
              </a:lnSpc>
              <a:spcBef>
                <a:spcPts val="1600"/>
              </a:spcBef>
              <a:spcAft>
                <a:spcPts val="1600"/>
              </a:spcAft>
              <a:buSzPts val="1600"/>
              <a:buNone/>
              <a:defRPr sz="16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458" name="Shape 458"/>
        <p:cNvGrpSpPr/>
        <p:nvPr/>
      </p:nvGrpSpPr>
      <p:grpSpPr>
        <a:xfrm>
          <a:off x="0" y="0"/>
          <a:ext cx="0" cy="0"/>
          <a:chOff x="0" y="0"/>
          <a:chExt cx="0" cy="0"/>
        </a:xfrm>
      </p:grpSpPr>
      <p:sp>
        <p:nvSpPr>
          <p:cNvPr id="459" name="Google Shape;459;p16"/>
          <p:cNvSpPr/>
          <p:nvPr/>
        </p:nvSpPr>
        <p:spPr>
          <a:xfrm flipH="1">
            <a:off x="-1" y="4762490"/>
            <a:ext cx="9173906"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16"/>
          <p:cNvSpPr/>
          <p:nvPr/>
        </p:nvSpPr>
        <p:spPr>
          <a:xfrm flipH="1" rot="-238332">
            <a:off x="6822298" y="4242312"/>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1" name="Google Shape;461;p16"/>
          <p:cNvGrpSpPr/>
          <p:nvPr/>
        </p:nvGrpSpPr>
        <p:grpSpPr>
          <a:xfrm flipH="1">
            <a:off x="5788734" y="1911751"/>
            <a:ext cx="3692024" cy="2844763"/>
            <a:chOff x="3331840" y="1191568"/>
            <a:chExt cx="384038" cy="295876"/>
          </a:xfrm>
        </p:grpSpPr>
        <p:sp>
          <p:nvSpPr>
            <p:cNvPr id="462" name="Google Shape;462;p16"/>
            <p:cNvSpPr/>
            <p:nvPr/>
          </p:nvSpPr>
          <p:spPr>
            <a:xfrm>
              <a:off x="3331840"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16"/>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16"/>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16"/>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16"/>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16"/>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16"/>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9" name="Google Shape;469;p16"/>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470" name="Google Shape;470;p16"/>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SzPts val="1200"/>
              <a:buAutoNum type="arabicPeriod"/>
              <a:defRPr sz="1200"/>
            </a:lvl1pPr>
            <a:lvl2pPr indent="-304800" lvl="1" marL="914400">
              <a:lnSpc>
                <a:spcPct val="115000"/>
              </a:lnSpc>
              <a:spcBef>
                <a:spcPts val="1600"/>
              </a:spcBef>
              <a:spcAft>
                <a:spcPts val="0"/>
              </a:spcAft>
              <a:buSzPts val="1200"/>
              <a:buFont typeface="Roboto Condensed Light"/>
              <a:buAutoNum type="alphaLcPeriod"/>
              <a:defRPr/>
            </a:lvl2pPr>
            <a:lvl3pPr indent="-304800" lvl="2" marL="1371600">
              <a:lnSpc>
                <a:spcPct val="115000"/>
              </a:lnSpc>
              <a:spcBef>
                <a:spcPts val="1600"/>
              </a:spcBef>
              <a:spcAft>
                <a:spcPts val="0"/>
              </a:spcAft>
              <a:buSzPts val="1200"/>
              <a:buFont typeface="Roboto Condensed Light"/>
              <a:buAutoNum type="romanLcPeriod"/>
              <a:defRPr/>
            </a:lvl3pPr>
            <a:lvl4pPr indent="-304800" lvl="3" marL="1828800">
              <a:lnSpc>
                <a:spcPct val="115000"/>
              </a:lnSpc>
              <a:spcBef>
                <a:spcPts val="1600"/>
              </a:spcBef>
              <a:spcAft>
                <a:spcPts val="0"/>
              </a:spcAft>
              <a:buSzPts val="1200"/>
              <a:buFont typeface="Roboto Condensed Light"/>
              <a:buAutoNum type="arabicPeriod"/>
              <a:defRPr/>
            </a:lvl4pPr>
            <a:lvl5pPr indent="-304800" lvl="4" marL="2286000">
              <a:lnSpc>
                <a:spcPct val="115000"/>
              </a:lnSpc>
              <a:spcBef>
                <a:spcPts val="1600"/>
              </a:spcBef>
              <a:spcAft>
                <a:spcPts val="0"/>
              </a:spcAft>
              <a:buSzPts val="1200"/>
              <a:buFont typeface="Roboto Condensed Light"/>
              <a:buAutoNum type="alphaLcPeriod"/>
              <a:defRPr/>
            </a:lvl5pPr>
            <a:lvl6pPr indent="-304800" lvl="5" marL="2743200">
              <a:lnSpc>
                <a:spcPct val="115000"/>
              </a:lnSpc>
              <a:spcBef>
                <a:spcPts val="1600"/>
              </a:spcBef>
              <a:spcAft>
                <a:spcPts val="0"/>
              </a:spcAft>
              <a:buSzPts val="1200"/>
              <a:buFont typeface="Roboto Condensed Light"/>
              <a:buAutoNum type="romanLcPeriod"/>
              <a:defRPr/>
            </a:lvl6pPr>
            <a:lvl7pPr indent="-304800" lvl="6" marL="3200400">
              <a:lnSpc>
                <a:spcPct val="115000"/>
              </a:lnSpc>
              <a:spcBef>
                <a:spcPts val="1600"/>
              </a:spcBef>
              <a:spcAft>
                <a:spcPts val="0"/>
              </a:spcAft>
              <a:buSzPts val="1200"/>
              <a:buFont typeface="Roboto Condensed Light"/>
              <a:buAutoNum type="arabicPeriod"/>
              <a:defRPr/>
            </a:lvl7pPr>
            <a:lvl8pPr indent="-304800" lvl="7" marL="3657600">
              <a:lnSpc>
                <a:spcPct val="115000"/>
              </a:lnSpc>
              <a:spcBef>
                <a:spcPts val="1600"/>
              </a:spcBef>
              <a:spcAft>
                <a:spcPts val="0"/>
              </a:spcAft>
              <a:buSzPts val="1200"/>
              <a:buFont typeface="Roboto Condensed Light"/>
              <a:buAutoNum type="alphaLcPeriod"/>
              <a:defRPr/>
            </a:lvl8pPr>
            <a:lvl9pPr indent="-304800" lvl="8" marL="4114800">
              <a:lnSpc>
                <a:spcPct val="115000"/>
              </a:lnSpc>
              <a:spcBef>
                <a:spcPts val="1600"/>
              </a:spcBef>
              <a:spcAft>
                <a:spcPts val="1600"/>
              </a:spcAft>
              <a:buSzPts val="1200"/>
              <a:buFont typeface="Roboto Condensed Light"/>
              <a:buAutoNum type="romanLcPeriod"/>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471" name="Shape 471"/>
        <p:cNvGrpSpPr/>
        <p:nvPr/>
      </p:nvGrpSpPr>
      <p:grpSpPr>
        <a:xfrm>
          <a:off x="0" y="0"/>
          <a:ext cx="0" cy="0"/>
          <a:chOff x="0" y="0"/>
          <a:chExt cx="0" cy="0"/>
        </a:xfrm>
      </p:grpSpPr>
      <p:sp>
        <p:nvSpPr>
          <p:cNvPr id="472" name="Google Shape;472;p17"/>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17"/>
          <p:cNvSpPr/>
          <p:nvPr/>
        </p:nvSpPr>
        <p:spPr>
          <a:xfrm flipH="1" rot="-238332">
            <a:off x="6971149" y="4242317"/>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17"/>
          <p:cNvSpPr/>
          <p:nvPr/>
        </p:nvSpPr>
        <p:spPr>
          <a:xfrm>
            <a:off x="4" y="4864136"/>
            <a:ext cx="1665423" cy="78539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17"/>
          <p:cNvSpPr/>
          <p:nvPr/>
        </p:nvSpPr>
        <p:spPr>
          <a:xfrm>
            <a:off x="96226" y="4775056"/>
            <a:ext cx="1043455" cy="549114"/>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6" name="Google Shape;476;p17"/>
          <p:cNvGrpSpPr/>
          <p:nvPr/>
        </p:nvGrpSpPr>
        <p:grpSpPr>
          <a:xfrm>
            <a:off x="-114735" y="3498258"/>
            <a:ext cx="1159291" cy="1855702"/>
            <a:chOff x="1352322" y="1338997"/>
            <a:chExt cx="415457" cy="676942"/>
          </a:xfrm>
        </p:grpSpPr>
        <p:sp>
          <p:nvSpPr>
            <p:cNvPr id="477" name="Google Shape;477;p17"/>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17"/>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17"/>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17"/>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17"/>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17"/>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17"/>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17"/>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17"/>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17"/>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17"/>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17"/>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17"/>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 name="Google Shape;490;p17"/>
          <p:cNvGrpSpPr/>
          <p:nvPr/>
        </p:nvGrpSpPr>
        <p:grpSpPr>
          <a:xfrm flipH="1">
            <a:off x="939877" y="4497343"/>
            <a:ext cx="746626" cy="545891"/>
            <a:chOff x="6123718" y="525411"/>
            <a:chExt cx="1395563" cy="1024955"/>
          </a:xfrm>
        </p:grpSpPr>
        <p:grpSp>
          <p:nvGrpSpPr>
            <p:cNvPr id="491" name="Google Shape;491;p17"/>
            <p:cNvGrpSpPr/>
            <p:nvPr/>
          </p:nvGrpSpPr>
          <p:grpSpPr>
            <a:xfrm flipH="1">
              <a:off x="6123718" y="525411"/>
              <a:ext cx="1395563" cy="1024955"/>
              <a:chOff x="1696430" y="1591394"/>
              <a:chExt cx="279683" cy="208092"/>
            </a:xfrm>
          </p:grpSpPr>
          <p:sp>
            <p:nvSpPr>
              <p:cNvPr id="492" name="Google Shape;492;p17"/>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17"/>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17"/>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17"/>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17"/>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17"/>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17"/>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17"/>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17"/>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17"/>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17"/>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3" name="Google Shape;503;p17"/>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 name="Google Shape;504;p17"/>
          <p:cNvGrpSpPr/>
          <p:nvPr/>
        </p:nvGrpSpPr>
        <p:grpSpPr>
          <a:xfrm flipH="1">
            <a:off x="6989366" y="3989002"/>
            <a:ext cx="2154611" cy="785401"/>
            <a:chOff x="3363545" y="1399908"/>
            <a:chExt cx="240164" cy="87537"/>
          </a:xfrm>
        </p:grpSpPr>
        <p:sp>
          <p:nvSpPr>
            <p:cNvPr id="505" name="Google Shape;505;p17"/>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17"/>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17"/>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17"/>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17"/>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0" name="Google Shape;510;p17"/>
          <p:cNvSpPr/>
          <p:nvPr/>
        </p:nvSpPr>
        <p:spPr>
          <a:xfrm flipH="1">
            <a:off x="8527104" y="1855882"/>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17"/>
          <p:cNvSpPr/>
          <p:nvPr/>
        </p:nvSpPr>
        <p:spPr>
          <a:xfrm flipH="1">
            <a:off x="-367166" y="2571757"/>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17"/>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513" name="Google Shape;513;p17"/>
          <p:cNvSpPr txBox="1"/>
          <p:nvPr>
            <p:ph idx="2" type="title"/>
          </p:nvPr>
        </p:nvSpPr>
        <p:spPr>
          <a:xfrm>
            <a:off x="1686500" y="1772075"/>
            <a:ext cx="25056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b="0" sz="22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514" name="Google Shape;514;p17"/>
          <p:cNvSpPr txBox="1"/>
          <p:nvPr>
            <p:ph idx="3" type="title"/>
          </p:nvPr>
        </p:nvSpPr>
        <p:spPr>
          <a:xfrm>
            <a:off x="4951900" y="1772075"/>
            <a:ext cx="25056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b="0" sz="22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515" name="Google Shape;515;p17"/>
          <p:cNvSpPr txBox="1"/>
          <p:nvPr>
            <p:ph idx="1" type="subTitle"/>
          </p:nvPr>
        </p:nvSpPr>
        <p:spPr>
          <a:xfrm>
            <a:off x="4951897" y="2097310"/>
            <a:ext cx="2505600" cy="1010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b="0" sz="14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516" name="Google Shape;516;p17"/>
          <p:cNvSpPr txBox="1"/>
          <p:nvPr>
            <p:ph idx="4" type="subTitle"/>
          </p:nvPr>
        </p:nvSpPr>
        <p:spPr>
          <a:xfrm>
            <a:off x="1686500" y="2097310"/>
            <a:ext cx="2505600" cy="1010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b="0" sz="14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517" name="Shape 517"/>
        <p:cNvGrpSpPr/>
        <p:nvPr/>
      </p:nvGrpSpPr>
      <p:grpSpPr>
        <a:xfrm>
          <a:off x="0" y="0"/>
          <a:ext cx="0" cy="0"/>
          <a:chOff x="0" y="0"/>
          <a:chExt cx="0" cy="0"/>
        </a:xfrm>
      </p:grpSpPr>
      <p:sp>
        <p:nvSpPr>
          <p:cNvPr id="518" name="Google Shape;518;p18"/>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18"/>
          <p:cNvSpPr/>
          <p:nvPr/>
        </p:nvSpPr>
        <p:spPr>
          <a:xfrm flipH="1">
            <a:off x="8452048" y="4570199"/>
            <a:ext cx="2576451" cy="136094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18"/>
          <p:cNvSpPr/>
          <p:nvPr/>
        </p:nvSpPr>
        <p:spPr>
          <a:xfrm>
            <a:off x="0" y="4852503"/>
            <a:ext cx="9144009" cy="289809"/>
          </a:xfrm>
          <a:custGeom>
            <a:rect b="b" l="l" r="r" t="t"/>
            <a:pathLst>
              <a:path extrusionOk="0" h="9234" w="27897">
                <a:moveTo>
                  <a:pt x="14337" y="0"/>
                </a:moveTo>
                <a:cubicBezTo>
                  <a:pt x="14337" y="0"/>
                  <a:pt x="12053" y="402"/>
                  <a:pt x="13222" y="633"/>
                </a:cubicBezTo>
                <a:cubicBezTo>
                  <a:pt x="14391" y="857"/>
                  <a:pt x="13704" y="1276"/>
                  <a:pt x="11001" y="1419"/>
                </a:cubicBezTo>
                <a:cubicBezTo>
                  <a:pt x="8289" y="1561"/>
                  <a:pt x="8164" y="2204"/>
                  <a:pt x="9529" y="2346"/>
                </a:cubicBezTo>
                <a:cubicBezTo>
                  <a:pt x="10885" y="2489"/>
                  <a:pt x="4131" y="3470"/>
                  <a:pt x="5808" y="4006"/>
                </a:cubicBezTo>
                <a:cubicBezTo>
                  <a:pt x="7495" y="4550"/>
                  <a:pt x="4961" y="5040"/>
                  <a:pt x="3257" y="5272"/>
                </a:cubicBezTo>
                <a:cubicBezTo>
                  <a:pt x="1553" y="5504"/>
                  <a:pt x="1375" y="6040"/>
                  <a:pt x="2365" y="6227"/>
                </a:cubicBezTo>
                <a:cubicBezTo>
                  <a:pt x="3355" y="6414"/>
                  <a:pt x="1" y="7271"/>
                  <a:pt x="1" y="7271"/>
                </a:cubicBezTo>
                <a:lnTo>
                  <a:pt x="1" y="9233"/>
                </a:lnTo>
                <a:lnTo>
                  <a:pt x="27897" y="9233"/>
                </a:lnTo>
                <a:lnTo>
                  <a:pt x="27897" y="7137"/>
                </a:lnTo>
                <a:cubicBezTo>
                  <a:pt x="27897" y="7137"/>
                  <a:pt x="23472" y="6361"/>
                  <a:pt x="24445" y="5504"/>
                </a:cubicBezTo>
                <a:cubicBezTo>
                  <a:pt x="25417" y="4648"/>
                  <a:pt x="20171" y="4434"/>
                  <a:pt x="21340" y="3925"/>
                </a:cubicBezTo>
                <a:cubicBezTo>
                  <a:pt x="22500" y="3417"/>
                  <a:pt x="21893" y="2917"/>
                  <a:pt x="20912" y="2721"/>
                </a:cubicBezTo>
                <a:cubicBezTo>
                  <a:pt x="19939" y="2534"/>
                  <a:pt x="18780" y="2034"/>
                  <a:pt x="19422" y="1481"/>
                </a:cubicBezTo>
                <a:cubicBezTo>
                  <a:pt x="20055" y="928"/>
                  <a:pt x="19288" y="732"/>
                  <a:pt x="18512" y="491"/>
                </a:cubicBezTo>
                <a:cubicBezTo>
                  <a:pt x="17727" y="259"/>
                  <a:pt x="18637" y="0"/>
                  <a:pt x="18637"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1" name="Google Shape;521;p18"/>
          <p:cNvGrpSpPr/>
          <p:nvPr/>
        </p:nvGrpSpPr>
        <p:grpSpPr>
          <a:xfrm>
            <a:off x="-409527" y="3734044"/>
            <a:ext cx="1176845" cy="1035418"/>
            <a:chOff x="3650956" y="1757963"/>
            <a:chExt cx="258943" cy="227815"/>
          </a:xfrm>
        </p:grpSpPr>
        <p:sp>
          <p:nvSpPr>
            <p:cNvPr id="522" name="Google Shape;522;p18"/>
            <p:cNvSpPr/>
            <p:nvPr/>
          </p:nvSpPr>
          <p:spPr>
            <a:xfrm>
              <a:off x="3650956" y="1757963"/>
              <a:ext cx="258943" cy="227815"/>
            </a:xfrm>
            <a:custGeom>
              <a:rect b="b" l="l" r="r" t="t"/>
              <a:pathLst>
                <a:path extrusionOk="0" h="6272" w="7129">
                  <a:moveTo>
                    <a:pt x="5416" y="0"/>
                  </a:moveTo>
                  <a:lnTo>
                    <a:pt x="3828" y="411"/>
                  </a:lnTo>
                  <a:lnTo>
                    <a:pt x="3337" y="1499"/>
                  </a:lnTo>
                  <a:lnTo>
                    <a:pt x="2320" y="1945"/>
                  </a:lnTo>
                  <a:lnTo>
                    <a:pt x="1642" y="3016"/>
                  </a:lnTo>
                  <a:lnTo>
                    <a:pt x="1535" y="4095"/>
                  </a:lnTo>
                  <a:lnTo>
                    <a:pt x="1018" y="5219"/>
                  </a:lnTo>
                  <a:lnTo>
                    <a:pt x="1" y="6272"/>
                  </a:lnTo>
                  <a:lnTo>
                    <a:pt x="3846" y="6272"/>
                  </a:lnTo>
                  <a:lnTo>
                    <a:pt x="3417" y="5255"/>
                  </a:lnTo>
                  <a:lnTo>
                    <a:pt x="3623" y="4461"/>
                  </a:lnTo>
                  <a:lnTo>
                    <a:pt x="4390" y="3408"/>
                  </a:lnTo>
                  <a:lnTo>
                    <a:pt x="4898" y="3533"/>
                  </a:lnTo>
                  <a:lnTo>
                    <a:pt x="5327" y="4505"/>
                  </a:lnTo>
                  <a:lnTo>
                    <a:pt x="5077" y="5522"/>
                  </a:lnTo>
                  <a:lnTo>
                    <a:pt x="5228" y="6272"/>
                  </a:lnTo>
                  <a:lnTo>
                    <a:pt x="7129" y="6272"/>
                  </a:lnTo>
                  <a:lnTo>
                    <a:pt x="6745" y="5174"/>
                  </a:lnTo>
                  <a:lnTo>
                    <a:pt x="7066" y="4211"/>
                  </a:lnTo>
                  <a:lnTo>
                    <a:pt x="6593" y="2837"/>
                  </a:lnTo>
                  <a:lnTo>
                    <a:pt x="6308" y="1196"/>
                  </a:lnTo>
                  <a:lnTo>
                    <a:pt x="54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18"/>
            <p:cNvSpPr/>
            <p:nvPr/>
          </p:nvSpPr>
          <p:spPr>
            <a:xfrm>
              <a:off x="3710595" y="1757963"/>
              <a:ext cx="169481" cy="109549"/>
            </a:xfrm>
            <a:custGeom>
              <a:rect b="b" l="l" r="r" t="t"/>
              <a:pathLst>
                <a:path extrusionOk="0" h="3016" w="4666">
                  <a:moveTo>
                    <a:pt x="3774" y="0"/>
                  </a:moveTo>
                  <a:lnTo>
                    <a:pt x="2186" y="411"/>
                  </a:lnTo>
                  <a:lnTo>
                    <a:pt x="1695" y="1499"/>
                  </a:lnTo>
                  <a:lnTo>
                    <a:pt x="678" y="1945"/>
                  </a:lnTo>
                  <a:lnTo>
                    <a:pt x="0" y="3016"/>
                  </a:lnTo>
                  <a:lnTo>
                    <a:pt x="0" y="3016"/>
                  </a:lnTo>
                  <a:lnTo>
                    <a:pt x="794" y="2346"/>
                  </a:lnTo>
                  <a:lnTo>
                    <a:pt x="1401" y="2257"/>
                  </a:lnTo>
                  <a:lnTo>
                    <a:pt x="1918" y="2552"/>
                  </a:lnTo>
                  <a:lnTo>
                    <a:pt x="1570" y="1927"/>
                  </a:lnTo>
                  <a:lnTo>
                    <a:pt x="2186" y="2061"/>
                  </a:lnTo>
                  <a:lnTo>
                    <a:pt x="2025" y="1579"/>
                  </a:lnTo>
                  <a:lnTo>
                    <a:pt x="2560" y="866"/>
                  </a:lnTo>
                  <a:lnTo>
                    <a:pt x="3649" y="803"/>
                  </a:lnTo>
                  <a:lnTo>
                    <a:pt x="4666" y="1196"/>
                  </a:lnTo>
                  <a:lnTo>
                    <a:pt x="3774"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18"/>
            <p:cNvSpPr/>
            <p:nvPr/>
          </p:nvSpPr>
          <p:spPr>
            <a:xfrm>
              <a:off x="3768600" y="1867472"/>
              <a:ext cx="141295" cy="118302"/>
            </a:xfrm>
            <a:custGeom>
              <a:rect b="b" l="l" r="r" t="t"/>
              <a:pathLst>
                <a:path extrusionOk="0" h="3257" w="3890">
                  <a:moveTo>
                    <a:pt x="1534" y="1"/>
                  </a:moveTo>
                  <a:lnTo>
                    <a:pt x="856" y="116"/>
                  </a:lnTo>
                  <a:lnTo>
                    <a:pt x="259" y="1196"/>
                  </a:lnTo>
                  <a:lnTo>
                    <a:pt x="71" y="447"/>
                  </a:lnTo>
                  <a:lnTo>
                    <a:pt x="0" y="1767"/>
                  </a:lnTo>
                  <a:lnTo>
                    <a:pt x="178" y="2240"/>
                  </a:lnTo>
                  <a:lnTo>
                    <a:pt x="384" y="1446"/>
                  </a:lnTo>
                  <a:lnTo>
                    <a:pt x="1151" y="393"/>
                  </a:lnTo>
                  <a:lnTo>
                    <a:pt x="1659" y="518"/>
                  </a:lnTo>
                  <a:lnTo>
                    <a:pt x="2088" y="1490"/>
                  </a:lnTo>
                  <a:lnTo>
                    <a:pt x="1838" y="2507"/>
                  </a:lnTo>
                  <a:lnTo>
                    <a:pt x="1989" y="3257"/>
                  </a:lnTo>
                  <a:lnTo>
                    <a:pt x="3890" y="3257"/>
                  </a:lnTo>
                  <a:lnTo>
                    <a:pt x="3506" y="2159"/>
                  </a:lnTo>
                  <a:lnTo>
                    <a:pt x="3488" y="3087"/>
                  </a:lnTo>
                  <a:lnTo>
                    <a:pt x="2935" y="2820"/>
                  </a:lnTo>
                  <a:lnTo>
                    <a:pt x="2882" y="1767"/>
                  </a:lnTo>
                  <a:lnTo>
                    <a:pt x="2614" y="2820"/>
                  </a:lnTo>
                  <a:lnTo>
                    <a:pt x="2177" y="2382"/>
                  </a:lnTo>
                  <a:lnTo>
                    <a:pt x="2543" y="973"/>
                  </a:lnTo>
                  <a:lnTo>
                    <a:pt x="1534"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18"/>
            <p:cNvSpPr/>
            <p:nvPr/>
          </p:nvSpPr>
          <p:spPr>
            <a:xfrm>
              <a:off x="3722908" y="1895331"/>
              <a:ext cx="23682" cy="90443"/>
            </a:xfrm>
            <a:custGeom>
              <a:rect b="b" l="l" r="r" t="t"/>
              <a:pathLst>
                <a:path extrusionOk="0" h="2490" w="652">
                  <a:moveTo>
                    <a:pt x="179" y="1"/>
                  </a:moveTo>
                  <a:lnTo>
                    <a:pt x="286" y="1856"/>
                  </a:lnTo>
                  <a:lnTo>
                    <a:pt x="0" y="2490"/>
                  </a:lnTo>
                  <a:lnTo>
                    <a:pt x="651" y="2490"/>
                  </a:lnTo>
                  <a:lnTo>
                    <a:pt x="598" y="1910"/>
                  </a:lnTo>
                  <a:lnTo>
                    <a:pt x="598" y="1348"/>
                  </a:lnTo>
                  <a:lnTo>
                    <a:pt x="179"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18"/>
            <p:cNvSpPr/>
            <p:nvPr/>
          </p:nvSpPr>
          <p:spPr>
            <a:xfrm>
              <a:off x="3650956" y="1906663"/>
              <a:ext cx="57390" cy="79110"/>
            </a:xfrm>
            <a:custGeom>
              <a:rect b="b" l="l" r="r" t="t"/>
              <a:pathLst>
                <a:path extrusionOk="0" h="2178" w="1580">
                  <a:moveTo>
                    <a:pt x="1535" y="1"/>
                  </a:moveTo>
                  <a:lnTo>
                    <a:pt x="1018" y="1125"/>
                  </a:lnTo>
                  <a:lnTo>
                    <a:pt x="1" y="2178"/>
                  </a:lnTo>
                  <a:lnTo>
                    <a:pt x="1250" y="2178"/>
                  </a:lnTo>
                  <a:lnTo>
                    <a:pt x="795" y="1839"/>
                  </a:lnTo>
                  <a:lnTo>
                    <a:pt x="1428" y="1303"/>
                  </a:lnTo>
                  <a:lnTo>
                    <a:pt x="1580" y="643"/>
                  </a:lnTo>
                  <a:lnTo>
                    <a:pt x="153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18"/>
            <p:cNvSpPr/>
            <p:nvPr/>
          </p:nvSpPr>
          <p:spPr>
            <a:xfrm>
              <a:off x="3857370" y="1801367"/>
              <a:ext cx="50270" cy="109549"/>
            </a:xfrm>
            <a:custGeom>
              <a:rect b="b" l="l" r="r" t="t"/>
              <a:pathLst>
                <a:path extrusionOk="0" h="3016" w="1384">
                  <a:moveTo>
                    <a:pt x="625" y="1"/>
                  </a:moveTo>
                  <a:lnTo>
                    <a:pt x="580" y="1357"/>
                  </a:lnTo>
                  <a:lnTo>
                    <a:pt x="0" y="402"/>
                  </a:lnTo>
                  <a:lnTo>
                    <a:pt x="411" y="1874"/>
                  </a:lnTo>
                  <a:lnTo>
                    <a:pt x="1383" y="3016"/>
                  </a:lnTo>
                  <a:lnTo>
                    <a:pt x="910" y="1642"/>
                  </a:lnTo>
                  <a:lnTo>
                    <a:pt x="62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 name="Google Shape;528;p18"/>
          <p:cNvGrpSpPr/>
          <p:nvPr/>
        </p:nvGrpSpPr>
        <p:grpSpPr>
          <a:xfrm>
            <a:off x="8481443" y="3817100"/>
            <a:ext cx="839321" cy="1035407"/>
            <a:chOff x="4171005" y="1331224"/>
            <a:chExt cx="356505" cy="439757"/>
          </a:xfrm>
        </p:grpSpPr>
        <p:sp>
          <p:nvSpPr>
            <p:cNvPr id="529" name="Google Shape;529;p18"/>
            <p:cNvSpPr/>
            <p:nvPr/>
          </p:nvSpPr>
          <p:spPr>
            <a:xfrm>
              <a:off x="4171005" y="1331224"/>
              <a:ext cx="356505" cy="439757"/>
            </a:xfrm>
            <a:custGeom>
              <a:rect b="b" l="l" r="r" t="t"/>
              <a:pathLst>
                <a:path extrusionOk="0" h="12107" w="9815">
                  <a:moveTo>
                    <a:pt x="3337" y="0"/>
                  </a:moveTo>
                  <a:lnTo>
                    <a:pt x="2320" y="464"/>
                  </a:lnTo>
                  <a:lnTo>
                    <a:pt x="2320" y="2525"/>
                  </a:lnTo>
                  <a:lnTo>
                    <a:pt x="1562" y="2257"/>
                  </a:lnTo>
                  <a:lnTo>
                    <a:pt x="964" y="2793"/>
                  </a:lnTo>
                  <a:lnTo>
                    <a:pt x="1152" y="5505"/>
                  </a:lnTo>
                  <a:lnTo>
                    <a:pt x="920" y="7182"/>
                  </a:lnTo>
                  <a:lnTo>
                    <a:pt x="1152" y="9510"/>
                  </a:lnTo>
                  <a:lnTo>
                    <a:pt x="1" y="11152"/>
                  </a:lnTo>
                  <a:lnTo>
                    <a:pt x="3266" y="11152"/>
                  </a:lnTo>
                  <a:lnTo>
                    <a:pt x="4238" y="11571"/>
                  </a:lnTo>
                  <a:lnTo>
                    <a:pt x="5282" y="11571"/>
                  </a:lnTo>
                  <a:lnTo>
                    <a:pt x="5452" y="12106"/>
                  </a:lnTo>
                  <a:lnTo>
                    <a:pt x="6522" y="12106"/>
                  </a:lnTo>
                  <a:lnTo>
                    <a:pt x="7352" y="11036"/>
                  </a:lnTo>
                  <a:lnTo>
                    <a:pt x="9814" y="11036"/>
                  </a:lnTo>
                  <a:lnTo>
                    <a:pt x="9814" y="9831"/>
                  </a:lnTo>
                  <a:lnTo>
                    <a:pt x="9341" y="9394"/>
                  </a:lnTo>
                  <a:lnTo>
                    <a:pt x="9341" y="8404"/>
                  </a:lnTo>
                  <a:lnTo>
                    <a:pt x="8467" y="6530"/>
                  </a:lnTo>
                  <a:lnTo>
                    <a:pt x="8369" y="5005"/>
                  </a:lnTo>
                  <a:lnTo>
                    <a:pt x="7138" y="3515"/>
                  </a:lnTo>
                  <a:lnTo>
                    <a:pt x="5407" y="304"/>
                  </a:lnTo>
                  <a:lnTo>
                    <a:pt x="4595" y="464"/>
                  </a:lnTo>
                  <a:lnTo>
                    <a:pt x="333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18"/>
            <p:cNvSpPr/>
            <p:nvPr/>
          </p:nvSpPr>
          <p:spPr>
            <a:xfrm>
              <a:off x="4345021" y="1403794"/>
              <a:ext cx="149431" cy="367184"/>
            </a:xfrm>
            <a:custGeom>
              <a:rect b="b" l="l" r="r" t="t"/>
              <a:pathLst>
                <a:path extrusionOk="0" h="10109" w="4114">
                  <a:moveTo>
                    <a:pt x="652" y="1"/>
                  </a:moveTo>
                  <a:lnTo>
                    <a:pt x="652" y="1669"/>
                  </a:lnTo>
                  <a:lnTo>
                    <a:pt x="1116" y="2266"/>
                  </a:lnTo>
                  <a:lnTo>
                    <a:pt x="741" y="2882"/>
                  </a:lnTo>
                  <a:lnTo>
                    <a:pt x="910" y="3890"/>
                  </a:lnTo>
                  <a:lnTo>
                    <a:pt x="812" y="5059"/>
                  </a:lnTo>
                  <a:lnTo>
                    <a:pt x="982" y="5862"/>
                  </a:lnTo>
                  <a:lnTo>
                    <a:pt x="812" y="6682"/>
                  </a:lnTo>
                  <a:lnTo>
                    <a:pt x="277" y="7325"/>
                  </a:lnTo>
                  <a:lnTo>
                    <a:pt x="224" y="9038"/>
                  </a:lnTo>
                  <a:lnTo>
                    <a:pt x="1" y="9573"/>
                  </a:lnTo>
                  <a:lnTo>
                    <a:pt x="491" y="9573"/>
                  </a:lnTo>
                  <a:lnTo>
                    <a:pt x="661" y="10108"/>
                  </a:lnTo>
                  <a:lnTo>
                    <a:pt x="1731" y="10108"/>
                  </a:lnTo>
                  <a:lnTo>
                    <a:pt x="2561" y="9038"/>
                  </a:lnTo>
                  <a:lnTo>
                    <a:pt x="4113" y="9038"/>
                  </a:lnTo>
                  <a:lnTo>
                    <a:pt x="3765" y="8172"/>
                  </a:lnTo>
                  <a:lnTo>
                    <a:pt x="3846" y="6798"/>
                  </a:lnTo>
                  <a:cubicBezTo>
                    <a:pt x="3846" y="6798"/>
                    <a:pt x="2855" y="5879"/>
                    <a:pt x="2846" y="5835"/>
                  </a:cubicBezTo>
                  <a:cubicBezTo>
                    <a:pt x="2837" y="5790"/>
                    <a:pt x="2846" y="4961"/>
                    <a:pt x="2846" y="4961"/>
                  </a:cubicBezTo>
                  <a:lnTo>
                    <a:pt x="2418" y="4185"/>
                  </a:lnTo>
                  <a:lnTo>
                    <a:pt x="1990" y="2391"/>
                  </a:lnTo>
                  <a:lnTo>
                    <a:pt x="946" y="1214"/>
                  </a:lnTo>
                  <a:lnTo>
                    <a:pt x="652"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18"/>
            <p:cNvSpPr/>
            <p:nvPr/>
          </p:nvSpPr>
          <p:spPr>
            <a:xfrm>
              <a:off x="4430230" y="1458893"/>
              <a:ext cx="97272" cy="237549"/>
            </a:xfrm>
            <a:custGeom>
              <a:rect b="b" l="l" r="r" t="t"/>
              <a:pathLst>
                <a:path extrusionOk="0" h="6540" w="2678">
                  <a:moveTo>
                    <a:pt x="1" y="0"/>
                  </a:moveTo>
                  <a:lnTo>
                    <a:pt x="661" y="1490"/>
                  </a:lnTo>
                  <a:lnTo>
                    <a:pt x="982" y="1775"/>
                  </a:lnTo>
                  <a:lnTo>
                    <a:pt x="697" y="2926"/>
                  </a:lnTo>
                  <a:lnTo>
                    <a:pt x="1401" y="3872"/>
                  </a:lnTo>
                  <a:lnTo>
                    <a:pt x="1357" y="4505"/>
                  </a:lnTo>
                  <a:lnTo>
                    <a:pt x="1803" y="4844"/>
                  </a:lnTo>
                  <a:lnTo>
                    <a:pt x="2035" y="5879"/>
                  </a:lnTo>
                  <a:lnTo>
                    <a:pt x="1999" y="6405"/>
                  </a:lnTo>
                  <a:lnTo>
                    <a:pt x="2677" y="6539"/>
                  </a:lnTo>
                  <a:lnTo>
                    <a:pt x="2677" y="6316"/>
                  </a:lnTo>
                  <a:lnTo>
                    <a:pt x="2204" y="5879"/>
                  </a:lnTo>
                  <a:lnTo>
                    <a:pt x="2204" y="4889"/>
                  </a:lnTo>
                  <a:lnTo>
                    <a:pt x="1330" y="3015"/>
                  </a:lnTo>
                  <a:lnTo>
                    <a:pt x="1276" y="2257"/>
                  </a:lnTo>
                  <a:lnTo>
                    <a:pt x="1232" y="1490"/>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18"/>
            <p:cNvSpPr/>
            <p:nvPr/>
          </p:nvSpPr>
          <p:spPr>
            <a:xfrm>
              <a:off x="4255270" y="1331224"/>
              <a:ext cx="112164" cy="220042"/>
            </a:xfrm>
            <a:custGeom>
              <a:rect b="b" l="l" r="r" t="t"/>
              <a:pathLst>
                <a:path extrusionOk="0" h="6058" w="3088">
                  <a:moveTo>
                    <a:pt x="1017" y="0"/>
                  </a:moveTo>
                  <a:lnTo>
                    <a:pt x="0" y="464"/>
                  </a:lnTo>
                  <a:lnTo>
                    <a:pt x="330" y="955"/>
                  </a:lnTo>
                  <a:lnTo>
                    <a:pt x="1008" y="1044"/>
                  </a:lnTo>
                  <a:lnTo>
                    <a:pt x="1740" y="2338"/>
                  </a:lnTo>
                  <a:lnTo>
                    <a:pt x="1571" y="3738"/>
                  </a:lnTo>
                  <a:cubicBezTo>
                    <a:pt x="1571" y="3738"/>
                    <a:pt x="2637" y="6058"/>
                    <a:pt x="2641" y="6058"/>
                  </a:cubicBezTo>
                  <a:cubicBezTo>
                    <a:pt x="2641" y="6058"/>
                    <a:pt x="2641" y="6058"/>
                    <a:pt x="2641" y="6058"/>
                  </a:cubicBezTo>
                  <a:cubicBezTo>
                    <a:pt x="2641" y="6040"/>
                    <a:pt x="2043" y="3631"/>
                    <a:pt x="2025" y="3542"/>
                  </a:cubicBezTo>
                  <a:cubicBezTo>
                    <a:pt x="2017" y="3453"/>
                    <a:pt x="2454" y="2320"/>
                    <a:pt x="2454" y="2320"/>
                  </a:cubicBezTo>
                  <a:lnTo>
                    <a:pt x="2382" y="1704"/>
                  </a:lnTo>
                  <a:lnTo>
                    <a:pt x="3087" y="304"/>
                  </a:lnTo>
                  <a:lnTo>
                    <a:pt x="2275" y="464"/>
                  </a:lnTo>
                  <a:lnTo>
                    <a:pt x="1017"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18"/>
            <p:cNvSpPr/>
            <p:nvPr/>
          </p:nvSpPr>
          <p:spPr>
            <a:xfrm>
              <a:off x="4206019" y="1413201"/>
              <a:ext cx="76495" cy="154915"/>
            </a:xfrm>
            <a:custGeom>
              <a:rect b="b" l="l" r="r" t="t"/>
              <a:pathLst>
                <a:path extrusionOk="0" h="4265" w="2106">
                  <a:moveTo>
                    <a:pt x="598" y="0"/>
                  </a:moveTo>
                  <a:lnTo>
                    <a:pt x="0" y="536"/>
                  </a:lnTo>
                  <a:lnTo>
                    <a:pt x="0" y="536"/>
                  </a:lnTo>
                  <a:lnTo>
                    <a:pt x="812" y="393"/>
                  </a:lnTo>
                  <a:lnTo>
                    <a:pt x="1740" y="1767"/>
                  </a:lnTo>
                  <a:lnTo>
                    <a:pt x="2106" y="4265"/>
                  </a:lnTo>
                  <a:lnTo>
                    <a:pt x="2106" y="1883"/>
                  </a:lnTo>
                  <a:lnTo>
                    <a:pt x="1356" y="268"/>
                  </a:lnTo>
                  <a:lnTo>
                    <a:pt x="598"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18"/>
            <p:cNvSpPr/>
            <p:nvPr/>
          </p:nvSpPr>
          <p:spPr>
            <a:xfrm>
              <a:off x="4367394" y="1342229"/>
              <a:ext cx="62874" cy="116704"/>
            </a:xfrm>
            <a:custGeom>
              <a:rect b="b" l="l" r="r" t="t"/>
              <a:pathLst>
                <a:path extrusionOk="0" h="3213" w="1731">
                  <a:moveTo>
                    <a:pt x="0" y="1"/>
                  </a:moveTo>
                  <a:lnTo>
                    <a:pt x="803" y="2605"/>
                  </a:lnTo>
                  <a:lnTo>
                    <a:pt x="1731" y="3212"/>
                  </a:lnTo>
                  <a:lnTo>
                    <a:pt x="0" y="1"/>
                  </a:lnTo>
                  <a:close/>
                  <a:moveTo>
                    <a:pt x="1731" y="3212"/>
                  </a:moveTo>
                  <a:lnTo>
                    <a:pt x="1731" y="3212"/>
                  </a:lnTo>
                  <a:lnTo>
                    <a:pt x="1731" y="3212"/>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18"/>
            <p:cNvSpPr/>
            <p:nvPr/>
          </p:nvSpPr>
          <p:spPr>
            <a:xfrm>
              <a:off x="4362854" y="1675659"/>
              <a:ext cx="11696" cy="95310"/>
            </a:xfrm>
            <a:custGeom>
              <a:rect b="b" l="l" r="r" t="t"/>
              <a:pathLst>
                <a:path extrusionOk="0" h="2624" w="322">
                  <a:moveTo>
                    <a:pt x="321" y="0"/>
                  </a:moveTo>
                  <a:lnTo>
                    <a:pt x="0" y="2088"/>
                  </a:lnTo>
                  <a:lnTo>
                    <a:pt x="170" y="2623"/>
                  </a:lnTo>
                  <a:lnTo>
                    <a:pt x="32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18"/>
            <p:cNvSpPr/>
            <p:nvPr/>
          </p:nvSpPr>
          <p:spPr>
            <a:xfrm>
              <a:off x="4385519" y="1551222"/>
              <a:ext cx="52522" cy="219751"/>
            </a:xfrm>
            <a:custGeom>
              <a:rect b="b" l="l" r="r" t="t"/>
              <a:pathLst>
                <a:path extrusionOk="0" h="6050" w="1446">
                  <a:moveTo>
                    <a:pt x="1" y="1"/>
                  </a:moveTo>
                  <a:lnTo>
                    <a:pt x="331" y="1642"/>
                  </a:lnTo>
                  <a:lnTo>
                    <a:pt x="366" y="2855"/>
                  </a:lnTo>
                  <a:lnTo>
                    <a:pt x="616" y="4880"/>
                  </a:lnTo>
                  <a:lnTo>
                    <a:pt x="545" y="5442"/>
                  </a:lnTo>
                  <a:lnTo>
                    <a:pt x="616" y="6049"/>
                  </a:lnTo>
                  <a:lnTo>
                    <a:pt x="1446" y="4979"/>
                  </a:lnTo>
                  <a:lnTo>
                    <a:pt x="670" y="2748"/>
                  </a:lnTo>
                  <a:lnTo>
                    <a:pt x="670" y="1901"/>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18"/>
            <p:cNvSpPr/>
            <p:nvPr/>
          </p:nvSpPr>
          <p:spPr>
            <a:xfrm>
              <a:off x="4251384" y="1576502"/>
              <a:ext cx="38284" cy="159783"/>
            </a:xfrm>
            <a:custGeom>
              <a:rect b="b" l="l" r="r" t="t"/>
              <a:pathLst>
                <a:path extrusionOk="0" h="4399" w="1054">
                  <a:moveTo>
                    <a:pt x="0" y="0"/>
                  </a:moveTo>
                  <a:lnTo>
                    <a:pt x="366" y="2918"/>
                  </a:lnTo>
                  <a:lnTo>
                    <a:pt x="54" y="4399"/>
                  </a:lnTo>
                  <a:lnTo>
                    <a:pt x="1053" y="4399"/>
                  </a:lnTo>
                  <a:lnTo>
                    <a:pt x="928" y="2730"/>
                  </a:lnTo>
                  <a:lnTo>
                    <a:pt x="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18"/>
            <p:cNvSpPr/>
            <p:nvPr/>
          </p:nvSpPr>
          <p:spPr>
            <a:xfrm>
              <a:off x="4455510" y="1650706"/>
              <a:ext cx="29203" cy="81362"/>
            </a:xfrm>
            <a:custGeom>
              <a:rect b="b" l="l" r="r" t="t"/>
              <a:pathLst>
                <a:path extrusionOk="0" h="2240" w="804">
                  <a:moveTo>
                    <a:pt x="90" y="0"/>
                  </a:moveTo>
                  <a:lnTo>
                    <a:pt x="1" y="1017"/>
                  </a:lnTo>
                  <a:lnTo>
                    <a:pt x="170" y="2240"/>
                  </a:lnTo>
                  <a:lnTo>
                    <a:pt x="804" y="2240"/>
                  </a:lnTo>
                  <a:lnTo>
                    <a:pt x="224" y="1035"/>
                  </a:lnTo>
                  <a:lnTo>
                    <a:pt x="9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18"/>
            <p:cNvSpPr/>
            <p:nvPr/>
          </p:nvSpPr>
          <p:spPr>
            <a:xfrm>
              <a:off x="4171005" y="1592047"/>
              <a:ext cx="82343" cy="144237"/>
            </a:xfrm>
            <a:custGeom>
              <a:rect b="b" l="l" r="r" t="t"/>
              <a:pathLst>
                <a:path extrusionOk="0" h="3971" w="2267">
                  <a:moveTo>
                    <a:pt x="920" y="1"/>
                  </a:moveTo>
                  <a:lnTo>
                    <a:pt x="1152" y="2329"/>
                  </a:lnTo>
                  <a:lnTo>
                    <a:pt x="1" y="3971"/>
                  </a:lnTo>
                  <a:lnTo>
                    <a:pt x="2267" y="3971"/>
                  </a:lnTo>
                  <a:lnTo>
                    <a:pt x="1366" y="3248"/>
                  </a:lnTo>
                  <a:lnTo>
                    <a:pt x="1607" y="2124"/>
                  </a:lnTo>
                  <a:lnTo>
                    <a:pt x="92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18"/>
            <p:cNvSpPr/>
            <p:nvPr/>
          </p:nvSpPr>
          <p:spPr>
            <a:xfrm>
              <a:off x="4289630" y="1649726"/>
              <a:ext cx="38248" cy="101776"/>
            </a:xfrm>
            <a:custGeom>
              <a:rect b="b" l="l" r="r" t="t"/>
              <a:pathLst>
                <a:path extrusionOk="0" h="2802" w="1053">
                  <a:moveTo>
                    <a:pt x="723" y="1"/>
                  </a:moveTo>
                  <a:lnTo>
                    <a:pt x="446" y="1490"/>
                  </a:lnTo>
                  <a:lnTo>
                    <a:pt x="0" y="2383"/>
                  </a:lnTo>
                  <a:lnTo>
                    <a:pt x="972" y="2802"/>
                  </a:lnTo>
                  <a:lnTo>
                    <a:pt x="1053" y="1357"/>
                  </a:lnTo>
                  <a:lnTo>
                    <a:pt x="758" y="2070"/>
                  </a:lnTo>
                  <a:lnTo>
                    <a:pt x="723"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1" name="Google Shape;541;p18"/>
          <p:cNvSpPr/>
          <p:nvPr/>
        </p:nvSpPr>
        <p:spPr>
          <a:xfrm rot="557657">
            <a:off x="-310305" y="4705705"/>
            <a:ext cx="1351433" cy="380974"/>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18"/>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543" name="Google Shape;543;p18"/>
          <p:cNvSpPr/>
          <p:nvPr/>
        </p:nvSpPr>
        <p:spPr>
          <a:xfrm flipH="1">
            <a:off x="-494818" y="616313"/>
            <a:ext cx="1273905" cy="24222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18"/>
          <p:cNvSpPr/>
          <p:nvPr/>
        </p:nvSpPr>
        <p:spPr>
          <a:xfrm flipH="1">
            <a:off x="8488479" y="180342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18"/>
          <p:cNvSpPr/>
          <p:nvPr/>
        </p:nvSpPr>
        <p:spPr>
          <a:xfrm flipH="1">
            <a:off x="-302196" y="283509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546" name="Shape 546"/>
        <p:cNvGrpSpPr/>
        <p:nvPr/>
      </p:nvGrpSpPr>
      <p:grpSpPr>
        <a:xfrm>
          <a:off x="0" y="0"/>
          <a:ext cx="0" cy="0"/>
          <a:chOff x="0" y="0"/>
          <a:chExt cx="0" cy="0"/>
        </a:xfrm>
      </p:grpSpPr>
      <p:grpSp>
        <p:nvGrpSpPr>
          <p:cNvPr id="547" name="Google Shape;547;p19"/>
          <p:cNvGrpSpPr/>
          <p:nvPr/>
        </p:nvGrpSpPr>
        <p:grpSpPr>
          <a:xfrm>
            <a:off x="3" y="539392"/>
            <a:ext cx="1519945" cy="1171138"/>
            <a:chOff x="3363545" y="1191568"/>
            <a:chExt cx="384038" cy="295876"/>
          </a:xfrm>
        </p:grpSpPr>
        <p:sp>
          <p:nvSpPr>
            <p:cNvPr id="548" name="Google Shape;548;p19"/>
            <p:cNvSpPr/>
            <p:nvPr/>
          </p:nvSpPr>
          <p:spPr>
            <a:xfrm>
              <a:off x="3363545"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19"/>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19"/>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19"/>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19"/>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19"/>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19"/>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 name="Google Shape;555;p19"/>
          <p:cNvSpPr/>
          <p:nvPr/>
        </p:nvSpPr>
        <p:spPr>
          <a:xfrm>
            <a:off x="0" y="1690722"/>
            <a:ext cx="9144017" cy="3452722"/>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19"/>
          <p:cNvSpPr/>
          <p:nvPr/>
        </p:nvSpPr>
        <p:spPr>
          <a:xfrm flipH="1">
            <a:off x="-479041" y="2121950"/>
            <a:ext cx="5269441" cy="3021487"/>
          </a:xfrm>
          <a:custGeom>
            <a:rect b="b" l="l" r="r" t="t"/>
            <a:pathLst>
              <a:path extrusionOk="0" h="10225" w="22134">
                <a:moveTo>
                  <a:pt x="15068" y="1"/>
                </a:moveTo>
                <a:cubicBezTo>
                  <a:pt x="15068" y="1"/>
                  <a:pt x="10937" y="170"/>
                  <a:pt x="11678" y="813"/>
                </a:cubicBezTo>
                <a:cubicBezTo>
                  <a:pt x="12427" y="1464"/>
                  <a:pt x="10554" y="1615"/>
                  <a:pt x="9662" y="1714"/>
                </a:cubicBezTo>
                <a:cubicBezTo>
                  <a:pt x="8779" y="1812"/>
                  <a:pt x="6245" y="2240"/>
                  <a:pt x="7405" y="2739"/>
                </a:cubicBezTo>
                <a:cubicBezTo>
                  <a:pt x="8564" y="3230"/>
                  <a:pt x="5585" y="3525"/>
                  <a:pt x="4487" y="3551"/>
                </a:cubicBezTo>
                <a:cubicBezTo>
                  <a:pt x="3381" y="3578"/>
                  <a:pt x="0" y="3837"/>
                  <a:pt x="1080" y="5068"/>
                </a:cubicBezTo>
                <a:cubicBezTo>
                  <a:pt x="2150" y="6299"/>
                  <a:pt x="6281" y="10224"/>
                  <a:pt x="6281" y="10224"/>
                </a:cubicBezTo>
                <a:lnTo>
                  <a:pt x="8966" y="10224"/>
                </a:lnTo>
                <a:cubicBezTo>
                  <a:pt x="8966" y="10224"/>
                  <a:pt x="8368" y="8672"/>
                  <a:pt x="10536" y="8413"/>
                </a:cubicBezTo>
                <a:cubicBezTo>
                  <a:pt x="12695" y="8146"/>
                  <a:pt x="11446" y="7432"/>
                  <a:pt x="10786" y="7093"/>
                </a:cubicBezTo>
                <a:cubicBezTo>
                  <a:pt x="10126" y="6754"/>
                  <a:pt x="8734" y="6040"/>
                  <a:pt x="11972" y="5443"/>
                </a:cubicBezTo>
                <a:cubicBezTo>
                  <a:pt x="15211" y="4845"/>
                  <a:pt x="17735" y="4203"/>
                  <a:pt x="16415" y="3373"/>
                </a:cubicBezTo>
                <a:cubicBezTo>
                  <a:pt x="15095" y="2543"/>
                  <a:pt x="18859" y="2802"/>
                  <a:pt x="18351" y="2249"/>
                </a:cubicBezTo>
                <a:cubicBezTo>
                  <a:pt x="17842" y="1705"/>
                  <a:pt x="19555" y="1660"/>
                  <a:pt x="20670" y="1553"/>
                </a:cubicBezTo>
                <a:cubicBezTo>
                  <a:pt x="21785" y="1437"/>
                  <a:pt x="22133" y="884"/>
                  <a:pt x="21018" y="554"/>
                </a:cubicBezTo>
                <a:cubicBezTo>
                  <a:pt x="20233" y="323"/>
                  <a:pt x="18557" y="289"/>
                  <a:pt x="17617" y="289"/>
                </a:cubicBezTo>
                <a:cubicBezTo>
                  <a:pt x="17210" y="289"/>
                  <a:pt x="16941" y="295"/>
                  <a:pt x="16941" y="295"/>
                </a:cubicBezTo>
                <a:lnTo>
                  <a:pt x="15068"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19"/>
          <p:cNvSpPr/>
          <p:nvPr/>
        </p:nvSpPr>
        <p:spPr>
          <a:xfrm flipH="1">
            <a:off x="183754" y="2409469"/>
            <a:ext cx="3933393" cy="1949414"/>
          </a:xfrm>
          <a:custGeom>
            <a:rect b="b" l="l" r="r" t="t"/>
            <a:pathLst>
              <a:path extrusionOk="0" h="6597" w="16522">
                <a:moveTo>
                  <a:pt x="11294" y="0"/>
                </a:moveTo>
                <a:cubicBezTo>
                  <a:pt x="11294" y="0"/>
                  <a:pt x="9260" y="303"/>
                  <a:pt x="10126" y="491"/>
                </a:cubicBezTo>
                <a:cubicBezTo>
                  <a:pt x="10991" y="678"/>
                  <a:pt x="10839" y="1071"/>
                  <a:pt x="9207" y="1383"/>
                </a:cubicBezTo>
                <a:cubicBezTo>
                  <a:pt x="7565" y="1695"/>
                  <a:pt x="5638" y="1954"/>
                  <a:pt x="7021" y="2284"/>
                </a:cubicBezTo>
                <a:cubicBezTo>
                  <a:pt x="8395" y="2623"/>
                  <a:pt x="6254" y="3283"/>
                  <a:pt x="4443" y="3569"/>
                </a:cubicBezTo>
                <a:cubicBezTo>
                  <a:pt x="2641" y="3863"/>
                  <a:pt x="678" y="4309"/>
                  <a:pt x="2346" y="4746"/>
                </a:cubicBezTo>
                <a:cubicBezTo>
                  <a:pt x="4006" y="5183"/>
                  <a:pt x="0" y="5665"/>
                  <a:pt x="1401" y="6182"/>
                </a:cubicBezTo>
                <a:cubicBezTo>
                  <a:pt x="2073" y="6428"/>
                  <a:pt x="3408" y="6597"/>
                  <a:pt x="4495" y="6597"/>
                </a:cubicBezTo>
                <a:cubicBezTo>
                  <a:pt x="5658" y="6597"/>
                  <a:pt x="6538" y="6404"/>
                  <a:pt x="6022" y="5906"/>
                </a:cubicBezTo>
                <a:cubicBezTo>
                  <a:pt x="5032" y="4942"/>
                  <a:pt x="5085" y="3997"/>
                  <a:pt x="8118" y="3337"/>
                </a:cubicBezTo>
                <a:cubicBezTo>
                  <a:pt x="11160" y="2668"/>
                  <a:pt x="12989" y="2676"/>
                  <a:pt x="12088" y="2114"/>
                </a:cubicBezTo>
                <a:cubicBezTo>
                  <a:pt x="11187" y="1552"/>
                  <a:pt x="11294" y="1267"/>
                  <a:pt x="13203" y="1062"/>
                </a:cubicBezTo>
                <a:cubicBezTo>
                  <a:pt x="15112" y="848"/>
                  <a:pt x="15416" y="839"/>
                  <a:pt x="14747" y="535"/>
                </a:cubicBezTo>
                <a:cubicBezTo>
                  <a:pt x="14087" y="232"/>
                  <a:pt x="16522" y="0"/>
                  <a:pt x="1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 name="Google Shape;558;p19"/>
          <p:cNvGrpSpPr/>
          <p:nvPr/>
        </p:nvGrpSpPr>
        <p:grpSpPr>
          <a:xfrm>
            <a:off x="171" y="2384955"/>
            <a:ext cx="3193244" cy="2759461"/>
            <a:chOff x="3460777" y="2171409"/>
            <a:chExt cx="376544" cy="325374"/>
          </a:xfrm>
        </p:grpSpPr>
        <p:sp>
          <p:nvSpPr>
            <p:cNvPr id="559" name="Google Shape;559;p19"/>
            <p:cNvSpPr/>
            <p:nvPr/>
          </p:nvSpPr>
          <p:spPr>
            <a:xfrm>
              <a:off x="3467569" y="2171409"/>
              <a:ext cx="12677" cy="111510"/>
            </a:xfrm>
            <a:custGeom>
              <a:rect b="b" l="l" r="r" t="t"/>
              <a:pathLst>
                <a:path extrusionOk="0" h="3070" w="349">
                  <a:moveTo>
                    <a:pt x="348" y="0"/>
                  </a:moveTo>
                  <a:cubicBezTo>
                    <a:pt x="348" y="0"/>
                    <a:pt x="304" y="45"/>
                    <a:pt x="313" y="116"/>
                  </a:cubicBezTo>
                  <a:cubicBezTo>
                    <a:pt x="322" y="179"/>
                    <a:pt x="259" y="197"/>
                    <a:pt x="286" y="250"/>
                  </a:cubicBezTo>
                  <a:cubicBezTo>
                    <a:pt x="313" y="304"/>
                    <a:pt x="232" y="322"/>
                    <a:pt x="268" y="393"/>
                  </a:cubicBezTo>
                  <a:cubicBezTo>
                    <a:pt x="304" y="455"/>
                    <a:pt x="214" y="536"/>
                    <a:pt x="250" y="607"/>
                  </a:cubicBezTo>
                  <a:cubicBezTo>
                    <a:pt x="277" y="678"/>
                    <a:pt x="206" y="714"/>
                    <a:pt x="241" y="777"/>
                  </a:cubicBezTo>
                  <a:cubicBezTo>
                    <a:pt x="277" y="839"/>
                    <a:pt x="161" y="910"/>
                    <a:pt x="214" y="1017"/>
                  </a:cubicBezTo>
                  <a:cubicBezTo>
                    <a:pt x="268" y="1116"/>
                    <a:pt x="170" y="1169"/>
                    <a:pt x="206" y="1249"/>
                  </a:cubicBezTo>
                  <a:cubicBezTo>
                    <a:pt x="232" y="1321"/>
                    <a:pt x="107" y="1410"/>
                    <a:pt x="170" y="1490"/>
                  </a:cubicBezTo>
                  <a:cubicBezTo>
                    <a:pt x="223" y="1579"/>
                    <a:pt x="116" y="1651"/>
                    <a:pt x="152" y="1713"/>
                  </a:cubicBezTo>
                  <a:cubicBezTo>
                    <a:pt x="188" y="1776"/>
                    <a:pt x="90" y="1865"/>
                    <a:pt x="143" y="1936"/>
                  </a:cubicBezTo>
                  <a:cubicBezTo>
                    <a:pt x="197" y="2008"/>
                    <a:pt x="72" y="2088"/>
                    <a:pt x="116" y="2186"/>
                  </a:cubicBezTo>
                  <a:cubicBezTo>
                    <a:pt x="152" y="2284"/>
                    <a:pt x="54" y="2391"/>
                    <a:pt x="107" y="2480"/>
                  </a:cubicBezTo>
                  <a:cubicBezTo>
                    <a:pt x="152" y="2561"/>
                    <a:pt x="36" y="2587"/>
                    <a:pt x="90" y="2677"/>
                  </a:cubicBezTo>
                  <a:cubicBezTo>
                    <a:pt x="143" y="2775"/>
                    <a:pt x="0" y="2891"/>
                    <a:pt x="0" y="3069"/>
                  </a:cubicBezTo>
                  <a:lnTo>
                    <a:pt x="348" y="3069"/>
                  </a:lnTo>
                  <a:lnTo>
                    <a:pt x="3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19"/>
            <p:cNvSpPr/>
            <p:nvPr/>
          </p:nvSpPr>
          <p:spPr>
            <a:xfrm>
              <a:off x="3480209" y="2171409"/>
              <a:ext cx="13003" cy="111510"/>
            </a:xfrm>
            <a:custGeom>
              <a:rect b="b" l="l" r="r" t="t"/>
              <a:pathLst>
                <a:path extrusionOk="0" h="3070" w="358">
                  <a:moveTo>
                    <a:pt x="0" y="0"/>
                  </a:moveTo>
                  <a:lnTo>
                    <a:pt x="0" y="3069"/>
                  </a:lnTo>
                  <a:lnTo>
                    <a:pt x="357" y="3069"/>
                  </a:lnTo>
                  <a:cubicBezTo>
                    <a:pt x="357" y="2891"/>
                    <a:pt x="214" y="2775"/>
                    <a:pt x="268" y="2677"/>
                  </a:cubicBezTo>
                  <a:cubicBezTo>
                    <a:pt x="321" y="2587"/>
                    <a:pt x="205" y="2561"/>
                    <a:pt x="250" y="2480"/>
                  </a:cubicBezTo>
                  <a:cubicBezTo>
                    <a:pt x="304" y="2391"/>
                    <a:pt x="205" y="2284"/>
                    <a:pt x="241" y="2186"/>
                  </a:cubicBezTo>
                  <a:cubicBezTo>
                    <a:pt x="286" y="2088"/>
                    <a:pt x="161" y="2008"/>
                    <a:pt x="214" y="1936"/>
                  </a:cubicBezTo>
                  <a:cubicBezTo>
                    <a:pt x="268" y="1865"/>
                    <a:pt x="170" y="1776"/>
                    <a:pt x="205" y="1713"/>
                  </a:cubicBezTo>
                  <a:cubicBezTo>
                    <a:pt x="241" y="1651"/>
                    <a:pt x="134" y="1579"/>
                    <a:pt x="188" y="1490"/>
                  </a:cubicBezTo>
                  <a:cubicBezTo>
                    <a:pt x="250" y="1410"/>
                    <a:pt x="125" y="1321"/>
                    <a:pt x="152" y="1249"/>
                  </a:cubicBezTo>
                  <a:cubicBezTo>
                    <a:pt x="188" y="1169"/>
                    <a:pt x="89" y="1116"/>
                    <a:pt x="143" y="1017"/>
                  </a:cubicBezTo>
                  <a:cubicBezTo>
                    <a:pt x="197" y="910"/>
                    <a:pt x="81" y="839"/>
                    <a:pt x="116" y="777"/>
                  </a:cubicBezTo>
                  <a:cubicBezTo>
                    <a:pt x="152" y="714"/>
                    <a:pt x="81" y="678"/>
                    <a:pt x="107" y="607"/>
                  </a:cubicBezTo>
                  <a:cubicBezTo>
                    <a:pt x="143" y="536"/>
                    <a:pt x="54" y="455"/>
                    <a:pt x="89" y="393"/>
                  </a:cubicBezTo>
                  <a:cubicBezTo>
                    <a:pt x="125" y="322"/>
                    <a:pt x="45" y="304"/>
                    <a:pt x="72" y="250"/>
                  </a:cubicBezTo>
                  <a:cubicBezTo>
                    <a:pt x="98" y="197"/>
                    <a:pt x="36" y="179"/>
                    <a:pt x="45" y="116"/>
                  </a:cubicBezTo>
                  <a:cubicBezTo>
                    <a:pt x="54" y="45"/>
                    <a:pt x="0" y="0"/>
                    <a:pt x="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19"/>
            <p:cNvSpPr/>
            <p:nvPr/>
          </p:nvSpPr>
          <p:spPr>
            <a:xfrm>
              <a:off x="3560879" y="2222586"/>
              <a:ext cx="13003" cy="111510"/>
            </a:xfrm>
            <a:custGeom>
              <a:rect b="b" l="l" r="r" t="t"/>
              <a:pathLst>
                <a:path extrusionOk="0" h="3070" w="358">
                  <a:moveTo>
                    <a:pt x="357" y="1"/>
                  </a:moveTo>
                  <a:cubicBezTo>
                    <a:pt x="357" y="1"/>
                    <a:pt x="304" y="54"/>
                    <a:pt x="313" y="117"/>
                  </a:cubicBezTo>
                  <a:cubicBezTo>
                    <a:pt x="322" y="179"/>
                    <a:pt x="259" y="206"/>
                    <a:pt x="286" y="251"/>
                  </a:cubicBezTo>
                  <a:cubicBezTo>
                    <a:pt x="313" y="304"/>
                    <a:pt x="233" y="331"/>
                    <a:pt x="268" y="393"/>
                  </a:cubicBezTo>
                  <a:cubicBezTo>
                    <a:pt x="304" y="456"/>
                    <a:pt x="215" y="536"/>
                    <a:pt x="250" y="608"/>
                  </a:cubicBezTo>
                  <a:cubicBezTo>
                    <a:pt x="277" y="688"/>
                    <a:pt x="206" y="715"/>
                    <a:pt x="241" y="777"/>
                  </a:cubicBezTo>
                  <a:cubicBezTo>
                    <a:pt x="277" y="839"/>
                    <a:pt x="161" y="911"/>
                    <a:pt x="215" y="1018"/>
                  </a:cubicBezTo>
                  <a:cubicBezTo>
                    <a:pt x="268" y="1125"/>
                    <a:pt x="170" y="1178"/>
                    <a:pt x="206" y="1250"/>
                  </a:cubicBezTo>
                  <a:cubicBezTo>
                    <a:pt x="233" y="1321"/>
                    <a:pt x="108" y="1410"/>
                    <a:pt x="170" y="1491"/>
                  </a:cubicBezTo>
                  <a:cubicBezTo>
                    <a:pt x="224" y="1580"/>
                    <a:pt x="117" y="1651"/>
                    <a:pt x="152" y="1714"/>
                  </a:cubicBezTo>
                  <a:cubicBezTo>
                    <a:pt x="188" y="1776"/>
                    <a:pt x="90" y="1865"/>
                    <a:pt x="143" y="1937"/>
                  </a:cubicBezTo>
                  <a:cubicBezTo>
                    <a:pt x="197" y="2008"/>
                    <a:pt x="72" y="2097"/>
                    <a:pt x="117" y="2187"/>
                  </a:cubicBezTo>
                  <a:cubicBezTo>
                    <a:pt x="152" y="2285"/>
                    <a:pt x="54" y="2392"/>
                    <a:pt x="108" y="2481"/>
                  </a:cubicBezTo>
                  <a:cubicBezTo>
                    <a:pt x="152" y="2561"/>
                    <a:pt x="36" y="2588"/>
                    <a:pt x="90" y="2677"/>
                  </a:cubicBezTo>
                  <a:cubicBezTo>
                    <a:pt x="143" y="2775"/>
                    <a:pt x="1" y="2900"/>
                    <a:pt x="1" y="3070"/>
                  </a:cubicBezTo>
                  <a:lnTo>
                    <a:pt x="357" y="3070"/>
                  </a:lnTo>
                  <a:lnTo>
                    <a:pt x="35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19"/>
            <p:cNvSpPr/>
            <p:nvPr/>
          </p:nvSpPr>
          <p:spPr>
            <a:xfrm>
              <a:off x="3573845" y="2222586"/>
              <a:ext cx="12677" cy="111510"/>
            </a:xfrm>
            <a:custGeom>
              <a:rect b="b" l="l" r="r" t="t"/>
              <a:pathLst>
                <a:path extrusionOk="0" h="3070" w="349">
                  <a:moveTo>
                    <a:pt x="0" y="1"/>
                  </a:moveTo>
                  <a:lnTo>
                    <a:pt x="0" y="3070"/>
                  </a:lnTo>
                  <a:lnTo>
                    <a:pt x="348" y="3070"/>
                  </a:lnTo>
                  <a:cubicBezTo>
                    <a:pt x="348" y="2900"/>
                    <a:pt x="206" y="2775"/>
                    <a:pt x="259" y="2677"/>
                  </a:cubicBezTo>
                  <a:cubicBezTo>
                    <a:pt x="313" y="2588"/>
                    <a:pt x="197" y="2561"/>
                    <a:pt x="241" y="2481"/>
                  </a:cubicBezTo>
                  <a:cubicBezTo>
                    <a:pt x="295" y="2392"/>
                    <a:pt x="197" y="2285"/>
                    <a:pt x="232" y="2187"/>
                  </a:cubicBezTo>
                  <a:cubicBezTo>
                    <a:pt x="277" y="2097"/>
                    <a:pt x="152" y="2008"/>
                    <a:pt x="206" y="1937"/>
                  </a:cubicBezTo>
                  <a:cubicBezTo>
                    <a:pt x="259" y="1865"/>
                    <a:pt x="161" y="1776"/>
                    <a:pt x="197" y="1714"/>
                  </a:cubicBezTo>
                  <a:cubicBezTo>
                    <a:pt x="232" y="1651"/>
                    <a:pt x="125" y="1580"/>
                    <a:pt x="188" y="1491"/>
                  </a:cubicBezTo>
                  <a:cubicBezTo>
                    <a:pt x="241" y="1410"/>
                    <a:pt x="116" y="1321"/>
                    <a:pt x="143" y="1250"/>
                  </a:cubicBezTo>
                  <a:cubicBezTo>
                    <a:pt x="179" y="1178"/>
                    <a:pt x="81" y="1125"/>
                    <a:pt x="134" y="1018"/>
                  </a:cubicBezTo>
                  <a:cubicBezTo>
                    <a:pt x="188" y="911"/>
                    <a:pt x="72" y="839"/>
                    <a:pt x="108" y="777"/>
                  </a:cubicBezTo>
                  <a:cubicBezTo>
                    <a:pt x="143" y="715"/>
                    <a:pt x="72" y="688"/>
                    <a:pt x="99" y="608"/>
                  </a:cubicBezTo>
                  <a:cubicBezTo>
                    <a:pt x="134" y="536"/>
                    <a:pt x="45" y="456"/>
                    <a:pt x="81" y="393"/>
                  </a:cubicBezTo>
                  <a:cubicBezTo>
                    <a:pt x="116" y="331"/>
                    <a:pt x="45" y="304"/>
                    <a:pt x="63" y="251"/>
                  </a:cubicBezTo>
                  <a:cubicBezTo>
                    <a:pt x="90" y="206"/>
                    <a:pt x="27" y="179"/>
                    <a:pt x="36" y="117"/>
                  </a:cubicBezTo>
                  <a:cubicBezTo>
                    <a:pt x="45" y="54"/>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19"/>
            <p:cNvSpPr/>
            <p:nvPr/>
          </p:nvSpPr>
          <p:spPr>
            <a:xfrm>
              <a:off x="3487001" y="2207367"/>
              <a:ext cx="12677" cy="111183"/>
            </a:xfrm>
            <a:custGeom>
              <a:rect b="b" l="l" r="r" t="t"/>
              <a:pathLst>
                <a:path extrusionOk="0" h="3061" w="349">
                  <a:moveTo>
                    <a:pt x="349" y="1"/>
                  </a:moveTo>
                  <a:cubicBezTo>
                    <a:pt x="349" y="1"/>
                    <a:pt x="304" y="45"/>
                    <a:pt x="313" y="108"/>
                  </a:cubicBezTo>
                  <a:cubicBezTo>
                    <a:pt x="322" y="170"/>
                    <a:pt x="259" y="197"/>
                    <a:pt x="286" y="250"/>
                  </a:cubicBezTo>
                  <a:cubicBezTo>
                    <a:pt x="304" y="304"/>
                    <a:pt x="224" y="322"/>
                    <a:pt x="268" y="384"/>
                  </a:cubicBezTo>
                  <a:cubicBezTo>
                    <a:pt x="304" y="456"/>
                    <a:pt x="215" y="527"/>
                    <a:pt x="241" y="607"/>
                  </a:cubicBezTo>
                  <a:cubicBezTo>
                    <a:pt x="277" y="679"/>
                    <a:pt x="206" y="714"/>
                    <a:pt x="241" y="777"/>
                  </a:cubicBezTo>
                  <a:cubicBezTo>
                    <a:pt x="268" y="839"/>
                    <a:pt x="161" y="911"/>
                    <a:pt x="215" y="1009"/>
                  </a:cubicBezTo>
                  <a:cubicBezTo>
                    <a:pt x="268" y="1116"/>
                    <a:pt x="170" y="1169"/>
                    <a:pt x="197" y="1241"/>
                  </a:cubicBezTo>
                  <a:cubicBezTo>
                    <a:pt x="233" y="1321"/>
                    <a:pt x="108" y="1401"/>
                    <a:pt x="161" y="1490"/>
                  </a:cubicBezTo>
                  <a:cubicBezTo>
                    <a:pt x="224" y="1571"/>
                    <a:pt x="117" y="1642"/>
                    <a:pt x="152" y="1705"/>
                  </a:cubicBezTo>
                  <a:cubicBezTo>
                    <a:pt x="188" y="1776"/>
                    <a:pt x="90" y="1865"/>
                    <a:pt x="143" y="1936"/>
                  </a:cubicBezTo>
                  <a:cubicBezTo>
                    <a:pt x="197" y="2008"/>
                    <a:pt x="72" y="2088"/>
                    <a:pt x="108" y="2186"/>
                  </a:cubicBezTo>
                  <a:cubicBezTo>
                    <a:pt x="152" y="2284"/>
                    <a:pt x="54" y="2391"/>
                    <a:pt x="99" y="2472"/>
                  </a:cubicBezTo>
                  <a:cubicBezTo>
                    <a:pt x="152" y="2561"/>
                    <a:pt x="36" y="2579"/>
                    <a:pt x="90" y="2677"/>
                  </a:cubicBezTo>
                  <a:cubicBezTo>
                    <a:pt x="143" y="2766"/>
                    <a:pt x="1" y="2891"/>
                    <a:pt x="1" y="3061"/>
                  </a:cubicBezTo>
                  <a:lnTo>
                    <a:pt x="349" y="3061"/>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19"/>
            <p:cNvSpPr/>
            <p:nvPr/>
          </p:nvSpPr>
          <p:spPr>
            <a:xfrm>
              <a:off x="3499641" y="2207367"/>
              <a:ext cx="12677" cy="111183"/>
            </a:xfrm>
            <a:custGeom>
              <a:rect b="b" l="l" r="r" t="t"/>
              <a:pathLst>
                <a:path extrusionOk="0" h="3061" w="349">
                  <a:moveTo>
                    <a:pt x="1" y="1"/>
                  </a:moveTo>
                  <a:lnTo>
                    <a:pt x="1" y="3061"/>
                  </a:lnTo>
                  <a:lnTo>
                    <a:pt x="348" y="3061"/>
                  </a:lnTo>
                  <a:cubicBezTo>
                    <a:pt x="348" y="2891"/>
                    <a:pt x="215" y="2766"/>
                    <a:pt x="268" y="2677"/>
                  </a:cubicBezTo>
                  <a:cubicBezTo>
                    <a:pt x="322" y="2579"/>
                    <a:pt x="197" y="2561"/>
                    <a:pt x="250" y="2472"/>
                  </a:cubicBezTo>
                  <a:cubicBezTo>
                    <a:pt x="304" y="2391"/>
                    <a:pt x="197" y="2284"/>
                    <a:pt x="241" y="2186"/>
                  </a:cubicBezTo>
                  <a:cubicBezTo>
                    <a:pt x="286" y="2088"/>
                    <a:pt x="161" y="2008"/>
                    <a:pt x="215" y="1936"/>
                  </a:cubicBezTo>
                  <a:cubicBezTo>
                    <a:pt x="268" y="1865"/>
                    <a:pt x="170" y="1776"/>
                    <a:pt x="206" y="1705"/>
                  </a:cubicBezTo>
                  <a:cubicBezTo>
                    <a:pt x="241" y="1642"/>
                    <a:pt x="134" y="1571"/>
                    <a:pt x="188" y="1490"/>
                  </a:cubicBezTo>
                  <a:cubicBezTo>
                    <a:pt x="241" y="1401"/>
                    <a:pt x="117" y="1321"/>
                    <a:pt x="152" y="1241"/>
                  </a:cubicBezTo>
                  <a:cubicBezTo>
                    <a:pt x="188" y="1169"/>
                    <a:pt x="81" y="1116"/>
                    <a:pt x="134" y="1009"/>
                  </a:cubicBezTo>
                  <a:cubicBezTo>
                    <a:pt x="188" y="911"/>
                    <a:pt x="81" y="839"/>
                    <a:pt x="117" y="777"/>
                  </a:cubicBezTo>
                  <a:cubicBezTo>
                    <a:pt x="152" y="714"/>
                    <a:pt x="72" y="679"/>
                    <a:pt x="108" y="607"/>
                  </a:cubicBezTo>
                  <a:cubicBezTo>
                    <a:pt x="143" y="527"/>
                    <a:pt x="54" y="456"/>
                    <a:pt x="90" y="384"/>
                  </a:cubicBezTo>
                  <a:cubicBezTo>
                    <a:pt x="125" y="322"/>
                    <a:pt x="45" y="304"/>
                    <a:pt x="72" y="250"/>
                  </a:cubicBezTo>
                  <a:cubicBezTo>
                    <a:pt x="99" y="197"/>
                    <a:pt x="36" y="170"/>
                    <a:pt x="45" y="108"/>
                  </a:cubicBezTo>
                  <a:cubicBezTo>
                    <a:pt x="45" y="45"/>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19"/>
            <p:cNvSpPr/>
            <p:nvPr/>
          </p:nvSpPr>
          <p:spPr>
            <a:xfrm>
              <a:off x="3666174" y="2309104"/>
              <a:ext cx="12677" cy="111510"/>
            </a:xfrm>
            <a:custGeom>
              <a:rect b="b" l="l" r="r" t="t"/>
              <a:pathLst>
                <a:path extrusionOk="0" h="3070" w="349">
                  <a:moveTo>
                    <a:pt x="349" y="1"/>
                  </a:moveTo>
                  <a:cubicBezTo>
                    <a:pt x="349" y="1"/>
                    <a:pt x="304" y="54"/>
                    <a:pt x="304" y="117"/>
                  </a:cubicBezTo>
                  <a:cubicBezTo>
                    <a:pt x="313" y="179"/>
                    <a:pt x="251" y="206"/>
                    <a:pt x="278" y="251"/>
                  </a:cubicBezTo>
                  <a:cubicBezTo>
                    <a:pt x="304" y="304"/>
                    <a:pt x="224" y="322"/>
                    <a:pt x="260" y="393"/>
                  </a:cubicBezTo>
                  <a:cubicBezTo>
                    <a:pt x="295" y="456"/>
                    <a:pt x="206" y="536"/>
                    <a:pt x="242" y="607"/>
                  </a:cubicBezTo>
                  <a:cubicBezTo>
                    <a:pt x="278" y="688"/>
                    <a:pt x="197" y="715"/>
                    <a:pt x="233" y="777"/>
                  </a:cubicBezTo>
                  <a:cubicBezTo>
                    <a:pt x="269" y="839"/>
                    <a:pt x="162" y="911"/>
                    <a:pt x="215" y="1018"/>
                  </a:cubicBezTo>
                  <a:cubicBezTo>
                    <a:pt x="269" y="1125"/>
                    <a:pt x="162" y="1178"/>
                    <a:pt x="197" y="1250"/>
                  </a:cubicBezTo>
                  <a:cubicBezTo>
                    <a:pt x="233" y="1321"/>
                    <a:pt x="108" y="1410"/>
                    <a:pt x="162" y="1491"/>
                  </a:cubicBezTo>
                  <a:cubicBezTo>
                    <a:pt x="215" y="1580"/>
                    <a:pt x="108" y="1651"/>
                    <a:pt x="144" y="1714"/>
                  </a:cubicBezTo>
                  <a:cubicBezTo>
                    <a:pt x="179" y="1776"/>
                    <a:pt x="81" y="1865"/>
                    <a:pt x="135" y="1937"/>
                  </a:cubicBezTo>
                  <a:cubicBezTo>
                    <a:pt x="188" y="2008"/>
                    <a:pt x="63" y="2088"/>
                    <a:pt x="108" y="2186"/>
                  </a:cubicBezTo>
                  <a:cubicBezTo>
                    <a:pt x="153" y="2285"/>
                    <a:pt x="46" y="2392"/>
                    <a:pt x="99" y="2481"/>
                  </a:cubicBezTo>
                  <a:cubicBezTo>
                    <a:pt x="153" y="2561"/>
                    <a:pt x="28" y="2588"/>
                    <a:pt x="81" y="2677"/>
                  </a:cubicBezTo>
                  <a:cubicBezTo>
                    <a:pt x="135" y="2775"/>
                    <a:pt x="1" y="2891"/>
                    <a:pt x="1" y="3070"/>
                  </a:cubicBezTo>
                  <a:lnTo>
                    <a:pt x="349" y="3070"/>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19"/>
            <p:cNvSpPr/>
            <p:nvPr/>
          </p:nvSpPr>
          <p:spPr>
            <a:xfrm>
              <a:off x="3678814" y="2309104"/>
              <a:ext cx="12677" cy="111510"/>
            </a:xfrm>
            <a:custGeom>
              <a:rect b="b" l="l" r="r" t="t"/>
              <a:pathLst>
                <a:path extrusionOk="0" h="3070" w="349">
                  <a:moveTo>
                    <a:pt x="1" y="1"/>
                  </a:moveTo>
                  <a:lnTo>
                    <a:pt x="1" y="3070"/>
                  </a:lnTo>
                  <a:lnTo>
                    <a:pt x="349" y="3070"/>
                  </a:lnTo>
                  <a:cubicBezTo>
                    <a:pt x="349" y="2891"/>
                    <a:pt x="206" y="2775"/>
                    <a:pt x="260" y="2677"/>
                  </a:cubicBezTo>
                  <a:cubicBezTo>
                    <a:pt x="322" y="2588"/>
                    <a:pt x="197" y="2561"/>
                    <a:pt x="251" y="2481"/>
                  </a:cubicBezTo>
                  <a:cubicBezTo>
                    <a:pt x="295" y="2392"/>
                    <a:pt x="197" y="2285"/>
                    <a:pt x="242" y="2186"/>
                  </a:cubicBezTo>
                  <a:cubicBezTo>
                    <a:pt x="277" y="2088"/>
                    <a:pt x="153" y="2008"/>
                    <a:pt x="206" y="1937"/>
                  </a:cubicBezTo>
                  <a:cubicBezTo>
                    <a:pt x="260" y="1865"/>
                    <a:pt x="161" y="1776"/>
                    <a:pt x="197" y="1714"/>
                  </a:cubicBezTo>
                  <a:cubicBezTo>
                    <a:pt x="233" y="1651"/>
                    <a:pt x="135" y="1580"/>
                    <a:pt x="188" y="1491"/>
                  </a:cubicBezTo>
                  <a:cubicBezTo>
                    <a:pt x="242" y="1410"/>
                    <a:pt x="117" y="1321"/>
                    <a:pt x="153" y="1250"/>
                  </a:cubicBezTo>
                  <a:cubicBezTo>
                    <a:pt x="179" y="1178"/>
                    <a:pt x="81" y="1125"/>
                    <a:pt x="135" y="1018"/>
                  </a:cubicBezTo>
                  <a:cubicBezTo>
                    <a:pt x="188" y="911"/>
                    <a:pt x="81" y="839"/>
                    <a:pt x="117" y="777"/>
                  </a:cubicBezTo>
                  <a:cubicBezTo>
                    <a:pt x="144" y="715"/>
                    <a:pt x="72" y="688"/>
                    <a:pt x="108" y="607"/>
                  </a:cubicBezTo>
                  <a:cubicBezTo>
                    <a:pt x="135" y="536"/>
                    <a:pt x="45" y="456"/>
                    <a:pt x="90" y="393"/>
                  </a:cubicBezTo>
                  <a:cubicBezTo>
                    <a:pt x="126" y="322"/>
                    <a:pt x="45" y="304"/>
                    <a:pt x="63" y="251"/>
                  </a:cubicBezTo>
                  <a:cubicBezTo>
                    <a:pt x="90" y="206"/>
                    <a:pt x="28" y="179"/>
                    <a:pt x="37" y="117"/>
                  </a:cubicBezTo>
                  <a:cubicBezTo>
                    <a:pt x="45" y="54"/>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19"/>
            <p:cNvSpPr/>
            <p:nvPr/>
          </p:nvSpPr>
          <p:spPr>
            <a:xfrm>
              <a:off x="3666501" y="2389156"/>
              <a:ext cx="61276" cy="107624"/>
            </a:xfrm>
            <a:custGeom>
              <a:rect b="b" l="l" r="r" t="t"/>
              <a:pathLst>
                <a:path extrusionOk="0" h="2963" w="1687">
                  <a:moveTo>
                    <a:pt x="1" y="0"/>
                  </a:moveTo>
                  <a:lnTo>
                    <a:pt x="1" y="2962"/>
                  </a:lnTo>
                  <a:lnTo>
                    <a:pt x="1687" y="2962"/>
                  </a:lnTo>
                  <a:lnTo>
                    <a:pt x="1687"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19"/>
            <p:cNvSpPr/>
            <p:nvPr/>
          </p:nvSpPr>
          <p:spPr>
            <a:xfrm>
              <a:off x="3652263" y="2374555"/>
              <a:ext cx="14275" cy="122225"/>
            </a:xfrm>
            <a:custGeom>
              <a:rect b="b" l="l" r="r" t="t"/>
              <a:pathLst>
                <a:path extrusionOk="0" h="3365" w="393">
                  <a:moveTo>
                    <a:pt x="0" y="1"/>
                  </a:moveTo>
                  <a:lnTo>
                    <a:pt x="0" y="3364"/>
                  </a:lnTo>
                  <a:lnTo>
                    <a:pt x="393" y="3364"/>
                  </a:lnTo>
                  <a:lnTo>
                    <a:pt x="393" y="402"/>
                  </a:lnTo>
                  <a:lnTo>
                    <a:pt x="0"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19"/>
            <p:cNvSpPr/>
            <p:nvPr/>
          </p:nvSpPr>
          <p:spPr>
            <a:xfrm>
              <a:off x="3710922" y="2399180"/>
              <a:ext cx="7482" cy="13657"/>
            </a:xfrm>
            <a:custGeom>
              <a:rect b="b" l="l" r="r" t="t"/>
              <a:pathLst>
                <a:path extrusionOk="0" h="376" w="206">
                  <a:moveTo>
                    <a:pt x="0" y="1"/>
                  </a:moveTo>
                  <a:lnTo>
                    <a:pt x="0" y="376"/>
                  </a:lnTo>
                  <a:lnTo>
                    <a:pt x="205" y="376"/>
                  </a:lnTo>
                  <a:lnTo>
                    <a:pt x="20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19"/>
            <p:cNvSpPr/>
            <p:nvPr/>
          </p:nvSpPr>
          <p:spPr>
            <a:xfrm>
              <a:off x="3677216" y="2402740"/>
              <a:ext cx="7809" cy="13657"/>
            </a:xfrm>
            <a:custGeom>
              <a:rect b="b" l="l" r="r" t="t"/>
              <a:pathLst>
                <a:path extrusionOk="0" h="376" w="215">
                  <a:moveTo>
                    <a:pt x="0" y="1"/>
                  </a:moveTo>
                  <a:lnTo>
                    <a:pt x="0" y="376"/>
                  </a:lnTo>
                  <a:lnTo>
                    <a:pt x="214" y="376"/>
                  </a:lnTo>
                  <a:lnTo>
                    <a:pt x="21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19"/>
            <p:cNvSpPr/>
            <p:nvPr/>
          </p:nvSpPr>
          <p:spPr>
            <a:xfrm>
              <a:off x="3713828" y="2428673"/>
              <a:ext cx="7809" cy="13657"/>
            </a:xfrm>
            <a:custGeom>
              <a:rect b="b" l="l" r="r" t="t"/>
              <a:pathLst>
                <a:path extrusionOk="0" h="376" w="215">
                  <a:moveTo>
                    <a:pt x="0" y="1"/>
                  </a:moveTo>
                  <a:lnTo>
                    <a:pt x="0" y="375"/>
                  </a:lnTo>
                  <a:lnTo>
                    <a:pt x="214" y="375"/>
                  </a:lnTo>
                  <a:lnTo>
                    <a:pt x="21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19"/>
            <p:cNvSpPr/>
            <p:nvPr/>
          </p:nvSpPr>
          <p:spPr>
            <a:xfrm>
              <a:off x="3691454" y="2433214"/>
              <a:ext cx="7809" cy="13657"/>
            </a:xfrm>
            <a:custGeom>
              <a:rect b="b" l="l" r="r" t="t"/>
              <a:pathLst>
                <a:path extrusionOk="0" h="376" w="215">
                  <a:moveTo>
                    <a:pt x="1" y="1"/>
                  </a:moveTo>
                  <a:lnTo>
                    <a:pt x="1" y="375"/>
                  </a:lnTo>
                  <a:lnTo>
                    <a:pt x="215" y="375"/>
                  </a:lnTo>
                  <a:lnTo>
                    <a:pt x="21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19"/>
            <p:cNvSpPr/>
            <p:nvPr/>
          </p:nvSpPr>
          <p:spPr>
            <a:xfrm>
              <a:off x="3693415" y="2467574"/>
              <a:ext cx="15255" cy="29203"/>
            </a:xfrm>
            <a:custGeom>
              <a:rect b="b" l="l" r="r" t="t"/>
              <a:pathLst>
                <a:path extrusionOk="0" h="804" w="420">
                  <a:moveTo>
                    <a:pt x="0" y="0"/>
                  </a:moveTo>
                  <a:lnTo>
                    <a:pt x="0" y="803"/>
                  </a:lnTo>
                  <a:lnTo>
                    <a:pt x="420" y="803"/>
                  </a:lnTo>
                  <a:lnTo>
                    <a:pt x="42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19"/>
            <p:cNvSpPr/>
            <p:nvPr/>
          </p:nvSpPr>
          <p:spPr>
            <a:xfrm>
              <a:off x="3652263" y="2374555"/>
              <a:ext cx="75514" cy="14638"/>
            </a:xfrm>
            <a:custGeom>
              <a:rect b="b" l="l" r="r" t="t"/>
              <a:pathLst>
                <a:path extrusionOk="0" h="403" w="2079">
                  <a:moveTo>
                    <a:pt x="0" y="1"/>
                  </a:moveTo>
                  <a:lnTo>
                    <a:pt x="393" y="402"/>
                  </a:lnTo>
                  <a:lnTo>
                    <a:pt x="2079" y="402"/>
                  </a:lnTo>
                  <a:lnTo>
                    <a:pt x="16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19"/>
            <p:cNvSpPr/>
            <p:nvPr/>
          </p:nvSpPr>
          <p:spPr>
            <a:xfrm>
              <a:off x="3551471" y="2334056"/>
              <a:ext cx="101812" cy="162725"/>
            </a:xfrm>
            <a:custGeom>
              <a:rect b="b" l="l" r="r" t="t"/>
              <a:pathLst>
                <a:path extrusionOk="0" h="4480" w="2803">
                  <a:moveTo>
                    <a:pt x="1" y="1"/>
                  </a:moveTo>
                  <a:lnTo>
                    <a:pt x="1" y="4479"/>
                  </a:lnTo>
                  <a:lnTo>
                    <a:pt x="2802" y="4479"/>
                  </a:lnTo>
                  <a:lnTo>
                    <a:pt x="2802"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19"/>
            <p:cNvSpPr/>
            <p:nvPr/>
          </p:nvSpPr>
          <p:spPr>
            <a:xfrm>
              <a:off x="3567053" y="2350582"/>
              <a:ext cx="12677" cy="22411"/>
            </a:xfrm>
            <a:custGeom>
              <a:rect b="b" l="l" r="r" t="t"/>
              <a:pathLst>
                <a:path extrusionOk="0" h="617" w="349">
                  <a:moveTo>
                    <a:pt x="0" y="1"/>
                  </a:moveTo>
                  <a:lnTo>
                    <a:pt x="0" y="616"/>
                  </a:lnTo>
                  <a:lnTo>
                    <a:pt x="348" y="616"/>
                  </a:lnTo>
                  <a:lnTo>
                    <a:pt x="34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19"/>
            <p:cNvSpPr/>
            <p:nvPr/>
          </p:nvSpPr>
          <p:spPr>
            <a:xfrm>
              <a:off x="3581291" y="2372956"/>
              <a:ext cx="12677" cy="22702"/>
            </a:xfrm>
            <a:custGeom>
              <a:rect b="b" l="l" r="r" t="t"/>
              <a:pathLst>
                <a:path extrusionOk="0" h="625" w="349">
                  <a:moveTo>
                    <a:pt x="1" y="0"/>
                  </a:moveTo>
                  <a:lnTo>
                    <a:pt x="1" y="625"/>
                  </a:lnTo>
                  <a:lnTo>
                    <a:pt x="349" y="625"/>
                  </a:lnTo>
                  <a:lnTo>
                    <a:pt x="349"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19"/>
            <p:cNvSpPr/>
            <p:nvPr/>
          </p:nvSpPr>
          <p:spPr>
            <a:xfrm>
              <a:off x="3622770" y="2356430"/>
              <a:ext cx="12677" cy="22702"/>
            </a:xfrm>
            <a:custGeom>
              <a:rect b="b" l="l" r="r" t="t"/>
              <a:pathLst>
                <a:path extrusionOk="0" h="625" w="349">
                  <a:moveTo>
                    <a:pt x="1" y="0"/>
                  </a:moveTo>
                  <a:lnTo>
                    <a:pt x="1" y="625"/>
                  </a:lnTo>
                  <a:lnTo>
                    <a:pt x="348" y="625"/>
                  </a:lnTo>
                  <a:lnTo>
                    <a:pt x="34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19"/>
            <p:cNvSpPr/>
            <p:nvPr/>
          </p:nvSpPr>
          <p:spPr>
            <a:xfrm>
              <a:off x="3562186" y="2399180"/>
              <a:ext cx="12677" cy="22738"/>
            </a:xfrm>
            <a:custGeom>
              <a:rect b="b" l="l" r="r" t="t"/>
              <a:pathLst>
                <a:path extrusionOk="0" h="626" w="349">
                  <a:moveTo>
                    <a:pt x="0" y="1"/>
                  </a:moveTo>
                  <a:lnTo>
                    <a:pt x="0" y="625"/>
                  </a:lnTo>
                  <a:lnTo>
                    <a:pt x="348" y="625"/>
                  </a:lnTo>
                  <a:lnTo>
                    <a:pt x="34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19"/>
            <p:cNvSpPr/>
            <p:nvPr/>
          </p:nvSpPr>
          <p:spPr>
            <a:xfrm>
              <a:off x="3618884" y="2405682"/>
              <a:ext cx="12677" cy="22375"/>
            </a:xfrm>
            <a:custGeom>
              <a:rect b="b" l="l" r="r" t="t"/>
              <a:pathLst>
                <a:path extrusionOk="0" h="616" w="349">
                  <a:moveTo>
                    <a:pt x="0" y="0"/>
                  </a:moveTo>
                  <a:lnTo>
                    <a:pt x="0" y="616"/>
                  </a:lnTo>
                  <a:lnTo>
                    <a:pt x="348" y="616"/>
                  </a:lnTo>
                  <a:lnTo>
                    <a:pt x="34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19"/>
            <p:cNvSpPr/>
            <p:nvPr/>
          </p:nvSpPr>
          <p:spPr>
            <a:xfrm>
              <a:off x="3579693" y="2444219"/>
              <a:ext cx="25280" cy="52559"/>
            </a:xfrm>
            <a:custGeom>
              <a:rect b="b" l="l" r="r" t="t"/>
              <a:pathLst>
                <a:path extrusionOk="0" h="1447" w="696">
                  <a:moveTo>
                    <a:pt x="0" y="1"/>
                  </a:moveTo>
                  <a:lnTo>
                    <a:pt x="0" y="1446"/>
                  </a:lnTo>
                  <a:lnTo>
                    <a:pt x="696" y="1446"/>
                  </a:lnTo>
                  <a:lnTo>
                    <a:pt x="69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19"/>
            <p:cNvSpPr/>
            <p:nvPr/>
          </p:nvSpPr>
          <p:spPr>
            <a:xfrm>
              <a:off x="3551471" y="2309430"/>
              <a:ext cx="114743" cy="24663"/>
            </a:xfrm>
            <a:custGeom>
              <a:rect b="b" l="l" r="r" t="t"/>
              <a:pathLst>
                <a:path extrusionOk="0" h="679" w="3159">
                  <a:moveTo>
                    <a:pt x="1" y="1"/>
                  </a:moveTo>
                  <a:lnTo>
                    <a:pt x="1" y="679"/>
                  </a:lnTo>
                  <a:lnTo>
                    <a:pt x="3159" y="679"/>
                  </a:lnTo>
                  <a:lnTo>
                    <a:pt x="248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19"/>
            <p:cNvSpPr/>
            <p:nvPr/>
          </p:nvSpPr>
          <p:spPr>
            <a:xfrm>
              <a:off x="3460777" y="2278339"/>
              <a:ext cx="90734" cy="218444"/>
            </a:xfrm>
            <a:custGeom>
              <a:rect b="b" l="l" r="r" t="t"/>
              <a:pathLst>
                <a:path extrusionOk="0" h="6014" w="2498">
                  <a:moveTo>
                    <a:pt x="0" y="0"/>
                  </a:moveTo>
                  <a:lnTo>
                    <a:pt x="0" y="6013"/>
                  </a:lnTo>
                  <a:lnTo>
                    <a:pt x="2498" y="6013"/>
                  </a:lnTo>
                  <a:lnTo>
                    <a:pt x="2498"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19"/>
            <p:cNvSpPr/>
            <p:nvPr/>
          </p:nvSpPr>
          <p:spPr>
            <a:xfrm>
              <a:off x="3474688" y="2292904"/>
              <a:ext cx="11369" cy="20450"/>
            </a:xfrm>
            <a:custGeom>
              <a:rect b="b" l="l" r="r" t="t"/>
              <a:pathLst>
                <a:path extrusionOk="0" h="563" w="313">
                  <a:moveTo>
                    <a:pt x="1" y="1"/>
                  </a:moveTo>
                  <a:lnTo>
                    <a:pt x="1" y="563"/>
                  </a:lnTo>
                  <a:lnTo>
                    <a:pt x="313" y="563"/>
                  </a:lnTo>
                  <a:lnTo>
                    <a:pt x="31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19"/>
            <p:cNvSpPr/>
            <p:nvPr/>
          </p:nvSpPr>
          <p:spPr>
            <a:xfrm>
              <a:off x="3499641" y="2313317"/>
              <a:ext cx="11369" cy="20123"/>
            </a:xfrm>
            <a:custGeom>
              <a:rect b="b" l="l" r="r" t="t"/>
              <a:pathLst>
                <a:path extrusionOk="0" h="554" w="313">
                  <a:moveTo>
                    <a:pt x="1" y="1"/>
                  </a:moveTo>
                  <a:lnTo>
                    <a:pt x="1" y="554"/>
                  </a:lnTo>
                  <a:lnTo>
                    <a:pt x="313" y="554"/>
                  </a:lnTo>
                  <a:lnTo>
                    <a:pt x="31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19"/>
            <p:cNvSpPr/>
            <p:nvPr/>
          </p:nvSpPr>
          <p:spPr>
            <a:xfrm>
              <a:off x="3524267" y="2298425"/>
              <a:ext cx="11369" cy="20123"/>
            </a:xfrm>
            <a:custGeom>
              <a:rect b="b" l="l" r="r" t="t"/>
              <a:pathLst>
                <a:path extrusionOk="0" h="554" w="313">
                  <a:moveTo>
                    <a:pt x="1" y="0"/>
                  </a:moveTo>
                  <a:lnTo>
                    <a:pt x="1" y="554"/>
                  </a:lnTo>
                  <a:lnTo>
                    <a:pt x="313" y="554"/>
                  </a:lnTo>
                  <a:lnTo>
                    <a:pt x="31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19"/>
            <p:cNvSpPr/>
            <p:nvPr/>
          </p:nvSpPr>
          <p:spPr>
            <a:xfrm>
              <a:off x="3470148" y="2336671"/>
              <a:ext cx="11369" cy="20123"/>
            </a:xfrm>
            <a:custGeom>
              <a:rect b="b" l="l" r="r" t="t"/>
              <a:pathLst>
                <a:path extrusionOk="0" h="554" w="313">
                  <a:moveTo>
                    <a:pt x="1" y="0"/>
                  </a:moveTo>
                  <a:lnTo>
                    <a:pt x="1" y="553"/>
                  </a:lnTo>
                  <a:lnTo>
                    <a:pt x="313" y="553"/>
                  </a:lnTo>
                  <a:lnTo>
                    <a:pt x="31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19"/>
            <p:cNvSpPr/>
            <p:nvPr/>
          </p:nvSpPr>
          <p:spPr>
            <a:xfrm>
              <a:off x="3486020" y="2385596"/>
              <a:ext cx="11405" cy="20123"/>
            </a:xfrm>
            <a:custGeom>
              <a:rect b="b" l="l" r="r" t="t"/>
              <a:pathLst>
                <a:path extrusionOk="0" h="554" w="314">
                  <a:moveTo>
                    <a:pt x="1" y="0"/>
                  </a:moveTo>
                  <a:lnTo>
                    <a:pt x="1" y="553"/>
                  </a:lnTo>
                  <a:lnTo>
                    <a:pt x="313" y="553"/>
                  </a:lnTo>
                  <a:lnTo>
                    <a:pt x="31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19"/>
            <p:cNvSpPr/>
            <p:nvPr/>
          </p:nvSpPr>
          <p:spPr>
            <a:xfrm>
              <a:off x="3469167" y="2415707"/>
              <a:ext cx="11078" cy="20123"/>
            </a:xfrm>
            <a:custGeom>
              <a:rect b="b" l="l" r="r" t="t"/>
              <a:pathLst>
                <a:path extrusionOk="0" h="554" w="305">
                  <a:moveTo>
                    <a:pt x="1" y="1"/>
                  </a:moveTo>
                  <a:lnTo>
                    <a:pt x="1" y="554"/>
                  </a:lnTo>
                  <a:lnTo>
                    <a:pt x="304" y="554"/>
                  </a:lnTo>
                  <a:lnTo>
                    <a:pt x="30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19"/>
            <p:cNvSpPr/>
            <p:nvPr/>
          </p:nvSpPr>
          <p:spPr>
            <a:xfrm>
              <a:off x="3521034" y="2342156"/>
              <a:ext cx="11369" cy="20123"/>
            </a:xfrm>
            <a:custGeom>
              <a:rect b="b" l="l" r="r" t="t"/>
              <a:pathLst>
                <a:path extrusionOk="0" h="554" w="313">
                  <a:moveTo>
                    <a:pt x="0" y="1"/>
                  </a:moveTo>
                  <a:lnTo>
                    <a:pt x="0" y="554"/>
                  </a:lnTo>
                  <a:lnTo>
                    <a:pt x="313" y="554"/>
                  </a:lnTo>
                  <a:lnTo>
                    <a:pt x="31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19"/>
            <p:cNvSpPr/>
            <p:nvPr/>
          </p:nvSpPr>
          <p:spPr>
            <a:xfrm>
              <a:off x="3489289" y="2449740"/>
              <a:ext cx="22702" cy="47038"/>
            </a:xfrm>
            <a:custGeom>
              <a:rect b="b" l="l" r="r" t="t"/>
              <a:pathLst>
                <a:path extrusionOk="0" h="1295" w="625">
                  <a:moveTo>
                    <a:pt x="0" y="1"/>
                  </a:moveTo>
                  <a:lnTo>
                    <a:pt x="0" y="1294"/>
                  </a:lnTo>
                  <a:lnTo>
                    <a:pt x="625" y="1294"/>
                  </a:lnTo>
                  <a:lnTo>
                    <a:pt x="62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19"/>
            <p:cNvSpPr/>
            <p:nvPr/>
          </p:nvSpPr>
          <p:spPr>
            <a:xfrm>
              <a:off x="3460777" y="2469135"/>
              <a:ext cx="39882" cy="27641"/>
            </a:xfrm>
            <a:custGeom>
              <a:rect b="b" l="l" r="r" t="t"/>
              <a:pathLst>
                <a:path extrusionOk="0" h="761" w="1098">
                  <a:moveTo>
                    <a:pt x="32" y="0"/>
                  </a:moveTo>
                  <a:cubicBezTo>
                    <a:pt x="12" y="0"/>
                    <a:pt x="0" y="2"/>
                    <a:pt x="0" y="2"/>
                  </a:cubicBezTo>
                  <a:lnTo>
                    <a:pt x="0" y="760"/>
                  </a:lnTo>
                  <a:lnTo>
                    <a:pt x="1097" y="760"/>
                  </a:lnTo>
                  <a:cubicBezTo>
                    <a:pt x="1061" y="508"/>
                    <a:pt x="901" y="455"/>
                    <a:pt x="771" y="455"/>
                  </a:cubicBezTo>
                  <a:cubicBezTo>
                    <a:pt x="676" y="455"/>
                    <a:pt x="598" y="484"/>
                    <a:pt x="598" y="484"/>
                  </a:cubicBezTo>
                  <a:cubicBezTo>
                    <a:pt x="582" y="355"/>
                    <a:pt x="505" y="329"/>
                    <a:pt x="445" y="329"/>
                  </a:cubicBezTo>
                  <a:cubicBezTo>
                    <a:pt x="406" y="329"/>
                    <a:pt x="375" y="341"/>
                    <a:pt x="375" y="341"/>
                  </a:cubicBezTo>
                  <a:cubicBezTo>
                    <a:pt x="346" y="30"/>
                    <a:pt x="117" y="0"/>
                    <a:pt x="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19"/>
            <p:cNvSpPr/>
            <p:nvPr/>
          </p:nvSpPr>
          <p:spPr>
            <a:xfrm>
              <a:off x="3653244" y="2473966"/>
              <a:ext cx="33090" cy="22811"/>
            </a:xfrm>
            <a:custGeom>
              <a:rect b="b" l="l" r="r" t="t"/>
              <a:pathLst>
                <a:path extrusionOk="0" h="628" w="911">
                  <a:moveTo>
                    <a:pt x="34" y="0"/>
                  </a:moveTo>
                  <a:cubicBezTo>
                    <a:pt x="13" y="0"/>
                    <a:pt x="0" y="3"/>
                    <a:pt x="0" y="3"/>
                  </a:cubicBezTo>
                  <a:lnTo>
                    <a:pt x="0" y="627"/>
                  </a:lnTo>
                  <a:lnTo>
                    <a:pt x="910" y="627"/>
                  </a:lnTo>
                  <a:cubicBezTo>
                    <a:pt x="879" y="417"/>
                    <a:pt x="739" y="374"/>
                    <a:pt x="629" y="374"/>
                  </a:cubicBezTo>
                  <a:cubicBezTo>
                    <a:pt x="553" y="374"/>
                    <a:pt x="491" y="395"/>
                    <a:pt x="491" y="395"/>
                  </a:cubicBezTo>
                  <a:cubicBezTo>
                    <a:pt x="474" y="291"/>
                    <a:pt x="411" y="271"/>
                    <a:pt x="364" y="271"/>
                  </a:cubicBezTo>
                  <a:cubicBezTo>
                    <a:pt x="335" y="271"/>
                    <a:pt x="312" y="279"/>
                    <a:pt x="312" y="279"/>
                  </a:cubicBezTo>
                  <a:cubicBezTo>
                    <a:pt x="284" y="28"/>
                    <a:pt x="109" y="0"/>
                    <a:pt x="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19"/>
            <p:cNvSpPr/>
            <p:nvPr/>
          </p:nvSpPr>
          <p:spPr>
            <a:xfrm>
              <a:off x="3460777" y="2256292"/>
              <a:ext cx="102429" cy="22084"/>
            </a:xfrm>
            <a:custGeom>
              <a:rect b="b" l="l" r="r" t="t"/>
              <a:pathLst>
                <a:path extrusionOk="0" h="608" w="2820">
                  <a:moveTo>
                    <a:pt x="0" y="1"/>
                  </a:moveTo>
                  <a:lnTo>
                    <a:pt x="0" y="607"/>
                  </a:lnTo>
                  <a:lnTo>
                    <a:pt x="2819" y="607"/>
                  </a:lnTo>
                  <a:lnTo>
                    <a:pt x="221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19"/>
            <p:cNvSpPr/>
            <p:nvPr/>
          </p:nvSpPr>
          <p:spPr>
            <a:xfrm>
              <a:off x="3505815" y="2354796"/>
              <a:ext cx="61276" cy="141985"/>
            </a:xfrm>
            <a:custGeom>
              <a:rect b="b" l="l" r="r" t="t"/>
              <a:pathLst>
                <a:path extrusionOk="0" h="3909" w="1687">
                  <a:moveTo>
                    <a:pt x="0" y="1"/>
                  </a:moveTo>
                  <a:lnTo>
                    <a:pt x="0" y="3908"/>
                  </a:lnTo>
                  <a:lnTo>
                    <a:pt x="1686" y="3908"/>
                  </a:lnTo>
                  <a:lnTo>
                    <a:pt x="1686"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19"/>
            <p:cNvSpPr/>
            <p:nvPr/>
          </p:nvSpPr>
          <p:spPr>
            <a:xfrm>
              <a:off x="3567053" y="2340231"/>
              <a:ext cx="14275" cy="156550"/>
            </a:xfrm>
            <a:custGeom>
              <a:rect b="b" l="l" r="r" t="t"/>
              <a:pathLst>
                <a:path extrusionOk="0" h="4310" w="393">
                  <a:moveTo>
                    <a:pt x="393" y="0"/>
                  </a:moveTo>
                  <a:lnTo>
                    <a:pt x="0" y="402"/>
                  </a:lnTo>
                  <a:lnTo>
                    <a:pt x="0" y="4309"/>
                  </a:lnTo>
                  <a:lnTo>
                    <a:pt x="393" y="4309"/>
                  </a:lnTo>
                  <a:lnTo>
                    <a:pt x="393"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19"/>
            <p:cNvSpPr/>
            <p:nvPr/>
          </p:nvSpPr>
          <p:spPr>
            <a:xfrm>
              <a:off x="3515186" y="2364857"/>
              <a:ext cx="7482" cy="13621"/>
            </a:xfrm>
            <a:custGeom>
              <a:rect b="b" l="l" r="r" t="t"/>
              <a:pathLst>
                <a:path extrusionOk="0" h="375" w="206">
                  <a:moveTo>
                    <a:pt x="1" y="0"/>
                  </a:moveTo>
                  <a:lnTo>
                    <a:pt x="1" y="375"/>
                  </a:lnTo>
                  <a:lnTo>
                    <a:pt x="206" y="375"/>
                  </a:lnTo>
                  <a:lnTo>
                    <a:pt x="20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19"/>
            <p:cNvSpPr/>
            <p:nvPr/>
          </p:nvSpPr>
          <p:spPr>
            <a:xfrm>
              <a:off x="3532039" y="2378441"/>
              <a:ext cx="7482" cy="13657"/>
            </a:xfrm>
            <a:custGeom>
              <a:rect b="b" l="l" r="r" t="t"/>
              <a:pathLst>
                <a:path extrusionOk="0" h="376" w="206">
                  <a:moveTo>
                    <a:pt x="1" y="1"/>
                  </a:moveTo>
                  <a:lnTo>
                    <a:pt x="1" y="376"/>
                  </a:lnTo>
                  <a:lnTo>
                    <a:pt x="206" y="376"/>
                  </a:lnTo>
                  <a:lnTo>
                    <a:pt x="20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19"/>
            <p:cNvSpPr/>
            <p:nvPr/>
          </p:nvSpPr>
          <p:spPr>
            <a:xfrm>
              <a:off x="3545006" y="2438734"/>
              <a:ext cx="7482" cy="13621"/>
            </a:xfrm>
            <a:custGeom>
              <a:rect b="b" l="l" r="r" t="t"/>
              <a:pathLst>
                <a:path extrusionOk="0" h="375" w="206">
                  <a:moveTo>
                    <a:pt x="0" y="0"/>
                  </a:moveTo>
                  <a:lnTo>
                    <a:pt x="0" y="375"/>
                  </a:lnTo>
                  <a:lnTo>
                    <a:pt x="206" y="375"/>
                  </a:lnTo>
                  <a:lnTo>
                    <a:pt x="20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19"/>
            <p:cNvSpPr/>
            <p:nvPr/>
          </p:nvSpPr>
          <p:spPr>
            <a:xfrm>
              <a:off x="3548566" y="2368416"/>
              <a:ext cx="7809" cy="13657"/>
            </a:xfrm>
            <a:custGeom>
              <a:rect b="b" l="l" r="r" t="t"/>
              <a:pathLst>
                <a:path extrusionOk="0" h="376" w="215">
                  <a:moveTo>
                    <a:pt x="1" y="0"/>
                  </a:moveTo>
                  <a:lnTo>
                    <a:pt x="1" y="375"/>
                  </a:lnTo>
                  <a:lnTo>
                    <a:pt x="215" y="375"/>
                  </a:lnTo>
                  <a:lnTo>
                    <a:pt x="21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19"/>
            <p:cNvSpPr/>
            <p:nvPr/>
          </p:nvSpPr>
          <p:spPr>
            <a:xfrm>
              <a:off x="3511954" y="2394350"/>
              <a:ext cx="7809" cy="13621"/>
            </a:xfrm>
            <a:custGeom>
              <a:rect b="b" l="l" r="r" t="t"/>
              <a:pathLst>
                <a:path extrusionOk="0" h="375" w="215">
                  <a:moveTo>
                    <a:pt x="1" y="0"/>
                  </a:moveTo>
                  <a:lnTo>
                    <a:pt x="1" y="375"/>
                  </a:lnTo>
                  <a:lnTo>
                    <a:pt x="215" y="375"/>
                  </a:lnTo>
                  <a:lnTo>
                    <a:pt x="21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19"/>
            <p:cNvSpPr/>
            <p:nvPr/>
          </p:nvSpPr>
          <p:spPr>
            <a:xfrm>
              <a:off x="3552452" y="2404701"/>
              <a:ext cx="7809" cy="13984"/>
            </a:xfrm>
            <a:custGeom>
              <a:rect b="b" l="l" r="r" t="t"/>
              <a:pathLst>
                <a:path extrusionOk="0" h="385" w="215">
                  <a:moveTo>
                    <a:pt x="1" y="1"/>
                  </a:moveTo>
                  <a:lnTo>
                    <a:pt x="1" y="384"/>
                  </a:lnTo>
                  <a:lnTo>
                    <a:pt x="215" y="384"/>
                  </a:lnTo>
                  <a:lnTo>
                    <a:pt x="21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19"/>
            <p:cNvSpPr/>
            <p:nvPr/>
          </p:nvSpPr>
          <p:spPr>
            <a:xfrm>
              <a:off x="3521361" y="2421228"/>
              <a:ext cx="7482" cy="13984"/>
            </a:xfrm>
            <a:custGeom>
              <a:rect b="b" l="l" r="r" t="t"/>
              <a:pathLst>
                <a:path extrusionOk="0" h="385" w="206">
                  <a:moveTo>
                    <a:pt x="0" y="0"/>
                  </a:moveTo>
                  <a:lnTo>
                    <a:pt x="0" y="384"/>
                  </a:lnTo>
                  <a:lnTo>
                    <a:pt x="205" y="384"/>
                  </a:lnTo>
                  <a:lnTo>
                    <a:pt x="20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19"/>
            <p:cNvSpPr/>
            <p:nvPr/>
          </p:nvSpPr>
          <p:spPr>
            <a:xfrm>
              <a:off x="3524920" y="2467574"/>
              <a:ext cx="15255" cy="29203"/>
            </a:xfrm>
            <a:custGeom>
              <a:rect b="b" l="l" r="r" t="t"/>
              <a:pathLst>
                <a:path extrusionOk="0" h="804" w="420">
                  <a:moveTo>
                    <a:pt x="0" y="0"/>
                  </a:moveTo>
                  <a:lnTo>
                    <a:pt x="0" y="803"/>
                  </a:lnTo>
                  <a:lnTo>
                    <a:pt x="420" y="803"/>
                  </a:lnTo>
                  <a:lnTo>
                    <a:pt x="42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19"/>
            <p:cNvSpPr/>
            <p:nvPr/>
          </p:nvSpPr>
          <p:spPr>
            <a:xfrm>
              <a:off x="3505815" y="2340231"/>
              <a:ext cx="75514" cy="14602"/>
            </a:xfrm>
            <a:custGeom>
              <a:rect b="b" l="l" r="r" t="t"/>
              <a:pathLst>
                <a:path extrusionOk="0" h="402" w="2079">
                  <a:moveTo>
                    <a:pt x="401" y="0"/>
                  </a:moveTo>
                  <a:lnTo>
                    <a:pt x="0" y="402"/>
                  </a:lnTo>
                  <a:lnTo>
                    <a:pt x="1686" y="402"/>
                  </a:lnTo>
                  <a:lnTo>
                    <a:pt x="207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19"/>
            <p:cNvSpPr/>
            <p:nvPr/>
          </p:nvSpPr>
          <p:spPr>
            <a:xfrm>
              <a:off x="3727739" y="2385596"/>
              <a:ext cx="12677" cy="111183"/>
            </a:xfrm>
            <a:custGeom>
              <a:rect b="b" l="l" r="r" t="t"/>
              <a:pathLst>
                <a:path extrusionOk="0" h="3061" w="349">
                  <a:moveTo>
                    <a:pt x="349" y="0"/>
                  </a:moveTo>
                  <a:cubicBezTo>
                    <a:pt x="349" y="0"/>
                    <a:pt x="304" y="45"/>
                    <a:pt x="313" y="107"/>
                  </a:cubicBezTo>
                  <a:cubicBezTo>
                    <a:pt x="322" y="179"/>
                    <a:pt x="260" y="196"/>
                    <a:pt x="286" y="250"/>
                  </a:cubicBezTo>
                  <a:cubicBezTo>
                    <a:pt x="304" y="303"/>
                    <a:pt x="224" y="321"/>
                    <a:pt x="269" y="393"/>
                  </a:cubicBezTo>
                  <a:cubicBezTo>
                    <a:pt x="304" y="455"/>
                    <a:pt x="215" y="535"/>
                    <a:pt x="251" y="607"/>
                  </a:cubicBezTo>
                  <a:cubicBezTo>
                    <a:pt x="278" y="678"/>
                    <a:pt x="206" y="714"/>
                    <a:pt x="242" y="776"/>
                  </a:cubicBezTo>
                  <a:cubicBezTo>
                    <a:pt x="269" y="839"/>
                    <a:pt x="162" y="910"/>
                    <a:pt x="215" y="1017"/>
                  </a:cubicBezTo>
                  <a:cubicBezTo>
                    <a:pt x="269" y="1115"/>
                    <a:pt x="170" y="1169"/>
                    <a:pt x="197" y="1249"/>
                  </a:cubicBezTo>
                  <a:cubicBezTo>
                    <a:pt x="233" y="1320"/>
                    <a:pt x="108" y="1410"/>
                    <a:pt x="162" y="1490"/>
                  </a:cubicBezTo>
                  <a:cubicBezTo>
                    <a:pt x="224" y="1579"/>
                    <a:pt x="117" y="1651"/>
                    <a:pt x="153" y="1713"/>
                  </a:cubicBezTo>
                  <a:cubicBezTo>
                    <a:pt x="188" y="1775"/>
                    <a:pt x="90" y="1865"/>
                    <a:pt x="144" y="1936"/>
                  </a:cubicBezTo>
                  <a:cubicBezTo>
                    <a:pt x="197" y="2007"/>
                    <a:pt x="72" y="2088"/>
                    <a:pt x="108" y="2186"/>
                  </a:cubicBezTo>
                  <a:cubicBezTo>
                    <a:pt x="153" y="2284"/>
                    <a:pt x="54" y="2391"/>
                    <a:pt x="99" y="2480"/>
                  </a:cubicBezTo>
                  <a:cubicBezTo>
                    <a:pt x="153" y="2561"/>
                    <a:pt x="37" y="2587"/>
                    <a:pt x="90" y="2676"/>
                  </a:cubicBezTo>
                  <a:cubicBezTo>
                    <a:pt x="144" y="2775"/>
                    <a:pt x="1" y="2891"/>
                    <a:pt x="1" y="3060"/>
                  </a:cubicBezTo>
                  <a:lnTo>
                    <a:pt x="349" y="3060"/>
                  </a:lnTo>
                  <a:lnTo>
                    <a:pt x="349" y="0"/>
                  </a:ln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19"/>
            <p:cNvSpPr/>
            <p:nvPr/>
          </p:nvSpPr>
          <p:spPr>
            <a:xfrm>
              <a:off x="3740379" y="2385596"/>
              <a:ext cx="12677" cy="111183"/>
            </a:xfrm>
            <a:custGeom>
              <a:rect b="b" l="l" r="r" t="t"/>
              <a:pathLst>
                <a:path extrusionOk="0" h="3061" w="349">
                  <a:moveTo>
                    <a:pt x="1" y="0"/>
                  </a:moveTo>
                  <a:lnTo>
                    <a:pt x="1" y="3060"/>
                  </a:lnTo>
                  <a:lnTo>
                    <a:pt x="349" y="3060"/>
                  </a:lnTo>
                  <a:cubicBezTo>
                    <a:pt x="349" y="2891"/>
                    <a:pt x="215" y="2775"/>
                    <a:pt x="269" y="2676"/>
                  </a:cubicBezTo>
                  <a:cubicBezTo>
                    <a:pt x="322" y="2587"/>
                    <a:pt x="206" y="2561"/>
                    <a:pt x="251" y="2480"/>
                  </a:cubicBezTo>
                  <a:cubicBezTo>
                    <a:pt x="304" y="2391"/>
                    <a:pt x="206" y="2284"/>
                    <a:pt x="242" y="2186"/>
                  </a:cubicBezTo>
                  <a:cubicBezTo>
                    <a:pt x="286" y="2088"/>
                    <a:pt x="161" y="2007"/>
                    <a:pt x="215" y="1936"/>
                  </a:cubicBezTo>
                  <a:cubicBezTo>
                    <a:pt x="269" y="1865"/>
                    <a:pt x="170" y="1775"/>
                    <a:pt x="206" y="1713"/>
                  </a:cubicBezTo>
                  <a:cubicBezTo>
                    <a:pt x="242" y="1651"/>
                    <a:pt x="135" y="1579"/>
                    <a:pt x="188" y="1490"/>
                  </a:cubicBezTo>
                  <a:cubicBezTo>
                    <a:pt x="251" y="1410"/>
                    <a:pt x="117" y="1320"/>
                    <a:pt x="153" y="1249"/>
                  </a:cubicBezTo>
                  <a:cubicBezTo>
                    <a:pt x="188" y="1169"/>
                    <a:pt x="81" y="1115"/>
                    <a:pt x="144" y="1017"/>
                  </a:cubicBezTo>
                  <a:cubicBezTo>
                    <a:pt x="197" y="910"/>
                    <a:pt x="81" y="839"/>
                    <a:pt x="117" y="776"/>
                  </a:cubicBezTo>
                  <a:cubicBezTo>
                    <a:pt x="153" y="714"/>
                    <a:pt x="72" y="678"/>
                    <a:pt x="108" y="607"/>
                  </a:cubicBezTo>
                  <a:cubicBezTo>
                    <a:pt x="144" y="535"/>
                    <a:pt x="54" y="455"/>
                    <a:pt x="90" y="393"/>
                  </a:cubicBezTo>
                  <a:cubicBezTo>
                    <a:pt x="126" y="321"/>
                    <a:pt x="45" y="303"/>
                    <a:pt x="72" y="250"/>
                  </a:cubicBezTo>
                  <a:cubicBezTo>
                    <a:pt x="99" y="196"/>
                    <a:pt x="37" y="179"/>
                    <a:pt x="45" y="107"/>
                  </a:cubicBezTo>
                  <a:cubicBezTo>
                    <a:pt x="54" y="45"/>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19"/>
            <p:cNvSpPr/>
            <p:nvPr/>
          </p:nvSpPr>
          <p:spPr>
            <a:xfrm>
              <a:off x="3811678" y="2385596"/>
              <a:ext cx="12677" cy="111183"/>
            </a:xfrm>
            <a:custGeom>
              <a:rect b="b" l="l" r="r" t="t"/>
              <a:pathLst>
                <a:path extrusionOk="0" h="3061" w="349">
                  <a:moveTo>
                    <a:pt x="348" y="0"/>
                  </a:moveTo>
                  <a:cubicBezTo>
                    <a:pt x="348" y="0"/>
                    <a:pt x="304" y="45"/>
                    <a:pt x="313" y="107"/>
                  </a:cubicBezTo>
                  <a:cubicBezTo>
                    <a:pt x="322" y="179"/>
                    <a:pt x="259" y="196"/>
                    <a:pt x="286" y="250"/>
                  </a:cubicBezTo>
                  <a:cubicBezTo>
                    <a:pt x="304" y="303"/>
                    <a:pt x="232" y="321"/>
                    <a:pt x="268" y="393"/>
                  </a:cubicBezTo>
                  <a:cubicBezTo>
                    <a:pt x="304" y="455"/>
                    <a:pt x="215" y="535"/>
                    <a:pt x="250" y="607"/>
                  </a:cubicBezTo>
                  <a:cubicBezTo>
                    <a:pt x="277" y="678"/>
                    <a:pt x="206" y="714"/>
                    <a:pt x="241" y="776"/>
                  </a:cubicBezTo>
                  <a:cubicBezTo>
                    <a:pt x="277" y="839"/>
                    <a:pt x="161" y="910"/>
                    <a:pt x="215" y="1017"/>
                  </a:cubicBezTo>
                  <a:cubicBezTo>
                    <a:pt x="268" y="1115"/>
                    <a:pt x="170" y="1169"/>
                    <a:pt x="206" y="1249"/>
                  </a:cubicBezTo>
                  <a:cubicBezTo>
                    <a:pt x="232" y="1320"/>
                    <a:pt x="108" y="1410"/>
                    <a:pt x="161" y="1490"/>
                  </a:cubicBezTo>
                  <a:cubicBezTo>
                    <a:pt x="224" y="1579"/>
                    <a:pt x="116" y="1651"/>
                    <a:pt x="152" y="1713"/>
                  </a:cubicBezTo>
                  <a:cubicBezTo>
                    <a:pt x="188" y="1775"/>
                    <a:pt x="90" y="1865"/>
                    <a:pt x="143" y="1936"/>
                  </a:cubicBezTo>
                  <a:cubicBezTo>
                    <a:pt x="197" y="2007"/>
                    <a:pt x="72" y="2088"/>
                    <a:pt x="116" y="2186"/>
                  </a:cubicBezTo>
                  <a:cubicBezTo>
                    <a:pt x="152" y="2284"/>
                    <a:pt x="54" y="2391"/>
                    <a:pt x="108" y="2480"/>
                  </a:cubicBezTo>
                  <a:cubicBezTo>
                    <a:pt x="152" y="2561"/>
                    <a:pt x="36" y="2587"/>
                    <a:pt x="90" y="2676"/>
                  </a:cubicBezTo>
                  <a:cubicBezTo>
                    <a:pt x="143" y="2775"/>
                    <a:pt x="1" y="2891"/>
                    <a:pt x="1" y="3060"/>
                  </a:cubicBezTo>
                  <a:lnTo>
                    <a:pt x="348" y="3060"/>
                  </a:lnTo>
                  <a:lnTo>
                    <a:pt x="3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19"/>
            <p:cNvSpPr/>
            <p:nvPr/>
          </p:nvSpPr>
          <p:spPr>
            <a:xfrm>
              <a:off x="3824317" y="2385596"/>
              <a:ext cx="13003" cy="111183"/>
            </a:xfrm>
            <a:custGeom>
              <a:rect b="b" l="l" r="r" t="t"/>
              <a:pathLst>
                <a:path extrusionOk="0" h="3061" w="358">
                  <a:moveTo>
                    <a:pt x="0" y="0"/>
                  </a:moveTo>
                  <a:lnTo>
                    <a:pt x="0" y="3060"/>
                  </a:lnTo>
                  <a:lnTo>
                    <a:pt x="357" y="3060"/>
                  </a:lnTo>
                  <a:cubicBezTo>
                    <a:pt x="357" y="2891"/>
                    <a:pt x="215" y="2775"/>
                    <a:pt x="268" y="2676"/>
                  </a:cubicBezTo>
                  <a:cubicBezTo>
                    <a:pt x="322" y="2587"/>
                    <a:pt x="206" y="2561"/>
                    <a:pt x="250" y="2480"/>
                  </a:cubicBezTo>
                  <a:cubicBezTo>
                    <a:pt x="304" y="2391"/>
                    <a:pt x="206" y="2284"/>
                    <a:pt x="241" y="2186"/>
                  </a:cubicBezTo>
                  <a:cubicBezTo>
                    <a:pt x="286" y="2088"/>
                    <a:pt x="161" y="2007"/>
                    <a:pt x="215" y="1936"/>
                  </a:cubicBezTo>
                  <a:cubicBezTo>
                    <a:pt x="268" y="1865"/>
                    <a:pt x="170" y="1775"/>
                    <a:pt x="206" y="1713"/>
                  </a:cubicBezTo>
                  <a:cubicBezTo>
                    <a:pt x="241" y="1651"/>
                    <a:pt x="134" y="1579"/>
                    <a:pt x="188" y="1490"/>
                  </a:cubicBezTo>
                  <a:cubicBezTo>
                    <a:pt x="250" y="1410"/>
                    <a:pt x="125" y="1320"/>
                    <a:pt x="152" y="1249"/>
                  </a:cubicBezTo>
                  <a:cubicBezTo>
                    <a:pt x="188" y="1169"/>
                    <a:pt x="90" y="1115"/>
                    <a:pt x="143" y="1017"/>
                  </a:cubicBezTo>
                  <a:cubicBezTo>
                    <a:pt x="197" y="910"/>
                    <a:pt x="81" y="839"/>
                    <a:pt x="116" y="776"/>
                  </a:cubicBezTo>
                  <a:cubicBezTo>
                    <a:pt x="152" y="714"/>
                    <a:pt x="81" y="678"/>
                    <a:pt x="107" y="607"/>
                  </a:cubicBezTo>
                  <a:cubicBezTo>
                    <a:pt x="143" y="535"/>
                    <a:pt x="54" y="455"/>
                    <a:pt x="90" y="393"/>
                  </a:cubicBezTo>
                  <a:cubicBezTo>
                    <a:pt x="125" y="321"/>
                    <a:pt x="45" y="303"/>
                    <a:pt x="72" y="250"/>
                  </a:cubicBezTo>
                  <a:cubicBezTo>
                    <a:pt x="99" y="196"/>
                    <a:pt x="36" y="179"/>
                    <a:pt x="45" y="107"/>
                  </a:cubicBezTo>
                  <a:cubicBezTo>
                    <a:pt x="54" y="45"/>
                    <a:pt x="0" y="0"/>
                    <a:pt x="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19"/>
            <p:cNvSpPr/>
            <p:nvPr/>
          </p:nvSpPr>
          <p:spPr>
            <a:xfrm>
              <a:off x="3783492" y="2418649"/>
              <a:ext cx="8790" cy="78130"/>
            </a:xfrm>
            <a:custGeom>
              <a:rect b="b" l="l" r="r" t="t"/>
              <a:pathLst>
                <a:path extrusionOk="0" h="2151" w="242">
                  <a:moveTo>
                    <a:pt x="241" y="0"/>
                  </a:moveTo>
                  <a:cubicBezTo>
                    <a:pt x="241" y="0"/>
                    <a:pt x="214" y="27"/>
                    <a:pt x="214" y="71"/>
                  </a:cubicBezTo>
                  <a:cubicBezTo>
                    <a:pt x="223" y="116"/>
                    <a:pt x="179" y="134"/>
                    <a:pt x="197" y="170"/>
                  </a:cubicBezTo>
                  <a:cubicBezTo>
                    <a:pt x="214" y="205"/>
                    <a:pt x="161" y="223"/>
                    <a:pt x="188" y="268"/>
                  </a:cubicBezTo>
                  <a:cubicBezTo>
                    <a:pt x="206" y="312"/>
                    <a:pt x="143" y="375"/>
                    <a:pt x="170" y="419"/>
                  </a:cubicBezTo>
                  <a:cubicBezTo>
                    <a:pt x="197" y="473"/>
                    <a:pt x="143" y="500"/>
                    <a:pt x="161" y="544"/>
                  </a:cubicBezTo>
                  <a:cubicBezTo>
                    <a:pt x="188" y="589"/>
                    <a:pt x="107" y="634"/>
                    <a:pt x="152" y="714"/>
                  </a:cubicBezTo>
                  <a:cubicBezTo>
                    <a:pt x="188" y="785"/>
                    <a:pt x="116" y="821"/>
                    <a:pt x="143" y="874"/>
                  </a:cubicBezTo>
                  <a:cubicBezTo>
                    <a:pt x="161" y="928"/>
                    <a:pt x="72" y="990"/>
                    <a:pt x="116" y="1044"/>
                  </a:cubicBezTo>
                  <a:cubicBezTo>
                    <a:pt x="152" y="1106"/>
                    <a:pt x="81" y="1160"/>
                    <a:pt x="99" y="1204"/>
                  </a:cubicBezTo>
                  <a:cubicBezTo>
                    <a:pt x="125" y="1249"/>
                    <a:pt x="63" y="1312"/>
                    <a:pt x="99" y="1356"/>
                  </a:cubicBezTo>
                  <a:cubicBezTo>
                    <a:pt x="134" y="1410"/>
                    <a:pt x="45" y="1472"/>
                    <a:pt x="72" y="1535"/>
                  </a:cubicBezTo>
                  <a:cubicBezTo>
                    <a:pt x="107" y="1606"/>
                    <a:pt x="36" y="1677"/>
                    <a:pt x="72" y="1740"/>
                  </a:cubicBezTo>
                  <a:cubicBezTo>
                    <a:pt x="107" y="1802"/>
                    <a:pt x="18" y="1820"/>
                    <a:pt x="63" y="1882"/>
                  </a:cubicBezTo>
                  <a:cubicBezTo>
                    <a:pt x="99" y="1945"/>
                    <a:pt x="0" y="2034"/>
                    <a:pt x="0" y="2150"/>
                  </a:cubicBezTo>
                  <a:lnTo>
                    <a:pt x="241" y="2150"/>
                  </a:lnTo>
                  <a:lnTo>
                    <a:pt x="2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19"/>
            <p:cNvSpPr/>
            <p:nvPr/>
          </p:nvSpPr>
          <p:spPr>
            <a:xfrm>
              <a:off x="3792246" y="2418649"/>
              <a:ext cx="9117" cy="78130"/>
            </a:xfrm>
            <a:custGeom>
              <a:rect b="b" l="l" r="r" t="t"/>
              <a:pathLst>
                <a:path extrusionOk="0" h="2151" w="251">
                  <a:moveTo>
                    <a:pt x="0" y="0"/>
                  </a:moveTo>
                  <a:lnTo>
                    <a:pt x="0" y="2150"/>
                  </a:lnTo>
                  <a:lnTo>
                    <a:pt x="250" y="2150"/>
                  </a:lnTo>
                  <a:cubicBezTo>
                    <a:pt x="250" y="2034"/>
                    <a:pt x="152" y="1945"/>
                    <a:pt x="188" y="1882"/>
                  </a:cubicBezTo>
                  <a:cubicBezTo>
                    <a:pt x="232" y="1820"/>
                    <a:pt x="143" y="1802"/>
                    <a:pt x="179" y="1740"/>
                  </a:cubicBezTo>
                  <a:cubicBezTo>
                    <a:pt x="214" y="1677"/>
                    <a:pt x="143" y="1606"/>
                    <a:pt x="170" y="1535"/>
                  </a:cubicBezTo>
                  <a:cubicBezTo>
                    <a:pt x="205" y="1472"/>
                    <a:pt x="116" y="1410"/>
                    <a:pt x="152" y="1356"/>
                  </a:cubicBezTo>
                  <a:cubicBezTo>
                    <a:pt x="188" y="1312"/>
                    <a:pt x="125" y="1249"/>
                    <a:pt x="143" y="1204"/>
                  </a:cubicBezTo>
                  <a:cubicBezTo>
                    <a:pt x="170" y="1160"/>
                    <a:pt x="98" y="1106"/>
                    <a:pt x="134" y="1044"/>
                  </a:cubicBezTo>
                  <a:cubicBezTo>
                    <a:pt x="179" y="990"/>
                    <a:pt x="89" y="928"/>
                    <a:pt x="107" y="874"/>
                  </a:cubicBezTo>
                  <a:cubicBezTo>
                    <a:pt x="134" y="821"/>
                    <a:pt x="63" y="785"/>
                    <a:pt x="98" y="714"/>
                  </a:cubicBezTo>
                  <a:cubicBezTo>
                    <a:pt x="134" y="634"/>
                    <a:pt x="63" y="589"/>
                    <a:pt x="81" y="544"/>
                  </a:cubicBezTo>
                  <a:cubicBezTo>
                    <a:pt x="107" y="500"/>
                    <a:pt x="54" y="473"/>
                    <a:pt x="81" y="419"/>
                  </a:cubicBezTo>
                  <a:cubicBezTo>
                    <a:pt x="98" y="375"/>
                    <a:pt x="36" y="312"/>
                    <a:pt x="63" y="268"/>
                  </a:cubicBezTo>
                  <a:cubicBezTo>
                    <a:pt x="89" y="223"/>
                    <a:pt x="36" y="205"/>
                    <a:pt x="54" y="170"/>
                  </a:cubicBezTo>
                  <a:cubicBezTo>
                    <a:pt x="72" y="134"/>
                    <a:pt x="27" y="116"/>
                    <a:pt x="27" y="71"/>
                  </a:cubicBezTo>
                  <a:cubicBezTo>
                    <a:pt x="36" y="27"/>
                    <a:pt x="0" y="0"/>
                    <a:pt x="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 name="Google Shape;612;p19"/>
          <p:cNvGrpSpPr/>
          <p:nvPr/>
        </p:nvGrpSpPr>
        <p:grpSpPr>
          <a:xfrm>
            <a:off x="1625044" y="817756"/>
            <a:ext cx="2727215" cy="4882361"/>
            <a:chOff x="3812879" y="2405538"/>
            <a:chExt cx="723975" cy="1296087"/>
          </a:xfrm>
        </p:grpSpPr>
        <p:sp>
          <p:nvSpPr>
            <p:cNvPr id="613" name="Google Shape;613;p19"/>
            <p:cNvSpPr/>
            <p:nvPr/>
          </p:nvSpPr>
          <p:spPr>
            <a:xfrm>
              <a:off x="4165461" y="2658422"/>
              <a:ext cx="79464" cy="1039936"/>
            </a:xfrm>
            <a:custGeom>
              <a:rect b="b" l="l" r="r" t="t"/>
              <a:pathLst>
                <a:path extrusionOk="0" h="19735" w="1508">
                  <a:moveTo>
                    <a:pt x="357" y="1"/>
                  </a:moveTo>
                  <a:cubicBezTo>
                    <a:pt x="357" y="1"/>
                    <a:pt x="0" y="982"/>
                    <a:pt x="357" y="3088"/>
                  </a:cubicBezTo>
                  <a:cubicBezTo>
                    <a:pt x="634" y="4720"/>
                    <a:pt x="357" y="19734"/>
                    <a:pt x="357" y="19734"/>
                  </a:cubicBezTo>
                  <a:lnTo>
                    <a:pt x="1151" y="19734"/>
                  </a:lnTo>
                  <a:cubicBezTo>
                    <a:pt x="1151" y="19734"/>
                    <a:pt x="874" y="4720"/>
                    <a:pt x="1151" y="3088"/>
                  </a:cubicBezTo>
                  <a:cubicBezTo>
                    <a:pt x="1508" y="982"/>
                    <a:pt x="1151" y="1"/>
                    <a:pt x="1151"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19"/>
            <p:cNvSpPr/>
            <p:nvPr/>
          </p:nvSpPr>
          <p:spPr>
            <a:xfrm>
              <a:off x="4201188" y="2658422"/>
              <a:ext cx="43737" cy="1039936"/>
            </a:xfrm>
            <a:custGeom>
              <a:rect b="b" l="l" r="r" t="t"/>
              <a:pathLst>
                <a:path extrusionOk="0" h="19735" w="830">
                  <a:moveTo>
                    <a:pt x="277" y="1"/>
                  </a:moveTo>
                  <a:cubicBezTo>
                    <a:pt x="277" y="1"/>
                    <a:pt x="634" y="982"/>
                    <a:pt x="277" y="3088"/>
                  </a:cubicBezTo>
                  <a:cubicBezTo>
                    <a:pt x="0" y="4720"/>
                    <a:pt x="277" y="19734"/>
                    <a:pt x="277" y="19734"/>
                  </a:cubicBezTo>
                  <a:lnTo>
                    <a:pt x="473" y="19734"/>
                  </a:lnTo>
                  <a:cubicBezTo>
                    <a:pt x="473" y="19734"/>
                    <a:pt x="196" y="4720"/>
                    <a:pt x="473" y="3088"/>
                  </a:cubicBezTo>
                  <a:cubicBezTo>
                    <a:pt x="830" y="982"/>
                    <a:pt x="473" y="1"/>
                    <a:pt x="473"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19"/>
            <p:cNvSpPr/>
            <p:nvPr/>
          </p:nvSpPr>
          <p:spPr>
            <a:xfrm>
              <a:off x="3954365" y="2405538"/>
              <a:ext cx="501656" cy="392578"/>
            </a:xfrm>
            <a:custGeom>
              <a:rect b="b" l="l" r="r" t="t"/>
              <a:pathLst>
                <a:path extrusionOk="0" h="7450" w="9520">
                  <a:moveTo>
                    <a:pt x="3712" y="0"/>
                  </a:moveTo>
                  <a:lnTo>
                    <a:pt x="3712" y="0"/>
                  </a:lnTo>
                  <a:cubicBezTo>
                    <a:pt x="3944" y="830"/>
                    <a:pt x="4042" y="1481"/>
                    <a:pt x="4042" y="1481"/>
                  </a:cubicBezTo>
                  <a:cubicBezTo>
                    <a:pt x="3426" y="456"/>
                    <a:pt x="2436" y="125"/>
                    <a:pt x="2436" y="125"/>
                  </a:cubicBezTo>
                  <a:lnTo>
                    <a:pt x="2436" y="125"/>
                  </a:lnTo>
                  <a:cubicBezTo>
                    <a:pt x="3533" y="884"/>
                    <a:pt x="3748" y="1945"/>
                    <a:pt x="3748" y="1945"/>
                  </a:cubicBezTo>
                  <a:cubicBezTo>
                    <a:pt x="2998" y="937"/>
                    <a:pt x="1562" y="919"/>
                    <a:pt x="1562" y="919"/>
                  </a:cubicBezTo>
                  <a:lnTo>
                    <a:pt x="1562" y="919"/>
                  </a:lnTo>
                  <a:cubicBezTo>
                    <a:pt x="2481" y="1214"/>
                    <a:pt x="3087" y="2017"/>
                    <a:pt x="3087" y="2017"/>
                  </a:cubicBezTo>
                  <a:cubicBezTo>
                    <a:pt x="3087" y="2017"/>
                    <a:pt x="2561" y="1597"/>
                    <a:pt x="1758" y="1526"/>
                  </a:cubicBezTo>
                  <a:cubicBezTo>
                    <a:pt x="1614" y="1513"/>
                    <a:pt x="1482" y="1508"/>
                    <a:pt x="1362" y="1508"/>
                  </a:cubicBezTo>
                  <a:cubicBezTo>
                    <a:pt x="826" y="1508"/>
                    <a:pt x="545" y="1615"/>
                    <a:pt x="545" y="1615"/>
                  </a:cubicBezTo>
                  <a:cubicBezTo>
                    <a:pt x="1954" y="1651"/>
                    <a:pt x="2436" y="2302"/>
                    <a:pt x="2436" y="2302"/>
                  </a:cubicBezTo>
                  <a:cubicBezTo>
                    <a:pt x="2107" y="2194"/>
                    <a:pt x="1771" y="2170"/>
                    <a:pt x="1534" y="2170"/>
                  </a:cubicBezTo>
                  <a:cubicBezTo>
                    <a:pt x="1340" y="2170"/>
                    <a:pt x="1214" y="2186"/>
                    <a:pt x="1214" y="2186"/>
                  </a:cubicBezTo>
                  <a:cubicBezTo>
                    <a:pt x="2186" y="2347"/>
                    <a:pt x="2606" y="2837"/>
                    <a:pt x="2606" y="2837"/>
                  </a:cubicBezTo>
                  <a:cubicBezTo>
                    <a:pt x="2606" y="2837"/>
                    <a:pt x="2146" y="2706"/>
                    <a:pt x="1646" y="2706"/>
                  </a:cubicBezTo>
                  <a:cubicBezTo>
                    <a:pt x="1396" y="2706"/>
                    <a:pt x="1137" y="2739"/>
                    <a:pt x="920" y="2837"/>
                  </a:cubicBezTo>
                  <a:cubicBezTo>
                    <a:pt x="259" y="3132"/>
                    <a:pt x="134" y="3720"/>
                    <a:pt x="134" y="3720"/>
                  </a:cubicBezTo>
                  <a:cubicBezTo>
                    <a:pt x="439" y="3339"/>
                    <a:pt x="929" y="3103"/>
                    <a:pt x="1520" y="3103"/>
                  </a:cubicBezTo>
                  <a:cubicBezTo>
                    <a:pt x="1552" y="3103"/>
                    <a:pt x="1583" y="3104"/>
                    <a:pt x="1615" y="3105"/>
                  </a:cubicBezTo>
                  <a:cubicBezTo>
                    <a:pt x="2168" y="3123"/>
                    <a:pt x="2436" y="3364"/>
                    <a:pt x="2436" y="3364"/>
                  </a:cubicBezTo>
                  <a:cubicBezTo>
                    <a:pt x="2436" y="3364"/>
                    <a:pt x="2270" y="3337"/>
                    <a:pt x="2019" y="3337"/>
                  </a:cubicBezTo>
                  <a:cubicBezTo>
                    <a:pt x="1709" y="3337"/>
                    <a:pt x="1271" y="3378"/>
                    <a:pt x="857" y="3560"/>
                  </a:cubicBezTo>
                  <a:cubicBezTo>
                    <a:pt x="108" y="3890"/>
                    <a:pt x="1" y="4488"/>
                    <a:pt x="1" y="4488"/>
                  </a:cubicBezTo>
                  <a:cubicBezTo>
                    <a:pt x="500" y="3935"/>
                    <a:pt x="1383" y="3828"/>
                    <a:pt x="1383" y="3828"/>
                  </a:cubicBezTo>
                  <a:lnTo>
                    <a:pt x="1383" y="3828"/>
                  </a:lnTo>
                  <a:cubicBezTo>
                    <a:pt x="242" y="4390"/>
                    <a:pt x="63" y="5362"/>
                    <a:pt x="63" y="5362"/>
                  </a:cubicBezTo>
                  <a:cubicBezTo>
                    <a:pt x="429" y="4969"/>
                    <a:pt x="1134" y="4755"/>
                    <a:pt x="1134" y="4755"/>
                  </a:cubicBezTo>
                  <a:lnTo>
                    <a:pt x="1134" y="4755"/>
                  </a:lnTo>
                  <a:cubicBezTo>
                    <a:pt x="384" y="5335"/>
                    <a:pt x="152" y="6156"/>
                    <a:pt x="152" y="6156"/>
                  </a:cubicBezTo>
                  <a:cubicBezTo>
                    <a:pt x="652" y="5469"/>
                    <a:pt x="1544" y="5157"/>
                    <a:pt x="1544" y="5157"/>
                  </a:cubicBezTo>
                  <a:lnTo>
                    <a:pt x="1544" y="5157"/>
                  </a:lnTo>
                  <a:cubicBezTo>
                    <a:pt x="1160" y="5630"/>
                    <a:pt x="1044" y="6272"/>
                    <a:pt x="1044" y="6272"/>
                  </a:cubicBezTo>
                  <a:cubicBezTo>
                    <a:pt x="1624" y="4961"/>
                    <a:pt x="2659" y="4755"/>
                    <a:pt x="2659" y="4755"/>
                  </a:cubicBezTo>
                  <a:lnTo>
                    <a:pt x="2659" y="4755"/>
                  </a:lnTo>
                  <a:cubicBezTo>
                    <a:pt x="1642" y="5273"/>
                    <a:pt x="1473" y="6647"/>
                    <a:pt x="1473" y="6647"/>
                  </a:cubicBezTo>
                  <a:cubicBezTo>
                    <a:pt x="1963" y="5362"/>
                    <a:pt x="2891" y="4969"/>
                    <a:pt x="2891" y="4969"/>
                  </a:cubicBezTo>
                  <a:lnTo>
                    <a:pt x="2891" y="4969"/>
                  </a:lnTo>
                  <a:cubicBezTo>
                    <a:pt x="1892" y="6067"/>
                    <a:pt x="2284" y="7316"/>
                    <a:pt x="2284" y="7316"/>
                  </a:cubicBezTo>
                  <a:cubicBezTo>
                    <a:pt x="2284" y="6236"/>
                    <a:pt x="2802" y="5674"/>
                    <a:pt x="2802" y="5674"/>
                  </a:cubicBezTo>
                  <a:lnTo>
                    <a:pt x="2802" y="5674"/>
                  </a:lnTo>
                  <a:cubicBezTo>
                    <a:pt x="2579" y="6272"/>
                    <a:pt x="2686" y="6780"/>
                    <a:pt x="2686" y="6780"/>
                  </a:cubicBezTo>
                  <a:cubicBezTo>
                    <a:pt x="2900" y="5630"/>
                    <a:pt x="3533" y="5166"/>
                    <a:pt x="3533" y="5166"/>
                  </a:cubicBezTo>
                  <a:lnTo>
                    <a:pt x="3533" y="5166"/>
                  </a:lnTo>
                  <a:cubicBezTo>
                    <a:pt x="3150" y="5853"/>
                    <a:pt x="3221" y="6896"/>
                    <a:pt x="3221" y="6896"/>
                  </a:cubicBezTo>
                  <a:cubicBezTo>
                    <a:pt x="3408" y="5701"/>
                    <a:pt x="4015" y="5023"/>
                    <a:pt x="4015" y="5023"/>
                  </a:cubicBezTo>
                  <a:lnTo>
                    <a:pt x="4015" y="5023"/>
                  </a:lnTo>
                  <a:cubicBezTo>
                    <a:pt x="3542" y="6192"/>
                    <a:pt x="4033" y="7449"/>
                    <a:pt x="4033" y="7449"/>
                  </a:cubicBezTo>
                  <a:cubicBezTo>
                    <a:pt x="3872" y="5415"/>
                    <a:pt x="4756" y="4800"/>
                    <a:pt x="4756" y="4800"/>
                  </a:cubicBezTo>
                  <a:cubicBezTo>
                    <a:pt x="4756" y="4800"/>
                    <a:pt x="5639" y="5415"/>
                    <a:pt x="5487" y="7449"/>
                  </a:cubicBezTo>
                  <a:cubicBezTo>
                    <a:pt x="5487" y="7449"/>
                    <a:pt x="5978" y="6192"/>
                    <a:pt x="5505" y="5023"/>
                  </a:cubicBezTo>
                  <a:lnTo>
                    <a:pt x="5505" y="5023"/>
                  </a:lnTo>
                  <a:cubicBezTo>
                    <a:pt x="5505" y="5023"/>
                    <a:pt x="6103" y="5701"/>
                    <a:pt x="6299" y="6896"/>
                  </a:cubicBezTo>
                  <a:cubicBezTo>
                    <a:pt x="6299" y="6896"/>
                    <a:pt x="6361" y="5853"/>
                    <a:pt x="5987" y="5166"/>
                  </a:cubicBezTo>
                  <a:lnTo>
                    <a:pt x="5987" y="5166"/>
                  </a:lnTo>
                  <a:cubicBezTo>
                    <a:pt x="5987" y="5166"/>
                    <a:pt x="6620" y="5630"/>
                    <a:pt x="6834" y="6780"/>
                  </a:cubicBezTo>
                  <a:cubicBezTo>
                    <a:pt x="6834" y="6780"/>
                    <a:pt x="6941" y="6272"/>
                    <a:pt x="6718" y="5674"/>
                  </a:cubicBezTo>
                  <a:lnTo>
                    <a:pt x="6718" y="5674"/>
                  </a:lnTo>
                  <a:cubicBezTo>
                    <a:pt x="6718" y="5674"/>
                    <a:pt x="7236" y="6236"/>
                    <a:pt x="7236" y="7316"/>
                  </a:cubicBezTo>
                  <a:cubicBezTo>
                    <a:pt x="7236" y="7316"/>
                    <a:pt x="7628" y="6067"/>
                    <a:pt x="6629" y="4969"/>
                  </a:cubicBezTo>
                  <a:lnTo>
                    <a:pt x="6629" y="4969"/>
                  </a:lnTo>
                  <a:cubicBezTo>
                    <a:pt x="6629" y="4969"/>
                    <a:pt x="7557" y="5362"/>
                    <a:pt x="8047" y="6647"/>
                  </a:cubicBezTo>
                  <a:cubicBezTo>
                    <a:pt x="8047" y="6647"/>
                    <a:pt x="7878" y="5273"/>
                    <a:pt x="6861" y="4755"/>
                  </a:cubicBezTo>
                  <a:lnTo>
                    <a:pt x="6861" y="4755"/>
                  </a:lnTo>
                  <a:cubicBezTo>
                    <a:pt x="6861" y="4755"/>
                    <a:pt x="7896" y="4961"/>
                    <a:pt x="8467" y="6272"/>
                  </a:cubicBezTo>
                  <a:cubicBezTo>
                    <a:pt x="8467" y="6272"/>
                    <a:pt x="8351" y="5630"/>
                    <a:pt x="7976" y="5157"/>
                  </a:cubicBezTo>
                  <a:lnTo>
                    <a:pt x="7976" y="5157"/>
                  </a:lnTo>
                  <a:cubicBezTo>
                    <a:pt x="7976" y="5157"/>
                    <a:pt x="8868" y="5469"/>
                    <a:pt x="9368" y="6156"/>
                  </a:cubicBezTo>
                  <a:cubicBezTo>
                    <a:pt x="9368" y="6156"/>
                    <a:pt x="9136" y="5335"/>
                    <a:pt x="8386" y="4755"/>
                  </a:cubicBezTo>
                  <a:lnTo>
                    <a:pt x="8386" y="4755"/>
                  </a:lnTo>
                  <a:cubicBezTo>
                    <a:pt x="8387" y="4755"/>
                    <a:pt x="9091" y="4969"/>
                    <a:pt x="9457" y="5362"/>
                  </a:cubicBezTo>
                  <a:cubicBezTo>
                    <a:pt x="9457" y="5362"/>
                    <a:pt x="9270" y="4390"/>
                    <a:pt x="8128" y="3828"/>
                  </a:cubicBezTo>
                  <a:lnTo>
                    <a:pt x="8128" y="3828"/>
                  </a:lnTo>
                  <a:cubicBezTo>
                    <a:pt x="8128" y="3828"/>
                    <a:pt x="9020" y="3935"/>
                    <a:pt x="9519" y="4488"/>
                  </a:cubicBezTo>
                  <a:cubicBezTo>
                    <a:pt x="9519" y="4488"/>
                    <a:pt x="9412" y="3890"/>
                    <a:pt x="8663" y="3560"/>
                  </a:cubicBezTo>
                  <a:cubicBezTo>
                    <a:pt x="8249" y="3378"/>
                    <a:pt x="7811" y="3337"/>
                    <a:pt x="7501" y="3337"/>
                  </a:cubicBezTo>
                  <a:cubicBezTo>
                    <a:pt x="7250" y="3337"/>
                    <a:pt x="7084" y="3364"/>
                    <a:pt x="7084" y="3364"/>
                  </a:cubicBezTo>
                  <a:cubicBezTo>
                    <a:pt x="7084" y="3364"/>
                    <a:pt x="7352" y="3123"/>
                    <a:pt x="7905" y="3105"/>
                  </a:cubicBezTo>
                  <a:cubicBezTo>
                    <a:pt x="7937" y="3104"/>
                    <a:pt x="7968" y="3103"/>
                    <a:pt x="8000" y="3103"/>
                  </a:cubicBezTo>
                  <a:cubicBezTo>
                    <a:pt x="8590" y="3103"/>
                    <a:pt x="9072" y="3339"/>
                    <a:pt x="9386" y="3720"/>
                  </a:cubicBezTo>
                  <a:cubicBezTo>
                    <a:pt x="9386" y="3720"/>
                    <a:pt x="9261" y="3132"/>
                    <a:pt x="8601" y="2837"/>
                  </a:cubicBezTo>
                  <a:cubicBezTo>
                    <a:pt x="8383" y="2739"/>
                    <a:pt x="8123" y="2706"/>
                    <a:pt x="7872" y="2706"/>
                  </a:cubicBezTo>
                  <a:cubicBezTo>
                    <a:pt x="7369" y="2706"/>
                    <a:pt x="6906" y="2837"/>
                    <a:pt x="6906" y="2837"/>
                  </a:cubicBezTo>
                  <a:cubicBezTo>
                    <a:pt x="6906" y="2837"/>
                    <a:pt x="7334" y="2347"/>
                    <a:pt x="8306" y="2186"/>
                  </a:cubicBezTo>
                  <a:cubicBezTo>
                    <a:pt x="8306" y="2186"/>
                    <a:pt x="8180" y="2170"/>
                    <a:pt x="7985" y="2170"/>
                  </a:cubicBezTo>
                  <a:cubicBezTo>
                    <a:pt x="7748" y="2170"/>
                    <a:pt x="7409" y="2194"/>
                    <a:pt x="7075" y="2302"/>
                  </a:cubicBezTo>
                  <a:cubicBezTo>
                    <a:pt x="7075" y="2302"/>
                    <a:pt x="7566" y="1651"/>
                    <a:pt x="8975" y="1615"/>
                  </a:cubicBezTo>
                  <a:cubicBezTo>
                    <a:pt x="8975" y="1615"/>
                    <a:pt x="8689" y="1508"/>
                    <a:pt x="8149" y="1508"/>
                  </a:cubicBezTo>
                  <a:cubicBezTo>
                    <a:pt x="8030" y="1508"/>
                    <a:pt x="7897" y="1513"/>
                    <a:pt x="7753" y="1526"/>
                  </a:cubicBezTo>
                  <a:cubicBezTo>
                    <a:pt x="6959" y="1597"/>
                    <a:pt x="6433" y="2017"/>
                    <a:pt x="6433" y="2017"/>
                  </a:cubicBezTo>
                  <a:cubicBezTo>
                    <a:pt x="6433" y="2017"/>
                    <a:pt x="7030" y="1214"/>
                    <a:pt x="7958" y="919"/>
                  </a:cubicBezTo>
                  <a:lnTo>
                    <a:pt x="7958" y="919"/>
                  </a:lnTo>
                  <a:cubicBezTo>
                    <a:pt x="7958" y="919"/>
                    <a:pt x="6522" y="937"/>
                    <a:pt x="5773" y="1945"/>
                  </a:cubicBezTo>
                  <a:cubicBezTo>
                    <a:pt x="5773" y="1945"/>
                    <a:pt x="5978" y="884"/>
                    <a:pt x="7084" y="125"/>
                  </a:cubicBezTo>
                  <a:lnTo>
                    <a:pt x="7084" y="125"/>
                  </a:lnTo>
                  <a:cubicBezTo>
                    <a:pt x="7084" y="125"/>
                    <a:pt x="6094" y="456"/>
                    <a:pt x="5469" y="1481"/>
                  </a:cubicBezTo>
                  <a:cubicBezTo>
                    <a:pt x="5469" y="1481"/>
                    <a:pt x="5576" y="830"/>
                    <a:pt x="5808" y="0"/>
                  </a:cubicBezTo>
                  <a:lnTo>
                    <a:pt x="5808" y="0"/>
                  </a:lnTo>
                  <a:cubicBezTo>
                    <a:pt x="5808" y="1"/>
                    <a:pt x="5014" y="518"/>
                    <a:pt x="4756" y="1633"/>
                  </a:cubicBezTo>
                  <a:cubicBezTo>
                    <a:pt x="4506" y="518"/>
                    <a:pt x="3712" y="1"/>
                    <a:pt x="37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19"/>
            <p:cNvSpPr/>
            <p:nvPr/>
          </p:nvSpPr>
          <p:spPr>
            <a:xfrm>
              <a:off x="4055434" y="2498123"/>
              <a:ext cx="299518" cy="234177"/>
            </a:xfrm>
            <a:custGeom>
              <a:rect b="b" l="l" r="r" t="t"/>
              <a:pathLst>
                <a:path extrusionOk="0" h="4444" w="5684">
                  <a:moveTo>
                    <a:pt x="2213" y="1"/>
                  </a:moveTo>
                  <a:lnTo>
                    <a:pt x="2213" y="1"/>
                  </a:lnTo>
                  <a:cubicBezTo>
                    <a:pt x="2356" y="492"/>
                    <a:pt x="2418" y="884"/>
                    <a:pt x="2418" y="884"/>
                  </a:cubicBezTo>
                  <a:cubicBezTo>
                    <a:pt x="2044" y="269"/>
                    <a:pt x="1455" y="72"/>
                    <a:pt x="1455" y="72"/>
                  </a:cubicBezTo>
                  <a:lnTo>
                    <a:pt x="1455" y="72"/>
                  </a:lnTo>
                  <a:cubicBezTo>
                    <a:pt x="2115" y="527"/>
                    <a:pt x="2231" y="1161"/>
                    <a:pt x="2231" y="1161"/>
                  </a:cubicBezTo>
                  <a:cubicBezTo>
                    <a:pt x="1794" y="554"/>
                    <a:pt x="938" y="545"/>
                    <a:pt x="937" y="545"/>
                  </a:cubicBezTo>
                  <a:lnTo>
                    <a:pt x="937" y="545"/>
                  </a:lnTo>
                  <a:cubicBezTo>
                    <a:pt x="1482" y="715"/>
                    <a:pt x="1847" y="1205"/>
                    <a:pt x="1847" y="1205"/>
                  </a:cubicBezTo>
                  <a:cubicBezTo>
                    <a:pt x="1847" y="1205"/>
                    <a:pt x="1526" y="955"/>
                    <a:pt x="1053" y="911"/>
                  </a:cubicBezTo>
                  <a:cubicBezTo>
                    <a:pt x="966" y="903"/>
                    <a:pt x="886" y="899"/>
                    <a:pt x="814" y="899"/>
                  </a:cubicBezTo>
                  <a:cubicBezTo>
                    <a:pt x="497" y="899"/>
                    <a:pt x="331" y="964"/>
                    <a:pt x="331" y="964"/>
                  </a:cubicBezTo>
                  <a:cubicBezTo>
                    <a:pt x="1169" y="982"/>
                    <a:pt x="1455" y="1366"/>
                    <a:pt x="1455" y="1366"/>
                  </a:cubicBezTo>
                  <a:cubicBezTo>
                    <a:pt x="1241" y="1302"/>
                    <a:pt x="1020" y="1289"/>
                    <a:pt x="878" y="1289"/>
                  </a:cubicBezTo>
                  <a:cubicBezTo>
                    <a:pt x="783" y="1289"/>
                    <a:pt x="723" y="1294"/>
                    <a:pt x="723" y="1294"/>
                  </a:cubicBezTo>
                  <a:cubicBezTo>
                    <a:pt x="1303" y="1393"/>
                    <a:pt x="1562" y="1687"/>
                    <a:pt x="1562" y="1687"/>
                  </a:cubicBezTo>
                  <a:cubicBezTo>
                    <a:pt x="1562" y="1687"/>
                    <a:pt x="1284" y="1612"/>
                    <a:pt x="983" y="1612"/>
                  </a:cubicBezTo>
                  <a:cubicBezTo>
                    <a:pt x="832" y="1612"/>
                    <a:pt x="676" y="1630"/>
                    <a:pt x="545" y="1687"/>
                  </a:cubicBezTo>
                  <a:cubicBezTo>
                    <a:pt x="161" y="1865"/>
                    <a:pt x="81" y="2213"/>
                    <a:pt x="81" y="2213"/>
                  </a:cubicBezTo>
                  <a:cubicBezTo>
                    <a:pt x="267" y="1994"/>
                    <a:pt x="556" y="1846"/>
                    <a:pt x="905" y="1846"/>
                  </a:cubicBezTo>
                  <a:cubicBezTo>
                    <a:pt x="924" y="1846"/>
                    <a:pt x="944" y="1847"/>
                    <a:pt x="964" y="1848"/>
                  </a:cubicBezTo>
                  <a:cubicBezTo>
                    <a:pt x="1294" y="1856"/>
                    <a:pt x="1455" y="2008"/>
                    <a:pt x="1455" y="2008"/>
                  </a:cubicBezTo>
                  <a:cubicBezTo>
                    <a:pt x="1455" y="2008"/>
                    <a:pt x="1349" y="1989"/>
                    <a:pt x="1189" y="1989"/>
                  </a:cubicBezTo>
                  <a:cubicBezTo>
                    <a:pt x="1006" y="1989"/>
                    <a:pt x="753" y="2014"/>
                    <a:pt x="509" y="2124"/>
                  </a:cubicBezTo>
                  <a:cubicBezTo>
                    <a:pt x="63" y="2320"/>
                    <a:pt x="1" y="2677"/>
                    <a:pt x="1" y="2677"/>
                  </a:cubicBezTo>
                  <a:cubicBezTo>
                    <a:pt x="295" y="2347"/>
                    <a:pt x="830" y="2276"/>
                    <a:pt x="830" y="2276"/>
                  </a:cubicBezTo>
                  <a:lnTo>
                    <a:pt x="830" y="2276"/>
                  </a:lnTo>
                  <a:cubicBezTo>
                    <a:pt x="152" y="2615"/>
                    <a:pt x="36" y="3195"/>
                    <a:pt x="36" y="3195"/>
                  </a:cubicBezTo>
                  <a:cubicBezTo>
                    <a:pt x="259" y="2963"/>
                    <a:pt x="679" y="2829"/>
                    <a:pt x="679" y="2829"/>
                  </a:cubicBezTo>
                  <a:lnTo>
                    <a:pt x="679" y="2829"/>
                  </a:lnTo>
                  <a:cubicBezTo>
                    <a:pt x="233" y="3177"/>
                    <a:pt x="90" y="3667"/>
                    <a:pt x="90" y="3667"/>
                  </a:cubicBezTo>
                  <a:cubicBezTo>
                    <a:pt x="393" y="3266"/>
                    <a:pt x="919" y="3079"/>
                    <a:pt x="920" y="3079"/>
                  </a:cubicBezTo>
                  <a:lnTo>
                    <a:pt x="920" y="3079"/>
                  </a:lnTo>
                  <a:cubicBezTo>
                    <a:pt x="697" y="3355"/>
                    <a:pt x="625" y="3739"/>
                    <a:pt x="625" y="3739"/>
                  </a:cubicBezTo>
                  <a:cubicBezTo>
                    <a:pt x="973" y="2954"/>
                    <a:pt x="1589" y="2829"/>
                    <a:pt x="1589" y="2829"/>
                  </a:cubicBezTo>
                  <a:lnTo>
                    <a:pt x="1589" y="2829"/>
                  </a:lnTo>
                  <a:cubicBezTo>
                    <a:pt x="982" y="3141"/>
                    <a:pt x="884" y="3962"/>
                    <a:pt x="884" y="3962"/>
                  </a:cubicBezTo>
                  <a:cubicBezTo>
                    <a:pt x="1169" y="3195"/>
                    <a:pt x="1722" y="2963"/>
                    <a:pt x="1722" y="2963"/>
                  </a:cubicBezTo>
                  <a:lnTo>
                    <a:pt x="1722" y="2963"/>
                  </a:lnTo>
                  <a:cubicBezTo>
                    <a:pt x="1125" y="3614"/>
                    <a:pt x="1366" y="4363"/>
                    <a:pt x="1366" y="4363"/>
                  </a:cubicBezTo>
                  <a:cubicBezTo>
                    <a:pt x="1366" y="3712"/>
                    <a:pt x="1669" y="3382"/>
                    <a:pt x="1669" y="3382"/>
                  </a:cubicBezTo>
                  <a:lnTo>
                    <a:pt x="1669" y="3382"/>
                  </a:lnTo>
                  <a:cubicBezTo>
                    <a:pt x="1544" y="3739"/>
                    <a:pt x="1606" y="4042"/>
                    <a:pt x="1606" y="4042"/>
                  </a:cubicBezTo>
                  <a:cubicBezTo>
                    <a:pt x="1731" y="3355"/>
                    <a:pt x="2106" y="3079"/>
                    <a:pt x="2106" y="3079"/>
                  </a:cubicBezTo>
                  <a:lnTo>
                    <a:pt x="2106" y="3079"/>
                  </a:lnTo>
                  <a:cubicBezTo>
                    <a:pt x="1883" y="3489"/>
                    <a:pt x="1919" y="4113"/>
                    <a:pt x="1919" y="4113"/>
                  </a:cubicBezTo>
                  <a:cubicBezTo>
                    <a:pt x="2035" y="3400"/>
                    <a:pt x="2391" y="2990"/>
                    <a:pt x="2392" y="2989"/>
                  </a:cubicBezTo>
                  <a:lnTo>
                    <a:pt x="2392" y="2989"/>
                  </a:lnTo>
                  <a:cubicBezTo>
                    <a:pt x="2115" y="3694"/>
                    <a:pt x="2409" y="4444"/>
                    <a:pt x="2409" y="4444"/>
                  </a:cubicBezTo>
                  <a:cubicBezTo>
                    <a:pt x="2311" y="3230"/>
                    <a:pt x="2838" y="2856"/>
                    <a:pt x="2838" y="2856"/>
                  </a:cubicBezTo>
                  <a:cubicBezTo>
                    <a:pt x="2838" y="2856"/>
                    <a:pt x="3364" y="3230"/>
                    <a:pt x="3275" y="4444"/>
                  </a:cubicBezTo>
                  <a:cubicBezTo>
                    <a:pt x="3275" y="4444"/>
                    <a:pt x="3569" y="3694"/>
                    <a:pt x="3284" y="2989"/>
                  </a:cubicBezTo>
                  <a:lnTo>
                    <a:pt x="3284" y="2989"/>
                  </a:lnTo>
                  <a:cubicBezTo>
                    <a:pt x="3284" y="2990"/>
                    <a:pt x="3649" y="3400"/>
                    <a:pt x="3756" y="4113"/>
                  </a:cubicBezTo>
                  <a:cubicBezTo>
                    <a:pt x="3756" y="4113"/>
                    <a:pt x="3801" y="3489"/>
                    <a:pt x="3578" y="3079"/>
                  </a:cubicBezTo>
                  <a:lnTo>
                    <a:pt x="3578" y="3079"/>
                  </a:lnTo>
                  <a:cubicBezTo>
                    <a:pt x="3578" y="3079"/>
                    <a:pt x="3953" y="3355"/>
                    <a:pt x="4078" y="4042"/>
                  </a:cubicBezTo>
                  <a:cubicBezTo>
                    <a:pt x="4078" y="4042"/>
                    <a:pt x="4140" y="3739"/>
                    <a:pt x="4006" y="3382"/>
                  </a:cubicBezTo>
                  <a:lnTo>
                    <a:pt x="4006" y="3382"/>
                  </a:lnTo>
                  <a:cubicBezTo>
                    <a:pt x="4006" y="3382"/>
                    <a:pt x="4318" y="3712"/>
                    <a:pt x="4318" y="4363"/>
                  </a:cubicBezTo>
                  <a:cubicBezTo>
                    <a:pt x="4318" y="4363"/>
                    <a:pt x="4550" y="3614"/>
                    <a:pt x="3953" y="2963"/>
                  </a:cubicBezTo>
                  <a:lnTo>
                    <a:pt x="3953" y="2963"/>
                  </a:lnTo>
                  <a:cubicBezTo>
                    <a:pt x="3953" y="2963"/>
                    <a:pt x="4515" y="3195"/>
                    <a:pt x="4800" y="3962"/>
                  </a:cubicBezTo>
                  <a:cubicBezTo>
                    <a:pt x="4800" y="3962"/>
                    <a:pt x="4702" y="3141"/>
                    <a:pt x="4095" y="2829"/>
                  </a:cubicBezTo>
                  <a:lnTo>
                    <a:pt x="4095" y="2829"/>
                  </a:lnTo>
                  <a:cubicBezTo>
                    <a:pt x="4096" y="2829"/>
                    <a:pt x="4711" y="2954"/>
                    <a:pt x="5059" y="3739"/>
                  </a:cubicBezTo>
                  <a:cubicBezTo>
                    <a:pt x="5059" y="3739"/>
                    <a:pt x="4988" y="3355"/>
                    <a:pt x="4765" y="3079"/>
                  </a:cubicBezTo>
                  <a:lnTo>
                    <a:pt x="4765" y="3079"/>
                  </a:lnTo>
                  <a:cubicBezTo>
                    <a:pt x="4765" y="3079"/>
                    <a:pt x="5291" y="3266"/>
                    <a:pt x="5585" y="3667"/>
                  </a:cubicBezTo>
                  <a:cubicBezTo>
                    <a:pt x="5585" y="3667"/>
                    <a:pt x="5451" y="3177"/>
                    <a:pt x="5005" y="2829"/>
                  </a:cubicBezTo>
                  <a:lnTo>
                    <a:pt x="5005" y="2829"/>
                  </a:lnTo>
                  <a:cubicBezTo>
                    <a:pt x="5006" y="2829"/>
                    <a:pt x="5425" y="2963"/>
                    <a:pt x="5648" y="3195"/>
                  </a:cubicBezTo>
                  <a:cubicBezTo>
                    <a:pt x="5648" y="3195"/>
                    <a:pt x="5532" y="2615"/>
                    <a:pt x="4854" y="2276"/>
                  </a:cubicBezTo>
                  <a:lnTo>
                    <a:pt x="4854" y="2276"/>
                  </a:lnTo>
                  <a:cubicBezTo>
                    <a:pt x="4854" y="2276"/>
                    <a:pt x="5389" y="2347"/>
                    <a:pt x="5683" y="2677"/>
                  </a:cubicBezTo>
                  <a:cubicBezTo>
                    <a:pt x="5683" y="2677"/>
                    <a:pt x="5621" y="2320"/>
                    <a:pt x="5166" y="2124"/>
                  </a:cubicBezTo>
                  <a:cubicBezTo>
                    <a:pt x="4927" y="2014"/>
                    <a:pt x="4676" y="1989"/>
                    <a:pt x="4494" y="1989"/>
                  </a:cubicBezTo>
                  <a:cubicBezTo>
                    <a:pt x="4335" y="1989"/>
                    <a:pt x="4229" y="2008"/>
                    <a:pt x="4229" y="2008"/>
                  </a:cubicBezTo>
                  <a:cubicBezTo>
                    <a:pt x="4229" y="2008"/>
                    <a:pt x="4390" y="1856"/>
                    <a:pt x="4720" y="1848"/>
                  </a:cubicBezTo>
                  <a:cubicBezTo>
                    <a:pt x="4740" y="1847"/>
                    <a:pt x="4760" y="1846"/>
                    <a:pt x="4779" y="1846"/>
                  </a:cubicBezTo>
                  <a:cubicBezTo>
                    <a:pt x="5128" y="1846"/>
                    <a:pt x="5417" y="1994"/>
                    <a:pt x="5603" y="2213"/>
                  </a:cubicBezTo>
                  <a:cubicBezTo>
                    <a:pt x="5603" y="2213"/>
                    <a:pt x="5523" y="1865"/>
                    <a:pt x="5130" y="1687"/>
                  </a:cubicBezTo>
                  <a:cubicBezTo>
                    <a:pt x="5002" y="1630"/>
                    <a:pt x="4848" y="1612"/>
                    <a:pt x="4698" y="1612"/>
                  </a:cubicBezTo>
                  <a:cubicBezTo>
                    <a:pt x="4400" y="1612"/>
                    <a:pt x="4122" y="1687"/>
                    <a:pt x="4122" y="1687"/>
                  </a:cubicBezTo>
                  <a:cubicBezTo>
                    <a:pt x="4122" y="1687"/>
                    <a:pt x="4381" y="1393"/>
                    <a:pt x="4961" y="1294"/>
                  </a:cubicBezTo>
                  <a:cubicBezTo>
                    <a:pt x="4961" y="1294"/>
                    <a:pt x="4901" y="1289"/>
                    <a:pt x="4806" y="1289"/>
                  </a:cubicBezTo>
                  <a:cubicBezTo>
                    <a:pt x="4664" y="1289"/>
                    <a:pt x="4443" y="1302"/>
                    <a:pt x="4229" y="1366"/>
                  </a:cubicBezTo>
                  <a:cubicBezTo>
                    <a:pt x="4229" y="1366"/>
                    <a:pt x="4515" y="982"/>
                    <a:pt x="5353" y="964"/>
                  </a:cubicBezTo>
                  <a:cubicBezTo>
                    <a:pt x="5353" y="964"/>
                    <a:pt x="5187" y="899"/>
                    <a:pt x="4870" y="899"/>
                  </a:cubicBezTo>
                  <a:cubicBezTo>
                    <a:pt x="4798" y="899"/>
                    <a:pt x="4718" y="903"/>
                    <a:pt x="4631" y="911"/>
                  </a:cubicBezTo>
                  <a:cubicBezTo>
                    <a:pt x="4158" y="955"/>
                    <a:pt x="3837" y="1205"/>
                    <a:pt x="3837" y="1205"/>
                  </a:cubicBezTo>
                  <a:cubicBezTo>
                    <a:pt x="3837" y="1205"/>
                    <a:pt x="4203" y="715"/>
                    <a:pt x="4747" y="545"/>
                  </a:cubicBezTo>
                  <a:lnTo>
                    <a:pt x="4747" y="545"/>
                  </a:lnTo>
                  <a:cubicBezTo>
                    <a:pt x="4747" y="545"/>
                    <a:pt x="3890" y="554"/>
                    <a:pt x="3444" y="1161"/>
                  </a:cubicBezTo>
                  <a:cubicBezTo>
                    <a:pt x="3444" y="1161"/>
                    <a:pt x="3569" y="527"/>
                    <a:pt x="4229" y="72"/>
                  </a:cubicBezTo>
                  <a:lnTo>
                    <a:pt x="4229" y="72"/>
                  </a:lnTo>
                  <a:cubicBezTo>
                    <a:pt x="4229" y="72"/>
                    <a:pt x="3640" y="269"/>
                    <a:pt x="3266" y="884"/>
                  </a:cubicBezTo>
                  <a:cubicBezTo>
                    <a:pt x="3266" y="884"/>
                    <a:pt x="3328" y="492"/>
                    <a:pt x="3462" y="1"/>
                  </a:cubicBezTo>
                  <a:lnTo>
                    <a:pt x="3462" y="1"/>
                  </a:lnTo>
                  <a:cubicBezTo>
                    <a:pt x="3462" y="1"/>
                    <a:pt x="2989" y="304"/>
                    <a:pt x="2838" y="973"/>
                  </a:cubicBezTo>
                  <a:cubicBezTo>
                    <a:pt x="2686" y="304"/>
                    <a:pt x="2213" y="1"/>
                    <a:pt x="2213"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19"/>
            <p:cNvSpPr/>
            <p:nvPr/>
          </p:nvSpPr>
          <p:spPr>
            <a:xfrm>
              <a:off x="3956262" y="2952724"/>
              <a:ext cx="54592" cy="707536"/>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19"/>
            <p:cNvSpPr/>
            <p:nvPr/>
          </p:nvSpPr>
          <p:spPr>
            <a:xfrm>
              <a:off x="3979290" y="2952724"/>
              <a:ext cx="31564" cy="707536"/>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19"/>
            <p:cNvSpPr/>
            <p:nvPr/>
          </p:nvSpPr>
          <p:spPr>
            <a:xfrm>
              <a:off x="3812879" y="2781148"/>
              <a:ext cx="341358" cy="266584"/>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19"/>
            <p:cNvSpPr/>
            <p:nvPr/>
          </p:nvSpPr>
          <p:spPr>
            <a:xfrm>
              <a:off x="3881962" y="2843645"/>
              <a:ext cx="203139" cy="159455"/>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19"/>
            <p:cNvSpPr/>
            <p:nvPr/>
          </p:nvSpPr>
          <p:spPr>
            <a:xfrm>
              <a:off x="4372762" y="3113022"/>
              <a:ext cx="45160" cy="588603"/>
            </a:xfrm>
            <a:custGeom>
              <a:rect b="b" l="l" r="r" t="t"/>
              <a:pathLst>
                <a:path extrusionOk="0" h="11170" w="857">
                  <a:moveTo>
                    <a:pt x="206" y="1"/>
                  </a:moveTo>
                  <a:cubicBezTo>
                    <a:pt x="206" y="1"/>
                    <a:pt x="0" y="563"/>
                    <a:pt x="206" y="1749"/>
                  </a:cubicBezTo>
                  <a:cubicBezTo>
                    <a:pt x="357" y="2677"/>
                    <a:pt x="206" y="11170"/>
                    <a:pt x="206" y="11170"/>
                  </a:cubicBezTo>
                  <a:lnTo>
                    <a:pt x="652" y="11170"/>
                  </a:lnTo>
                  <a:cubicBezTo>
                    <a:pt x="652" y="11170"/>
                    <a:pt x="500" y="2677"/>
                    <a:pt x="652" y="1749"/>
                  </a:cubicBezTo>
                  <a:cubicBezTo>
                    <a:pt x="857" y="563"/>
                    <a:pt x="652" y="1"/>
                    <a:pt x="652"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19"/>
            <p:cNvSpPr/>
            <p:nvPr/>
          </p:nvSpPr>
          <p:spPr>
            <a:xfrm>
              <a:off x="4392048" y="3113022"/>
              <a:ext cx="25873" cy="588603"/>
            </a:xfrm>
            <a:custGeom>
              <a:rect b="b" l="l" r="r" t="t"/>
              <a:pathLst>
                <a:path extrusionOk="0" h="11170" w="491">
                  <a:moveTo>
                    <a:pt x="161" y="1"/>
                  </a:moveTo>
                  <a:cubicBezTo>
                    <a:pt x="161" y="1"/>
                    <a:pt x="357" y="563"/>
                    <a:pt x="161" y="1749"/>
                  </a:cubicBezTo>
                  <a:cubicBezTo>
                    <a:pt x="0" y="2677"/>
                    <a:pt x="161" y="11170"/>
                    <a:pt x="161" y="11170"/>
                  </a:cubicBezTo>
                  <a:lnTo>
                    <a:pt x="286" y="11170"/>
                  </a:lnTo>
                  <a:cubicBezTo>
                    <a:pt x="286" y="11170"/>
                    <a:pt x="134" y="2677"/>
                    <a:pt x="286" y="1749"/>
                  </a:cubicBezTo>
                  <a:cubicBezTo>
                    <a:pt x="491" y="563"/>
                    <a:pt x="286" y="1"/>
                    <a:pt x="286"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19"/>
            <p:cNvSpPr/>
            <p:nvPr/>
          </p:nvSpPr>
          <p:spPr>
            <a:xfrm>
              <a:off x="4253356" y="2970113"/>
              <a:ext cx="283499" cy="221951"/>
            </a:xfrm>
            <a:custGeom>
              <a:rect b="b" l="l" r="r" t="t"/>
              <a:pathLst>
                <a:path extrusionOk="0" h="4212" w="5380">
                  <a:moveTo>
                    <a:pt x="2106" y="1"/>
                  </a:moveTo>
                  <a:cubicBezTo>
                    <a:pt x="2231" y="473"/>
                    <a:pt x="2293" y="839"/>
                    <a:pt x="2293" y="839"/>
                  </a:cubicBezTo>
                  <a:cubicBezTo>
                    <a:pt x="1936" y="259"/>
                    <a:pt x="1374" y="72"/>
                    <a:pt x="1374" y="72"/>
                  </a:cubicBezTo>
                  <a:lnTo>
                    <a:pt x="1374" y="72"/>
                  </a:lnTo>
                  <a:cubicBezTo>
                    <a:pt x="1999" y="500"/>
                    <a:pt x="2115" y="1098"/>
                    <a:pt x="2115" y="1098"/>
                  </a:cubicBezTo>
                  <a:cubicBezTo>
                    <a:pt x="1695" y="527"/>
                    <a:pt x="884" y="527"/>
                    <a:pt x="884" y="527"/>
                  </a:cubicBezTo>
                  <a:lnTo>
                    <a:pt x="884" y="527"/>
                  </a:lnTo>
                  <a:cubicBezTo>
                    <a:pt x="1410" y="687"/>
                    <a:pt x="1749" y="1142"/>
                    <a:pt x="1749" y="1142"/>
                  </a:cubicBezTo>
                  <a:cubicBezTo>
                    <a:pt x="1749" y="1142"/>
                    <a:pt x="1446" y="902"/>
                    <a:pt x="1000" y="866"/>
                  </a:cubicBezTo>
                  <a:cubicBezTo>
                    <a:pt x="909" y="857"/>
                    <a:pt x="827" y="853"/>
                    <a:pt x="753" y="853"/>
                  </a:cubicBezTo>
                  <a:cubicBezTo>
                    <a:pt x="461" y="853"/>
                    <a:pt x="313" y="910"/>
                    <a:pt x="313" y="910"/>
                  </a:cubicBezTo>
                  <a:cubicBezTo>
                    <a:pt x="1107" y="937"/>
                    <a:pt x="1383" y="1303"/>
                    <a:pt x="1383" y="1303"/>
                  </a:cubicBezTo>
                  <a:cubicBezTo>
                    <a:pt x="1174" y="1239"/>
                    <a:pt x="966" y="1226"/>
                    <a:pt x="832" y="1226"/>
                  </a:cubicBezTo>
                  <a:cubicBezTo>
                    <a:pt x="743" y="1226"/>
                    <a:pt x="687" y="1232"/>
                    <a:pt x="687" y="1232"/>
                  </a:cubicBezTo>
                  <a:cubicBezTo>
                    <a:pt x="1232" y="1330"/>
                    <a:pt x="1481" y="1606"/>
                    <a:pt x="1481" y="1606"/>
                  </a:cubicBezTo>
                  <a:cubicBezTo>
                    <a:pt x="1481" y="1606"/>
                    <a:pt x="1220" y="1531"/>
                    <a:pt x="934" y="1531"/>
                  </a:cubicBezTo>
                  <a:cubicBezTo>
                    <a:pt x="791" y="1531"/>
                    <a:pt x="643" y="1550"/>
                    <a:pt x="518" y="1606"/>
                  </a:cubicBezTo>
                  <a:cubicBezTo>
                    <a:pt x="152" y="1776"/>
                    <a:pt x="81" y="2106"/>
                    <a:pt x="81" y="2106"/>
                  </a:cubicBezTo>
                  <a:cubicBezTo>
                    <a:pt x="249" y="1895"/>
                    <a:pt x="521" y="1756"/>
                    <a:pt x="851" y="1756"/>
                  </a:cubicBezTo>
                  <a:cubicBezTo>
                    <a:pt x="870" y="1756"/>
                    <a:pt x="890" y="1757"/>
                    <a:pt x="910" y="1758"/>
                  </a:cubicBezTo>
                  <a:cubicBezTo>
                    <a:pt x="1223" y="1767"/>
                    <a:pt x="1374" y="1910"/>
                    <a:pt x="1374" y="1910"/>
                  </a:cubicBezTo>
                  <a:cubicBezTo>
                    <a:pt x="1374" y="1910"/>
                    <a:pt x="1275" y="1893"/>
                    <a:pt x="1127" y="1893"/>
                  </a:cubicBezTo>
                  <a:cubicBezTo>
                    <a:pt x="954" y="1893"/>
                    <a:pt x="713" y="1916"/>
                    <a:pt x="482" y="2017"/>
                  </a:cubicBezTo>
                  <a:cubicBezTo>
                    <a:pt x="63" y="2204"/>
                    <a:pt x="0" y="2543"/>
                    <a:pt x="0" y="2543"/>
                  </a:cubicBezTo>
                  <a:cubicBezTo>
                    <a:pt x="277" y="2231"/>
                    <a:pt x="785" y="2168"/>
                    <a:pt x="786" y="2168"/>
                  </a:cubicBezTo>
                  <a:lnTo>
                    <a:pt x="786" y="2168"/>
                  </a:lnTo>
                  <a:cubicBezTo>
                    <a:pt x="143" y="2481"/>
                    <a:pt x="36" y="3034"/>
                    <a:pt x="36" y="3034"/>
                  </a:cubicBezTo>
                  <a:cubicBezTo>
                    <a:pt x="241" y="2811"/>
                    <a:pt x="643" y="2686"/>
                    <a:pt x="643" y="2686"/>
                  </a:cubicBezTo>
                  <a:lnTo>
                    <a:pt x="643" y="2686"/>
                  </a:lnTo>
                  <a:cubicBezTo>
                    <a:pt x="215" y="3016"/>
                    <a:pt x="90" y="3489"/>
                    <a:pt x="90" y="3489"/>
                  </a:cubicBezTo>
                  <a:cubicBezTo>
                    <a:pt x="366" y="3096"/>
                    <a:pt x="875" y="2918"/>
                    <a:pt x="875" y="2918"/>
                  </a:cubicBezTo>
                  <a:lnTo>
                    <a:pt x="875" y="2918"/>
                  </a:lnTo>
                  <a:cubicBezTo>
                    <a:pt x="661" y="3185"/>
                    <a:pt x="598" y="3551"/>
                    <a:pt x="598" y="3551"/>
                  </a:cubicBezTo>
                  <a:cubicBezTo>
                    <a:pt x="919" y="2802"/>
                    <a:pt x="1508" y="2686"/>
                    <a:pt x="1508" y="2686"/>
                  </a:cubicBezTo>
                  <a:lnTo>
                    <a:pt x="1508" y="2686"/>
                  </a:lnTo>
                  <a:cubicBezTo>
                    <a:pt x="928" y="2980"/>
                    <a:pt x="839" y="3756"/>
                    <a:pt x="839" y="3756"/>
                  </a:cubicBezTo>
                  <a:cubicBezTo>
                    <a:pt x="1107" y="3034"/>
                    <a:pt x="1633" y="2811"/>
                    <a:pt x="1633" y="2811"/>
                  </a:cubicBezTo>
                  <a:lnTo>
                    <a:pt x="1633" y="2811"/>
                  </a:lnTo>
                  <a:cubicBezTo>
                    <a:pt x="1071" y="3426"/>
                    <a:pt x="1294" y="4140"/>
                    <a:pt x="1294" y="4140"/>
                  </a:cubicBezTo>
                  <a:cubicBezTo>
                    <a:pt x="1294" y="3524"/>
                    <a:pt x="1588" y="3212"/>
                    <a:pt x="1588" y="3212"/>
                  </a:cubicBezTo>
                  <a:lnTo>
                    <a:pt x="1588" y="3212"/>
                  </a:lnTo>
                  <a:cubicBezTo>
                    <a:pt x="1464" y="3551"/>
                    <a:pt x="1517" y="3837"/>
                    <a:pt x="1517" y="3837"/>
                  </a:cubicBezTo>
                  <a:cubicBezTo>
                    <a:pt x="1642" y="3185"/>
                    <a:pt x="1999" y="2918"/>
                    <a:pt x="1999" y="2918"/>
                  </a:cubicBezTo>
                  <a:lnTo>
                    <a:pt x="1999" y="2918"/>
                  </a:lnTo>
                  <a:cubicBezTo>
                    <a:pt x="1785" y="3310"/>
                    <a:pt x="1820" y="3899"/>
                    <a:pt x="1820" y="3899"/>
                  </a:cubicBezTo>
                  <a:cubicBezTo>
                    <a:pt x="1927" y="3230"/>
                    <a:pt x="2266" y="2838"/>
                    <a:pt x="2266" y="2837"/>
                  </a:cubicBezTo>
                  <a:lnTo>
                    <a:pt x="2266" y="2837"/>
                  </a:lnTo>
                  <a:cubicBezTo>
                    <a:pt x="2008" y="3507"/>
                    <a:pt x="2284" y="4211"/>
                    <a:pt x="2284" y="4211"/>
                  </a:cubicBezTo>
                  <a:cubicBezTo>
                    <a:pt x="2195" y="3069"/>
                    <a:pt x="2695" y="2713"/>
                    <a:pt x="2695" y="2713"/>
                  </a:cubicBezTo>
                  <a:cubicBezTo>
                    <a:pt x="2695" y="2713"/>
                    <a:pt x="3194" y="3069"/>
                    <a:pt x="3105" y="4211"/>
                  </a:cubicBezTo>
                  <a:cubicBezTo>
                    <a:pt x="3105" y="4211"/>
                    <a:pt x="3382" y="3507"/>
                    <a:pt x="3114" y="2837"/>
                  </a:cubicBezTo>
                  <a:lnTo>
                    <a:pt x="3114" y="2837"/>
                  </a:lnTo>
                  <a:cubicBezTo>
                    <a:pt x="3114" y="2838"/>
                    <a:pt x="3453" y="3230"/>
                    <a:pt x="3560" y="3899"/>
                  </a:cubicBezTo>
                  <a:cubicBezTo>
                    <a:pt x="3560" y="3899"/>
                    <a:pt x="3605" y="3310"/>
                    <a:pt x="3390" y="2918"/>
                  </a:cubicBezTo>
                  <a:lnTo>
                    <a:pt x="3390" y="2918"/>
                  </a:lnTo>
                  <a:cubicBezTo>
                    <a:pt x="3391" y="2918"/>
                    <a:pt x="3747" y="3185"/>
                    <a:pt x="3872" y="3837"/>
                  </a:cubicBezTo>
                  <a:cubicBezTo>
                    <a:pt x="3872" y="3837"/>
                    <a:pt x="3926" y="3551"/>
                    <a:pt x="3801" y="3212"/>
                  </a:cubicBezTo>
                  <a:lnTo>
                    <a:pt x="3801" y="3212"/>
                  </a:lnTo>
                  <a:cubicBezTo>
                    <a:pt x="3801" y="3212"/>
                    <a:pt x="4095" y="3524"/>
                    <a:pt x="4095" y="4140"/>
                  </a:cubicBezTo>
                  <a:cubicBezTo>
                    <a:pt x="4095" y="4140"/>
                    <a:pt x="4318" y="3426"/>
                    <a:pt x="3747" y="2811"/>
                  </a:cubicBezTo>
                  <a:lnTo>
                    <a:pt x="3747" y="2811"/>
                  </a:lnTo>
                  <a:cubicBezTo>
                    <a:pt x="3747" y="2811"/>
                    <a:pt x="4274" y="3034"/>
                    <a:pt x="4550" y="3756"/>
                  </a:cubicBezTo>
                  <a:cubicBezTo>
                    <a:pt x="4550" y="3756"/>
                    <a:pt x="4452" y="2980"/>
                    <a:pt x="3881" y="2686"/>
                  </a:cubicBezTo>
                  <a:lnTo>
                    <a:pt x="3881" y="2686"/>
                  </a:lnTo>
                  <a:cubicBezTo>
                    <a:pt x="3881" y="2686"/>
                    <a:pt x="4470" y="2802"/>
                    <a:pt x="4791" y="3551"/>
                  </a:cubicBezTo>
                  <a:cubicBezTo>
                    <a:pt x="4791" y="3551"/>
                    <a:pt x="4729" y="3185"/>
                    <a:pt x="4515" y="2918"/>
                  </a:cubicBezTo>
                  <a:lnTo>
                    <a:pt x="4515" y="2918"/>
                  </a:lnTo>
                  <a:cubicBezTo>
                    <a:pt x="4515" y="2918"/>
                    <a:pt x="5014" y="3096"/>
                    <a:pt x="5300" y="3489"/>
                  </a:cubicBezTo>
                  <a:cubicBezTo>
                    <a:pt x="5300" y="3489"/>
                    <a:pt x="5166" y="3016"/>
                    <a:pt x="4746" y="2686"/>
                  </a:cubicBezTo>
                  <a:lnTo>
                    <a:pt x="4746" y="2686"/>
                  </a:lnTo>
                  <a:cubicBezTo>
                    <a:pt x="4747" y="2686"/>
                    <a:pt x="5139" y="2811"/>
                    <a:pt x="5353" y="3034"/>
                  </a:cubicBezTo>
                  <a:cubicBezTo>
                    <a:pt x="5353" y="3034"/>
                    <a:pt x="5246" y="2481"/>
                    <a:pt x="4604" y="2168"/>
                  </a:cubicBezTo>
                  <a:lnTo>
                    <a:pt x="4604" y="2168"/>
                  </a:lnTo>
                  <a:cubicBezTo>
                    <a:pt x="4604" y="2168"/>
                    <a:pt x="5103" y="2231"/>
                    <a:pt x="5380" y="2543"/>
                  </a:cubicBezTo>
                  <a:cubicBezTo>
                    <a:pt x="5380" y="2543"/>
                    <a:pt x="5326" y="2204"/>
                    <a:pt x="4898" y="2017"/>
                  </a:cubicBezTo>
                  <a:cubicBezTo>
                    <a:pt x="4672" y="1916"/>
                    <a:pt x="4431" y="1893"/>
                    <a:pt x="4256" y="1893"/>
                  </a:cubicBezTo>
                  <a:cubicBezTo>
                    <a:pt x="4107" y="1893"/>
                    <a:pt x="4006" y="1910"/>
                    <a:pt x="4006" y="1910"/>
                  </a:cubicBezTo>
                  <a:cubicBezTo>
                    <a:pt x="4006" y="1910"/>
                    <a:pt x="4158" y="1767"/>
                    <a:pt x="4470" y="1758"/>
                  </a:cubicBezTo>
                  <a:cubicBezTo>
                    <a:pt x="4490" y="1757"/>
                    <a:pt x="4510" y="1756"/>
                    <a:pt x="4530" y="1756"/>
                  </a:cubicBezTo>
                  <a:cubicBezTo>
                    <a:pt x="4861" y="1756"/>
                    <a:pt x="5140" y="1895"/>
                    <a:pt x="5308" y="2106"/>
                  </a:cubicBezTo>
                  <a:cubicBezTo>
                    <a:pt x="5308" y="2106"/>
                    <a:pt x="5237" y="1776"/>
                    <a:pt x="4871" y="1606"/>
                  </a:cubicBezTo>
                  <a:cubicBezTo>
                    <a:pt x="4746" y="1550"/>
                    <a:pt x="4598" y="1531"/>
                    <a:pt x="4455" y="1531"/>
                  </a:cubicBezTo>
                  <a:cubicBezTo>
                    <a:pt x="4170" y="1531"/>
                    <a:pt x="3908" y="1606"/>
                    <a:pt x="3908" y="1606"/>
                  </a:cubicBezTo>
                  <a:cubicBezTo>
                    <a:pt x="3908" y="1606"/>
                    <a:pt x="4149" y="1330"/>
                    <a:pt x="4702" y="1232"/>
                  </a:cubicBezTo>
                  <a:cubicBezTo>
                    <a:pt x="4702" y="1232"/>
                    <a:pt x="4645" y="1226"/>
                    <a:pt x="4555" y="1226"/>
                  </a:cubicBezTo>
                  <a:cubicBezTo>
                    <a:pt x="4419" y="1226"/>
                    <a:pt x="4209" y="1239"/>
                    <a:pt x="4006" y="1303"/>
                  </a:cubicBezTo>
                  <a:cubicBezTo>
                    <a:pt x="4006" y="1303"/>
                    <a:pt x="4283" y="937"/>
                    <a:pt x="5077" y="910"/>
                  </a:cubicBezTo>
                  <a:cubicBezTo>
                    <a:pt x="5077" y="910"/>
                    <a:pt x="4922" y="853"/>
                    <a:pt x="4632" y="853"/>
                  </a:cubicBezTo>
                  <a:cubicBezTo>
                    <a:pt x="4560" y="853"/>
                    <a:pt x="4479" y="857"/>
                    <a:pt x="4390" y="866"/>
                  </a:cubicBezTo>
                  <a:cubicBezTo>
                    <a:pt x="3935" y="902"/>
                    <a:pt x="3640" y="1142"/>
                    <a:pt x="3640" y="1142"/>
                  </a:cubicBezTo>
                  <a:cubicBezTo>
                    <a:pt x="3640" y="1142"/>
                    <a:pt x="3979" y="687"/>
                    <a:pt x="4506" y="527"/>
                  </a:cubicBezTo>
                  <a:lnTo>
                    <a:pt x="4506" y="527"/>
                  </a:lnTo>
                  <a:cubicBezTo>
                    <a:pt x="4505" y="527"/>
                    <a:pt x="3685" y="527"/>
                    <a:pt x="3266" y="1098"/>
                  </a:cubicBezTo>
                  <a:cubicBezTo>
                    <a:pt x="3266" y="1098"/>
                    <a:pt x="3382" y="500"/>
                    <a:pt x="4006" y="72"/>
                  </a:cubicBezTo>
                  <a:lnTo>
                    <a:pt x="4006" y="72"/>
                  </a:lnTo>
                  <a:cubicBezTo>
                    <a:pt x="4006" y="72"/>
                    <a:pt x="3444" y="259"/>
                    <a:pt x="3096" y="839"/>
                  </a:cubicBezTo>
                  <a:cubicBezTo>
                    <a:pt x="3096" y="839"/>
                    <a:pt x="3159" y="473"/>
                    <a:pt x="3283" y="1"/>
                  </a:cubicBezTo>
                  <a:lnTo>
                    <a:pt x="3283" y="1"/>
                  </a:lnTo>
                  <a:cubicBezTo>
                    <a:pt x="3283" y="1"/>
                    <a:pt x="2837" y="295"/>
                    <a:pt x="2695" y="919"/>
                  </a:cubicBezTo>
                  <a:cubicBezTo>
                    <a:pt x="2552" y="295"/>
                    <a:pt x="2106" y="1"/>
                    <a:pt x="2106" y="1"/>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19"/>
            <p:cNvSpPr/>
            <p:nvPr/>
          </p:nvSpPr>
          <p:spPr>
            <a:xfrm>
              <a:off x="4310688" y="3022281"/>
              <a:ext cx="169309" cy="132633"/>
            </a:xfrm>
            <a:custGeom>
              <a:rect b="b" l="l" r="r" t="t"/>
              <a:pathLst>
                <a:path extrusionOk="0" h="2517" w="3213">
                  <a:moveTo>
                    <a:pt x="1955" y="1"/>
                  </a:moveTo>
                  <a:cubicBezTo>
                    <a:pt x="1954" y="1"/>
                    <a:pt x="1687" y="179"/>
                    <a:pt x="1607" y="554"/>
                  </a:cubicBezTo>
                  <a:cubicBezTo>
                    <a:pt x="1517" y="179"/>
                    <a:pt x="1250" y="1"/>
                    <a:pt x="1250" y="1"/>
                  </a:cubicBezTo>
                  <a:lnTo>
                    <a:pt x="1250" y="1"/>
                  </a:lnTo>
                  <a:cubicBezTo>
                    <a:pt x="1330" y="286"/>
                    <a:pt x="1366" y="500"/>
                    <a:pt x="1366" y="500"/>
                  </a:cubicBezTo>
                  <a:cubicBezTo>
                    <a:pt x="1152" y="161"/>
                    <a:pt x="822" y="45"/>
                    <a:pt x="822" y="45"/>
                  </a:cubicBezTo>
                  <a:lnTo>
                    <a:pt x="822" y="45"/>
                  </a:lnTo>
                  <a:cubicBezTo>
                    <a:pt x="1196" y="304"/>
                    <a:pt x="1259" y="661"/>
                    <a:pt x="1259" y="661"/>
                  </a:cubicBezTo>
                  <a:cubicBezTo>
                    <a:pt x="1009" y="322"/>
                    <a:pt x="527" y="313"/>
                    <a:pt x="527" y="313"/>
                  </a:cubicBezTo>
                  <a:lnTo>
                    <a:pt x="527" y="313"/>
                  </a:lnTo>
                  <a:cubicBezTo>
                    <a:pt x="839" y="411"/>
                    <a:pt x="1045" y="688"/>
                    <a:pt x="1045" y="688"/>
                  </a:cubicBezTo>
                  <a:cubicBezTo>
                    <a:pt x="1045" y="688"/>
                    <a:pt x="866" y="545"/>
                    <a:pt x="590" y="518"/>
                  </a:cubicBezTo>
                  <a:cubicBezTo>
                    <a:pt x="536" y="513"/>
                    <a:pt x="488" y="511"/>
                    <a:pt x="444" y="511"/>
                  </a:cubicBezTo>
                  <a:cubicBezTo>
                    <a:pt x="271" y="511"/>
                    <a:pt x="179" y="545"/>
                    <a:pt x="179" y="545"/>
                  </a:cubicBezTo>
                  <a:cubicBezTo>
                    <a:pt x="661" y="563"/>
                    <a:pt x="822" y="777"/>
                    <a:pt x="822" y="777"/>
                  </a:cubicBezTo>
                  <a:cubicBezTo>
                    <a:pt x="711" y="743"/>
                    <a:pt x="601" y="736"/>
                    <a:pt x="522" y="736"/>
                  </a:cubicBezTo>
                  <a:cubicBezTo>
                    <a:pt x="455" y="736"/>
                    <a:pt x="411" y="741"/>
                    <a:pt x="411" y="741"/>
                  </a:cubicBezTo>
                  <a:cubicBezTo>
                    <a:pt x="732" y="795"/>
                    <a:pt x="875" y="964"/>
                    <a:pt x="875" y="964"/>
                  </a:cubicBezTo>
                  <a:cubicBezTo>
                    <a:pt x="875" y="964"/>
                    <a:pt x="720" y="917"/>
                    <a:pt x="551" y="917"/>
                  </a:cubicBezTo>
                  <a:cubicBezTo>
                    <a:pt x="467" y="917"/>
                    <a:pt x="378" y="929"/>
                    <a:pt x="304" y="964"/>
                  </a:cubicBezTo>
                  <a:cubicBezTo>
                    <a:pt x="90" y="1062"/>
                    <a:pt x="45" y="1259"/>
                    <a:pt x="45" y="1259"/>
                  </a:cubicBezTo>
                  <a:cubicBezTo>
                    <a:pt x="147" y="1132"/>
                    <a:pt x="313" y="1053"/>
                    <a:pt x="513" y="1053"/>
                  </a:cubicBezTo>
                  <a:cubicBezTo>
                    <a:pt x="523" y="1053"/>
                    <a:pt x="534" y="1053"/>
                    <a:pt x="545" y="1053"/>
                  </a:cubicBezTo>
                  <a:cubicBezTo>
                    <a:pt x="732" y="1053"/>
                    <a:pt x="822" y="1143"/>
                    <a:pt x="822" y="1143"/>
                  </a:cubicBezTo>
                  <a:cubicBezTo>
                    <a:pt x="822" y="1143"/>
                    <a:pt x="758" y="1130"/>
                    <a:pt x="663" y="1130"/>
                  </a:cubicBezTo>
                  <a:cubicBezTo>
                    <a:pt x="560" y="1130"/>
                    <a:pt x="421" y="1145"/>
                    <a:pt x="286" y="1205"/>
                  </a:cubicBezTo>
                  <a:cubicBezTo>
                    <a:pt x="37" y="1312"/>
                    <a:pt x="1" y="1517"/>
                    <a:pt x="1" y="1517"/>
                  </a:cubicBezTo>
                  <a:cubicBezTo>
                    <a:pt x="170" y="1330"/>
                    <a:pt x="465" y="1294"/>
                    <a:pt x="465" y="1294"/>
                  </a:cubicBezTo>
                  <a:lnTo>
                    <a:pt x="465" y="1294"/>
                  </a:lnTo>
                  <a:cubicBezTo>
                    <a:pt x="81" y="1482"/>
                    <a:pt x="19" y="1812"/>
                    <a:pt x="19" y="1812"/>
                  </a:cubicBezTo>
                  <a:cubicBezTo>
                    <a:pt x="144" y="1678"/>
                    <a:pt x="384" y="1607"/>
                    <a:pt x="384" y="1607"/>
                  </a:cubicBezTo>
                  <a:lnTo>
                    <a:pt x="384" y="1607"/>
                  </a:lnTo>
                  <a:cubicBezTo>
                    <a:pt x="126" y="1803"/>
                    <a:pt x="54" y="2079"/>
                    <a:pt x="54" y="2079"/>
                  </a:cubicBezTo>
                  <a:cubicBezTo>
                    <a:pt x="215" y="1847"/>
                    <a:pt x="518" y="1740"/>
                    <a:pt x="518" y="1740"/>
                  </a:cubicBezTo>
                  <a:lnTo>
                    <a:pt x="518" y="1740"/>
                  </a:lnTo>
                  <a:cubicBezTo>
                    <a:pt x="393" y="1901"/>
                    <a:pt x="349" y="2115"/>
                    <a:pt x="349" y="2115"/>
                  </a:cubicBezTo>
                  <a:cubicBezTo>
                    <a:pt x="545" y="1678"/>
                    <a:pt x="893" y="1607"/>
                    <a:pt x="893" y="1607"/>
                  </a:cubicBezTo>
                  <a:lnTo>
                    <a:pt x="893" y="1607"/>
                  </a:lnTo>
                  <a:cubicBezTo>
                    <a:pt x="554" y="1785"/>
                    <a:pt x="500" y="2249"/>
                    <a:pt x="500" y="2249"/>
                  </a:cubicBezTo>
                  <a:cubicBezTo>
                    <a:pt x="661" y="1812"/>
                    <a:pt x="973" y="1678"/>
                    <a:pt x="973" y="1678"/>
                  </a:cubicBezTo>
                  <a:lnTo>
                    <a:pt x="973" y="1678"/>
                  </a:lnTo>
                  <a:cubicBezTo>
                    <a:pt x="634" y="2053"/>
                    <a:pt x="768" y="2472"/>
                    <a:pt x="768" y="2472"/>
                  </a:cubicBezTo>
                  <a:cubicBezTo>
                    <a:pt x="768" y="2106"/>
                    <a:pt x="946" y="1919"/>
                    <a:pt x="946" y="1919"/>
                  </a:cubicBezTo>
                  <a:lnTo>
                    <a:pt x="946" y="1919"/>
                  </a:lnTo>
                  <a:cubicBezTo>
                    <a:pt x="866" y="2124"/>
                    <a:pt x="902" y="2293"/>
                    <a:pt x="902" y="2293"/>
                  </a:cubicBezTo>
                  <a:cubicBezTo>
                    <a:pt x="973" y="1901"/>
                    <a:pt x="1187" y="1749"/>
                    <a:pt x="1187" y="1749"/>
                  </a:cubicBezTo>
                  <a:lnTo>
                    <a:pt x="1187" y="1749"/>
                  </a:lnTo>
                  <a:cubicBezTo>
                    <a:pt x="1062" y="1972"/>
                    <a:pt x="1089" y="2329"/>
                    <a:pt x="1089" y="2329"/>
                  </a:cubicBezTo>
                  <a:cubicBezTo>
                    <a:pt x="1152" y="1928"/>
                    <a:pt x="1357" y="1696"/>
                    <a:pt x="1357" y="1696"/>
                  </a:cubicBezTo>
                  <a:lnTo>
                    <a:pt x="1357" y="1696"/>
                  </a:lnTo>
                  <a:cubicBezTo>
                    <a:pt x="1196" y="2088"/>
                    <a:pt x="1357" y="2517"/>
                    <a:pt x="1357" y="2517"/>
                  </a:cubicBezTo>
                  <a:cubicBezTo>
                    <a:pt x="1303" y="1830"/>
                    <a:pt x="1607" y="1624"/>
                    <a:pt x="1607" y="1624"/>
                  </a:cubicBezTo>
                  <a:cubicBezTo>
                    <a:pt x="1607" y="1624"/>
                    <a:pt x="1901" y="1830"/>
                    <a:pt x="1847" y="2517"/>
                  </a:cubicBezTo>
                  <a:cubicBezTo>
                    <a:pt x="1847" y="2517"/>
                    <a:pt x="2017" y="2088"/>
                    <a:pt x="1856" y="1696"/>
                  </a:cubicBezTo>
                  <a:lnTo>
                    <a:pt x="1856" y="1696"/>
                  </a:lnTo>
                  <a:cubicBezTo>
                    <a:pt x="1856" y="1696"/>
                    <a:pt x="2062" y="1928"/>
                    <a:pt x="2124" y="2329"/>
                  </a:cubicBezTo>
                  <a:cubicBezTo>
                    <a:pt x="2124" y="2329"/>
                    <a:pt x="2151" y="1972"/>
                    <a:pt x="2017" y="1749"/>
                  </a:cubicBezTo>
                  <a:lnTo>
                    <a:pt x="2017" y="1749"/>
                  </a:lnTo>
                  <a:cubicBezTo>
                    <a:pt x="2017" y="1749"/>
                    <a:pt x="2231" y="1901"/>
                    <a:pt x="2302" y="2293"/>
                  </a:cubicBezTo>
                  <a:cubicBezTo>
                    <a:pt x="2302" y="2293"/>
                    <a:pt x="2338" y="2124"/>
                    <a:pt x="2267" y="1919"/>
                  </a:cubicBezTo>
                  <a:lnTo>
                    <a:pt x="2267" y="1919"/>
                  </a:lnTo>
                  <a:cubicBezTo>
                    <a:pt x="2267" y="1919"/>
                    <a:pt x="2436" y="2106"/>
                    <a:pt x="2436" y="2472"/>
                  </a:cubicBezTo>
                  <a:cubicBezTo>
                    <a:pt x="2436" y="2472"/>
                    <a:pt x="2570" y="2053"/>
                    <a:pt x="2240" y="1678"/>
                  </a:cubicBezTo>
                  <a:lnTo>
                    <a:pt x="2240" y="1678"/>
                  </a:lnTo>
                  <a:cubicBezTo>
                    <a:pt x="2240" y="1678"/>
                    <a:pt x="2552" y="1812"/>
                    <a:pt x="2713" y="2249"/>
                  </a:cubicBezTo>
                  <a:cubicBezTo>
                    <a:pt x="2713" y="2249"/>
                    <a:pt x="2659" y="1785"/>
                    <a:pt x="2311" y="1607"/>
                  </a:cubicBezTo>
                  <a:lnTo>
                    <a:pt x="2311" y="1607"/>
                  </a:lnTo>
                  <a:cubicBezTo>
                    <a:pt x="2311" y="1607"/>
                    <a:pt x="2668" y="1678"/>
                    <a:pt x="2856" y="2115"/>
                  </a:cubicBezTo>
                  <a:cubicBezTo>
                    <a:pt x="2856" y="2115"/>
                    <a:pt x="2820" y="1901"/>
                    <a:pt x="2695" y="1740"/>
                  </a:cubicBezTo>
                  <a:lnTo>
                    <a:pt x="2695" y="1740"/>
                  </a:lnTo>
                  <a:cubicBezTo>
                    <a:pt x="2695" y="1740"/>
                    <a:pt x="2989" y="1847"/>
                    <a:pt x="3159" y="2079"/>
                  </a:cubicBezTo>
                  <a:cubicBezTo>
                    <a:pt x="3159" y="2079"/>
                    <a:pt x="3079" y="1803"/>
                    <a:pt x="2829" y="1607"/>
                  </a:cubicBezTo>
                  <a:lnTo>
                    <a:pt x="2829" y="1607"/>
                  </a:lnTo>
                  <a:cubicBezTo>
                    <a:pt x="2829" y="1607"/>
                    <a:pt x="3070" y="1678"/>
                    <a:pt x="3195" y="1812"/>
                  </a:cubicBezTo>
                  <a:cubicBezTo>
                    <a:pt x="3195" y="1812"/>
                    <a:pt x="3132" y="1482"/>
                    <a:pt x="2740" y="1294"/>
                  </a:cubicBezTo>
                  <a:lnTo>
                    <a:pt x="2740" y="1294"/>
                  </a:lnTo>
                  <a:cubicBezTo>
                    <a:pt x="2740" y="1294"/>
                    <a:pt x="3043" y="1330"/>
                    <a:pt x="3212" y="1517"/>
                  </a:cubicBezTo>
                  <a:cubicBezTo>
                    <a:pt x="3212" y="1517"/>
                    <a:pt x="3177" y="1312"/>
                    <a:pt x="2927" y="1205"/>
                  </a:cubicBezTo>
                  <a:cubicBezTo>
                    <a:pt x="2792" y="1145"/>
                    <a:pt x="2653" y="1130"/>
                    <a:pt x="2550" y="1130"/>
                  </a:cubicBezTo>
                  <a:cubicBezTo>
                    <a:pt x="2455" y="1130"/>
                    <a:pt x="2392" y="1143"/>
                    <a:pt x="2392" y="1143"/>
                  </a:cubicBezTo>
                  <a:cubicBezTo>
                    <a:pt x="2392" y="1143"/>
                    <a:pt x="2481" y="1053"/>
                    <a:pt x="2668" y="1053"/>
                  </a:cubicBezTo>
                  <a:cubicBezTo>
                    <a:pt x="2679" y="1053"/>
                    <a:pt x="2690" y="1053"/>
                    <a:pt x="2700" y="1053"/>
                  </a:cubicBezTo>
                  <a:cubicBezTo>
                    <a:pt x="2900" y="1053"/>
                    <a:pt x="3066" y="1132"/>
                    <a:pt x="3168" y="1259"/>
                  </a:cubicBezTo>
                  <a:cubicBezTo>
                    <a:pt x="3168" y="1259"/>
                    <a:pt x="3123" y="1062"/>
                    <a:pt x="2900" y="964"/>
                  </a:cubicBezTo>
                  <a:cubicBezTo>
                    <a:pt x="2826" y="929"/>
                    <a:pt x="2738" y="917"/>
                    <a:pt x="2653" y="917"/>
                  </a:cubicBezTo>
                  <a:cubicBezTo>
                    <a:pt x="2484" y="917"/>
                    <a:pt x="2329" y="964"/>
                    <a:pt x="2329" y="964"/>
                  </a:cubicBezTo>
                  <a:cubicBezTo>
                    <a:pt x="2329" y="964"/>
                    <a:pt x="2472" y="795"/>
                    <a:pt x="2802" y="741"/>
                  </a:cubicBezTo>
                  <a:cubicBezTo>
                    <a:pt x="2802" y="741"/>
                    <a:pt x="2756" y="736"/>
                    <a:pt x="2688" y="736"/>
                  </a:cubicBezTo>
                  <a:cubicBezTo>
                    <a:pt x="2608" y="736"/>
                    <a:pt x="2497" y="743"/>
                    <a:pt x="2392" y="777"/>
                  </a:cubicBezTo>
                  <a:cubicBezTo>
                    <a:pt x="2392" y="777"/>
                    <a:pt x="2552" y="563"/>
                    <a:pt x="3025" y="545"/>
                  </a:cubicBezTo>
                  <a:cubicBezTo>
                    <a:pt x="3025" y="545"/>
                    <a:pt x="2934" y="511"/>
                    <a:pt x="2760" y="511"/>
                  </a:cubicBezTo>
                  <a:cubicBezTo>
                    <a:pt x="2717" y="511"/>
                    <a:pt x="2668" y="513"/>
                    <a:pt x="2615" y="518"/>
                  </a:cubicBezTo>
                  <a:cubicBezTo>
                    <a:pt x="2347" y="545"/>
                    <a:pt x="2169" y="688"/>
                    <a:pt x="2169" y="688"/>
                  </a:cubicBezTo>
                  <a:cubicBezTo>
                    <a:pt x="2169" y="688"/>
                    <a:pt x="2374" y="411"/>
                    <a:pt x="2686" y="313"/>
                  </a:cubicBezTo>
                  <a:lnTo>
                    <a:pt x="2686" y="313"/>
                  </a:lnTo>
                  <a:cubicBezTo>
                    <a:pt x="2686" y="313"/>
                    <a:pt x="2195" y="322"/>
                    <a:pt x="1946" y="661"/>
                  </a:cubicBezTo>
                  <a:cubicBezTo>
                    <a:pt x="1946" y="661"/>
                    <a:pt x="2017" y="304"/>
                    <a:pt x="2392" y="45"/>
                  </a:cubicBezTo>
                  <a:lnTo>
                    <a:pt x="2392" y="45"/>
                  </a:lnTo>
                  <a:cubicBezTo>
                    <a:pt x="2392" y="45"/>
                    <a:pt x="2053" y="161"/>
                    <a:pt x="1847" y="500"/>
                  </a:cubicBezTo>
                  <a:cubicBezTo>
                    <a:pt x="1847" y="500"/>
                    <a:pt x="1883" y="286"/>
                    <a:pt x="1955"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 name="Google Shape;625;p19"/>
          <p:cNvGrpSpPr/>
          <p:nvPr/>
        </p:nvGrpSpPr>
        <p:grpSpPr>
          <a:xfrm>
            <a:off x="5596745" y="4042879"/>
            <a:ext cx="3640486" cy="1607892"/>
            <a:chOff x="5913356" y="2221642"/>
            <a:chExt cx="537881" cy="237545"/>
          </a:xfrm>
        </p:grpSpPr>
        <p:sp>
          <p:nvSpPr>
            <p:cNvPr id="626" name="Google Shape;626;p19"/>
            <p:cNvSpPr/>
            <p:nvPr/>
          </p:nvSpPr>
          <p:spPr>
            <a:xfrm>
              <a:off x="6119392" y="2269913"/>
              <a:ext cx="175329" cy="148777"/>
            </a:xfrm>
            <a:custGeom>
              <a:rect b="b" l="l" r="r" t="t"/>
              <a:pathLst>
                <a:path extrusionOk="0" h="4096" w="4827">
                  <a:moveTo>
                    <a:pt x="3381" y="0"/>
                  </a:moveTo>
                  <a:lnTo>
                    <a:pt x="3381" y="0"/>
                  </a:lnTo>
                  <a:cubicBezTo>
                    <a:pt x="3381" y="0"/>
                    <a:pt x="2757" y="322"/>
                    <a:pt x="2605" y="1356"/>
                  </a:cubicBezTo>
                  <a:cubicBezTo>
                    <a:pt x="2605" y="1356"/>
                    <a:pt x="2418" y="616"/>
                    <a:pt x="2436" y="223"/>
                  </a:cubicBezTo>
                  <a:lnTo>
                    <a:pt x="2436" y="223"/>
                  </a:lnTo>
                  <a:cubicBezTo>
                    <a:pt x="2436" y="224"/>
                    <a:pt x="2204" y="589"/>
                    <a:pt x="2239" y="1321"/>
                  </a:cubicBezTo>
                  <a:cubicBezTo>
                    <a:pt x="1874" y="687"/>
                    <a:pt x="1481" y="500"/>
                    <a:pt x="1481" y="500"/>
                  </a:cubicBezTo>
                  <a:lnTo>
                    <a:pt x="1481" y="500"/>
                  </a:lnTo>
                  <a:cubicBezTo>
                    <a:pt x="1713" y="821"/>
                    <a:pt x="1954" y="1553"/>
                    <a:pt x="1954" y="1553"/>
                  </a:cubicBezTo>
                  <a:cubicBezTo>
                    <a:pt x="1360" y="867"/>
                    <a:pt x="760" y="820"/>
                    <a:pt x="608" y="820"/>
                  </a:cubicBezTo>
                  <a:cubicBezTo>
                    <a:pt x="584" y="820"/>
                    <a:pt x="571" y="821"/>
                    <a:pt x="571" y="821"/>
                  </a:cubicBezTo>
                  <a:cubicBezTo>
                    <a:pt x="1249" y="1267"/>
                    <a:pt x="1544" y="1731"/>
                    <a:pt x="1544" y="1731"/>
                  </a:cubicBezTo>
                  <a:cubicBezTo>
                    <a:pt x="1318" y="1609"/>
                    <a:pt x="1073" y="1569"/>
                    <a:pt x="851" y="1569"/>
                  </a:cubicBezTo>
                  <a:cubicBezTo>
                    <a:pt x="441" y="1569"/>
                    <a:pt x="107" y="1704"/>
                    <a:pt x="107" y="1704"/>
                  </a:cubicBezTo>
                  <a:cubicBezTo>
                    <a:pt x="126" y="1704"/>
                    <a:pt x="144" y="1703"/>
                    <a:pt x="163" y="1703"/>
                  </a:cubicBezTo>
                  <a:cubicBezTo>
                    <a:pt x="716" y="1703"/>
                    <a:pt x="1276" y="1954"/>
                    <a:pt x="1276" y="1954"/>
                  </a:cubicBezTo>
                  <a:cubicBezTo>
                    <a:pt x="455" y="2017"/>
                    <a:pt x="0" y="2471"/>
                    <a:pt x="0" y="2471"/>
                  </a:cubicBezTo>
                  <a:cubicBezTo>
                    <a:pt x="609" y="2283"/>
                    <a:pt x="1035" y="2265"/>
                    <a:pt x="1174" y="2265"/>
                  </a:cubicBezTo>
                  <a:cubicBezTo>
                    <a:pt x="1206" y="2265"/>
                    <a:pt x="1222" y="2266"/>
                    <a:pt x="1222" y="2266"/>
                  </a:cubicBezTo>
                  <a:cubicBezTo>
                    <a:pt x="553" y="2543"/>
                    <a:pt x="411" y="3042"/>
                    <a:pt x="411" y="3042"/>
                  </a:cubicBezTo>
                  <a:cubicBezTo>
                    <a:pt x="687" y="2784"/>
                    <a:pt x="1329" y="2534"/>
                    <a:pt x="1329" y="2534"/>
                  </a:cubicBezTo>
                  <a:lnTo>
                    <a:pt x="1329" y="2534"/>
                  </a:lnTo>
                  <a:cubicBezTo>
                    <a:pt x="812" y="3007"/>
                    <a:pt x="616" y="3569"/>
                    <a:pt x="616" y="3569"/>
                  </a:cubicBezTo>
                  <a:cubicBezTo>
                    <a:pt x="865" y="3221"/>
                    <a:pt x="1436" y="2811"/>
                    <a:pt x="1436" y="2810"/>
                  </a:cubicBezTo>
                  <a:lnTo>
                    <a:pt x="1436" y="2810"/>
                  </a:lnTo>
                  <a:cubicBezTo>
                    <a:pt x="1026" y="3337"/>
                    <a:pt x="1026" y="4095"/>
                    <a:pt x="1026" y="4095"/>
                  </a:cubicBezTo>
                  <a:cubicBezTo>
                    <a:pt x="1205" y="3747"/>
                    <a:pt x="1606" y="3489"/>
                    <a:pt x="1606" y="3488"/>
                  </a:cubicBezTo>
                  <a:lnTo>
                    <a:pt x="1606" y="3488"/>
                  </a:lnTo>
                  <a:cubicBezTo>
                    <a:pt x="1445" y="3783"/>
                    <a:pt x="1401" y="4086"/>
                    <a:pt x="1401" y="4086"/>
                  </a:cubicBezTo>
                  <a:cubicBezTo>
                    <a:pt x="1793" y="3390"/>
                    <a:pt x="2266" y="3158"/>
                    <a:pt x="2266" y="3158"/>
                  </a:cubicBezTo>
                  <a:lnTo>
                    <a:pt x="2266" y="3158"/>
                  </a:lnTo>
                  <a:cubicBezTo>
                    <a:pt x="2168" y="3444"/>
                    <a:pt x="2204" y="3926"/>
                    <a:pt x="2204" y="3926"/>
                  </a:cubicBezTo>
                  <a:cubicBezTo>
                    <a:pt x="2284" y="3381"/>
                    <a:pt x="2766" y="3105"/>
                    <a:pt x="2766" y="3105"/>
                  </a:cubicBezTo>
                  <a:cubicBezTo>
                    <a:pt x="2766" y="3105"/>
                    <a:pt x="2773" y="3105"/>
                    <a:pt x="2787" y="3105"/>
                  </a:cubicBezTo>
                  <a:cubicBezTo>
                    <a:pt x="2891" y="3105"/>
                    <a:pt x="3361" y="3125"/>
                    <a:pt x="3685" y="3488"/>
                  </a:cubicBezTo>
                  <a:cubicBezTo>
                    <a:pt x="3685" y="3488"/>
                    <a:pt x="3453" y="3069"/>
                    <a:pt x="3221" y="2882"/>
                  </a:cubicBezTo>
                  <a:cubicBezTo>
                    <a:pt x="3221" y="2882"/>
                    <a:pt x="3254" y="2878"/>
                    <a:pt x="3316" y="2878"/>
                  </a:cubicBezTo>
                  <a:cubicBezTo>
                    <a:pt x="3497" y="2878"/>
                    <a:pt x="3920" y="2913"/>
                    <a:pt x="4452" y="3185"/>
                  </a:cubicBezTo>
                  <a:cubicBezTo>
                    <a:pt x="4452" y="3185"/>
                    <a:pt x="4247" y="2953"/>
                    <a:pt x="3952" y="2793"/>
                  </a:cubicBezTo>
                  <a:lnTo>
                    <a:pt x="3952" y="2793"/>
                  </a:lnTo>
                  <a:cubicBezTo>
                    <a:pt x="3952" y="2793"/>
                    <a:pt x="4425" y="2793"/>
                    <a:pt x="4764" y="2989"/>
                  </a:cubicBezTo>
                  <a:cubicBezTo>
                    <a:pt x="4764" y="2989"/>
                    <a:pt x="4363" y="2364"/>
                    <a:pt x="3720" y="2132"/>
                  </a:cubicBezTo>
                  <a:lnTo>
                    <a:pt x="3720" y="2132"/>
                  </a:lnTo>
                  <a:cubicBezTo>
                    <a:pt x="3720" y="2133"/>
                    <a:pt x="4434" y="2177"/>
                    <a:pt x="4826" y="2338"/>
                  </a:cubicBezTo>
                  <a:cubicBezTo>
                    <a:pt x="4826" y="2338"/>
                    <a:pt x="4354" y="1963"/>
                    <a:pt x="3658" y="1847"/>
                  </a:cubicBezTo>
                  <a:cubicBezTo>
                    <a:pt x="3658" y="1847"/>
                    <a:pt x="4086" y="1764"/>
                    <a:pt x="4451" y="1764"/>
                  </a:cubicBezTo>
                  <a:cubicBezTo>
                    <a:pt x="4548" y="1764"/>
                    <a:pt x="4641" y="1770"/>
                    <a:pt x="4719" y="1785"/>
                  </a:cubicBezTo>
                  <a:cubicBezTo>
                    <a:pt x="4719" y="1785"/>
                    <a:pt x="4443" y="1540"/>
                    <a:pt x="3933" y="1540"/>
                  </a:cubicBezTo>
                  <a:cubicBezTo>
                    <a:pt x="3835" y="1540"/>
                    <a:pt x="3728" y="1549"/>
                    <a:pt x="3613" y="1570"/>
                  </a:cubicBezTo>
                  <a:cubicBezTo>
                    <a:pt x="3613" y="1570"/>
                    <a:pt x="3997" y="1285"/>
                    <a:pt x="4746" y="1071"/>
                  </a:cubicBezTo>
                  <a:cubicBezTo>
                    <a:pt x="4746" y="1071"/>
                    <a:pt x="4642" y="1049"/>
                    <a:pt x="4471" y="1049"/>
                  </a:cubicBezTo>
                  <a:cubicBezTo>
                    <a:pt x="4219" y="1049"/>
                    <a:pt x="3823" y="1096"/>
                    <a:pt x="3399" y="1330"/>
                  </a:cubicBezTo>
                  <a:cubicBezTo>
                    <a:pt x="3399" y="1330"/>
                    <a:pt x="3756" y="777"/>
                    <a:pt x="4247" y="482"/>
                  </a:cubicBezTo>
                  <a:lnTo>
                    <a:pt x="4247" y="482"/>
                  </a:lnTo>
                  <a:cubicBezTo>
                    <a:pt x="4246" y="482"/>
                    <a:pt x="3408" y="652"/>
                    <a:pt x="3051" y="1294"/>
                  </a:cubicBezTo>
                  <a:cubicBezTo>
                    <a:pt x="3051" y="1294"/>
                    <a:pt x="3051" y="732"/>
                    <a:pt x="338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19"/>
            <p:cNvSpPr/>
            <p:nvPr/>
          </p:nvSpPr>
          <p:spPr>
            <a:xfrm>
              <a:off x="6167009" y="2322397"/>
              <a:ext cx="91424" cy="77476"/>
            </a:xfrm>
            <a:custGeom>
              <a:rect b="b" l="l" r="r" t="t"/>
              <a:pathLst>
                <a:path extrusionOk="0" h="2133" w="2517">
                  <a:moveTo>
                    <a:pt x="1758" y="1"/>
                  </a:moveTo>
                  <a:cubicBezTo>
                    <a:pt x="1758" y="1"/>
                    <a:pt x="1437" y="170"/>
                    <a:pt x="1357" y="705"/>
                  </a:cubicBezTo>
                  <a:cubicBezTo>
                    <a:pt x="1357" y="705"/>
                    <a:pt x="1258" y="313"/>
                    <a:pt x="1267" y="108"/>
                  </a:cubicBezTo>
                  <a:lnTo>
                    <a:pt x="1267" y="108"/>
                  </a:lnTo>
                  <a:cubicBezTo>
                    <a:pt x="1267" y="108"/>
                    <a:pt x="1151" y="304"/>
                    <a:pt x="1169" y="687"/>
                  </a:cubicBezTo>
                  <a:cubicBezTo>
                    <a:pt x="973" y="357"/>
                    <a:pt x="777" y="259"/>
                    <a:pt x="777" y="259"/>
                  </a:cubicBezTo>
                  <a:lnTo>
                    <a:pt x="777" y="259"/>
                  </a:lnTo>
                  <a:cubicBezTo>
                    <a:pt x="893" y="420"/>
                    <a:pt x="1018" y="803"/>
                    <a:pt x="1018" y="803"/>
                  </a:cubicBezTo>
                  <a:cubicBezTo>
                    <a:pt x="714" y="454"/>
                    <a:pt x="410" y="428"/>
                    <a:pt x="326" y="428"/>
                  </a:cubicBezTo>
                  <a:cubicBezTo>
                    <a:pt x="312" y="428"/>
                    <a:pt x="304" y="429"/>
                    <a:pt x="304" y="429"/>
                  </a:cubicBezTo>
                  <a:cubicBezTo>
                    <a:pt x="652" y="661"/>
                    <a:pt x="803" y="902"/>
                    <a:pt x="803" y="902"/>
                  </a:cubicBezTo>
                  <a:cubicBezTo>
                    <a:pt x="686" y="835"/>
                    <a:pt x="557" y="813"/>
                    <a:pt x="440" y="813"/>
                  </a:cubicBezTo>
                  <a:cubicBezTo>
                    <a:pt x="228" y="813"/>
                    <a:pt x="54" y="884"/>
                    <a:pt x="54" y="884"/>
                  </a:cubicBezTo>
                  <a:cubicBezTo>
                    <a:pt x="63" y="883"/>
                    <a:pt x="72" y="883"/>
                    <a:pt x="81" y="883"/>
                  </a:cubicBezTo>
                  <a:cubicBezTo>
                    <a:pt x="367" y="883"/>
                    <a:pt x="661" y="1018"/>
                    <a:pt x="661" y="1018"/>
                  </a:cubicBezTo>
                  <a:cubicBezTo>
                    <a:pt x="241" y="1044"/>
                    <a:pt x="1" y="1285"/>
                    <a:pt x="1" y="1285"/>
                  </a:cubicBezTo>
                  <a:cubicBezTo>
                    <a:pt x="341" y="1185"/>
                    <a:pt x="574" y="1178"/>
                    <a:pt x="630" y="1178"/>
                  </a:cubicBezTo>
                  <a:cubicBezTo>
                    <a:pt x="638" y="1178"/>
                    <a:pt x="643" y="1178"/>
                    <a:pt x="643" y="1178"/>
                  </a:cubicBezTo>
                  <a:cubicBezTo>
                    <a:pt x="286" y="1321"/>
                    <a:pt x="215" y="1589"/>
                    <a:pt x="215" y="1589"/>
                  </a:cubicBezTo>
                  <a:cubicBezTo>
                    <a:pt x="357" y="1446"/>
                    <a:pt x="696" y="1312"/>
                    <a:pt x="696" y="1312"/>
                  </a:cubicBezTo>
                  <a:lnTo>
                    <a:pt x="696" y="1312"/>
                  </a:lnTo>
                  <a:cubicBezTo>
                    <a:pt x="429" y="1562"/>
                    <a:pt x="322" y="1856"/>
                    <a:pt x="322" y="1856"/>
                  </a:cubicBezTo>
                  <a:cubicBezTo>
                    <a:pt x="447" y="1678"/>
                    <a:pt x="750" y="1464"/>
                    <a:pt x="750" y="1464"/>
                  </a:cubicBezTo>
                  <a:lnTo>
                    <a:pt x="750" y="1464"/>
                  </a:lnTo>
                  <a:cubicBezTo>
                    <a:pt x="536" y="1740"/>
                    <a:pt x="536" y="2133"/>
                    <a:pt x="536" y="2133"/>
                  </a:cubicBezTo>
                  <a:cubicBezTo>
                    <a:pt x="625" y="1945"/>
                    <a:pt x="839" y="1812"/>
                    <a:pt x="839" y="1812"/>
                  </a:cubicBezTo>
                  <a:lnTo>
                    <a:pt x="839" y="1812"/>
                  </a:lnTo>
                  <a:cubicBezTo>
                    <a:pt x="750" y="1963"/>
                    <a:pt x="732" y="2124"/>
                    <a:pt x="732" y="2124"/>
                  </a:cubicBezTo>
                  <a:cubicBezTo>
                    <a:pt x="937" y="1767"/>
                    <a:pt x="1178" y="1642"/>
                    <a:pt x="1178" y="1642"/>
                  </a:cubicBezTo>
                  <a:lnTo>
                    <a:pt x="1178" y="1642"/>
                  </a:lnTo>
                  <a:cubicBezTo>
                    <a:pt x="1134" y="1794"/>
                    <a:pt x="1151" y="2043"/>
                    <a:pt x="1151" y="2043"/>
                  </a:cubicBezTo>
                  <a:cubicBezTo>
                    <a:pt x="1196" y="1758"/>
                    <a:pt x="1446" y="1615"/>
                    <a:pt x="1446" y="1615"/>
                  </a:cubicBezTo>
                  <a:cubicBezTo>
                    <a:pt x="1446" y="1615"/>
                    <a:pt x="1452" y="1615"/>
                    <a:pt x="1462" y="1615"/>
                  </a:cubicBezTo>
                  <a:cubicBezTo>
                    <a:pt x="1525" y="1615"/>
                    <a:pt x="1758" y="1628"/>
                    <a:pt x="1919" y="1812"/>
                  </a:cubicBezTo>
                  <a:cubicBezTo>
                    <a:pt x="1919" y="1812"/>
                    <a:pt x="1803" y="1597"/>
                    <a:pt x="1678" y="1499"/>
                  </a:cubicBezTo>
                  <a:cubicBezTo>
                    <a:pt x="1678" y="1499"/>
                    <a:pt x="1697" y="1497"/>
                    <a:pt x="1732" y="1497"/>
                  </a:cubicBezTo>
                  <a:cubicBezTo>
                    <a:pt x="1828" y="1497"/>
                    <a:pt x="2045" y="1516"/>
                    <a:pt x="2320" y="1660"/>
                  </a:cubicBezTo>
                  <a:cubicBezTo>
                    <a:pt x="2320" y="1660"/>
                    <a:pt x="2213" y="1535"/>
                    <a:pt x="2061" y="1455"/>
                  </a:cubicBezTo>
                  <a:lnTo>
                    <a:pt x="2061" y="1455"/>
                  </a:lnTo>
                  <a:cubicBezTo>
                    <a:pt x="2061" y="1455"/>
                    <a:pt x="2311" y="1455"/>
                    <a:pt x="2481" y="1553"/>
                  </a:cubicBezTo>
                  <a:cubicBezTo>
                    <a:pt x="2481" y="1553"/>
                    <a:pt x="2275" y="1223"/>
                    <a:pt x="1945" y="1107"/>
                  </a:cubicBezTo>
                  <a:lnTo>
                    <a:pt x="1945" y="1107"/>
                  </a:lnTo>
                  <a:cubicBezTo>
                    <a:pt x="1945" y="1107"/>
                    <a:pt x="2311" y="1134"/>
                    <a:pt x="2516" y="1214"/>
                  </a:cubicBezTo>
                  <a:cubicBezTo>
                    <a:pt x="2516" y="1214"/>
                    <a:pt x="2267" y="1018"/>
                    <a:pt x="1910" y="955"/>
                  </a:cubicBezTo>
                  <a:cubicBezTo>
                    <a:pt x="1910" y="955"/>
                    <a:pt x="2117" y="914"/>
                    <a:pt x="2298" y="914"/>
                  </a:cubicBezTo>
                  <a:cubicBezTo>
                    <a:pt x="2355" y="914"/>
                    <a:pt x="2409" y="918"/>
                    <a:pt x="2454" y="928"/>
                  </a:cubicBezTo>
                  <a:cubicBezTo>
                    <a:pt x="2454" y="928"/>
                    <a:pt x="2315" y="796"/>
                    <a:pt x="2049" y="796"/>
                  </a:cubicBezTo>
                  <a:cubicBezTo>
                    <a:pt x="1998" y="796"/>
                    <a:pt x="1943" y="801"/>
                    <a:pt x="1883" y="812"/>
                  </a:cubicBezTo>
                  <a:cubicBezTo>
                    <a:pt x="1883" y="812"/>
                    <a:pt x="2079" y="670"/>
                    <a:pt x="2472" y="554"/>
                  </a:cubicBezTo>
                  <a:cubicBezTo>
                    <a:pt x="2472" y="554"/>
                    <a:pt x="2416" y="542"/>
                    <a:pt x="2325" y="542"/>
                  </a:cubicBezTo>
                  <a:cubicBezTo>
                    <a:pt x="2195" y="542"/>
                    <a:pt x="1992" y="566"/>
                    <a:pt x="1776" y="687"/>
                  </a:cubicBezTo>
                  <a:cubicBezTo>
                    <a:pt x="1776" y="687"/>
                    <a:pt x="1963" y="402"/>
                    <a:pt x="2213" y="250"/>
                  </a:cubicBezTo>
                  <a:lnTo>
                    <a:pt x="2213" y="250"/>
                  </a:lnTo>
                  <a:cubicBezTo>
                    <a:pt x="2213" y="250"/>
                    <a:pt x="1776" y="340"/>
                    <a:pt x="1589" y="670"/>
                  </a:cubicBezTo>
                  <a:cubicBezTo>
                    <a:pt x="1589" y="670"/>
                    <a:pt x="1589" y="384"/>
                    <a:pt x="17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19"/>
            <p:cNvSpPr/>
            <p:nvPr/>
          </p:nvSpPr>
          <p:spPr>
            <a:xfrm>
              <a:off x="6297584" y="2236533"/>
              <a:ext cx="139043" cy="121862"/>
            </a:xfrm>
            <a:custGeom>
              <a:rect b="b" l="l" r="r" t="t"/>
              <a:pathLst>
                <a:path extrusionOk="0" h="3355" w="3828">
                  <a:moveTo>
                    <a:pt x="2570" y="1"/>
                  </a:moveTo>
                  <a:lnTo>
                    <a:pt x="2570" y="1"/>
                  </a:lnTo>
                  <a:cubicBezTo>
                    <a:pt x="2570" y="1"/>
                    <a:pt x="2097" y="286"/>
                    <a:pt x="2017" y="1116"/>
                  </a:cubicBezTo>
                  <a:cubicBezTo>
                    <a:pt x="2017" y="1116"/>
                    <a:pt x="1839" y="527"/>
                    <a:pt x="1830" y="215"/>
                  </a:cubicBezTo>
                  <a:cubicBezTo>
                    <a:pt x="1830" y="215"/>
                    <a:pt x="1669" y="518"/>
                    <a:pt x="1731" y="1098"/>
                  </a:cubicBezTo>
                  <a:cubicBezTo>
                    <a:pt x="1410" y="616"/>
                    <a:pt x="1089" y="482"/>
                    <a:pt x="1089" y="482"/>
                  </a:cubicBezTo>
                  <a:lnTo>
                    <a:pt x="1089" y="482"/>
                  </a:lnTo>
                  <a:cubicBezTo>
                    <a:pt x="1285" y="723"/>
                    <a:pt x="1517" y="1294"/>
                    <a:pt x="1517" y="1294"/>
                  </a:cubicBezTo>
                  <a:cubicBezTo>
                    <a:pt x="1055" y="831"/>
                    <a:pt x="620" y="782"/>
                    <a:pt x="454" y="782"/>
                  </a:cubicBezTo>
                  <a:cubicBezTo>
                    <a:pt x="409" y="782"/>
                    <a:pt x="384" y="786"/>
                    <a:pt x="384" y="786"/>
                  </a:cubicBezTo>
                  <a:cubicBezTo>
                    <a:pt x="937" y="1107"/>
                    <a:pt x="1196" y="1464"/>
                    <a:pt x="1196" y="1464"/>
                  </a:cubicBezTo>
                  <a:cubicBezTo>
                    <a:pt x="1036" y="1388"/>
                    <a:pt x="867" y="1361"/>
                    <a:pt x="709" y="1361"/>
                  </a:cubicBezTo>
                  <a:cubicBezTo>
                    <a:pt x="348" y="1361"/>
                    <a:pt x="45" y="1499"/>
                    <a:pt x="45" y="1499"/>
                  </a:cubicBezTo>
                  <a:cubicBezTo>
                    <a:pt x="85" y="1496"/>
                    <a:pt x="125" y="1495"/>
                    <a:pt x="165" y="1495"/>
                  </a:cubicBezTo>
                  <a:cubicBezTo>
                    <a:pt x="582" y="1495"/>
                    <a:pt x="991" y="1651"/>
                    <a:pt x="991" y="1651"/>
                  </a:cubicBezTo>
                  <a:cubicBezTo>
                    <a:pt x="349" y="1731"/>
                    <a:pt x="1" y="2115"/>
                    <a:pt x="1" y="2115"/>
                  </a:cubicBezTo>
                  <a:cubicBezTo>
                    <a:pt x="589" y="1901"/>
                    <a:pt x="964" y="1901"/>
                    <a:pt x="964" y="1901"/>
                  </a:cubicBezTo>
                  <a:lnTo>
                    <a:pt x="964" y="1901"/>
                  </a:lnTo>
                  <a:cubicBezTo>
                    <a:pt x="438" y="2150"/>
                    <a:pt x="349" y="2552"/>
                    <a:pt x="349" y="2552"/>
                  </a:cubicBezTo>
                  <a:cubicBezTo>
                    <a:pt x="563" y="2338"/>
                    <a:pt x="1062" y="2106"/>
                    <a:pt x="1062" y="2106"/>
                  </a:cubicBezTo>
                  <a:lnTo>
                    <a:pt x="1062" y="2106"/>
                  </a:lnTo>
                  <a:cubicBezTo>
                    <a:pt x="670" y="2498"/>
                    <a:pt x="536" y="2962"/>
                    <a:pt x="536" y="2962"/>
                  </a:cubicBezTo>
                  <a:cubicBezTo>
                    <a:pt x="714" y="2677"/>
                    <a:pt x="1160" y="2320"/>
                    <a:pt x="1161" y="2320"/>
                  </a:cubicBezTo>
                  <a:lnTo>
                    <a:pt x="1161" y="2320"/>
                  </a:lnTo>
                  <a:cubicBezTo>
                    <a:pt x="857" y="2757"/>
                    <a:pt x="884" y="3355"/>
                    <a:pt x="884" y="3355"/>
                  </a:cubicBezTo>
                  <a:cubicBezTo>
                    <a:pt x="1009" y="3078"/>
                    <a:pt x="1321" y="2855"/>
                    <a:pt x="1321" y="2855"/>
                  </a:cubicBezTo>
                  <a:lnTo>
                    <a:pt x="1321" y="2855"/>
                  </a:lnTo>
                  <a:cubicBezTo>
                    <a:pt x="1205" y="3087"/>
                    <a:pt x="1178" y="3337"/>
                    <a:pt x="1178" y="3337"/>
                  </a:cubicBezTo>
                  <a:cubicBezTo>
                    <a:pt x="1464" y="2766"/>
                    <a:pt x="1829" y="2561"/>
                    <a:pt x="1830" y="2561"/>
                  </a:cubicBezTo>
                  <a:lnTo>
                    <a:pt x="1830" y="2561"/>
                  </a:lnTo>
                  <a:cubicBezTo>
                    <a:pt x="1767" y="2793"/>
                    <a:pt x="1821" y="3176"/>
                    <a:pt x="1821" y="3176"/>
                  </a:cubicBezTo>
                  <a:cubicBezTo>
                    <a:pt x="1856" y="2739"/>
                    <a:pt x="2222" y="2489"/>
                    <a:pt x="2222" y="2489"/>
                  </a:cubicBezTo>
                  <a:cubicBezTo>
                    <a:pt x="2222" y="2489"/>
                    <a:pt x="2244" y="2487"/>
                    <a:pt x="2282" y="2487"/>
                  </a:cubicBezTo>
                  <a:cubicBezTo>
                    <a:pt x="2413" y="2487"/>
                    <a:pt x="2736" y="2514"/>
                    <a:pt x="2971" y="2757"/>
                  </a:cubicBezTo>
                  <a:cubicBezTo>
                    <a:pt x="2971" y="2757"/>
                    <a:pt x="2766" y="2436"/>
                    <a:pt x="2570" y="2302"/>
                  </a:cubicBezTo>
                  <a:cubicBezTo>
                    <a:pt x="2570" y="2302"/>
                    <a:pt x="2629" y="2291"/>
                    <a:pt x="2733" y="2291"/>
                  </a:cubicBezTo>
                  <a:cubicBezTo>
                    <a:pt x="2907" y="2291"/>
                    <a:pt x="3207" y="2322"/>
                    <a:pt x="3569" y="2489"/>
                  </a:cubicBezTo>
                  <a:cubicBezTo>
                    <a:pt x="3569" y="2489"/>
                    <a:pt x="3391" y="2311"/>
                    <a:pt x="3159" y="2195"/>
                  </a:cubicBezTo>
                  <a:cubicBezTo>
                    <a:pt x="3159" y="2195"/>
                    <a:pt x="3174" y="2194"/>
                    <a:pt x="3200" y="2194"/>
                  </a:cubicBezTo>
                  <a:cubicBezTo>
                    <a:pt x="3305" y="2194"/>
                    <a:pt x="3589" y="2206"/>
                    <a:pt x="3810" y="2320"/>
                  </a:cubicBezTo>
                  <a:cubicBezTo>
                    <a:pt x="3810" y="2320"/>
                    <a:pt x="3453" y="1829"/>
                    <a:pt x="2945" y="1687"/>
                  </a:cubicBezTo>
                  <a:lnTo>
                    <a:pt x="2945" y="1687"/>
                  </a:lnTo>
                  <a:cubicBezTo>
                    <a:pt x="2945" y="1687"/>
                    <a:pt x="3507" y="1687"/>
                    <a:pt x="3828" y="1794"/>
                  </a:cubicBezTo>
                  <a:cubicBezTo>
                    <a:pt x="3828" y="1794"/>
                    <a:pt x="3435" y="1517"/>
                    <a:pt x="2882" y="1455"/>
                  </a:cubicBezTo>
                  <a:cubicBezTo>
                    <a:pt x="2882" y="1455"/>
                    <a:pt x="3299" y="1350"/>
                    <a:pt x="3599" y="1350"/>
                  </a:cubicBezTo>
                  <a:cubicBezTo>
                    <a:pt x="3639" y="1350"/>
                    <a:pt x="3677" y="1352"/>
                    <a:pt x="3712" y="1357"/>
                  </a:cubicBezTo>
                  <a:cubicBezTo>
                    <a:pt x="3712" y="1357"/>
                    <a:pt x="3515" y="1198"/>
                    <a:pt x="3159" y="1198"/>
                  </a:cubicBezTo>
                  <a:cubicBezTo>
                    <a:pt x="3061" y="1198"/>
                    <a:pt x="2950" y="1210"/>
                    <a:pt x="2829" y="1241"/>
                  </a:cubicBezTo>
                  <a:cubicBezTo>
                    <a:pt x="2829" y="1241"/>
                    <a:pt x="3123" y="1000"/>
                    <a:pt x="3712" y="794"/>
                  </a:cubicBezTo>
                  <a:cubicBezTo>
                    <a:pt x="3712" y="794"/>
                    <a:pt x="3661" y="786"/>
                    <a:pt x="3574" y="786"/>
                  </a:cubicBezTo>
                  <a:cubicBezTo>
                    <a:pt x="3386" y="786"/>
                    <a:pt x="3029" y="824"/>
                    <a:pt x="2650" y="1062"/>
                  </a:cubicBezTo>
                  <a:cubicBezTo>
                    <a:pt x="2650" y="1062"/>
                    <a:pt x="2909" y="607"/>
                    <a:pt x="3284" y="348"/>
                  </a:cubicBezTo>
                  <a:lnTo>
                    <a:pt x="3284" y="348"/>
                  </a:lnTo>
                  <a:cubicBezTo>
                    <a:pt x="3284" y="348"/>
                    <a:pt x="2624" y="518"/>
                    <a:pt x="2374" y="1044"/>
                  </a:cubicBezTo>
                  <a:cubicBezTo>
                    <a:pt x="2374" y="1044"/>
                    <a:pt x="2347" y="598"/>
                    <a:pt x="257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19"/>
            <p:cNvSpPr/>
            <p:nvPr/>
          </p:nvSpPr>
          <p:spPr>
            <a:xfrm>
              <a:off x="5913356" y="2295530"/>
              <a:ext cx="265735" cy="136137"/>
            </a:xfrm>
            <a:custGeom>
              <a:rect b="b" l="l" r="r" t="t"/>
              <a:pathLst>
                <a:path extrusionOk="0" h="3748" w="7316">
                  <a:moveTo>
                    <a:pt x="3658" y="1"/>
                  </a:moveTo>
                  <a:cubicBezTo>
                    <a:pt x="3310" y="54"/>
                    <a:pt x="3292" y="723"/>
                    <a:pt x="3292" y="723"/>
                  </a:cubicBezTo>
                  <a:cubicBezTo>
                    <a:pt x="3292" y="723"/>
                    <a:pt x="3013" y="188"/>
                    <a:pt x="2773" y="188"/>
                  </a:cubicBezTo>
                  <a:cubicBezTo>
                    <a:pt x="2756" y="188"/>
                    <a:pt x="2738" y="191"/>
                    <a:pt x="2721" y="197"/>
                  </a:cubicBezTo>
                  <a:cubicBezTo>
                    <a:pt x="2472" y="286"/>
                    <a:pt x="2525" y="1062"/>
                    <a:pt x="2525" y="1062"/>
                  </a:cubicBezTo>
                  <a:cubicBezTo>
                    <a:pt x="2525" y="1062"/>
                    <a:pt x="2182" y="572"/>
                    <a:pt x="1964" y="572"/>
                  </a:cubicBezTo>
                  <a:cubicBezTo>
                    <a:pt x="1941" y="572"/>
                    <a:pt x="1920" y="578"/>
                    <a:pt x="1901" y="589"/>
                  </a:cubicBezTo>
                  <a:cubicBezTo>
                    <a:pt x="1687" y="705"/>
                    <a:pt x="1901" y="1473"/>
                    <a:pt x="1901" y="1473"/>
                  </a:cubicBezTo>
                  <a:cubicBezTo>
                    <a:pt x="1901" y="1473"/>
                    <a:pt x="1501" y="1158"/>
                    <a:pt x="1274" y="1158"/>
                  </a:cubicBezTo>
                  <a:cubicBezTo>
                    <a:pt x="1237" y="1158"/>
                    <a:pt x="1204" y="1167"/>
                    <a:pt x="1178" y="1187"/>
                  </a:cubicBezTo>
                  <a:cubicBezTo>
                    <a:pt x="991" y="1330"/>
                    <a:pt x="1330" y="2177"/>
                    <a:pt x="1330" y="2177"/>
                  </a:cubicBezTo>
                  <a:cubicBezTo>
                    <a:pt x="1330" y="2177"/>
                    <a:pt x="902" y="1809"/>
                    <a:pt x="643" y="1809"/>
                  </a:cubicBezTo>
                  <a:cubicBezTo>
                    <a:pt x="618" y="1809"/>
                    <a:pt x="593" y="1812"/>
                    <a:pt x="572" y="1821"/>
                  </a:cubicBezTo>
                  <a:cubicBezTo>
                    <a:pt x="340" y="1910"/>
                    <a:pt x="795" y="2980"/>
                    <a:pt x="795" y="2980"/>
                  </a:cubicBezTo>
                  <a:cubicBezTo>
                    <a:pt x="795" y="2980"/>
                    <a:pt x="518" y="2721"/>
                    <a:pt x="312" y="2721"/>
                  </a:cubicBezTo>
                  <a:cubicBezTo>
                    <a:pt x="262" y="2721"/>
                    <a:pt x="216" y="2737"/>
                    <a:pt x="179" y="2775"/>
                  </a:cubicBezTo>
                  <a:cubicBezTo>
                    <a:pt x="1" y="2971"/>
                    <a:pt x="438" y="3748"/>
                    <a:pt x="438" y="3748"/>
                  </a:cubicBezTo>
                  <a:lnTo>
                    <a:pt x="6879" y="3748"/>
                  </a:lnTo>
                  <a:cubicBezTo>
                    <a:pt x="6879" y="3748"/>
                    <a:pt x="7316" y="2971"/>
                    <a:pt x="7137" y="2775"/>
                  </a:cubicBezTo>
                  <a:cubicBezTo>
                    <a:pt x="7101" y="2737"/>
                    <a:pt x="7055" y="2721"/>
                    <a:pt x="7004" y="2721"/>
                  </a:cubicBezTo>
                  <a:cubicBezTo>
                    <a:pt x="6798" y="2721"/>
                    <a:pt x="6522" y="2980"/>
                    <a:pt x="6522" y="2980"/>
                  </a:cubicBezTo>
                  <a:cubicBezTo>
                    <a:pt x="6522" y="2980"/>
                    <a:pt x="6977" y="1910"/>
                    <a:pt x="6745" y="1821"/>
                  </a:cubicBezTo>
                  <a:cubicBezTo>
                    <a:pt x="6724" y="1812"/>
                    <a:pt x="6700" y="1809"/>
                    <a:pt x="6675" y="1809"/>
                  </a:cubicBezTo>
                  <a:cubicBezTo>
                    <a:pt x="6422" y="1809"/>
                    <a:pt x="5987" y="2177"/>
                    <a:pt x="5987" y="2177"/>
                  </a:cubicBezTo>
                  <a:cubicBezTo>
                    <a:pt x="5987" y="2177"/>
                    <a:pt x="6326" y="1330"/>
                    <a:pt x="6147" y="1187"/>
                  </a:cubicBezTo>
                  <a:cubicBezTo>
                    <a:pt x="6120" y="1167"/>
                    <a:pt x="6086" y="1158"/>
                    <a:pt x="6048" y="1158"/>
                  </a:cubicBezTo>
                  <a:cubicBezTo>
                    <a:pt x="5815" y="1158"/>
                    <a:pt x="5416" y="1473"/>
                    <a:pt x="5416" y="1473"/>
                  </a:cubicBezTo>
                  <a:cubicBezTo>
                    <a:pt x="5416" y="1473"/>
                    <a:pt x="5630" y="705"/>
                    <a:pt x="5416" y="589"/>
                  </a:cubicBezTo>
                  <a:cubicBezTo>
                    <a:pt x="5396" y="578"/>
                    <a:pt x="5375" y="572"/>
                    <a:pt x="5352" y="572"/>
                  </a:cubicBezTo>
                  <a:cubicBezTo>
                    <a:pt x="5136" y="572"/>
                    <a:pt x="4800" y="1062"/>
                    <a:pt x="4800" y="1062"/>
                  </a:cubicBezTo>
                  <a:cubicBezTo>
                    <a:pt x="4800" y="1062"/>
                    <a:pt x="4845" y="286"/>
                    <a:pt x="4595" y="197"/>
                  </a:cubicBezTo>
                  <a:cubicBezTo>
                    <a:pt x="4578" y="191"/>
                    <a:pt x="4561" y="188"/>
                    <a:pt x="4543" y="188"/>
                  </a:cubicBezTo>
                  <a:cubicBezTo>
                    <a:pt x="4303" y="188"/>
                    <a:pt x="4024" y="723"/>
                    <a:pt x="4024" y="723"/>
                  </a:cubicBezTo>
                  <a:cubicBezTo>
                    <a:pt x="4024" y="723"/>
                    <a:pt x="4006" y="54"/>
                    <a:pt x="3658" y="1"/>
                  </a:cubicBezTo>
                  <a:close/>
                </a:path>
              </a:pathLst>
            </a:custGeom>
            <a:solidFill>
              <a:srgbClr val="8E8E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19"/>
            <p:cNvSpPr/>
            <p:nvPr/>
          </p:nvSpPr>
          <p:spPr>
            <a:xfrm>
              <a:off x="5956760" y="2339914"/>
              <a:ext cx="178925" cy="91751"/>
            </a:xfrm>
            <a:custGeom>
              <a:rect b="b" l="l" r="r" t="t"/>
              <a:pathLst>
                <a:path extrusionOk="0" h="2526" w="4926">
                  <a:moveTo>
                    <a:pt x="2463" y="1"/>
                  </a:moveTo>
                  <a:cubicBezTo>
                    <a:pt x="2231" y="45"/>
                    <a:pt x="2222" y="492"/>
                    <a:pt x="2222" y="492"/>
                  </a:cubicBezTo>
                  <a:cubicBezTo>
                    <a:pt x="2222" y="492"/>
                    <a:pt x="2030" y="137"/>
                    <a:pt x="1874" y="137"/>
                  </a:cubicBezTo>
                  <a:cubicBezTo>
                    <a:pt x="1862" y="137"/>
                    <a:pt x="1850" y="139"/>
                    <a:pt x="1839" y="144"/>
                  </a:cubicBezTo>
                  <a:cubicBezTo>
                    <a:pt x="1669" y="197"/>
                    <a:pt x="1696" y="723"/>
                    <a:pt x="1696" y="723"/>
                  </a:cubicBezTo>
                  <a:cubicBezTo>
                    <a:pt x="1696" y="723"/>
                    <a:pt x="1467" y="392"/>
                    <a:pt x="1319" y="392"/>
                  </a:cubicBezTo>
                  <a:cubicBezTo>
                    <a:pt x="1304" y="392"/>
                    <a:pt x="1290" y="395"/>
                    <a:pt x="1277" y="402"/>
                  </a:cubicBezTo>
                  <a:cubicBezTo>
                    <a:pt x="1143" y="483"/>
                    <a:pt x="1277" y="1000"/>
                    <a:pt x="1277" y="1000"/>
                  </a:cubicBezTo>
                  <a:cubicBezTo>
                    <a:pt x="1277" y="1000"/>
                    <a:pt x="1015" y="784"/>
                    <a:pt x="861" y="784"/>
                  </a:cubicBezTo>
                  <a:cubicBezTo>
                    <a:pt x="835" y="784"/>
                    <a:pt x="813" y="790"/>
                    <a:pt x="795" y="804"/>
                  </a:cubicBezTo>
                  <a:cubicBezTo>
                    <a:pt x="670" y="902"/>
                    <a:pt x="902" y="1464"/>
                    <a:pt x="902" y="1464"/>
                  </a:cubicBezTo>
                  <a:cubicBezTo>
                    <a:pt x="902" y="1464"/>
                    <a:pt x="610" y="1223"/>
                    <a:pt x="436" y="1223"/>
                  </a:cubicBezTo>
                  <a:cubicBezTo>
                    <a:pt x="417" y="1223"/>
                    <a:pt x="400" y="1226"/>
                    <a:pt x="385" y="1232"/>
                  </a:cubicBezTo>
                  <a:cubicBezTo>
                    <a:pt x="233" y="1294"/>
                    <a:pt x="536" y="2017"/>
                    <a:pt x="536" y="2017"/>
                  </a:cubicBezTo>
                  <a:cubicBezTo>
                    <a:pt x="536" y="2017"/>
                    <a:pt x="351" y="1838"/>
                    <a:pt x="214" y="1838"/>
                  </a:cubicBezTo>
                  <a:cubicBezTo>
                    <a:pt x="181" y="1838"/>
                    <a:pt x="150" y="1848"/>
                    <a:pt x="126" y="1874"/>
                  </a:cubicBezTo>
                  <a:cubicBezTo>
                    <a:pt x="1" y="2008"/>
                    <a:pt x="304" y="2526"/>
                    <a:pt x="304" y="2526"/>
                  </a:cubicBezTo>
                  <a:lnTo>
                    <a:pt x="4622" y="2526"/>
                  </a:lnTo>
                  <a:cubicBezTo>
                    <a:pt x="4622" y="2526"/>
                    <a:pt x="4925" y="2008"/>
                    <a:pt x="4801" y="1874"/>
                  </a:cubicBezTo>
                  <a:cubicBezTo>
                    <a:pt x="4776" y="1848"/>
                    <a:pt x="4746" y="1838"/>
                    <a:pt x="4713" y="1838"/>
                  </a:cubicBezTo>
                  <a:cubicBezTo>
                    <a:pt x="4575" y="1838"/>
                    <a:pt x="4390" y="2017"/>
                    <a:pt x="4390" y="2017"/>
                  </a:cubicBezTo>
                  <a:cubicBezTo>
                    <a:pt x="4390" y="2017"/>
                    <a:pt x="4693" y="1294"/>
                    <a:pt x="4542" y="1232"/>
                  </a:cubicBezTo>
                  <a:cubicBezTo>
                    <a:pt x="4526" y="1226"/>
                    <a:pt x="4509" y="1223"/>
                    <a:pt x="4491" y="1223"/>
                  </a:cubicBezTo>
                  <a:cubicBezTo>
                    <a:pt x="4316" y="1223"/>
                    <a:pt x="4024" y="1464"/>
                    <a:pt x="4024" y="1464"/>
                  </a:cubicBezTo>
                  <a:cubicBezTo>
                    <a:pt x="4024" y="1464"/>
                    <a:pt x="4256" y="902"/>
                    <a:pt x="4131" y="804"/>
                  </a:cubicBezTo>
                  <a:cubicBezTo>
                    <a:pt x="4114" y="790"/>
                    <a:pt x="4091" y="784"/>
                    <a:pt x="4065" y="784"/>
                  </a:cubicBezTo>
                  <a:cubicBezTo>
                    <a:pt x="3912" y="784"/>
                    <a:pt x="3650" y="1000"/>
                    <a:pt x="3650" y="1000"/>
                  </a:cubicBezTo>
                  <a:cubicBezTo>
                    <a:pt x="3650" y="1000"/>
                    <a:pt x="3792" y="483"/>
                    <a:pt x="3650" y="402"/>
                  </a:cubicBezTo>
                  <a:cubicBezTo>
                    <a:pt x="3637" y="395"/>
                    <a:pt x="3623" y="392"/>
                    <a:pt x="3608" y="392"/>
                  </a:cubicBezTo>
                  <a:cubicBezTo>
                    <a:pt x="3459" y="392"/>
                    <a:pt x="3230" y="723"/>
                    <a:pt x="3230" y="723"/>
                  </a:cubicBezTo>
                  <a:cubicBezTo>
                    <a:pt x="3230" y="723"/>
                    <a:pt x="3257" y="197"/>
                    <a:pt x="3088" y="144"/>
                  </a:cubicBezTo>
                  <a:cubicBezTo>
                    <a:pt x="3076" y="139"/>
                    <a:pt x="3065" y="137"/>
                    <a:pt x="3053" y="137"/>
                  </a:cubicBezTo>
                  <a:cubicBezTo>
                    <a:pt x="2897" y="137"/>
                    <a:pt x="2704" y="492"/>
                    <a:pt x="2704" y="492"/>
                  </a:cubicBezTo>
                  <a:cubicBezTo>
                    <a:pt x="2704" y="492"/>
                    <a:pt x="2695" y="45"/>
                    <a:pt x="24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19"/>
            <p:cNvSpPr/>
            <p:nvPr/>
          </p:nvSpPr>
          <p:spPr>
            <a:xfrm>
              <a:off x="6018927" y="2221642"/>
              <a:ext cx="432310" cy="230721"/>
            </a:xfrm>
            <a:custGeom>
              <a:rect b="b" l="l" r="r" t="t"/>
              <a:pathLst>
                <a:path extrusionOk="0" h="6352" w="11902">
                  <a:moveTo>
                    <a:pt x="11901" y="0"/>
                  </a:moveTo>
                  <a:lnTo>
                    <a:pt x="10501" y="750"/>
                  </a:lnTo>
                  <a:lnTo>
                    <a:pt x="9484" y="1865"/>
                  </a:lnTo>
                  <a:lnTo>
                    <a:pt x="8181" y="2061"/>
                  </a:lnTo>
                  <a:lnTo>
                    <a:pt x="7423" y="2560"/>
                  </a:lnTo>
                  <a:lnTo>
                    <a:pt x="6335" y="2560"/>
                  </a:lnTo>
                  <a:lnTo>
                    <a:pt x="5523" y="3060"/>
                  </a:lnTo>
                  <a:lnTo>
                    <a:pt x="4586" y="4309"/>
                  </a:lnTo>
                  <a:lnTo>
                    <a:pt x="4015" y="4389"/>
                  </a:lnTo>
                  <a:lnTo>
                    <a:pt x="3177" y="4853"/>
                  </a:lnTo>
                  <a:lnTo>
                    <a:pt x="2204" y="4817"/>
                  </a:lnTo>
                  <a:lnTo>
                    <a:pt x="1" y="6352"/>
                  </a:lnTo>
                  <a:lnTo>
                    <a:pt x="1" y="6352"/>
                  </a:lnTo>
                  <a:lnTo>
                    <a:pt x="11901" y="4541"/>
                  </a:lnTo>
                  <a:lnTo>
                    <a:pt x="1190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19"/>
            <p:cNvSpPr/>
            <p:nvPr/>
          </p:nvSpPr>
          <p:spPr>
            <a:xfrm>
              <a:off x="6045841" y="2365184"/>
              <a:ext cx="343829" cy="94003"/>
            </a:xfrm>
            <a:custGeom>
              <a:rect b="b" l="l" r="r" t="t"/>
              <a:pathLst>
                <a:path extrusionOk="0" h="2588" w="9466">
                  <a:moveTo>
                    <a:pt x="6111" y="0"/>
                  </a:moveTo>
                  <a:lnTo>
                    <a:pt x="5888" y="687"/>
                  </a:lnTo>
                  <a:lnTo>
                    <a:pt x="5968" y="1240"/>
                  </a:lnTo>
                  <a:lnTo>
                    <a:pt x="5576" y="1303"/>
                  </a:lnTo>
                  <a:lnTo>
                    <a:pt x="5041" y="1401"/>
                  </a:lnTo>
                  <a:lnTo>
                    <a:pt x="4782" y="785"/>
                  </a:lnTo>
                  <a:lnTo>
                    <a:pt x="4514" y="1517"/>
                  </a:lnTo>
                  <a:lnTo>
                    <a:pt x="3934" y="1579"/>
                  </a:lnTo>
                  <a:lnTo>
                    <a:pt x="3702" y="1249"/>
                  </a:lnTo>
                  <a:lnTo>
                    <a:pt x="3649" y="1633"/>
                  </a:lnTo>
                  <a:lnTo>
                    <a:pt x="2159" y="1882"/>
                  </a:lnTo>
                  <a:lnTo>
                    <a:pt x="1900" y="1651"/>
                  </a:lnTo>
                  <a:lnTo>
                    <a:pt x="1829" y="1945"/>
                  </a:lnTo>
                  <a:lnTo>
                    <a:pt x="1535" y="1990"/>
                  </a:lnTo>
                  <a:lnTo>
                    <a:pt x="1436" y="1820"/>
                  </a:lnTo>
                  <a:lnTo>
                    <a:pt x="1508" y="1552"/>
                  </a:lnTo>
                  <a:lnTo>
                    <a:pt x="0" y="2266"/>
                  </a:lnTo>
                  <a:lnTo>
                    <a:pt x="571" y="2587"/>
                  </a:lnTo>
                  <a:cubicBezTo>
                    <a:pt x="571" y="2587"/>
                    <a:pt x="3024" y="2436"/>
                    <a:pt x="3131" y="2427"/>
                  </a:cubicBezTo>
                  <a:cubicBezTo>
                    <a:pt x="3230" y="2409"/>
                    <a:pt x="9028" y="1633"/>
                    <a:pt x="9251" y="1615"/>
                  </a:cubicBezTo>
                  <a:cubicBezTo>
                    <a:pt x="9465" y="1597"/>
                    <a:pt x="7797" y="928"/>
                    <a:pt x="7797" y="928"/>
                  </a:cubicBezTo>
                  <a:lnTo>
                    <a:pt x="7431" y="0"/>
                  </a:lnTo>
                  <a:lnTo>
                    <a:pt x="7262" y="1062"/>
                  </a:lnTo>
                  <a:lnTo>
                    <a:pt x="6691" y="1115"/>
                  </a:lnTo>
                  <a:lnTo>
                    <a:pt x="6343" y="973"/>
                  </a:lnTo>
                  <a:lnTo>
                    <a:pt x="611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19"/>
            <p:cNvSpPr/>
            <p:nvPr/>
          </p:nvSpPr>
          <p:spPr>
            <a:xfrm>
              <a:off x="6018927" y="2221642"/>
              <a:ext cx="432310" cy="230721"/>
            </a:xfrm>
            <a:custGeom>
              <a:rect b="b" l="l" r="r" t="t"/>
              <a:pathLst>
                <a:path extrusionOk="0" h="6352" w="11902">
                  <a:moveTo>
                    <a:pt x="11901" y="0"/>
                  </a:moveTo>
                  <a:lnTo>
                    <a:pt x="10501" y="750"/>
                  </a:lnTo>
                  <a:lnTo>
                    <a:pt x="9484" y="1865"/>
                  </a:lnTo>
                  <a:lnTo>
                    <a:pt x="8181" y="2061"/>
                  </a:lnTo>
                  <a:lnTo>
                    <a:pt x="7423" y="2560"/>
                  </a:lnTo>
                  <a:lnTo>
                    <a:pt x="6335" y="2560"/>
                  </a:lnTo>
                  <a:lnTo>
                    <a:pt x="5523" y="3060"/>
                  </a:lnTo>
                  <a:lnTo>
                    <a:pt x="4586" y="4309"/>
                  </a:lnTo>
                  <a:lnTo>
                    <a:pt x="4015" y="4389"/>
                  </a:lnTo>
                  <a:lnTo>
                    <a:pt x="3177" y="4853"/>
                  </a:lnTo>
                  <a:lnTo>
                    <a:pt x="2204" y="4817"/>
                  </a:lnTo>
                  <a:lnTo>
                    <a:pt x="1" y="6352"/>
                  </a:lnTo>
                  <a:lnTo>
                    <a:pt x="1" y="6352"/>
                  </a:lnTo>
                  <a:lnTo>
                    <a:pt x="2329" y="5156"/>
                  </a:lnTo>
                  <a:lnTo>
                    <a:pt x="3221" y="5380"/>
                  </a:lnTo>
                  <a:cubicBezTo>
                    <a:pt x="3221" y="5380"/>
                    <a:pt x="3346" y="5049"/>
                    <a:pt x="3489" y="4880"/>
                  </a:cubicBezTo>
                  <a:cubicBezTo>
                    <a:pt x="3547" y="4802"/>
                    <a:pt x="3775" y="4780"/>
                    <a:pt x="4015" y="4780"/>
                  </a:cubicBezTo>
                  <a:cubicBezTo>
                    <a:pt x="4327" y="4780"/>
                    <a:pt x="4657" y="4817"/>
                    <a:pt x="4657" y="4817"/>
                  </a:cubicBezTo>
                  <a:lnTo>
                    <a:pt x="5077" y="4220"/>
                  </a:lnTo>
                  <a:lnTo>
                    <a:pt x="6192" y="4880"/>
                  </a:lnTo>
                  <a:lnTo>
                    <a:pt x="5853" y="4309"/>
                  </a:lnTo>
                  <a:lnTo>
                    <a:pt x="6103" y="3176"/>
                  </a:lnTo>
                  <a:lnTo>
                    <a:pt x="7209" y="3533"/>
                  </a:lnTo>
                  <a:lnTo>
                    <a:pt x="8101" y="2418"/>
                  </a:lnTo>
                  <a:lnTo>
                    <a:pt x="9270" y="2123"/>
                  </a:lnTo>
                  <a:lnTo>
                    <a:pt x="10304" y="2534"/>
                  </a:lnTo>
                  <a:lnTo>
                    <a:pt x="10367" y="1793"/>
                  </a:lnTo>
                  <a:lnTo>
                    <a:pt x="10697" y="1071"/>
                  </a:lnTo>
                  <a:lnTo>
                    <a:pt x="11232" y="1713"/>
                  </a:lnTo>
                  <a:lnTo>
                    <a:pt x="11098" y="865"/>
                  </a:lnTo>
                  <a:lnTo>
                    <a:pt x="1190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4" name="Google Shape;634;p19"/>
          <p:cNvSpPr/>
          <p:nvPr/>
        </p:nvSpPr>
        <p:spPr>
          <a:xfrm>
            <a:off x="8033056" y="626579"/>
            <a:ext cx="1826264" cy="289825"/>
          </a:xfrm>
          <a:custGeom>
            <a:rect b="b" l="l" r="r" t="t"/>
            <a:pathLst>
              <a:path extrusionOk="0" h="769" w="4846">
                <a:moveTo>
                  <a:pt x="2481" y="1"/>
                </a:moveTo>
                <a:cubicBezTo>
                  <a:pt x="1937" y="1"/>
                  <a:pt x="1660" y="384"/>
                  <a:pt x="1660" y="384"/>
                </a:cubicBezTo>
                <a:cubicBezTo>
                  <a:pt x="1598" y="361"/>
                  <a:pt x="1541" y="351"/>
                  <a:pt x="1490" y="351"/>
                </a:cubicBezTo>
                <a:cubicBezTo>
                  <a:pt x="1272" y="351"/>
                  <a:pt x="1161" y="527"/>
                  <a:pt x="1161" y="527"/>
                </a:cubicBezTo>
                <a:cubicBezTo>
                  <a:pt x="1000" y="456"/>
                  <a:pt x="854" y="428"/>
                  <a:pt x="723" y="428"/>
                </a:cubicBezTo>
                <a:cubicBezTo>
                  <a:pt x="265" y="428"/>
                  <a:pt x="1" y="768"/>
                  <a:pt x="1" y="768"/>
                </a:cubicBezTo>
                <a:lnTo>
                  <a:pt x="4845" y="768"/>
                </a:lnTo>
                <a:cubicBezTo>
                  <a:pt x="4678" y="498"/>
                  <a:pt x="4438" y="428"/>
                  <a:pt x="4235" y="428"/>
                </a:cubicBezTo>
                <a:cubicBezTo>
                  <a:pt x="4015" y="428"/>
                  <a:pt x="3837" y="509"/>
                  <a:pt x="3837" y="509"/>
                </a:cubicBezTo>
                <a:cubicBezTo>
                  <a:pt x="3739" y="387"/>
                  <a:pt x="3623" y="350"/>
                  <a:pt x="3519" y="350"/>
                </a:cubicBezTo>
                <a:cubicBezTo>
                  <a:pt x="3366" y="350"/>
                  <a:pt x="3239" y="429"/>
                  <a:pt x="3239" y="429"/>
                </a:cubicBezTo>
                <a:cubicBezTo>
                  <a:pt x="3239" y="429"/>
                  <a:pt x="3025" y="1"/>
                  <a:pt x="24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19"/>
          <p:cNvSpPr txBox="1"/>
          <p:nvPr>
            <p:ph idx="1" type="body"/>
          </p:nvPr>
        </p:nvSpPr>
        <p:spPr>
          <a:xfrm>
            <a:off x="4790400" y="1711314"/>
            <a:ext cx="3640500" cy="2285100"/>
          </a:xfrm>
          <a:prstGeom prst="rect">
            <a:avLst/>
          </a:prstGeom>
        </p:spPr>
        <p:txBody>
          <a:bodyPr anchorCtr="0" anchor="t" bIns="91425" lIns="91425" spcFirstLastPara="1" rIns="91425" wrap="square" tIns="91425">
            <a:noAutofit/>
          </a:bodyPr>
          <a:lstStyle>
            <a:lvl1pPr indent="-317500" lvl="0" marL="457200">
              <a:lnSpc>
                <a:spcPct val="100000"/>
              </a:lnSpc>
              <a:spcBef>
                <a:spcPts val="0"/>
              </a:spcBef>
              <a:spcAft>
                <a:spcPts val="0"/>
              </a:spcAft>
              <a:buSzPts val="1400"/>
              <a:buChar char="●"/>
              <a:defRPr/>
            </a:lvl1pPr>
            <a:lvl2pPr indent="-317500" lvl="1" marL="914400">
              <a:lnSpc>
                <a:spcPct val="115000"/>
              </a:lnSpc>
              <a:spcBef>
                <a:spcPts val="0"/>
              </a:spcBef>
              <a:spcAft>
                <a:spcPts val="0"/>
              </a:spcAft>
              <a:buSzPts val="1400"/>
              <a:buChar char="○"/>
              <a:defRPr/>
            </a:lvl2pPr>
            <a:lvl3pPr indent="-317500" lvl="2" marL="1371600">
              <a:lnSpc>
                <a:spcPct val="115000"/>
              </a:lnSpc>
              <a:spcBef>
                <a:spcPts val="1600"/>
              </a:spcBef>
              <a:spcAft>
                <a:spcPts val="0"/>
              </a:spcAft>
              <a:buSzPts val="1400"/>
              <a:buChar char="■"/>
              <a:defRPr/>
            </a:lvl3pPr>
            <a:lvl4pPr indent="-317500" lvl="3" marL="1828800">
              <a:lnSpc>
                <a:spcPct val="115000"/>
              </a:lnSpc>
              <a:spcBef>
                <a:spcPts val="1600"/>
              </a:spcBef>
              <a:spcAft>
                <a:spcPts val="0"/>
              </a:spcAft>
              <a:buSzPts val="1400"/>
              <a:buChar char="●"/>
              <a:defRPr/>
            </a:lvl4pPr>
            <a:lvl5pPr indent="-317500" lvl="4" marL="2286000">
              <a:lnSpc>
                <a:spcPct val="115000"/>
              </a:lnSpc>
              <a:spcBef>
                <a:spcPts val="1600"/>
              </a:spcBef>
              <a:spcAft>
                <a:spcPts val="0"/>
              </a:spcAft>
              <a:buSzPts val="1400"/>
              <a:buChar char="○"/>
              <a:defRPr/>
            </a:lvl5pPr>
            <a:lvl6pPr indent="-317500" lvl="5" marL="2743200">
              <a:lnSpc>
                <a:spcPct val="115000"/>
              </a:lnSpc>
              <a:spcBef>
                <a:spcPts val="1600"/>
              </a:spcBef>
              <a:spcAft>
                <a:spcPts val="0"/>
              </a:spcAft>
              <a:buSzPts val="1400"/>
              <a:buChar char="■"/>
              <a:defRPr/>
            </a:lvl6pPr>
            <a:lvl7pPr indent="-317500" lvl="6" marL="3200400">
              <a:lnSpc>
                <a:spcPct val="115000"/>
              </a:lnSpc>
              <a:spcBef>
                <a:spcPts val="1600"/>
              </a:spcBef>
              <a:spcAft>
                <a:spcPts val="0"/>
              </a:spcAft>
              <a:buSzPts val="1400"/>
              <a:buChar char="●"/>
              <a:defRPr/>
            </a:lvl7pPr>
            <a:lvl8pPr indent="-317500" lvl="7" marL="3657600">
              <a:lnSpc>
                <a:spcPct val="115000"/>
              </a:lnSpc>
              <a:spcBef>
                <a:spcPts val="1600"/>
              </a:spcBef>
              <a:spcAft>
                <a:spcPts val="0"/>
              </a:spcAft>
              <a:buSzPts val="1400"/>
              <a:buChar char="○"/>
              <a:defRPr/>
            </a:lvl8pPr>
            <a:lvl9pPr indent="-317500" lvl="8" marL="4114800">
              <a:lnSpc>
                <a:spcPct val="115000"/>
              </a:lnSpc>
              <a:spcBef>
                <a:spcPts val="1600"/>
              </a:spcBef>
              <a:spcAft>
                <a:spcPts val="1600"/>
              </a:spcAft>
              <a:buSzPts val="1400"/>
              <a:buChar char="■"/>
              <a:defRPr/>
            </a:lvl9pPr>
          </a:lstStyle>
          <a:p/>
        </p:txBody>
      </p:sp>
      <p:sp>
        <p:nvSpPr>
          <p:cNvPr id="636" name="Google Shape;636;p19"/>
          <p:cNvSpPr txBox="1"/>
          <p:nvPr>
            <p:ph type="title"/>
          </p:nvPr>
        </p:nvSpPr>
        <p:spPr>
          <a:xfrm>
            <a:off x="4790400" y="1112089"/>
            <a:ext cx="3497100" cy="5229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637" name="Shape 637"/>
        <p:cNvGrpSpPr/>
        <p:nvPr/>
      </p:nvGrpSpPr>
      <p:grpSpPr>
        <a:xfrm>
          <a:off x="0" y="0"/>
          <a:ext cx="0" cy="0"/>
          <a:chOff x="0" y="0"/>
          <a:chExt cx="0" cy="0"/>
        </a:xfrm>
      </p:grpSpPr>
      <p:grpSp>
        <p:nvGrpSpPr>
          <p:cNvPr id="638" name="Google Shape;638;p20"/>
          <p:cNvGrpSpPr/>
          <p:nvPr/>
        </p:nvGrpSpPr>
        <p:grpSpPr>
          <a:xfrm>
            <a:off x="-487100" y="2708672"/>
            <a:ext cx="9631141" cy="3077307"/>
            <a:chOff x="-487100" y="2708672"/>
            <a:chExt cx="9631141" cy="3077307"/>
          </a:xfrm>
        </p:grpSpPr>
        <p:sp>
          <p:nvSpPr>
            <p:cNvPr id="639" name="Google Shape;639;p20"/>
            <p:cNvSpPr/>
            <p:nvPr/>
          </p:nvSpPr>
          <p:spPr>
            <a:xfrm>
              <a:off x="25" y="2708672"/>
              <a:ext cx="9138617" cy="2458691"/>
            </a:xfrm>
            <a:custGeom>
              <a:rect b="b" l="l" r="r" t="t"/>
              <a:pathLst>
                <a:path extrusionOk="0" h="10831" w="30422">
                  <a:moveTo>
                    <a:pt x="1" y="1"/>
                  </a:moveTo>
                  <a:lnTo>
                    <a:pt x="1" y="10831"/>
                  </a:lnTo>
                  <a:lnTo>
                    <a:pt x="30422" y="10831"/>
                  </a:lnTo>
                  <a:lnTo>
                    <a:pt x="3042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0"/>
            <p:cNvSpPr/>
            <p:nvPr/>
          </p:nvSpPr>
          <p:spPr>
            <a:xfrm rot="-452031">
              <a:off x="-434959" y="3829110"/>
              <a:ext cx="8885158" cy="1380354"/>
            </a:xfrm>
            <a:custGeom>
              <a:rect b="b" l="l" r="r" t="t"/>
              <a:pathLst>
                <a:path extrusionOk="0" h="4392" w="19699">
                  <a:moveTo>
                    <a:pt x="4995" y="1"/>
                  </a:moveTo>
                  <a:cubicBezTo>
                    <a:pt x="3919" y="1"/>
                    <a:pt x="4301" y="735"/>
                    <a:pt x="4568" y="1249"/>
                  </a:cubicBezTo>
                  <a:cubicBezTo>
                    <a:pt x="4660" y="1423"/>
                    <a:pt x="4631" y="1480"/>
                    <a:pt x="4542" y="1480"/>
                  </a:cubicBezTo>
                  <a:cubicBezTo>
                    <a:pt x="4369" y="1480"/>
                    <a:pt x="3971" y="1264"/>
                    <a:pt x="3803" y="1264"/>
                  </a:cubicBezTo>
                  <a:cubicBezTo>
                    <a:pt x="3706" y="1264"/>
                    <a:pt x="3685" y="1335"/>
                    <a:pt x="3828" y="1562"/>
                  </a:cubicBezTo>
                  <a:cubicBezTo>
                    <a:pt x="4013" y="1864"/>
                    <a:pt x="3581" y="1960"/>
                    <a:pt x="2958" y="1960"/>
                  </a:cubicBezTo>
                  <a:cubicBezTo>
                    <a:pt x="1873" y="1960"/>
                    <a:pt x="206" y="1669"/>
                    <a:pt x="206" y="1669"/>
                  </a:cubicBezTo>
                  <a:lnTo>
                    <a:pt x="0" y="3239"/>
                  </a:lnTo>
                  <a:cubicBezTo>
                    <a:pt x="0" y="3239"/>
                    <a:pt x="3194" y="3845"/>
                    <a:pt x="3667" y="4104"/>
                  </a:cubicBezTo>
                  <a:cubicBezTo>
                    <a:pt x="3878" y="4221"/>
                    <a:pt x="4325" y="4236"/>
                    <a:pt x="4971" y="4236"/>
                  </a:cubicBezTo>
                  <a:cubicBezTo>
                    <a:pt x="5183" y="4236"/>
                    <a:pt x="5415" y="4234"/>
                    <a:pt x="5667" y="4234"/>
                  </a:cubicBezTo>
                  <a:cubicBezTo>
                    <a:pt x="6343" y="4234"/>
                    <a:pt x="7159" y="4246"/>
                    <a:pt x="8092" y="4327"/>
                  </a:cubicBezTo>
                  <a:cubicBezTo>
                    <a:pt x="8653" y="4374"/>
                    <a:pt x="9403" y="4392"/>
                    <a:pt x="10220" y="4392"/>
                  </a:cubicBezTo>
                  <a:cubicBezTo>
                    <a:pt x="12820" y="4392"/>
                    <a:pt x="16094" y="4211"/>
                    <a:pt x="16094" y="4211"/>
                  </a:cubicBezTo>
                  <a:lnTo>
                    <a:pt x="19698" y="2570"/>
                  </a:lnTo>
                  <a:cubicBezTo>
                    <a:pt x="19698" y="2570"/>
                    <a:pt x="16180" y="926"/>
                    <a:pt x="15253" y="926"/>
                  </a:cubicBezTo>
                  <a:cubicBezTo>
                    <a:pt x="15086" y="926"/>
                    <a:pt x="15003" y="979"/>
                    <a:pt x="15041" y="1107"/>
                  </a:cubicBezTo>
                  <a:cubicBezTo>
                    <a:pt x="15079" y="1237"/>
                    <a:pt x="14995" y="1289"/>
                    <a:pt x="14829" y="1289"/>
                  </a:cubicBezTo>
                  <a:cubicBezTo>
                    <a:pt x="14138" y="1289"/>
                    <a:pt x="12020" y="387"/>
                    <a:pt x="11225" y="387"/>
                  </a:cubicBezTo>
                  <a:cubicBezTo>
                    <a:pt x="10990" y="387"/>
                    <a:pt x="10871" y="465"/>
                    <a:pt x="10938" y="669"/>
                  </a:cubicBezTo>
                  <a:cubicBezTo>
                    <a:pt x="11018" y="915"/>
                    <a:pt x="10974" y="1008"/>
                    <a:pt x="10851" y="1008"/>
                  </a:cubicBezTo>
                  <a:cubicBezTo>
                    <a:pt x="10476" y="1008"/>
                    <a:pt x="9368" y="142"/>
                    <a:pt x="8865" y="142"/>
                  </a:cubicBezTo>
                  <a:cubicBezTo>
                    <a:pt x="8823" y="142"/>
                    <a:pt x="8785" y="148"/>
                    <a:pt x="8752" y="161"/>
                  </a:cubicBezTo>
                  <a:cubicBezTo>
                    <a:pt x="8380" y="305"/>
                    <a:pt x="9122" y="760"/>
                    <a:pt x="8659" y="760"/>
                  </a:cubicBezTo>
                  <a:cubicBezTo>
                    <a:pt x="8434" y="760"/>
                    <a:pt x="7924" y="652"/>
                    <a:pt x="6861" y="348"/>
                  </a:cubicBezTo>
                  <a:cubicBezTo>
                    <a:pt x="5988" y="101"/>
                    <a:pt x="5392" y="1"/>
                    <a:pt x="49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20"/>
            <p:cNvSpPr/>
            <p:nvPr/>
          </p:nvSpPr>
          <p:spPr>
            <a:xfrm>
              <a:off x="938150" y="2885827"/>
              <a:ext cx="8200483" cy="2281538"/>
            </a:xfrm>
            <a:custGeom>
              <a:rect b="b" l="l" r="r" t="t"/>
              <a:pathLst>
                <a:path extrusionOk="0" h="7595" w="27299">
                  <a:moveTo>
                    <a:pt x="25426" y="1"/>
                  </a:moveTo>
                  <a:cubicBezTo>
                    <a:pt x="24848" y="1"/>
                    <a:pt x="24465" y="94"/>
                    <a:pt x="24765" y="288"/>
                  </a:cubicBezTo>
                  <a:cubicBezTo>
                    <a:pt x="25372" y="672"/>
                    <a:pt x="24551" y="449"/>
                    <a:pt x="22624" y="1082"/>
                  </a:cubicBezTo>
                  <a:cubicBezTo>
                    <a:pt x="20706" y="1725"/>
                    <a:pt x="21429" y="2206"/>
                    <a:pt x="22044" y="2715"/>
                  </a:cubicBezTo>
                  <a:cubicBezTo>
                    <a:pt x="22651" y="3223"/>
                    <a:pt x="22437" y="4678"/>
                    <a:pt x="20322" y="4838"/>
                  </a:cubicBezTo>
                  <a:cubicBezTo>
                    <a:pt x="20162" y="4851"/>
                    <a:pt x="20008" y="4857"/>
                    <a:pt x="19860" y="4857"/>
                  </a:cubicBezTo>
                  <a:cubicBezTo>
                    <a:pt x="18181" y="4857"/>
                    <a:pt x="17351" y="4087"/>
                    <a:pt x="16901" y="4087"/>
                  </a:cubicBezTo>
                  <a:cubicBezTo>
                    <a:pt x="16871" y="4087"/>
                    <a:pt x="16843" y="4091"/>
                    <a:pt x="16817" y="4098"/>
                  </a:cubicBezTo>
                  <a:cubicBezTo>
                    <a:pt x="16516" y="4179"/>
                    <a:pt x="17028" y="4589"/>
                    <a:pt x="16349" y="4589"/>
                  </a:cubicBezTo>
                  <a:cubicBezTo>
                    <a:pt x="15979" y="4589"/>
                    <a:pt x="15258" y="4468"/>
                    <a:pt x="13864" y="4107"/>
                  </a:cubicBezTo>
                  <a:cubicBezTo>
                    <a:pt x="12777" y="3828"/>
                    <a:pt x="12007" y="3716"/>
                    <a:pt x="11472" y="3716"/>
                  </a:cubicBezTo>
                  <a:cubicBezTo>
                    <a:pt x="10053" y="3716"/>
                    <a:pt x="10292" y="4510"/>
                    <a:pt x="10688" y="5106"/>
                  </a:cubicBezTo>
                  <a:cubicBezTo>
                    <a:pt x="10962" y="5527"/>
                    <a:pt x="10990" y="5704"/>
                    <a:pt x="10575" y="5704"/>
                  </a:cubicBezTo>
                  <a:cubicBezTo>
                    <a:pt x="10181" y="5704"/>
                    <a:pt x="9388" y="5545"/>
                    <a:pt x="8029" y="5284"/>
                  </a:cubicBezTo>
                  <a:cubicBezTo>
                    <a:pt x="7400" y="5163"/>
                    <a:pt x="6920" y="5111"/>
                    <a:pt x="6559" y="5111"/>
                  </a:cubicBezTo>
                  <a:cubicBezTo>
                    <a:pt x="5325" y="5111"/>
                    <a:pt x="5493" y="5717"/>
                    <a:pt x="5879" y="6221"/>
                  </a:cubicBezTo>
                  <a:cubicBezTo>
                    <a:pt x="6057" y="6452"/>
                    <a:pt x="5590" y="6512"/>
                    <a:pt x="4875" y="6512"/>
                  </a:cubicBezTo>
                  <a:cubicBezTo>
                    <a:pt x="4094" y="6512"/>
                    <a:pt x="3016" y="6440"/>
                    <a:pt x="2156" y="6440"/>
                  </a:cubicBezTo>
                  <a:cubicBezTo>
                    <a:pt x="1585" y="6440"/>
                    <a:pt x="1111" y="6472"/>
                    <a:pt x="884" y="6578"/>
                  </a:cubicBezTo>
                  <a:cubicBezTo>
                    <a:pt x="0" y="6997"/>
                    <a:pt x="705" y="7595"/>
                    <a:pt x="705" y="7595"/>
                  </a:cubicBezTo>
                  <a:lnTo>
                    <a:pt x="27299" y="7595"/>
                  </a:lnTo>
                  <a:lnTo>
                    <a:pt x="27299" y="288"/>
                  </a:lnTo>
                  <a:cubicBezTo>
                    <a:pt x="26816" y="99"/>
                    <a:pt x="26018" y="1"/>
                    <a:pt x="254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0"/>
            <p:cNvSpPr/>
            <p:nvPr/>
          </p:nvSpPr>
          <p:spPr>
            <a:xfrm>
              <a:off x="900601" y="3153183"/>
              <a:ext cx="8243440" cy="2014182"/>
            </a:xfrm>
            <a:custGeom>
              <a:rect b="b" l="l" r="r" t="t"/>
              <a:pathLst>
                <a:path extrusionOk="0" h="6705" w="27442">
                  <a:moveTo>
                    <a:pt x="25753" y="1"/>
                  </a:moveTo>
                  <a:cubicBezTo>
                    <a:pt x="24111" y="1"/>
                    <a:pt x="21945" y="237"/>
                    <a:pt x="22544" y="1548"/>
                  </a:cubicBezTo>
                  <a:cubicBezTo>
                    <a:pt x="23231" y="3054"/>
                    <a:pt x="22540" y="4266"/>
                    <a:pt x="19414" y="4266"/>
                  </a:cubicBezTo>
                  <a:cubicBezTo>
                    <a:pt x="18279" y="4266"/>
                    <a:pt x="16824" y="4106"/>
                    <a:pt x="14997" y="3743"/>
                  </a:cubicBezTo>
                  <a:cubicBezTo>
                    <a:pt x="13658" y="3477"/>
                    <a:pt x="12755" y="3370"/>
                    <a:pt x="12154" y="3370"/>
                  </a:cubicBezTo>
                  <a:cubicBezTo>
                    <a:pt x="9709" y="3370"/>
                    <a:pt x="12256" y="5136"/>
                    <a:pt x="10787" y="5136"/>
                  </a:cubicBezTo>
                  <a:cubicBezTo>
                    <a:pt x="10764" y="5136"/>
                    <a:pt x="10740" y="5135"/>
                    <a:pt x="10715" y="5135"/>
                  </a:cubicBezTo>
                  <a:cubicBezTo>
                    <a:pt x="9570" y="5099"/>
                    <a:pt x="8141" y="4903"/>
                    <a:pt x="7295" y="4903"/>
                  </a:cubicBezTo>
                  <a:cubicBezTo>
                    <a:pt x="6651" y="4903"/>
                    <a:pt x="6346" y="5017"/>
                    <a:pt x="6763" y="5402"/>
                  </a:cubicBezTo>
                  <a:cubicBezTo>
                    <a:pt x="7753" y="6330"/>
                    <a:pt x="0" y="5215"/>
                    <a:pt x="1463" y="6705"/>
                  </a:cubicBezTo>
                  <a:lnTo>
                    <a:pt x="27442" y="6705"/>
                  </a:lnTo>
                  <a:lnTo>
                    <a:pt x="27442" y="76"/>
                  </a:lnTo>
                  <a:cubicBezTo>
                    <a:pt x="27442" y="76"/>
                    <a:pt x="26681" y="1"/>
                    <a:pt x="25753" y="1"/>
                  </a:cubicBez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0"/>
            <p:cNvSpPr/>
            <p:nvPr/>
          </p:nvSpPr>
          <p:spPr>
            <a:xfrm>
              <a:off x="897897" y="3158590"/>
              <a:ext cx="8240736" cy="2008775"/>
            </a:xfrm>
            <a:custGeom>
              <a:rect b="b" l="l" r="r" t="t"/>
              <a:pathLst>
                <a:path extrusionOk="0" h="6687" w="27433">
                  <a:moveTo>
                    <a:pt x="25738" y="0"/>
                  </a:moveTo>
                  <a:cubicBezTo>
                    <a:pt x="24099" y="0"/>
                    <a:pt x="21943" y="236"/>
                    <a:pt x="22535" y="1539"/>
                  </a:cubicBezTo>
                  <a:cubicBezTo>
                    <a:pt x="23222" y="3045"/>
                    <a:pt x="22536" y="4257"/>
                    <a:pt x="19409" y="4257"/>
                  </a:cubicBezTo>
                  <a:cubicBezTo>
                    <a:pt x="18274" y="4257"/>
                    <a:pt x="16817" y="4097"/>
                    <a:pt x="14988" y="3734"/>
                  </a:cubicBezTo>
                  <a:cubicBezTo>
                    <a:pt x="13650" y="3468"/>
                    <a:pt x="12747" y="3361"/>
                    <a:pt x="12146" y="3361"/>
                  </a:cubicBezTo>
                  <a:cubicBezTo>
                    <a:pt x="9695" y="3361"/>
                    <a:pt x="12258" y="5135"/>
                    <a:pt x="10770" y="5135"/>
                  </a:cubicBezTo>
                  <a:cubicBezTo>
                    <a:pt x="10749" y="5135"/>
                    <a:pt x="10728" y="5135"/>
                    <a:pt x="10706" y="5134"/>
                  </a:cubicBezTo>
                  <a:cubicBezTo>
                    <a:pt x="9564" y="5094"/>
                    <a:pt x="8132" y="4894"/>
                    <a:pt x="7287" y="4894"/>
                  </a:cubicBezTo>
                  <a:cubicBezTo>
                    <a:pt x="6647" y="4894"/>
                    <a:pt x="6342" y="5009"/>
                    <a:pt x="6754" y="5393"/>
                  </a:cubicBezTo>
                  <a:cubicBezTo>
                    <a:pt x="7753" y="6321"/>
                    <a:pt x="1" y="5197"/>
                    <a:pt x="1455" y="6687"/>
                  </a:cubicBezTo>
                  <a:lnTo>
                    <a:pt x="1820" y="6687"/>
                  </a:lnTo>
                  <a:cubicBezTo>
                    <a:pt x="1820" y="6687"/>
                    <a:pt x="1185" y="6156"/>
                    <a:pt x="2450" y="6156"/>
                  </a:cubicBezTo>
                  <a:cubicBezTo>
                    <a:pt x="2517" y="6156"/>
                    <a:pt x="2590" y="6157"/>
                    <a:pt x="2668" y="6160"/>
                  </a:cubicBezTo>
                  <a:cubicBezTo>
                    <a:pt x="3352" y="6188"/>
                    <a:pt x="4382" y="6254"/>
                    <a:pt x="5289" y="6254"/>
                  </a:cubicBezTo>
                  <a:cubicBezTo>
                    <a:pt x="6429" y="6254"/>
                    <a:pt x="7375" y="6150"/>
                    <a:pt x="7191" y="5732"/>
                  </a:cubicBezTo>
                  <a:cubicBezTo>
                    <a:pt x="7001" y="5318"/>
                    <a:pt x="7253" y="5119"/>
                    <a:pt x="7793" y="5119"/>
                  </a:cubicBezTo>
                  <a:cubicBezTo>
                    <a:pt x="8220" y="5119"/>
                    <a:pt x="8825" y="5243"/>
                    <a:pt x="9537" y="5482"/>
                  </a:cubicBezTo>
                  <a:cubicBezTo>
                    <a:pt x="10180" y="5695"/>
                    <a:pt x="10722" y="5810"/>
                    <a:pt x="11121" y="5810"/>
                  </a:cubicBezTo>
                  <a:cubicBezTo>
                    <a:pt x="11724" y="5810"/>
                    <a:pt x="11998" y="5548"/>
                    <a:pt x="11794" y="4974"/>
                  </a:cubicBezTo>
                  <a:cubicBezTo>
                    <a:pt x="11510" y="4196"/>
                    <a:pt x="11648" y="3613"/>
                    <a:pt x="12385" y="3613"/>
                  </a:cubicBezTo>
                  <a:cubicBezTo>
                    <a:pt x="12552" y="3613"/>
                    <a:pt x="12750" y="3643"/>
                    <a:pt x="12981" y="3707"/>
                  </a:cubicBezTo>
                  <a:cubicBezTo>
                    <a:pt x="14035" y="4006"/>
                    <a:pt x="16894" y="5183"/>
                    <a:pt x="19604" y="5183"/>
                  </a:cubicBezTo>
                  <a:cubicBezTo>
                    <a:pt x="20128" y="5183"/>
                    <a:pt x="20645" y="5139"/>
                    <a:pt x="21143" y="5036"/>
                  </a:cubicBezTo>
                  <a:cubicBezTo>
                    <a:pt x="24230" y="4403"/>
                    <a:pt x="23374" y="2744"/>
                    <a:pt x="22999" y="1789"/>
                  </a:cubicBezTo>
                  <a:cubicBezTo>
                    <a:pt x="22694" y="1018"/>
                    <a:pt x="22856" y="426"/>
                    <a:pt x="25350" y="426"/>
                  </a:cubicBezTo>
                  <a:cubicBezTo>
                    <a:pt x="25917" y="426"/>
                    <a:pt x="26604" y="456"/>
                    <a:pt x="27433" y="522"/>
                  </a:cubicBezTo>
                  <a:lnTo>
                    <a:pt x="27433" y="76"/>
                  </a:lnTo>
                  <a:cubicBezTo>
                    <a:pt x="27433" y="76"/>
                    <a:pt x="26669" y="0"/>
                    <a:pt x="25738" y="0"/>
                  </a:cubicBez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0"/>
            <p:cNvSpPr/>
            <p:nvPr/>
          </p:nvSpPr>
          <p:spPr>
            <a:xfrm>
              <a:off x="5332899" y="4810791"/>
              <a:ext cx="75399" cy="40254"/>
            </a:xfrm>
            <a:custGeom>
              <a:rect b="b" l="l" r="r" t="t"/>
              <a:pathLst>
                <a:path extrusionOk="0" h="134" w="251">
                  <a:moveTo>
                    <a:pt x="126" y="0"/>
                  </a:moveTo>
                  <a:cubicBezTo>
                    <a:pt x="54" y="0"/>
                    <a:pt x="1" y="27"/>
                    <a:pt x="1" y="63"/>
                  </a:cubicBezTo>
                  <a:cubicBezTo>
                    <a:pt x="1" y="98"/>
                    <a:pt x="54" y="134"/>
                    <a:pt x="126" y="134"/>
                  </a:cubicBezTo>
                  <a:cubicBezTo>
                    <a:pt x="188" y="134"/>
                    <a:pt x="251" y="98"/>
                    <a:pt x="251" y="63"/>
                  </a:cubicBezTo>
                  <a:cubicBezTo>
                    <a:pt x="251" y="27"/>
                    <a:pt x="188" y="0"/>
                    <a:pt x="126" y="0"/>
                  </a:cubicBez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20"/>
            <p:cNvSpPr/>
            <p:nvPr/>
          </p:nvSpPr>
          <p:spPr>
            <a:xfrm>
              <a:off x="5357231" y="4215698"/>
              <a:ext cx="158308" cy="622128"/>
            </a:xfrm>
            <a:custGeom>
              <a:rect b="b" l="l" r="r" t="t"/>
              <a:pathLst>
                <a:path extrusionOk="0" h="2071" w="527">
                  <a:moveTo>
                    <a:pt x="446" y="1"/>
                  </a:moveTo>
                  <a:lnTo>
                    <a:pt x="0" y="2053"/>
                  </a:lnTo>
                  <a:lnTo>
                    <a:pt x="80" y="2070"/>
                  </a:lnTo>
                  <a:lnTo>
                    <a:pt x="526" y="19"/>
                  </a:lnTo>
                  <a:lnTo>
                    <a:pt x="446" y="1"/>
                  </a:ln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0"/>
            <p:cNvSpPr/>
            <p:nvPr/>
          </p:nvSpPr>
          <p:spPr>
            <a:xfrm>
              <a:off x="5019589" y="4202781"/>
              <a:ext cx="876553" cy="324132"/>
            </a:xfrm>
            <a:custGeom>
              <a:rect b="b" l="l" r="r" t="t"/>
              <a:pathLst>
                <a:path extrusionOk="0" h="1079" w="2918">
                  <a:moveTo>
                    <a:pt x="1145" y="0"/>
                  </a:moveTo>
                  <a:cubicBezTo>
                    <a:pt x="385" y="0"/>
                    <a:pt x="0" y="436"/>
                    <a:pt x="0" y="436"/>
                  </a:cubicBezTo>
                  <a:lnTo>
                    <a:pt x="2917" y="1079"/>
                  </a:lnTo>
                  <a:cubicBezTo>
                    <a:pt x="2917" y="1079"/>
                    <a:pt x="2676" y="285"/>
                    <a:pt x="1615" y="53"/>
                  </a:cubicBezTo>
                  <a:cubicBezTo>
                    <a:pt x="1445" y="16"/>
                    <a:pt x="1289" y="0"/>
                    <a:pt x="1145" y="0"/>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0"/>
            <p:cNvSpPr/>
            <p:nvPr/>
          </p:nvSpPr>
          <p:spPr>
            <a:xfrm>
              <a:off x="5166781" y="4211493"/>
              <a:ext cx="579162" cy="280574"/>
            </a:xfrm>
            <a:custGeom>
              <a:rect b="b" l="l" r="r" t="t"/>
              <a:pathLst>
                <a:path extrusionOk="0" h="934" w="1928">
                  <a:moveTo>
                    <a:pt x="911" y="0"/>
                  </a:moveTo>
                  <a:cubicBezTo>
                    <a:pt x="336" y="0"/>
                    <a:pt x="1" y="514"/>
                    <a:pt x="1" y="514"/>
                  </a:cubicBezTo>
                  <a:lnTo>
                    <a:pt x="1928" y="934"/>
                  </a:lnTo>
                  <a:cubicBezTo>
                    <a:pt x="1928" y="934"/>
                    <a:pt x="1830" y="175"/>
                    <a:pt x="1125" y="24"/>
                  </a:cubicBezTo>
                  <a:cubicBezTo>
                    <a:pt x="1050" y="8"/>
                    <a:pt x="979" y="0"/>
                    <a:pt x="9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20"/>
            <p:cNvSpPr/>
            <p:nvPr/>
          </p:nvSpPr>
          <p:spPr>
            <a:xfrm>
              <a:off x="5332899" y="4217200"/>
              <a:ext cx="263146" cy="240020"/>
            </a:xfrm>
            <a:custGeom>
              <a:rect b="b" l="l" r="r" t="t"/>
              <a:pathLst>
                <a:path extrusionOk="0" h="799" w="876">
                  <a:moveTo>
                    <a:pt x="531" y="1"/>
                  </a:moveTo>
                  <a:cubicBezTo>
                    <a:pt x="237" y="1"/>
                    <a:pt x="1" y="620"/>
                    <a:pt x="1" y="620"/>
                  </a:cubicBezTo>
                  <a:lnTo>
                    <a:pt x="831" y="799"/>
                  </a:lnTo>
                  <a:cubicBezTo>
                    <a:pt x="831" y="799"/>
                    <a:pt x="875" y="67"/>
                    <a:pt x="572" y="5"/>
                  </a:cubicBezTo>
                  <a:cubicBezTo>
                    <a:pt x="558" y="2"/>
                    <a:pt x="544" y="1"/>
                    <a:pt x="531" y="1"/>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20"/>
            <p:cNvSpPr/>
            <p:nvPr/>
          </p:nvSpPr>
          <p:spPr>
            <a:xfrm>
              <a:off x="4373744" y="4301613"/>
              <a:ext cx="825485" cy="562950"/>
            </a:xfrm>
            <a:custGeom>
              <a:rect b="b" l="l" r="r" t="t"/>
              <a:pathLst>
                <a:path extrusionOk="0" h="1874" w="2748">
                  <a:moveTo>
                    <a:pt x="1276" y="0"/>
                  </a:moveTo>
                  <a:lnTo>
                    <a:pt x="0" y="321"/>
                  </a:lnTo>
                  <a:lnTo>
                    <a:pt x="1276" y="1874"/>
                  </a:lnTo>
                  <a:lnTo>
                    <a:pt x="2748" y="1205"/>
                  </a:lnTo>
                  <a:lnTo>
                    <a:pt x="1276" y="0"/>
                  </a:ln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20"/>
            <p:cNvSpPr/>
            <p:nvPr/>
          </p:nvSpPr>
          <p:spPr>
            <a:xfrm>
              <a:off x="4389665" y="4264063"/>
              <a:ext cx="825786" cy="562950"/>
            </a:xfrm>
            <a:custGeom>
              <a:rect b="b" l="l" r="r" t="t"/>
              <a:pathLst>
                <a:path extrusionOk="0" h="1874" w="2749">
                  <a:moveTo>
                    <a:pt x="1276" y="0"/>
                  </a:moveTo>
                  <a:lnTo>
                    <a:pt x="1" y="321"/>
                  </a:lnTo>
                  <a:lnTo>
                    <a:pt x="1285" y="1874"/>
                  </a:lnTo>
                  <a:lnTo>
                    <a:pt x="2748" y="1196"/>
                  </a:lnTo>
                  <a:lnTo>
                    <a:pt x="1276" y="0"/>
                  </a:lnTo>
                  <a:close/>
                </a:path>
              </a:pathLst>
            </a:custGeom>
            <a:solidFill>
              <a:srgbClr val="EA9B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20"/>
            <p:cNvSpPr/>
            <p:nvPr/>
          </p:nvSpPr>
          <p:spPr>
            <a:xfrm>
              <a:off x="4505016" y="4322941"/>
              <a:ext cx="450292" cy="442489"/>
            </a:xfrm>
            <a:custGeom>
              <a:rect b="b" l="l" r="r" t="t"/>
              <a:pathLst>
                <a:path extrusionOk="0" h="1473" w="1499">
                  <a:moveTo>
                    <a:pt x="98" y="1"/>
                  </a:moveTo>
                  <a:lnTo>
                    <a:pt x="0" y="27"/>
                  </a:lnTo>
                  <a:lnTo>
                    <a:pt x="1338" y="1473"/>
                  </a:lnTo>
                  <a:lnTo>
                    <a:pt x="1499" y="1401"/>
                  </a:lnTo>
                  <a:lnTo>
                    <a:pt x="98" y="1"/>
                  </a:ln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20"/>
            <p:cNvSpPr/>
            <p:nvPr/>
          </p:nvSpPr>
          <p:spPr>
            <a:xfrm>
              <a:off x="4652208" y="4285391"/>
              <a:ext cx="458703" cy="410346"/>
            </a:xfrm>
            <a:custGeom>
              <a:rect b="b" l="l" r="r" t="t"/>
              <a:pathLst>
                <a:path extrusionOk="0" h="1366" w="1527">
                  <a:moveTo>
                    <a:pt x="117" y="1"/>
                  </a:moveTo>
                  <a:lnTo>
                    <a:pt x="1" y="27"/>
                  </a:lnTo>
                  <a:lnTo>
                    <a:pt x="1357" y="1366"/>
                  </a:lnTo>
                  <a:lnTo>
                    <a:pt x="1526" y="1285"/>
                  </a:lnTo>
                  <a:lnTo>
                    <a:pt x="117" y="1"/>
                  </a:ln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20"/>
            <p:cNvSpPr/>
            <p:nvPr/>
          </p:nvSpPr>
          <p:spPr>
            <a:xfrm>
              <a:off x="5464170" y="4773241"/>
              <a:ext cx="1064299" cy="726367"/>
            </a:xfrm>
            <a:custGeom>
              <a:rect b="b" l="l" r="r" t="t"/>
              <a:pathLst>
                <a:path extrusionOk="0" h="2418" w="3543">
                  <a:moveTo>
                    <a:pt x="1651" y="0"/>
                  </a:moveTo>
                  <a:lnTo>
                    <a:pt x="1" y="420"/>
                  </a:lnTo>
                  <a:lnTo>
                    <a:pt x="1651" y="2418"/>
                  </a:lnTo>
                  <a:lnTo>
                    <a:pt x="3543" y="1553"/>
                  </a:lnTo>
                  <a:lnTo>
                    <a:pt x="1651" y="0"/>
                  </a:ln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20"/>
            <p:cNvSpPr/>
            <p:nvPr/>
          </p:nvSpPr>
          <p:spPr>
            <a:xfrm>
              <a:off x="5485799" y="4724877"/>
              <a:ext cx="1063999" cy="723964"/>
            </a:xfrm>
            <a:custGeom>
              <a:rect b="b" l="l" r="r" t="t"/>
              <a:pathLst>
                <a:path extrusionOk="0" h="2410" w="3542">
                  <a:moveTo>
                    <a:pt x="1651" y="1"/>
                  </a:moveTo>
                  <a:lnTo>
                    <a:pt x="0" y="411"/>
                  </a:lnTo>
                  <a:lnTo>
                    <a:pt x="1651" y="2409"/>
                  </a:lnTo>
                  <a:lnTo>
                    <a:pt x="3542" y="1544"/>
                  </a:lnTo>
                  <a:lnTo>
                    <a:pt x="1651"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0"/>
            <p:cNvSpPr/>
            <p:nvPr/>
          </p:nvSpPr>
          <p:spPr>
            <a:xfrm>
              <a:off x="5633292" y="4799977"/>
              <a:ext cx="581565" cy="571060"/>
            </a:xfrm>
            <a:custGeom>
              <a:rect b="b" l="l" r="r" t="t"/>
              <a:pathLst>
                <a:path extrusionOk="0" h="1901" w="1936">
                  <a:moveTo>
                    <a:pt x="134" y="1"/>
                  </a:moveTo>
                  <a:lnTo>
                    <a:pt x="0" y="36"/>
                  </a:lnTo>
                  <a:lnTo>
                    <a:pt x="1722" y="1901"/>
                  </a:lnTo>
                  <a:lnTo>
                    <a:pt x="1936" y="1803"/>
                  </a:lnTo>
                  <a:lnTo>
                    <a:pt x="134" y="1"/>
                  </a:ln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0"/>
            <p:cNvSpPr/>
            <p:nvPr/>
          </p:nvSpPr>
          <p:spPr>
            <a:xfrm>
              <a:off x="5826144" y="4751612"/>
              <a:ext cx="589675" cy="528404"/>
            </a:xfrm>
            <a:custGeom>
              <a:rect b="b" l="l" r="r" t="t"/>
              <a:pathLst>
                <a:path extrusionOk="0" h="1759" w="1963">
                  <a:moveTo>
                    <a:pt x="143" y="1"/>
                  </a:moveTo>
                  <a:lnTo>
                    <a:pt x="0" y="37"/>
                  </a:lnTo>
                  <a:lnTo>
                    <a:pt x="1740" y="1758"/>
                  </a:lnTo>
                  <a:lnTo>
                    <a:pt x="1963" y="1660"/>
                  </a:lnTo>
                  <a:lnTo>
                    <a:pt x="143" y="1"/>
                  </a:ln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20"/>
            <p:cNvSpPr/>
            <p:nvPr/>
          </p:nvSpPr>
          <p:spPr>
            <a:xfrm>
              <a:off x="4625473" y="4928548"/>
              <a:ext cx="1064299" cy="723964"/>
            </a:xfrm>
            <a:custGeom>
              <a:rect b="b" l="l" r="r" t="t"/>
              <a:pathLst>
                <a:path extrusionOk="0" h="2410" w="3543">
                  <a:moveTo>
                    <a:pt x="1651" y="1"/>
                  </a:moveTo>
                  <a:lnTo>
                    <a:pt x="1" y="411"/>
                  </a:lnTo>
                  <a:lnTo>
                    <a:pt x="1651" y="2409"/>
                  </a:lnTo>
                  <a:lnTo>
                    <a:pt x="3542" y="1544"/>
                  </a:lnTo>
                  <a:lnTo>
                    <a:pt x="1651" y="1"/>
                  </a:ln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20"/>
            <p:cNvSpPr/>
            <p:nvPr/>
          </p:nvSpPr>
          <p:spPr>
            <a:xfrm>
              <a:off x="4647102" y="4877780"/>
              <a:ext cx="1063999" cy="723664"/>
            </a:xfrm>
            <a:custGeom>
              <a:rect b="b" l="l" r="r" t="t"/>
              <a:pathLst>
                <a:path extrusionOk="0" h="2409" w="3542">
                  <a:moveTo>
                    <a:pt x="1650" y="0"/>
                  </a:moveTo>
                  <a:lnTo>
                    <a:pt x="0" y="411"/>
                  </a:lnTo>
                  <a:lnTo>
                    <a:pt x="1650" y="2409"/>
                  </a:lnTo>
                  <a:lnTo>
                    <a:pt x="3542" y="1544"/>
                  </a:lnTo>
                  <a:lnTo>
                    <a:pt x="1650" y="0"/>
                  </a:ln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0"/>
            <p:cNvSpPr/>
            <p:nvPr/>
          </p:nvSpPr>
          <p:spPr>
            <a:xfrm>
              <a:off x="4794294" y="4955283"/>
              <a:ext cx="581865" cy="568657"/>
            </a:xfrm>
            <a:custGeom>
              <a:rect b="b" l="l" r="r" t="t"/>
              <a:pathLst>
                <a:path extrusionOk="0" h="1893" w="1937">
                  <a:moveTo>
                    <a:pt x="135" y="1"/>
                  </a:moveTo>
                  <a:lnTo>
                    <a:pt x="1" y="28"/>
                  </a:lnTo>
                  <a:lnTo>
                    <a:pt x="1722" y="1892"/>
                  </a:lnTo>
                  <a:lnTo>
                    <a:pt x="1937" y="1803"/>
                  </a:lnTo>
                  <a:lnTo>
                    <a:pt x="135" y="1"/>
                  </a:ln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0"/>
            <p:cNvSpPr/>
            <p:nvPr/>
          </p:nvSpPr>
          <p:spPr>
            <a:xfrm>
              <a:off x="4987447" y="4904516"/>
              <a:ext cx="589675" cy="528103"/>
            </a:xfrm>
            <a:custGeom>
              <a:rect b="b" l="l" r="r" t="t"/>
              <a:pathLst>
                <a:path extrusionOk="0" h="1758" w="1963">
                  <a:moveTo>
                    <a:pt x="143" y="0"/>
                  </a:moveTo>
                  <a:lnTo>
                    <a:pt x="0" y="36"/>
                  </a:lnTo>
                  <a:lnTo>
                    <a:pt x="1740" y="1758"/>
                  </a:lnTo>
                  <a:lnTo>
                    <a:pt x="1963" y="1660"/>
                  </a:lnTo>
                  <a:lnTo>
                    <a:pt x="143" y="0"/>
                  </a:ln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20"/>
            <p:cNvSpPr/>
            <p:nvPr/>
          </p:nvSpPr>
          <p:spPr>
            <a:xfrm>
              <a:off x="6230773" y="4802680"/>
              <a:ext cx="161012" cy="78104"/>
            </a:xfrm>
            <a:custGeom>
              <a:rect b="b" l="l" r="r" t="t"/>
              <a:pathLst>
                <a:path extrusionOk="0" h="260" w="536">
                  <a:moveTo>
                    <a:pt x="268" y="0"/>
                  </a:moveTo>
                  <a:cubicBezTo>
                    <a:pt x="116" y="0"/>
                    <a:pt x="0" y="63"/>
                    <a:pt x="0" y="134"/>
                  </a:cubicBezTo>
                  <a:cubicBezTo>
                    <a:pt x="0" y="206"/>
                    <a:pt x="116" y="259"/>
                    <a:pt x="268" y="259"/>
                  </a:cubicBezTo>
                  <a:cubicBezTo>
                    <a:pt x="420" y="259"/>
                    <a:pt x="536" y="206"/>
                    <a:pt x="536" y="134"/>
                  </a:cubicBezTo>
                  <a:cubicBezTo>
                    <a:pt x="536" y="63"/>
                    <a:pt x="420" y="0"/>
                    <a:pt x="268" y="0"/>
                  </a:cubicBez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20"/>
            <p:cNvSpPr/>
            <p:nvPr/>
          </p:nvSpPr>
          <p:spPr>
            <a:xfrm>
              <a:off x="6241587" y="4773241"/>
              <a:ext cx="139383" cy="88618"/>
            </a:xfrm>
            <a:custGeom>
              <a:rect b="b" l="l" r="r" t="t"/>
              <a:pathLst>
                <a:path extrusionOk="0" h="295" w="464">
                  <a:moveTo>
                    <a:pt x="0" y="0"/>
                  </a:moveTo>
                  <a:lnTo>
                    <a:pt x="0" y="179"/>
                  </a:lnTo>
                  <a:cubicBezTo>
                    <a:pt x="0" y="241"/>
                    <a:pt x="107" y="295"/>
                    <a:pt x="232" y="295"/>
                  </a:cubicBezTo>
                  <a:cubicBezTo>
                    <a:pt x="357" y="295"/>
                    <a:pt x="464" y="241"/>
                    <a:pt x="464" y="179"/>
                  </a:cubicBez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0"/>
            <p:cNvSpPr/>
            <p:nvPr/>
          </p:nvSpPr>
          <p:spPr>
            <a:xfrm>
              <a:off x="6241587" y="4741098"/>
              <a:ext cx="139383" cy="67290"/>
            </a:xfrm>
            <a:custGeom>
              <a:rect b="b" l="l" r="r" t="t"/>
              <a:pathLst>
                <a:path extrusionOk="0" h="224" w="464">
                  <a:moveTo>
                    <a:pt x="232" y="0"/>
                  </a:moveTo>
                  <a:cubicBezTo>
                    <a:pt x="107" y="0"/>
                    <a:pt x="0" y="45"/>
                    <a:pt x="0" y="107"/>
                  </a:cubicBezTo>
                  <a:cubicBezTo>
                    <a:pt x="0" y="170"/>
                    <a:pt x="107" y="223"/>
                    <a:pt x="232" y="223"/>
                  </a:cubicBezTo>
                  <a:cubicBezTo>
                    <a:pt x="357" y="223"/>
                    <a:pt x="464" y="170"/>
                    <a:pt x="464" y="107"/>
                  </a:cubicBezTo>
                  <a:cubicBezTo>
                    <a:pt x="464" y="45"/>
                    <a:pt x="357" y="0"/>
                    <a:pt x="2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20"/>
            <p:cNvSpPr/>
            <p:nvPr/>
          </p:nvSpPr>
          <p:spPr>
            <a:xfrm>
              <a:off x="6254805" y="4746505"/>
              <a:ext cx="112949" cy="53772"/>
            </a:xfrm>
            <a:custGeom>
              <a:rect b="b" l="l" r="r" t="t"/>
              <a:pathLst>
                <a:path extrusionOk="0" h="179" w="376">
                  <a:moveTo>
                    <a:pt x="188" y="0"/>
                  </a:moveTo>
                  <a:cubicBezTo>
                    <a:pt x="90" y="0"/>
                    <a:pt x="1" y="45"/>
                    <a:pt x="1" y="89"/>
                  </a:cubicBezTo>
                  <a:cubicBezTo>
                    <a:pt x="1" y="143"/>
                    <a:pt x="90" y="179"/>
                    <a:pt x="188" y="179"/>
                  </a:cubicBezTo>
                  <a:cubicBezTo>
                    <a:pt x="286" y="179"/>
                    <a:pt x="375" y="143"/>
                    <a:pt x="375" y="89"/>
                  </a:cubicBezTo>
                  <a:cubicBezTo>
                    <a:pt x="375" y="45"/>
                    <a:pt x="286" y="0"/>
                    <a:pt x="188" y="0"/>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20"/>
            <p:cNvSpPr/>
            <p:nvPr/>
          </p:nvSpPr>
          <p:spPr>
            <a:xfrm>
              <a:off x="5552786" y="4657887"/>
              <a:ext cx="161012" cy="80808"/>
            </a:xfrm>
            <a:custGeom>
              <a:rect b="b" l="l" r="r" t="t"/>
              <a:pathLst>
                <a:path extrusionOk="0" h="269" w="536">
                  <a:moveTo>
                    <a:pt x="268" y="1"/>
                  </a:moveTo>
                  <a:cubicBezTo>
                    <a:pt x="125" y="1"/>
                    <a:pt x="0" y="63"/>
                    <a:pt x="0" y="135"/>
                  </a:cubicBezTo>
                  <a:cubicBezTo>
                    <a:pt x="0" y="206"/>
                    <a:pt x="125" y="268"/>
                    <a:pt x="268" y="268"/>
                  </a:cubicBezTo>
                  <a:cubicBezTo>
                    <a:pt x="420" y="268"/>
                    <a:pt x="536" y="206"/>
                    <a:pt x="536" y="135"/>
                  </a:cubicBezTo>
                  <a:cubicBezTo>
                    <a:pt x="536" y="63"/>
                    <a:pt x="420" y="1"/>
                    <a:pt x="268" y="1"/>
                  </a:cubicBez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0"/>
            <p:cNvSpPr/>
            <p:nvPr/>
          </p:nvSpPr>
          <p:spPr>
            <a:xfrm>
              <a:off x="5563601" y="4631152"/>
              <a:ext cx="139383" cy="85914"/>
            </a:xfrm>
            <a:custGeom>
              <a:rect b="b" l="l" r="r" t="t"/>
              <a:pathLst>
                <a:path extrusionOk="0" h="286" w="464">
                  <a:moveTo>
                    <a:pt x="0" y="0"/>
                  </a:moveTo>
                  <a:lnTo>
                    <a:pt x="0" y="170"/>
                  </a:lnTo>
                  <a:cubicBezTo>
                    <a:pt x="0" y="232"/>
                    <a:pt x="107" y="286"/>
                    <a:pt x="232" y="286"/>
                  </a:cubicBezTo>
                  <a:cubicBezTo>
                    <a:pt x="366" y="286"/>
                    <a:pt x="464" y="232"/>
                    <a:pt x="464" y="170"/>
                  </a:cubicBez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20"/>
            <p:cNvSpPr/>
            <p:nvPr/>
          </p:nvSpPr>
          <p:spPr>
            <a:xfrm>
              <a:off x="5563601" y="4596305"/>
              <a:ext cx="139383" cy="67290"/>
            </a:xfrm>
            <a:custGeom>
              <a:rect b="b" l="l" r="r" t="t"/>
              <a:pathLst>
                <a:path extrusionOk="0" h="224" w="464">
                  <a:moveTo>
                    <a:pt x="232" y="1"/>
                  </a:moveTo>
                  <a:cubicBezTo>
                    <a:pt x="107" y="1"/>
                    <a:pt x="0" y="54"/>
                    <a:pt x="0" y="116"/>
                  </a:cubicBezTo>
                  <a:cubicBezTo>
                    <a:pt x="0" y="170"/>
                    <a:pt x="107" y="224"/>
                    <a:pt x="232" y="224"/>
                  </a:cubicBezTo>
                  <a:cubicBezTo>
                    <a:pt x="366" y="224"/>
                    <a:pt x="464" y="170"/>
                    <a:pt x="464" y="116"/>
                  </a:cubicBezTo>
                  <a:cubicBezTo>
                    <a:pt x="464" y="54"/>
                    <a:pt x="366" y="1"/>
                    <a:pt x="2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0"/>
            <p:cNvSpPr/>
            <p:nvPr/>
          </p:nvSpPr>
          <p:spPr>
            <a:xfrm>
              <a:off x="5579521" y="4604416"/>
              <a:ext cx="110245" cy="53772"/>
            </a:xfrm>
            <a:custGeom>
              <a:rect b="b" l="l" r="r" t="t"/>
              <a:pathLst>
                <a:path extrusionOk="0" h="179" w="367">
                  <a:moveTo>
                    <a:pt x="179" y="0"/>
                  </a:moveTo>
                  <a:cubicBezTo>
                    <a:pt x="81" y="0"/>
                    <a:pt x="1" y="36"/>
                    <a:pt x="1" y="89"/>
                  </a:cubicBezTo>
                  <a:cubicBezTo>
                    <a:pt x="1" y="134"/>
                    <a:pt x="81" y="179"/>
                    <a:pt x="179" y="179"/>
                  </a:cubicBezTo>
                  <a:cubicBezTo>
                    <a:pt x="286" y="179"/>
                    <a:pt x="366" y="134"/>
                    <a:pt x="366" y="89"/>
                  </a:cubicBezTo>
                  <a:cubicBezTo>
                    <a:pt x="366" y="36"/>
                    <a:pt x="286" y="0"/>
                    <a:pt x="179" y="0"/>
                  </a:cubicBez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 name="Google Shape;669;p20"/>
          <p:cNvGrpSpPr/>
          <p:nvPr/>
        </p:nvGrpSpPr>
        <p:grpSpPr>
          <a:xfrm>
            <a:off x="-38101" y="1206786"/>
            <a:ext cx="2987614" cy="3307599"/>
            <a:chOff x="-2668226" y="994036"/>
            <a:chExt cx="2987614" cy="3307599"/>
          </a:xfrm>
        </p:grpSpPr>
        <p:sp>
          <p:nvSpPr>
            <p:cNvPr id="670" name="Google Shape;670;p20"/>
            <p:cNvSpPr/>
            <p:nvPr/>
          </p:nvSpPr>
          <p:spPr>
            <a:xfrm>
              <a:off x="-2633319" y="2890875"/>
              <a:ext cx="2952708" cy="1223018"/>
            </a:xfrm>
            <a:custGeom>
              <a:rect b="b" l="l" r="r" t="t"/>
              <a:pathLst>
                <a:path extrusionOk="0" h="7498" w="18102">
                  <a:moveTo>
                    <a:pt x="13695" y="1"/>
                  </a:moveTo>
                  <a:cubicBezTo>
                    <a:pt x="13227" y="1"/>
                    <a:pt x="10064" y="334"/>
                    <a:pt x="10064" y="334"/>
                  </a:cubicBezTo>
                  <a:lnTo>
                    <a:pt x="7352" y="763"/>
                  </a:lnTo>
                  <a:lnTo>
                    <a:pt x="4497" y="2056"/>
                  </a:lnTo>
                  <a:lnTo>
                    <a:pt x="670" y="4420"/>
                  </a:lnTo>
                  <a:cubicBezTo>
                    <a:pt x="670" y="4420"/>
                    <a:pt x="269" y="5642"/>
                    <a:pt x="135" y="6552"/>
                  </a:cubicBezTo>
                  <a:cubicBezTo>
                    <a:pt x="1" y="7462"/>
                    <a:pt x="4756" y="7498"/>
                    <a:pt x="4756" y="7498"/>
                  </a:cubicBezTo>
                  <a:cubicBezTo>
                    <a:pt x="4756" y="7498"/>
                    <a:pt x="6542" y="5062"/>
                    <a:pt x="7773" y="5062"/>
                  </a:cubicBezTo>
                  <a:cubicBezTo>
                    <a:pt x="7776" y="5062"/>
                    <a:pt x="7778" y="5062"/>
                    <a:pt x="7780" y="5062"/>
                  </a:cubicBezTo>
                  <a:cubicBezTo>
                    <a:pt x="7810" y="5063"/>
                    <a:pt x="7839" y="5063"/>
                    <a:pt x="7869" y="5063"/>
                  </a:cubicBezTo>
                  <a:cubicBezTo>
                    <a:pt x="9064" y="5063"/>
                    <a:pt x="10272" y="4719"/>
                    <a:pt x="9323" y="4527"/>
                  </a:cubicBezTo>
                  <a:cubicBezTo>
                    <a:pt x="8351" y="4331"/>
                    <a:pt x="9609" y="4063"/>
                    <a:pt x="11063" y="3956"/>
                  </a:cubicBezTo>
                  <a:cubicBezTo>
                    <a:pt x="12508" y="3840"/>
                    <a:pt x="12562" y="3341"/>
                    <a:pt x="11884" y="3287"/>
                  </a:cubicBezTo>
                  <a:cubicBezTo>
                    <a:pt x="11197" y="3234"/>
                    <a:pt x="11447" y="2913"/>
                    <a:pt x="13275" y="2814"/>
                  </a:cubicBezTo>
                  <a:cubicBezTo>
                    <a:pt x="15104" y="2707"/>
                    <a:pt x="16228" y="2136"/>
                    <a:pt x="15390" y="2127"/>
                  </a:cubicBezTo>
                  <a:cubicBezTo>
                    <a:pt x="14551" y="2119"/>
                    <a:pt x="14979" y="1753"/>
                    <a:pt x="15515" y="1628"/>
                  </a:cubicBezTo>
                  <a:cubicBezTo>
                    <a:pt x="16059" y="1503"/>
                    <a:pt x="16514" y="1369"/>
                    <a:pt x="16023" y="1226"/>
                  </a:cubicBezTo>
                  <a:cubicBezTo>
                    <a:pt x="15541" y="1084"/>
                    <a:pt x="16656" y="1102"/>
                    <a:pt x="17379" y="789"/>
                  </a:cubicBezTo>
                  <a:cubicBezTo>
                    <a:pt x="18102" y="468"/>
                    <a:pt x="16888" y="272"/>
                    <a:pt x="16888" y="272"/>
                  </a:cubicBezTo>
                  <a:cubicBezTo>
                    <a:pt x="16888" y="272"/>
                    <a:pt x="13882" y="49"/>
                    <a:pt x="13748" y="4"/>
                  </a:cubicBezTo>
                  <a:cubicBezTo>
                    <a:pt x="13741" y="2"/>
                    <a:pt x="13722" y="1"/>
                    <a:pt x="13695" y="1"/>
                  </a:cubicBez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20"/>
            <p:cNvSpPr/>
            <p:nvPr/>
          </p:nvSpPr>
          <p:spPr>
            <a:xfrm>
              <a:off x="-2668226" y="2770661"/>
              <a:ext cx="2861037" cy="1530974"/>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38A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20"/>
            <p:cNvSpPr/>
            <p:nvPr/>
          </p:nvSpPr>
          <p:spPr>
            <a:xfrm>
              <a:off x="-1122879" y="2127507"/>
              <a:ext cx="1255986" cy="933004"/>
            </a:xfrm>
            <a:custGeom>
              <a:rect b="b" l="l" r="r" t="t"/>
              <a:pathLst>
                <a:path extrusionOk="0" h="5720" w="7700">
                  <a:moveTo>
                    <a:pt x="2535" y="1"/>
                  </a:moveTo>
                  <a:lnTo>
                    <a:pt x="1758" y="215"/>
                  </a:lnTo>
                  <a:lnTo>
                    <a:pt x="1758" y="1187"/>
                  </a:lnTo>
                  <a:lnTo>
                    <a:pt x="1179" y="1062"/>
                  </a:lnTo>
                  <a:lnTo>
                    <a:pt x="732" y="1312"/>
                  </a:lnTo>
                  <a:lnTo>
                    <a:pt x="875" y="2597"/>
                  </a:lnTo>
                  <a:lnTo>
                    <a:pt x="697" y="3391"/>
                  </a:lnTo>
                  <a:lnTo>
                    <a:pt x="875" y="4488"/>
                  </a:lnTo>
                  <a:lnTo>
                    <a:pt x="1" y="5264"/>
                  </a:lnTo>
                  <a:lnTo>
                    <a:pt x="2481" y="5264"/>
                  </a:lnTo>
                  <a:lnTo>
                    <a:pt x="3221" y="5469"/>
                  </a:lnTo>
                  <a:lnTo>
                    <a:pt x="4015" y="5469"/>
                  </a:lnTo>
                  <a:lnTo>
                    <a:pt x="4140" y="5719"/>
                  </a:lnTo>
                  <a:lnTo>
                    <a:pt x="4952" y="5719"/>
                  </a:lnTo>
                  <a:lnTo>
                    <a:pt x="5586" y="5211"/>
                  </a:lnTo>
                  <a:lnTo>
                    <a:pt x="7700" y="5211"/>
                  </a:lnTo>
                  <a:lnTo>
                    <a:pt x="7700" y="4782"/>
                  </a:lnTo>
                  <a:lnTo>
                    <a:pt x="7102" y="4434"/>
                  </a:lnTo>
                  <a:lnTo>
                    <a:pt x="7102" y="3971"/>
                  </a:lnTo>
                  <a:lnTo>
                    <a:pt x="6433" y="3087"/>
                  </a:lnTo>
                  <a:lnTo>
                    <a:pt x="6362" y="2365"/>
                  </a:lnTo>
                  <a:lnTo>
                    <a:pt x="5425" y="1660"/>
                  </a:lnTo>
                  <a:lnTo>
                    <a:pt x="4105" y="143"/>
                  </a:lnTo>
                  <a:lnTo>
                    <a:pt x="3489" y="215"/>
                  </a:lnTo>
                  <a:lnTo>
                    <a:pt x="253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0"/>
            <p:cNvSpPr/>
            <p:nvPr/>
          </p:nvSpPr>
          <p:spPr>
            <a:xfrm>
              <a:off x="-529143" y="2281812"/>
              <a:ext cx="509571" cy="778699"/>
            </a:xfrm>
            <a:custGeom>
              <a:rect b="b" l="l" r="r" t="t"/>
              <a:pathLst>
                <a:path extrusionOk="0" h="4774" w="3124">
                  <a:moveTo>
                    <a:pt x="500" y="0"/>
                  </a:moveTo>
                  <a:lnTo>
                    <a:pt x="500" y="785"/>
                  </a:lnTo>
                  <a:lnTo>
                    <a:pt x="848" y="1071"/>
                  </a:lnTo>
                  <a:lnTo>
                    <a:pt x="563" y="1356"/>
                  </a:lnTo>
                  <a:lnTo>
                    <a:pt x="688" y="1829"/>
                  </a:lnTo>
                  <a:lnTo>
                    <a:pt x="616" y="2382"/>
                  </a:lnTo>
                  <a:lnTo>
                    <a:pt x="741" y="2766"/>
                  </a:lnTo>
                  <a:lnTo>
                    <a:pt x="616" y="3149"/>
                  </a:lnTo>
                  <a:lnTo>
                    <a:pt x="206" y="3453"/>
                  </a:lnTo>
                  <a:lnTo>
                    <a:pt x="170" y="4265"/>
                  </a:lnTo>
                  <a:lnTo>
                    <a:pt x="1" y="4523"/>
                  </a:lnTo>
                  <a:lnTo>
                    <a:pt x="375" y="4523"/>
                  </a:lnTo>
                  <a:lnTo>
                    <a:pt x="500" y="4773"/>
                  </a:lnTo>
                  <a:lnTo>
                    <a:pt x="1312" y="4773"/>
                  </a:lnTo>
                  <a:lnTo>
                    <a:pt x="1946" y="4265"/>
                  </a:lnTo>
                  <a:lnTo>
                    <a:pt x="3123" y="4265"/>
                  </a:lnTo>
                  <a:lnTo>
                    <a:pt x="2864" y="3854"/>
                  </a:lnTo>
                  <a:lnTo>
                    <a:pt x="2927" y="3203"/>
                  </a:lnTo>
                  <a:cubicBezTo>
                    <a:pt x="2927" y="3203"/>
                    <a:pt x="2177" y="2775"/>
                    <a:pt x="2169" y="2748"/>
                  </a:cubicBezTo>
                  <a:cubicBezTo>
                    <a:pt x="2160" y="2730"/>
                    <a:pt x="2169" y="2338"/>
                    <a:pt x="2169" y="2338"/>
                  </a:cubicBezTo>
                  <a:lnTo>
                    <a:pt x="1838" y="1972"/>
                  </a:lnTo>
                  <a:lnTo>
                    <a:pt x="1508" y="1124"/>
                  </a:lnTo>
                  <a:lnTo>
                    <a:pt x="714" y="571"/>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0"/>
            <p:cNvSpPr/>
            <p:nvPr/>
          </p:nvSpPr>
          <p:spPr>
            <a:xfrm>
              <a:off x="-238147" y="2398274"/>
              <a:ext cx="371250" cy="509400"/>
            </a:xfrm>
            <a:custGeom>
              <a:rect b="b" l="l" r="r" t="t"/>
              <a:pathLst>
                <a:path extrusionOk="0" h="3123" w="2276">
                  <a:moveTo>
                    <a:pt x="1" y="0"/>
                  </a:moveTo>
                  <a:lnTo>
                    <a:pt x="501" y="705"/>
                  </a:lnTo>
                  <a:lnTo>
                    <a:pt x="750" y="839"/>
                  </a:lnTo>
                  <a:lnTo>
                    <a:pt x="527" y="1383"/>
                  </a:lnTo>
                  <a:lnTo>
                    <a:pt x="1063" y="1829"/>
                  </a:lnTo>
                  <a:lnTo>
                    <a:pt x="1036" y="2123"/>
                  </a:lnTo>
                  <a:lnTo>
                    <a:pt x="1366" y="2284"/>
                  </a:lnTo>
                  <a:lnTo>
                    <a:pt x="1553" y="2774"/>
                  </a:lnTo>
                  <a:lnTo>
                    <a:pt x="1518" y="3024"/>
                  </a:lnTo>
                  <a:lnTo>
                    <a:pt x="2276" y="3122"/>
                  </a:lnTo>
                  <a:lnTo>
                    <a:pt x="1678" y="2774"/>
                  </a:lnTo>
                  <a:lnTo>
                    <a:pt x="1678" y="2311"/>
                  </a:lnTo>
                  <a:lnTo>
                    <a:pt x="1009" y="1427"/>
                  </a:lnTo>
                  <a:lnTo>
                    <a:pt x="938" y="705"/>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0"/>
            <p:cNvSpPr/>
            <p:nvPr/>
          </p:nvSpPr>
          <p:spPr>
            <a:xfrm>
              <a:off x="-836124" y="2127507"/>
              <a:ext cx="382831" cy="465849"/>
            </a:xfrm>
            <a:custGeom>
              <a:rect b="b" l="l" r="r" t="t"/>
              <a:pathLst>
                <a:path extrusionOk="0" h="2856" w="2347">
                  <a:moveTo>
                    <a:pt x="777" y="1"/>
                  </a:moveTo>
                  <a:lnTo>
                    <a:pt x="0" y="215"/>
                  </a:lnTo>
                  <a:lnTo>
                    <a:pt x="250" y="447"/>
                  </a:lnTo>
                  <a:lnTo>
                    <a:pt x="768" y="491"/>
                  </a:lnTo>
                  <a:lnTo>
                    <a:pt x="1330" y="1098"/>
                  </a:lnTo>
                  <a:lnTo>
                    <a:pt x="1196" y="1767"/>
                  </a:lnTo>
                  <a:cubicBezTo>
                    <a:pt x="1196" y="1767"/>
                    <a:pt x="2001" y="2856"/>
                    <a:pt x="2008" y="2856"/>
                  </a:cubicBezTo>
                  <a:cubicBezTo>
                    <a:pt x="2008" y="2856"/>
                    <a:pt x="2008" y="2855"/>
                    <a:pt x="2008" y="2855"/>
                  </a:cubicBezTo>
                  <a:cubicBezTo>
                    <a:pt x="2008" y="2855"/>
                    <a:pt x="1553" y="1714"/>
                    <a:pt x="1544" y="1669"/>
                  </a:cubicBezTo>
                  <a:cubicBezTo>
                    <a:pt x="1535" y="1633"/>
                    <a:pt x="1865" y="1089"/>
                    <a:pt x="1865" y="1089"/>
                  </a:cubicBezTo>
                  <a:lnTo>
                    <a:pt x="1811" y="804"/>
                  </a:lnTo>
                  <a:lnTo>
                    <a:pt x="2347" y="143"/>
                  </a:lnTo>
                  <a:lnTo>
                    <a:pt x="1731" y="215"/>
                  </a:lnTo>
                  <a:lnTo>
                    <a:pt x="777"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20"/>
            <p:cNvSpPr/>
            <p:nvPr/>
          </p:nvSpPr>
          <p:spPr>
            <a:xfrm>
              <a:off x="-1003480" y="2300733"/>
              <a:ext cx="260658" cy="328998"/>
            </a:xfrm>
            <a:custGeom>
              <a:rect b="b" l="l" r="r" t="t"/>
              <a:pathLst>
                <a:path extrusionOk="0" h="2017" w="1598">
                  <a:moveTo>
                    <a:pt x="447" y="0"/>
                  </a:moveTo>
                  <a:lnTo>
                    <a:pt x="0" y="250"/>
                  </a:lnTo>
                  <a:lnTo>
                    <a:pt x="616" y="188"/>
                  </a:lnTo>
                  <a:lnTo>
                    <a:pt x="1321" y="839"/>
                  </a:lnTo>
                  <a:lnTo>
                    <a:pt x="1597" y="2016"/>
                  </a:lnTo>
                  <a:lnTo>
                    <a:pt x="1597" y="892"/>
                  </a:lnTo>
                  <a:lnTo>
                    <a:pt x="1026" y="125"/>
                  </a:lnTo>
                  <a:lnTo>
                    <a:pt x="447"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0"/>
            <p:cNvSpPr/>
            <p:nvPr/>
          </p:nvSpPr>
          <p:spPr>
            <a:xfrm>
              <a:off x="-453458" y="2150832"/>
              <a:ext cx="215475" cy="247605"/>
            </a:xfrm>
            <a:custGeom>
              <a:rect b="b" l="l" r="r" t="t"/>
              <a:pathLst>
                <a:path extrusionOk="0" h="1518" w="1321">
                  <a:moveTo>
                    <a:pt x="1" y="0"/>
                  </a:moveTo>
                  <a:lnTo>
                    <a:pt x="616" y="1232"/>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20"/>
            <p:cNvSpPr/>
            <p:nvPr/>
          </p:nvSpPr>
          <p:spPr>
            <a:xfrm>
              <a:off x="-467975" y="2858089"/>
              <a:ext cx="39474" cy="202423"/>
            </a:xfrm>
            <a:custGeom>
              <a:rect b="b" l="l" r="r" t="t"/>
              <a:pathLst>
                <a:path extrusionOk="0" h="1241" w="242">
                  <a:moveTo>
                    <a:pt x="241" y="0"/>
                  </a:moveTo>
                  <a:lnTo>
                    <a:pt x="0" y="990"/>
                  </a:lnTo>
                  <a:lnTo>
                    <a:pt x="125" y="1240"/>
                  </a:lnTo>
                  <a:lnTo>
                    <a:pt x="24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20"/>
            <p:cNvSpPr/>
            <p:nvPr/>
          </p:nvSpPr>
          <p:spPr>
            <a:xfrm>
              <a:off x="-390822" y="2593194"/>
              <a:ext cx="179100" cy="467317"/>
            </a:xfrm>
            <a:custGeom>
              <a:rect b="b" l="l" r="r" t="t"/>
              <a:pathLst>
                <a:path extrusionOk="0" h="2865" w="1098">
                  <a:moveTo>
                    <a:pt x="0" y="0"/>
                  </a:moveTo>
                  <a:lnTo>
                    <a:pt x="250" y="777"/>
                  </a:lnTo>
                  <a:lnTo>
                    <a:pt x="277" y="1356"/>
                  </a:lnTo>
                  <a:lnTo>
                    <a:pt x="464" y="2311"/>
                  </a:lnTo>
                  <a:lnTo>
                    <a:pt x="411" y="2579"/>
                  </a:lnTo>
                  <a:lnTo>
                    <a:pt x="464" y="2864"/>
                  </a:lnTo>
                  <a:lnTo>
                    <a:pt x="1098"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20"/>
            <p:cNvSpPr/>
            <p:nvPr/>
          </p:nvSpPr>
          <p:spPr>
            <a:xfrm>
              <a:off x="-849173" y="2647021"/>
              <a:ext cx="130981" cy="339274"/>
            </a:xfrm>
            <a:custGeom>
              <a:rect b="b" l="l" r="r" t="t"/>
              <a:pathLst>
                <a:path extrusionOk="0" h="2080" w="803">
                  <a:moveTo>
                    <a:pt x="0" y="1"/>
                  </a:moveTo>
                  <a:lnTo>
                    <a:pt x="277"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20"/>
            <p:cNvSpPr/>
            <p:nvPr/>
          </p:nvSpPr>
          <p:spPr>
            <a:xfrm>
              <a:off x="-152185" y="2805567"/>
              <a:ext cx="100479" cy="171921"/>
            </a:xfrm>
            <a:custGeom>
              <a:rect b="b" l="l" r="r" t="t"/>
              <a:pathLst>
                <a:path extrusionOk="0" h="1054" w="616">
                  <a:moveTo>
                    <a:pt x="72" y="1"/>
                  </a:moveTo>
                  <a:lnTo>
                    <a:pt x="0" y="483"/>
                  </a:lnTo>
                  <a:lnTo>
                    <a:pt x="134" y="1054"/>
                  </a:lnTo>
                  <a:lnTo>
                    <a:pt x="616" y="1054"/>
                  </a:lnTo>
                  <a:lnTo>
                    <a:pt x="170" y="483"/>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20"/>
            <p:cNvSpPr/>
            <p:nvPr/>
          </p:nvSpPr>
          <p:spPr>
            <a:xfrm>
              <a:off x="-1122879" y="2680460"/>
              <a:ext cx="281047" cy="305836"/>
            </a:xfrm>
            <a:custGeom>
              <a:rect b="b" l="l" r="r" t="t"/>
              <a:pathLst>
                <a:path extrusionOk="0" h="1875" w="1723">
                  <a:moveTo>
                    <a:pt x="697" y="1"/>
                  </a:moveTo>
                  <a:lnTo>
                    <a:pt x="875" y="1098"/>
                  </a:lnTo>
                  <a:lnTo>
                    <a:pt x="1" y="1874"/>
                  </a:lnTo>
                  <a:lnTo>
                    <a:pt x="1723" y="1874"/>
                  </a:lnTo>
                  <a:lnTo>
                    <a:pt x="1036" y="1535"/>
                  </a:lnTo>
                  <a:lnTo>
                    <a:pt x="1214" y="1009"/>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20"/>
            <p:cNvSpPr/>
            <p:nvPr/>
          </p:nvSpPr>
          <p:spPr>
            <a:xfrm>
              <a:off x="-718356" y="2802794"/>
              <a:ext cx="131144" cy="216940"/>
            </a:xfrm>
            <a:custGeom>
              <a:rect b="b" l="l" r="r" t="t"/>
              <a:pathLst>
                <a:path extrusionOk="0" h="1330" w="804">
                  <a:moveTo>
                    <a:pt x="554" y="0"/>
                  </a:moveTo>
                  <a:lnTo>
                    <a:pt x="340" y="705"/>
                  </a:lnTo>
                  <a:lnTo>
                    <a:pt x="1" y="1124"/>
                  </a:lnTo>
                  <a:lnTo>
                    <a:pt x="741" y="1329"/>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20"/>
            <p:cNvSpPr/>
            <p:nvPr/>
          </p:nvSpPr>
          <p:spPr>
            <a:xfrm>
              <a:off x="-2668226" y="994036"/>
              <a:ext cx="1864241" cy="3038460"/>
            </a:xfrm>
            <a:custGeom>
              <a:rect b="b" l="l" r="r" t="t"/>
              <a:pathLst>
                <a:path extrusionOk="0" h="18628" w="11429">
                  <a:moveTo>
                    <a:pt x="1" y="0"/>
                  </a:moveTo>
                  <a:lnTo>
                    <a:pt x="1" y="18627"/>
                  </a:lnTo>
                  <a:lnTo>
                    <a:pt x="670" y="17931"/>
                  </a:lnTo>
                  <a:lnTo>
                    <a:pt x="1419" y="17664"/>
                  </a:lnTo>
                  <a:lnTo>
                    <a:pt x="2026" y="17664"/>
                  </a:lnTo>
                  <a:lnTo>
                    <a:pt x="2356" y="17298"/>
                  </a:lnTo>
                  <a:lnTo>
                    <a:pt x="2740" y="16941"/>
                  </a:lnTo>
                  <a:lnTo>
                    <a:pt x="3587" y="16941"/>
                  </a:lnTo>
                  <a:lnTo>
                    <a:pt x="5175" y="16121"/>
                  </a:lnTo>
                  <a:lnTo>
                    <a:pt x="5220" y="15737"/>
                  </a:lnTo>
                  <a:lnTo>
                    <a:pt x="5898" y="15398"/>
                  </a:lnTo>
                  <a:lnTo>
                    <a:pt x="5898" y="14970"/>
                  </a:lnTo>
                  <a:lnTo>
                    <a:pt x="6692" y="14631"/>
                  </a:lnTo>
                  <a:lnTo>
                    <a:pt x="7682" y="14631"/>
                  </a:lnTo>
                  <a:lnTo>
                    <a:pt x="8619" y="14292"/>
                  </a:lnTo>
                  <a:lnTo>
                    <a:pt x="8735" y="13810"/>
                  </a:lnTo>
                  <a:lnTo>
                    <a:pt x="9243" y="13569"/>
                  </a:lnTo>
                  <a:lnTo>
                    <a:pt x="9413" y="13186"/>
                  </a:lnTo>
                  <a:lnTo>
                    <a:pt x="9966" y="13186"/>
                  </a:lnTo>
                  <a:lnTo>
                    <a:pt x="10519" y="12900"/>
                  </a:lnTo>
                  <a:lnTo>
                    <a:pt x="11027" y="12900"/>
                  </a:lnTo>
                  <a:lnTo>
                    <a:pt x="11429" y="12704"/>
                  </a:lnTo>
                  <a:lnTo>
                    <a:pt x="11027" y="12365"/>
                  </a:lnTo>
                  <a:lnTo>
                    <a:pt x="10519" y="12053"/>
                  </a:lnTo>
                  <a:lnTo>
                    <a:pt x="9939" y="11910"/>
                  </a:lnTo>
                  <a:lnTo>
                    <a:pt x="9484" y="11285"/>
                  </a:lnTo>
                  <a:lnTo>
                    <a:pt x="8904" y="11428"/>
                  </a:lnTo>
                  <a:lnTo>
                    <a:pt x="8520" y="10973"/>
                  </a:lnTo>
                  <a:lnTo>
                    <a:pt x="8520" y="10349"/>
                  </a:lnTo>
                  <a:lnTo>
                    <a:pt x="8208" y="10179"/>
                  </a:lnTo>
                  <a:lnTo>
                    <a:pt x="7682" y="9885"/>
                  </a:lnTo>
                  <a:lnTo>
                    <a:pt x="7486" y="9403"/>
                  </a:lnTo>
                  <a:lnTo>
                    <a:pt x="6959" y="9019"/>
                  </a:lnTo>
                  <a:lnTo>
                    <a:pt x="6254" y="8279"/>
                  </a:lnTo>
                  <a:lnTo>
                    <a:pt x="5416" y="6905"/>
                  </a:lnTo>
                  <a:lnTo>
                    <a:pt x="5006" y="5942"/>
                  </a:lnTo>
                  <a:lnTo>
                    <a:pt x="4863" y="5656"/>
                  </a:lnTo>
                  <a:lnTo>
                    <a:pt x="4452" y="5148"/>
                  </a:lnTo>
                  <a:lnTo>
                    <a:pt x="4113" y="4470"/>
                  </a:lnTo>
                  <a:lnTo>
                    <a:pt x="3391" y="3827"/>
                  </a:lnTo>
                  <a:lnTo>
                    <a:pt x="2454" y="3176"/>
                  </a:lnTo>
                  <a:lnTo>
                    <a:pt x="1874" y="2186"/>
                  </a:lnTo>
                  <a:lnTo>
                    <a:pt x="991" y="1419"/>
                  </a:lnTo>
                  <a:lnTo>
                    <a:pt x="599" y="937"/>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20"/>
            <p:cNvSpPr/>
            <p:nvPr/>
          </p:nvSpPr>
          <p:spPr>
            <a:xfrm>
              <a:off x="-2668226" y="1408669"/>
              <a:ext cx="746740" cy="2623828"/>
            </a:xfrm>
            <a:custGeom>
              <a:rect b="b" l="l" r="r" t="t"/>
              <a:pathLst>
                <a:path extrusionOk="0" h="16086" w="4578">
                  <a:moveTo>
                    <a:pt x="1" y="1"/>
                  </a:moveTo>
                  <a:lnTo>
                    <a:pt x="1" y="16085"/>
                  </a:lnTo>
                  <a:lnTo>
                    <a:pt x="670" y="15389"/>
                  </a:lnTo>
                  <a:lnTo>
                    <a:pt x="1419" y="15122"/>
                  </a:lnTo>
                  <a:lnTo>
                    <a:pt x="2026" y="15122"/>
                  </a:lnTo>
                  <a:lnTo>
                    <a:pt x="2356" y="14756"/>
                  </a:lnTo>
                  <a:lnTo>
                    <a:pt x="2740" y="14399"/>
                  </a:lnTo>
                  <a:lnTo>
                    <a:pt x="3587" y="14399"/>
                  </a:lnTo>
                  <a:lnTo>
                    <a:pt x="4577" y="13891"/>
                  </a:lnTo>
                  <a:lnTo>
                    <a:pt x="2802" y="11143"/>
                  </a:lnTo>
                  <a:lnTo>
                    <a:pt x="2802" y="10197"/>
                  </a:lnTo>
                  <a:lnTo>
                    <a:pt x="2409" y="8886"/>
                  </a:lnTo>
                  <a:lnTo>
                    <a:pt x="2802" y="7387"/>
                  </a:lnTo>
                  <a:lnTo>
                    <a:pt x="2615" y="5541"/>
                  </a:lnTo>
                  <a:lnTo>
                    <a:pt x="1937" y="5353"/>
                  </a:lnTo>
                  <a:lnTo>
                    <a:pt x="1669" y="4943"/>
                  </a:lnTo>
                  <a:lnTo>
                    <a:pt x="1669" y="4167"/>
                  </a:lnTo>
                  <a:lnTo>
                    <a:pt x="634" y="3007"/>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20"/>
            <p:cNvSpPr/>
            <p:nvPr/>
          </p:nvSpPr>
          <p:spPr>
            <a:xfrm>
              <a:off x="-2260766" y="1590540"/>
              <a:ext cx="1044915" cy="1267710"/>
            </a:xfrm>
            <a:custGeom>
              <a:rect b="b" l="l" r="r" t="t"/>
              <a:pathLst>
                <a:path extrusionOk="0" h="7772" w="6406">
                  <a:moveTo>
                    <a:pt x="652" y="1"/>
                  </a:moveTo>
                  <a:lnTo>
                    <a:pt x="1" y="679"/>
                  </a:lnTo>
                  <a:lnTo>
                    <a:pt x="1009" y="1152"/>
                  </a:lnTo>
                  <a:lnTo>
                    <a:pt x="1250" y="1705"/>
                  </a:lnTo>
                  <a:lnTo>
                    <a:pt x="1892" y="2088"/>
                  </a:lnTo>
                  <a:lnTo>
                    <a:pt x="2454" y="3275"/>
                  </a:lnTo>
                  <a:lnTo>
                    <a:pt x="3034" y="4702"/>
                  </a:lnTo>
                  <a:lnTo>
                    <a:pt x="3640" y="5478"/>
                  </a:lnTo>
                  <a:lnTo>
                    <a:pt x="4399" y="5648"/>
                  </a:lnTo>
                  <a:lnTo>
                    <a:pt x="4765" y="5844"/>
                  </a:lnTo>
                  <a:lnTo>
                    <a:pt x="5032" y="6478"/>
                  </a:lnTo>
                  <a:lnTo>
                    <a:pt x="5657" y="6781"/>
                  </a:lnTo>
                  <a:lnTo>
                    <a:pt x="5657" y="7459"/>
                  </a:lnTo>
                  <a:lnTo>
                    <a:pt x="6406" y="7771"/>
                  </a:lnTo>
                  <a:lnTo>
                    <a:pt x="6022" y="7316"/>
                  </a:lnTo>
                  <a:lnTo>
                    <a:pt x="6022" y="6692"/>
                  </a:lnTo>
                  <a:lnTo>
                    <a:pt x="5710" y="6522"/>
                  </a:lnTo>
                  <a:lnTo>
                    <a:pt x="5184" y="6228"/>
                  </a:lnTo>
                  <a:lnTo>
                    <a:pt x="4988" y="5746"/>
                  </a:lnTo>
                  <a:lnTo>
                    <a:pt x="4461" y="5362"/>
                  </a:lnTo>
                  <a:lnTo>
                    <a:pt x="3756" y="4622"/>
                  </a:lnTo>
                  <a:lnTo>
                    <a:pt x="2918" y="3248"/>
                  </a:lnTo>
                  <a:lnTo>
                    <a:pt x="2508" y="2285"/>
                  </a:lnTo>
                  <a:lnTo>
                    <a:pt x="2365" y="1999"/>
                  </a:lnTo>
                  <a:lnTo>
                    <a:pt x="1954" y="1491"/>
                  </a:lnTo>
                  <a:lnTo>
                    <a:pt x="1615" y="813"/>
                  </a:lnTo>
                  <a:lnTo>
                    <a:pt x="893" y="170"/>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20"/>
            <p:cNvSpPr/>
            <p:nvPr/>
          </p:nvSpPr>
          <p:spPr>
            <a:xfrm>
              <a:off x="-2668226" y="994036"/>
              <a:ext cx="671055" cy="729113"/>
            </a:xfrm>
            <a:custGeom>
              <a:rect b="b" l="l" r="r" t="t"/>
              <a:pathLst>
                <a:path extrusionOk="0" h="4470" w="4114">
                  <a:moveTo>
                    <a:pt x="1" y="0"/>
                  </a:moveTo>
                  <a:lnTo>
                    <a:pt x="518" y="1918"/>
                  </a:lnTo>
                  <a:lnTo>
                    <a:pt x="973" y="2347"/>
                  </a:lnTo>
                  <a:lnTo>
                    <a:pt x="1517" y="3702"/>
                  </a:lnTo>
                  <a:lnTo>
                    <a:pt x="2499" y="4336"/>
                  </a:lnTo>
                  <a:lnTo>
                    <a:pt x="4113" y="4470"/>
                  </a:lnTo>
                  <a:lnTo>
                    <a:pt x="3391" y="3827"/>
                  </a:lnTo>
                  <a:lnTo>
                    <a:pt x="2454" y="3176"/>
                  </a:lnTo>
                  <a:lnTo>
                    <a:pt x="1874" y="2186"/>
                  </a:lnTo>
                  <a:lnTo>
                    <a:pt x="991" y="1419"/>
                  </a:lnTo>
                  <a:lnTo>
                    <a:pt x="599" y="93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20"/>
            <p:cNvSpPr/>
            <p:nvPr/>
          </p:nvSpPr>
          <p:spPr>
            <a:xfrm>
              <a:off x="-2467432" y="1736036"/>
              <a:ext cx="1052255" cy="1644500"/>
            </a:xfrm>
            <a:custGeom>
              <a:rect b="b" l="l" r="r" t="t"/>
              <a:pathLst>
                <a:path extrusionOk="0" h="10082" w="6451">
                  <a:moveTo>
                    <a:pt x="1" y="1"/>
                  </a:moveTo>
                  <a:lnTo>
                    <a:pt x="1178" y="1589"/>
                  </a:lnTo>
                  <a:lnTo>
                    <a:pt x="1964" y="1839"/>
                  </a:lnTo>
                  <a:lnTo>
                    <a:pt x="3212" y="4185"/>
                  </a:lnTo>
                  <a:lnTo>
                    <a:pt x="3212" y="7379"/>
                  </a:lnTo>
                  <a:lnTo>
                    <a:pt x="4310" y="8271"/>
                  </a:lnTo>
                  <a:lnTo>
                    <a:pt x="4702" y="9038"/>
                  </a:lnTo>
                  <a:lnTo>
                    <a:pt x="5461" y="10082"/>
                  </a:lnTo>
                  <a:lnTo>
                    <a:pt x="6451" y="10082"/>
                  </a:lnTo>
                  <a:lnTo>
                    <a:pt x="5487" y="8306"/>
                  </a:lnTo>
                  <a:lnTo>
                    <a:pt x="3980" y="7227"/>
                  </a:lnTo>
                  <a:lnTo>
                    <a:pt x="3810" y="4720"/>
                  </a:lnTo>
                  <a:lnTo>
                    <a:pt x="2088"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20"/>
            <p:cNvSpPr/>
            <p:nvPr/>
          </p:nvSpPr>
          <p:spPr>
            <a:xfrm>
              <a:off x="-1997336" y="3015167"/>
              <a:ext cx="291160" cy="545774"/>
            </a:xfrm>
            <a:custGeom>
              <a:rect b="b" l="l" r="r" t="t"/>
              <a:pathLst>
                <a:path extrusionOk="0" h="3346" w="1785">
                  <a:moveTo>
                    <a:pt x="0" y="1"/>
                  </a:moveTo>
                  <a:lnTo>
                    <a:pt x="1107" y="3346"/>
                  </a:lnTo>
                  <a:lnTo>
                    <a:pt x="1785" y="3007"/>
                  </a:lnTo>
                  <a:lnTo>
                    <a:pt x="1785" y="2579"/>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20"/>
            <p:cNvSpPr/>
            <p:nvPr/>
          </p:nvSpPr>
          <p:spPr>
            <a:xfrm>
              <a:off x="-2467432" y="2844877"/>
              <a:ext cx="384462" cy="912614"/>
            </a:xfrm>
            <a:custGeom>
              <a:rect b="b" l="l" r="r" t="t"/>
              <a:pathLst>
                <a:path extrusionOk="0" h="5595" w="2357">
                  <a:moveTo>
                    <a:pt x="1" y="1"/>
                  </a:moveTo>
                  <a:lnTo>
                    <a:pt x="1509" y="5594"/>
                  </a:lnTo>
                  <a:lnTo>
                    <a:pt x="2356" y="5594"/>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0"/>
            <p:cNvSpPr/>
            <p:nvPr/>
          </p:nvSpPr>
          <p:spPr>
            <a:xfrm>
              <a:off x="-1626251" y="2719770"/>
              <a:ext cx="382831" cy="605474"/>
            </a:xfrm>
            <a:custGeom>
              <a:rect b="b" l="l" r="r" t="t"/>
              <a:pathLst>
                <a:path extrusionOk="0" h="3712" w="2347">
                  <a:moveTo>
                    <a:pt x="0" y="1"/>
                  </a:moveTo>
                  <a:lnTo>
                    <a:pt x="652" y="1196"/>
                  </a:lnTo>
                  <a:lnTo>
                    <a:pt x="1481" y="2088"/>
                  </a:lnTo>
                  <a:lnTo>
                    <a:pt x="1570" y="2909"/>
                  </a:lnTo>
                  <a:lnTo>
                    <a:pt x="2231" y="3712"/>
                  </a:lnTo>
                  <a:lnTo>
                    <a:pt x="2347" y="3230"/>
                  </a:lnTo>
                  <a:lnTo>
                    <a:pt x="1838" y="1687"/>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20"/>
            <p:cNvSpPr/>
            <p:nvPr/>
          </p:nvSpPr>
          <p:spPr>
            <a:xfrm>
              <a:off x="-1215855" y="3034088"/>
              <a:ext cx="83026" cy="173389"/>
            </a:xfrm>
            <a:custGeom>
              <a:rect b="b" l="l" r="r" t="t"/>
              <a:pathLst>
                <a:path extrusionOk="0" h="1063" w="509">
                  <a:moveTo>
                    <a:pt x="0" y="1"/>
                  </a:moveTo>
                  <a:lnTo>
                    <a:pt x="339" y="1062"/>
                  </a:lnTo>
                  <a:lnTo>
                    <a:pt x="509" y="679"/>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20"/>
            <p:cNvSpPr/>
            <p:nvPr/>
          </p:nvSpPr>
          <p:spPr>
            <a:xfrm>
              <a:off x="-1112603" y="2962808"/>
              <a:ext cx="243204" cy="135546"/>
            </a:xfrm>
            <a:custGeom>
              <a:rect b="b" l="l" r="r" t="t"/>
              <a:pathLst>
                <a:path extrusionOk="0" h="831" w="1491">
                  <a:moveTo>
                    <a:pt x="0" y="0"/>
                  </a:moveTo>
                  <a:lnTo>
                    <a:pt x="982" y="830"/>
                  </a:lnTo>
                  <a:lnTo>
                    <a:pt x="1490" y="830"/>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4" name="Google Shape;694;p20"/>
          <p:cNvSpPr txBox="1"/>
          <p:nvPr>
            <p:ph type="title"/>
          </p:nvPr>
        </p:nvSpPr>
        <p:spPr>
          <a:xfrm>
            <a:off x="2187325" y="539400"/>
            <a:ext cx="4769400" cy="22761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72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695" name="Shape 695"/>
        <p:cNvGrpSpPr/>
        <p:nvPr/>
      </p:nvGrpSpPr>
      <p:grpSpPr>
        <a:xfrm>
          <a:off x="0" y="0"/>
          <a:ext cx="0" cy="0"/>
          <a:chOff x="0" y="0"/>
          <a:chExt cx="0" cy="0"/>
        </a:xfrm>
      </p:grpSpPr>
      <p:sp>
        <p:nvSpPr>
          <p:cNvPr id="696" name="Google Shape;696;p21"/>
          <p:cNvSpPr txBox="1"/>
          <p:nvPr>
            <p:ph type="title"/>
          </p:nvPr>
        </p:nvSpPr>
        <p:spPr>
          <a:xfrm>
            <a:off x="2241450" y="468750"/>
            <a:ext cx="4661100" cy="705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45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697" name="Google Shape;697;p21"/>
          <p:cNvSpPr txBox="1"/>
          <p:nvPr>
            <p:ph idx="1" type="subTitle"/>
          </p:nvPr>
        </p:nvSpPr>
        <p:spPr>
          <a:xfrm>
            <a:off x="2241550" y="1174483"/>
            <a:ext cx="4661100" cy="1057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1600"/>
              </a:spcBef>
              <a:spcAft>
                <a:spcPts val="0"/>
              </a:spcAft>
              <a:buSzPts val="1600"/>
              <a:buNone/>
              <a:defRPr sz="1600"/>
            </a:lvl3pPr>
            <a:lvl4pPr lvl="3" algn="ctr">
              <a:lnSpc>
                <a:spcPct val="100000"/>
              </a:lnSpc>
              <a:spcBef>
                <a:spcPts val="1600"/>
              </a:spcBef>
              <a:spcAft>
                <a:spcPts val="0"/>
              </a:spcAft>
              <a:buSzPts val="1600"/>
              <a:buNone/>
              <a:defRPr sz="1600"/>
            </a:lvl4pPr>
            <a:lvl5pPr lvl="4" algn="ctr">
              <a:lnSpc>
                <a:spcPct val="100000"/>
              </a:lnSpc>
              <a:spcBef>
                <a:spcPts val="1600"/>
              </a:spcBef>
              <a:spcAft>
                <a:spcPts val="0"/>
              </a:spcAft>
              <a:buSzPts val="1600"/>
              <a:buNone/>
              <a:defRPr sz="1600"/>
            </a:lvl5pPr>
            <a:lvl6pPr lvl="5" algn="ctr">
              <a:lnSpc>
                <a:spcPct val="100000"/>
              </a:lnSpc>
              <a:spcBef>
                <a:spcPts val="1600"/>
              </a:spcBef>
              <a:spcAft>
                <a:spcPts val="0"/>
              </a:spcAft>
              <a:buSzPts val="1600"/>
              <a:buNone/>
              <a:defRPr sz="1600"/>
            </a:lvl6pPr>
            <a:lvl7pPr lvl="6" algn="ctr">
              <a:lnSpc>
                <a:spcPct val="100000"/>
              </a:lnSpc>
              <a:spcBef>
                <a:spcPts val="1600"/>
              </a:spcBef>
              <a:spcAft>
                <a:spcPts val="0"/>
              </a:spcAft>
              <a:buSzPts val="1600"/>
              <a:buNone/>
              <a:defRPr sz="1600"/>
            </a:lvl7pPr>
            <a:lvl8pPr lvl="7" algn="ctr">
              <a:lnSpc>
                <a:spcPct val="100000"/>
              </a:lnSpc>
              <a:spcBef>
                <a:spcPts val="1600"/>
              </a:spcBef>
              <a:spcAft>
                <a:spcPts val="0"/>
              </a:spcAft>
              <a:buSzPts val="1600"/>
              <a:buNone/>
              <a:defRPr sz="1600"/>
            </a:lvl8pPr>
            <a:lvl9pPr lvl="8" algn="ctr">
              <a:lnSpc>
                <a:spcPct val="100000"/>
              </a:lnSpc>
              <a:spcBef>
                <a:spcPts val="1600"/>
              </a:spcBef>
              <a:spcAft>
                <a:spcPts val="1600"/>
              </a:spcAft>
              <a:buSzPts val="1600"/>
              <a:buNone/>
              <a:defRPr sz="1600"/>
            </a:lvl9pPr>
          </a:lstStyle>
          <a:p/>
        </p:txBody>
      </p:sp>
      <p:grpSp>
        <p:nvGrpSpPr>
          <p:cNvPr id="698" name="Google Shape;698;p21"/>
          <p:cNvGrpSpPr/>
          <p:nvPr/>
        </p:nvGrpSpPr>
        <p:grpSpPr>
          <a:xfrm flipH="1">
            <a:off x="5999814" y="1145449"/>
            <a:ext cx="3922876" cy="3010780"/>
            <a:chOff x="-675270" y="-663276"/>
            <a:chExt cx="3564955" cy="3010780"/>
          </a:xfrm>
        </p:grpSpPr>
        <p:sp>
          <p:nvSpPr>
            <p:cNvPr id="699" name="Google Shape;699;p21"/>
            <p:cNvSpPr/>
            <p:nvPr/>
          </p:nvSpPr>
          <p:spPr>
            <a:xfrm>
              <a:off x="-675270" y="-663276"/>
              <a:ext cx="3564955" cy="3010780"/>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1"/>
            <p:cNvSpPr/>
            <p:nvPr/>
          </p:nvSpPr>
          <p:spPr>
            <a:xfrm>
              <a:off x="-394641" y="-320127"/>
              <a:ext cx="2150090" cy="2042707"/>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 name="Google Shape;701;p21"/>
          <p:cNvGrpSpPr/>
          <p:nvPr/>
        </p:nvGrpSpPr>
        <p:grpSpPr>
          <a:xfrm>
            <a:off x="-782526" y="1145449"/>
            <a:ext cx="3564955" cy="3010780"/>
            <a:chOff x="-782526" y="-663276"/>
            <a:chExt cx="3564955" cy="3010780"/>
          </a:xfrm>
        </p:grpSpPr>
        <p:sp>
          <p:nvSpPr>
            <p:cNvPr id="702" name="Google Shape;702;p21"/>
            <p:cNvSpPr/>
            <p:nvPr/>
          </p:nvSpPr>
          <p:spPr>
            <a:xfrm>
              <a:off x="-782526" y="-663276"/>
              <a:ext cx="3564955" cy="3010780"/>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1"/>
            <p:cNvSpPr/>
            <p:nvPr/>
          </p:nvSpPr>
          <p:spPr>
            <a:xfrm>
              <a:off x="-76302" y="-258327"/>
              <a:ext cx="2150090" cy="2042707"/>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 name="Google Shape;704;p21"/>
          <p:cNvGrpSpPr/>
          <p:nvPr/>
        </p:nvGrpSpPr>
        <p:grpSpPr>
          <a:xfrm>
            <a:off x="4075012" y="2534446"/>
            <a:ext cx="1095122" cy="1096793"/>
            <a:chOff x="3992801" y="1928374"/>
            <a:chExt cx="1783297" cy="1786017"/>
          </a:xfrm>
        </p:grpSpPr>
        <p:sp>
          <p:nvSpPr>
            <p:cNvPr id="705" name="Google Shape;705;p21"/>
            <p:cNvSpPr/>
            <p:nvPr/>
          </p:nvSpPr>
          <p:spPr>
            <a:xfrm>
              <a:off x="3992801" y="1928374"/>
              <a:ext cx="1783297" cy="1786017"/>
            </a:xfrm>
            <a:custGeom>
              <a:rect b="b" l="l" r="r" t="t"/>
              <a:pathLst>
                <a:path extrusionOk="0" h="5942" w="5933">
                  <a:moveTo>
                    <a:pt x="2971" y="0"/>
                  </a:moveTo>
                  <a:cubicBezTo>
                    <a:pt x="1330" y="0"/>
                    <a:pt x="0" y="1330"/>
                    <a:pt x="0" y="2971"/>
                  </a:cubicBezTo>
                  <a:cubicBezTo>
                    <a:pt x="0" y="4612"/>
                    <a:pt x="1330" y="5942"/>
                    <a:pt x="2971" y="5942"/>
                  </a:cubicBezTo>
                  <a:cubicBezTo>
                    <a:pt x="4604" y="5942"/>
                    <a:pt x="5933" y="4612"/>
                    <a:pt x="5933" y="2971"/>
                  </a:cubicBezTo>
                  <a:cubicBezTo>
                    <a:pt x="5933" y="1330"/>
                    <a:pt x="4604" y="0"/>
                    <a:pt x="29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21"/>
            <p:cNvSpPr/>
            <p:nvPr/>
          </p:nvSpPr>
          <p:spPr>
            <a:xfrm>
              <a:off x="4118741" y="2057021"/>
              <a:ext cx="1531417" cy="1528724"/>
            </a:xfrm>
            <a:custGeom>
              <a:rect b="b" l="l" r="r" t="t"/>
              <a:pathLst>
                <a:path extrusionOk="0" h="5086" w="5095">
                  <a:moveTo>
                    <a:pt x="2552" y="1"/>
                  </a:moveTo>
                  <a:cubicBezTo>
                    <a:pt x="1142" y="1"/>
                    <a:pt x="1" y="1142"/>
                    <a:pt x="1" y="2543"/>
                  </a:cubicBezTo>
                  <a:cubicBezTo>
                    <a:pt x="1" y="3953"/>
                    <a:pt x="1142" y="5085"/>
                    <a:pt x="2552" y="5085"/>
                  </a:cubicBezTo>
                  <a:cubicBezTo>
                    <a:pt x="3953" y="5085"/>
                    <a:pt x="5095" y="3953"/>
                    <a:pt x="5095" y="2543"/>
                  </a:cubicBezTo>
                  <a:cubicBezTo>
                    <a:pt x="5095" y="1142"/>
                    <a:pt x="3953" y="1"/>
                    <a:pt x="25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 name="Google Shape;707;p21"/>
          <p:cNvSpPr/>
          <p:nvPr/>
        </p:nvSpPr>
        <p:spPr>
          <a:xfrm>
            <a:off x="2" y="3089503"/>
            <a:ext cx="9144017" cy="2775510"/>
          </a:xfrm>
          <a:custGeom>
            <a:rect b="b" l="l" r="r" t="t"/>
            <a:pathLst>
              <a:path extrusionOk="0" h="9234" w="30422">
                <a:moveTo>
                  <a:pt x="1" y="0"/>
                </a:moveTo>
                <a:lnTo>
                  <a:pt x="1" y="9233"/>
                </a:lnTo>
                <a:lnTo>
                  <a:pt x="30422" y="9233"/>
                </a:lnTo>
                <a:lnTo>
                  <a:pt x="30422" y="0"/>
                </a:lnTo>
                <a:close/>
              </a:path>
            </a:pathLst>
          </a:custGeom>
          <a:solidFill>
            <a:srgbClr val="38A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21"/>
          <p:cNvSpPr/>
          <p:nvPr/>
        </p:nvSpPr>
        <p:spPr>
          <a:xfrm>
            <a:off x="2" y="3089503"/>
            <a:ext cx="8385071" cy="2775510"/>
          </a:xfrm>
          <a:custGeom>
            <a:rect b="b" l="l" r="r" t="t"/>
            <a:pathLst>
              <a:path extrusionOk="0" h="9234" w="27897">
                <a:moveTo>
                  <a:pt x="14337" y="0"/>
                </a:moveTo>
                <a:cubicBezTo>
                  <a:pt x="14337" y="0"/>
                  <a:pt x="12053" y="402"/>
                  <a:pt x="13222" y="633"/>
                </a:cubicBezTo>
                <a:cubicBezTo>
                  <a:pt x="14391" y="857"/>
                  <a:pt x="13704" y="1276"/>
                  <a:pt x="11001" y="1419"/>
                </a:cubicBezTo>
                <a:cubicBezTo>
                  <a:pt x="8289" y="1561"/>
                  <a:pt x="8164" y="2204"/>
                  <a:pt x="9529" y="2346"/>
                </a:cubicBezTo>
                <a:cubicBezTo>
                  <a:pt x="10885" y="2489"/>
                  <a:pt x="4131" y="3470"/>
                  <a:pt x="5808" y="4006"/>
                </a:cubicBezTo>
                <a:cubicBezTo>
                  <a:pt x="7495" y="4550"/>
                  <a:pt x="4961" y="5040"/>
                  <a:pt x="3257" y="5272"/>
                </a:cubicBezTo>
                <a:cubicBezTo>
                  <a:pt x="1553" y="5504"/>
                  <a:pt x="1375" y="6040"/>
                  <a:pt x="2365" y="6227"/>
                </a:cubicBezTo>
                <a:cubicBezTo>
                  <a:pt x="3355" y="6414"/>
                  <a:pt x="1" y="7271"/>
                  <a:pt x="1" y="7271"/>
                </a:cubicBezTo>
                <a:lnTo>
                  <a:pt x="1" y="9233"/>
                </a:lnTo>
                <a:lnTo>
                  <a:pt x="27897" y="9233"/>
                </a:lnTo>
                <a:lnTo>
                  <a:pt x="27897" y="7137"/>
                </a:lnTo>
                <a:cubicBezTo>
                  <a:pt x="27897" y="7137"/>
                  <a:pt x="23472" y="6361"/>
                  <a:pt x="24445" y="5504"/>
                </a:cubicBezTo>
                <a:cubicBezTo>
                  <a:pt x="25417" y="4648"/>
                  <a:pt x="20171" y="4434"/>
                  <a:pt x="21340" y="3925"/>
                </a:cubicBezTo>
                <a:cubicBezTo>
                  <a:pt x="22500" y="3417"/>
                  <a:pt x="21893" y="2917"/>
                  <a:pt x="20912" y="2721"/>
                </a:cubicBezTo>
                <a:cubicBezTo>
                  <a:pt x="19939" y="2534"/>
                  <a:pt x="18780" y="2034"/>
                  <a:pt x="19422" y="1481"/>
                </a:cubicBezTo>
                <a:cubicBezTo>
                  <a:pt x="20055" y="928"/>
                  <a:pt x="19288" y="732"/>
                  <a:pt x="18512" y="491"/>
                </a:cubicBezTo>
                <a:cubicBezTo>
                  <a:pt x="17727" y="259"/>
                  <a:pt x="18637" y="0"/>
                  <a:pt x="18637"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21"/>
          <p:cNvSpPr/>
          <p:nvPr/>
        </p:nvSpPr>
        <p:spPr>
          <a:xfrm>
            <a:off x="482720" y="3237687"/>
            <a:ext cx="6006641" cy="2627326"/>
          </a:xfrm>
          <a:custGeom>
            <a:rect b="b" l="l" r="r" t="t"/>
            <a:pathLst>
              <a:path extrusionOk="0" h="8741" w="19984">
                <a:moveTo>
                  <a:pt x="15406" y="1"/>
                </a:moveTo>
                <a:cubicBezTo>
                  <a:pt x="14566" y="1"/>
                  <a:pt x="13350" y="213"/>
                  <a:pt x="13953" y="506"/>
                </a:cubicBezTo>
                <a:cubicBezTo>
                  <a:pt x="14604" y="818"/>
                  <a:pt x="15033" y="1452"/>
                  <a:pt x="12722" y="1711"/>
                </a:cubicBezTo>
                <a:cubicBezTo>
                  <a:pt x="10420" y="1960"/>
                  <a:pt x="10304" y="2683"/>
                  <a:pt x="12347" y="3111"/>
                </a:cubicBezTo>
                <a:cubicBezTo>
                  <a:pt x="13739" y="3406"/>
                  <a:pt x="11669" y="4512"/>
                  <a:pt x="9635" y="4512"/>
                </a:cubicBezTo>
                <a:cubicBezTo>
                  <a:pt x="7601" y="4512"/>
                  <a:pt x="7245" y="4994"/>
                  <a:pt x="8413" y="5315"/>
                </a:cubicBezTo>
                <a:cubicBezTo>
                  <a:pt x="9350" y="5573"/>
                  <a:pt x="8922" y="6100"/>
                  <a:pt x="4827" y="6358"/>
                </a:cubicBezTo>
                <a:cubicBezTo>
                  <a:pt x="723" y="6617"/>
                  <a:pt x="3069" y="7670"/>
                  <a:pt x="4060" y="7866"/>
                </a:cubicBezTo>
                <a:cubicBezTo>
                  <a:pt x="4390" y="7929"/>
                  <a:pt x="4747" y="8125"/>
                  <a:pt x="3319" y="8339"/>
                </a:cubicBezTo>
                <a:cubicBezTo>
                  <a:pt x="1892" y="8544"/>
                  <a:pt x="1" y="8740"/>
                  <a:pt x="1" y="8740"/>
                </a:cubicBezTo>
                <a:lnTo>
                  <a:pt x="19984" y="8740"/>
                </a:lnTo>
                <a:cubicBezTo>
                  <a:pt x="19984" y="8740"/>
                  <a:pt x="17985" y="8464"/>
                  <a:pt x="18895" y="8000"/>
                </a:cubicBezTo>
                <a:cubicBezTo>
                  <a:pt x="19805" y="7527"/>
                  <a:pt x="19181" y="7393"/>
                  <a:pt x="17174" y="7143"/>
                </a:cubicBezTo>
                <a:cubicBezTo>
                  <a:pt x="15158" y="6903"/>
                  <a:pt x="15728" y="6358"/>
                  <a:pt x="17638" y="5877"/>
                </a:cubicBezTo>
                <a:cubicBezTo>
                  <a:pt x="19556" y="5395"/>
                  <a:pt x="18173" y="4735"/>
                  <a:pt x="16888" y="4512"/>
                </a:cubicBezTo>
                <a:cubicBezTo>
                  <a:pt x="15604" y="4289"/>
                  <a:pt x="15363" y="4084"/>
                  <a:pt x="16826" y="3513"/>
                </a:cubicBezTo>
                <a:cubicBezTo>
                  <a:pt x="18298" y="2951"/>
                  <a:pt x="17495" y="2344"/>
                  <a:pt x="16576" y="2121"/>
                </a:cubicBezTo>
                <a:cubicBezTo>
                  <a:pt x="15648" y="1898"/>
                  <a:pt x="15273" y="1532"/>
                  <a:pt x="16166" y="1211"/>
                </a:cubicBezTo>
                <a:cubicBezTo>
                  <a:pt x="17067" y="890"/>
                  <a:pt x="15639" y="604"/>
                  <a:pt x="15282" y="435"/>
                </a:cubicBezTo>
                <a:cubicBezTo>
                  <a:pt x="14926" y="274"/>
                  <a:pt x="16451" y="51"/>
                  <a:pt x="15630" y="7"/>
                </a:cubicBezTo>
                <a:cubicBezTo>
                  <a:pt x="15560" y="3"/>
                  <a:pt x="15485" y="1"/>
                  <a:pt x="15406" y="1"/>
                </a:cubicBezTo>
                <a:close/>
              </a:path>
            </a:pathLst>
          </a:custGeom>
          <a:solidFill>
            <a:srgbClr val="6BC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21"/>
          <p:cNvSpPr/>
          <p:nvPr/>
        </p:nvSpPr>
        <p:spPr>
          <a:xfrm flipH="1">
            <a:off x="8929401" y="4662505"/>
            <a:ext cx="521499" cy="499422"/>
          </a:xfrm>
          <a:custGeom>
            <a:rect b="b" l="l" r="r" t="t"/>
            <a:pathLst>
              <a:path extrusionOk="0" h="2286" w="2667">
                <a:moveTo>
                  <a:pt x="2001" y="0"/>
                </a:moveTo>
                <a:lnTo>
                  <a:pt x="0" y="2286"/>
                </a:lnTo>
                <a:lnTo>
                  <a:pt x="2667" y="2238"/>
                </a:lnTo>
                <a:close/>
              </a:path>
            </a:pathLst>
          </a:custGeom>
          <a:solidFill>
            <a:srgbClr val="CC946E"/>
          </a:solidFill>
          <a:ln>
            <a:noFill/>
          </a:ln>
        </p:spPr>
      </p:sp>
      <p:sp>
        <p:nvSpPr>
          <p:cNvPr id="711" name="Google Shape;711;p21"/>
          <p:cNvSpPr/>
          <p:nvPr/>
        </p:nvSpPr>
        <p:spPr>
          <a:xfrm>
            <a:off x="-301725" y="4662505"/>
            <a:ext cx="541821" cy="499422"/>
          </a:xfrm>
          <a:custGeom>
            <a:rect b="b" l="l" r="r" t="t"/>
            <a:pathLst>
              <a:path extrusionOk="0" h="2286" w="2667">
                <a:moveTo>
                  <a:pt x="2001" y="0"/>
                </a:moveTo>
                <a:lnTo>
                  <a:pt x="0" y="2286"/>
                </a:lnTo>
                <a:lnTo>
                  <a:pt x="2667" y="2238"/>
                </a:lnTo>
                <a:close/>
              </a:path>
            </a:pathLst>
          </a:custGeom>
          <a:solidFill>
            <a:srgbClr val="CC946E"/>
          </a:solidFill>
          <a:ln>
            <a:noFill/>
          </a:ln>
        </p:spPr>
      </p:sp>
      <p:sp>
        <p:nvSpPr>
          <p:cNvPr id="712" name="Google Shape;712;p21"/>
          <p:cNvSpPr/>
          <p:nvPr/>
        </p:nvSpPr>
        <p:spPr>
          <a:xfrm>
            <a:off x="69041" y="4651473"/>
            <a:ext cx="8979662" cy="510440"/>
          </a:xfrm>
          <a:custGeom>
            <a:rect b="b" l="l" r="r" t="t"/>
            <a:pathLst>
              <a:path extrusionOk="0" h="1491" w="30422">
                <a:moveTo>
                  <a:pt x="1" y="0"/>
                </a:moveTo>
                <a:lnTo>
                  <a:pt x="1" y="1490"/>
                </a:lnTo>
                <a:lnTo>
                  <a:pt x="30422" y="1490"/>
                </a:lnTo>
                <a:lnTo>
                  <a:pt x="3042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21"/>
          <p:cNvSpPr/>
          <p:nvPr/>
        </p:nvSpPr>
        <p:spPr>
          <a:xfrm>
            <a:off x="-336500" y="4637799"/>
            <a:ext cx="9817059" cy="540024"/>
          </a:xfrm>
          <a:custGeom>
            <a:rect b="b" l="l" r="r" t="t"/>
            <a:pathLst>
              <a:path extrusionOk="0" h="1776" w="33259">
                <a:moveTo>
                  <a:pt x="31769" y="81"/>
                </a:moveTo>
                <a:lnTo>
                  <a:pt x="33089" y="1696"/>
                </a:lnTo>
                <a:lnTo>
                  <a:pt x="170" y="1696"/>
                </a:lnTo>
                <a:lnTo>
                  <a:pt x="1482" y="81"/>
                </a:lnTo>
                <a:close/>
                <a:moveTo>
                  <a:pt x="1446" y="1"/>
                </a:moveTo>
                <a:lnTo>
                  <a:pt x="1" y="1776"/>
                </a:lnTo>
                <a:lnTo>
                  <a:pt x="33259" y="1776"/>
                </a:lnTo>
                <a:lnTo>
                  <a:pt x="318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21"/>
          <p:cNvSpPr/>
          <p:nvPr/>
        </p:nvSpPr>
        <p:spPr>
          <a:xfrm>
            <a:off x="1114495" y="4637799"/>
            <a:ext cx="6912586" cy="540024"/>
          </a:xfrm>
          <a:custGeom>
            <a:rect b="b" l="l" r="r" t="t"/>
            <a:pathLst>
              <a:path extrusionOk="0" h="1776" w="23419">
                <a:moveTo>
                  <a:pt x="22357" y="81"/>
                </a:moveTo>
                <a:lnTo>
                  <a:pt x="23275" y="1696"/>
                </a:lnTo>
                <a:lnTo>
                  <a:pt x="143" y="1696"/>
                </a:lnTo>
                <a:lnTo>
                  <a:pt x="1071" y="81"/>
                </a:lnTo>
                <a:close/>
                <a:moveTo>
                  <a:pt x="1026" y="1"/>
                </a:moveTo>
                <a:lnTo>
                  <a:pt x="0" y="1776"/>
                </a:lnTo>
                <a:lnTo>
                  <a:pt x="23418" y="1776"/>
                </a:lnTo>
                <a:lnTo>
                  <a:pt x="22401"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21"/>
          <p:cNvSpPr/>
          <p:nvPr/>
        </p:nvSpPr>
        <p:spPr>
          <a:xfrm>
            <a:off x="2438868" y="4637799"/>
            <a:ext cx="4266092" cy="540024"/>
          </a:xfrm>
          <a:custGeom>
            <a:rect b="b" l="l" r="r" t="t"/>
            <a:pathLst>
              <a:path extrusionOk="0" h="1776" w="14453">
                <a:moveTo>
                  <a:pt x="13766" y="81"/>
                </a:moveTo>
                <a:lnTo>
                  <a:pt x="14337" y="1696"/>
                </a:lnTo>
                <a:lnTo>
                  <a:pt x="117" y="1696"/>
                </a:lnTo>
                <a:lnTo>
                  <a:pt x="688" y="81"/>
                </a:lnTo>
                <a:close/>
                <a:moveTo>
                  <a:pt x="625" y="1"/>
                </a:moveTo>
                <a:lnTo>
                  <a:pt x="1" y="1776"/>
                </a:lnTo>
                <a:lnTo>
                  <a:pt x="14453" y="1776"/>
                </a:lnTo>
                <a:lnTo>
                  <a:pt x="13819"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1"/>
          <p:cNvSpPr/>
          <p:nvPr/>
        </p:nvSpPr>
        <p:spPr>
          <a:xfrm>
            <a:off x="3805448" y="4637799"/>
            <a:ext cx="1530161" cy="540024"/>
          </a:xfrm>
          <a:custGeom>
            <a:rect b="b" l="l" r="r" t="t"/>
            <a:pathLst>
              <a:path extrusionOk="0" h="1776" w="5184">
                <a:moveTo>
                  <a:pt x="4890" y="81"/>
                </a:moveTo>
                <a:lnTo>
                  <a:pt x="5095" y="1696"/>
                </a:lnTo>
                <a:lnTo>
                  <a:pt x="99" y="1696"/>
                </a:lnTo>
                <a:lnTo>
                  <a:pt x="295" y="81"/>
                </a:lnTo>
                <a:close/>
                <a:moveTo>
                  <a:pt x="224" y="1"/>
                </a:moveTo>
                <a:lnTo>
                  <a:pt x="1" y="1776"/>
                </a:lnTo>
                <a:lnTo>
                  <a:pt x="5184" y="1776"/>
                </a:lnTo>
                <a:lnTo>
                  <a:pt x="4961"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 name="Google Shape;717;p21"/>
          <p:cNvGrpSpPr/>
          <p:nvPr/>
        </p:nvGrpSpPr>
        <p:grpSpPr>
          <a:xfrm>
            <a:off x="-138200" y="3248800"/>
            <a:ext cx="9401995" cy="1473275"/>
            <a:chOff x="-138200" y="2987850"/>
            <a:chExt cx="9401995" cy="1473275"/>
          </a:xfrm>
        </p:grpSpPr>
        <p:sp>
          <p:nvSpPr>
            <p:cNvPr id="718" name="Google Shape;718;p21"/>
            <p:cNvSpPr/>
            <p:nvPr/>
          </p:nvSpPr>
          <p:spPr>
            <a:xfrm>
              <a:off x="-138200" y="2987850"/>
              <a:ext cx="9401995" cy="139927"/>
            </a:xfrm>
            <a:custGeom>
              <a:rect b="b" l="l" r="r" t="t"/>
              <a:pathLst>
                <a:path extrusionOk="0" h="616" w="30422">
                  <a:moveTo>
                    <a:pt x="1" y="0"/>
                  </a:moveTo>
                  <a:lnTo>
                    <a:pt x="1" y="616"/>
                  </a:lnTo>
                  <a:lnTo>
                    <a:pt x="30422" y="616"/>
                  </a:lnTo>
                  <a:lnTo>
                    <a:pt x="30422"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21"/>
            <p:cNvSpPr/>
            <p:nvPr/>
          </p:nvSpPr>
          <p:spPr>
            <a:xfrm>
              <a:off x="-138200" y="3076891"/>
              <a:ext cx="9401995" cy="50882"/>
            </a:xfrm>
            <a:custGeom>
              <a:rect b="b" l="l" r="r" t="t"/>
              <a:pathLst>
                <a:path extrusionOk="0" h="224" w="30422">
                  <a:moveTo>
                    <a:pt x="1" y="1"/>
                  </a:moveTo>
                  <a:lnTo>
                    <a:pt x="1" y="224"/>
                  </a:lnTo>
                  <a:lnTo>
                    <a:pt x="30422" y="224"/>
                  </a:lnTo>
                  <a:lnTo>
                    <a:pt x="3042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21"/>
            <p:cNvSpPr/>
            <p:nvPr/>
          </p:nvSpPr>
          <p:spPr>
            <a:xfrm>
              <a:off x="-138200" y="4313024"/>
              <a:ext cx="9401995" cy="138110"/>
            </a:xfrm>
            <a:custGeom>
              <a:rect b="b" l="l" r="r" t="t"/>
              <a:pathLst>
                <a:path extrusionOk="0" h="608" w="30422">
                  <a:moveTo>
                    <a:pt x="1" y="1"/>
                  </a:moveTo>
                  <a:lnTo>
                    <a:pt x="1" y="607"/>
                  </a:lnTo>
                  <a:lnTo>
                    <a:pt x="30422" y="607"/>
                  </a:lnTo>
                  <a:lnTo>
                    <a:pt x="30422"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1"/>
            <p:cNvSpPr/>
            <p:nvPr/>
          </p:nvSpPr>
          <p:spPr>
            <a:xfrm>
              <a:off x="-138200" y="4313024"/>
              <a:ext cx="9401995" cy="30666"/>
            </a:xfrm>
            <a:custGeom>
              <a:rect b="b" l="l" r="r" t="t"/>
              <a:pathLst>
                <a:path extrusionOk="0" h="135" w="30422">
                  <a:moveTo>
                    <a:pt x="1" y="1"/>
                  </a:moveTo>
                  <a:lnTo>
                    <a:pt x="1" y="135"/>
                  </a:lnTo>
                  <a:lnTo>
                    <a:pt x="30422" y="135"/>
                  </a:lnTo>
                  <a:lnTo>
                    <a:pt x="3042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21"/>
            <p:cNvSpPr/>
            <p:nvPr/>
          </p:nvSpPr>
          <p:spPr>
            <a:xfrm>
              <a:off x="-138200" y="4402292"/>
              <a:ext cx="9401995" cy="48838"/>
            </a:xfrm>
            <a:custGeom>
              <a:rect b="b" l="l" r="r" t="t"/>
              <a:pathLst>
                <a:path extrusionOk="0" h="215" w="30422">
                  <a:moveTo>
                    <a:pt x="1" y="0"/>
                  </a:moveTo>
                  <a:lnTo>
                    <a:pt x="1" y="214"/>
                  </a:lnTo>
                  <a:lnTo>
                    <a:pt x="30422" y="214"/>
                  </a:lnTo>
                  <a:lnTo>
                    <a:pt x="30422" y="0"/>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3" name="Google Shape;723;p21"/>
            <p:cNvGrpSpPr/>
            <p:nvPr/>
          </p:nvGrpSpPr>
          <p:grpSpPr>
            <a:xfrm>
              <a:off x="1190934" y="3127728"/>
              <a:ext cx="389354" cy="1185780"/>
              <a:chOff x="1491295" y="3180738"/>
              <a:chExt cx="354635" cy="1080043"/>
            </a:xfrm>
          </p:grpSpPr>
          <p:sp>
            <p:nvSpPr>
              <p:cNvPr id="724" name="Google Shape;724;p21"/>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21"/>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21"/>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21"/>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21"/>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21"/>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0" name="Google Shape;730;p21"/>
            <p:cNvSpPr/>
            <p:nvPr/>
          </p:nvSpPr>
          <p:spPr>
            <a:xfrm>
              <a:off x="1802734"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21"/>
            <p:cNvSpPr/>
            <p:nvPr/>
          </p:nvSpPr>
          <p:spPr>
            <a:xfrm>
              <a:off x="1768436"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21"/>
            <p:cNvSpPr/>
            <p:nvPr/>
          </p:nvSpPr>
          <p:spPr>
            <a:xfrm>
              <a:off x="1855430"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21"/>
            <p:cNvSpPr/>
            <p:nvPr/>
          </p:nvSpPr>
          <p:spPr>
            <a:xfrm>
              <a:off x="1855430" y="3255194"/>
              <a:ext cx="107667" cy="928382"/>
            </a:xfrm>
            <a:custGeom>
              <a:rect b="b" l="l" r="r" t="t"/>
              <a:pathLst>
                <a:path extrusionOk="0" h="4087" w="474">
                  <a:moveTo>
                    <a:pt x="1" y="1"/>
                  </a:moveTo>
                  <a:lnTo>
                    <a:pt x="1"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21"/>
            <p:cNvSpPr/>
            <p:nvPr/>
          </p:nvSpPr>
          <p:spPr>
            <a:xfrm>
              <a:off x="1802734"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21"/>
            <p:cNvSpPr/>
            <p:nvPr/>
          </p:nvSpPr>
          <p:spPr>
            <a:xfrm>
              <a:off x="1768436"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21"/>
            <p:cNvSpPr/>
            <p:nvPr/>
          </p:nvSpPr>
          <p:spPr>
            <a:xfrm>
              <a:off x="2380345"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21"/>
            <p:cNvSpPr/>
            <p:nvPr/>
          </p:nvSpPr>
          <p:spPr>
            <a:xfrm>
              <a:off x="2345820"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21"/>
            <p:cNvSpPr/>
            <p:nvPr/>
          </p:nvSpPr>
          <p:spPr>
            <a:xfrm>
              <a:off x="2433041"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21"/>
            <p:cNvSpPr/>
            <p:nvPr/>
          </p:nvSpPr>
          <p:spPr>
            <a:xfrm>
              <a:off x="2433041" y="3255194"/>
              <a:ext cx="107440" cy="928382"/>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21"/>
            <p:cNvSpPr/>
            <p:nvPr/>
          </p:nvSpPr>
          <p:spPr>
            <a:xfrm>
              <a:off x="2380345"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21"/>
            <p:cNvSpPr/>
            <p:nvPr/>
          </p:nvSpPr>
          <p:spPr>
            <a:xfrm>
              <a:off x="2345820"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21"/>
            <p:cNvSpPr/>
            <p:nvPr/>
          </p:nvSpPr>
          <p:spPr>
            <a:xfrm>
              <a:off x="2959773" y="3190456"/>
              <a:ext cx="316413" cy="64966"/>
            </a:xfrm>
            <a:custGeom>
              <a:rect b="b" l="l" r="r" t="t"/>
              <a:pathLst>
                <a:path extrusionOk="0" h="286" w="1393">
                  <a:moveTo>
                    <a:pt x="1" y="0"/>
                  </a:moveTo>
                  <a:lnTo>
                    <a:pt x="1"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21"/>
            <p:cNvSpPr/>
            <p:nvPr/>
          </p:nvSpPr>
          <p:spPr>
            <a:xfrm>
              <a:off x="2923431"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21"/>
            <p:cNvSpPr/>
            <p:nvPr/>
          </p:nvSpPr>
          <p:spPr>
            <a:xfrm>
              <a:off x="3012469" y="3255194"/>
              <a:ext cx="211018" cy="928382"/>
            </a:xfrm>
            <a:custGeom>
              <a:rect b="b" l="l" r="r" t="t"/>
              <a:pathLst>
                <a:path extrusionOk="0" h="4087" w="929">
                  <a:moveTo>
                    <a:pt x="1" y="1"/>
                  </a:moveTo>
                  <a:lnTo>
                    <a:pt x="1" y="4087"/>
                  </a:lnTo>
                  <a:lnTo>
                    <a:pt x="928" y="4087"/>
                  </a:lnTo>
                  <a:lnTo>
                    <a:pt x="92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21"/>
            <p:cNvSpPr/>
            <p:nvPr/>
          </p:nvSpPr>
          <p:spPr>
            <a:xfrm>
              <a:off x="3012469"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21"/>
            <p:cNvSpPr/>
            <p:nvPr/>
          </p:nvSpPr>
          <p:spPr>
            <a:xfrm>
              <a:off x="2959773" y="4183320"/>
              <a:ext cx="316413" cy="65193"/>
            </a:xfrm>
            <a:custGeom>
              <a:rect b="b" l="l" r="r" t="t"/>
              <a:pathLst>
                <a:path extrusionOk="0" h="287" w="1393">
                  <a:moveTo>
                    <a:pt x="1" y="1"/>
                  </a:moveTo>
                  <a:lnTo>
                    <a:pt x="1"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21"/>
            <p:cNvSpPr/>
            <p:nvPr/>
          </p:nvSpPr>
          <p:spPr>
            <a:xfrm>
              <a:off x="2923431"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21"/>
            <p:cNvSpPr/>
            <p:nvPr/>
          </p:nvSpPr>
          <p:spPr>
            <a:xfrm>
              <a:off x="3537384" y="3190456"/>
              <a:ext cx="316186" cy="64966"/>
            </a:xfrm>
            <a:custGeom>
              <a:rect b="b" l="l" r="r" t="t"/>
              <a:pathLst>
                <a:path extrusionOk="0" h="286" w="1392">
                  <a:moveTo>
                    <a:pt x="0" y="0"/>
                  </a:moveTo>
                  <a:lnTo>
                    <a:pt x="0"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21"/>
            <p:cNvSpPr/>
            <p:nvPr/>
          </p:nvSpPr>
          <p:spPr>
            <a:xfrm>
              <a:off x="3500815"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21"/>
            <p:cNvSpPr/>
            <p:nvPr/>
          </p:nvSpPr>
          <p:spPr>
            <a:xfrm>
              <a:off x="3590080" y="3255194"/>
              <a:ext cx="210791" cy="928382"/>
            </a:xfrm>
            <a:custGeom>
              <a:rect b="b" l="l" r="r" t="t"/>
              <a:pathLst>
                <a:path extrusionOk="0" h="4087" w="928">
                  <a:moveTo>
                    <a:pt x="0" y="1"/>
                  </a:moveTo>
                  <a:lnTo>
                    <a:pt x="0" y="4087"/>
                  </a:lnTo>
                  <a:lnTo>
                    <a:pt x="928" y="4087"/>
                  </a:lnTo>
                  <a:lnTo>
                    <a:pt x="92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21"/>
            <p:cNvSpPr/>
            <p:nvPr/>
          </p:nvSpPr>
          <p:spPr>
            <a:xfrm>
              <a:off x="3590080" y="3255194"/>
              <a:ext cx="105395" cy="928382"/>
            </a:xfrm>
            <a:custGeom>
              <a:rect b="b" l="l" r="r" t="t"/>
              <a:pathLst>
                <a:path extrusionOk="0" h="4087" w="464">
                  <a:moveTo>
                    <a:pt x="0" y="1"/>
                  </a:moveTo>
                  <a:lnTo>
                    <a:pt x="0"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21"/>
            <p:cNvSpPr/>
            <p:nvPr/>
          </p:nvSpPr>
          <p:spPr>
            <a:xfrm>
              <a:off x="3537384" y="4183320"/>
              <a:ext cx="316186" cy="65193"/>
            </a:xfrm>
            <a:custGeom>
              <a:rect b="b" l="l" r="r" t="t"/>
              <a:pathLst>
                <a:path extrusionOk="0" h="287" w="1392">
                  <a:moveTo>
                    <a:pt x="0" y="1"/>
                  </a:moveTo>
                  <a:lnTo>
                    <a:pt x="0"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21"/>
            <p:cNvSpPr/>
            <p:nvPr/>
          </p:nvSpPr>
          <p:spPr>
            <a:xfrm>
              <a:off x="3500815"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21"/>
            <p:cNvSpPr/>
            <p:nvPr/>
          </p:nvSpPr>
          <p:spPr>
            <a:xfrm>
              <a:off x="4114768" y="3190456"/>
              <a:ext cx="316413" cy="64966"/>
            </a:xfrm>
            <a:custGeom>
              <a:rect b="b" l="l" r="r" t="t"/>
              <a:pathLst>
                <a:path extrusionOk="0" h="286" w="1393">
                  <a:moveTo>
                    <a:pt x="1" y="0"/>
                  </a:moveTo>
                  <a:lnTo>
                    <a:pt x="1"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21"/>
            <p:cNvSpPr/>
            <p:nvPr/>
          </p:nvSpPr>
          <p:spPr>
            <a:xfrm>
              <a:off x="4078426"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21"/>
            <p:cNvSpPr/>
            <p:nvPr/>
          </p:nvSpPr>
          <p:spPr>
            <a:xfrm>
              <a:off x="4167464" y="3255194"/>
              <a:ext cx="211018" cy="928382"/>
            </a:xfrm>
            <a:custGeom>
              <a:rect b="b" l="l" r="r" t="t"/>
              <a:pathLst>
                <a:path extrusionOk="0" h="4087" w="929">
                  <a:moveTo>
                    <a:pt x="1" y="1"/>
                  </a:moveTo>
                  <a:lnTo>
                    <a:pt x="1" y="4087"/>
                  </a:lnTo>
                  <a:lnTo>
                    <a:pt x="928" y="4087"/>
                  </a:lnTo>
                  <a:lnTo>
                    <a:pt x="92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21"/>
            <p:cNvSpPr/>
            <p:nvPr/>
          </p:nvSpPr>
          <p:spPr>
            <a:xfrm>
              <a:off x="4167464"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21"/>
            <p:cNvSpPr/>
            <p:nvPr/>
          </p:nvSpPr>
          <p:spPr>
            <a:xfrm>
              <a:off x="4114768" y="4183320"/>
              <a:ext cx="316413" cy="65193"/>
            </a:xfrm>
            <a:custGeom>
              <a:rect b="b" l="l" r="r" t="t"/>
              <a:pathLst>
                <a:path extrusionOk="0" h="287" w="1393">
                  <a:moveTo>
                    <a:pt x="1" y="1"/>
                  </a:moveTo>
                  <a:lnTo>
                    <a:pt x="1"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21"/>
            <p:cNvSpPr/>
            <p:nvPr/>
          </p:nvSpPr>
          <p:spPr>
            <a:xfrm>
              <a:off x="4078426"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21"/>
            <p:cNvSpPr/>
            <p:nvPr/>
          </p:nvSpPr>
          <p:spPr>
            <a:xfrm>
              <a:off x="4692379"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21"/>
            <p:cNvSpPr/>
            <p:nvPr/>
          </p:nvSpPr>
          <p:spPr>
            <a:xfrm>
              <a:off x="4655809"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21"/>
            <p:cNvSpPr/>
            <p:nvPr/>
          </p:nvSpPr>
          <p:spPr>
            <a:xfrm>
              <a:off x="4745074"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21"/>
            <p:cNvSpPr/>
            <p:nvPr/>
          </p:nvSpPr>
          <p:spPr>
            <a:xfrm>
              <a:off x="4745074" y="3255194"/>
              <a:ext cx="105395" cy="928382"/>
            </a:xfrm>
            <a:custGeom>
              <a:rect b="b" l="l" r="r" t="t"/>
              <a:pathLst>
                <a:path extrusionOk="0" h="4087" w="464">
                  <a:moveTo>
                    <a:pt x="0" y="1"/>
                  </a:moveTo>
                  <a:lnTo>
                    <a:pt x="0"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21"/>
            <p:cNvSpPr/>
            <p:nvPr/>
          </p:nvSpPr>
          <p:spPr>
            <a:xfrm>
              <a:off x="4692379"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21"/>
            <p:cNvSpPr/>
            <p:nvPr/>
          </p:nvSpPr>
          <p:spPr>
            <a:xfrm>
              <a:off x="4655809"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21"/>
            <p:cNvSpPr/>
            <p:nvPr/>
          </p:nvSpPr>
          <p:spPr>
            <a:xfrm>
              <a:off x="5269762"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21"/>
            <p:cNvSpPr/>
            <p:nvPr/>
          </p:nvSpPr>
          <p:spPr>
            <a:xfrm>
              <a:off x="5233420"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21"/>
            <p:cNvSpPr/>
            <p:nvPr/>
          </p:nvSpPr>
          <p:spPr>
            <a:xfrm>
              <a:off x="5322458"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21"/>
            <p:cNvSpPr/>
            <p:nvPr/>
          </p:nvSpPr>
          <p:spPr>
            <a:xfrm>
              <a:off x="5322458"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21"/>
            <p:cNvSpPr/>
            <p:nvPr/>
          </p:nvSpPr>
          <p:spPr>
            <a:xfrm>
              <a:off x="5269762"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21"/>
            <p:cNvSpPr/>
            <p:nvPr/>
          </p:nvSpPr>
          <p:spPr>
            <a:xfrm>
              <a:off x="5233420"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21"/>
            <p:cNvSpPr/>
            <p:nvPr/>
          </p:nvSpPr>
          <p:spPr>
            <a:xfrm>
              <a:off x="5847373"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21"/>
            <p:cNvSpPr/>
            <p:nvPr/>
          </p:nvSpPr>
          <p:spPr>
            <a:xfrm>
              <a:off x="5810804"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21"/>
            <p:cNvSpPr/>
            <p:nvPr/>
          </p:nvSpPr>
          <p:spPr>
            <a:xfrm>
              <a:off x="5900069"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21"/>
            <p:cNvSpPr/>
            <p:nvPr/>
          </p:nvSpPr>
          <p:spPr>
            <a:xfrm>
              <a:off x="5900069" y="3255194"/>
              <a:ext cx="105395" cy="928382"/>
            </a:xfrm>
            <a:custGeom>
              <a:rect b="b" l="l" r="r" t="t"/>
              <a:pathLst>
                <a:path extrusionOk="0" h="4087" w="464">
                  <a:moveTo>
                    <a:pt x="0" y="1"/>
                  </a:moveTo>
                  <a:lnTo>
                    <a:pt x="0"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21"/>
            <p:cNvSpPr/>
            <p:nvPr/>
          </p:nvSpPr>
          <p:spPr>
            <a:xfrm>
              <a:off x="5847373"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21"/>
            <p:cNvSpPr/>
            <p:nvPr/>
          </p:nvSpPr>
          <p:spPr>
            <a:xfrm>
              <a:off x="5810804"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21"/>
            <p:cNvSpPr/>
            <p:nvPr/>
          </p:nvSpPr>
          <p:spPr>
            <a:xfrm>
              <a:off x="6424757"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21"/>
            <p:cNvSpPr/>
            <p:nvPr/>
          </p:nvSpPr>
          <p:spPr>
            <a:xfrm>
              <a:off x="6388415"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21"/>
            <p:cNvSpPr/>
            <p:nvPr/>
          </p:nvSpPr>
          <p:spPr>
            <a:xfrm>
              <a:off x="6477453"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21"/>
            <p:cNvSpPr/>
            <p:nvPr/>
          </p:nvSpPr>
          <p:spPr>
            <a:xfrm>
              <a:off x="6477453"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21"/>
            <p:cNvSpPr/>
            <p:nvPr/>
          </p:nvSpPr>
          <p:spPr>
            <a:xfrm>
              <a:off x="6424757"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21"/>
            <p:cNvSpPr/>
            <p:nvPr/>
          </p:nvSpPr>
          <p:spPr>
            <a:xfrm>
              <a:off x="6388415"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21"/>
            <p:cNvSpPr/>
            <p:nvPr/>
          </p:nvSpPr>
          <p:spPr>
            <a:xfrm>
              <a:off x="7002368"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21"/>
            <p:cNvSpPr/>
            <p:nvPr/>
          </p:nvSpPr>
          <p:spPr>
            <a:xfrm>
              <a:off x="6967843" y="3127536"/>
              <a:ext cx="389327" cy="63149"/>
            </a:xfrm>
            <a:custGeom>
              <a:rect b="b" l="l" r="r" t="t"/>
              <a:pathLst>
                <a:path extrusionOk="0" h="278" w="1714">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21"/>
            <p:cNvSpPr/>
            <p:nvPr/>
          </p:nvSpPr>
          <p:spPr>
            <a:xfrm>
              <a:off x="7055064"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21"/>
            <p:cNvSpPr/>
            <p:nvPr/>
          </p:nvSpPr>
          <p:spPr>
            <a:xfrm>
              <a:off x="7055064" y="3255194"/>
              <a:ext cx="107440" cy="928382"/>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21"/>
            <p:cNvSpPr/>
            <p:nvPr/>
          </p:nvSpPr>
          <p:spPr>
            <a:xfrm>
              <a:off x="7002368"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21"/>
            <p:cNvSpPr/>
            <p:nvPr/>
          </p:nvSpPr>
          <p:spPr>
            <a:xfrm>
              <a:off x="6967843" y="4248285"/>
              <a:ext cx="389327" cy="64966"/>
            </a:xfrm>
            <a:custGeom>
              <a:rect b="b" l="l" r="r" t="t"/>
              <a:pathLst>
                <a:path extrusionOk="0" h="286" w="1714">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21"/>
            <p:cNvSpPr/>
            <p:nvPr/>
          </p:nvSpPr>
          <p:spPr>
            <a:xfrm>
              <a:off x="7579752"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21"/>
            <p:cNvSpPr/>
            <p:nvPr/>
          </p:nvSpPr>
          <p:spPr>
            <a:xfrm>
              <a:off x="7545227" y="3127536"/>
              <a:ext cx="389327" cy="63149"/>
            </a:xfrm>
            <a:custGeom>
              <a:rect b="b" l="l" r="r" t="t"/>
              <a:pathLst>
                <a:path extrusionOk="0" h="278" w="1714">
                  <a:moveTo>
                    <a:pt x="1" y="1"/>
                  </a:moveTo>
                  <a:lnTo>
                    <a:pt x="1" y="277"/>
                  </a:lnTo>
                  <a:lnTo>
                    <a:pt x="1714" y="277"/>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21"/>
            <p:cNvSpPr/>
            <p:nvPr/>
          </p:nvSpPr>
          <p:spPr>
            <a:xfrm>
              <a:off x="7632448"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21"/>
            <p:cNvSpPr/>
            <p:nvPr/>
          </p:nvSpPr>
          <p:spPr>
            <a:xfrm>
              <a:off x="7632448" y="3255194"/>
              <a:ext cx="107667" cy="928382"/>
            </a:xfrm>
            <a:custGeom>
              <a:rect b="b" l="l" r="r" t="t"/>
              <a:pathLst>
                <a:path extrusionOk="0" h="4087" w="474">
                  <a:moveTo>
                    <a:pt x="1" y="1"/>
                  </a:moveTo>
                  <a:lnTo>
                    <a:pt x="1"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21"/>
            <p:cNvSpPr/>
            <p:nvPr/>
          </p:nvSpPr>
          <p:spPr>
            <a:xfrm>
              <a:off x="7579752"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21"/>
            <p:cNvSpPr/>
            <p:nvPr/>
          </p:nvSpPr>
          <p:spPr>
            <a:xfrm>
              <a:off x="7545227" y="4248285"/>
              <a:ext cx="389327" cy="64966"/>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21"/>
            <p:cNvSpPr/>
            <p:nvPr/>
          </p:nvSpPr>
          <p:spPr>
            <a:xfrm>
              <a:off x="5625306" y="4376851"/>
              <a:ext cx="1574796" cy="84275"/>
            </a:xfrm>
            <a:custGeom>
              <a:rect b="b" l="l" r="r" t="t"/>
              <a:pathLst>
                <a:path extrusionOk="0" h="371" w="6933">
                  <a:moveTo>
                    <a:pt x="1854" y="1"/>
                  </a:moveTo>
                  <a:cubicBezTo>
                    <a:pt x="1640" y="1"/>
                    <a:pt x="1437" y="14"/>
                    <a:pt x="1437" y="14"/>
                  </a:cubicBezTo>
                  <a:cubicBezTo>
                    <a:pt x="1437" y="14"/>
                    <a:pt x="1306" y="26"/>
                    <a:pt x="1193" y="26"/>
                  </a:cubicBezTo>
                  <a:cubicBezTo>
                    <a:pt x="1136" y="26"/>
                    <a:pt x="1083" y="23"/>
                    <a:pt x="1054" y="14"/>
                  </a:cubicBezTo>
                  <a:cubicBezTo>
                    <a:pt x="1049" y="13"/>
                    <a:pt x="1044" y="12"/>
                    <a:pt x="1039" y="12"/>
                  </a:cubicBezTo>
                  <a:cubicBezTo>
                    <a:pt x="966" y="12"/>
                    <a:pt x="911" y="130"/>
                    <a:pt x="911" y="130"/>
                  </a:cubicBezTo>
                  <a:lnTo>
                    <a:pt x="813" y="112"/>
                  </a:lnTo>
                  <a:cubicBezTo>
                    <a:pt x="813" y="112"/>
                    <a:pt x="608" y="148"/>
                    <a:pt x="590" y="157"/>
                  </a:cubicBezTo>
                  <a:cubicBezTo>
                    <a:pt x="572" y="157"/>
                    <a:pt x="509" y="193"/>
                    <a:pt x="509" y="193"/>
                  </a:cubicBezTo>
                  <a:lnTo>
                    <a:pt x="1" y="371"/>
                  </a:lnTo>
                  <a:lnTo>
                    <a:pt x="6933" y="317"/>
                  </a:lnTo>
                  <a:lnTo>
                    <a:pt x="6522" y="157"/>
                  </a:lnTo>
                  <a:lnTo>
                    <a:pt x="5942" y="139"/>
                  </a:lnTo>
                  <a:lnTo>
                    <a:pt x="5487" y="228"/>
                  </a:lnTo>
                  <a:cubicBezTo>
                    <a:pt x="5487" y="228"/>
                    <a:pt x="5077" y="228"/>
                    <a:pt x="4818" y="193"/>
                  </a:cubicBezTo>
                  <a:cubicBezTo>
                    <a:pt x="4551" y="157"/>
                    <a:pt x="4515" y="184"/>
                    <a:pt x="4354" y="112"/>
                  </a:cubicBezTo>
                  <a:cubicBezTo>
                    <a:pt x="4258" y="72"/>
                    <a:pt x="4161" y="65"/>
                    <a:pt x="4104" y="65"/>
                  </a:cubicBezTo>
                  <a:cubicBezTo>
                    <a:pt x="4071" y="65"/>
                    <a:pt x="4051" y="68"/>
                    <a:pt x="4051" y="68"/>
                  </a:cubicBezTo>
                  <a:lnTo>
                    <a:pt x="3846" y="68"/>
                  </a:lnTo>
                  <a:lnTo>
                    <a:pt x="3569" y="77"/>
                  </a:lnTo>
                  <a:lnTo>
                    <a:pt x="3346" y="68"/>
                  </a:lnTo>
                  <a:lnTo>
                    <a:pt x="2963" y="94"/>
                  </a:lnTo>
                  <a:lnTo>
                    <a:pt x="2650" y="193"/>
                  </a:lnTo>
                  <a:cubicBezTo>
                    <a:pt x="2650" y="193"/>
                    <a:pt x="2436" y="175"/>
                    <a:pt x="2338" y="68"/>
                  </a:cubicBezTo>
                  <a:cubicBezTo>
                    <a:pt x="2294" y="14"/>
                    <a:pt x="2068" y="1"/>
                    <a:pt x="18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 name="Google Shape;797;p21"/>
            <p:cNvGrpSpPr/>
            <p:nvPr/>
          </p:nvGrpSpPr>
          <p:grpSpPr>
            <a:xfrm>
              <a:off x="613339" y="3127728"/>
              <a:ext cx="389354" cy="1185780"/>
              <a:chOff x="1491295" y="3180738"/>
              <a:chExt cx="354635" cy="1080043"/>
            </a:xfrm>
          </p:grpSpPr>
          <p:sp>
            <p:nvSpPr>
              <p:cNvPr id="798" name="Google Shape;798;p21"/>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21"/>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21"/>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21"/>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21"/>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21"/>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 name="Google Shape;804;p21"/>
            <p:cNvGrpSpPr/>
            <p:nvPr/>
          </p:nvGrpSpPr>
          <p:grpSpPr>
            <a:xfrm>
              <a:off x="35745" y="3127728"/>
              <a:ext cx="389354" cy="1185780"/>
              <a:chOff x="1491295" y="3180738"/>
              <a:chExt cx="354635" cy="1080043"/>
            </a:xfrm>
          </p:grpSpPr>
          <p:sp>
            <p:nvSpPr>
              <p:cNvPr id="805" name="Google Shape;805;p21"/>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21"/>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21"/>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21"/>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21"/>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21"/>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 name="Google Shape;811;p21"/>
            <p:cNvGrpSpPr/>
            <p:nvPr/>
          </p:nvGrpSpPr>
          <p:grpSpPr>
            <a:xfrm>
              <a:off x="8122725" y="3127728"/>
              <a:ext cx="389354" cy="1185780"/>
              <a:chOff x="1491295" y="3180738"/>
              <a:chExt cx="354635" cy="1080043"/>
            </a:xfrm>
          </p:grpSpPr>
          <p:sp>
            <p:nvSpPr>
              <p:cNvPr id="812" name="Google Shape;812;p21"/>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21"/>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21"/>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21"/>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21"/>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21"/>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 name="Google Shape;818;p21"/>
            <p:cNvGrpSpPr/>
            <p:nvPr/>
          </p:nvGrpSpPr>
          <p:grpSpPr>
            <a:xfrm>
              <a:off x="8700100" y="3127728"/>
              <a:ext cx="389354" cy="1185780"/>
              <a:chOff x="1491295" y="3180738"/>
              <a:chExt cx="354635" cy="1080043"/>
            </a:xfrm>
          </p:grpSpPr>
          <p:sp>
            <p:nvSpPr>
              <p:cNvPr id="819" name="Google Shape;819;p21"/>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21"/>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21"/>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21"/>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21"/>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21"/>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25" name="Google Shape;825;p21"/>
          <p:cNvSpPr/>
          <p:nvPr/>
        </p:nvSpPr>
        <p:spPr>
          <a:xfrm>
            <a:off x="1850546" y="4519646"/>
            <a:ext cx="2045463" cy="127457"/>
          </a:xfrm>
          <a:custGeom>
            <a:rect b="b" l="l" r="r" t="t"/>
            <a:pathLst>
              <a:path extrusionOk="0" h="616" w="9886">
                <a:moveTo>
                  <a:pt x="2418" y="0"/>
                </a:moveTo>
                <a:lnTo>
                  <a:pt x="2142" y="99"/>
                </a:lnTo>
                <a:lnTo>
                  <a:pt x="1919" y="188"/>
                </a:lnTo>
                <a:lnTo>
                  <a:pt x="1740" y="295"/>
                </a:lnTo>
                <a:cubicBezTo>
                  <a:pt x="1740" y="295"/>
                  <a:pt x="1571" y="188"/>
                  <a:pt x="1339" y="161"/>
                </a:cubicBezTo>
                <a:cubicBezTo>
                  <a:pt x="1290" y="155"/>
                  <a:pt x="1256" y="153"/>
                  <a:pt x="1234" y="153"/>
                </a:cubicBezTo>
                <a:cubicBezTo>
                  <a:pt x="1210" y="153"/>
                  <a:pt x="1199" y="156"/>
                  <a:pt x="1194" y="158"/>
                </a:cubicBezTo>
                <a:lnTo>
                  <a:pt x="1194" y="158"/>
                </a:lnTo>
                <a:cubicBezTo>
                  <a:pt x="1194" y="158"/>
                  <a:pt x="1194" y="158"/>
                  <a:pt x="1194" y="158"/>
                </a:cubicBezTo>
                <a:cubicBezTo>
                  <a:pt x="1108" y="158"/>
                  <a:pt x="558" y="327"/>
                  <a:pt x="483" y="402"/>
                </a:cubicBezTo>
                <a:lnTo>
                  <a:pt x="1" y="616"/>
                </a:lnTo>
                <a:lnTo>
                  <a:pt x="9885" y="616"/>
                </a:lnTo>
                <a:lnTo>
                  <a:pt x="9537" y="473"/>
                </a:lnTo>
                <a:lnTo>
                  <a:pt x="9261" y="402"/>
                </a:lnTo>
                <a:cubicBezTo>
                  <a:pt x="9261" y="402"/>
                  <a:pt x="9100" y="429"/>
                  <a:pt x="8833" y="473"/>
                </a:cubicBezTo>
                <a:cubicBezTo>
                  <a:pt x="8791" y="480"/>
                  <a:pt x="8757" y="483"/>
                  <a:pt x="8729" y="483"/>
                </a:cubicBezTo>
                <a:cubicBezTo>
                  <a:pt x="8584" y="483"/>
                  <a:pt x="8610" y="402"/>
                  <a:pt x="8610" y="402"/>
                </a:cubicBezTo>
                <a:cubicBezTo>
                  <a:pt x="8610" y="402"/>
                  <a:pt x="8306" y="188"/>
                  <a:pt x="8199" y="188"/>
                </a:cubicBezTo>
                <a:cubicBezTo>
                  <a:pt x="8083" y="188"/>
                  <a:pt x="7949" y="188"/>
                  <a:pt x="7816" y="206"/>
                </a:cubicBezTo>
                <a:cubicBezTo>
                  <a:pt x="7682" y="223"/>
                  <a:pt x="7575" y="295"/>
                  <a:pt x="7486" y="295"/>
                </a:cubicBezTo>
                <a:cubicBezTo>
                  <a:pt x="7396" y="287"/>
                  <a:pt x="7306" y="203"/>
                  <a:pt x="7154" y="203"/>
                </a:cubicBezTo>
                <a:cubicBezTo>
                  <a:pt x="7140" y="203"/>
                  <a:pt x="7126" y="204"/>
                  <a:pt x="7111" y="206"/>
                </a:cubicBezTo>
                <a:cubicBezTo>
                  <a:pt x="7048" y="212"/>
                  <a:pt x="6995" y="213"/>
                  <a:pt x="6951" y="213"/>
                </a:cubicBezTo>
                <a:cubicBezTo>
                  <a:pt x="6864" y="213"/>
                  <a:pt x="6816" y="206"/>
                  <a:pt x="6816" y="206"/>
                </a:cubicBezTo>
                <a:lnTo>
                  <a:pt x="6486" y="295"/>
                </a:lnTo>
                <a:lnTo>
                  <a:pt x="6147" y="473"/>
                </a:lnTo>
                <a:lnTo>
                  <a:pt x="5853" y="402"/>
                </a:lnTo>
                <a:lnTo>
                  <a:pt x="5425" y="206"/>
                </a:lnTo>
                <a:lnTo>
                  <a:pt x="4863" y="99"/>
                </a:lnTo>
                <a:cubicBezTo>
                  <a:pt x="4863" y="99"/>
                  <a:pt x="4435" y="161"/>
                  <a:pt x="4256" y="161"/>
                </a:cubicBezTo>
                <a:cubicBezTo>
                  <a:pt x="4078" y="161"/>
                  <a:pt x="4033" y="206"/>
                  <a:pt x="4033" y="206"/>
                </a:cubicBezTo>
                <a:cubicBezTo>
                  <a:pt x="4033" y="206"/>
                  <a:pt x="3699" y="297"/>
                  <a:pt x="3514" y="297"/>
                </a:cubicBezTo>
                <a:cubicBezTo>
                  <a:pt x="3498" y="297"/>
                  <a:pt x="3484" y="296"/>
                  <a:pt x="3471" y="295"/>
                </a:cubicBezTo>
                <a:cubicBezTo>
                  <a:pt x="3293" y="268"/>
                  <a:pt x="3159" y="99"/>
                  <a:pt x="3159" y="99"/>
                </a:cubicBezTo>
                <a:cubicBezTo>
                  <a:pt x="3159" y="99"/>
                  <a:pt x="3111" y="138"/>
                  <a:pt x="3050" y="138"/>
                </a:cubicBezTo>
                <a:cubicBezTo>
                  <a:pt x="3020" y="138"/>
                  <a:pt x="2986" y="128"/>
                  <a:pt x="2954" y="99"/>
                </a:cubicBezTo>
                <a:cubicBezTo>
                  <a:pt x="2919" y="67"/>
                  <a:pt x="2890" y="57"/>
                  <a:pt x="2864" y="57"/>
                </a:cubicBezTo>
                <a:cubicBezTo>
                  <a:pt x="2815" y="57"/>
                  <a:pt x="2774" y="93"/>
                  <a:pt x="2722" y="99"/>
                </a:cubicBezTo>
                <a:cubicBezTo>
                  <a:pt x="2718" y="99"/>
                  <a:pt x="2714" y="99"/>
                  <a:pt x="2710" y="99"/>
                </a:cubicBezTo>
                <a:cubicBezTo>
                  <a:pt x="2616" y="99"/>
                  <a:pt x="2418" y="0"/>
                  <a:pt x="2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6" name="Google Shape;826;p21"/>
          <p:cNvGrpSpPr/>
          <p:nvPr/>
        </p:nvGrpSpPr>
        <p:grpSpPr>
          <a:xfrm>
            <a:off x="-440352" y="4372550"/>
            <a:ext cx="2183372" cy="583072"/>
            <a:chOff x="379848" y="4111600"/>
            <a:chExt cx="2183372" cy="583072"/>
          </a:xfrm>
        </p:grpSpPr>
        <p:sp>
          <p:nvSpPr>
            <p:cNvPr id="827" name="Google Shape;827;p21"/>
            <p:cNvSpPr/>
            <p:nvPr/>
          </p:nvSpPr>
          <p:spPr>
            <a:xfrm>
              <a:off x="379848" y="4111600"/>
              <a:ext cx="2183372" cy="583072"/>
            </a:xfrm>
            <a:custGeom>
              <a:rect b="b" l="l" r="r" t="t"/>
              <a:pathLst>
                <a:path extrusionOk="0" h="2818" w="7397">
                  <a:moveTo>
                    <a:pt x="1584" y="1"/>
                  </a:moveTo>
                  <a:cubicBezTo>
                    <a:pt x="1376" y="1"/>
                    <a:pt x="1196" y="52"/>
                    <a:pt x="1196" y="52"/>
                  </a:cubicBezTo>
                  <a:lnTo>
                    <a:pt x="0" y="2817"/>
                  </a:lnTo>
                  <a:lnTo>
                    <a:pt x="7396" y="2817"/>
                  </a:lnTo>
                  <a:cubicBezTo>
                    <a:pt x="7292" y="2500"/>
                    <a:pt x="7094" y="2422"/>
                    <a:pt x="6924" y="2422"/>
                  </a:cubicBezTo>
                  <a:cubicBezTo>
                    <a:pt x="6759" y="2422"/>
                    <a:pt x="6620" y="2496"/>
                    <a:pt x="6620" y="2496"/>
                  </a:cubicBezTo>
                  <a:cubicBezTo>
                    <a:pt x="6496" y="2241"/>
                    <a:pt x="6327" y="2167"/>
                    <a:pt x="6172" y="2167"/>
                  </a:cubicBezTo>
                  <a:cubicBezTo>
                    <a:pt x="5959" y="2167"/>
                    <a:pt x="5772" y="2309"/>
                    <a:pt x="5772" y="2309"/>
                  </a:cubicBezTo>
                  <a:cubicBezTo>
                    <a:pt x="5688" y="1947"/>
                    <a:pt x="5515" y="1848"/>
                    <a:pt x="5351" y="1848"/>
                  </a:cubicBezTo>
                  <a:cubicBezTo>
                    <a:pt x="5149" y="1848"/>
                    <a:pt x="4961" y="1996"/>
                    <a:pt x="4961" y="1996"/>
                  </a:cubicBezTo>
                  <a:cubicBezTo>
                    <a:pt x="4890" y="1622"/>
                    <a:pt x="4712" y="1517"/>
                    <a:pt x="4537" y="1517"/>
                  </a:cubicBezTo>
                  <a:cubicBezTo>
                    <a:pt x="4315" y="1517"/>
                    <a:pt x="4095" y="1684"/>
                    <a:pt x="4095" y="1684"/>
                  </a:cubicBezTo>
                  <a:cubicBezTo>
                    <a:pt x="4067" y="1207"/>
                    <a:pt x="3877" y="1076"/>
                    <a:pt x="3676" y="1076"/>
                  </a:cubicBezTo>
                  <a:cubicBezTo>
                    <a:pt x="3430" y="1076"/>
                    <a:pt x="3167" y="1274"/>
                    <a:pt x="3167" y="1274"/>
                  </a:cubicBezTo>
                  <a:cubicBezTo>
                    <a:pt x="3202" y="765"/>
                    <a:pt x="2976" y="633"/>
                    <a:pt x="2733" y="633"/>
                  </a:cubicBezTo>
                  <a:cubicBezTo>
                    <a:pt x="2473" y="633"/>
                    <a:pt x="2195" y="783"/>
                    <a:pt x="2195" y="783"/>
                  </a:cubicBezTo>
                  <a:cubicBezTo>
                    <a:pt x="2315" y="128"/>
                    <a:pt x="1914" y="1"/>
                    <a:pt x="1584"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21"/>
            <p:cNvSpPr/>
            <p:nvPr/>
          </p:nvSpPr>
          <p:spPr>
            <a:xfrm>
              <a:off x="514145" y="4335678"/>
              <a:ext cx="1340662" cy="358989"/>
            </a:xfrm>
            <a:custGeom>
              <a:rect b="b" l="l" r="r" t="t"/>
              <a:pathLst>
                <a:path extrusionOk="0" h="1735" w="4542">
                  <a:moveTo>
                    <a:pt x="974" y="0"/>
                  </a:moveTo>
                  <a:cubicBezTo>
                    <a:pt x="848" y="0"/>
                    <a:pt x="741" y="30"/>
                    <a:pt x="741" y="30"/>
                  </a:cubicBezTo>
                  <a:lnTo>
                    <a:pt x="0" y="1734"/>
                  </a:lnTo>
                  <a:lnTo>
                    <a:pt x="4541" y="1734"/>
                  </a:lnTo>
                  <a:cubicBezTo>
                    <a:pt x="4478" y="1540"/>
                    <a:pt x="4358" y="1492"/>
                    <a:pt x="4254" y="1492"/>
                  </a:cubicBezTo>
                  <a:cubicBezTo>
                    <a:pt x="4153" y="1492"/>
                    <a:pt x="4068" y="1538"/>
                    <a:pt x="4068" y="1538"/>
                  </a:cubicBezTo>
                  <a:cubicBezTo>
                    <a:pt x="3994" y="1381"/>
                    <a:pt x="3889" y="1335"/>
                    <a:pt x="3792" y="1335"/>
                  </a:cubicBezTo>
                  <a:cubicBezTo>
                    <a:pt x="3659" y="1335"/>
                    <a:pt x="3542" y="1422"/>
                    <a:pt x="3542" y="1422"/>
                  </a:cubicBezTo>
                  <a:cubicBezTo>
                    <a:pt x="3494" y="1202"/>
                    <a:pt x="3391" y="1142"/>
                    <a:pt x="3292" y="1142"/>
                  </a:cubicBezTo>
                  <a:cubicBezTo>
                    <a:pt x="3169" y="1142"/>
                    <a:pt x="3051" y="1235"/>
                    <a:pt x="3051" y="1235"/>
                  </a:cubicBezTo>
                  <a:cubicBezTo>
                    <a:pt x="3004" y="1001"/>
                    <a:pt x="2893" y="936"/>
                    <a:pt x="2785" y="936"/>
                  </a:cubicBezTo>
                  <a:cubicBezTo>
                    <a:pt x="2649" y="936"/>
                    <a:pt x="2516" y="1038"/>
                    <a:pt x="2516" y="1038"/>
                  </a:cubicBezTo>
                  <a:cubicBezTo>
                    <a:pt x="2500" y="747"/>
                    <a:pt x="2384" y="666"/>
                    <a:pt x="2261" y="666"/>
                  </a:cubicBezTo>
                  <a:cubicBezTo>
                    <a:pt x="2108" y="666"/>
                    <a:pt x="1945" y="789"/>
                    <a:pt x="1945" y="789"/>
                  </a:cubicBezTo>
                  <a:cubicBezTo>
                    <a:pt x="1967" y="474"/>
                    <a:pt x="1828" y="392"/>
                    <a:pt x="1679" y="392"/>
                  </a:cubicBezTo>
                  <a:cubicBezTo>
                    <a:pt x="1519" y="392"/>
                    <a:pt x="1348" y="485"/>
                    <a:pt x="1348" y="485"/>
                  </a:cubicBezTo>
                  <a:cubicBezTo>
                    <a:pt x="1425" y="78"/>
                    <a:pt x="1176" y="0"/>
                    <a:pt x="9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 name="Google Shape;829;p21"/>
          <p:cNvGrpSpPr/>
          <p:nvPr/>
        </p:nvGrpSpPr>
        <p:grpSpPr>
          <a:xfrm>
            <a:off x="7400797" y="4372550"/>
            <a:ext cx="2183077" cy="583072"/>
            <a:chOff x="6551897" y="4111600"/>
            <a:chExt cx="2183077" cy="583072"/>
          </a:xfrm>
        </p:grpSpPr>
        <p:sp>
          <p:nvSpPr>
            <p:cNvPr id="830" name="Google Shape;830;p21"/>
            <p:cNvSpPr/>
            <p:nvPr/>
          </p:nvSpPr>
          <p:spPr>
            <a:xfrm>
              <a:off x="6551897" y="4111600"/>
              <a:ext cx="2183077" cy="583072"/>
            </a:xfrm>
            <a:custGeom>
              <a:rect b="b" l="l" r="r" t="t"/>
              <a:pathLst>
                <a:path extrusionOk="0" h="2818" w="7396">
                  <a:moveTo>
                    <a:pt x="5812" y="1"/>
                  </a:moveTo>
                  <a:cubicBezTo>
                    <a:pt x="5483" y="1"/>
                    <a:pt x="5081" y="128"/>
                    <a:pt x="5201" y="783"/>
                  </a:cubicBezTo>
                  <a:cubicBezTo>
                    <a:pt x="5201" y="783"/>
                    <a:pt x="4925" y="633"/>
                    <a:pt x="4667" y="633"/>
                  </a:cubicBezTo>
                  <a:cubicBezTo>
                    <a:pt x="4425" y="633"/>
                    <a:pt x="4199" y="765"/>
                    <a:pt x="4229" y="1274"/>
                  </a:cubicBezTo>
                  <a:cubicBezTo>
                    <a:pt x="4229" y="1274"/>
                    <a:pt x="3966" y="1076"/>
                    <a:pt x="3720" y="1076"/>
                  </a:cubicBezTo>
                  <a:cubicBezTo>
                    <a:pt x="3519" y="1076"/>
                    <a:pt x="3329" y="1207"/>
                    <a:pt x="3301" y="1684"/>
                  </a:cubicBezTo>
                  <a:cubicBezTo>
                    <a:pt x="3301" y="1684"/>
                    <a:pt x="3082" y="1517"/>
                    <a:pt x="2860" y="1517"/>
                  </a:cubicBezTo>
                  <a:cubicBezTo>
                    <a:pt x="2684" y="1517"/>
                    <a:pt x="2507" y="1622"/>
                    <a:pt x="2436" y="1996"/>
                  </a:cubicBezTo>
                  <a:cubicBezTo>
                    <a:pt x="2436" y="1996"/>
                    <a:pt x="2247" y="1848"/>
                    <a:pt x="2047" y="1848"/>
                  </a:cubicBezTo>
                  <a:cubicBezTo>
                    <a:pt x="1884" y="1848"/>
                    <a:pt x="1713" y="1947"/>
                    <a:pt x="1633" y="2309"/>
                  </a:cubicBezTo>
                  <a:cubicBezTo>
                    <a:pt x="1633" y="2309"/>
                    <a:pt x="1444" y="2167"/>
                    <a:pt x="1227" y="2167"/>
                  </a:cubicBezTo>
                  <a:cubicBezTo>
                    <a:pt x="1071" y="2167"/>
                    <a:pt x="900" y="2241"/>
                    <a:pt x="777" y="2496"/>
                  </a:cubicBezTo>
                  <a:cubicBezTo>
                    <a:pt x="777" y="2496"/>
                    <a:pt x="640" y="2422"/>
                    <a:pt x="476" y="2422"/>
                  </a:cubicBezTo>
                  <a:cubicBezTo>
                    <a:pt x="307" y="2422"/>
                    <a:pt x="109" y="2500"/>
                    <a:pt x="0" y="2817"/>
                  </a:cubicBezTo>
                  <a:lnTo>
                    <a:pt x="7396" y="2817"/>
                  </a:lnTo>
                  <a:lnTo>
                    <a:pt x="6201" y="52"/>
                  </a:lnTo>
                  <a:cubicBezTo>
                    <a:pt x="6201" y="52"/>
                    <a:pt x="6021" y="1"/>
                    <a:pt x="5812"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21"/>
            <p:cNvSpPr/>
            <p:nvPr/>
          </p:nvSpPr>
          <p:spPr>
            <a:xfrm>
              <a:off x="7260276" y="4335678"/>
              <a:ext cx="1340367" cy="358989"/>
            </a:xfrm>
            <a:custGeom>
              <a:rect b="b" l="l" r="r" t="t"/>
              <a:pathLst>
                <a:path extrusionOk="0" h="1735" w="4541">
                  <a:moveTo>
                    <a:pt x="3574" y="0"/>
                  </a:moveTo>
                  <a:cubicBezTo>
                    <a:pt x="3369" y="0"/>
                    <a:pt x="3117" y="78"/>
                    <a:pt x="3194" y="485"/>
                  </a:cubicBezTo>
                  <a:cubicBezTo>
                    <a:pt x="3194" y="485"/>
                    <a:pt x="3023" y="392"/>
                    <a:pt x="2863" y="392"/>
                  </a:cubicBezTo>
                  <a:cubicBezTo>
                    <a:pt x="2714" y="392"/>
                    <a:pt x="2575" y="474"/>
                    <a:pt x="2596" y="789"/>
                  </a:cubicBezTo>
                  <a:cubicBezTo>
                    <a:pt x="2596" y="789"/>
                    <a:pt x="2433" y="666"/>
                    <a:pt x="2281" y="666"/>
                  </a:cubicBezTo>
                  <a:cubicBezTo>
                    <a:pt x="2157" y="666"/>
                    <a:pt x="2041" y="747"/>
                    <a:pt x="2025" y="1038"/>
                  </a:cubicBezTo>
                  <a:cubicBezTo>
                    <a:pt x="2025" y="1038"/>
                    <a:pt x="1893" y="936"/>
                    <a:pt x="1758" y="936"/>
                  </a:cubicBezTo>
                  <a:cubicBezTo>
                    <a:pt x="1651" y="936"/>
                    <a:pt x="1542" y="1001"/>
                    <a:pt x="1499" y="1235"/>
                  </a:cubicBezTo>
                  <a:cubicBezTo>
                    <a:pt x="1499" y="1235"/>
                    <a:pt x="1379" y="1142"/>
                    <a:pt x="1254" y="1142"/>
                  </a:cubicBezTo>
                  <a:cubicBezTo>
                    <a:pt x="1152" y="1142"/>
                    <a:pt x="1047" y="1202"/>
                    <a:pt x="999" y="1422"/>
                  </a:cubicBezTo>
                  <a:cubicBezTo>
                    <a:pt x="999" y="1422"/>
                    <a:pt x="885" y="1335"/>
                    <a:pt x="753" y="1335"/>
                  </a:cubicBezTo>
                  <a:cubicBezTo>
                    <a:pt x="657" y="1335"/>
                    <a:pt x="552" y="1381"/>
                    <a:pt x="473" y="1538"/>
                  </a:cubicBezTo>
                  <a:cubicBezTo>
                    <a:pt x="473" y="1538"/>
                    <a:pt x="388" y="1492"/>
                    <a:pt x="287" y="1492"/>
                  </a:cubicBezTo>
                  <a:cubicBezTo>
                    <a:pt x="184" y="1492"/>
                    <a:pt x="63" y="1540"/>
                    <a:pt x="0" y="1734"/>
                  </a:cubicBezTo>
                  <a:lnTo>
                    <a:pt x="4541" y="1734"/>
                  </a:lnTo>
                  <a:lnTo>
                    <a:pt x="3809" y="30"/>
                  </a:lnTo>
                  <a:cubicBezTo>
                    <a:pt x="3809" y="30"/>
                    <a:pt x="3701" y="0"/>
                    <a:pt x="35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 name="Google Shape;832;p21"/>
          <p:cNvGrpSpPr/>
          <p:nvPr/>
        </p:nvGrpSpPr>
        <p:grpSpPr>
          <a:xfrm>
            <a:off x="-301731" y="2688291"/>
            <a:ext cx="942613" cy="2225784"/>
            <a:chOff x="1214466" y="2918796"/>
            <a:chExt cx="786428" cy="1856987"/>
          </a:xfrm>
        </p:grpSpPr>
        <p:sp>
          <p:nvSpPr>
            <p:cNvPr id="833" name="Google Shape;833;p21"/>
            <p:cNvSpPr/>
            <p:nvPr/>
          </p:nvSpPr>
          <p:spPr>
            <a:xfrm>
              <a:off x="1718262" y="3276741"/>
              <a:ext cx="282632" cy="1052344"/>
            </a:xfrm>
            <a:custGeom>
              <a:rect b="b" l="l" r="r" t="t"/>
              <a:pathLst>
                <a:path extrusionOk="0" h="5086" w="1366">
                  <a:moveTo>
                    <a:pt x="1366" y="1"/>
                  </a:moveTo>
                  <a:lnTo>
                    <a:pt x="1" y="5005"/>
                  </a:lnTo>
                  <a:lnTo>
                    <a:pt x="99" y="5086"/>
                  </a:lnTo>
                  <a:cubicBezTo>
                    <a:pt x="1294" y="2321"/>
                    <a:pt x="1366" y="1"/>
                    <a:pt x="13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21"/>
            <p:cNvSpPr/>
            <p:nvPr/>
          </p:nvSpPr>
          <p:spPr>
            <a:xfrm>
              <a:off x="1696123" y="3276741"/>
              <a:ext cx="304771" cy="1035791"/>
            </a:xfrm>
            <a:custGeom>
              <a:rect b="b" l="l" r="r" t="t"/>
              <a:pathLst>
                <a:path extrusionOk="0" h="5006" w="1473">
                  <a:moveTo>
                    <a:pt x="1473" y="1"/>
                  </a:moveTo>
                  <a:cubicBezTo>
                    <a:pt x="1473" y="1"/>
                    <a:pt x="483" y="1553"/>
                    <a:pt x="1" y="4916"/>
                  </a:cubicBezTo>
                  <a:lnTo>
                    <a:pt x="108" y="5005"/>
                  </a:lnTo>
                  <a:lnTo>
                    <a:pt x="1473"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21"/>
            <p:cNvSpPr/>
            <p:nvPr/>
          </p:nvSpPr>
          <p:spPr>
            <a:xfrm>
              <a:off x="1687020" y="3134598"/>
              <a:ext cx="227182" cy="1069104"/>
            </a:xfrm>
            <a:custGeom>
              <a:rect b="b" l="l" r="r" t="t"/>
              <a:pathLst>
                <a:path extrusionOk="0" h="5167" w="1098">
                  <a:moveTo>
                    <a:pt x="999" y="1"/>
                  </a:moveTo>
                  <a:lnTo>
                    <a:pt x="0" y="5086"/>
                  </a:lnTo>
                  <a:lnTo>
                    <a:pt x="107" y="5166"/>
                  </a:lnTo>
                  <a:cubicBezTo>
                    <a:pt x="1097" y="2321"/>
                    <a:pt x="999" y="1"/>
                    <a:pt x="9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21"/>
            <p:cNvSpPr/>
            <p:nvPr/>
          </p:nvSpPr>
          <p:spPr>
            <a:xfrm>
              <a:off x="1664882" y="3134598"/>
              <a:ext cx="229044" cy="1052344"/>
            </a:xfrm>
            <a:custGeom>
              <a:rect b="b" l="l" r="r" t="t"/>
              <a:pathLst>
                <a:path extrusionOk="0" h="5086" w="1107">
                  <a:moveTo>
                    <a:pt x="1106" y="1"/>
                  </a:moveTo>
                  <a:cubicBezTo>
                    <a:pt x="1106" y="1"/>
                    <a:pt x="232" y="1625"/>
                    <a:pt x="0" y="5014"/>
                  </a:cubicBezTo>
                  <a:lnTo>
                    <a:pt x="107" y="5086"/>
                  </a:lnTo>
                  <a:lnTo>
                    <a:pt x="1106"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21"/>
            <p:cNvSpPr/>
            <p:nvPr/>
          </p:nvSpPr>
          <p:spPr>
            <a:xfrm>
              <a:off x="1648123" y="3007352"/>
              <a:ext cx="171938" cy="1118762"/>
            </a:xfrm>
            <a:custGeom>
              <a:rect b="b" l="l" r="r" t="t"/>
              <a:pathLst>
                <a:path extrusionOk="0" h="5407" w="831">
                  <a:moveTo>
                    <a:pt x="527" y="0"/>
                  </a:moveTo>
                  <a:lnTo>
                    <a:pt x="1" y="5362"/>
                  </a:lnTo>
                  <a:lnTo>
                    <a:pt x="108" y="5406"/>
                  </a:lnTo>
                  <a:cubicBezTo>
                    <a:pt x="830" y="2258"/>
                    <a:pt x="527" y="1"/>
                    <a:pt x="5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21"/>
            <p:cNvSpPr/>
            <p:nvPr/>
          </p:nvSpPr>
          <p:spPr>
            <a:xfrm>
              <a:off x="1609434" y="3007352"/>
              <a:ext cx="147937" cy="1109451"/>
            </a:xfrm>
            <a:custGeom>
              <a:rect b="b" l="l" r="r" t="t"/>
              <a:pathLst>
                <a:path extrusionOk="0" h="5362" w="715">
                  <a:moveTo>
                    <a:pt x="714" y="0"/>
                  </a:moveTo>
                  <a:lnTo>
                    <a:pt x="714" y="0"/>
                  </a:lnTo>
                  <a:cubicBezTo>
                    <a:pt x="714" y="1"/>
                    <a:pt x="1" y="1910"/>
                    <a:pt x="72" y="5326"/>
                  </a:cubicBezTo>
                  <a:lnTo>
                    <a:pt x="188" y="5362"/>
                  </a:lnTo>
                  <a:lnTo>
                    <a:pt x="71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21"/>
            <p:cNvSpPr/>
            <p:nvPr/>
          </p:nvSpPr>
          <p:spPr>
            <a:xfrm>
              <a:off x="1607571" y="2918796"/>
              <a:ext cx="109039" cy="1127866"/>
            </a:xfrm>
            <a:custGeom>
              <a:rect b="b" l="l" r="r" t="t"/>
              <a:pathLst>
                <a:path extrusionOk="0" h="5451" w="527">
                  <a:moveTo>
                    <a:pt x="1" y="0"/>
                  </a:moveTo>
                  <a:lnTo>
                    <a:pt x="1" y="5451"/>
                  </a:lnTo>
                  <a:lnTo>
                    <a:pt x="117" y="5451"/>
                  </a:lnTo>
                  <a:cubicBezTo>
                    <a:pt x="527" y="2114"/>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21"/>
            <p:cNvSpPr/>
            <p:nvPr/>
          </p:nvSpPr>
          <p:spPr>
            <a:xfrm>
              <a:off x="1500605" y="2918796"/>
              <a:ext cx="107177" cy="1127866"/>
            </a:xfrm>
            <a:custGeom>
              <a:rect b="b" l="l" r="r" t="t"/>
              <a:pathLst>
                <a:path extrusionOk="0" h="5451" w="518">
                  <a:moveTo>
                    <a:pt x="518" y="0"/>
                  </a:moveTo>
                  <a:cubicBezTo>
                    <a:pt x="518" y="0"/>
                    <a:pt x="0" y="2114"/>
                    <a:pt x="402" y="5451"/>
                  </a:cubicBezTo>
                  <a:lnTo>
                    <a:pt x="518" y="5451"/>
                  </a:lnTo>
                  <a:lnTo>
                    <a:pt x="51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21"/>
            <p:cNvSpPr/>
            <p:nvPr/>
          </p:nvSpPr>
          <p:spPr>
            <a:xfrm>
              <a:off x="1214466" y="3276741"/>
              <a:ext cx="284494" cy="1052344"/>
            </a:xfrm>
            <a:custGeom>
              <a:rect b="b" l="l" r="r" t="t"/>
              <a:pathLst>
                <a:path extrusionOk="0" h="5086" w="1375">
                  <a:moveTo>
                    <a:pt x="0" y="1"/>
                  </a:moveTo>
                  <a:cubicBezTo>
                    <a:pt x="0" y="1"/>
                    <a:pt x="72" y="2321"/>
                    <a:pt x="1276" y="5086"/>
                  </a:cubicBezTo>
                  <a:lnTo>
                    <a:pt x="1374" y="5005"/>
                  </a:lnTo>
                  <a:lnTo>
                    <a:pt x="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21"/>
            <p:cNvSpPr/>
            <p:nvPr/>
          </p:nvSpPr>
          <p:spPr>
            <a:xfrm>
              <a:off x="1214466" y="3276741"/>
              <a:ext cx="304771" cy="1035791"/>
            </a:xfrm>
            <a:custGeom>
              <a:rect b="b" l="l" r="r" t="t"/>
              <a:pathLst>
                <a:path extrusionOk="0" h="5006" w="1473">
                  <a:moveTo>
                    <a:pt x="0" y="1"/>
                  </a:moveTo>
                  <a:lnTo>
                    <a:pt x="1374" y="5005"/>
                  </a:lnTo>
                  <a:lnTo>
                    <a:pt x="1472" y="4916"/>
                  </a:lnTo>
                  <a:cubicBezTo>
                    <a:pt x="1000" y="1553"/>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21"/>
            <p:cNvSpPr/>
            <p:nvPr/>
          </p:nvSpPr>
          <p:spPr>
            <a:xfrm>
              <a:off x="1301156" y="3134598"/>
              <a:ext cx="229044" cy="1069104"/>
            </a:xfrm>
            <a:custGeom>
              <a:rect b="b" l="l" r="r" t="t"/>
              <a:pathLst>
                <a:path extrusionOk="0" h="5167" w="1107">
                  <a:moveTo>
                    <a:pt x="108" y="1"/>
                  </a:moveTo>
                  <a:cubicBezTo>
                    <a:pt x="108" y="1"/>
                    <a:pt x="1" y="2321"/>
                    <a:pt x="1000" y="5166"/>
                  </a:cubicBezTo>
                  <a:lnTo>
                    <a:pt x="1107" y="5086"/>
                  </a:lnTo>
                  <a:lnTo>
                    <a:pt x="10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21"/>
            <p:cNvSpPr/>
            <p:nvPr/>
          </p:nvSpPr>
          <p:spPr>
            <a:xfrm>
              <a:off x="1323294" y="3134598"/>
              <a:ext cx="229044" cy="1052344"/>
            </a:xfrm>
            <a:custGeom>
              <a:rect b="b" l="l" r="r" t="t"/>
              <a:pathLst>
                <a:path extrusionOk="0" h="5086" w="1107">
                  <a:moveTo>
                    <a:pt x="1" y="1"/>
                  </a:moveTo>
                  <a:lnTo>
                    <a:pt x="1000" y="5086"/>
                  </a:lnTo>
                  <a:lnTo>
                    <a:pt x="1107" y="5014"/>
                  </a:lnTo>
                  <a:cubicBezTo>
                    <a:pt x="875" y="1625"/>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21"/>
            <p:cNvSpPr/>
            <p:nvPr/>
          </p:nvSpPr>
          <p:spPr>
            <a:xfrm>
              <a:off x="1395295" y="3007352"/>
              <a:ext cx="173800" cy="1118762"/>
            </a:xfrm>
            <a:custGeom>
              <a:rect b="b" l="l" r="r" t="t"/>
              <a:pathLst>
                <a:path extrusionOk="0" h="5407" w="840">
                  <a:moveTo>
                    <a:pt x="313" y="0"/>
                  </a:moveTo>
                  <a:cubicBezTo>
                    <a:pt x="313" y="1"/>
                    <a:pt x="1" y="2258"/>
                    <a:pt x="723" y="5406"/>
                  </a:cubicBezTo>
                  <a:lnTo>
                    <a:pt x="839" y="5362"/>
                  </a:lnTo>
                  <a:lnTo>
                    <a:pt x="313"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21"/>
            <p:cNvSpPr/>
            <p:nvPr/>
          </p:nvSpPr>
          <p:spPr>
            <a:xfrm>
              <a:off x="1459847" y="3007352"/>
              <a:ext cx="147937" cy="1109451"/>
            </a:xfrm>
            <a:custGeom>
              <a:rect b="b" l="l" r="r" t="t"/>
              <a:pathLst>
                <a:path extrusionOk="0" h="5362" w="715">
                  <a:moveTo>
                    <a:pt x="1" y="0"/>
                  </a:moveTo>
                  <a:lnTo>
                    <a:pt x="527" y="5362"/>
                  </a:lnTo>
                  <a:lnTo>
                    <a:pt x="634" y="5326"/>
                  </a:lnTo>
                  <a:cubicBezTo>
                    <a:pt x="715" y="1910"/>
                    <a:pt x="1" y="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21"/>
            <p:cNvSpPr/>
            <p:nvPr/>
          </p:nvSpPr>
          <p:spPr>
            <a:xfrm>
              <a:off x="1268053" y="3994907"/>
              <a:ext cx="681131" cy="86902"/>
            </a:xfrm>
            <a:custGeom>
              <a:rect b="b" l="l" r="r" t="t"/>
              <a:pathLst>
                <a:path extrusionOk="0" h="420" w="3292">
                  <a:moveTo>
                    <a:pt x="0" y="0"/>
                  </a:moveTo>
                  <a:lnTo>
                    <a:pt x="0" y="419"/>
                  </a:lnTo>
                  <a:lnTo>
                    <a:pt x="3292" y="419"/>
                  </a:lnTo>
                  <a:lnTo>
                    <a:pt x="3292"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21"/>
            <p:cNvSpPr/>
            <p:nvPr/>
          </p:nvSpPr>
          <p:spPr>
            <a:xfrm>
              <a:off x="1308605" y="4081600"/>
              <a:ext cx="598162" cy="694183"/>
            </a:xfrm>
            <a:custGeom>
              <a:rect b="b" l="l" r="r" t="t"/>
              <a:pathLst>
                <a:path extrusionOk="0" h="3355" w="2891">
                  <a:moveTo>
                    <a:pt x="0" y="0"/>
                  </a:moveTo>
                  <a:lnTo>
                    <a:pt x="250" y="3355"/>
                  </a:lnTo>
                  <a:lnTo>
                    <a:pt x="2650" y="3355"/>
                  </a:lnTo>
                  <a:lnTo>
                    <a:pt x="289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21"/>
            <p:cNvSpPr/>
            <p:nvPr/>
          </p:nvSpPr>
          <p:spPr>
            <a:xfrm>
              <a:off x="1308605" y="4081600"/>
              <a:ext cx="598162" cy="51934"/>
            </a:xfrm>
            <a:custGeom>
              <a:rect b="b" l="l" r="r" t="t"/>
              <a:pathLst>
                <a:path extrusionOk="0" h="251" w="2891">
                  <a:moveTo>
                    <a:pt x="0" y="0"/>
                  </a:moveTo>
                  <a:lnTo>
                    <a:pt x="18" y="250"/>
                  </a:lnTo>
                  <a:lnTo>
                    <a:pt x="2873" y="250"/>
                  </a:lnTo>
                  <a:lnTo>
                    <a:pt x="289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 name="Google Shape;850;p21"/>
          <p:cNvSpPr/>
          <p:nvPr/>
        </p:nvSpPr>
        <p:spPr>
          <a:xfrm>
            <a:off x="3335900" y="4668671"/>
            <a:ext cx="638923" cy="98075"/>
          </a:xfrm>
          <a:custGeom>
            <a:rect b="b" l="l" r="r" t="t"/>
            <a:pathLst>
              <a:path extrusionOk="0" h="474" w="3088">
                <a:moveTo>
                  <a:pt x="1544" y="1"/>
                </a:moveTo>
                <a:cubicBezTo>
                  <a:pt x="688" y="1"/>
                  <a:pt x="1" y="108"/>
                  <a:pt x="1" y="233"/>
                </a:cubicBezTo>
                <a:cubicBezTo>
                  <a:pt x="1" y="366"/>
                  <a:pt x="688" y="474"/>
                  <a:pt x="1544" y="474"/>
                </a:cubicBezTo>
                <a:cubicBezTo>
                  <a:pt x="2400" y="474"/>
                  <a:pt x="3087" y="366"/>
                  <a:pt x="3087" y="233"/>
                </a:cubicBezTo>
                <a:cubicBezTo>
                  <a:pt x="3087" y="108"/>
                  <a:pt x="2400" y="1"/>
                  <a:pt x="1544" y="1"/>
                </a:cubicBez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1" name="Google Shape;851;p21"/>
          <p:cNvGrpSpPr/>
          <p:nvPr/>
        </p:nvGrpSpPr>
        <p:grpSpPr>
          <a:xfrm>
            <a:off x="3281612" y="2848135"/>
            <a:ext cx="769416" cy="1873929"/>
            <a:chOff x="3455165" y="2902037"/>
            <a:chExt cx="635198" cy="1547039"/>
          </a:xfrm>
        </p:grpSpPr>
        <p:sp>
          <p:nvSpPr>
            <p:cNvPr id="852" name="Google Shape;852;p21"/>
            <p:cNvSpPr/>
            <p:nvPr/>
          </p:nvSpPr>
          <p:spPr>
            <a:xfrm>
              <a:off x="3477303" y="2902037"/>
              <a:ext cx="590921" cy="956338"/>
            </a:xfrm>
            <a:custGeom>
              <a:rect b="b" l="l" r="r" t="t"/>
              <a:pathLst>
                <a:path extrusionOk="0" h="4622" w="2856">
                  <a:moveTo>
                    <a:pt x="1428" y="1"/>
                  </a:moveTo>
                  <a:cubicBezTo>
                    <a:pt x="1428" y="1"/>
                    <a:pt x="1330" y="90"/>
                    <a:pt x="1339" y="144"/>
                  </a:cubicBezTo>
                  <a:cubicBezTo>
                    <a:pt x="1348" y="206"/>
                    <a:pt x="1383" y="277"/>
                    <a:pt x="1330" y="295"/>
                  </a:cubicBezTo>
                  <a:cubicBezTo>
                    <a:pt x="1285" y="304"/>
                    <a:pt x="1285" y="331"/>
                    <a:pt x="1214" y="358"/>
                  </a:cubicBezTo>
                  <a:cubicBezTo>
                    <a:pt x="1143" y="376"/>
                    <a:pt x="1214" y="456"/>
                    <a:pt x="1214" y="509"/>
                  </a:cubicBezTo>
                  <a:cubicBezTo>
                    <a:pt x="1214" y="563"/>
                    <a:pt x="1107" y="857"/>
                    <a:pt x="1107" y="857"/>
                  </a:cubicBezTo>
                  <a:lnTo>
                    <a:pt x="1027" y="973"/>
                  </a:lnTo>
                  <a:cubicBezTo>
                    <a:pt x="1027" y="973"/>
                    <a:pt x="812" y="1152"/>
                    <a:pt x="812" y="1232"/>
                  </a:cubicBezTo>
                  <a:cubicBezTo>
                    <a:pt x="812" y="1312"/>
                    <a:pt x="830" y="1312"/>
                    <a:pt x="857" y="1410"/>
                  </a:cubicBezTo>
                  <a:cubicBezTo>
                    <a:pt x="884" y="1517"/>
                    <a:pt x="848" y="1491"/>
                    <a:pt x="812" y="1553"/>
                  </a:cubicBezTo>
                  <a:cubicBezTo>
                    <a:pt x="777" y="1616"/>
                    <a:pt x="465" y="1767"/>
                    <a:pt x="465" y="1767"/>
                  </a:cubicBezTo>
                  <a:cubicBezTo>
                    <a:pt x="465" y="1767"/>
                    <a:pt x="366" y="1856"/>
                    <a:pt x="366" y="1883"/>
                  </a:cubicBezTo>
                  <a:cubicBezTo>
                    <a:pt x="366" y="1910"/>
                    <a:pt x="465" y="2106"/>
                    <a:pt x="465" y="2106"/>
                  </a:cubicBezTo>
                  <a:lnTo>
                    <a:pt x="491" y="2222"/>
                  </a:lnTo>
                  <a:lnTo>
                    <a:pt x="366" y="2347"/>
                  </a:lnTo>
                  <a:cubicBezTo>
                    <a:pt x="366" y="2347"/>
                    <a:pt x="313" y="2410"/>
                    <a:pt x="313" y="2454"/>
                  </a:cubicBezTo>
                  <a:cubicBezTo>
                    <a:pt x="322" y="2499"/>
                    <a:pt x="313" y="2454"/>
                    <a:pt x="420" y="2659"/>
                  </a:cubicBezTo>
                  <a:cubicBezTo>
                    <a:pt x="483" y="2786"/>
                    <a:pt x="465" y="2809"/>
                    <a:pt x="444" y="2809"/>
                  </a:cubicBezTo>
                  <a:cubicBezTo>
                    <a:pt x="432" y="2809"/>
                    <a:pt x="420" y="2802"/>
                    <a:pt x="420" y="2802"/>
                  </a:cubicBezTo>
                  <a:lnTo>
                    <a:pt x="90" y="2963"/>
                  </a:lnTo>
                  <a:cubicBezTo>
                    <a:pt x="90" y="2963"/>
                    <a:pt x="126" y="3016"/>
                    <a:pt x="126" y="3034"/>
                  </a:cubicBezTo>
                  <a:cubicBezTo>
                    <a:pt x="134" y="3052"/>
                    <a:pt x="188" y="3114"/>
                    <a:pt x="250" y="3177"/>
                  </a:cubicBezTo>
                  <a:cubicBezTo>
                    <a:pt x="304" y="3239"/>
                    <a:pt x="152" y="3328"/>
                    <a:pt x="152" y="3328"/>
                  </a:cubicBezTo>
                  <a:lnTo>
                    <a:pt x="1" y="3605"/>
                  </a:lnTo>
                  <a:lnTo>
                    <a:pt x="90" y="3783"/>
                  </a:lnTo>
                  <a:lnTo>
                    <a:pt x="215" y="3953"/>
                  </a:lnTo>
                  <a:cubicBezTo>
                    <a:pt x="215" y="3953"/>
                    <a:pt x="188" y="3989"/>
                    <a:pt x="188" y="4042"/>
                  </a:cubicBezTo>
                  <a:cubicBezTo>
                    <a:pt x="188" y="4105"/>
                    <a:pt x="250" y="4399"/>
                    <a:pt x="250" y="4399"/>
                  </a:cubicBezTo>
                  <a:lnTo>
                    <a:pt x="366" y="4622"/>
                  </a:lnTo>
                  <a:lnTo>
                    <a:pt x="1428" y="4595"/>
                  </a:lnTo>
                  <a:lnTo>
                    <a:pt x="2490" y="4622"/>
                  </a:lnTo>
                  <a:lnTo>
                    <a:pt x="2606" y="4399"/>
                  </a:lnTo>
                  <a:cubicBezTo>
                    <a:pt x="2606" y="4399"/>
                    <a:pt x="2668" y="4105"/>
                    <a:pt x="2668" y="4042"/>
                  </a:cubicBezTo>
                  <a:cubicBezTo>
                    <a:pt x="2668" y="3989"/>
                    <a:pt x="2641" y="3953"/>
                    <a:pt x="2641" y="3953"/>
                  </a:cubicBezTo>
                  <a:lnTo>
                    <a:pt x="2766" y="3783"/>
                  </a:lnTo>
                  <a:lnTo>
                    <a:pt x="2855" y="3605"/>
                  </a:lnTo>
                  <a:lnTo>
                    <a:pt x="2704" y="3328"/>
                  </a:lnTo>
                  <a:cubicBezTo>
                    <a:pt x="2704" y="3328"/>
                    <a:pt x="2552" y="3239"/>
                    <a:pt x="2606" y="3177"/>
                  </a:cubicBezTo>
                  <a:cubicBezTo>
                    <a:pt x="2668" y="3114"/>
                    <a:pt x="2722" y="3052"/>
                    <a:pt x="2730" y="3034"/>
                  </a:cubicBezTo>
                  <a:cubicBezTo>
                    <a:pt x="2730" y="3016"/>
                    <a:pt x="2766" y="2963"/>
                    <a:pt x="2766" y="2963"/>
                  </a:cubicBezTo>
                  <a:lnTo>
                    <a:pt x="2436" y="2802"/>
                  </a:lnTo>
                  <a:cubicBezTo>
                    <a:pt x="2436" y="2802"/>
                    <a:pt x="2424" y="2809"/>
                    <a:pt x="2412" y="2809"/>
                  </a:cubicBezTo>
                  <a:cubicBezTo>
                    <a:pt x="2391" y="2809"/>
                    <a:pt x="2373" y="2786"/>
                    <a:pt x="2436" y="2659"/>
                  </a:cubicBezTo>
                  <a:cubicBezTo>
                    <a:pt x="2543" y="2454"/>
                    <a:pt x="2534" y="2499"/>
                    <a:pt x="2543" y="2454"/>
                  </a:cubicBezTo>
                  <a:cubicBezTo>
                    <a:pt x="2543" y="2410"/>
                    <a:pt x="2490" y="2347"/>
                    <a:pt x="2490" y="2347"/>
                  </a:cubicBezTo>
                  <a:lnTo>
                    <a:pt x="2365" y="2222"/>
                  </a:lnTo>
                  <a:lnTo>
                    <a:pt x="2391" y="2106"/>
                  </a:lnTo>
                  <a:cubicBezTo>
                    <a:pt x="2391" y="2106"/>
                    <a:pt x="2490" y="1910"/>
                    <a:pt x="2490" y="1883"/>
                  </a:cubicBezTo>
                  <a:cubicBezTo>
                    <a:pt x="2490" y="1856"/>
                    <a:pt x="2391" y="1767"/>
                    <a:pt x="2391" y="1767"/>
                  </a:cubicBezTo>
                  <a:cubicBezTo>
                    <a:pt x="2391" y="1767"/>
                    <a:pt x="2079" y="1616"/>
                    <a:pt x="2044" y="1553"/>
                  </a:cubicBezTo>
                  <a:cubicBezTo>
                    <a:pt x="2008" y="1491"/>
                    <a:pt x="1972" y="1517"/>
                    <a:pt x="1999" y="1410"/>
                  </a:cubicBezTo>
                  <a:cubicBezTo>
                    <a:pt x="2026" y="1312"/>
                    <a:pt x="2044" y="1312"/>
                    <a:pt x="2044" y="1232"/>
                  </a:cubicBezTo>
                  <a:cubicBezTo>
                    <a:pt x="2044" y="1152"/>
                    <a:pt x="1829" y="973"/>
                    <a:pt x="1829" y="973"/>
                  </a:cubicBezTo>
                  <a:lnTo>
                    <a:pt x="1749" y="857"/>
                  </a:lnTo>
                  <a:cubicBezTo>
                    <a:pt x="1749" y="857"/>
                    <a:pt x="1642" y="563"/>
                    <a:pt x="1642" y="509"/>
                  </a:cubicBezTo>
                  <a:cubicBezTo>
                    <a:pt x="1642" y="456"/>
                    <a:pt x="1713" y="376"/>
                    <a:pt x="1642" y="358"/>
                  </a:cubicBezTo>
                  <a:cubicBezTo>
                    <a:pt x="1571" y="331"/>
                    <a:pt x="1571" y="304"/>
                    <a:pt x="1526" y="295"/>
                  </a:cubicBezTo>
                  <a:cubicBezTo>
                    <a:pt x="1473" y="277"/>
                    <a:pt x="1508" y="206"/>
                    <a:pt x="1517" y="144"/>
                  </a:cubicBezTo>
                  <a:cubicBezTo>
                    <a:pt x="1526" y="90"/>
                    <a:pt x="1428" y="1"/>
                    <a:pt x="142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21"/>
            <p:cNvSpPr/>
            <p:nvPr/>
          </p:nvSpPr>
          <p:spPr>
            <a:xfrm>
              <a:off x="3584476" y="3249016"/>
              <a:ext cx="376567" cy="609350"/>
            </a:xfrm>
            <a:custGeom>
              <a:rect b="b" l="l" r="r" t="t"/>
              <a:pathLst>
                <a:path extrusionOk="0" h="2945" w="1820">
                  <a:moveTo>
                    <a:pt x="910" y="1"/>
                  </a:moveTo>
                  <a:cubicBezTo>
                    <a:pt x="910" y="1"/>
                    <a:pt x="848" y="63"/>
                    <a:pt x="856" y="99"/>
                  </a:cubicBezTo>
                  <a:cubicBezTo>
                    <a:pt x="856" y="135"/>
                    <a:pt x="883" y="179"/>
                    <a:pt x="848" y="188"/>
                  </a:cubicBezTo>
                  <a:cubicBezTo>
                    <a:pt x="821" y="197"/>
                    <a:pt x="821" y="215"/>
                    <a:pt x="776" y="233"/>
                  </a:cubicBezTo>
                  <a:cubicBezTo>
                    <a:pt x="732" y="242"/>
                    <a:pt x="776" y="286"/>
                    <a:pt x="776" y="322"/>
                  </a:cubicBezTo>
                  <a:cubicBezTo>
                    <a:pt x="776" y="358"/>
                    <a:pt x="705" y="545"/>
                    <a:pt x="705" y="545"/>
                  </a:cubicBezTo>
                  <a:lnTo>
                    <a:pt x="651" y="625"/>
                  </a:lnTo>
                  <a:cubicBezTo>
                    <a:pt x="651" y="625"/>
                    <a:pt x="517" y="741"/>
                    <a:pt x="517" y="786"/>
                  </a:cubicBezTo>
                  <a:cubicBezTo>
                    <a:pt x="517" y="840"/>
                    <a:pt x="526" y="840"/>
                    <a:pt x="544" y="902"/>
                  </a:cubicBezTo>
                  <a:cubicBezTo>
                    <a:pt x="562" y="964"/>
                    <a:pt x="544" y="947"/>
                    <a:pt x="517" y="991"/>
                  </a:cubicBezTo>
                  <a:cubicBezTo>
                    <a:pt x="500" y="1027"/>
                    <a:pt x="294" y="1125"/>
                    <a:pt x="294" y="1125"/>
                  </a:cubicBezTo>
                  <a:cubicBezTo>
                    <a:pt x="294" y="1125"/>
                    <a:pt x="241" y="1179"/>
                    <a:pt x="241" y="1196"/>
                  </a:cubicBezTo>
                  <a:cubicBezTo>
                    <a:pt x="241" y="1214"/>
                    <a:pt x="294" y="1348"/>
                    <a:pt x="294" y="1348"/>
                  </a:cubicBezTo>
                  <a:lnTo>
                    <a:pt x="312" y="1419"/>
                  </a:lnTo>
                  <a:lnTo>
                    <a:pt x="232" y="1491"/>
                  </a:lnTo>
                  <a:cubicBezTo>
                    <a:pt x="232" y="1491"/>
                    <a:pt x="196" y="1535"/>
                    <a:pt x="205" y="1562"/>
                  </a:cubicBezTo>
                  <a:cubicBezTo>
                    <a:pt x="205" y="1598"/>
                    <a:pt x="205" y="1562"/>
                    <a:pt x="268" y="1696"/>
                  </a:cubicBezTo>
                  <a:cubicBezTo>
                    <a:pt x="307" y="1775"/>
                    <a:pt x="297" y="1790"/>
                    <a:pt x="283" y="1790"/>
                  </a:cubicBezTo>
                  <a:cubicBezTo>
                    <a:pt x="276" y="1790"/>
                    <a:pt x="268" y="1785"/>
                    <a:pt x="268" y="1785"/>
                  </a:cubicBezTo>
                  <a:lnTo>
                    <a:pt x="62" y="1883"/>
                  </a:lnTo>
                  <a:cubicBezTo>
                    <a:pt x="62" y="1883"/>
                    <a:pt x="80" y="1919"/>
                    <a:pt x="80" y="1937"/>
                  </a:cubicBezTo>
                  <a:cubicBezTo>
                    <a:pt x="89" y="1946"/>
                    <a:pt x="116" y="1990"/>
                    <a:pt x="161" y="2026"/>
                  </a:cubicBezTo>
                  <a:cubicBezTo>
                    <a:pt x="196" y="2071"/>
                    <a:pt x="98" y="2124"/>
                    <a:pt x="98" y="2124"/>
                  </a:cubicBezTo>
                  <a:lnTo>
                    <a:pt x="0" y="2303"/>
                  </a:lnTo>
                  <a:lnTo>
                    <a:pt x="62" y="2410"/>
                  </a:lnTo>
                  <a:lnTo>
                    <a:pt x="134" y="2517"/>
                  </a:lnTo>
                  <a:cubicBezTo>
                    <a:pt x="134" y="2517"/>
                    <a:pt x="116" y="2543"/>
                    <a:pt x="116" y="2579"/>
                  </a:cubicBezTo>
                  <a:cubicBezTo>
                    <a:pt x="116" y="2615"/>
                    <a:pt x="161" y="2802"/>
                    <a:pt x="161" y="2802"/>
                  </a:cubicBezTo>
                  <a:lnTo>
                    <a:pt x="232" y="2945"/>
                  </a:lnTo>
                  <a:lnTo>
                    <a:pt x="910" y="2927"/>
                  </a:lnTo>
                  <a:lnTo>
                    <a:pt x="1588" y="2945"/>
                  </a:lnTo>
                  <a:lnTo>
                    <a:pt x="1659" y="2802"/>
                  </a:lnTo>
                  <a:cubicBezTo>
                    <a:pt x="1659" y="2802"/>
                    <a:pt x="1704" y="2615"/>
                    <a:pt x="1704" y="2579"/>
                  </a:cubicBezTo>
                  <a:cubicBezTo>
                    <a:pt x="1704" y="2543"/>
                    <a:pt x="1686" y="2517"/>
                    <a:pt x="1686" y="2517"/>
                  </a:cubicBezTo>
                  <a:lnTo>
                    <a:pt x="1757" y="2410"/>
                  </a:lnTo>
                  <a:lnTo>
                    <a:pt x="1820" y="2303"/>
                  </a:lnTo>
                  <a:lnTo>
                    <a:pt x="1722" y="2124"/>
                  </a:lnTo>
                  <a:cubicBezTo>
                    <a:pt x="1722" y="2124"/>
                    <a:pt x="1624" y="2071"/>
                    <a:pt x="1659" y="2026"/>
                  </a:cubicBezTo>
                  <a:cubicBezTo>
                    <a:pt x="1704" y="1990"/>
                    <a:pt x="1731" y="1946"/>
                    <a:pt x="1740" y="1937"/>
                  </a:cubicBezTo>
                  <a:cubicBezTo>
                    <a:pt x="1740" y="1919"/>
                    <a:pt x="1757" y="1883"/>
                    <a:pt x="1757" y="1883"/>
                  </a:cubicBezTo>
                  <a:lnTo>
                    <a:pt x="1552" y="1785"/>
                  </a:lnTo>
                  <a:cubicBezTo>
                    <a:pt x="1552" y="1785"/>
                    <a:pt x="1544" y="1790"/>
                    <a:pt x="1537" y="1790"/>
                  </a:cubicBezTo>
                  <a:cubicBezTo>
                    <a:pt x="1523" y="1790"/>
                    <a:pt x="1513" y="1775"/>
                    <a:pt x="1552" y="1696"/>
                  </a:cubicBezTo>
                  <a:cubicBezTo>
                    <a:pt x="1615" y="1562"/>
                    <a:pt x="1615" y="1598"/>
                    <a:pt x="1615" y="1562"/>
                  </a:cubicBezTo>
                  <a:cubicBezTo>
                    <a:pt x="1624" y="1535"/>
                    <a:pt x="1588" y="1491"/>
                    <a:pt x="1588" y="1491"/>
                  </a:cubicBezTo>
                  <a:lnTo>
                    <a:pt x="1508" y="1419"/>
                  </a:lnTo>
                  <a:lnTo>
                    <a:pt x="1526" y="1348"/>
                  </a:lnTo>
                  <a:cubicBezTo>
                    <a:pt x="1526" y="1348"/>
                    <a:pt x="1579" y="1214"/>
                    <a:pt x="1579" y="1196"/>
                  </a:cubicBezTo>
                  <a:cubicBezTo>
                    <a:pt x="1579" y="1179"/>
                    <a:pt x="1526" y="1125"/>
                    <a:pt x="1526" y="1125"/>
                  </a:cubicBezTo>
                  <a:cubicBezTo>
                    <a:pt x="1526" y="1125"/>
                    <a:pt x="1320" y="1027"/>
                    <a:pt x="1303" y="991"/>
                  </a:cubicBezTo>
                  <a:cubicBezTo>
                    <a:pt x="1276" y="947"/>
                    <a:pt x="1258" y="964"/>
                    <a:pt x="1276" y="902"/>
                  </a:cubicBezTo>
                  <a:cubicBezTo>
                    <a:pt x="1294" y="840"/>
                    <a:pt x="1303" y="840"/>
                    <a:pt x="1303" y="786"/>
                  </a:cubicBezTo>
                  <a:cubicBezTo>
                    <a:pt x="1303" y="741"/>
                    <a:pt x="1169" y="625"/>
                    <a:pt x="1169" y="625"/>
                  </a:cubicBezTo>
                  <a:lnTo>
                    <a:pt x="1115" y="545"/>
                  </a:lnTo>
                  <a:cubicBezTo>
                    <a:pt x="1115" y="545"/>
                    <a:pt x="1044" y="358"/>
                    <a:pt x="1044" y="322"/>
                  </a:cubicBezTo>
                  <a:cubicBezTo>
                    <a:pt x="1044" y="286"/>
                    <a:pt x="1088" y="242"/>
                    <a:pt x="1044" y="233"/>
                  </a:cubicBezTo>
                  <a:cubicBezTo>
                    <a:pt x="999" y="215"/>
                    <a:pt x="999" y="197"/>
                    <a:pt x="972" y="188"/>
                  </a:cubicBezTo>
                  <a:cubicBezTo>
                    <a:pt x="937" y="179"/>
                    <a:pt x="964" y="135"/>
                    <a:pt x="964" y="99"/>
                  </a:cubicBezTo>
                  <a:cubicBezTo>
                    <a:pt x="972" y="63"/>
                    <a:pt x="91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21"/>
            <p:cNvSpPr/>
            <p:nvPr/>
          </p:nvSpPr>
          <p:spPr>
            <a:xfrm>
              <a:off x="3468200" y="3647721"/>
              <a:ext cx="234423" cy="129733"/>
            </a:xfrm>
            <a:custGeom>
              <a:rect b="b" l="l" r="r" t="t"/>
              <a:pathLst>
                <a:path extrusionOk="0" h="627" w="1133">
                  <a:moveTo>
                    <a:pt x="800" y="503"/>
                  </a:moveTo>
                  <a:lnTo>
                    <a:pt x="785" y="518"/>
                  </a:lnTo>
                  <a:cubicBezTo>
                    <a:pt x="785" y="518"/>
                    <a:pt x="808" y="505"/>
                    <a:pt x="800" y="503"/>
                  </a:cubicBezTo>
                  <a:close/>
                  <a:moveTo>
                    <a:pt x="696" y="1"/>
                  </a:moveTo>
                  <a:cubicBezTo>
                    <a:pt x="624" y="1"/>
                    <a:pt x="277" y="117"/>
                    <a:pt x="170" y="117"/>
                  </a:cubicBezTo>
                  <a:cubicBezTo>
                    <a:pt x="54" y="117"/>
                    <a:pt x="0" y="224"/>
                    <a:pt x="0" y="224"/>
                  </a:cubicBezTo>
                  <a:lnTo>
                    <a:pt x="0" y="349"/>
                  </a:lnTo>
                  <a:lnTo>
                    <a:pt x="71" y="518"/>
                  </a:lnTo>
                  <a:lnTo>
                    <a:pt x="205" y="518"/>
                  </a:lnTo>
                  <a:lnTo>
                    <a:pt x="294" y="590"/>
                  </a:lnTo>
                  <a:cubicBezTo>
                    <a:pt x="294" y="590"/>
                    <a:pt x="390" y="627"/>
                    <a:pt x="448" y="627"/>
                  </a:cubicBezTo>
                  <a:cubicBezTo>
                    <a:pt x="454" y="627"/>
                    <a:pt x="459" y="626"/>
                    <a:pt x="464" y="625"/>
                  </a:cubicBezTo>
                  <a:cubicBezTo>
                    <a:pt x="517" y="616"/>
                    <a:pt x="491" y="616"/>
                    <a:pt x="509" y="599"/>
                  </a:cubicBezTo>
                  <a:cubicBezTo>
                    <a:pt x="535" y="581"/>
                    <a:pt x="616" y="545"/>
                    <a:pt x="732" y="518"/>
                  </a:cubicBezTo>
                  <a:cubicBezTo>
                    <a:pt x="770" y="506"/>
                    <a:pt x="789" y="502"/>
                    <a:pt x="797" y="502"/>
                  </a:cubicBezTo>
                  <a:cubicBezTo>
                    <a:pt x="799" y="502"/>
                    <a:pt x="800" y="503"/>
                    <a:pt x="800" y="503"/>
                  </a:cubicBezTo>
                  <a:lnTo>
                    <a:pt x="800" y="503"/>
                  </a:lnTo>
                  <a:lnTo>
                    <a:pt x="865" y="438"/>
                  </a:lnTo>
                  <a:cubicBezTo>
                    <a:pt x="865" y="438"/>
                    <a:pt x="869" y="439"/>
                    <a:pt x="875" y="439"/>
                  </a:cubicBezTo>
                  <a:cubicBezTo>
                    <a:pt x="891" y="439"/>
                    <a:pt x="923" y="434"/>
                    <a:pt x="955" y="402"/>
                  </a:cubicBezTo>
                  <a:cubicBezTo>
                    <a:pt x="999" y="367"/>
                    <a:pt x="955" y="313"/>
                    <a:pt x="955" y="313"/>
                  </a:cubicBezTo>
                  <a:cubicBezTo>
                    <a:pt x="955" y="313"/>
                    <a:pt x="981" y="313"/>
                    <a:pt x="1053" y="269"/>
                  </a:cubicBezTo>
                  <a:cubicBezTo>
                    <a:pt x="1133" y="233"/>
                    <a:pt x="1106" y="215"/>
                    <a:pt x="1106" y="215"/>
                  </a:cubicBezTo>
                  <a:lnTo>
                    <a:pt x="1106" y="170"/>
                  </a:lnTo>
                  <a:lnTo>
                    <a:pt x="1053" y="126"/>
                  </a:lnTo>
                  <a:cubicBezTo>
                    <a:pt x="1053" y="126"/>
                    <a:pt x="767" y="1"/>
                    <a:pt x="696"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21"/>
            <p:cNvSpPr/>
            <p:nvPr/>
          </p:nvSpPr>
          <p:spPr>
            <a:xfrm>
              <a:off x="3800270" y="3535165"/>
              <a:ext cx="206284" cy="138837"/>
            </a:xfrm>
            <a:custGeom>
              <a:rect b="b" l="l" r="r" t="t"/>
              <a:pathLst>
                <a:path extrusionOk="0" h="671" w="997">
                  <a:moveTo>
                    <a:pt x="643" y="1"/>
                  </a:moveTo>
                  <a:lnTo>
                    <a:pt x="411" y="152"/>
                  </a:lnTo>
                  <a:cubicBezTo>
                    <a:pt x="411" y="152"/>
                    <a:pt x="277" y="206"/>
                    <a:pt x="161" y="206"/>
                  </a:cubicBezTo>
                  <a:cubicBezTo>
                    <a:pt x="150" y="205"/>
                    <a:pt x="140" y="205"/>
                    <a:pt x="130" y="205"/>
                  </a:cubicBezTo>
                  <a:cubicBezTo>
                    <a:pt x="49" y="205"/>
                    <a:pt x="25" y="236"/>
                    <a:pt x="1" y="268"/>
                  </a:cubicBezTo>
                  <a:lnTo>
                    <a:pt x="1" y="465"/>
                  </a:lnTo>
                  <a:lnTo>
                    <a:pt x="197" y="545"/>
                  </a:lnTo>
                  <a:lnTo>
                    <a:pt x="340" y="652"/>
                  </a:lnTo>
                  <a:cubicBezTo>
                    <a:pt x="340" y="652"/>
                    <a:pt x="453" y="671"/>
                    <a:pt x="525" y="671"/>
                  </a:cubicBezTo>
                  <a:cubicBezTo>
                    <a:pt x="552" y="671"/>
                    <a:pt x="573" y="668"/>
                    <a:pt x="581" y="661"/>
                  </a:cubicBezTo>
                  <a:cubicBezTo>
                    <a:pt x="599" y="643"/>
                    <a:pt x="670" y="482"/>
                    <a:pt x="670" y="482"/>
                  </a:cubicBezTo>
                  <a:cubicBezTo>
                    <a:pt x="670" y="482"/>
                    <a:pt x="741" y="420"/>
                    <a:pt x="902" y="268"/>
                  </a:cubicBezTo>
                  <a:cubicBezTo>
                    <a:pt x="987" y="178"/>
                    <a:pt x="996" y="158"/>
                    <a:pt x="988" y="158"/>
                  </a:cubicBezTo>
                  <a:cubicBezTo>
                    <a:pt x="981" y="158"/>
                    <a:pt x="964" y="170"/>
                    <a:pt x="964" y="170"/>
                  </a:cubicBezTo>
                  <a:lnTo>
                    <a:pt x="902" y="54"/>
                  </a:lnTo>
                  <a:lnTo>
                    <a:pt x="643" y="1"/>
                  </a:ln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21"/>
            <p:cNvSpPr/>
            <p:nvPr/>
          </p:nvSpPr>
          <p:spPr>
            <a:xfrm>
              <a:off x="3554890" y="3458610"/>
              <a:ext cx="181042" cy="95179"/>
            </a:xfrm>
            <a:custGeom>
              <a:rect b="b" l="l" r="r" t="t"/>
              <a:pathLst>
                <a:path extrusionOk="0" h="460" w="875">
                  <a:moveTo>
                    <a:pt x="450" y="0"/>
                  </a:moveTo>
                  <a:cubicBezTo>
                    <a:pt x="415" y="0"/>
                    <a:pt x="386" y="7"/>
                    <a:pt x="366" y="23"/>
                  </a:cubicBezTo>
                  <a:cubicBezTo>
                    <a:pt x="313" y="59"/>
                    <a:pt x="277" y="192"/>
                    <a:pt x="277" y="192"/>
                  </a:cubicBezTo>
                  <a:lnTo>
                    <a:pt x="134" y="210"/>
                  </a:lnTo>
                  <a:cubicBezTo>
                    <a:pt x="134" y="210"/>
                    <a:pt x="126" y="209"/>
                    <a:pt x="113" y="209"/>
                  </a:cubicBezTo>
                  <a:cubicBezTo>
                    <a:pt x="94" y="209"/>
                    <a:pt x="66" y="212"/>
                    <a:pt x="45" y="228"/>
                  </a:cubicBezTo>
                  <a:cubicBezTo>
                    <a:pt x="0" y="255"/>
                    <a:pt x="0" y="371"/>
                    <a:pt x="0" y="371"/>
                  </a:cubicBezTo>
                  <a:lnTo>
                    <a:pt x="90" y="415"/>
                  </a:lnTo>
                  <a:lnTo>
                    <a:pt x="455" y="460"/>
                  </a:lnTo>
                  <a:lnTo>
                    <a:pt x="634" y="371"/>
                  </a:lnTo>
                  <a:lnTo>
                    <a:pt x="812" y="308"/>
                  </a:lnTo>
                  <a:cubicBezTo>
                    <a:pt x="812" y="308"/>
                    <a:pt x="875" y="237"/>
                    <a:pt x="839" y="201"/>
                  </a:cubicBezTo>
                  <a:cubicBezTo>
                    <a:pt x="803" y="166"/>
                    <a:pt x="741" y="76"/>
                    <a:pt x="741" y="76"/>
                  </a:cubicBezTo>
                  <a:cubicBezTo>
                    <a:pt x="741" y="76"/>
                    <a:pt x="687" y="59"/>
                    <a:pt x="598" y="32"/>
                  </a:cubicBezTo>
                  <a:cubicBezTo>
                    <a:pt x="548" y="12"/>
                    <a:pt x="495" y="0"/>
                    <a:pt x="450"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21"/>
            <p:cNvSpPr/>
            <p:nvPr/>
          </p:nvSpPr>
          <p:spPr>
            <a:xfrm>
              <a:off x="3785580" y="3225222"/>
              <a:ext cx="251183" cy="118146"/>
            </a:xfrm>
            <a:custGeom>
              <a:rect b="b" l="l" r="r" t="t"/>
              <a:pathLst>
                <a:path extrusionOk="0" h="571" w="1214">
                  <a:moveTo>
                    <a:pt x="794" y="0"/>
                  </a:moveTo>
                  <a:cubicBezTo>
                    <a:pt x="794" y="0"/>
                    <a:pt x="696" y="0"/>
                    <a:pt x="500" y="80"/>
                  </a:cubicBezTo>
                  <a:cubicBezTo>
                    <a:pt x="397" y="116"/>
                    <a:pt x="351" y="125"/>
                    <a:pt x="329" y="125"/>
                  </a:cubicBezTo>
                  <a:cubicBezTo>
                    <a:pt x="308" y="125"/>
                    <a:pt x="313" y="116"/>
                    <a:pt x="313" y="116"/>
                  </a:cubicBezTo>
                  <a:lnTo>
                    <a:pt x="313" y="116"/>
                  </a:lnTo>
                  <a:lnTo>
                    <a:pt x="250" y="196"/>
                  </a:lnTo>
                  <a:lnTo>
                    <a:pt x="0" y="303"/>
                  </a:lnTo>
                  <a:lnTo>
                    <a:pt x="72" y="544"/>
                  </a:lnTo>
                  <a:cubicBezTo>
                    <a:pt x="72" y="544"/>
                    <a:pt x="99" y="535"/>
                    <a:pt x="215" y="526"/>
                  </a:cubicBezTo>
                  <a:cubicBezTo>
                    <a:pt x="227" y="525"/>
                    <a:pt x="240" y="525"/>
                    <a:pt x="252" y="525"/>
                  </a:cubicBezTo>
                  <a:cubicBezTo>
                    <a:pt x="347" y="525"/>
                    <a:pt x="411" y="553"/>
                    <a:pt x="411" y="553"/>
                  </a:cubicBezTo>
                  <a:lnTo>
                    <a:pt x="598" y="571"/>
                  </a:lnTo>
                  <a:cubicBezTo>
                    <a:pt x="598" y="571"/>
                    <a:pt x="705" y="437"/>
                    <a:pt x="803" y="393"/>
                  </a:cubicBezTo>
                  <a:cubicBezTo>
                    <a:pt x="839" y="375"/>
                    <a:pt x="862" y="369"/>
                    <a:pt x="882" y="369"/>
                  </a:cubicBezTo>
                  <a:cubicBezTo>
                    <a:pt x="923" y="369"/>
                    <a:pt x="955" y="393"/>
                    <a:pt x="1062" y="393"/>
                  </a:cubicBezTo>
                  <a:cubicBezTo>
                    <a:pt x="1214" y="384"/>
                    <a:pt x="1196" y="285"/>
                    <a:pt x="1196" y="285"/>
                  </a:cubicBezTo>
                  <a:lnTo>
                    <a:pt x="1196" y="205"/>
                  </a:lnTo>
                  <a:cubicBezTo>
                    <a:pt x="1196" y="205"/>
                    <a:pt x="1124" y="62"/>
                    <a:pt x="1124" y="62"/>
                  </a:cubicBezTo>
                  <a:cubicBezTo>
                    <a:pt x="1124" y="62"/>
                    <a:pt x="973" y="27"/>
                    <a:pt x="973" y="27"/>
                  </a:cubicBezTo>
                  <a:lnTo>
                    <a:pt x="794" y="0"/>
                  </a:ln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21"/>
            <p:cNvSpPr/>
            <p:nvPr/>
          </p:nvSpPr>
          <p:spPr>
            <a:xfrm>
              <a:off x="3586131" y="3105217"/>
              <a:ext cx="214354" cy="86902"/>
            </a:xfrm>
            <a:custGeom>
              <a:rect b="b" l="l" r="r" t="t"/>
              <a:pathLst>
                <a:path extrusionOk="0" h="420" w="1036">
                  <a:moveTo>
                    <a:pt x="583" y="1"/>
                  </a:moveTo>
                  <a:cubicBezTo>
                    <a:pt x="570" y="1"/>
                    <a:pt x="554" y="3"/>
                    <a:pt x="536" y="9"/>
                  </a:cubicBezTo>
                  <a:cubicBezTo>
                    <a:pt x="438" y="45"/>
                    <a:pt x="278" y="63"/>
                    <a:pt x="278" y="63"/>
                  </a:cubicBezTo>
                  <a:lnTo>
                    <a:pt x="126" y="63"/>
                  </a:lnTo>
                  <a:cubicBezTo>
                    <a:pt x="126" y="63"/>
                    <a:pt x="1" y="152"/>
                    <a:pt x="28" y="223"/>
                  </a:cubicBezTo>
                  <a:cubicBezTo>
                    <a:pt x="54" y="295"/>
                    <a:pt x="126" y="366"/>
                    <a:pt x="126" y="366"/>
                  </a:cubicBezTo>
                  <a:cubicBezTo>
                    <a:pt x="126" y="366"/>
                    <a:pt x="518" y="411"/>
                    <a:pt x="536" y="411"/>
                  </a:cubicBezTo>
                  <a:cubicBezTo>
                    <a:pt x="563" y="411"/>
                    <a:pt x="732" y="419"/>
                    <a:pt x="732" y="419"/>
                  </a:cubicBezTo>
                  <a:lnTo>
                    <a:pt x="964" y="366"/>
                  </a:lnTo>
                  <a:lnTo>
                    <a:pt x="1036" y="286"/>
                  </a:lnTo>
                  <a:lnTo>
                    <a:pt x="822" y="143"/>
                  </a:lnTo>
                  <a:cubicBezTo>
                    <a:pt x="759" y="107"/>
                    <a:pt x="670" y="63"/>
                    <a:pt x="670" y="63"/>
                  </a:cubicBezTo>
                  <a:cubicBezTo>
                    <a:pt x="670" y="63"/>
                    <a:pt x="651" y="1"/>
                    <a:pt x="583"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21"/>
            <p:cNvSpPr/>
            <p:nvPr/>
          </p:nvSpPr>
          <p:spPr>
            <a:xfrm>
              <a:off x="3847649" y="3360331"/>
              <a:ext cx="159524" cy="73660"/>
            </a:xfrm>
            <a:custGeom>
              <a:rect b="b" l="l" r="r" t="t"/>
              <a:pathLst>
                <a:path extrusionOk="0" h="356" w="771">
                  <a:moveTo>
                    <a:pt x="370" y="0"/>
                  </a:moveTo>
                  <a:cubicBezTo>
                    <a:pt x="352" y="0"/>
                    <a:pt x="331" y="4"/>
                    <a:pt x="298" y="16"/>
                  </a:cubicBezTo>
                  <a:cubicBezTo>
                    <a:pt x="200" y="61"/>
                    <a:pt x="164" y="25"/>
                    <a:pt x="129" y="87"/>
                  </a:cubicBezTo>
                  <a:cubicBezTo>
                    <a:pt x="102" y="150"/>
                    <a:pt x="48" y="239"/>
                    <a:pt x="48" y="239"/>
                  </a:cubicBezTo>
                  <a:cubicBezTo>
                    <a:pt x="48" y="239"/>
                    <a:pt x="41" y="238"/>
                    <a:pt x="34" y="238"/>
                  </a:cubicBezTo>
                  <a:cubicBezTo>
                    <a:pt x="19" y="238"/>
                    <a:pt x="1" y="242"/>
                    <a:pt x="31" y="266"/>
                  </a:cubicBezTo>
                  <a:cubicBezTo>
                    <a:pt x="66" y="310"/>
                    <a:pt x="218" y="355"/>
                    <a:pt x="218" y="355"/>
                  </a:cubicBezTo>
                  <a:lnTo>
                    <a:pt x="414" y="346"/>
                  </a:lnTo>
                  <a:lnTo>
                    <a:pt x="610" y="328"/>
                  </a:lnTo>
                  <a:lnTo>
                    <a:pt x="753" y="239"/>
                  </a:lnTo>
                  <a:lnTo>
                    <a:pt x="771" y="141"/>
                  </a:lnTo>
                  <a:lnTo>
                    <a:pt x="762" y="52"/>
                  </a:lnTo>
                  <a:cubicBezTo>
                    <a:pt x="726" y="43"/>
                    <a:pt x="628" y="16"/>
                    <a:pt x="512" y="16"/>
                  </a:cubicBezTo>
                  <a:cubicBezTo>
                    <a:pt x="429" y="16"/>
                    <a:pt x="405" y="0"/>
                    <a:pt x="370" y="0"/>
                  </a:cubicBez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21"/>
            <p:cNvSpPr/>
            <p:nvPr/>
          </p:nvSpPr>
          <p:spPr>
            <a:xfrm>
              <a:off x="3541855" y="3438954"/>
              <a:ext cx="118350" cy="72418"/>
            </a:xfrm>
            <a:custGeom>
              <a:rect b="b" l="l" r="r" t="t"/>
              <a:pathLst>
                <a:path extrusionOk="0" h="350" w="572">
                  <a:moveTo>
                    <a:pt x="379" y="1"/>
                  </a:moveTo>
                  <a:cubicBezTo>
                    <a:pt x="371" y="1"/>
                    <a:pt x="364" y="1"/>
                    <a:pt x="358" y="2"/>
                  </a:cubicBezTo>
                  <a:cubicBezTo>
                    <a:pt x="286" y="11"/>
                    <a:pt x="197" y="11"/>
                    <a:pt x="197" y="11"/>
                  </a:cubicBezTo>
                  <a:cubicBezTo>
                    <a:pt x="170" y="11"/>
                    <a:pt x="54" y="29"/>
                    <a:pt x="37" y="55"/>
                  </a:cubicBezTo>
                  <a:cubicBezTo>
                    <a:pt x="19" y="82"/>
                    <a:pt x="1" y="91"/>
                    <a:pt x="10" y="145"/>
                  </a:cubicBezTo>
                  <a:cubicBezTo>
                    <a:pt x="28" y="198"/>
                    <a:pt x="81" y="269"/>
                    <a:pt x="81" y="269"/>
                  </a:cubicBezTo>
                  <a:lnTo>
                    <a:pt x="233" y="323"/>
                  </a:lnTo>
                  <a:lnTo>
                    <a:pt x="376" y="350"/>
                  </a:lnTo>
                  <a:cubicBezTo>
                    <a:pt x="376" y="350"/>
                    <a:pt x="518" y="252"/>
                    <a:pt x="536" y="198"/>
                  </a:cubicBezTo>
                  <a:cubicBezTo>
                    <a:pt x="554" y="136"/>
                    <a:pt x="572" y="64"/>
                    <a:pt x="572" y="64"/>
                  </a:cubicBezTo>
                  <a:lnTo>
                    <a:pt x="563" y="38"/>
                  </a:lnTo>
                  <a:cubicBezTo>
                    <a:pt x="563" y="38"/>
                    <a:pt x="452" y="1"/>
                    <a:pt x="379"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21"/>
            <p:cNvSpPr/>
            <p:nvPr/>
          </p:nvSpPr>
          <p:spPr>
            <a:xfrm>
              <a:off x="3536476" y="3616272"/>
              <a:ext cx="201319" cy="104076"/>
            </a:xfrm>
            <a:custGeom>
              <a:rect b="b" l="l" r="r" t="t"/>
              <a:pathLst>
                <a:path extrusionOk="0" h="503" w="973">
                  <a:moveTo>
                    <a:pt x="455" y="0"/>
                  </a:moveTo>
                  <a:cubicBezTo>
                    <a:pt x="446" y="0"/>
                    <a:pt x="437" y="0"/>
                    <a:pt x="428" y="1"/>
                  </a:cubicBezTo>
                  <a:cubicBezTo>
                    <a:pt x="330" y="10"/>
                    <a:pt x="205" y="73"/>
                    <a:pt x="205" y="73"/>
                  </a:cubicBezTo>
                  <a:lnTo>
                    <a:pt x="89" y="108"/>
                  </a:lnTo>
                  <a:cubicBezTo>
                    <a:pt x="89" y="108"/>
                    <a:pt x="73" y="100"/>
                    <a:pt x="58" y="100"/>
                  </a:cubicBezTo>
                  <a:cubicBezTo>
                    <a:pt x="50" y="100"/>
                    <a:pt x="42" y="102"/>
                    <a:pt x="36" y="108"/>
                  </a:cubicBezTo>
                  <a:cubicBezTo>
                    <a:pt x="18" y="117"/>
                    <a:pt x="0" y="206"/>
                    <a:pt x="0" y="206"/>
                  </a:cubicBezTo>
                  <a:lnTo>
                    <a:pt x="89" y="305"/>
                  </a:lnTo>
                  <a:cubicBezTo>
                    <a:pt x="89" y="305"/>
                    <a:pt x="98" y="314"/>
                    <a:pt x="134" y="340"/>
                  </a:cubicBezTo>
                  <a:cubicBezTo>
                    <a:pt x="156" y="362"/>
                    <a:pt x="171" y="401"/>
                    <a:pt x="205" y="401"/>
                  </a:cubicBezTo>
                  <a:cubicBezTo>
                    <a:pt x="213" y="401"/>
                    <a:pt x="222" y="399"/>
                    <a:pt x="232" y="394"/>
                  </a:cubicBezTo>
                  <a:cubicBezTo>
                    <a:pt x="286" y="367"/>
                    <a:pt x="321" y="358"/>
                    <a:pt x="321" y="358"/>
                  </a:cubicBezTo>
                  <a:cubicBezTo>
                    <a:pt x="321" y="358"/>
                    <a:pt x="375" y="403"/>
                    <a:pt x="410" y="438"/>
                  </a:cubicBezTo>
                  <a:cubicBezTo>
                    <a:pt x="446" y="474"/>
                    <a:pt x="428" y="465"/>
                    <a:pt x="518" y="483"/>
                  </a:cubicBezTo>
                  <a:cubicBezTo>
                    <a:pt x="566" y="499"/>
                    <a:pt x="601" y="502"/>
                    <a:pt x="622" y="502"/>
                  </a:cubicBezTo>
                  <a:cubicBezTo>
                    <a:pt x="635" y="502"/>
                    <a:pt x="642" y="501"/>
                    <a:pt x="642" y="501"/>
                  </a:cubicBezTo>
                  <a:lnTo>
                    <a:pt x="776" y="474"/>
                  </a:lnTo>
                  <a:lnTo>
                    <a:pt x="865" y="367"/>
                  </a:lnTo>
                  <a:cubicBezTo>
                    <a:pt x="865" y="367"/>
                    <a:pt x="972" y="305"/>
                    <a:pt x="919" y="251"/>
                  </a:cubicBezTo>
                  <a:cubicBezTo>
                    <a:pt x="874" y="189"/>
                    <a:pt x="794" y="126"/>
                    <a:pt x="758" y="108"/>
                  </a:cubicBezTo>
                  <a:cubicBezTo>
                    <a:pt x="723" y="90"/>
                    <a:pt x="625" y="37"/>
                    <a:pt x="625" y="37"/>
                  </a:cubicBezTo>
                  <a:cubicBezTo>
                    <a:pt x="625" y="37"/>
                    <a:pt x="543" y="0"/>
                    <a:pt x="455"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21"/>
            <p:cNvSpPr/>
            <p:nvPr/>
          </p:nvSpPr>
          <p:spPr>
            <a:xfrm>
              <a:off x="3815166" y="3716207"/>
              <a:ext cx="252424" cy="97868"/>
            </a:xfrm>
            <a:custGeom>
              <a:rect b="b" l="l" r="r" t="t"/>
              <a:pathLst>
                <a:path extrusionOk="0" h="473" w="1220">
                  <a:moveTo>
                    <a:pt x="170" y="0"/>
                  </a:moveTo>
                  <a:lnTo>
                    <a:pt x="54" y="80"/>
                  </a:lnTo>
                  <a:lnTo>
                    <a:pt x="0" y="250"/>
                  </a:lnTo>
                  <a:lnTo>
                    <a:pt x="54" y="339"/>
                  </a:lnTo>
                  <a:lnTo>
                    <a:pt x="107" y="410"/>
                  </a:lnTo>
                  <a:lnTo>
                    <a:pt x="286" y="446"/>
                  </a:lnTo>
                  <a:cubicBezTo>
                    <a:pt x="286" y="446"/>
                    <a:pt x="354" y="472"/>
                    <a:pt x="422" y="472"/>
                  </a:cubicBezTo>
                  <a:cubicBezTo>
                    <a:pt x="443" y="472"/>
                    <a:pt x="463" y="470"/>
                    <a:pt x="482" y="464"/>
                  </a:cubicBezTo>
                  <a:cubicBezTo>
                    <a:pt x="527" y="455"/>
                    <a:pt x="571" y="453"/>
                    <a:pt x="605" y="453"/>
                  </a:cubicBezTo>
                  <a:cubicBezTo>
                    <a:pt x="638" y="453"/>
                    <a:pt x="660" y="455"/>
                    <a:pt x="660" y="455"/>
                  </a:cubicBezTo>
                  <a:cubicBezTo>
                    <a:pt x="660" y="455"/>
                    <a:pt x="750" y="401"/>
                    <a:pt x="999" y="330"/>
                  </a:cubicBezTo>
                  <a:cubicBezTo>
                    <a:pt x="1211" y="264"/>
                    <a:pt x="1220" y="258"/>
                    <a:pt x="1216" y="258"/>
                  </a:cubicBezTo>
                  <a:cubicBezTo>
                    <a:pt x="1215" y="258"/>
                    <a:pt x="1213" y="259"/>
                    <a:pt x="1213" y="259"/>
                  </a:cubicBezTo>
                  <a:lnTo>
                    <a:pt x="1053" y="187"/>
                  </a:lnTo>
                  <a:cubicBezTo>
                    <a:pt x="1053" y="187"/>
                    <a:pt x="999" y="161"/>
                    <a:pt x="928" y="143"/>
                  </a:cubicBezTo>
                  <a:cubicBezTo>
                    <a:pt x="857" y="125"/>
                    <a:pt x="830" y="18"/>
                    <a:pt x="830" y="18"/>
                  </a:cubicBezTo>
                  <a:lnTo>
                    <a:pt x="687" y="0"/>
                  </a:lnTo>
                  <a:lnTo>
                    <a:pt x="455" y="62"/>
                  </a:lnTo>
                  <a:lnTo>
                    <a:pt x="170" y="0"/>
                  </a:ln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21"/>
            <p:cNvSpPr/>
            <p:nvPr/>
          </p:nvSpPr>
          <p:spPr>
            <a:xfrm>
              <a:off x="3763442" y="3300742"/>
              <a:ext cx="179180" cy="87109"/>
            </a:xfrm>
            <a:custGeom>
              <a:rect b="b" l="l" r="r" t="t"/>
              <a:pathLst>
                <a:path extrusionOk="0" h="421" w="866">
                  <a:moveTo>
                    <a:pt x="732" y="1"/>
                  </a:moveTo>
                  <a:lnTo>
                    <a:pt x="598" y="19"/>
                  </a:lnTo>
                  <a:cubicBezTo>
                    <a:pt x="598" y="19"/>
                    <a:pt x="523" y="34"/>
                    <a:pt x="474" y="34"/>
                  </a:cubicBezTo>
                  <a:cubicBezTo>
                    <a:pt x="458" y="34"/>
                    <a:pt x="444" y="32"/>
                    <a:pt x="438" y="28"/>
                  </a:cubicBezTo>
                  <a:cubicBezTo>
                    <a:pt x="432" y="22"/>
                    <a:pt x="419" y="20"/>
                    <a:pt x="401" y="20"/>
                  </a:cubicBezTo>
                  <a:cubicBezTo>
                    <a:pt x="330" y="20"/>
                    <a:pt x="188" y="54"/>
                    <a:pt x="188" y="54"/>
                  </a:cubicBezTo>
                  <a:cubicBezTo>
                    <a:pt x="188" y="54"/>
                    <a:pt x="63" y="170"/>
                    <a:pt x="45" y="215"/>
                  </a:cubicBezTo>
                  <a:lnTo>
                    <a:pt x="0" y="322"/>
                  </a:lnTo>
                  <a:lnTo>
                    <a:pt x="45" y="402"/>
                  </a:lnTo>
                  <a:lnTo>
                    <a:pt x="268" y="420"/>
                  </a:lnTo>
                  <a:cubicBezTo>
                    <a:pt x="268" y="420"/>
                    <a:pt x="375" y="411"/>
                    <a:pt x="420" y="367"/>
                  </a:cubicBezTo>
                  <a:cubicBezTo>
                    <a:pt x="441" y="345"/>
                    <a:pt x="468" y="336"/>
                    <a:pt x="506" y="336"/>
                  </a:cubicBezTo>
                  <a:cubicBezTo>
                    <a:pt x="548" y="336"/>
                    <a:pt x="603" y="348"/>
                    <a:pt x="678" y="367"/>
                  </a:cubicBezTo>
                  <a:cubicBezTo>
                    <a:pt x="702" y="371"/>
                    <a:pt x="723" y="373"/>
                    <a:pt x="741" y="373"/>
                  </a:cubicBezTo>
                  <a:cubicBezTo>
                    <a:pt x="827" y="373"/>
                    <a:pt x="857" y="331"/>
                    <a:pt x="857" y="331"/>
                  </a:cubicBezTo>
                  <a:cubicBezTo>
                    <a:pt x="857" y="331"/>
                    <a:pt x="866" y="170"/>
                    <a:pt x="857" y="144"/>
                  </a:cubicBezTo>
                  <a:cubicBezTo>
                    <a:pt x="839" y="117"/>
                    <a:pt x="732" y="1"/>
                    <a:pt x="732"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21"/>
            <p:cNvSpPr/>
            <p:nvPr/>
          </p:nvSpPr>
          <p:spPr>
            <a:xfrm>
              <a:off x="3455165" y="3852764"/>
              <a:ext cx="635198" cy="64763"/>
            </a:xfrm>
            <a:custGeom>
              <a:rect b="b" l="l" r="r" t="t"/>
              <a:pathLst>
                <a:path extrusionOk="0" h="313" w="3070">
                  <a:moveTo>
                    <a:pt x="1" y="0"/>
                  </a:moveTo>
                  <a:lnTo>
                    <a:pt x="1" y="312"/>
                  </a:lnTo>
                  <a:lnTo>
                    <a:pt x="3069" y="312"/>
                  </a:lnTo>
                  <a:lnTo>
                    <a:pt x="3069"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21"/>
            <p:cNvSpPr/>
            <p:nvPr/>
          </p:nvSpPr>
          <p:spPr>
            <a:xfrm>
              <a:off x="3493855" y="3917318"/>
              <a:ext cx="557816" cy="531759"/>
            </a:xfrm>
            <a:custGeom>
              <a:rect b="b" l="l" r="r" t="t"/>
              <a:pathLst>
                <a:path extrusionOk="0" h="2570" w="2696">
                  <a:moveTo>
                    <a:pt x="1" y="0"/>
                  </a:moveTo>
                  <a:lnTo>
                    <a:pt x="233" y="2570"/>
                  </a:lnTo>
                  <a:lnTo>
                    <a:pt x="2463" y="2570"/>
                  </a:lnTo>
                  <a:lnTo>
                    <a:pt x="269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21"/>
            <p:cNvSpPr/>
            <p:nvPr/>
          </p:nvSpPr>
          <p:spPr>
            <a:xfrm>
              <a:off x="3493855" y="3917318"/>
              <a:ext cx="557816" cy="40761"/>
            </a:xfrm>
            <a:custGeom>
              <a:rect b="b" l="l" r="r" t="t"/>
              <a:pathLst>
                <a:path extrusionOk="0" h="197" w="2696">
                  <a:moveTo>
                    <a:pt x="1" y="0"/>
                  </a:moveTo>
                  <a:lnTo>
                    <a:pt x="19" y="197"/>
                  </a:lnTo>
                  <a:lnTo>
                    <a:pt x="2677" y="197"/>
                  </a:lnTo>
                  <a:lnTo>
                    <a:pt x="269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7" name="Google Shape;867;p21"/>
          <p:cNvSpPr/>
          <p:nvPr/>
        </p:nvSpPr>
        <p:spPr>
          <a:xfrm>
            <a:off x="5161992" y="4675538"/>
            <a:ext cx="638716" cy="98075"/>
          </a:xfrm>
          <a:custGeom>
            <a:rect b="b" l="l" r="r" t="t"/>
            <a:pathLst>
              <a:path extrusionOk="0" h="474" w="3087">
                <a:moveTo>
                  <a:pt x="1543" y="1"/>
                </a:moveTo>
                <a:cubicBezTo>
                  <a:pt x="696" y="1"/>
                  <a:pt x="0" y="108"/>
                  <a:pt x="0" y="233"/>
                </a:cubicBezTo>
                <a:cubicBezTo>
                  <a:pt x="0" y="366"/>
                  <a:pt x="696" y="474"/>
                  <a:pt x="1543" y="474"/>
                </a:cubicBezTo>
                <a:cubicBezTo>
                  <a:pt x="2400" y="474"/>
                  <a:pt x="3087" y="366"/>
                  <a:pt x="3087" y="233"/>
                </a:cubicBezTo>
                <a:cubicBezTo>
                  <a:pt x="3087" y="108"/>
                  <a:pt x="2400" y="1"/>
                  <a:pt x="1543" y="1"/>
                </a:cubicBez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 name="Google Shape;868;p21"/>
          <p:cNvGrpSpPr/>
          <p:nvPr/>
        </p:nvGrpSpPr>
        <p:grpSpPr>
          <a:xfrm>
            <a:off x="5105677" y="2848135"/>
            <a:ext cx="769165" cy="1873929"/>
            <a:chOff x="5033378" y="2902037"/>
            <a:chExt cx="634991" cy="1547039"/>
          </a:xfrm>
        </p:grpSpPr>
        <p:sp>
          <p:nvSpPr>
            <p:cNvPr id="869" name="Google Shape;869;p21"/>
            <p:cNvSpPr/>
            <p:nvPr/>
          </p:nvSpPr>
          <p:spPr>
            <a:xfrm>
              <a:off x="5055516" y="2902037"/>
              <a:ext cx="592576" cy="956338"/>
            </a:xfrm>
            <a:custGeom>
              <a:rect b="b" l="l" r="r" t="t"/>
              <a:pathLst>
                <a:path extrusionOk="0" h="4622" w="2864">
                  <a:moveTo>
                    <a:pt x="1427" y="1"/>
                  </a:moveTo>
                  <a:cubicBezTo>
                    <a:pt x="1427" y="1"/>
                    <a:pt x="1329" y="90"/>
                    <a:pt x="1338" y="144"/>
                  </a:cubicBezTo>
                  <a:cubicBezTo>
                    <a:pt x="1347" y="206"/>
                    <a:pt x="1383" y="277"/>
                    <a:pt x="1338" y="295"/>
                  </a:cubicBezTo>
                  <a:cubicBezTo>
                    <a:pt x="1285" y="304"/>
                    <a:pt x="1285" y="331"/>
                    <a:pt x="1213" y="358"/>
                  </a:cubicBezTo>
                  <a:cubicBezTo>
                    <a:pt x="1142" y="376"/>
                    <a:pt x="1213" y="456"/>
                    <a:pt x="1213" y="509"/>
                  </a:cubicBezTo>
                  <a:cubicBezTo>
                    <a:pt x="1213" y="563"/>
                    <a:pt x="1115" y="857"/>
                    <a:pt x="1115" y="857"/>
                  </a:cubicBezTo>
                  <a:lnTo>
                    <a:pt x="1026" y="973"/>
                  </a:lnTo>
                  <a:cubicBezTo>
                    <a:pt x="1026" y="973"/>
                    <a:pt x="812" y="1152"/>
                    <a:pt x="812" y="1232"/>
                  </a:cubicBezTo>
                  <a:cubicBezTo>
                    <a:pt x="821" y="1312"/>
                    <a:pt x="830" y="1312"/>
                    <a:pt x="857" y="1410"/>
                  </a:cubicBezTo>
                  <a:cubicBezTo>
                    <a:pt x="883" y="1517"/>
                    <a:pt x="848" y="1491"/>
                    <a:pt x="812" y="1553"/>
                  </a:cubicBezTo>
                  <a:cubicBezTo>
                    <a:pt x="776" y="1616"/>
                    <a:pt x="464" y="1767"/>
                    <a:pt x="464" y="1767"/>
                  </a:cubicBezTo>
                  <a:cubicBezTo>
                    <a:pt x="464" y="1767"/>
                    <a:pt x="375" y="1856"/>
                    <a:pt x="375" y="1883"/>
                  </a:cubicBezTo>
                  <a:cubicBezTo>
                    <a:pt x="375" y="1910"/>
                    <a:pt x="464" y="2106"/>
                    <a:pt x="464" y="2106"/>
                  </a:cubicBezTo>
                  <a:lnTo>
                    <a:pt x="500" y="2222"/>
                  </a:lnTo>
                  <a:lnTo>
                    <a:pt x="366" y="2347"/>
                  </a:lnTo>
                  <a:cubicBezTo>
                    <a:pt x="366" y="2347"/>
                    <a:pt x="312" y="2410"/>
                    <a:pt x="321" y="2454"/>
                  </a:cubicBezTo>
                  <a:cubicBezTo>
                    <a:pt x="321" y="2499"/>
                    <a:pt x="321" y="2454"/>
                    <a:pt x="419" y="2659"/>
                  </a:cubicBezTo>
                  <a:cubicBezTo>
                    <a:pt x="489" y="2786"/>
                    <a:pt x="468" y="2809"/>
                    <a:pt x="445" y="2809"/>
                  </a:cubicBezTo>
                  <a:cubicBezTo>
                    <a:pt x="433" y="2809"/>
                    <a:pt x="419" y="2802"/>
                    <a:pt x="419" y="2802"/>
                  </a:cubicBezTo>
                  <a:lnTo>
                    <a:pt x="89" y="2963"/>
                  </a:lnTo>
                  <a:cubicBezTo>
                    <a:pt x="89" y="2963"/>
                    <a:pt x="125" y="3016"/>
                    <a:pt x="134" y="3034"/>
                  </a:cubicBezTo>
                  <a:cubicBezTo>
                    <a:pt x="134" y="3052"/>
                    <a:pt x="187" y="3114"/>
                    <a:pt x="250" y="3177"/>
                  </a:cubicBezTo>
                  <a:cubicBezTo>
                    <a:pt x="312" y="3239"/>
                    <a:pt x="152" y="3328"/>
                    <a:pt x="152" y="3328"/>
                  </a:cubicBezTo>
                  <a:lnTo>
                    <a:pt x="0" y="3605"/>
                  </a:lnTo>
                  <a:lnTo>
                    <a:pt x="89" y="3783"/>
                  </a:lnTo>
                  <a:lnTo>
                    <a:pt x="214" y="3953"/>
                  </a:lnTo>
                  <a:cubicBezTo>
                    <a:pt x="214" y="3953"/>
                    <a:pt x="187" y="3989"/>
                    <a:pt x="187" y="4042"/>
                  </a:cubicBezTo>
                  <a:cubicBezTo>
                    <a:pt x="187" y="4105"/>
                    <a:pt x="250" y="4399"/>
                    <a:pt x="250" y="4399"/>
                  </a:cubicBezTo>
                  <a:lnTo>
                    <a:pt x="366" y="4622"/>
                  </a:lnTo>
                  <a:lnTo>
                    <a:pt x="1427" y="4595"/>
                  </a:lnTo>
                  <a:lnTo>
                    <a:pt x="2498" y="4622"/>
                  </a:lnTo>
                  <a:lnTo>
                    <a:pt x="2614" y="4399"/>
                  </a:lnTo>
                  <a:cubicBezTo>
                    <a:pt x="2614" y="4399"/>
                    <a:pt x="2676" y="4105"/>
                    <a:pt x="2676" y="4042"/>
                  </a:cubicBezTo>
                  <a:cubicBezTo>
                    <a:pt x="2676" y="3989"/>
                    <a:pt x="2650" y="3953"/>
                    <a:pt x="2650" y="3953"/>
                  </a:cubicBezTo>
                  <a:lnTo>
                    <a:pt x="2766" y="3783"/>
                  </a:lnTo>
                  <a:lnTo>
                    <a:pt x="2864" y="3605"/>
                  </a:lnTo>
                  <a:lnTo>
                    <a:pt x="2712" y="3328"/>
                  </a:lnTo>
                  <a:cubicBezTo>
                    <a:pt x="2712" y="3328"/>
                    <a:pt x="2552" y="3239"/>
                    <a:pt x="2614" y="3177"/>
                  </a:cubicBezTo>
                  <a:cubicBezTo>
                    <a:pt x="2676" y="3114"/>
                    <a:pt x="2721" y="3052"/>
                    <a:pt x="2730" y="3034"/>
                  </a:cubicBezTo>
                  <a:cubicBezTo>
                    <a:pt x="2739" y="3016"/>
                    <a:pt x="2766" y="2963"/>
                    <a:pt x="2766" y="2963"/>
                  </a:cubicBezTo>
                  <a:lnTo>
                    <a:pt x="2436" y="2802"/>
                  </a:lnTo>
                  <a:cubicBezTo>
                    <a:pt x="2436" y="2802"/>
                    <a:pt x="2423" y="2809"/>
                    <a:pt x="2412" y="2809"/>
                  </a:cubicBezTo>
                  <a:cubicBezTo>
                    <a:pt x="2391" y="2809"/>
                    <a:pt x="2372" y="2786"/>
                    <a:pt x="2436" y="2659"/>
                  </a:cubicBezTo>
                  <a:cubicBezTo>
                    <a:pt x="2543" y="2454"/>
                    <a:pt x="2534" y="2499"/>
                    <a:pt x="2543" y="2454"/>
                  </a:cubicBezTo>
                  <a:cubicBezTo>
                    <a:pt x="2552" y="2410"/>
                    <a:pt x="2498" y="2347"/>
                    <a:pt x="2498" y="2347"/>
                  </a:cubicBezTo>
                  <a:lnTo>
                    <a:pt x="2364" y="2222"/>
                  </a:lnTo>
                  <a:lnTo>
                    <a:pt x="2391" y="2106"/>
                  </a:lnTo>
                  <a:cubicBezTo>
                    <a:pt x="2391" y="2106"/>
                    <a:pt x="2489" y="1910"/>
                    <a:pt x="2489" y="1883"/>
                  </a:cubicBezTo>
                  <a:cubicBezTo>
                    <a:pt x="2489" y="1856"/>
                    <a:pt x="2391" y="1767"/>
                    <a:pt x="2391" y="1767"/>
                  </a:cubicBezTo>
                  <a:cubicBezTo>
                    <a:pt x="2391" y="1767"/>
                    <a:pt x="2079" y="1616"/>
                    <a:pt x="2043" y="1553"/>
                  </a:cubicBezTo>
                  <a:cubicBezTo>
                    <a:pt x="2007" y="1491"/>
                    <a:pt x="1981" y="1517"/>
                    <a:pt x="2007" y="1410"/>
                  </a:cubicBezTo>
                  <a:cubicBezTo>
                    <a:pt x="2034" y="1312"/>
                    <a:pt x="2043" y="1312"/>
                    <a:pt x="2043" y="1232"/>
                  </a:cubicBezTo>
                  <a:cubicBezTo>
                    <a:pt x="2052" y="1152"/>
                    <a:pt x="1829" y="973"/>
                    <a:pt x="1829" y="973"/>
                  </a:cubicBezTo>
                  <a:lnTo>
                    <a:pt x="1749" y="857"/>
                  </a:lnTo>
                  <a:cubicBezTo>
                    <a:pt x="1749" y="857"/>
                    <a:pt x="1642" y="563"/>
                    <a:pt x="1642" y="509"/>
                  </a:cubicBezTo>
                  <a:cubicBezTo>
                    <a:pt x="1642" y="456"/>
                    <a:pt x="1713" y="376"/>
                    <a:pt x="1642" y="358"/>
                  </a:cubicBezTo>
                  <a:cubicBezTo>
                    <a:pt x="1579" y="331"/>
                    <a:pt x="1570" y="304"/>
                    <a:pt x="1526" y="295"/>
                  </a:cubicBezTo>
                  <a:cubicBezTo>
                    <a:pt x="1481" y="277"/>
                    <a:pt x="1517" y="206"/>
                    <a:pt x="1517" y="144"/>
                  </a:cubicBezTo>
                  <a:cubicBezTo>
                    <a:pt x="1526" y="90"/>
                    <a:pt x="1427" y="1"/>
                    <a:pt x="1427"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21"/>
            <p:cNvSpPr/>
            <p:nvPr/>
          </p:nvSpPr>
          <p:spPr>
            <a:xfrm>
              <a:off x="5162482" y="3249016"/>
              <a:ext cx="376774" cy="609350"/>
            </a:xfrm>
            <a:custGeom>
              <a:rect b="b" l="l" r="r" t="t"/>
              <a:pathLst>
                <a:path extrusionOk="0" h="2945" w="1821">
                  <a:moveTo>
                    <a:pt x="910" y="1"/>
                  </a:moveTo>
                  <a:cubicBezTo>
                    <a:pt x="910" y="1"/>
                    <a:pt x="848" y="63"/>
                    <a:pt x="857" y="99"/>
                  </a:cubicBezTo>
                  <a:cubicBezTo>
                    <a:pt x="857" y="135"/>
                    <a:pt x="884" y="179"/>
                    <a:pt x="848" y="188"/>
                  </a:cubicBezTo>
                  <a:cubicBezTo>
                    <a:pt x="821" y="197"/>
                    <a:pt x="821" y="215"/>
                    <a:pt x="777" y="233"/>
                  </a:cubicBezTo>
                  <a:cubicBezTo>
                    <a:pt x="732" y="242"/>
                    <a:pt x="777" y="286"/>
                    <a:pt x="777" y="322"/>
                  </a:cubicBezTo>
                  <a:cubicBezTo>
                    <a:pt x="777" y="358"/>
                    <a:pt x="714" y="545"/>
                    <a:pt x="714" y="545"/>
                  </a:cubicBezTo>
                  <a:lnTo>
                    <a:pt x="661" y="625"/>
                  </a:lnTo>
                  <a:cubicBezTo>
                    <a:pt x="661" y="625"/>
                    <a:pt x="518" y="741"/>
                    <a:pt x="518" y="786"/>
                  </a:cubicBezTo>
                  <a:cubicBezTo>
                    <a:pt x="527" y="840"/>
                    <a:pt x="527" y="840"/>
                    <a:pt x="545" y="902"/>
                  </a:cubicBezTo>
                  <a:cubicBezTo>
                    <a:pt x="563" y="964"/>
                    <a:pt x="545" y="947"/>
                    <a:pt x="518" y="991"/>
                  </a:cubicBezTo>
                  <a:cubicBezTo>
                    <a:pt x="500" y="1027"/>
                    <a:pt x="295" y="1125"/>
                    <a:pt x="295" y="1125"/>
                  </a:cubicBezTo>
                  <a:cubicBezTo>
                    <a:pt x="295" y="1125"/>
                    <a:pt x="241" y="1179"/>
                    <a:pt x="241" y="1196"/>
                  </a:cubicBezTo>
                  <a:cubicBezTo>
                    <a:pt x="241" y="1214"/>
                    <a:pt x="295" y="1348"/>
                    <a:pt x="295" y="1348"/>
                  </a:cubicBezTo>
                  <a:lnTo>
                    <a:pt x="322" y="1419"/>
                  </a:lnTo>
                  <a:lnTo>
                    <a:pt x="232" y="1491"/>
                  </a:lnTo>
                  <a:cubicBezTo>
                    <a:pt x="232" y="1491"/>
                    <a:pt x="197" y="1535"/>
                    <a:pt x="206" y="1562"/>
                  </a:cubicBezTo>
                  <a:cubicBezTo>
                    <a:pt x="206" y="1598"/>
                    <a:pt x="206" y="1562"/>
                    <a:pt x="268" y="1696"/>
                  </a:cubicBezTo>
                  <a:cubicBezTo>
                    <a:pt x="314" y="1775"/>
                    <a:pt x="301" y="1790"/>
                    <a:pt x="286" y="1790"/>
                  </a:cubicBezTo>
                  <a:cubicBezTo>
                    <a:pt x="278" y="1790"/>
                    <a:pt x="268" y="1785"/>
                    <a:pt x="268" y="1785"/>
                  </a:cubicBezTo>
                  <a:lnTo>
                    <a:pt x="63" y="1883"/>
                  </a:lnTo>
                  <a:cubicBezTo>
                    <a:pt x="63" y="1883"/>
                    <a:pt x="81" y="1919"/>
                    <a:pt x="90" y="1937"/>
                  </a:cubicBezTo>
                  <a:cubicBezTo>
                    <a:pt x="90" y="1946"/>
                    <a:pt x="125" y="1990"/>
                    <a:pt x="161" y="2026"/>
                  </a:cubicBezTo>
                  <a:cubicBezTo>
                    <a:pt x="197" y="2071"/>
                    <a:pt x="99" y="2124"/>
                    <a:pt x="99" y="2124"/>
                  </a:cubicBezTo>
                  <a:lnTo>
                    <a:pt x="1" y="2303"/>
                  </a:lnTo>
                  <a:lnTo>
                    <a:pt x="63" y="2410"/>
                  </a:lnTo>
                  <a:lnTo>
                    <a:pt x="134" y="2517"/>
                  </a:lnTo>
                  <a:cubicBezTo>
                    <a:pt x="134" y="2517"/>
                    <a:pt x="125" y="2543"/>
                    <a:pt x="125" y="2579"/>
                  </a:cubicBezTo>
                  <a:cubicBezTo>
                    <a:pt x="125" y="2615"/>
                    <a:pt x="161" y="2802"/>
                    <a:pt x="161" y="2802"/>
                  </a:cubicBezTo>
                  <a:lnTo>
                    <a:pt x="232" y="2945"/>
                  </a:lnTo>
                  <a:lnTo>
                    <a:pt x="910" y="2927"/>
                  </a:lnTo>
                  <a:lnTo>
                    <a:pt x="1588" y="2945"/>
                  </a:lnTo>
                  <a:lnTo>
                    <a:pt x="1669" y="2802"/>
                  </a:lnTo>
                  <a:cubicBezTo>
                    <a:pt x="1669" y="2802"/>
                    <a:pt x="1704" y="2615"/>
                    <a:pt x="1704" y="2579"/>
                  </a:cubicBezTo>
                  <a:cubicBezTo>
                    <a:pt x="1704" y="2543"/>
                    <a:pt x="1687" y="2517"/>
                    <a:pt x="1687" y="2517"/>
                  </a:cubicBezTo>
                  <a:lnTo>
                    <a:pt x="1767" y="2410"/>
                  </a:lnTo>
                  <a:lnTo>
                    <a:pt x="1820" y="2303"/>
                  </a:lnTo>
                  <a:lnTo>
                    <a:pt x="1731" y="2124"/>
                  </a:lnTo>
                  <a:cubicBezTo>
                    <a:pt x="1731" y="2124"/>
                    <a:pt x="1624" y="2071"/>
                    <a:pt x="1669" y="2026"/>
                  </a:cubicBezTo>
                  <a:cubicBezTo>
                    <a:pt x="1704" y="1990"/>
                    <a:pt x="1731" y="1946"/>
                    <a:pt x="1740" y="1937"/>
                  </a:cubicBezTo>
                  <a:cubicBezTo>
                    <a:pt x="1740" y="1919"/>
                    <a:pt x="1767" y="1883"/>
                    <a:pt x="1767" y="1883"/>
                  </a:cubicBezTo>
                  <a:lnTo>
                    <a:pt x="1553" y="1785"/>
                  </a:lnTo>
                  <a:cubicBezTo>
                    <a:pt x="1553" y="1785"/>
                    <a:pt x="1545" y="1790"/>
                    <a:pt x="1537" y="1790"/>
                  </a:cubicBezTo>
                  <a:cubicBezTo>
                    <a:pt x="1524" y="1790"/>
                    <a:pt x="1513" y="1775"/>
                    <a:pt x="1553" y="1696"/>
                  </a:cubicBezTo>
                  <a:cubicBezTo>
                    <a:pt x="1624" y="1562"/>
                    <a:pt x="1615" y="1598"/>
                    <a:pt x="1624" y="1562"/>
                  </a:cubicBezTo>
                  <a:cubicBezTo>
                    <a:pt x="1624" y="1535"/>
                    <a:pt x="1588" y="1491"/>
                    <a:pt x="1588" y="1491"/>
                  </a:cubicBezTo>
                  <a:lnTo>
                    <a:pt x="1508" y="1419"/>
                  </a:lnTo>
                  <a:lnTo>
                    <a:pt x="1526" y="1348"/>
                  </a:lnTo>
                  <a:cubicBezTo>
                    <a:pt x="1526" y="1348"/>
                    <a:pt x="1588" y="1214"/>
                    <a:pt x="1588" y="1196"/>
                  </a:cubicBezTo>
                  <a:cubicBezTo>
                    <a:pt x="1588" y="1179"/>
                    <a:pt x="1526" y="1125"/>
                    <a:pt x="1526" y="1125"/>
                  </a:cubicBezTo>
                  <a:cubicBezTo>
                    <a:pt x="1526" y="1125"/>
                    <a:pt x="1330" y="1027"/>
                    <a:pt x="1303" y="991"/>
                  </a:cubicBezTo>
                  <a:cubicBezTo>
                    <a:pt x="1285" y="947"/>
                    <a:pt x="1258" y="964"/>
                    <a:pt x="1276" y="902"/>
                  </a:cubicBezTo>
                  <a:cubicBezTo>
                    <a:pt x="1294" y="840"/>
                    <a:pt x="1303" y="840"/>
                    <a:pt x="1303" y="786"/>
                  </a:cubicBezTo>
                  <a:cubicBezTo>
                    <a:pt x="1303" y="741"/>
                    <a:pt x="1169" y="625"/>
                    <a:pt x="1169" y="625"/>
                  </a:cubicBezTo>
                  <a:lnTo>
                    <a:pt x="1116" y="545"/>
                  </a:lnTo>
                  <a:cubicBezTo>
                    <a:pt x="1116" y="545"/>
                    <a:pt x="1053" y="358"/>
                    <a:pt x="1053" y="322"/>
                  </a:cubicBezTo>
                  <a:cubicBezTo>
                    <a:pt x="1053" y="286"/>
                    <a:pt x="1098" y="242"/>
                    <a:pt x="1053" y="233"/>
                  </a:cubicBezTo>
                  <a:cubicBezTo>
                    <a:pt x="1009" y="215"/>
                    <a:pt x="1000" y="197"/>
                    <a:pt x="973" y="188"/>
                  </a:cubicBezTo>
                  <a:cubicBezTo>
                    <a:pt x="946" y="179"/>
                    <a:pt x="964" y="135"/>
                    <a:pt x="973" y="99"/>
                  </a:cubicBezTo>
                  <a:cubicBezTo>
                    <a:pt x="973" y="63"/>
                    <a:pt x="91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21"/>
            <p:cNvSpPr/>
            <p:nvPr/>
          </p:nvSpPr>
          <p:spPr>
            <a:xfrm>
              <a:off x="5046206" y="3647721"/>
              <a:ext cx="234630" cy="129733"/>
            </a:xfrm>
            <a:custGeom>
              <a:rect b="b" l="l" r="r" t="t"/>
              <a:pathLst>
                <a:path extrusionOk="0" h="627" w="1134">
                  <a:moveTo>
                    <a:pt x="801" y="502"/>
                  </a:moveTo>
                  <a:lnTo>
                    <a:pt x="786" y="518"/>
                  </a:lnTo>
                  <a:cubicBezTo>
                    <a:pt x="786" y="518"/>
                    <a:pt x="817" y="502"/>
                    <a:pt x="801" y="502"/>
                  </a:cubicBezTo>
                  <a:close/>
                  <a:moveTo>
                    <a:pt x="696" y="1"/>
                  </a:moveTo>
                  <a:cubicBezTo>
                    <a:pt x="625" y="1"/>
                    <a:pt x="277" y="117"/>
                    <a:pt x="170" y="117"/>
                  </a:cubicBezTo>
                  <a:cubicBezTo>
                    <a:pt x="63" y="117"/>
                    <a:pt x="1" y="224"/>
                    <a:pt x="1" y="224"/>
                  </a:cubicBezTo>
                  <a:lnTo>
                    <a:pt x="1" y="349"/>
                  </a:lnTo>
                  <a:lnTo>
                    <a:pt x="72" y="518"/>
                  </a:lnTo>
                  <a:lnTo>
                    <a:pt x="206" y="518"/>
                  </a:lnTo>
                  <a:lnTo>
                    <a:pt x="304" y="590"/>
                  </a:lnTo>
                  <a:cubicBezTo>
                    <a:pt x="304" y="590"/>
                    <a:pt x="392" y="627"/>
                    <a:pt x="449" y="627"/>
                  </a:cubicBezTo>
                  <a:cubicBezTo>
                    <a:pt x="454" y="627"/>
                    <a:pt x="460" y="626"/>
                    <a:pt x="464" y="625"/>
                  </a:cubicBezTo>
                  <a:cubicBezTo>
                    <a:pt x="518" y="616"/>
                    <a:pt x="491" y="616"/>
                    <a:pt x="518" y="599"/>
                  </a:cubicBezTo>
                  <a:cubicBezTo>
                    <a:pt x="536" y="581"/>
                    <a:pt x="616" y="545"/>
                    <a:pt x="732" y="518"/>
                  </a:cubicBezTo>
                  <a:cubicBezTo>
                    <a:pt x="774" y="506"/>
                    <a:pt x="793" y="502"/>
                    <a:pt x="801" y="502"/>
                  </a:cubicBezTo>
                  <a:lnTo>
                    <a:pt x="866" y="438"/>
                  </a:lnTo>
                  <a:cubicBezTo>
                    <a:pt x="866" y="438"/>
                    <a:pt x="869" y="439"/>
                    <a:pt x="876" y="439"/>
                  </a:cubicBezTo>
                  <a:cubicBezTo>
                    <a:pt x="891" y="439"/>
                    <a:pt x="923" y="434"/>
                    <a:pt x="955" y="402"/>
                  </a:cubicBezTo>
                  <a:cubicBezTo>
                    <a:pt x="1000" y="367"/>
                    <a:pt x="955" y="313"/>
                    <a:pt x="955" y="313"/>
                  </a:cubicBezTo>
                  <a:cubicBezTo>
                    <a:pt x="955" y="313"/>
                    <a:pt x="982" y="313"/>
                    <a:pt x="1062" y="269"/>
                  </a:cubicBezTo>
                  <a:cubicBezTo>
                    <a:pt x="1133" y="233"/>
                    <a:pt x="1107" y="215"/>
                    <a:pt x="1107" y="215"/>
                  </a:cubicBezTo>
                  <a:lnTo>
                    <a:pt x="1107" y="170"/>
                  </a:lnTo>
                  <a:lnTo>
                    <a:pt x="1053" y="126"/>
                  </a:lnTo>
                  <a:cubicBezTo>
                    <a:pt x="1053" y="126"/>
                    <a:pt x="768" y="1"/>
                    <a:pt x="696"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21"/>
            <p:cNvSpPr/>
            <p:nvPr/>
          </p:nvSpPr>
          <p:spPr>
            <a:xfrm>
              <a:off x="5380345" y="3535165"/>
              <a:ext cx="204215" cy="138837"/>
            </a:xfrm>
            <a:custGeom>
              <a:rect b="b" l="l" r="r" t="t"/>
              <a:pathLst>
                <a:path extrusionOk="0" h="671" w="987">
                  <a:moveTo>
                    <a:pt x="643" y="1"/>
                  </a:moveTo>
                  <a:lnTo>
                    <a:pt x="402" y="152"/>
                  </a:lnTo>
                  <a:cubicBezTo>
                    <a:pt x="402" y="152"/>
                    <a:pt x="268" y="206"/>
                    <a:pt x="152" y="206"/>
                  </a:cubicBezTo>
                  <a:cubicBezTo>
                    <a:pt x="141" y="205"/>
                    <a:pt x="130" y="205"/>
                    <a:pt x="121" y="205"/>
                  </a:cubicBezTo>
                  <a:cubicBezTo>
                    <a:pt x="41" y="205"/>
                    <a:pt x="24" y="236"/>
                    <a:pt x="0" y="268"/>
                  </a:cubicBezTo>
                  <a:lnTo>
                    <a:pt x="0" y="465"/>
                  </a:lnTo>
                  <a:lnTo>
                    <a:pt x="188" y="545"/>
                  </a:lnTo>
                  <a:lnTo>
                    <a:pt x="330" y="652"/>
                  </a:lnTo>
                  <a:cubicBezTo>
                    <a:pt x="330" y="652"/>
                    <a:pt x="448" y="671"/>
                    <a:pt x="519" y="671"/>
                  </a:cubicBezTo>
                  <a:cubicBezTo>
                    <a:pt x="546" y="671"/>
                    <a:pt x="566" y="668"/>
                    <a:pt x="571" y="661"/>
                  </a:cubicBezTo>
                  <a:cubicBezTo>
                    <a:pt x="589" y="643"/>
                    <a:pt x="660" y="482"/>
                    <a:pt x="660" y="482"/>
                  </a:cubicBezTo>
                  <a:cubicBezTo>
                    <a:pt x="660" y="482"/>
                    <a:pt x="732" y="420"/>
                    <a:pt x="892" y="268"/>
                  </a:cubicBezTo>
                  <a:cubicBezTo>
                    <a:pt x="978" y="178"/>
                    <a:pt x="987" y="158"/>
                    <a:pt x="978" y="158"/>
                  </a:cubicBezTo>
                  <a:cubicBezTo>
                    <a:pt x="972" y="158"/>
                    <a:pt x="955" y="170"/>
                    <a:pt x="955" y="170"/>
                  </a:cubicBezTo>
                  <a:lnTo>
                    <a:pt x="892" y="54"/>
                  </a:lnTo>
                  <a:lnTo>
                    <a:pt x="643" y="1"/>
                  </a:ln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21"/>
            <p:cNvSpPr/>
            <p:nvPr/>
          </p:nvSpPr>
          <p:spPr>
            <a:xfrm>
              <a:off x="5134758" y="3458610"/>
              <a:ext cx="179387" cy="95179"/>
            </a:xfrm>
            <a:custGeom>
              <a:rect b="b" l="l" r="r" t="t"/>
              <a:pathLst>
                <a:path extrusionOk="0" h="460" w="867">
                  <a:moveTo>
                    <a:pt x="442" y="0"/>
                  </a:moveTo>
                  <a:cubicBezTo>
                    <a:pt x="407" y="0"/>
                    <a:pt x="377" y="7"/>
                    <a:pt x="358" y="23"/>
                  </a:cubicBezTo>
                  <a:cubicBezTo>
                    <a:pt x="304" y="59"/>
                    <a:pt x="268" y="192"/>
                    <a:pt x="268" y="192"/>
                  </a:cubicBezTo>
                  <a:lnTo>
                    <a:pt x="126" y="210"/>
                  </a:lnTo>
                  <a:cubicBezTo>
                    <a:pt x="126" y="210"/>
                    <a:pt x="118" y="209"/>
                    <a:pt x="107" y="209"/>
                  </a:cubicBezTo>
                  <a:cubicBezTo>
                    <a:pt x="90" y="209"/>
                    <a:pt x="63" y="212"/>
                    <a:pt x="36" y="228"/>
                  </a:cubicBezTo>
                  <a:cubicBezTo>
                    <a:pt x="1" y="255"/>
                    <a:pt x="1" y="371"/>
                    <a:pt x="1" y="371"/>
                  </a:cubicBezTo>
                  <a:lnTo>
                    <a:pt x="90" y="415"/>
                  </a:lnTo>
                  <a:lnTo>
                    <a:pt x="456" y="460"/>
                  </a:lnTo>
                  <a:lnTo>
                    <a:pt x="625" y="371"/>
                  </a:lnTo>
                  <a:lnTo>
                    <a:pt x="804" y="308"/>
                  </a:lnTo>
                  <a:cubicBezTo>
                    <a:pt x="804" y="308"/>
                    <a:pt x="866" y="237"/>
                    <a:pt x="830" y="201"/>
                  </a:cubicBezTo>
                  <a:cubicBezTo>
                    <a:pt x="795" y="166"/>
                    <a:pt x="732" y="76"/>
                    <a:pt x="732" y="76"/>
                  </a:cubicBezTo>
                  <a:cubicBezTo>
                    <a:pt x="732" y="76"/>
                    <a:pt x="679" y="59"/>
                    <a:pt x="590" y="32"/>
                  </a:cubicBezTo>
                  <a:cubicBezTo>
                    <a:pt x="539" y="12"/>
                    <a:pt x="487" y="0"/>
                    <a:pt x="442"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21"/>
            <p:cNvSpPr/>
            <p:nvPr/>
          </p:nvSpPr>
          <p:spPr>
            <a:xfrm>
              <a:off x="5363586" y="3225222"/>
              <a:ext cx="253252" cy="118146"/>
            </a:xfrm>
            <a:custGeom>
              <a:rect b="b" l="l" r="r" t="t"/>
              <a:pathLst>
                <a:path extrusionOk="0" h="571" w="1224">
                  <a:moveTo>
                    <a:pt x="795" y="0"/>
                  </a:moveTo>
                  <a:cubicBezTo>
                    <a:pt x="795" y="0"/>
                    <a:pt x="697" y="0"/>
                    <a:pt x="501" y="80"/>
                  </a:cubicBezTo>
                  <a:cubicBezTo>
                    <a:pt x="398" y="116"/>
                    <a:pt x="351" y="125"/>
                    <a:pt x="330" y="125"/>
                  </a:cubicBezTo>
                  <a:cubicBezTo>
                    <a:pt x="309" y="125"/>
                    <a:pt x="313" y="116"/>
                    <a:pt x="313" y="116"/>
                  </a:cubicBezTo>
                  <a:lnTo>
                    <a:pt x="313" y="116"/>
                  </a:lnTo>
                  <a:lnTo>
                    <a:pt x="251" y="196"/>
                  </a:lnTo>
                  <a:lnTo>
                    <a:pt x="1" y="303"/>
                  </a:lnTo>
                  <a:lnTo>
                    <a:pt x="81" y="544"/>
                  </a:lnTo>
                  <a:cubicBezTo>
                    <a:pt x="81" y="544"/>
                    <a:pt x="99" y="535"/>
                    <a:pt x="215" y="526"/>
                  </a:cubicBezTo>
                  <a:cubicBezTo>
                    <a:pt x="228" y="525"/>
                    <a:pt x="240" y="525"/>
                    <a:pt x="253" y="525"/>
                  </a:cubicBezTo>
                  <a:cubicBezTo>
                    <a:pt x="350" y="525"/>
                    <a:pt x="420" y="553"/>
                    <a:pt x="420" y="553"/>
                  </a:cubicBezTo>
                  <a:lnTo>
                    <a:pt x="599" y="571"/>
                  </a:lnTo>
                  <a:cubicBezTo>
                    <a:pt x="599" y="571"/>
                    <a:pt x="706" y="437"/>
                    <a:pt x="813" y="393"/>
                  </a:cubicBezTo>
                  <a:cubicBezTo>
                    <a:pt x="845" y="375"/>
                    <a:pt x="867" y="369"/>
                    <a:pt x="887" y="369"/>
                  </a:cubicBezTo>
                  <a:cubicBezTo>
                    <a:pt x="928" y="369"/>
                    <a:pt x="961" y="393"/>
                    <a:pt x="1063" y="393"/>
                  </a:cubicBezTo>
                  <a:cubicBezTo>
                    <a:pt x="1223" y="384"/>
                    <a:pt x="1196" y="285"/>
                    <a:pt x="1196" y="285"/>
                  </a:cubicBezTo>
                  <a:lnTo>
                    <a:pt x="1196" y="205"/>
                  </a:lnTo>
                  <a:cubicBezTo>
                    <a:pt x="1196" y="205"/>
                    <a:pt x="1125" y="62"/>
                    <a:pt x="1125" y="62"/>
                  </a:cubicBezTo>
                  <a:cubicBezTo>
                    <a:pt x="1125" y="62"/>
                    <a:pt x="973" y="27"/>
                    <a:pt x="973" y="27"/>
                  </a:cubicBezTo>
                  <a:lnTo>
                    <a:pt x="795" y="0"/>
                  </a:ln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21"/>
            <p:cNvSpPr/>
            <p:nvPr/>
          </p:nvSpPr>
          <p:spPr>
            <a:xfrm>
              <a:off x="5164344" y="3105217"/>
              <a:ext cx="216216" cy="86902"/>
            </a:xfrm>
            <a:custGeom>
              <a:rect b="b" l="l" r="r" t="t"/>
              <a:pathLst>
                <a:path extrusionOk="0" h="420" w="1045">
                  <a:moveTo>
                    <a:pt x="588" y="1"/>
                  </a:moveTo>
                  <a:cubicBezTo>
                    <a:pt x="575" y="1"/>
                    <a:pt x="561" y="3"/>
                    <a:pt x="545" y="9"/>
                  </a:cubicBezTo>
                  <a:cubicBezTo>
                    <a:pt x="447" y="45"/>
                    <a:pt x="277" y="63"/>
                    <a:pt x="277" y="63"/>
                  </a:cubicBezTo>
                  <a:lnTo>
                    <a:pt x="125" y="63"/>
                  </a:lnTo>
                  <a:cubicBezTo>
                    <a:pt x="125" y="63"/>
                    <a:pt x="0" y="152"/>
                    <a:pt x="27" y="223"/>
                  </a:cubicBezTo>
                  <a:cubicBezTo>
                    <a:pt x="54" y="295"/>
                    <a:pt x="125" y="366"/>
                    <a:pt x="125" y="366"/>
                  </a:cubicBezTo>
                  <a:cubicBezTo>
                    <a:pt x="125" y="366"/>
                    <a:pt x="518" y="411"/>
                    <a:pt x="545" y="411"/>
                  </a:cubicBezTo>
                  <a:cubicBezTo>
                    <a:pt x="562" y="411"/>
                    <a:pt x="732" y="419"/>
                    <a:pt x="732" y="419"/>
                  </a:cubicBezTo>
                  <a:lnTo>
                    <a:pt x="964" y="366"/>
                  </a:lnTo>
                  <a:lnTo>
                    <a:pt x="1044" y="286"/>
                  </a:lnTo>
                  <a:lnTo>
                    <a:pt x="830" y="143"/>
                  </a:lnTo>
                  <a:cubicBezTo>
                    <a:pt x="759" y="107"/>
                    <a:pt x="670" y="63"/>
                    <a:pt x="670" y="63"/>
                  </a:cubicBezTo>
                  <a:cubicBezTo>
                    <a:pt x="670" y="63"/>
                    <a:pt x="651" y="1"/>
                    <a:pt x="588"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21"/>
            <p:cNvSpPr/>
            <p:nvPr/>
          </p:nvSpPr>
          <p:spPr>
            <a:xfrm>
              <a:off x="5425863" y="3360331"/>
              <a:ext cx="159524" cy="73660"/>
            </a:xfrm>
            <a:custGeom>
              <a:rect b="b" l="l" r="r" t="t"/>
              <a:pathLst>
                <a:path extrusionOk="0" h="356" w="771">
                  <a:moveTo>
                    <a:pt x="369" y="0"/>
                  </a:moveTo>
                  <a:cubicBezTo>
                    <a:pt x="351" y="0"/>
                    <a:pt x="330" y="4"/>
                    <a:pt x="298" y="16"/>
                  </a:cubicBezTo>
                  <a:cubicBezTo>
                    <a:pt x="200" y="61"/>
                    <a:pt x="164" y="25"/>
                    <a:pt x="137" y="87"/>
                  </a:cubicBezTo>
                  <a:cubicBezTo>
                    <a:pt x="101" y="150"/>
                    <a:pt x="48" y="239"/>
                    <a:pt x="48" y="239"/>
                  </a:cubicBezTo>
                  <a:cubicBezTo>
                    <a:pt x="48" y="239"/>
                    <a:pt x="41" y="238"/>
                    <a:pt x="33" y="238"/>
                  </a:cubicBezTo>
                  <a:cubicBezTo>
                    <a:pt x="18" y="238"/>
                    <a:pt x="0" y="242"/>
                    <a:pt x="30" y="266"/>
                  </a:cubicBezTo>
                  <a:cubicBezTo>
                    <a:pt x="75" y="310"/>
                    <a:pt x="226" y="355"/>
                    <a:pt x="226" y="355"/>
                  </a:cubicBezTo>
                  <a:lnTo>
                    <a:pt x="414" y="346"/>
                  </a:lnTo>
                  <a:lnTo>
                    <a:pt x="610" y="328"/>
                  </a:lnTo>
                  <a:lnTo>
                    <a:pt x="753" y="239"/>
                  </a:lnTo>
                  <a:lnTo>
                    <a:pt x="770" y="141"/>
                  </a:lnTo>
                  <a:lnTo>
                    <a:pt x="762" y="52"/>
                  </a:lnTo>
                  <a:cubicBezTo>
                    <a:pt x="726" y="43"/>
                    <a:pt x="637" y="16"/>
                    <a:pt x="512" y="16"/>
                  </a:cubicBezTo>
                  <a:cubicBezTo>
                    <a:pt x="428" y="16"/>
                    <a:pt x="405" y="0"/>
                    <a:pt x="369" y="0"/>
                  </a:cubicBez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21"/>
            <p:cNvSpPr/>
            <p:nvPr/>
          </p:nvSpPr>
          <p:spPr>
            <a:xfrm>
              <a:off x="5120068" y="3438954"/>
              <a:ext cx="118350" cy="72418"/>
            </a:xfrm>
            <a:custGeom>
              <a:rect b="b" l="l" r="r" t="t"/>
              <a:pathLst>
                <a:path extrusionOk="0" h="350" w="572">
                  <a:moveTo>
                    <a:pt x="378" y="1"/>
                  </a:moveTo>
                  <a:cubicBezTo>
                    <a:pt x="371" y="1"/>
                    <a:pt x="364" y="1"/>
                    <a:pt x="357" y="2"/>
                  </a:cubicBezTo>
                  <a:cubicBezTo>
                    <a:pt x="286" y="11"/>
                    <a:pt x="197" y="11"/>
                    <a:pt x="197" y="11"/>
                  </a:cubicBezTo>
                  <a:cubicBezTo>
                    <a:pt x="170" y="11"/>
                    <a:pt x="54" y="29"/>
                    <a:pt x="36" y="55"/>
                  </a:cubicBezTo>
                  <a:cubicBezTo>
                    <a:pt x="27" y="82"/>
                    <a:pt x="0" y="91"/>
                    <a:pt x="18" y="145"/>
                  </a:cubicBezTo>
                  <a:cubicBezTo>
                    <a:pt x="27" y="198"/>
                    <a:pt x="81" y="269"/>
                    <a:pt x="81" y="269"/>
                  </a:cubicBezTo>
                  <a:lnTo>
                    <a:pt x="232" y="323"/>
                  </a:lnTo>
                  <a:lnTo>
                    <a:pt x="384" y="350"/>
                  </a:lnTo>
                  <a:cubicBezTo>
                    <a:pt x="384" y="350"/>
                    <a:pt x="527" y="252"/>
                    <a:pt x="536" y="198"/>
                  </a:cubicBezTo>
                  <a:cubicBezTo>
                    <a:pt x="553" y="136"/>
                    <a:pt x="571" y="64"/>
                    <a:pt x="571" y="64"/>
                  </a:cubicBezTo>
                  <a:lnTo>
                    <a:pt x="571" y="38"/>
                  </a:lnTo>
                  <a:cubicBezTo>
                    <a:pt x="571" y="38"/>
                    <a:pt x="453" y="1"/>
                    <a:pt x="378"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21"/>
            <p:cNvSpPr/>
            <p:nvPr/>
          </p:nvSpPr>
          <p:spPr>
            <a:xfrm>
              <a:off x="5114482" y="3616272"/>
              <a:ext cx="201319" cy="104076"/>
            </a:xfrm>
            <a:custGeom>
              <a:rect b="b" l="l" r="r" t="t"/>
              <a:pathLst>
                <a:path extrusionOk="0" h="503" w="973">
                  <a:moveTo>
                    <a:pt x="456" y="0"/>
                  </a:moveTo>
                  <a:cubicBezTo>
                    <a:pt x="447" y="0"/>
                    <a:pt x="438" y="0"/>
                    <a:pt x="429" y="1"/>
                  </a:cubicBezTo>
                  <a:cubicBezTo>
                    <a:pt x="331" y="10"/>
                    <a:pt x="206" y="73"/>
                    <a:pt x="206" y="73"/>
                  </a:cubicBezTo>
                  <a:lnTo>
                    <a:pt x="99" y="108"/>
                  </a:lnTo>
                  <a:cubicBezTo>
                    <a:pt x="99" y="108"/>
                    <a:pt x="79" y="100"/>
                    <a:pt x="60" y="100"/>
                  </a:cubicBezTo>
                  <a:cubicBezTo>
                    <a:pt x="51" y="100"/>
                    <a:pt x="42" y="102"/>
                    <a:pt x="36" y="108"/>
                  </a:cubicBezTo>
                  <a:cubicBezTo>
                    <a:pt x="18" y="117"/>
                    <a:pt x="1" y="206"/>
                    <a:pt x="1" y="206"/>
                  </a:cubicBezTo>
                  <a:lnTo>
                    <a:pt x="99" y="305"/>
                  </a:lnTo>
                  <a:cubicBezTo>
                    <a:pt x="99" y="305"/>
                    <a:pt x="108" y="314"/>
                    <a:pt x="134" y="340"/>
                  </a:cubicBezTo>
                  <a:cubicBezTo>
                    <a:pt x="163" y="362"/>
                    <a:pt x="175" y="401"/>
                    <a:pt x="206" y="401"/>
                  </a:cubicBezTo>
                  <a:cubicBezTo>
                    <a:pt x="214" y="401"/>
                    <a:pt x="222" y="399"/>
                    <a:pt x="233" y="394"/>
                  </a:cubicBezTo>
                  <a:cubicBezTo>
                    <a:pt x="286" y="367"/>
                    <a:pt x="322" y="358"/>
                    <a:pt x="322" y="358"/>
                  </a:cubicBezTo>
                  <a:cubicBezTo>
                    <a:pt x="322" y="358"/>
                    <a:pt x="375" y="403"/>
                    <a:pt x="411" y="438"/>
                  </a:cubicBezTo>
                  <a:cubicBezTo>
                    <a:pt x="447" y="474"/>
                    <a:pt x="438" y="465"/>
                    <a:pt x="518" y="483"/>
                  </a:cubicBezTo>
                  <a:cubicBezTo>
                    <a:pt x="566" y="499"/>
                    <a:pt x="602" y="502"/>
                    <a:pt x="622" y="502"/>
                  </a:cubicBezTo>
                  <a:cubicBezTo>
                    <a:pt x="636" y="502"/>
                    <a:pt x="643" y="501"/>
                    <a:pt x="643" y="501"/>
                  </a:cubicBezTo>
                  <a:lnTo>
                    <a:pt x="786" y="474"/>
                  </a:lnTo>
                  <a:lnTo>
                    <a:pt x="875" y="367"/>
                  </a:lnTo>
                  <a:cubicBezTo>
                    <a:pt x="875" y="367"/>
                    <a:pt x="973" y="305"/>
                    <a:pt x="928" y="251"/>
                  </a:cubicBezTo>
                  <a:cubicBezTo>
                    <a:pt x="875" y="189"/>
                    <a:pt x="795" y="126"/>
                    <a:pt x="759" y="108"/>
                  </a:cubicBezTo>
                  <a:cubicBezTo>
                    <a:pt x="723" y="90"/>
                    <a:pt x="634" y="37"/>
                    <a:pt x="634" y="37"/>
                  </a:cubicBezTo>
                  <a:cubicBezTo>
                    <a:pt x="634" y="37"/>
                    <a:pt x="546" y="0"/>
                    <a:pt x="456"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21"/>
            <p:cNvSpPr/>
            <p:nvPr/>
          </p:nvSpPr>
          <p:spPr>
            <a:xfrm>
              <a:off x="5393173" y="3716207"/>
              <a:ext cx="252631" cy="97868"/>
            </a:xfrm>
            <a:custGeom>
              <a:rect b="b" l="l" r="r" t="t"/>
              <a:pathLst>
                <a:path extrusionOk="0" h="473" w="1221">
                  <a:moveTo>
                    <a:pt x="170" y="0"/>
                  </a:moveTo>
                  <a:lnTo>
                    <a:pt x="54" y="80"/>
                  </a:lnTo>
                  <a:lnTo>
                    <a:pt x="1" y="250"/>
                  </a:lnTo>
                  <a:lnTo>
                    <a:pt x="54" y="339"/>
                  </a:lnTo>
                  <a:lnTo>
                    <a:pt x="108" y="410"/>
                  </a:lnTo>
                  <a:lnTo>
                    <a:pt x="295" y="446"/>
                  </a:lnTo>
                  <a:cubicBezTo>
                    <a:pt x="295" y="446"/>
                    <a:pt x="358" y="472"/>
                    <a:pt x="428" y="472"/>
                  </a:cubicBezTo>
                  <a:cubicBezTo>
                    <a:pt x="449" y="472"/>
                    <a:pt x="471" y="470"/>
                    <a:pt x="491" y="464"/>
                  </a:cubicBezTo>
                  <a:cubicBezTo>
                    <a:pt x="531" y="455"/>
                    <a:pt x="574" y="453"/>
                    <a:pt x="606" y="453"/>
                  </a:cubicBezTo>
                  <a:cubicBezTo>
                    <a:pt x="639" y="453"/>
                    <a:pt x="661" y="455"/>
                    <a:pt x="661" y="455"/>
                  </a:cubicBezTo>
                  <a:cubicBezTo>
                    <a:pt x="661" y="455"/>
                    <a:pt x="750" y="401"/>
                    <a:pt x="1009" y="330"/>
                  </a:cubicBezTo>
                  <a:cubicBezTo>
                    <a:pt x="1213" y="264"/>
                    <a:pt x="1220" y="258"/>
                    <a:pt x="1216" y="258"/>
                  </a:cubicBezTo>
                  <a:cubicBezTo>
                    <a:pt x="1215" y="258"/>
                    <a:pt x="1214" y="259"/>
                    <a:pt x="1214" y="259"/>
                  </a:cubicBezTo>
                  <a:lnTo>
                    <a:pt x="1053" y="187"/>
                  </a:lnTo>
                  <a:cubicBezTo>
                    <a:pt x="1053" y="187"/>
                    <a:pt x="1000" y="161"/>
                    <a:pt x="928" y="143"/>
                  </a:cubicBezTo>
                  <a:cubicBezTo>
                    <a:pt x="866" y="125"/>
                    <a:pt x="830" y="18"/>
                    <a:pt x="830" y="18"/>
                  </a:cubicBezTo>
                  <a:lnTo>
                    <a:pt x="688" y="0"/>
                  </a:lnTo>
                  <a:lnTo>
                    <a:pt x="456" y="62"/>
                  </a:lnTo>
                  <a:lnTo>
                    <a:pt x="170" y="0"/>
                  </a:ln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21"/>
            <p:cNvSpPr/>
            <p:nvPr/>
          </p:nvSpPr>
          <p:spPr>
            <a:xfrm>
              <a:off x="5341448" y="3300742"/>
              <a:ext cx="179387" cy="87109"/>
            </a:xfrm>
            <a:custGeom>
              <a:rect b="b" l="l" r="r" t="t"/>
              <a:pathLst>
                <a:path extrusionOk="0" h="421" w="867">
                  <a:moveTo>
                    <a:pt x="732" y="1"/>
                  </a:moveTo>
                  <a:lnTo>
                    <a:pt x="608" y="19"/>
                  </a:lnTo>
                  <a:cubicBezTo>
                    <a:pt x="608" y="19"/>
                    <a:pt x="527" y="34"/>
                    <a:pt x="476" y="34"/>
                  </a:cubicBezTo>
                  <a:cubicBezTo>
                    <a:pt x="459" y="34"/>
                    <a:pt x="445" y="32"/>
                    <a:pt x="438" y="28"/>
                  </a:cubicBezTo>
                  <a:cubicBezTo>
                    <a:pt x="433" y="22"/>
                    <a:pt x="419" y="20"/>
                    <a:pt x="402" y="20"/>
                  </a:cubicBezTo>
                  <a:cubicBezTo>
                    <a:pt x="331" y="20"/>
                    <a:pt x="188" y="54"/>
                    <a:pt x="188" y="54"/>
                  </a:cubicBezTo>
                  <a:cubicBezTo>
                    <a:pt x="188" y="54"/>
                    <a:pt x="63" y="170"/>
                    <a:pt x="45" y="215"/>
                  </a:cubicBezTo>
                  <a:lnTo>
                    <a:pt x="1" y="322"/>
                  </a:lnTo>
                  <a:lnTo>
                    <a:pt x="45" y="402"/>
                  </a:lnTo>
                  <a:lnTo>
                    <a:pt x="269" y="420"/>
                  </a:lnTo>
                  <a:cubicBezTo>
                    <a:pt x="269" y="420"/>
                    <a:pt x="384" y="411"/>
                    <a:pt x="429" y="367"/>
                  </a:cubicBezTo>
                  <a:cubicBezTo>
                    <a:pt x="450" y="345"/>
                    <a:pt x="475" y="336"/>
                    <a:pt x="511" y="336"/>
                  </a:cubicBezTo>
                  <a:cubicBezTo>
                    <a:pt x="551" y="336"/>
                    <a:pt x="604" y="348"/>
                    <a:pt x="679" y="367"/>
                  </a:cubicBezTo>
                  <a:cubicBezTo>
                    <a:pt x="704" y="371"/>
                    <a:pt x="726" y="373"/>
                    <a:pt x="745" y="373"/>
                  </a:cubicBezTo>
                  <a:cubicBezTo>
                    <a:pt x="833" y="373"/>
                    <a:pt x="857" y="331"/>
                    <a:pt x="857" y="331"/>
                  </a:cubicBezTo>
                  <a:cubicBezTo>
                    <a:pt x="857" y="331"/>
                    <a:pt x="866" y="170"/>
                    <a:pt x="857" y="144"/>
                  </a:cubicBezTo>
                  <a:cubicBezTo>
                    <a:pt x="848" y="117"/>
                    <a:pt x="732" y="1"/>
                    <a:pt x="732"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21"/>
            <p:cNvSpPr/>
            <p:nvPr/>
          </p:nvSpPr>
          <p:spPr>
            <a:xfrm>
              <a:off x="5033378" y="3852764"/>
              <a:ext cx="634991" cy="64763"/>
            </a:xfrm>
            <a:custGeom>
              <a:rect b="b" l="l" r="r" t="t"/>
              <a:pathLst>
                <a:path extrusionOk="0" h="313" w="3069">
                  <a:moveTo>
                    <a:pt x="0" y="0"/>
                  </a:moveTo>
                  <a:lnTo>
                    <a:pt x="0" y="312"/>
                  </a:lnTo>
                  <a:lnTo>
                    <a:pt x="3069" y="312"/>
                  </a:lnTo>
                  <a:lnTo>
                    <a:pt x="3069"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21"/>
            <p:cNvSpPr/>
            <p:nvPr/>
          </p:nvSpPr>
          <p:spPr>
            <a:xfrm>
              <a:off x="5072068" y="3917318"/>
              <a:ext cx="557609" cy="531759"/>
            </a:xfrm>
            <a:custGeom>
              <a:rect b="b" l="l" r="r" t="t"/>
              <a:pathLst>
                <a:path extrusionOk="0" h="2570" w="2695">
                  <a:moveTo>
                    <a:pt x="0" y="0"/>
                  </a:moveTo>
                  <a:lnTo>
                    <a:pt x="232" y="2570"/>
                  </a:lnTo>
                  <a:lnTo>
                    <a:pt x="2472" y="2570"/>
                  </a:lnTo>
                  <a:lnTo>
                    <a:pt x="269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21"/>
            <p:cNvSpPr/>
            <p:nvPr/>
          </p:nvSpPr>
          <p:spPr>
            <a:xfrm>
              <a:off x="5072068" y="3917318"/>
              <a:ext cx="557609" cy="40761"/>
            </a:xfrm>
            <a:custGeom>
              <a:rect b="b" l="l" r="r" t="t"/>
              <a:pathLst>
                <a:path extrusionOk="0" h="197" w="2695">
                  <a:moveTo>
                    <a:pt x="0" y="0"/>
                  </a:moveTo>
                  <a:lnTo>
                    <a:pt x="18" y="197"/>
                  </a:lnTo>
                  <a:lnTo>
                    <a:pt x="2677" y="197"/>
                  </a:lnTo>
                  <a:lnTo>
                    <a:pt x="269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 name="Google Shape;884;p21"/>
          <p:cNvGrpSpPr/>
          <p:nvPr/>
        </p:nvGrpSpPr>
        <p:grpSpPr>
          <a:xfrm>
            <a:off x="8430894" y="2688291"/>
            <a:ext cx="942613" cy="2225784"/>
            <a:chOff x="1214466" y="2918796"/>
            <a:chExt cx="786428" cy="1856987"/>
          </a:xfrm>
        </p:grpSpPr>
        <p:sp>
          <p:nvSpPr>
            <p:cNvPr id="885" name="Google Shape;885;p21"/>
            <p:cNvSpPr/>
            <p:nvPr/>
          </p:nvSpPr>
          <p:spPr>
            <a:xfrm>
              <a:off x="1718262" y="3276741"/>
              <a:ext cx="282632" cy="1052344"/>
            </a:xfrm>
            <a:custGeom>
              <a:rect b="b" l="l" r="r" t="t"/>
              <a:pathLst>
                <a:path extrusionOk="0" h="5086" w="1366">
                  <a:moveTo>
                    <a:pt x="1366" y="1"/>
                  </a:moveTo>
                  <a:lnTo>
                    <a:pt x="1" y="5005"/>
                  </a:lnTo>
                  <a:lnTo>
                    <a:pt x="99" y="5086"/>
                  </a:lnTo>
                  <a:cubicBezTo>
                    <a:pt x="1294" y="2321"/>
                    <a:pt x="1366" y="1"/>
                    <a:pt x="13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21"/>
            <p:cNvSpPr/>
            <p:nvPr/>
          </p:nvSpPr>
          <p:spPr>
            <a:xfrm>
              <a:off x="1696123" y="3276741"/>
              <a:ext cx="304771" cy="1035791"/>
            </a:xfrm>
            <a:custGeom>
              <a:rect b="b" l="l" r="r" t="t"/>
              <a:pathLst>
                <a:path extrusionOk="0" h="5006" w="1473">
                  <a:moveTo>
                    <a:pt x="1473" y="1"/>
                  </a:moveTo>
                  <a:cubicBezTo>
                    <a:pt x="1473" y="1"/>
                    <a:pt x="483" y="1553"/>
                    <a:pt x="1" y="4916"/>
                  </a:cubicBezTo>
                  <a:lnTo>
                    <a:pt x="108" y="5005"/>
                  </a:lnTo>
                  <a:lnTo>
                    <a:pt x="1473"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21"/>
            <p:cNvSpPr/>
            <p:nvPr/>
          </p:nvSpPr>
          <p:spPr>
            <a:xfrm>
              <a:off x="1687020" y="3134598"/>
              <a:ext cx="227182" cy="1069104"/>
            </a:xfrm>
            <a:custGeom>
              <a:rect b="b" l="l" r="r" t="t"/>
              <a:pathLst>
                <a:path extrusionOk="0" h="5167" w="1098">
                  <a:moveTo>
                    <a:pt x="999" y="1"/>
                  </a:moveTo>
                  <a:lnTo>
                    <a:pt x="0" y="5086"/>
                  </a:lnTo>
                  <a:lnTo>
                    <a:pt x="107" y="5166"/>
                  </a:lnTo>
                  <a:cubicBezTo>
                    <a:pt x="1097" y="2321"/>
                    <a:pt x="999" y="1"/>
                    <a:pt x="9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21"/>
            <p:cNvSpPr/>
            <p:nvPr/>
          </p:nvSpPr>
          <p:spPr>
            <a:xfrm>
              <a:off x="1664882" y="3134598"/>
              <a:ext cx="229044" cy="1052344"/>
            </a:xfrm>
            <a:custGeom>
              <a:rect b="b" l="l" r="r" t="t"/>
              <a:pathLst>
                <a:path extrusionOk="0" h="5086" w="1107">
                  <a:moveTo>
                    <a:pt x="1106" y="1"/>
                  </a:moveTo>
                  <a:cubicBezTo>
                    <a:pt x="1106" y="1"/>
                    <a:pt x="232" y="1625"/>
                    <a:pt x="0" y="5014"/>
                  </a:cubicBezTo>
                  <a:lnTo>
                    <a:pt x="107" y="5086"/>
                  </a:lnTo>
                  <a:lnTo>
                    <a:pt x="1106"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21"/>
            <p:cNvSpPr/>
            <p:nvPr/>
          </p:nvSpPr>
          <p:spPr>
            <a:xfrm>
              <a:off x="1648123" y="3007352"/>
              <a:ext cx="171938" cy="1118762"/>
            </a:xfrm>
            <a:custGeom>
              <a:rect b="b" l="l" r="r" t="t"/>
              <a:pathLst>
                <a:path extrusionOk="0" h="5407" w="831">
                  <a:moveTo>
                    <a:pt x="527" y="0"/>
                  </a:moveTo>
                  <a:lnTo>
                    <a:pt x="1" y="5362"/>
                  </a:lnTo>
                  <a:lnTo>
                    <a:pt x="108" y="5406"/>
                  </a:lnTo>
                  <a:cubicBezTo>
                    <a:pt x="830" y="2258"/>
                    <a:pt x="527" y="1"/>
                    <a:pt x="5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21"/>
            <p:cNvSpPr/>
            <p:nvPr/>
          </p:nvSpPr>
          <p:spPr>
            <a:xfrm>
              <a:off x="1609434" y="3007352"/>
              <a:ext cx="147937" cy="1109451"/>
            </a:xfrm>
            <a:custGeom>
              <a:rect b="b" l="l" r="r" t="t"/>
              <a:pathLst>
                <a:path extrusionOk="0" h="5362" w="715">
                  <a:moveTo>
                    <a:pt x="714" y="0"/>
                  </a:moveTo>
                  <a:lnTo>
                    <a:pt x="714" y="0"/>
                  </a:lnTo>
                  <a:cubicBezTo>
                    <a:pt x="714" y="1"/>
                    <a:pt x="1" y="1910"/>
                    <a:pt x="72" y="5326"/>
                  </a:cubicBezTo>
                  <a:lnTo>
                    <a:pt x="188" y="5362"/>
                  </a:lnTo>
                  <a:lnTo>
                    <a:pt x="71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21"/>
            <p:cNvSpPr/>
            <p:nvPr/>
          </p:nvSpPr>
          <p:spPr>
            <a:xfrm>
              <a:off x="1607571" y="2918796"/>
              <a:ext cx="109039" cy="1127866"/>
            </a:xfrm>
            <a:custGeom>
              <a:rect b="b" l="l" r="r" t="t"/>
              <a:pathLst>
                <a:path extrusionOk="0" h="5451" w="527">
                  <a:moveTo>
                    <a:pt x="1" y="0"/>
                  </a:moveTo>
                  <a:lnTo>
                    <a:pt x="1" y="5451"/>
                  </a:lnTo>
                  <a:lnTo>
                    <a:pt x="117" y="5451"/>
                  </a:lnTo>
                  <a:cubicBezTo>
                    <a:pt x="527" y="2114"/>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21"/>
            <p:cNvSpPr/>
            <p:nvPr/>
          </p:nvSpPr>
          <p:spPr>
            <a:xfrm>
              <a:off x="1500605" y="2918796"/>
              <a:ext cx="107177" cy="1127866"/>
            </a:xfrm>
            <a:custGeom>
              <a:rect b="b" l="l" r="r" t="t"/>
              <a:pathLst>
                <a:path extrusionOk="0" h="5451" w="518">
                  <a:moveTo>
                    <a:pt x="518" y="0"/>
                  </a:moveTo>
                  <a:cubicBezTo>
                    <a:pt x="518" y="0"/>
                    <a:pt x="0" y="2114"/>
                    <a:pt x="402" y="5451"/>
                  </a:cubicBezTo>
                  <a:lnTo>
                    <a:pt x="518" y="5451"/>
                  </a:lnTo>
                  <a:lnTo>
                    <a:pt x="51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21"/>
            <p:cNvSpPr/>
            <p:nvPr/>
          </p:nvSpPr>
          <p:spPr>
            <a:xfrm>
              <a:off x="1214466" y="3276741"/>
              <a:ext cx="284494" cy="1052344"/>
            </a:xfrm>
            <a:custGeom>
              <a:rect b="b" l="l" r="r" t="t"/>
              <a:pathLst>
                <a:path extrusionOk="0" h="5086" w="1375">
                  <a:moveTo>
                    <a:pt x="0" y="1"/>
                  </a:moveTo>
                  <a:cubicBezTo>
                    <a:pt x="0" y="1"/>
                    <a:pt x="72" y="2321"/>
                    <a:pt x="1276" y="5086"/>
                  </a:cubicBezTo>
                  <a:lnTo>
                    <a:pt x="1374" y="5005"/>
                  </a:lnTo>
                  <a:lnTo>
                    <a:pt x="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21"/>
            <p:cNvSpPr/>
            <p:nvPr/>
          </p:nvSpPr>
          <p:spPr>
            <a:xfrm>
              <a:off x="1214466" y="3276741"/>
              <a:ext cx="304771" cy="1035791"/>
            </a:xfrm>
            <a:custGeom>
              <a:rect b="b" l="l" r="r" t="t"/>
              <a:pathLst>
                <a:path extrusionOk="0" h="5006" w="1473">
                  <a:moveTo>
                    <a:pt x="0" y="1"/>
                  </a:moveTo>
                  <a:lnTo>
                    <a:pt x="1374" y="5005"/>
                  </a:lnTo>
                  <a:lnTo>
                    <a:pt x="1472" y="4916"/>
                  </a:lnTo>
                  <a:cubicBezTo>
                    <a:pt x="1000" y="1553"/>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21"/>
            <p:cNvSpPr/>
            <p:nvPr/>
          </p:nvSpPr>
          <p:spPr>
            <a:xfrm>
              <a:off x="1301156" y="3134598"/>
              <a:ext cx="229044" cy="1069104"/>
            </a:xfrm>
            <a:custGeom>
              <a:rect b="b" l="l" r="r" t="t"/>
              <a:pathLst>
                <a:path extrusionOk="0" h="5167" w="1107">
                  <a:moveTo>
                    <a:pt x="108" y="1"/>
                  </a:moveTo>
                  <a:cubicBezTo>
                    <a:pt x="108" y="1"/>
                    <a:pt x="1" y="2321"/>
                    <a:pt x="1000" y="5166"/>
                  </a:cubicBezTo>
                  <a:lnTo>
                    <a:pt x="1107" y="5086"/>
                  </a:lnTo>
                  <a:lnTo>
                    <a:pt x="10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21"/>
            <p:cNvSpPr/>
            <p:nvPr/>
          </p:nvSpPr>
          <p:spPr>
            <a:xfrm>
              <a:off x="1323294" y="3134598"/>
              <a:ext cx="229044" cy="1052344"/>
            </a:xfrm>
            <a:custGeom>
              <a:rect b="b" l="l" r="r" t="t"/>
              <a:pathLst>
                <a:path extrusionOk="0" h="5086" w="1107">
                  <a:moveTo>
                    <a:pt x="1" y="1"/>
                  </a:moveTo>
                  <a:lnTo>
                    <a:pt x="1000" y="5086"/>
                  </a:lnTo>
                  <a:lnTo>
                    <a:pt x="1107" y="5014"/>
                  </a:lnTo>
                  <a:cubicBezTo>
                    <a:pt x="875" y="1625"/>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21"/>
            <p:cNvSpPr/>
            <p:nvPr/>
          </p:nvSpPr>
          <p:spPr>
            <a:xfrm>
              <a:off x="1395295" y="3007352"/>
              <a:ext cx="173800" cy="1118762"/>
            </a:xfrm>
            <a:custGeom>
              <a:rect b="b" l="l" r="r" t="t"/>
              <a:pathLst>
                <a:path extrusionOk="0" h="5407" w="840">
                  <a:moveTo>
                    <a:pt x="313" y="0"/>
                  </a:moveTo>
                  <a:cubicBezTo>
                    <a:pt x="313" y="1"/>
                    <a:pt x="1" y="2258"/>
                    <a:pt x="723" y="5406"/>
                  </a:cubicBezTo>
                  <a:lnTo>
                    <a:pt x="839" y="5362"/>
                  </a:lnTo>
                  <a:lnTo>
                    <a:pt x="313"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21"/>
            <p:cNvSpPr/>
            <p:nvPr/>
          </p:nvSpPr>
          <p:spPr>
            <a:xfrm>
              <a:off x="1459847" y="3007352"/>
              <a:ext cx="147937" cy="1109451"/>
            </a:xfrm>
            <a:custGeom>
              <a:rect b="b" l="l" r="r" t="t"/>
              <a:pathLst>
                <a:path extrusionOk="0" h="5362" w="715">
                  <a:moveTo>
                    <a:pt x="1" y="0"/>
                  </a:moveTo>
                  <a:lnTo>
                    <a:pt x="527" y="5362"/>
                  </a:lnTo>
                  <a:lnTo>
                    <a:pt x="634" y="5326"/>
                  </a:lnTo>
                  <a:cubicBezTo>
                    <a:pt x="715" y="1910"/>
                    <a:pt x="1" y="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21"/>
            <p:cNvSpPr/>
            <p:nvPr/>
          </p:nvSpPr>
          <p:spPr>
            <a:xfrm>
              <a:off x="1268053" y="3994907"/>
              <a:ext cx="681131" cy="86902"/>
            </a:xfrm>
            <a:custGeom>
              <a:rect b="b" l="l" r="r" t="t"/>
              <a:pathLst>
                <a:path extrusionOk="0" h="420" w="3292">
                  <a:moveTo>
                    <a:pt x="0" y="0"/>
                  </a:moveTo>
                  <a:lnTo>
                    <a:pt x="0" y="419"/>
                  </a:lnTo>
                  <a:lnTo>
                    <a:pt x="3292" y="419"/>
                  </a:lnTo>
                  <a:lnTo>
                    <a:pt x="3292"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21"/>
            <p:cNvSpPr/>
            <p:nvPr/>
          </p:nvSpPr>
          <p:spPr>
            <a:xfrm>
              <a:off x="1308605" y="4081600"/>
              <a:ext cx="598162" cy="694183"/>
            </a:xfrm>
            <a:custGeom>
              <a:rect b="b" l="l" r="r" t="t"/>
              <a:pathLst>
                <a:path extrusionOk="0" h="3355" w="2891">
                  <a:moveTo>
                    <a:pt x="0" y="0"/>
                  </a:moveTo>
                  <a:lnTo>
                    <a:pt x="250" y="3355"/>
                  </a:lnTo>
                  <a:lnTo>
                    <a:pt x="2650" y="3355"/>
                  </a:lnTo>
                  <a:lnTo>
                    <a:pt x="289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21"/>
            <p:cNvSpPr/>
            <p:nvPr/>
          </p:nvSpPr>
          <p:spPr>
            <a:xfrm>
              <a:off x="1308605" y="4081600"/>
              <a:ext cx="598162" cy="51934"/>
            </a:xfrm>
            <a:custGeom>
              <a:rect b="b" l="l" r="r" t="t"/>
              <a:pathLst>
                <a:path extrusionOk="0" h="251" w="2891">
                  <a:moveTo>
                    <a:pt x="0" y="0"/>
                  </a:moveTo>
                  <a:lnTo>
                    <a:pt x="18" y="250"/>
                  </a:lnTo>
                  <a:lnTo>
                    <a:pt x="2873" y="250"/>
                  </a:lnTo>
                  <a:lnTo>
                    <a:pt x="289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 name="Google Shape;902;p21"/>
          <p:cNvSpPr/>
          <p:nvPr/>
        </p:nvSpPr>
        <p:spPr>
          <a:xfrm>
            <a:off x="8274941" y="294388"/>
            <a:ext cx="1254515" cy="174375"/>
          </a:xfrm>
          <a:custGeom>
            <a:rect b="b" l="l" r="r" t="t"/>
            <a:pathLst>
              <a:path extrusionOk="0" h="759" w="5461">
                <a:moveTo>
                  <a:pt x="2793" y="0"/>
                </a:moveTo>
                <a:cubicBezTo>
                  <a:pt x="2177" y="0"/>
                  <a:pt x="1865" y="375"/>
                  <a:pt x="1865" y="375"/>
                </a:cubicBezTo>
                <a:cubicBezTo>
                  <a:pt x="1798" y="352"/>
                  <a:pt x="1736" y="342"/>
                  <a:pt x="1680" y="342"/>
                </a:cubicBezTo>
                <a:cubicBezTo>
                  <a:pt x="1433" y="342"/>
                  <a:pt x="1303" y="526"/>
                  <a:pt x="1303" y="526"/>
                </a:cubicBezTo>
                <a:cubicBezTo>
                  <a:pt x="1120" y="454"/>
                  <a:pt x="954" y="426"/>
                  <a:pt x="806" y="426"/>
                </a:cubicBezTo>
                <a:cubicBezTo>
                  <a:pt x="295" y="426"/>
                  <a:pt x="0" y="758"/>
                  <a:pt x="0" y="758"/>
                </a:cubicBezTo>
                <a:lnTo>
                  <a:pt x="5460" y="758"/>
                </a:lnTo>
                <a:cubicBezTo>
                  <a:pt x="5270" y="491"/>
                  <a:pt x="4996" y="421"/>
                  <a:pt x="4764" y="421"/>
                </a:cubicBezTo>
                <a:cubicBezTo>
                  <a:pt x="4517" y="421"/>
                  <a:pt x="4318" y="500"/>
                  <a:pt x="4318" y="500"/>
                </a:cubicBezTo>
                <a:cubicBezTo>
                  <a:pt x="4212" y="383"/>
                  <a:pt x="4084" y="347"/>
                  <a:pt x="3969" y="347"/>
                </a:cubicBezTo>
                <a:cubicBezTo>
                  <a:pt x="3795" y="347"/>
                  <a:pt x="3649" y="428"/>
                  <a:pt x="3649" y="428"/>
                </a:cubicBezTo>
                <a:cubicBezTo>
                  <a:pt x="3649" y="428"/>
                  <a:pt x="3408" y="0"/>
                  <a:pt x="27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903" name="Shape 903"/>
        <p:cNvGrpSpPr/>
        <p:nvPr/>
      </p:nvGrpSpPr>
      <p:grpSpPr>
        <a:xfrm>
          <a:off x="0" y="0"/>
          <a:ext cx="0" cy="0"/>
          <a:chOff x="0" y="0"/>
          <a:chExt cx="0" cy="0"/>
        </a:xfrm>
      </p:grpSpPr>
      <p:grpSp>
        <p:nvGrpSpPr>
          <p:cNvPr id="904" name="Google Shape;904;p22"/>
          <p:cNvGrpSpPr/>
          <p:nvPr/>
        </p:nvGrpSpPr>
        <p:grpSpPr>
          <a:xfrm flipH="1">
            <a:off x="5956691" y="-100015"/>
            <a:ext cx="4267658" cy="3288312"/>
            <a:chOff x="3266327" y="1191568"/>
            <a:chExt cx="384038" cy="295876"/>
          </a:xfrm>
        </p:grpSpPr>
        <p:sp>
          <p:nvSpPr>
            <p:cNvPr id="905" name="Google Shape;905;p22"/>
            <p:cNvSpPr/>
            <p:nvPr/>
          </p:nvSpPr>
          <p:spPr>
            <a:xfrm>
              <a:off x="3266327"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22"/>
            <p:cNvSpPr/>
            <p:nvPr/>
          </p:nvSpPr>
          <p:spPr>
            <a:xfrm>
              <a:off x="3303116" y="1291670"/>
              <a:ext cx="314495"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22"/>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22"/>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22"/>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22"/>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22"/>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 name="Google Shape;912;p22"/>
          <p:cNvGrpSpPr/>
          <p:nvPr/>
        </p:nvGrpSpPr>
        <p:grpSpPr>
          <a:xfrm flipH="1">
            <a:off x="-201641" y="1888044"/>
            <a:ext cx="1496588" cy="1312418"/>
            <a:chOff x="3650956" y="1757963"/>
            <a:chExt cx="258943" cy="227815"/>
          </a:xfrm>
        </p:grpSpPr>
        <p:sp>
          <p:nvSpPr>
            <p:cNvPr id="913" name="Google Shape;913;p22"/>
            <p:cNvSpPr/>
            <p:nvPr/>
          </p:nvSpPr>
          <p:spPr>
            <a:xfrm>
              <a:off x="3650956" y="1757963"/>
              <a:ext cx="258943" cy="227815"/>
            </a:xfrm>
            <a:custGeom>
              <a:rect b="b" l="l" r="r" t="t"/>
              <a:pathLst>
                <a:path extrusionOk="0" h="6272" w="7129">
                  <a:moveTo>
                    <a:pt x="5416" y="0"/>
                  </a:moveTo>
                  <a:lnTo>
                    <a:pt x="3828" y="411"/>
                  </a:lnTo>
                  <a:lnTo>
                    <a:pt x="3337" y="1499"/>
                  </a:lnTo>
                  <a:lnTo>
                    <a:pt x="2320" y="1945"/>
                  </a:lnTo>
                  <a:lnTo>
                    <a:pt x="1642" y="3016"/>
                  </a:lnTo>
                  <a:lnTo>
                    <a:pt x="1535" y="4095"/>
                  </a:lnTo>
                  <a:lnTo>
                    <a:pt x="1018" y="5219"/>
                  </a:lnTo>
                  <a:lnTo>
                    <a:pt x="1" y="6272"/>
                  </a:lnTo>
                  <a:lnTo>
                    <a:pt x="3846" y="6272"/>
                  </a:lnTo>
                  <a:lnTo>
                    <a:pt x="3417" y="5255"/>
                  </a:lnTo>
                  <a:lnTo>
                    <a:pt x="3623" y="4461"/>
                  </a:lnTo>
                  <a:lnTo>
                    <a:pt x="4390" y="3408"/>
                  </a:lnTo>
                  <a:lnTo>
                    <a:pt x="4898" y="3533"/>
                  </a:lnTo>
                  <a:lnTo>
                    <a:pt x="5327" y="4505"/>
                  </a:lnTo>
                  <a:lnTo>
                    <a:pt x="5077" y="5522"/>
                  </a:lnTo>
                  <a:lnTo>
                    <a:pt x="5228" y="6272"/>
                  </a:lnTo>
                  <a:lnTo>
                    <a:pt x="7129" y="6272"/>
                  </a:lnTo>
                  <a:lnTo>
                    <a:pt x="6745" y="5174"/>
                  </a:lnTo>
                  <a:lnTo>
                    <a:pt x="7066" y="4211"/>
                  </a:lnTo>
                  <a:lnTo>
                    <a:pt x="6593" y="2837"/>
                  </a:lnTo>
                  <a:lnTo>
                    <a:pt x="6308" y="1196"/>
                  </a:lnTo>
                  <a:lnTo>
                    <a:pt x="54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22"/>
            <p:cNvSpPr/>
            <p:nvPr/>
          </p:nvSpPr>
          <p:spPr>
            <a:xfrm>
              <a:off x="3710595" y="1757963"/>
              <a:ext cx="169481" cy="109549"/>
            </a:xfrm>
            <a:custGeom>
              <a:rect b="b" l="l" r="r" t="t"/>
              <a:pathLst>
                <a:path extrusionOk="0" h="3016" w="4666">
                  <a:moveTo>
                    <a:pt x="3774" y="0"/>
                  </a:moveTo>
                  <a:lnTo>
                    <a:pt x="2186" y="411"/>
                  </a:lnTo>
                  <a:lnTo>
                    <a:pt x="1695" y="1499"/>
                  </a:lnTo>
                  <a:lnTo>
                    <a:pt x="678" y="1945"/>
                  </a:lnTo>
                  <a:lnTo>
                    <a:pt x="0" y="3016"/>
                  </a:lnTo>
                  <a:lnTo>
                    <a:pt x="0" y="3016"/>
                  </a:lnTo>
                  <a:lnTo>
                    <a:pt x="794" y="2346"/>
                  </a:lnTo>
                  <a:lnTo>
                    <a:pt x="1401" y="2257"/>
                  </a:lnTo>
                  <a:lnTo>
                    <a:pt x="1918" y="2552"/>
                  </a:lnTo>
                  <a:lnTo>
                    <a:pt x="1570" y="1927"/>
                  </a:lnTo>
                  <a:lnTo>
                    <a:pt x="2186" y="2061"/>
                  </a:lnTo>
                  <a:lnTo>
                    <a:pt x="2025" y="1579"/>
                  </a:lnTo>
                  <a:lnTo>
                    <a:pt x="2560" y="866"/>
                  </a:lnTo>
                  <a:lnTo>
                    <a:pt x="3649" y="803"/>
                  </a:lnTo>
                  <a:lnTo>
                    <a:pt x="4666" y="1196"/>
                  </a:lnTo>
                  <a:lnTo>
                    <a:pt x="3774"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22"/>
            <p:cNvSpPr/>
            <p:nvPr/>
          </p:nvSpPr>
          <p:spPr>
            <a:xfrm>
              <a:off x="3768600" y="1867472"/>
              <a:ext cx="141295" cy="118302"/>
            </a:xfrm>
            <a:custGeom>
              <a:rect b="b" l="l" r="r" t="t"/>
              <a:pathLst>
                <a:path extrusionOk="0" h="3257" w="3890">
                  <a:moveTo>
                    <a:pt x="1534" y="1"/>
                  </a:moveTo>
                  <a:lnTo>
                    <a:pt x="856" y="116"/>
                  </a:lnTo>
                  <a:lnTo>
                    <a:pt x="259" y="1196"/>
                  </a:lnTo>
                  <a:lnTo>
                    <a:pt x="71" y="447"/>
                  </a:lnTo>
                  <a:lnTo>
                    <a:pt x="0" y="1767"/>
                  </a:lnTo>
                  <a:lnTo>
                    <a:pt x="178" y="2240"/>
                  </a:lnTo>
                  <a:lnTo>
                    <a:pt x="384" y="1446"/>
                  </a:lnTo>
                  <a:lnTo>
                    <a:pt x="1151" y="393"/>
                  </a:lnTo>
                  <a:lnTo>
                    <a:pt x="1659" y="518"/>
                  </a:lnTo>
                  <a:lnTo>
                    <a:pt x="2088" y="1490"/>
                  </a:lnTo>
                  <a:lnTo>
                    <a:pt x="1838" y="2507"/>
                  </a:lnTo>
                  <a:lnTo>
                    <a:pt x="1989" y="3257"/>
                  </a:lnTo>
                  <a:lnTo>
                    <a:pt x="3890" y="3257"/>
                  </a:lnTo>
                  <a:lnTo>
                    <a:pt x="3506" y="2159"/>
                  </a:lnTo>
                  <a:lnTo>
                    <a:pt x="3488" y="3087"/>
                  </a:lnTo>
                  <a:lnTo>
                    <a:pt x="2935" y="2820"/>
                  </a:lnTo>
                  <a:lnTo>
                    <a:pt x="2882" y="1767"/>
                  </a:lnTo>
                  <a:lnTo>
                    <a:pt x="2614" y="2820"/>
                  </a:lnTo>
                  <a:lnTo>
                    <a:pt x="2177" y="2382"/>
                  </a:lnTo>
                  <a:lnTo>
                    <a:pt x="2543" y="973"/>
                  </a:lnTo>
                  <a:lnTo>
                    <a:pt x="1534"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22"/>
            <p:cNvSpPr/>
            <p:nvPr/>
          </p:nvSpPr>
          <p:spPr>
            <a:xfrm>
              <a:off x="3722908" y="1895331"/>
              <a:ext cx="23682" cy="90443"/>
            </a:xfrm>
            <a:custGeom>
              <a:rect b="b" l="l" r="r" t="t"/>
              <a:pathLst>
                <a:path extrusionOk="0" h="2490" w="652">
                  <a:moveTo>
                    <a:pt x="179" y="1"/>
                  </a:moveTo>
                  <a:lnTo>
                    <a:pt x="286" y="1856"/>
                  </a:lnTo>
                  <a:lnTo>
                    <a:pt x="0" y="2490"/>
                  </a:lnTo>
                  <a:lnTo>
                    <a:pt x="651" y="2490"/>
                  </a:lnTo>
                  <a:lnTo>
                    <a:pt x="598" y="1910"/>
                  </a:lnTo>
                  <a:lnTo>
                    <a:pt x="598" y="1348"/>
                  </a:lnTo>
                  <a:lnTo>
                    <a:pt x="179"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22"/>
            <p:cNvSpPr/>
            <p:nvPr/>
          </p:nvSpPr>
          <p:spPr>
            <a:xfrm>
              <a:off x="3650956" y="1906663"/>
              <a:ext cx="57390" cy="79110"/>
            </a:xfrm>
            <a:custGeom>
              <a:rect b="b" l="l" r="r" t="t"/>
              <a:pathLst>
                <a:path extrusionOk="0" h="2178" w="1580">
                  <a:moveTo>
                    <a:pt x="1535" y="1"/>
                  </a:moveTo>
                  <a:lnTo>
                    <a:pt x="1018" y="1125"/>
                  </a:lnTo>
                  <a:lnTo>
                    <a:pt x="1" y="2178"/>
                  </a:lnTo>
                  <a:lnTo>
                    <a:pt x="1250" y="2178"/>
                  </a:lnTo>
                  <a:lnTo>
                    <a:pt x="795" y="1839"/>
                  </a:lnTo>
                  <a:lnTo>
                    <a:pt x="1428" y="1303"/>
                  </a:lnTo>
                  <a:lnTo>
                    <a:pt x="1580" y="643"/>
                  </a:lnTo>
                  <a:lnTo>
                    <a:pt x="153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22"/>
            <p:cNvSpPr/>
            <p:nvPr/>
          </p:nvSpPr>
          <p:spPr>
            <a:xfrm>
              <a:off x="3857370" y="1801367"/>
              <a:ext cx="50270" cy="109549"/>
            </a:xfrm>
            <a:custGeom>
              <a:rect b="b" l="l" r="r" t="t"/>
              <a:pathLst>
                <a:path extrusionOk="0" h="3016" w="1384">
                  <a:moveTo>
                    <a:pt x="625" y="1"/>
                  </a:moveTo>
                  <a:lnTo>
                    <a:pt x="580" y="1357"/>
                  </a:lnTo>
                  <a:lnTo>
                    <a:pt x="0" y="402"/>
                  </a:lnTo>
                  <a:lnTo>
                    <a:pt x="411" y="1874"/>
                  </a:lnTo>
                  <a:lnTo>
                    <a:pt x="1383" y="3016"/>
                  </a:lnTo>
                  <a:lnTo>
                    <a:pt x="910" y="1642"/>
                  </a:lnTo>
                  <a:lnTo>
                    <a:pt x="62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9" name="Google Shape;919;p22"/>
          <p:cNvSpPr txBox="1"/>
          <p:nvPr>
            <p:ph type="title"/>
          </p:nvPr>
        </p:nvSpPr>
        <p:spPr>
          <a:xfrm>
            <a:off x="713100" y="539400"/>
            <a:ext cx="3046500" cy="10074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3000"/>
              <a:buNone/>
              <a:defRPr sz="2200">
                <a:solidFill>
                  <a:schemeClr val="lt2"/>
                </a:solidFill>
              </a:defRPr>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920" name="Shape 920"/>
        <p:cNvGrpSpPr/>
        <p:nvPr/>
      </p:nvGrpSpPr>
      <p:grpSpPr>
        <a:xfrm>
          <a:off x="0" y="0"/>
          <a:ext cx="0" cy="0"/>
          <a:chOff x="0" y="0"/>
          <a:chExt cx="0" cy="0"/>
        </a:xfrm>
      </p:grpSpPr>
      <p:sp>
        <p:nvSpPr>
          <p:cNvPr id="921" name="Google Shape;921;p23"/>
          <p:cNvSpPr/>
          <p:nvPr/>
        </p:nvSpPr>
        <p:spPr>
          <a:xfrm>
            <a:off x="0" y="1168942"/>
            <a:ext cx="9144017" cy="3985219"/>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 name="Google Shape;922;p23"/>
          <p:cNvGrpSpPr/>
          <p:nvPr/>
        </p:nvGrpSpPr>
        <p:grpSpPr>
          <a:xfrm flipH="1">
            <a:off x="5965241" y="2384854"/>
            <a:ext cx="3178784" cy="2759461"/>
            <a:chOff x="3460777" y="2171409"/>
            <a:chExt cx="376544" cy="325374"/>
          </a:xfrm>
        </p:grpSpPr>
        <p:sp>
          <p:nvSpPr>
            <p:cNvPr id="923" name="Google Shape;923;p23"/>
            <p:cNvSpPr/>
            <p:nvPr/>
          </p:nvSpPr>
          <p:spPr>
            <a:xfrm>
              <a:off x="3467569" y="2171409"/>
              <a:ext cx="12677" cy="111510"/>
            </a:xfrm>
            <a:custGeom>
              <a:rect b="b" l="l" r="r" t="t"/>
              <a:pathLst>
                <a:path extrusionOk="0" h="3070" w="349">
                  <a:moveTo>
                    <a:pt x="348" y="0"/>
                  </a:moveTo>
                  <a:cubicBezTo>
                    <a:pt x="348" y="0"/>
                    <a:pt x="304" y="45"/>
                    <a:pt x="313" y="116"/>
                  </a:cubicBezTo>
                  <a:cubicBezTo>
                    <a:pt x="322" y="179"/>
                    <a:pt x="259" y="197"/>
                    <a:pt x="286" y="250"/>
                  </a:cubicBezTo>
                  <a:cubicBezTo>
                    <a:pt x="313" y="304"/>
                    <a:pt x="232" y="322"/>
                    <a:pt x="268" y="393"/>
                  </a:cubicBezTo>
                  <a:cubicBezTo>
                    <a:pt x="304" y="455"/>
                    <a:pt x="214" y="536"/>
                    <a:pt x="250" y="607"/>
                  </a:cubicBezTo>
                  <a:cubicBezTo>
                    <a:pt x="277" y="678"/>
                    <a:pt x="206" y="714"/>
                    <a:pt x="241" y="777"/>
                  </a:cubicBezTo>
                  <a:cubicBezTo>
                    <a:pt x="277" y="839"/>
                    <a:pt x="161" y="910"/>
                    <a:pt x="214" y="1017"/>
                  </a:cubicBezTo>
                  <a:cubicBezTo>
                    <a:pt x="268" y="1116"/>
                    <a:pt x="170" y="1169"/>
                    <a:pt x="206" y="1249"/>
                  </a:cubicBezTo>
                  <a:cubicBezTo>
                    <a:pt x="232" y="1321"/>
                    <a:pt x="107" y="1410"/>
                    <a:pt x="170" y="1490"/>
                  </a:cubicBezTo>
                  <a:cubicBezTo>
                    <a:pt x="223" y="1579"/>
                    <a:pt x="116" y="1651"/>
                    <a:pt x="152" y="1713"/>
                  </a:cubicBezTo>
                  <a:cubicBezTo>
                    <a:pt x="188" y="1776"/>
                    <a:pt x="90" y="1865"/>
                    <a:pt x="143" y="1936"/>
                  </a:cubicBezTo>
                  <a:cubicBezTo>
                    <a:pt x="197" y="2008"/>
                    <a:pt x="72" y="2088"/>
                    <a:pt x="116" y="2186"/>
                  </a:cubicBezTo>
                  <a:cubicBezTo>
                    <a:pt x="152" y="2284"/>
                    <a:pt x="54" y="2391"/>
                    <a:pt x="107" y="2480"/>
                  </a:cubicBezTo>
                  <a:cubicBezTo>
                    <a:pt x="152" y="2561"/>
                    <a:pt x="36" y="2587"/>
                    <a:pt x="90" y="2677"/>
                  </a:cubicBezTo>
                  <a:cubicBezTo>
                    <a:pt x="143" y="2775"/>
                    <a:pt x="0" y="2891"/>
                    <a:pt x="0" y="3069"/>
                  </a:cubicBezTo>
                  <a:lnTo>
                    <a:pt x="348" y="3069"/>
                  </a:lnTo>
                  <a:lnTo>
                    <a:pt x="3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23"/>
            <p:cNvSpPr/>
            <p:nvPr/>
          </p:nvSpPr>
          <p:spPr>
            <a:xfrm>
              <a:off x="3480209" y="2171409"/>
              <a:ext cx="13003" cy="111510"/>
            </a:xfrm>
            <a:custGeom>
              <a:rect b="b" l="l" r="r" t="t"/>
              <a:pathLst>
                <a:path extrusionOk="0" h="3070" w="358">
                  <a:moveTo>
                    <a:pt x="0" y="0"/>
                  </a:moveTo>
                  <a:lnTo>
                    <a:pt x="0" y="3069"/>
                  </a:lnTo>
                  <a:lnTo>
                    <a:pt x="357" y="3069"/>
                  </a:lnTo>
                  <a:cubicBezTo>
                    <a:pt x="357" y="2891"/>
                    <a:pt x="214" y="2775"/>
                    <a:pt x="268" y="2677"/>
                  </a:cubicBezTo>
                  <a:cubicBezTo>
                    <a:pt x="321" y="2587"/>
                    <a:pt x="205" y="2561"/>
                    <a:pt x="250" y="2480"/>
                  </a:cubicBezTo>
                  <a:cubicBezTo>
                    <a:pt x="304" y="2391"/>
                    <a:pt x="205" y="2284"/>
                    <a:pt x="241" y="2186"/>
                  </a:cubicBezTo>
                  <a:cubicBezTo>
                    <a:pt x="286" y="2088"/>
                    <a:pt x="161" y="2008"/>
                    <a:pt x="214" y="1936"/>
                  </a:cubicBezTo>
                  <a:cubicBezTo>
                    <a:pt x="268" y="1865"/>
                    <a:pt x="170" y="1776"/>
                    <a:pt x="205" y="1713"/>
                  </a:cubicBezTo>
                  <a:cubicBezTo>
                    <a:pt x="241" y="1651"/>
                    <a:pt x="134" y="1579"/>
                    <a:pt x="188" y="1490"/>
                  </a:cubicBezTo>
                  <a:cubicBezTo>
                    <a:pt x="250" y="1410"/>
                    <a:pt x="125" y="1321"/>
                    <a:pt x="152" y="1249"/>
                  </a:cubicBezTo>
                  <a:cubicBezTo>
                    <a:pt x="188" y="1169"/>
                    <a:pt x="89" y="1116"/>
                    <a:pt x="143" y="1017"/>
                  </a:cubicBezTo>
                  <a:cubicBezTo>
                    <a:pt x="197" y="910"/>
                    <a:pt x="81" y="839"/>
                    <a:pt x="116" y="777"/>
                  </a:cubicBezTo>
                  <a:cubicBezTo>
                    <a:pt x="152" y="714"/>
                    <a:pt x="81" y="678"/>
                    <a:pt x="107" y="607"/>
                  </a:cubicBezTo>
                  <a:cubicBezTo>
                    <a:pt x="143" y="536"/>
                    <a:pt x="54" y="455"/>
                    <a:pt x="89" y="393"/>
                  </a:cubicBezTo>
                  <a:cubicBezTo>
                    <a:pt x="125" y="322"/>
                    <a:pt x="45" y="304"/>
                    <a:pt x="72" y="250"/>
                  </a:cubicBezTo>
                  <a:cubicBezTo>
                    <a:pt x="98" y="197"/>
                    <a:pt x="36" y="179"/>
                    <a:pt x="45" y="116"/>
                  </a:cubicBezTo>
                  <a:cubicBezTo>
                    <a:pt x="54" y="45"/>
                    <a:pt x="0" y="0"/>
                    <a:pt x="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23"/>
            <p:cNvSpPr/>
            <p:nvPr/>
          </p:nvSpPr>
          <p:spPr>
            <a:xfrm>
              <a:off x="3560879" y="2222586"/>
              <a:ext cx="13003" cy="111510"/>
            </a:xfrm>
            <a:custGeom>
              <a:rect b="b" l="l" r="r" t="t"/>
              <a:pathLst>
                <a:path extrusionOk="0" h="3070" w="358">
                  <a:moveTo>
                    <a:pt x="357" y="1"/>
                  </a:moveTo>
                  <a:cubicBezTo>
                    <a:pt x="357" y="1"/>
                    <a:pt x="304" y="54"/>
                    <a:pt x="313" y="117"/>
                  </a:cubicBezTo>
                  <a:cubicBezTo>
                    <a:pt x="322" y="179"/>
                    <a:pt x="259" y="206"/>
                    <a:pt x="286" y="251"/>
                  </a:cubicBezTo>
                  <a:cubicBezTo>
                    <a:pt x="313" y="304"/>
                    <a:pt x="233" y="331"/>
                    <a:pt x="268" y="393"/>
                  </a:cubicBezTo>
                  <a:cubicBezTo>
                    <a:pt x="304" y="456"/>
                    <a:pt x="215" y="536"/>
                    <a:pt x="250" y="608"/>
                  </a:cubicBezTo>
                  <a:cubicBezTo>
                    <a:pt x="277" y="688"/>
                    <a:pt x="206" y="715"/>
                    <a:pt x="241" y="777"/>
                  </a:cubicBezTo>
                  <a:cubicBezTo>
                    <a:pt x="277" y="839"/>
                    <a:pt x="161" y="911"/>
                    <a:pt x="215" y="1018"/>
                  </a:cubicBezTo>
                  <a:cubicBezTo>
                    <a:pt x="268" y="1125"/>
                    <a:pt x="170" y="1178"/>
                    <a:pt x="206" y="1250"/>
                  </a:cubicBezTo>
                  <a:cubicBezTo>
                    <a:pt x="233" y="1321"/>
                    <a:pt x="108" y="1410"/>
                    <a:pt x="170" y="1491"/>
                  </a:cubicBezTo>
                  <a:cubicBezTo>
                    <a:pt x="224" y="1580"/>
                    <a:pt x="117" y="1651"/>
                    <a:pt x="152" y="1714"/>
                  </a:cubicBezTo>
                  <a:cubicBezTo>
                    <a:pt x="188" y="1776"/>
                    <a:pt x="90" y="1865"/>
                    <a:pt x="143" y="1937"/>
                  </a:cubicBezTo>
                  <a:cubicBezTo>
                    <a:pt x="197" y="2008"/>
                    <a:pt x="72" y="2097"/>
                    <a:pt x="117" y="2187"/>
                  </a:cubicBezTo>
                  <a:cubicBezTo>
                    <a:pt x="152" y="2285"/>
                    <a:pt x="54" y="2392"/>
                    <a:pt x="108" y="2481"/>
                  </a:cubicBezTo>
                  <a:cubicBezTo>
                    <a:pt x="152" y="2561"/>
                    <a:pt x="36" y="2588"/>
                    <a:pt x="90" y="2677"/>
                  </a:cubicBezTo>
                  <a:cubicBezTo>
                    <a:pt x="143" y="2775"/>
                    <a:pt x="1" y="2900"/>
                    <a:pt x="1" y="3070"/>
                  </a:cubicBezTo>
                  <a:lnTo>
                    <a:pt x="357" y="3070"/>
                  </a:lnTo>
                  <a:lnTo>
                    <a:pt x="35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23"/>
            <p:cNvSpPr/>
            <p:nvPr/>
          </p:nvSpPr>
          <p:spPr>
            <a:xfrm>
              <a:off x="3573845" y="2222586"/>
              <a:ext cx="12677" cy="111510"/>
            </a:xfrm>
            <a:custGeom>
              <a:rect b="b" l="l" r="r" t="t"/>
              <a:pathLst>
                <a:path extrusionOk="0" h="3070" w="349">
                  <a:moveTo>
                    <a:pt x="0" y="1"/>
                  </a:moveTo>
                  <a:lnTo>
                    <a:pt x="0" y="3070"/>
                  </a:lnTo>
                  <a:lnTo>
                    <a:pt x="348" y="3070"/>
                  </a:lnTo>
                  <a:cubicBezTo>
                    <a:pt x="348" y="2900"/>
                    <a:pt x="206" y="2775"/>
                    <a:pt x="259" y="2677"/>
                  </a:cubicBezTo>
                  <a:cubicBezTo>
                    <a:pt x="313" y="2588"/>
                    <a:pt x="197" y="2561"/>
                    <a:pt x="241" y="2481"/>
                  </a:cubicBezTo>
                  <a:cubicBezTo>
                    <a:pt x="295" y="2392"/>
                    <a:pt x="197" y="2285"/>
                    <a:pt x="232" y="2187"/>
                  </a:cubicBezTo>
                  <a:cubicBezTo>
                    <a:pt x="277" y="2097"/>
                    <a:pt x="152" y="2008"/>
                    <a:pt x="206" y="1937"/>
                  </a:cubicBezTo>
                  <a:cubicBezTo>
                    <a:pt x="259" y="1865"/>
                    <a:pt x="161" y="1776"/>
                    <a:pt x="197" y="1714"/>
                  </a:cubicBezTo>
                  <a:cubicBezTo>
                    <a:pt x="232" y="1651"/>
                    <a:pt x="125" y="1580"/>
                    <a:pt x="188" y="1491"/>
                  </a:cubicBezTo>
                  <a:cubicBezTo>
                    <a:pt x="241" y="1410"/>
                    <a:pt x="116" y="1321"/>
                    <a:pt x="143" y="1250"/>
                  </a:cubicBezTo>
                  <a:cubicBezTo>
                    <a:pt x="179" y="1178"/>
                    <a:pt x="81" y="1125"/>
                    <a:pt x="134" y="1018"/>
                  </a:cubicBezTo>
                  <a:cubicBezTo>
                    <a:pt x="188" y="911"/>
                    <a:pt x="72" y="839"/>
                    <a:pt x="108" y="777"/>
                  </a:cubicBezTo>
                  <a:cubicBezTo>
                    <a:pt x="143" y="715"/>
                    <a:pt x="72" y="688"/>
                    <a:pt x="99" y="608"/>
                  </a:cubicBezTo>
                  <a:cubicBezTo>
                    <a:pt x="134" y="536"/>
                    <a:pt x="45" y="456"/>
                    <a:pt x="81" y="393"/>
                  </a:cubicBezTo>
                  <a:cubicBezTo>
                    <a:pt x="116" y="331"/>
                    <a:pt x="45" y="304"/>
                    <a:pt x="63" y="251"/>
                  </a:cubicBezTo>
                  <a:cubicBezTo>
                    <a:pt x="90" y="206"/>
                    <a:pt x="27" y="179"/>
                    <a:pt x="36" y="117"/>
                  </a:cubicBezTo>
                  <a:cubicBezTo>
                    <a:pt x="45" y="54"/>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23"/>
            <p:cNvSpPr/>
            <p:nvPr/>
          </p:nvSpPr>
          <p:spPr>
            <a:xfrm>
              <a:off x="3487001" y="2207367"/>
              <a:ext cx="12677" cy="111183"/>
            </a:xfrm>
            <a:custGeom>
              <a:rect b="b" l="l" r="r" t="t"/>
              <a:pathLst>
                <a:path extrusionOk="0" h="3061" w="349">
                  <a:moveTo>
                    <a:pt x="349" y="1"/>
                  </a:moveTo>
                  <a:cubicBezTo>
                    <a:pt x="349" y="1"/>
                    <a:pt x="304" y="45"/>
                    <a:pt x="313" y="108"/>
                  </a:cubicBezTo>
                  <a:cubicBezTo>
                    <a:pt x="322" y="170"/>
                    <a:pt x="259" y="197"/>
                    <a:pt x="286" y="250"/>
                  </a:cubicBezTo>
                  <a:cubicBezTo>
                    <a:pt x="304" y="304"/>
                    <a:pt x="224" y="322"/>
                    <a:pt x="268" y="384"/>
                  </a:cubicBezTo>
                  <a:cubicBezTo>
                    <a:pt x="304" y="456"/>
                    <a:pt x="215" y="527"/>
                    <a:pt x="241" y="607"/>
                  </a:cubicBezTo>
                  <a:cubicBezTo>
                    <a:pt x="277" y="679"/>
                    <a:pt x="206" y="714"/>
                    <a:pt x="241" y="777"/>
                  </a:cubicBezTo>
                  <a:cubicBezTo>
                    <a:pt x="268" y="839"/>
                    <a:pt x="161" y="911"/>
                    <a:pt x="215" y="1009"/>
                  </a:cubicBezTo>
                  <a:cubicBezTo>
                    <a:pt x="268" y="1116"/>
                    <a:pt x="170" y="1169"/>
                    <a:pt x="197" y="1241"/>
                  </a:cubicBezTo>
                  <a:cubicBezTo>
                    <a:pt x="233" y="1321"/>
                    <a:pt x="108" y="1401"/>
                    <a:pt x="161" y="1490"/>
                  </a:cubicBezTo>
                  <a:cubicBezTo>
                    <a:pt x="224" y="1571"/>
                    <a:pt x="117" y="1642"/>
                    <a:pt x="152" y="1705"/>
                  </a:cubicBezTo>
                  <a:cubicBezTo>
                    <a:pt x="188" y="1776"/>
                    <a:pt x="90" y="1865"/>
                    <a:pt x="143" y="1936"/>
                  </a:cubicBezTo>
                  <a:cubicBezTo>
                    <a:pt x="197" y="2008"/>
                    <a:pt x="72" y="2088"/>
                    <a:pt x="108" y="2186"/>
                  </a:cubicBezTo>
                  <a:cubicBezTo>
                    <a:pt x="152" y="2284"/>
                    <a:pt x="54" y="2391"/>
                    <a:pt x="99" y="2472"/>
                  </a:cubicBezTo>
                  <a:cubicBezTo>
                    <a:pt x="152" y="2561"/>
                    <a:pt x="36" y="2579"/>
                    <a:pt x="90" y="2677"/>
                  </a:cubicBezTo>
                  <a:cubicBezTo>
                    <a:pt x="143" y="2766"/>
                    <a:pt x="1" y="2891"/>
                    <a:pt x="1" y="3061"/>
                  </a:cubicBezTo>
                  <a:lnTo>
                    <a:pt x="349" y="3061"/>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23"/>
            <p:cNvSpPr/>
            <p:nvPr/>
          </p:nvSpPr>
          <p:spPr>
            <a:xfrm>
              <a:off x="3499641" y="2207367"/>
              <a:ext cx="12677" cy="111183"/>
            </a:xfrm>
            <a:custGeom>
              <a:rect b="b" l="l" r="r" t="t"/>
              <a:pathLst>
                <a:path extrusionOk="0" h="3061" w="349">
                  <a:moveTo>
                    <a:pt x="1" y="1"/>
                  </a:moveTo>
                  <a:lnTo>
                    <a:pt x="1" y="3061"/>
                  </a:lnTo>
                  <a:lnTo>
                    <a:pt x="348" y="3061"/>
                  </a:lnTo>
                  <a:cubicBezTo>
                    <a:pt x="348" y="2891"/>
                    <a:pt x="215" y="2766"/>
                    <a:pt x="268" y="2677"/>
                  </a:cubicBezTo>
                  <a:cubicBezTo>
                    <a:pt x="322" y="2579"/>
                    <a:pt x="197" y="2561"/>
                    <a:pt x="250" y="2472"/>
                  </a:cubicBezTo>
                  <a:cubicBezTo>
                    <a:pt x="304" y="2391"/>
                    <a:pt x="197" y="2284"/>
                    <a:pt x="241" y="2186"/>
                  </a:cubicBezTo>
                  <a:cubicBezTo>
                    <a:pt x="286" y="2088"/>
                    <a:pt x="161" y="2008"/>
                    <a:pt x="215" y="1936"/>
                  </a:cubicBezTo>
                  <a:cubicBezTo>
                    <a:pt x="268" y="1865"/>
                    <a:pt x="170" y="1776"/>
                    <a:pt x="206" y="1705"/>
                  </a:cubicBezTo>
                  <a:cubicBezTo>
                    <a:pt x="241" y="1642"/>
                    <a:pt x="134" y="1571"/>
                    <a:pt x="188" y="1490"/>
                  </a:cubicBezTo>
                  <a:cubicBezTo>
                    <a:pt x="241" y="1401"/>
                    <a:pt x="117" y="1321"/>
                    <a:pt x="152" y="1241"/>
                  </a:cubicBezTo>
                  <a:cubicBezTo>
                    <a:pt x="188" y="1169"/>
                    <a:pt x="81" y="1116"/>
                    <a:pt x="134" y="1009"/>
                  </a:cubicBezTo>
                  <a:cubicBezTo>
                    <a:pt x="188" y="911"/>
                    <a:pt x="81" y="839"/>
                    <a:pt x="117" y="777"/>
                  </a:cubicBezTo>
                  <a:cubicBezTo>
                    <a:pt x="152" y="714"/>
                    <a:pt x="72" y="679"/>
                    <a:pt x="108" y="607"/>
                  </a:cubicBezTo>
                  <a:cubicBezTo>
                    <a:pt x="143" y="527"/>
                    <a:pt x="54" y="456"/>
                    <a:pt x="90" y="384"/>
                  </a:cubicBezTo>
                  <a:cubicBezTo>
                    <a:pt x="125" y="322"/>
                    <a:pt x="45" y="304"/>
                    <a:pt x="72" y="250"/>
                  </a:cubicBezTo>
                  <a:cubicBezTo>
                    <a:pt x="99" y="197"/>
                    <a:pt x="36" y="170"/>
                    <a:pt x="45" y="108"/>
                  </a:cubicBezTo>
                  <a:cubicBezTo>
                    <a:pt x="45" y="45"/>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23"/>
            <p:cNvSpPr/>
            <p:nvPr/>
          </p:nvSpPr>
          <p:spPr>
            <a:xfrm>
              <a:off x="3666174" y="2309104"/>
              <a:ext cx="12677" cy="111510"/>
            </a:xfrm>
            <a:custGeom>
              <a:rect b="b" l="l" r="r" t="t"/>
              <a:pathLst>
                <a:path extrusionOk="0" h="3070" w="349">
                  <a:moveTo>
                    <a:pt x="349" y="1"/>
                  </a:moveTo>
                  <a:cubicBezTo>
                    <a:pt x="349" y="1"/>
                    <a:pt x="304" y="54"/>
                    <a:pt x="304" y="117"/>
                  </a:cubicBezTo>
                  <a:cubicBezTo>
                    <a:pt x="313" y="179"/>
                    <a:pt x="251" y="206"/>
                    <a:pt x="278" y="251"/>
                  </a:cubicBezTo>
                  <a:cubicBezTo>
                    <a:pt x="304" y="304"/>
                    <a:pt x="224" y="322"/>
                    <a:pt x="260" y="393"/>
                  </a:cubicBezTo>
                  <a:cubicBezTo>
                    <a:pt x="295" y="456"/>
                    <a:pt x="206" y="536"/>
                    <a:pt x="242" y="607"/>
                  </a:cubicBezTo>
                  <a:cubicBezTo>
                    <a:pt x="278" y="688"/>
                    <a:pt x="197" y="715"/>
                    <a:pt x="233" y="777"/>
                  </a:cubicBezTo>
                  <a:cubicBezTo>
                    <a:pt x="269" y="839"/>
                    <a:pt x="162" y="911"/>
                    <a:pt x="215" y="1018"/>
                  </a:cubicBezTo>
                  <a:cubicBezTo>
                    <a:pt x="269" y="1125"/>
                    <a:pt x="162" y="1178"/>
                    <a:pt x="197" y="1250"/>
                  </a:cubicBezTo>
                  <a:cubicBezTo>
                    <a:pt x="233" y="1321"/>
                    <a:pt x="108" y="1410"/>
                    <a:pt x="162" y="1491"/>
                  </a:cubicBezTo>
                  <a:cubicBezTo>
                    <a:pt x="215" y="1580"/>
                    <a:pt x="108" y="1651"/>
                    <a:pt x="144" y="1714"/>
                  </a:cubicBezTo>
                  <a:cubicBezTo>
                    <a:pt x="179" y="1776"/>
                    <a:pt x="81" y="1865"/>
                    <a:pt x="135" y="1937"/>
                  </a:cubicBezTo>
                  <a:cubicBezTo>
                    <a:pt x="188" y="2008"/>
                    <a:pt x="63" y="2088"/>
                    <a:pt x="108" y="2186"/>
                  </a:cubicBezTo>
                  <a:cubicBezTo>
                    <a:pt x="153" y="2285"/>
                    <a:pt x="46" y="2392"/>
                    <a:pt x="99" y="2481"/>
                  </a:cubicBezTo>
                  <a:cubicBezTo>
                    <a:pt x="153" y="2561"/>
                    <a:pt x="28" y="2588"/>
                    <a:pt x="81" y="2677"/>
                  </a:cubicBezTo>
                  <a:cubicBezTo>
                    <a:pt x="135" y="2775"/>
                    <a:pt x="1" y="2891"/>
                    <a:pt x="1" y="3070"/>
                  </a:cubicBezTo>
                  <a:lnTo>
                    <a:pt x="349" y="3070"/>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23"/>
            <p:cNvSpPr/>
            <p:nvPr/>
          </p:nvSpPr>
          <p:spPr>
            <a:xfrm>
              <a:off x="3678814" y="2309104"/>
              <a:ext cx="12677" cy="111510"/>
            </a:xfrm>
            <a:custGeom>
              <a:rect b="b" l="l" r="r" t="t"/>
              <a:pathLst>
                <a:path extrusionOk="0" h="3070" w="349">
                  <a:moveTo>
                    <a:pt x="1" y="1"/>
                  </a:moveTo>
                  <a:lnTo>
                    <a:pt x="1" y="3070"/>
                  </a:lnTo>
                  <a:lnTo>
                    <a:pt x="349" y="3070"/>
                  </a:lnTo>
                  <a:cubicBezTo>
                    <a:pt x="349" y="2891"/>
                    <a:pt x="206" y="2775"/>
                    <a:pt x="260" y="2677"/>
                  </a:cubicBezTo>
                  <a:cubicBezTo>
                    <a:pt x="322" y="2588"/>
                    <a:pt x="197" y="2561"/>
                    <a:pt x="251" y="2481"/>
                  </a:cubicBezTo>
                  <a:cubicBezTo>
                    <a:pt x="295" y="2392"/>
                    <a:pt x="197" y="2285"/>
                    <a:pt x="242" y="2186"/>
                  </a:cubicBezTo>
                  <a:cubicBezTo>
                    <a:pt x="277" y="2088"/>
                    <a:pt x="153" y="2008"/>
                    <a:pt x="206" y="1937"/>
                  </a:cubicBezTo>
                  <a:cubicBezTo>
                    <a:pt x="260" y="1865"/>
                    <a:pt x="161" y="1776"/>
                    <a:pt x="197" y="1714"/>
                  </a:cubicBezTo>
                  <a:cubicBezTo>
                    <a:pt x="233" y="1651"/>
                    <a:pt x="135" y="1580"/>
                    <a:pt x="188" y="1491"/>
                  </a:cubicBezTo>
                  <a:cubicBezTo>
                    <a:pt x="242" y="1410"/>
                    <a:pt x="117" y="1321"/>
                    <a:pt x="153" y="1250"/>
                  </a:cubicBezTo>
                  <a:cubicBezTo>
                    <a:pt x="179" y="1178"/>
                    <a:pt x="81" y="1125"/>
                    <a:pt x="135" y="1018"/>
                  </a:cubicBezTo>
                  <a:cubicBezTo>
                    <a:pt x="188" y="911"/>
                    <a:pt x="81" y="839"/>
                    <a:pt x="117" y="777"/>
                  </a:cubicBezTo>
                  <a:cubicBezTo>
                    <a:pt x="144" y="715"/>
                    <a:pt x="72" y="688"/>
                    <a:pt x="108" y="607"/>
                  </a:cubicBezTo>
                  <a:cubicBezTo>
                    <a:pt x="135" y="536"/>
                    <a:pt x="45" y="456"/>
                    <a:pt x="90" y="393"/>
                  </a:cubicBezTo>
                  <a:cubicBezTo>
                    <a:pt x="126" y="322"/>
                    <a:pt x="45" y="304"/>
                    <a:pt x="63" y="251"/>
                  </a:cubicBezTo>
                  <a:cubicBezTo>
                    <a:pt x="90" y="206"/>
                    <a:pt x="28" y="179"/>
                    <a:pt x="37" y="117"/>
                  </a:cubicBezTo>
                  <a:cubicBezTo>
                    <a:pt x="45" y="54"/>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23"/>
            <p:cNvSpPr/>
            <p:nvPr/>
          </p:nvSpPr>
          <p:spPr>
            <a:xfrm>
              <a:off x="3666501" y="2389156"/>
              <a:ext cx="61276" cy="107624"/>
            </a:xfrm>
            <a:custGeom>
              <a:rect b="b" l="l" r="r" t="t"/>
              <a:pathLst>
                <a:path extrusionOk="0" h="2963" w="1687">
                  <a:moveTo>
                    <a:pt x="1" y="0"/>
                  </a:moveTo>
                  <a:lnTo>
                    <a:pt x="1" y="2962"/>
                  </a:lnTo>
                  <a:lnTo>
                    <a:pt x="1687" y="2962"/>
                  </a:lnTo>
                  <a:lnTo>
                    <a:pt x="1687"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23"/>
            <p:cNvSpPr/>
            <p:nvPr/>
          </p:nvSpPr>
          <p:spPr>
            <a:xfrm>
              <a:off x="3652263" y="2374555"/>
              <a:ext cx="14275" cy="122225"/>
            </a:xfrm>
            <a:custGeom>
              <a:rect b="b" l="l" r="r" t="t"/>
              <a:pathLst>
                <a:path extrusionOk="0" h="3365" w="393">
                  <a:moveTo>
                    <a:pt x="0" y="1"/>
                  </a:moveTo>
                  <a:lnTo>
                    <a:pt x="0" y="3364"/>
                  </a:lnTo>
                  <a:lnTo>
                    <a:pt x="393" y="3364"/>
                  </a:lnTo>
                  <a:lnTo>
                    <a:pt x="393" y="402"/>
                  </a:lnTo>
                  <a:lnTo>
                    <a:pt x="0"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23"/>
            <p:cNvSpPr/>
            <p:nvPr/>
          </p:nvSpPr>
          <p:spPr>
            <a:xfrm>
              <a:off x="3710922" y="2399180"/>
              <a:ext cx="7482" cy="13657"/>
            </a:xfrm>
            <a:custGeom>
              <a:rect b="b" l="l" r="r" t="t"/>
              <a:pathLst>
                <a:path extrusionOk="0" h="376" w="206">
                  <a:moveTo>
                    <a:pt x="0" y="1"/>
                  </a:moveTo>
                  <a:lnTo>
                    <a:pt x="0" y="376"/>
                  </a:lnTo>
                  <a:lnTo>
                    <a:pt x="205" y="376"/>
                  </a:lnTo>
                  <a:lnTo>
                    <a:pt x="20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23"/>
            <p:cNvSpPr/>
            <p:nvPr/>
          </p:nvSpPr>
          <p:spPr>
            <a:xfrm>
              <a:off x="3677216" y="2402740"/>
              <a:ext cx="7809" cy="13657"/>
            </a:xfrm>
            <a:custGeom>
              <a:rect b="b" l="l" r="r" t="t"/>
              <a:pathLst>
                <a:path extrusionOk="0" h="376" w="215">
                  <a:moveTo>
                    <a:pt x="0" y="1"/>
                  </a:moveTo>
                  <a:lnTo>
                    <a:pt x="0" y="376"/>
                  </a:lnTo>
                  <a:lnTo>
                    <a:pt x="214" y="376"/>
                  </a:lnTo>
                  <a:lnTo>
                    <a:pt x="21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23"/>
            <p:cNvSpPr/>
            <p:nvPr/>
          </p:nvSpPr>
          <p:spPr>
            <a:xfrm>
              <a:off x="3713828" y="2428673"/>
              <a:ext cx="7809" cy="13657"/>
            </a:xfrm>
            <a:custGeom>
              <a:rect b="b" l="l" r="r" t="t"/>
              <a:pathLst>
                <a:path extrusionOk="0" h="376" w="215">
                  <a:moveTo>
                    <a:pt x="0" y="1"/>
                  </a:moveTo>
                  <a:lnTo>
                    <a:pt x="0" y="375"/>
                  </a:lnTo>
                  <a:lnTo>
                    <a:pt x="214" y="375"/>
                  </a:lnTo>
                  <a:lnTo>
                    <a:pt x="21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23"/>
            <p:cNvSpPr/>
            <p:nvPr/>
          </p:nvSpPr>
          <p:spPr>
            <a:xfrm>
              <a:off x="3691454" y="2433214"/>
              <a:ext cx="7809" cy="13657"/>
            </a:xfrm>
            <a:custGeom>
              <a:rect b="b" l="l" r="r" t="t"/>
              <a:pathLst>
                <a:path extrusionOk="0" h="376" w="215">
                  <a:moveTo>
                    <a:pt x="1" y="1"/>
                  </a:moveTo>
                  <a:lnTo>
                    <a:pt x="1" y="375"/>
                  </a:lnTo>
                  <a:lnTo>
                    <a:pt x="215" y="375"/>
                  </a:lnTo>
                  <a:lnTo>
                    <a:pt x="21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23"/>
            <p:cNvSpPr/>
            <p:nvPr/>
          </p:nvSpPr>
          <p:spPr>
            <a:xfrm>
              <a:off x="3693415" y="2467574"/>
              <a:ext cx="15255" cy="29203"/>
            </a:xfrm>
            <a:custGeom>
              <a:rect b="b" l="l" r="r" t="t"/>
              <a:pathLst>
                <a:path extrusionOk="0" h="804" w="420">
                  <a:moveTo>
                    <a:pt x="0" y="0"/>
                  </a:moveTo>
                  <a:lnTo>
                    <a:pt x="0" y="803"/>
                  </a:lnTo>
                  <a:lnTo>
                    <a:pt x="420" y="803"/>
                  </a:lnTo>
                  <a:lnTo>
                    <a:pt x="42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23"/>
            <p:cNvSpPr/>
            <p:nvPr/>
          </p:nvSpPr>
          <p:spPr>
            <a:xfrm>
              <a:off x="3652263" y="2374555"/>
              <a:ext cx="75514" cy="14638"/>
            </a:xfrm>
            <a:custGeom>
              <a:rect b="b" l="l" r="r" t="t"/>
              <a:pathLst>
                <a:path extrusionOk="0" h="403" w="2079">
                  <a:moveTo>
                    <a:pt x="0" y="1"/>
                  </a:moveTo>
                  <a:lnTo>
                    <a:pt x="393" y="402"/>
                  </a:lnTo>
                  <a:lnTo>
                    <a:pt x="2079" y="402"/>
                  </a:lnTo>
                  <a:lnTo>
                    <a:pt x="16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23"/>
            <p:cNvSpPr/>
            <p:nvPr/>
          </p:nvSpPr>
          <p:spPr>
            <a:xfrm>
              <a:off x="3551471" y="2334056"/>
              <a:ext cx="101812" cy="162725"/>
            </a:xfrm>
            <a:custGeom>
              <a:rect b="b" l="l" r="r" t="t"/>
              <a:pathLst>
                <a:path extrusionOk="0" h="4480" w="2803">
                  <a:moveTo>
                    <a:pt x="1" y="1"/>
                  </a:moveTo>
                  <a:lnTo>
                    <a:pt x="1" y="4479"/>
                  </a:lnTo>
                  <a:lnTo>
                    <a:pt x="2802" y="4479"/>
                  </a:lnTo>
                  <a:lnTo>
                    <a:pt x="2802"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23"/>
            <p:cNvSpPr/>
            <p:nvPr/>
          </p:nvSpPr>
          <p:spPr>
            <a:xfrm>
              <a:off x="3567053" y="2350582"/>
              <a:ext cx="12677" cy="22411"/>
            </a:xfrm>
            <a:custGeom>
              <a:rect b="b" l="l" r="r" t="t"/>
              <a:pathLst>
                <a:path extrusionOk="0" h="617" w="349">
                  <a:moveTo>
                    <a:pt x="0" y="1"/>
                  </a:moveTo>
                  <a:lnTo>
                    <a:pt x="0" y="616"/>
                  </a:lnTo>
                  <a:lnTo>
                    <a:pt x="348" y="616"/>
                  </a:lnTo>
                  <a:lnTo>
                    <a:pt x="34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23"/>
            <p:cNvSpPr/>
            <p:nvPr/>
          </p:nvSpPr>
          <p:spPr>
            <a:xfrm>
              <a:off x="3581291" y="2372956"/>
              <a:ext cx="12677" cy="22702"/>
            </a:xfrm>
            <a:custGeom>
              <a:rect b="b" l="l" r="r" t="t"/>
              <a:pathLst>
                <a:path extrusionOk="0" h="625" w="349">
                  <a:moveTo>
                    <a:pt x="1" y="0"/>
                  </a:moveTo>
                  <a:lnTo>
                    <a:pt x="1" y="625"/>
                  </a:lnTo>
                  <a:lnTo>
                    <a:pt x="349" y="625"/>
                  </a:lnTo>
                  <a:lnTo>
                    <a:pt x="349"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23"/>
            <p:cNvSpPr/>
            <p:nvPr/>
          </p:nvSpPr>
          <p:spPr>
            <a:xfrm>
              <a:off x="3622770" y="2356430"/>
              <a:ext cx="12677" cy="22702"/>
            </a:xfrm>
            <a:custGeom>
              <a:rect b="b" l="l" r="r" t="t"/>
              <a:pathLst>
                <a:path extrusionOk="0" h="625" w="349">
                  <a:moveTo>
                    <a:pt x="1" y="0"/>
                  </a:moveTo>
                  <a:lnTo>
                    <a:pt x="1" y="625"/>
                  </a:lnTo>
                  <a:lnTo>
                    <a:pt x="348" y="625"/>
                  </a:lnTo>
                  <a:lnTo>
                    <a:pt x="34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23"/>
            <p:cNvSpPr/>
            <p:nvPr/>
          </p:nvSpPr>
          <p:spPr>
            <a:xfrm>
              <a:off x="3562186" y="2399180"/>
              <a:ext cx="12677" cy="22738"/>
            </a:xfrm>
            <a:custGeom>
              <a:rect b="b" l="l" r="r" t="t"/>
              <a:pathLst>
                <a:path extrusionOk="0" h="626" w="349">
                  <a:moveTo>
                    <a:pt x="0" y="1"/>
                  </a:moveTo>
                  <a:lnTo>
                    <a:pt x="0" y="625"/>
                  </a:lnTo>
                  <a:lnTo>
                    <a:pt x="348" y="625"/>
                  </a:lnTo>
                  <a:lnTo>
                    <a:pt x="34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23"/>
            <p:cNvSpPr/>
            <p:nvPr/>
          </p:nvSpPr>
          <p:spPr>
            <a:xfrm>
              <a:off x="3618884" y="2405682"/>
              <a:ext cx="12677" cy="22375"/>
            </a:xfrm>
            <a:custGeom>
              <a:rect b="b" l="l" r="r" t="t"/>
              <a:pathLst>
                <a:path extrusionOk="0" h="616" w="349">
                  <a:moveTo>
                    <a:pt x="0" y="0"/>
                  </a:moveTo>
                  <a:lnTo>
                    <a:pt x="0" y="616"/>
                  </a:lnTo>
                  <a:lnTo>
                    <a:pt x="348" y="616"/>
                  </a:lnTo>
                  <a:lnTo>
                    <a:pt x="34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23"/>
            <p:cNvSpPr/>
            <p:nvPr/>
          </p:nvSpPr>
          <p:spPr>
            <a:xfrm>
              <a:off x="3579693" y="2444219"/>
              <a:ext cx="25280" cy="52559"/>
            </a:xfrm>
            <a:custGeom>
              <a:rect b="b" l="l" r="r" t="t"/>
              <a:pathLst>
                <a:path extrusionOk="0" h="1447" w="696">
                  <a:moveTo>
                    <a:pt x="0" y="1"/>
                  </a:moveTo>
                  <a:lnTo>
                    <a:pt x="0" y="1446"/>
                  </a:lnTo>
                  <a:lnTo>
                    <a:pt x="696" y="1446"/>
                  </a:lnTo>
                  <a:lnTo>
                    <a:pt x="69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23"/>
            <p:cNvSpPr/>
            <p:nvPr/>
          </p:nvSpPr>
          <p:spPr>
            <a:xfrm>
              <a:off x="3551471" y="2309430"/>
              <a:ext cx="114743" cy="24663"/>
            </a:xfrm>
            <a:custGeom>
              <a:rect b="b" l="l" r="r" t="t"/>
              <a:pathLst>
                <a:path extrusionOk="0" h="679" w="3159">
                  <a:moveTo>
                    <a:pt x="1" y="1"/>
                  </a:moveTo>
                  <a:lnTo>
                    <a:pt x="1" y="679"/>
                  </a:lnTo>
                  <a:lnTo>
                    <a:pt x="3159" y="679"/>
                  </a:lnTo>
                  <a:lnTo>
                    <a:pt x="248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23"/>
            <p:cNvSpPr/>
            <p:nvPr/>
          </p:nvSpPr>
          <p:spPr>
            <a:xfrm>
              <a:off x="3460777" y="2278339"/>
              <a:ext cx="90734" cy="218444"/>
            </a:xfrm>
            <a:custGeom>
              <a:rect b="b" l="l" r="r" t="t"/>
              <a:pathLst>
                <a:path extrusionOk="0" h="6014" w="2498">
                  <a:moveTo>
                    <a:pt x="0" y="0"/>
                  </a:moveTo>
                  <a:lnTo>
                    <a:pt x="0" y="6013"/>
                  </a:lnTo>
                  <a:lnTo>
                    <a:pt x="2498" y="6013"/>
                  </a:lnTo>
                  <a:lnTo>
                    <a:pt x="2498"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23"/>
            <p:cNvSpPr/>
            <p:nvPr/>
          </p:nvSpPr>
          <p:spPr>
            <a:xfrm>
              <a:off x="3474688" y="2292904"/>
              <a:ext cx="11369" cy="20450"/>
            </a:xfrm>
            <a:custGeom>
              <a:rect b="b" l="l" r="r" t="t"/>
              <a:pathLst>
                <a:path extrusionOk="0" h="563" w="313">
                  <a:moveTo>
                    <a:pt x="1" y="1"/>
                  </a:moveTo>
                  <a:lnTo>
                    <a:pt x="1" y="563"/>
                  </a:lnTo>
                  <a:lnTo>
                    <a:pt x="313" y="563"/>
                  </a:lnTo>
                  <a:lnTo>
                    <a:pt x="31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23"/>
            <p:cNvSpPr/>
            <p:nvPr/>
          </p:nvSpPr>
          <p:spPr>
            <a:xfrm>
              <a:off x="3499641" y="2313317"/>
              <a:ext cx="11369" cy="20123"/>
            </a:xfrm>
            <a:custGeom>
              <a:rect b="b" l="l" r="r" t="t"/>
              <a:pathLst>
                <a:path extrusionOk="0" h="554" w="313">
                  <a:moveTo>
                    <a:pt x="1" y="1"/>
                  </a:moveTo>
                  <a:lnTo>
                    <a:pt x="1" y="554"/>
                  </a:lnTo>
                  <a:lnTo>
                    <a:pt x="313" y="554"/>
                  </a:lnTo>
                  <a:lnTo>
                    <a:pt x="31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23"/>
            <p:cNvSpPr/>
            <p:nvPr/>
          </p:nvSpPr>
          <p:spPr>
            <a:xfrm>
              <a:off x="3524267" y="2298425"/>
              <a:ext cx="11369" cy="20123"/>
            </a:xfrm>
            <a:custGeom>
              <a:rect b="b" l="l" r="r" t="t"/>
              <a:pathLst>
                <a:path extrusionOk="0" h="554" w="313">
                  <a:moveTo>
                    <a:pt x="1" y="0"/>
                  </a:moveTo>
                  <a:lnTo>
                    <a:pt x="1" y="554"/>
                  </a:lnTo>
                  <a:lnTo>
                    <a:pt x="313" y="554"/>
                  </a:lnTo>
                  <a:lnTo>
                    <a:pt x="31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23"/>
            <p:cNvSpPr/>
            <p:nvPr/>
          </p:nvSpPr>
          <p:spPr>
            <a:xfrm>
              <a:off x="3470148" y="2336671"/>
              <a:ext cx="11369" cy="20123"/>
            </a:xfrm>
            <a:custGeom>
              <a:rect b="b" l="l" r="r" t="t"/>
              <a:pathLst>
                <a:path extrusionOk="0" h="554" w="313">
                  <a:moveTo>
                    <a:pt x="1" y="0"/>
                  </a:moveTo>
                  <a:lnTo>
                    <a:pt x="1" y="553"/>
                  </a:lnTo>
                  <a:lnTo>
                    <a:pt x="313" y="553"/>
                  </a:lnTo>
                  <a:lnTo>
                    <a:pt x="31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23"/>
            <p:cNvSpPr/>
            <p:nvPr/>
          </p:nvSpPr>
          <p:spPr>
            <a:xfrm>
              <a:off x="3486020" y="2385596"/>
              <a:ext cx="11405" cy="20123"/>
            </a:xfrm>
            <a:custGeom>
              <a:rect b="b" l="l" r="r" t="t"/>
              <a:pathLst>
                <a:path extrusionOk="0" h="554" w="314">
                  <a:moveTo>
                    <a:pt x="1" y="0"/>
                  </a:moveTo>
                  <a:lnTo>
                    <a:pt x="1" y="553"/>
                  </a:lnTo>
                  <a:lnTo>
                    <a:pt x="313" y="553"/>
                  </a:lnTo>
                  <a:lnTo>
                    <a:pt x="31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23"/>
            <p:cNvSpPr/>
            <p:nvPr/>
          </p:nvSpPr>
          <p:spPr>
            <a:xfrm>
              <a:off x="3469167" y="2415707"/>
              <a:ext cx="11078" cy="20123"/>
            </a:xfrm>
            <a:custGeom>
              <a:rect b="b" l="l" r="r" t="t"/>
              <a:pathLst>
                <a:path extrusionOk="0" h="554" w="305">
                  <a:moveTo>
                    <a:pt x="1" y="1"/>
                  </a:moveTo>
                  <a:lnTo>
                    <a:pt x="1" y="554"/>
                  </a:lnTo>
                  <a:lnTo>
                    <a:pt x="304" y="554"/>
                  </a:lnTo>
                  <a:lnTo>
                    <a:pt x="30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23"/>
            <p:cNvSpPr/>
            <p:nvPr/>
          </p:nvSpPr>
          <p:spPr>
            <a:xfrm>
              <a:off x="3521034" y="2342156"/>
              <a:ext cx="11369" cy="20123"/>
            </a:xfrm>
            <a:custGeom>
              <a:rect b="b" l="l" r="r" t="t"/>
              <a:pathLst>
                <a:path extrusionOk="0" h="554" w="313">
                  <a:moveTo>
                    <a:pt x="0" y="1"/>
                  </a:moveTo>
                  <a:lnTo>
                    <a:pt x="0" y="554"/>
                  </a:lnTo>
                  <a:lnTo>
                    <a:pt x="313" y="554"/>
                  </a:lnTo>
                  <a:lnTo>
                    <a:pt x="31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23"/>
            <p:cNvSpPr/>
            <p:nvPr/>
          </p:nvSpPr>
          <p:spPr>
            <a:xfrm>
              <a:off x="3489289" y="2449740"/>
              <a:ext cx="22702" cy="47038"/>
            </a:xfrm>
            <a:custGeom>
              <a:rect b="b" l="l" r="r" t="t"/>
              <a:pathLst>
                <a:path extrusionOk="0" h="1295" w="625">
                  <a:moveTo>
                    <a:pt x="0" y="1"/>
                  </a:moveTo>
                  <a:lnTo>
                    <a:pt x="0" y="1294"/>
                  </a:lnTo>
                  <a:lnTo>
                    <a:pt x="625" y="1294"/>
                  </a:lnTo>
                  <a:lnTo>
                    <a:pt x="62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23"/>
            <p:cNvSpPr/>
            <p:nvPr/>
          </p:nvSpPr>
          <p:spPr>
            <a:xfrm>
              <a:off x="3460777" y="2469135"/>
              <a:ext cx="39882" cy="27641"/>
            </a:xfrm>
            <a:custGeom>
              <a:rect b="b" l="l" r="r" t="t"/>
              <a:pathLst>
                <a:path extrusionOk="0" h="761" w="1098">
                  <a:moveTo>
                    <a:pt x="32" y="0"/>
                  </a:moveTo>
                  <a:cubicBezTo>
                    <a:pt x="12" y="0"/>
                    <a:pt x="0" y="2"/>
                    <a:pt x="0" y="2"/>
                  </a:cubicBezTo>
                  <a:lnTo>
                    <a:pt x="0" y="760"/>
                  </a:lnTo>
                  <a:lnTo>
                    <a:pt x="1097" y="760"/>
                  </a:lnTo>
                  <a:cubicBezTo>
                    <a:pt x="1061" y="508"/>
                    <a:pt x="901" y="455"/>
                    <a:pt x="771" y="455"/>
                  </a:cubicBezTo>
                  <a:cubicBezTo>
                    <a:pt x="676" y="455"/>
                    <a:pt x="598" y="484"/>
                    <a:pt x="598" y="484"/>
                  </a:cubicBezTo>
                  <a:cubicBezTo>
                    <a:pt x="582" y="355"/>
                    <a:pt x="505" y="329"/>
                    <a:pt x="445" y="329"/>
                  </a:cubicBezTo>
                  <a:cubicBezTo>
                    <a:pt x="406" y="329"/>
                    <a:pt x="375" y="341"/>
                    <a:pt x="375" y="341"/>
                  </a:cubicBezTo>
                  <a:cubicBezTo>
                    <a:pt x="346" y="30"/>
                    <a:pt x="117" y="0"/>
                    <a:pt x="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23"/>
            <p:cNvSpPr/>
            <p:nvPr/>
          </p:nvSpPr>
          <p:spPr>
            <a:xfrm>
              <a:off x="3653244" y="2473966"/>
              <a:ext cx="33090" cy="22811"/>
            </a:xfrm>
            <a:custGeom>
              <a:rect b="b" l="l" r="r" t="t"/>
              <a:pathLst>
                <a:path extrusionOk="0" h="628" w="911">
                  <a:moveTo>
                    <a:pt x="34" y="0"/>
                  </a:moveTo>
                  <a:cubicBezTo>
                    <a:pt x="13" y="0"/>
                    <a:pt x="0" y="3"/>
                    <a:pt x="0" y="3"/>
                  </a:cubicBezTo>
                  <a:lnTo>
                    <a:pt x="0" y="627"/>
                  </a:lnTo>
                  <a:lnTo>
                    <a:pt x="910" y="627"/>
                  </a:lnTo>
                  <a:cubicBezTo>
                    <a:pt x="879" y="417"/>
                    <a:pt x="739" y="374"/>
                    <a:pt x="629" y="374"/>
                  </a:cubicBezTo>
                  <a:cubicBezTo>
                    <a:pt x="553" y="374"/>
                    <a:pt x="491" y="395"/>
                    <a:pt x="491" y="395"/>
                  </a:cubicBezTo>
                  <a:cubicBezTo>
                    <a:pt x="474" y="291"/>
                    <a:pt x="411" y="271"/>
                    <a:pt x="364" y="271"/>
                  </a:cubicBezTo>
                  <a:cubicBezTo>
                    <a:pt x="335" y="271"/>
                    <a:pt x="312" y="279"/>
                    <a:pt x="312" y="279"/>
                  </a:cubicBezTo>
                  <a:cubicBezTo>
                    <a:pt x="284" y="28"/>
                    <a:pt x="109" y="0"/>
                    <a:pt x="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23"/>
            <p:cNvSpPr/>
            <p:nvPr/>
          </p:nvSpPr>
          <p:spPr>
            <a:xfrm>
              <a:off x="3460777" y="2256292"/>
              <a:ext cx="102429" cy="22084"/>
            </a:xfrm>
            <a:custGeom>
              <a:rect b="b" l="l" r="r" t="t"/>
              <a:pathLst>
                <a:path extrusionOk="0" h="608" w="2820">
                  <a:moveTo>
                    <a:pt x="0" y="1"/>
                  </a:moveTo>
                  <a:lnTo>
                    <a:pt x="0" y="607"/>
                  </a:lnTo>
                  <a:lnTo>
                    <a:pt x="2819" y="607"/>
                  </a:lnTo>
                  <a:lnTo>
                    <a:pt x="221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23"/>
            <p:cNvSpPr/>
            <p:nvPr/>
          </p:nvSpPr>
          <p:spPr>
            <a:xfrm>
              <a:off x="3505815" y="2354796"/>
              <a:ext cx="61276" cy="141985"/>
            </a:xfrm>
            <a:custGeom>
              <a:rect b="b" l="l" r="r" t="t"/>
              <a:pathLst>
                <a:path extrusionOk="0" h="3909" w="1687">
                  <a:moveTo>
                    <a:pt x="0" y="1"/>
                  </a:moveTo>
                  <a:lnTo>
                    <a:pt x="0" y="3908"/>
                  </a:lnTo>
                  <a:lnTo>
                    <a:pt x="1686" y="3908"/>
                  </a:lnTo>
                  <a:lnTo>
                    <a:pt x="1686"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23"/>
            <p:cNvSpPr/>
            <p:nvPr/>
          </p:nvSpPr>
          <p:spPr>
            <a:xfrm>
              <a:off x="3567053" y="2340231"/>
              <a:ext cx="14275" cy="156550"/>
            </a:xfrm>
            <a:custGeom>
              <a:rect b="b" l="l" r="r" t="t"/>
              <a:pathLst>
                <a:path extrusionOk="0" h="4310" w="393">
                  <a:moveTo>
                    <a:pt x="393" y="0"/>
                  </a:moveTo>
                  <a:lnTo>
                    <a:pt x="0" y="402"/>
                  </a:lnTo>
                  <a:lnTo>
                    <a:pt x="0" y="4309"/>
                  </a:lnTo>
                  <a:lnTo>
                    <a:pt x="393" y="4309"/>
                  </a:lnTo>
                  <a:lnTo>
                    <a:pt x="393"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23"/>
            <p:cNvSpPr/>
            <p:nvPr/>
          </p:nvSpPr>
          <p:spPr>
            <a:xfrm>
              <a:off x="3515186" y="2364857"/>
              <a:ext cx="7482" cy="13621"/>
            </a:xfrm>
            <a:custGeom>
              <a:rect b="b" l="l" r="r" t="t"/>
              <a:pathLst>
                <a:path extrusionOk="0" h="375" w="206">
                  <a:moveTo>
                    <a:pt x="1" y="0"/>
                  </a:moveTo>
                  <a:lnTo>
                    <a:pt x="1" y="375"/>
                  </a:lnTo>
                  <a:lnTo>
                    <a:pt x="206" y="375"/>
                  </a:lnTo>
                  <a:lnTo>
                    <a:pt x="20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23"/>
            <p:cNvSpPr/>
            <p:nvPr/>
          </p:nvSpPr>
          <p:spPr>
            <a:xfrm>
              <a:off x="3532039" y="2378441"/>
              <a:ext cx="7482" cy="13657"/>
            </a:xfrm>
            <a:custGeom>
              <a:rect b="b" l="l" r="r" t="t"/>
              <a:pathLst>
                <a:path extrusionOk="0" h="376" w="206">
                  <a:moveTo>
                    <a:pt x="1" y="1"/>
                  </a:moveTo>
                  <a:lnTo>
                    <a:pt x="1" y="376"/>
                  </a:lnTo>
                  <a:lnTo>
                    <a:pt x="206" y="376"/>
                  </a:lnTo>
                  <a:lnTo>
                    <a:pt x="20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23"/>
            <p:cNvSpPr/>
            <p:nvPr/>
          </p:nvSpPr>
          <p:spPr>
            <a:xfrm>
              <a:off x="3545006" y="2438734"/>
              <a:ext cx="7482" cy="13621"/>
            </a:xfrm>
            <a:custGeom>
              <a:rect b="b" l="l" r="r" t="t"/>
              <a:pathLst>
                <a:path extrusionOk="0" h="375" w="206">
                  <a:moveTo>
                    <a:pt x="0" y="0"/>
                  </a:moveTo>
                  <a:lnTo>
                    <a:pt x="0" y="375"/>
                  </a:lnTo>
                  <a:lnTo>
                    <a:pt x="206" y="375"/>
                  </a:lnTo>
                  <a:lnTo>
                    <a:pt x="20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23"/>
            <p:cNvSpPr/>
            <p:nvPr/>
          </p:nvSpPr>
          <p:spPr>
            <a:xfrm>
              <a:off x="3548566" y="2368416"/>
              <a:ext cx="7809" cy="13657"/>
            </a:xfrm>
            <a:custGeom>
              <a:rect b="b" l="l" r="r" t="t"/>
              <a:pathLst>
                <a:path extrusionOk="0" h="376" w="215">
                  <a:moveTo>
                    <a:pt x="1" y="0"/>
                  </a:moveTo>
                  <a:lnTo>
                    <a:pt x="1" y="375"/>
                  </a:lnTo>
                  <a:lnTo>
                    <a:pt x="215" y="375"/>
                  </a:lnTo>
                  <a:lnTo>
                    <a:pt x="21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23"/>
            <p:cNvSpPr/>
            <p:nvPr/>
          </p:nvSpPr>
          <p:spPr>
            <a:xfrm>
              <a:off x="3511954" y="2394350"/>
              <a:ext cx="7809" cy="13621"/>
            </a:xfrm>
            <a:custGeom>
              <a:rect b="b" l="l" r="r" t="t"/>
              <a:pathLst>
                <a:path extrusionOk="0" h="375" w="215">
                  <a:moveTo>
                    <a:pt x="1" y="0"/>
                  </a:moveTo>
                  <a:lnTo>
                    <a:pt x="1" y="375"/>
                  </a:lnTo>
                  <a:lnTo>
                    <a:pt x="215" y="375"/>
                  </a:lnTo>
                  <a:lnTo>
                    <a:pt x="21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23"/>
            <p:cNvSpPr/>
            <p:nvPr/>
          </p:nvSpPr>
          <p:spPr>
            <a:xfrm>
              <a:off x="3552452" y="2404701"/>
              <a:ext cx="7809" cy="13984"/>
            </a:xfrm>
            <a:custGeom>
              <a:rect b="b" l="l" r="r" t="t"/>
              <a:pathLst>
                <a:path extrusionOk="0" h="385" w="215">
                  <a:moveTo>
                    <a:pt x="1" y="1"/>
                  </a:moveTo>
                  <a:lnTo>
                    <a:pt x="1" y="384"/>
                  </a:lnTo>
                  <a:lnTo>
                    <a:pt x="215" y="384"/>
                  </a:lnTo>
                  <a:lnTo>
                    <a:pt x="21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23"/>
            <p:cNvSpPr/>
            <p:nvPr/>
          </p:nvSpPr>
          <p:spPr>
            <a:xfrm>
              <a:off x="3521361" y="2421228"/>
              <a:ext cx="7482" cy="13984"/>
            </a:xfrm>
            <a:custGeom>
              <a:rect b="b" l="l" r="r" t="t"/>
              <a:pathLst>
                <a:path extrusionOk="0" h="385" w="206">
                  <a:moveTo>
                    <a:pt x="0" y="0"/>
                  </a:moveTo>
                  <a:lnTo>
                    <a:pt x="0" y="384"/>
                  </a:lnTo>
                  <a:lnTo>
                    <a:pt x="205" y="384"/>
                  </a:lnTo>
                  <a:lnTo>
                    <a:pt x="20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23"/>
            <p:cNvSpPr/>
            <p:nvPr/>
          </p:nvSpPr>
          <p:spPr>
            <a:xfrm>
              <a:off x="3524920" y="2467574"/>
              <a:ext cx="15255" cy="29203"/>
            </a:xfrm>
            <a:custGeom>
              <a:rect b="b" l="l" r="r" t="t"/>
              <a:pathLst>
                <a:path extrusionOk="0" h="804" w="420">
                  <a:moveTo>
                    <a:pt x="0" y="0"/>
                  </a:moveTo>
                  <a:lnTo>
                    <a:pt x="0" y="803"/>
                  </a:lnTo>
                  <a:lnTo>
                    <a:pt x="420" y="803"/>
                  </a:lnTo>
                  <a:lnTo>
                    <a:pt x="42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23"/>
            <p:cNvSpPr/>
            <p:nvPr/>
          </p:nvSpPr>
          <p:spPr>
            <a:xfrm>
              <a:off x="3505815" y="2340231"/>
              <a:ext cx="75514" cy="14602"/>
            </a:xfrm>
            <a:custGeom>
              <a:rect b="b" l="l" r="r" t="t"/>
              <a:pathLst>
                <a:path extrusionOk="0" h="402" w="2079">
                  <a:moveTo>
                    <a:pt x="401" y="0"/>
                  </a:moveTo>
                  <a:lnTo>
                    <a:pt x="0" y="402"/>
                  </a:lnTo>
                  <a:lnTo>
                    <a:pt x="1686" y="402"/>
                  </a:lnTo>
                  <a:lnTo>
                    <a:pt x="207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23"/>
            <p:cNvSpPr/>
            <p:nvPr/>
          </p:nvSpPr>
          <p:spPr>
            <a:xfrm>
              <a:off x="3727739" y="2385596"/>
              <a:ext cx="12677" cy="111183"/>
            </a:xfrm>
            <a:custGeom>
              <a:rect b="b" l="l" r="r" t="t"/>
              <a:pathLst>
                <a:path extrusionOk="0" h="3061" w="349">
                  <a:moveTo>
                    <a:pt x="349" y="0"/>
                  </a:moveTo>
                  <a:cubicBezTo>
                    <a:pt x="349" y="0"/>
                    <a:pt x="304" y="45"/>
                    <a:pt x="313" y="107"/>
                  </a:cubicBezTo>
                  <a:cubicBezTo>
                    <a:pt x="322" y="179"/>
                    <a:pt x="260" y="196"/>
                    <a:pt x="286" y="250"/>
                  </a:cubicBezTo>
                  <a:cubicBezTo>
                    <a:pt x="304" y="303"/>
                    <a:pt x="224" y="321"/>
                    <a:pt x="269" y="393"/>
                  </a:cubicBezTo>
                  <a:cubicBezTo>
                    <a:pt x="304" y="455"/>
                    <a:pt x="215" y="535"/>
                    <a:pt x="251" y="607"/>
                  </a:cubicBezTo>
                  <a:cubicBezTo>
                    <a:pt x="278" y="678"/>
                    <a:pt x="206" y="714"/>
                    <a:pt x="242" y="776"/>
                  </a:cubicBezTo>
                  <a:cubicBezTo>
                    <a:pt x="269" y="839"/>
                    <a:pt x="162" y="910"/>
                    <a:pt x="215" y="1017"/>
                  </a:cubicBezTo>
                  <a:cubicBezTo>
                    <a:pt x="269" y="1115"/>
                    <a:pt x="170" y="1169"/>
                    <a:pt x="197" y="1249"/>
                  </a:cubicBezTo>
                  <a:cubicBezTo>
                    <a:pt x="233" y="1320"/>
                    <a:pt x="108" y="1410"/>
                    <a:pt x="162" y="1490"/>
                  </a:cubicBezTo>
                  <a:cubicBezTo>
                    <a:pt x="224" y="1579"/>
                    <a:pt x="117" y="1651"/>
                    <a:pt x="153" y="1713"/>
                  </a:cubicBezTo>
                  <a:cubicBezTo>
                    <a:pt x="188" y="1775"/>
                    <a:pt x="90" y="1865"/>
                    <a:pt x="144" y="1936"/>
                  </a:cubicBezTo>
                  <a:cubicBezTo>
                    <a:pt x="197" y="2007"/>
                    <a:pt x="72" y="2088"/>
                    <a:pt x="108" y="2186"/>
                  </a:cubicBezTo>
                  <a:cubicBezTo>
                    <a:pt x="153" y="2284"/>
                    <a:pt x="54" y="2391"/>
                    <a:pt x="99" y="2480"/>
                  </a:cubicBezTo>
                  <a:cubicBezTo>
                    <a:pt x="153" y="2561"/>
                    <a:pt x="37" y="2587"/>
                    <a:pt x="90" y="2676"/>
                  </a:cubicBezTo>
                  <a:cubicBezTo>
                    <a:pt x="144" y="2775"/>
                    <a:pt x="1" y="2891"/>
                    <a:pt x="1" y="3060"/>
                  </a:cubicBezTo>
                  <a:lnTo>
                    <a:pt x="349" y="3060"/>
                  </a:lnTo>
                  <a:lnTo>
                    <a:pt x="349" y="0"/>
                  </a:ln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23"/>
            <p:cNvSpPr/>
            <p:nvPr/>
          </p:nvSpPr>
          <p:spPr>
            <a:xfrm>
              <a:off x="3740379" y="2385596"/>
              <a:ext cx="12677" cy="111183"/>
            </a:xfrm>
            <a:custGeom>
              <a:rect b="b" l="l" r="r" t="t"/>
              <a:pathLst>
                <a:path extrusionOk="0" h="3061" w="349">
                  <a:moveTo>
                    <a:pt x="1" y="0"/>
                  </a:moveTo>
                  <a:lnTo>
                    <a:pt x="1" y="3060"/>
                  </a:lnTo>
                  <a:lnTo>
                    <a:pt x="349" y="3060"/>
                  </a:lnTo>
                  <a:cubicBezTo>
                    <a:pt x="349" y="2891"/>
                    <a:pt x="215" y="2775"/>
                    <a:pt x="269" y="2676"/>
                  </a:cubicBezTo>
                  <a:cubicBezTo>
                    <a:pt x="322" y="2587"/>
                    <a:pt x="206" y="2561"/>
                    <a:pt x="251" y="2480"/>
                  </a:cubicBezTo>
                  <a:cubicBezTo>
                    <a:pt x="304" y="2391"/>
                    <a:pt x="206" y="2284"/>
                    <a:pt x="242" y="2186"/>
                  </a:cubicBezTo>
                  <a:cubicBezTo>
                    <a:pt x="286" y="2088"/>
                    <a:pt x="161" y="2007"/>
                    <a:pt x="215" y="1936"/>
                  </a:cubicBezTo>
                  <a:cubicBezTo>
                    <a:pt x="269" y="1865"/>
                    <a:pt x="170" y="1775"/>
                    <a:pt x="206" y="1713"/>
                  </a:cubicBezTo>
                  <a:cubicBezTo>
                    <a:pt x="242" y="1651"/>
                    <a:pt x="135" y="1579"/>
                    <a:pt x="188" y="1490"/>
                  </a:cubicBezTo>
                  <a:cubicBezTo>
                    <a:pt x="251" y="1410"/>
                    <a:pt x="117" y="1320"/>
                    <a:pt x="153" y="1249"/>
                  </a:cubicBezTo>
                  <a:cubicBezTo>
                    <a:pt x="188" y="1169"/>
                    <a:pt x="81" y="1115"/>
                    <a:pt x="144" y="1017"/>
                  </a:cubicBezTo>
                  <a:cubicBezTo>
                    <a:pt x="197" y="910"/>
                    <a:pt x="81" y="839"/>
                    <a:pt x="117" y="776"/>
                  </a:cubicBezTo>
                  <a:cubicBezTo>
                    <a:pt x="153" y="714"/>
                    <a:pt x="72" y="678"/>
                    <a:pt x="108" y="607"/>
                  </a:cubicBezTo>
                  <a:cubicBezTo>
                    <a:pt x="144" y="535"/>
                    <a:pt x="54" y="455"/>
                    <a:pt x="90" y="393"/>
                  </a:cubicBezTo>
                  <a:cubicBezTo>
                    <a:pt x="126" y="321"/>
                    <a:pt x="45" y="303"/>
                    <a:pt x="72" y="250"/>
                  </a:cubicBezTo>
                  <a:cubicBezTo>
                    <a:pt x="99" y="196"/>
                    <a:pt x="37" y="179"/>
                    <a:pt x="45" y="107"/>
                  </a:cubicBezTo>
                  <a:cubicBezTo>
                    <a:pt x="54" y="45"/>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23"/>
            <p:cNvSpPr/>
            <p:nvPr/>
          </p:nvSpPr>
          <p:spPr>
            <a:xfrm>
              <a:off x="3811678" y="2385596"/>
              <a:ext cx="12677" cy="111183"/>
            </a:xfrm>
            <a:custGeom>
              <a:rect b="b" l="l" r="r" t="t"/>
              <a:pathLst>
                <a:path extrusionOk="0" h="3061" w="349">
                  <a:moveTo>
                    <a:pt x="348" y="0"/>
                  </a:moveTo>
                  <a:cubicBezTo>
                    <a:pt x="348" y="0"/>
                    <a:pt x="304" y="45"/>
                    <a:pt x="313" y="107"/>
                  </a:cubicBezTo>
                  <a:cubicBezTo>
                    <a:pt x="322" y="179"/>
                    <a:pt x="259" y="196"/>
                    <a:pt x="286" y="250"/>
                  </a:cubicBezTo>
                  <a:cubicBezTo>
                    <a:pt x="304" y="303"/>
                    <a:pt x="232" y="321"/>
                    <a:pt x="268" y="393"/>
                  </a:cubicBezTo>
                  <a:cubicBezTo>
                    <a:pt x="304" y="455"/>
                    <a:pt x="215" y="535"/>
                    <a:pt x="250" y="607"/>
                  </a:cubicBezTo>
                  <a:cubicBezTo>
                    <a:pt x="277" y="678"/>
                    <a:pt x="206" y="714"/>
                    <a:pt x="241" y="776"/>
                  </a:cubicBezTo>
                  <a:cubicBezTo>
                    <a:pt x="277" y="839"/>
                    <a:pt x="161" y="910"/>
                    <a:pt x="215" y="1017"/>
                  </a:cubicBezTo>
                  <a:cubicBezTo>
                    <a:pt x="268" y="1115"/>
                    <a:pt x="170" y="1169"/>
                    <a:pt x="206" y="1249"/>
                  </a:cubicBezTo>
                  <a:cubicBezTo>
                    <a:pt x="232" y="1320"/>
                    <a:pt x="108" y="1410"/>
                    <a:pt x="161" y="1490"/>
                  </a:cubicBezTo>
                  <a:cubicBezTo>
                    <a:pt x="224" y="1579"/>
                    <a:pt x="116" y="1651"/>
                    <a:pt x="152" y="1713"/>
                  </a:cubicBezTo>
                  <a:cubicBezTo>
                    <a:pt x="188" y="1775"/>
                    <a:pt x="90" y="1865"/>
                    <a:pt x="143" y="1936"/>
                  </a:cubicBezTo>
                  <a:cubicBezTo>
                    <a:pt x="197" y="2007"/>
                    <a:pt x="72" y="2088"/>
                    <a:pt x="116" y="2186"/>
                  </a:cubicBezTo>
                  <a:cubicBezTo>
                    <a:pt x="152" y="2284"/>
                    <a:pt x="54" y="2391"/>
                    <a:pt x="108" y="2480"/>
                  </a:cubicBezTo>
                  <a:cubicBezTo>
                    <a:pt x="152" y="2561"/>
                    <a:pt x="36" y="2587"/>
                    <a:pt x="90" y="2676"/>
                  </a:cubicBezTo>
                  <a:cubicBezTo>
                    <a:pt x="143" y="2775"/>
                    <a:pt x="1" y="2891"/>
                    <a:pt x="1" y="3060"/>
                  </a:cubicBezTo>
                  <a:lnTo>
                    <a:pt x="348" y="3060"/>
                  </a:lnTo>
                  <a:lnTo>
                    <a:pt x="3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23"/>
            <p:cNvSpPr/>
            <p:nvPr/>
          </p:nvSpPr>
          <p:spPr>
            <a:xfrm>
              <a:off x="3824317" y="2385596"/>
              <a:ext cx="13003" cy="111183"/>
            </a:xfrm>
            <a:custGeom>
              <a:rect b="b" l="l" r="r" t="t"/>
              <a:pathLst>
                <a:path extrusionOk="0" h="3061" w="358">
                  <a:moveTo>
                    <a:pt x="0" y="0"/>
                  </a:moveTo>
                  <a:lnTo>
                    <a:pt x="0" y="3060"/>
                  </a:lnTo>
                  <a:lnTo>
                    <a:pt x="357" y="3060"/>
                  </a:lnTo>
                  <a:cubicBezTo>
                    <a:pt x="357" y="2891"/>
                    <a:pt x="215" y="2775"/>
                    <a:pt x="268" y="2676"/>
                  </a:cubicBezTo>
                  <a:cubicBezTo>
                    <a:pt x="322" y="2587"/>
                    <a:pt x="206" y="2561"/>
                    <a:pt x="250" y="2480"/>
                  </a:cubicBezTo>
                  <a:cubicBezTo>
                    <a:pt x="304" y="2391"/>
                    <a:pt x="206" y="2284"/>
                    <a:pt x="241" y="2186"/>
                  </a:cubicBezTo>
                  <a:cubicBezTo>
                    <a:pt x="286" y="2088"/>
                    <a:pt x="161" y="2007"/>
                    <a:pt x="215" y="1936"/>
                  </a:cubicBezTo>
                  <a:cubicBezTo>
                    <a:pt x="268" y="1865"/>
                    <a:pt x="170" y="1775"/>
                    <a:pt x="206" y="1713"/>
                  </a:cubicBezTo>
                  <a:cubicBezTo>
                    <a:pt x="241" y="1651"/>
                    <a:pt x="134" y="1579"/>
                    <a:pt x="188" y="1490"/>
                  </a:cubicBezTo>
                  <a:cubicBezTo>
                    <a:pt x="250" y="1410"/>
                    <a:pt x="125" y="1320"/>
                    <a:pt x="152" y="1249"/>
                  </a:cubicBezTo>
                  <a:cubicBezTo>
                    <a:pt x="188" y="1169"/>
                    <a:pt x="90" y="1115"/>
                    <a:pt x="143" y="1017"/>
                  </a:cubicBezTo>
                  <a:cubicBezTo>
                    <a:pt x="197" y="910"/>
                    <a:pt x="81" y="839"/>
                    <a:pt x="116" y="776"/>
                  </a:cubicBezTo>
                  <a:cubicBezTo>
                    <a:pt x="152" y="714"/>
                    <a:pt x="81" y="678"/>
                    <a:pt x="107" y="607"/>
                  </a:cubicBezTo>
                  <a:cubicBezTo>
                    <a:pt x="143" y="535"/>
                    <a:pt x="54" y="455"/>
                    <a:pt x="90" y="393"/>
                  </a:cubicBezTo>
                  <a:cubicBezTo>
                    <a:pt x="125" y="321"/>
                    <a:pt x="45" y="303"/>
                    <a:pt x="72" y="250"/>
                  </a:cubicBezTo>
                  <a:cubicBezTo>
                    <a:pt x="99" y="196"/>
                    <a:pt x="36" y="179"/>
                    <a:pt x="45" y="107"/>
                  </a:cubicBezTo>
                  <a:cubicBezTo>
                    <a:pt x="54" y="45"/>
                    <a:pt x="0" y="0"/>
                    <a:pt x="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23"/>
            <p:cNvSpPr/>
            <p:nvPr/>
          </p:nvSpPr>
          <p:spPr>
            <a:xfrm>
              <a:off x="3783492" y="2418649"/>
              <a:ext cx="8790" cy="78130"/>
            </a:xfrm>
            <a:custGeom>
              <a:rect b="b" l="l" r="r" t="t"/>
              <a:pathLst>
                <a:path extrusionOk="0" h="2151" w="242">
                  <a:moveTo>
                    <a:pt x="241" y="0"/>
                  </a:moveTo>
                  <a:cubicBezTo>
                    <a:pt x="241" y="0"/>
                    <a:pt x="214" y="27"/>
                    <a:pt x="214" y="71"/>
                  </a:cubicBezTo>
                  <a:cubicBezTo>
                    <a:pt x="223" y="116"/>
                    <a:pt x="179" y="134"/>
                    <a:pt x="197" y="170"/>
                  </a:cubicBezTo>
                  <a:cubicBezTo>
                    <a:pt x="214" y="205"/>
                    <a:pt x="161" y="223"/>
                    <a:pt x="188" y="268"/>
                  </a:cubicBezTo>
                  <a:cubicBezTo>
                    <a:pt x="206" y="312"/>
                    <a:pt x="143" y="375"/>
                    <a:pt x="170" y="419"/>
                  </a:cubicBezTo>
                  <a:cubicBezTo>
                    <a:pt x="197" y="473"/>
                    <a:pt x="143" y="500"/>
                    <a:pt x="161" y="544"/>
                  </a:cubicBezTo>
                  <a:cubicBezTo>
                    <a:pt x="188" y="589"/>
                    <a:pt x="107" y="634"/>
                    <a:pt x="152" y="714"/>
                  </a:cubicBezTo>
                  <a:cubicBezTo>
                    <a:pt x="188" y="785"/>
                    <a:pt x="116" y="821"/>
                    <a:pt x="143" y="874"/>
                  </a:cubicBezTo>
                  <a:cubicBezTo>
                    <a:pt x="161" y="928"/>
                    <a:pt x="72" y="990"/>
                    <a:pt x="116" y="1044"/>
                  </a:cubicBezTo>
                  <a:cubicBezTo>
                    <a:pt x="152" y="1106"/>
                    <a:pt x="81" y="1160"/>
                    <a:pt x="99" y="1204"/>
                  </a:cubicBezTo>
                  <a:cubicBezTo>
                    <a:pt x="125" y="1249"/>
                    <a:pt x="63" y="1312"/>
                    <a:pt x="99" y="1356"/>
                  </a:cubicBezTo>
                  <a:cubicBezTo>
                    <a:pt x="134" y="1410"/>
                    <a:pt x="45" y="1472"/>
                    <a:pt x="72" y="1535"/>
                  </a:cubicBezTo>
                  <a:cubicBezTo>
                    <a:pt x="107" y="1606"/>
                    <a:pt x="36" y="1677"/>
                    <a:pt x="72" y="1740"/>
                  </a:cubicBezTo>
                  <a:cubicBezTo>
                    <a:pt x="107" y="1802"/>
                    <a:pt x="18" y="1820"/>
                    <a:pt x="63" y="1882"/>
                  </a:cubicBezTo>
                  <a:cubicBezTo>
                    <a:pt x="99" y="1945"/>
                    <a:pt x="0" y="2034"/>
                    <a:pt x="0" y="2150"/>
                  </a:cubicBezTo>
                  <a:lnTo>
                    <a:pt x="241" y="2150"/>
                  </a:lnTo>
                  <a:lnTo>
                    <a:pt x="2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23"/>
            <p:cNvSpPr/>
            <p:nvPr/>
          </p:nvSpPr>
          <p:spPr>
            <a:xfrm>
              <a:off x="3792246" y="2418649"/>
              <a:ext cx="9117" cy="78130"/>
            </a:xfrm>
            <a:custGeom>
              <a:rect b="b" l="l" r="r" t="t"/>
              <a:pathLst>
                <a:path extrusionOk="0" h="2151" w="251">
                  <a:moveTo>
                    <a:pt x="0" y="0"/>
                  </a:moveTo>
                  <a:lnTo>
                    <a:pt x="0" y="2150"/>
                  </a:lnTo>
                  <a:lnTo>
                    <a:pt x="250" y="2150"/>
                  </a:lnTo>
                  <a:cubicBezTo>
                    <a:pt x="250" y="2034"/>
                    <a:pt x="152" y="1945"/>
                    <a:pt x="188" y="1882"/>
                  </a:cubicBezTo>
                  <a:cubicBezTo>
                    <a:pt x="232" y="1820"/>
                    <a:pt x="143" y="1802"/>
                    <a:pt x="179" y="1740"/>
                  </a:cubicBezTo>
                  <a:cubicBezTo>
                    <a:pt x="214" y="1677"/>
                    <a:pt x="143" y="1606"/>
                    <a:pt x="170" y="1535"/>
                  </a:cubicBezTo>
                  <a:cubicBezTo>
                    <a:pt x="205" y="1472"/>
                    <a:pt x="116" y="1410"/>
                    <a:pt x="152" y="1356"/>
                  </a:cubicBezTo>
                  <a:cubicBezTo>
                    <a:pt x="188" y="1312"/>
                    <a:pt x="125" y="1249"/>
                    <a:pt x="143" y="1204"/>
                  </a:cubicBezTo>
                  <a:cubicBezTo>
                    <a:pt x="170" y="1160"/>
                    <a:pt x="98" y="1106"/>
                    <a:pt x="134" y="1044"/>
                  </a:cubicBezTo>
                  <a:cubicBezTo>
                    <a:pt x="179" y="990"/>
                    <a:pt x="89" y="928"/>
                    <a:pt x="107" y="874"/>
                  </a:cubicBezTo>
                  <a:cubicBezTo>
                    <a:pt x="134" y="821"/>
                    <a:pt x="63" y="785"/>
                    <a:pt x="98" y="714"/>
                  </a:cubicBezTo>
                  <a:cubicBezTo>
                    <a:pt x="134" y="634"/>
                    <a:pt x="63" y="589"/>
                    <a:pt x="81" y="544"/>
                  </a:cubicBezTo>
                  <a:cubicBezTo>
                    <a:pt x="107" y="500"/>
                    <a:pt x="54" y="473"/>
                    <a:pt x="81" y="419"/>
                  </a:cubicBezTo>
                  <a:cubicBezTo>
                    <a:pt x="98" y="375"/>
                    <a:pt x="36" y="312"/>
                    <a:pt x="63" y="268"/>
                  </a:cubicBezTo>
                  <a:cubicBezTo>
                    <a:pt x="89" y="223"/>
                    <a:pt x="36" y="205"/>
                    <a:pt x="54" y="170"/>
                  </a:cubicBezTo>
                  <a:cubicBezTo>
                    <a:pt x="72" y="134"/>
                    <a:pt x="27" y="116"/>
                    <a:pt x="27" y="71"/>
                  </a:cubicBezTo>
                  <a:cubicBezTo>
                    <a:pt x="36" y="27"/>
                    <a:pt x="0" y="0"/>
                    <a:pt x="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 name="Google Shape;976;p23"/>
          <p:cNvGrpSpPr/>
          <p:nvPr/>
        </p:nvGrpSpPr>
        <p:grpSpPr>
          <a:xfrm>
            <a:off x="-132569" y="624095"/>
            <a:ext cx="2433354" cy="4356538"/>
            <a:chOff x="3812879" y="2405538"/>
            <a:chExt cx="723975" cy="1296087"/>
          </a:xfrm>
        </p:grpSpPr>
        <p:sp>
          <p:nvSpPr>
            <p:cNvPr id="977" name="Google Shape;977;p23"/>
            <p:cNvSpPr/>
            <p:nvPr/>
          </p:nvSpPr>
          <p:spPr>
            <a:xfrm>
              <a:off x="4165461" y="2658422"/>
              <a:ext cx="79464" cy="1039936"/>
            </a:xfrm>
            <a:custGeom>
              <a:rect b="b" l="l" r="r" t="t"/>
              <a:pathLst>
                <a:path extrusionOk="0" h="19735" w="1508">
                  <a:moveTo>
                    <a:pt x="357" y="1"/>
                  </a:moveTo>
                  <a:cubicBezTo>
                    <a:pt x="357" y="1"/>
                    <a:pt x="0" y="982"/>
                    <a:pt x="357" y="3088"/>
                  </a:cubicBezTo>
                  <a:cubicBezTo>
                    <a:pt x="634" y="4720"/>
                    <a:pt x="357" y="19734"/>
                    <a:pt x="357" y="19734"/>
                  </a:cubicBezTo>
                  <a:lnTo>
                    <a:pt x="1151" y="19734"/>
                  </a:lnTo>
                  <a:cubicBezTo>
                    <a:pt x="1151" y="19734"/>
                    <a:pt x="874" y="4720"/>
                    <a:pt x="1151" y="3088"/>
                  </a:cubicBezTo>
                  <a:cubicBezTo>
                    <a:pt x="1508" y="982"/>
                    <a:pt x="1151" y="1"/>
                    <a:pt x="1151"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23"/>
            <p:cNvSpPr/>
            <p:nvPr/>
          </p:nvSpPr>
          <p:spPr>
            <a:xfrm>
              <a:off x="4201188" y="2658422"/>
              <a:ext cx="43737" cy="1039936"/>
            </a:xfrm>
            <a:custGeom>
              <a:rect b="b" l="l" r="r" t="t"/>
              <a:pathLst>
                <a:path extrusionOk="0" h="19735" w="830">
                  <a:moveTo>
                    <a:pt x="277" y="1"/>
                  </a:moveTo>
                  <a:cubicBezTo>
                    <a:pt x="277" y="1"/>
                    <a:pt x="634" y="982"/>
                    <a:pt x="277" y="3088"/>
                  </a:cubicBezTo>
                  <a:cubicBezTo>
                    <a:pt x="0" y="4720"/>
                    <a:pt x="277" y="19734"/>
                    <a:pt x="277" y="19734"/>
                  </a:cubicBezTo>
                  <a:lnTo>
                    <a:pt x="473" y="19734"/>
                  </a:lnTo>
                  <a:cubicBezTo>
                    <a:pt x="473" y="19734"/>
                    <a:pt x="196" y="4720"/>
                    <a:pt x="473" y="3088"/>
                  </a:cubicBezTo>
                  <a:cubicBezTo>
                    <a:pt x="830" y="982"/>
                    <a:pt x="473" y="1"/>
                    <a:pt x="473"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23"/>
            <p:cNvSpPr/>
            <p:nvPr/>
          </p:nvSpPr>
          <p:spPr>
            <a:xfrm>
              <a:off x="3954365" y="2405538"/>
              <a:ext cx="501656" cy="392578"/>
            </a:xfrm>
            <a:custGeom>
              <a:rect b="b" l="l" r="r" t="t"/>
              <a:pathLst>
                <a:path extrusionOk="0" h="7450" w="9520">
                  <a:moveTo>
                    <a:pt x="3712" y="0"/>
                  </a:moveTo>
                  <a:lnTo>
                    <a:pt x="3712" y="0"/>
                  </a:lnTo>
                  <a:cubicBezTo>
                    <a:pt x="3944" y="830"/>
                    <a:pt x="4042" y="1481"/>
                    <a:pt x="4042" y="1481"/>
                  </a:cubicBezTo>
                  <a:cubicBezTo>
                    <a:pt x="3426" y="456"/>
                    <a:pt x="2436" y="125"/>
                    <a:pt x="2436" y="125"/>
                  </a:cubicBezTo>
                  <a:lnTo>
                    <a:pt x="2436" y="125"/>
                  </a:lnTo>
                  <a:cubicBezTo>
                    <a:pt x="3533" y="884"/>
                    <a:pt x="3748" y="1945"/>
                    <a:pt x="3748" y="1945"/>
                  </a:cubicBezTo>
                  <a:cubicBezTo>
                    <a:pt x="2998" y="937"/>
                    <a:pt x="1562" y="919"/>
                    <a:pt x="1562" y="919"/>
                  </a:cubicBezTo>
                  <a:lnTo>
                    <a:pt x="1562" y="919"/>
                  </a:lnTo>
                  <a:cubicBezTo>
                    <a:pt x="2481" y="1214"/>
                    <a:pt x="3087" y="2017"/>
                    <a:pt x="3087" y="2017"/>
                  </a:cubicBezTo>
                  <a:cubicBezTo>
                    <a:pt x="3087" y="2017"/>
                    <a:pt x="2561" y="1597"/>
                    <a:pt x="1758" y="1526"/>
                  </a:cubicBezTo>
                  <a:cubicBezTo>
                    <a:pt x="1614" y="1513"/>
                    <a:pt x="1482" y="1508"/>
                    <a:pt x="1362" y="1508"/>
                  </a:cubicBezTo>
                  <a:cubicBezTo>
                    <a:pt x="826" y="1508"/>
                    <a:pt x="545" y="1615"/>
                    <a:pt x="545" y="1615"/>
                  </a:cubicBezTo>
                  <a:cubicBezTo>
                    <a:pt x="1954" y="1651"/>
                    <a:pt x="2436" y="2302"/>
                    <a:pt x="2436" y="2302"/>
                  </a:cubicBezTo>
                  <a:cubicBezTo>
                    <a:pt x="2107" y="2194"/>
                    <a:pt x="1771" y="2170"/>
                    <a:pt x="1534" y="2170"/>
                  </a:cubicBezTo>
                  <a:cubicBezTo>
                    <a:pt x="1340" y="2170"/>
                    <a:pt x="1214" y="2186"/>
                    <a:pt x="1214" y="2186"/>
                  </a:cubicBezTo>
                  <a:cubicBezTo>
                    <a:pt x="2186" y="2347"/>
                    <a:pt x="2606" y="2837"/>
                    <a:pt x="2606" y="2837"/>
                  </a:cubicBezTo>
                  <a:cubicBezTo>
                    <a:pt x="2606" y="2837"/>
                    <a:pt x="2146" y="2706"/>
                    <a:pt x="1646" y="2706"/>
                  </a:cubicBezTo>
                  <a:cubicBezTo>
                    <a:pt x="1396" y="2706"/>
                    <a:pt x="1137" y="2739"/>
                    <a:pt x="920" y="2837"/>
                  </a:cubicBezTo>
                  <a:cubicBezTo>
                    <a:pt x="259" y="3132"/>
                    <a:pt x="134" y="3720"/>
                    <a:pt x="134" y="3720"/>
                  </a:cubicBezTo>
                  <a:cubicBezTo>
                    <a:pt x="439" y="3339"/>
                    <a:pt x="929" y="3103"/>
                    <a:pt x="1520" y="3103"/>
                  </a:cubicBezTo>
                  <a:cubicBezTo>
                    <a:pt x="1552" y="3103"/>
                    <a:pt x="1583" y="3104"/>
                    <a:pt x="1615" y="3105"/>
                  </a:cubicBezTo>
                  <a:cubicBezTo>
                    <a:pt x="2168" y="3123"/>
                    <a:pt x="2436" y="3364"/>
                    <a:pt x="2436" y="3364"/>
                  </a:cubicBezTo>
                  <a:cubicBezTo>
                    <a:pt x="2436" y="3364"/>
                    <a:pt x="2270" y="3337"/>
                    <a:pt x="2019" y="3337"/>
                  </a:cubicBezTo>
                  <a:cubicBezTo>
                    <a:pt x="1709" y="3337"/>
                    <a:pt x="1271" y="3378"/>
                    <a:pt x="857" y="3560"/>
                  </a:cubicBezTo>
                  <a:cubicBezTo>
                    <a:pt x="108" y="3890"/>
                    <a:pt x="1" y="4488"/>
                    <a:pt x="1" y="4488"/>
                  </a:cubicBezTo>
                  <a:cubicBezTo>
                    <a:pt x="500" y="3935"/>
                    <a:pt x="1383" y="3828"/>
                    <a:pt x="1383" y="3828"/>
                  </a:cubicBezTo>
                  <a:lnTo>
                    <a:pt x="1383" y="3828"/>
                  </a:lnTo>
                  <a:cubicBezTo>
                    <a:pt x="242" y="4390"/>
                    <a:pt x="63" y="5362"/>
                    <a:pt x="63" y="5362"/>
                  </a:cubicBezTo>
                  <a:cubicBezTo>
                    <a:pt x="429" y="4969"/>
                    <a:pt x="1134" y="4755"/>
                    <a:pt x="1134" y="4755"/>
                  </a:cubicBezTo>
                  <a:lnTo>
                    <a:pt x="1134" y="4755"/>
                  </a:lnTo>
                  <a:cubicBezTo>
                    <a:pt x="384" y="5335"/>
                    <a:pt x="152" y="6156"/>
                    <a:pt x="152" y="6156"/>
                  </a:cubicBezTo>
                  <a:cubicBezTo>
                    <a:pt x="652" y="5469"/>
                    <a:pt x="1544" y="5157"/>
                    <a:pt x="1544" y="5157"/>
                  </a:cubicBezTo>
                  <a:lnTo>
                    <a:pt x="1544" y="5157"/>
                  </a:lnTo>
                  <a:cubicBezTo>
                    <a:pt x="1160" y="5630"/>
                    <a:pt x="1044" y="6272"/>
                    <a:pt x="1044" y="6272"/>
                  </a:cubicBezTo>
                  <a:cubicBezTo>
                    <a:pt x="1624" y="4961"/>
                    <a:pt x="2659" y="4755"/>
                    <a:pt x="2659" y="4755"/>
                  </a:cubicBezTo>
                  <a:lnTo>
                    <a:pt x="2659" y="4755"/>
                  </a:lnTo>
                  <a:cubicBezTo>
                    <a:pt x="1642" y="5273"/>
                    <a:pt x="1473" y="6647"/>
                    <a:pt x="1473" y="6647"/>
                  </a:cubicBezTo>
                  <a:cubicBezTo>
                    <a:pt x="1963" y="5362"/>
                    <a:pt x="2891" y="4969"/>
                    <a:pt x="2891" y="4969"/>
                  </a:cubicBezTo>
                  <a:lnTo>
                    <a:pt x="2891" y="4969"/>
                  </a:lnTo>
                  <a:cubicBezTo>
                    <a:pt x="1892" y="6067"/>
                    <a:pt x="2284" y="7316"/>
                    <a:pt x="2284" y="7316"/>
                  </a:cubicBezTo>
                  <a:cubicBezTo>
                    <a:pt x="2284" y="6236"/>
                    <a:pt x="2802" y="5674"/>
                    <a:pt x="2802" y="5674"/>
                  </a:cubicBezTo>
                  <a:lnTo>
                    <a:pt x="2802" y="5674"/>
                  </a:lnTo>
                  <a:cubicBezTo>
                    <a:pt x="2579" y="6272"/>
                    <a:pt x="2686" y="6780"/>
                    <a:pt x="2686" y="6780"/>
                  </a:cubicBezTo>
                  <a:cubicBezTo>
                    <a:pt x="2900" y="5630"/>
                    <a:pt x="3533" y="5166"/>
                    <a:pt x="3533" y="5166"/>
                  </a:cubicBezTo>
                  <a:lnTo>
                    <a:pt x="3533" y="5166"/>
                  </a:lnTo>
                  <a:cubicBezTo>
                    <a:pt x="3150" y="5853"/>
                    <a:pt x="3221" y="6896"/>
                    <a:pt x="3221" y="6896"/>
                  </a:cubicBezTo>
                  <a:cubicBezTo>
                    <a:pt x="3408" y="5701"/>
                    <a:pt x="4015" y="5023"/>
                    <a:pt x="4015" y="5023"/>
                  </a:cubicBezTo>
                  <a:lnTo>
                    <a:pt x="4015" y="5023"/>
                  </a:lnTo>
                  <a:cubicBezTo>
                    <a:pt x="3542" y="6192"/>
                    <a:pt x="4033" y="7449"/>
                    <a:pt x="4033" y="7449"/>
                  </a:cubicBezTo>
                  <a:cubicBezTo>
                    <a:pt x="3872" y="5415"/>
                    <a:pt x="4756" y="4800"/>
                    <a:pt x="4756" y="4800"/>
                  </a:cubicBezTo>
                  <a:cubicBezTo>
                    <a:pt x="4756" y="4800"/>
                    <a:pt x="5639" y="5415"/>
                    <a:pt x="5487" y="7449"/>
                  </a:cubicBezTo>
                  <a:cubicBezTo>
                    <a:pt x="5487" y="7449"/>
                    <a:pt x="5978" y="6192"/>
                    <a:pt x="5505" y="5023"/>
                  </a:cubicBezTo>
                  <a:lnTo>
                    <a:pt x="5505" y="5023"/>
                  </a:lnTo>
                  <a:cubicBezTo>
                    <a:pt x="5505" y="5023"/>
                    <a:pt x="6103" y="5701"/>
                    <a:pt x="6299" y="6896"/>
                  </a:cubicBezTo>
                  <a:cubicBezTo>
                    <a:pt x="6299" y="6896"/>
                    <a:pt x="6361" y="5853"/>
                    <a:pt x="5987" y="5166"/>
                  </a:cubicBezTo>
                  <a:lnTo>
                    <a:pt x="5987" y="5166"/>
                  </a:lnTo>
                  <a:cubicBezTo>
                    <a:pt x="5987" y="5166"/>
                    <a:pt x="6620" y="5630"/>
                    <a:pt x="6834" y="6780"/>
                  </a:cubicBezTo>
                  <a:cubicBezTo>
                    <a:pt x="6834" y="6780"/>
                    <a:pt x="6941" y="6272"/>
                    <a:pt x="6718" y="5674"/>
                  </a:cubicBezTo>
                  <a:lnTo>
                    <a:pt x="6718" y="5674"/>
                  </a:lnTo>
                  <a:cubicBezTo>
                    <a:pt x="6718" y="5674"/>
                    <a:pt x="7236" y="6236"/>
                    <a:pt x="7236" y="7316"/>
                  </a:cubicBezTo>
                  <a:cubicBezTo>
                    <a:pt x="7236" y="7316"/>
                    <a:pt x="7628" y="6067"/>
                    <a:pt x="6629" y="4969"/>
                  </a:cubicBezTo>
                  <a:lnTo>
                    <a:pt x="6629" y="4969"/>
                  </a:lnTo>
                  <a:cubicBezTo>
                    <a:pt x="6629" y="4969"/>
                    <a:pt x="7557" y="5362"/>
                    <a:pt x="8047" y="6647"/>
                  </a:cubicBezTo>
                  <a:cubicBezTo>
                    <a:pt x="8047" y="6647"/>
                    <a:pt x="7878" y="5273"/>
                    <a:pt x="6861" y="4755"/>
                  </a:cubicBezTo>
                  <a:lnTo>
                    <a:pt x="6861" y="4755"/>
                  </a:lnTo>
                  <a:cubicBezTo>
                    <a:pt x="6861" y="4755"/>
                    <a:pt x="7896" y="4961"/>
                    <a:pt x="8467" y="6272"/>
                  </a:cubicBezTo>
                  <a:cubicBezTo>
                    <a:pt x="8467" y="6272"/>
                    <a:pt x="8351" y="5630"/>
                    <a:pt x="7976" y="5157"/>
                  </a:cubicBezTo>
                  <a:lnTo>
                    <a:pt x="7976" y="5157"/>
                  </a:lnTo>
                  <a:cubicBezTo>
                    <a:pt x="7976" y="5157"/>
                    <a:pt x="8868" y="5469"/>
                    <a:pt x="9368" y="6156"/>
                  </a:cubicBezTo>
                  <a:cubicBezTo>
                    <a:pt x="9368" y="6156"/>
                    <a:pt x="9136" y="5335"/>
                    <a:pt x="8386" y="4755"/>
                  </a:cubicBezTo>
                  <a:lnTo>
                    <a:pt x="8386" y="4755"/>
                  </a:lnTo>
                  <a:cubicBezTo>
                    <a:pt x="8387" y="4755"/>
                    <a:pt x="9091" y="4969"/>
                    <a:pt x="9457" y="5362"/>
                  </a:cubicBezTo>
                  <a:cubicBezTo>
                    <a:pt x="9457" y="5362"/>
                    <a:pt x="9270" y="4390"/>
                    <a:pt x="8128" y="3828"/>
                  </a:cubicBezTo>
                  <a:lnTo>
                    <a:pt x="8128" y="3828"/>
                  </a:lnTo>
                  <a:cubicBezTo>
                    <a:pt x="8128" y="3828"/>
                    <a:pt x="9020" y="3935"/>
                    <a:pt x="9519" y="4488"/>
                  </a:cubicBezTo>
                  <a:cubicBezTo>
                    <a:pt x="9519" y="4488"/>
                    <a:pt x="9412" y="3890"/>
                    <a:pt x="8663" y="3560"/>
                  </a:cubicBezTo>
                  <a:cubicBezTo>
                    <a:pt x="8249" y="3378"/>
                    <a:pt x="7811" y="3337"/>
                    <a:pt x="7501" y="3337"/>
                  </a:cubicBezTo>
                  <a:cubicBezTo>
                    <a:pt x="7250" y="3337"/>
                    <a:pt x="7084" y="3364"/>
                    <a:pt x="7084" y="3364"/>
                  </a:cubicBezTo>
                  <a:cubicBezTo>
                    <a:pt x="7084" y="3364"/>
                    <a:pt x="7352" y="3123"/>
                    <a:pt x="7905" y="3105"/>
                  </a:cubicBezTo>
                  <a:cubicBezTo>
                    <a:pt x="7937" y="3104"/>
                    <a:pt x="7968" y="3103"/>
                    <a:pt x="8000" y="3103"/>
                  </a:cubicBezTo>
                  <a:cubicBezTo>
                    <a:pt x="8590" y="3103"/>
                    <a:pt x="9072" y="3339"/>
                    <a:pt x="9386" y="3720"/>
                  </a:cubicBezTo>
                  <a:cubicBezTo>
                    <a:pt x="9386" y="3720"/>
                    <a:pt x="9261" y="3132"/>
                    <a:pt x="8601" y="2837"/>
                  </a:cubicBezTo>
                  <a:cubicBezTo>
                    <a:pt x="8383" y="2739"/>
                    <a:pt x="8123" y="2706"/>
                    <a:pt x="7872" y="2706"/>
                  </a:cubicBezTo>
                  <a:cubicBezTo>
                    <a:pt x="7369" y="2706"/>
                    <a:pt x="6906" y="2837"/>
                    <a:pt x="6906" y="2837"/>
                  </a:cubicBezTo>
                  <a:cubicBezTo>
                    <a:pt x="6906" y="2837"/>
                    <a:pt x="7334" y="2347"/>
                    <a:pt x="8306" y="2186"/>
                  </a:cubicBezTo>
                  <a:cubicBezTo>
                    <a:pt x="8306" y="2186"/>
                    <a:pt x="8180" y="2170"/>
                    <a:pt x="7985" y="2170"/>
                  </a:cubicBezTo>
                  <a:cubicBezTo>
                    <a:pt x="7748" y="2170"/>
                    <a:pt x="7409" y="2194"/>
                    <a:pt x="7075" y="2302"/>
                  </a:cubicBezTo>
                  <a:cubicBezTo>
                    <a:pt x="7075" y="2302"/>
                    <a:pt x="7566" y="1651"/>
                    <a:pt x="8975" y="1615"/>
                  </a:cubicBezTo>
                  <a:cubicBezTo>
                    <a:pt x="8975" y="1615"/>
                    <a:pt x="8689" y="1508"/>
                    <a:pt x="8149" y="1508"/>
                  </a:cubicBezTo>
                  <a:cubicBezTo>
                    <a:pt x="8030" y="1508"/>
                    <a:pt x="7897" y="1513"/>
                    <a:pt x="7753" y="1526"/>
                  </a:cubicBezTo>
                  <a:cubicBezTo>
                    <a:pt x="6959" y="1597"/>
                    <a:pt x="6433" y="2017"/>
                    <a:pt x="6433" y="2017"/>
                  </a:cubicBezTo>
                  <a:cubicBezTo>
                    <a:pt x="6433" y="2017"/>
                    <a:pt x="7030" y="1214"/>
                    <a:pt x="7958" y="919"/>
                  </a:cubicBezTo>
                  <a:lnTo>
                    <a:pt x="7958" y="919"/>
                  </a:lnTo>
                  <a:cubicBezTo>
                    <a:pt x="7958" y="919"/>
                    <a:pt x="6522" y="937"/>
                    <a:pt x="5773" y="1945"/>
                  </a:cubicBezTo>
                  <a:cubicBezTo>
                    <a:pt x="5773" y="1945"/>
                    <a:pt x="5978" y="884"/>
                    <a:pt x="7084" y="125"/>
                  </a:cubicBezTo>
                  <a:lnTo>
                    <a:pt x="7084" y="125"/>
                  </a:lnTo>
                  <a:cubicBezTo>
                    <a:pt x="7084" y="125"/>
                    <a:pt x="6094" y="456"/>
                    <a:pt x="5469" y="1481"/>
                  </a:cubicBezTo>
                  <a:cubicBezTo>
                    <a:pt x="5469" y="1481"/>
                    <a:pt x="5576" y="830"/>
                    <a:pt x="5808" y="0"/>
                  </a:cubicBezTo>
                  <a:lnTo>
                    <a:pt x="5808" y="0"/>
                  </a:lnTo>
                  <a:cubicBezTo>
                    <a:pt x="5808" y="1"/>
                    <a:pt x="5014" y="518"/>
                    <a:pt x="4756" y="1633"/>
                  </a:cubicBezTo>
                  <a:cubicBezTo>
                    <a:pt x="4506" y="518"/>
                    <a:pt x="3712" y="1"/>
                    <a:pt x="37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23"/>
            <p:cNvSpPr/>
            <p:nvPr/>
          </p:nvSpPr>
          <p:spPr>
            <a:xfrm>
              <a:off x="4055434" y="2498123"/>
              <a:ext cx="299518" cy="234177"/>
            </a:xfrm>
            <a:custGeom>
              <a:rect b="b" l="l" r="r" t="t"/>
              <a:pathLst>
                <a:path extrusionOk="0" h="4444" w="5684">
                  <a:moveTo>
                    <a:pt x="2213" y="1"/>
                  </a:moveTo>
                  <a:lnTo>
                    <a:pt x="2213" y="1"/>
                  </a:lnTo>
                  <a:cubicBezTo>
                    <a:pt x="2356" y="492"/>
                    <a:pt x="2418" y="884"/>
                    <a:pt x="2418" y="884"/>
                  </a:cubicBezTo>
                  <a:cubicBezTo>
                    <a:pt x="2044" y="269"/>
                    <a:pt x="1455" y="72"/>
                    <a:pt x="1455" y="72"/>
                  </a:cubicBezTo>
                  <a:lnTo>
                    <a:pt x="1455" y="72"/>
                  </a:lnTo>
                  <a:cubicBezTo>
                    <a:pt x="2115" y="527"/>
                    <a:pt x="2231" y="1161"/>
                    <a:pt x="2231" y="1161"/>
                  </a:cubicBezTo>
                  <a:cubicBezTo>
                    <a:pt x="1794" y="554"/>
                    <a:pt x="938" y="545"/>
                    <a:pt x="937" y="545"/>
                  </a:cubicBezTo>
                  <a:lnTo>
                    <a:pt x="937" y="545"/>
                  </a:lnTo>
                  <a:cubicBezTo>
                    <a:pt x="1482" y="715"/>
                    <a:pt x="1847" y="1205"/>
                    <a:pt x="1847" y="1205"/>
                  </a:cubicBezTo>
                  <a:cubicBezTo>
                    <a:pt x="1847" y="1205"/>
                    <a:pt x="1526" y="955"/>
                    <a:pt x="1053" y="911"/>
                  </a:cubicBezTo>
                  <a:cubicBezTo>
                    <a:pt x="966" y="903"/>
                    <a:pt x="886" y="899"/>
                    <a:pt x="814" y="899"/>
                  </a:cubicBezTo>
                  <a:cubicBezTo>
                    <a:pt x="497" y="899"/>
                    <a:pt x="331" y="964"/>
                    <a:pt x="331" y="964"/>
                  </a:cubicBezTo>
                  <a:cubicBezTo>
                    <a:pt x="1169" y="982"/>
                    <a:pt x="1455" y="1366"/>
                    <a:pt x="1455" y="1366"/>
                  </a:cubicBezTo>
                  <a:cubicBezTo>
                    <a:pt x="1241" y="1302"/>
                    <a:pt x="1020" y="1289"/>
                    <a:pt x="878" y="1289"/>
                  </a:cubicBezTo>
                  <a:cubicBezTo>
                    <a:pt x="783" y="1289"/>
                    <a:pt x="723" y="1294"/>
                    <a:pt x="723" y="1294"/>
                  </a:cubicBezTo>
                  <a:cubicBezTo>
                    <a:pt x="1303" y="1393"/>
                    <a:pt x="1562" y="1687"/>
                    <a:pt x="1562" y="1687"/>
                  </a:cubicBezTo>
                  <a:cubicBezTo>
                    <a:pt x="1562" y="1687"/>
                    <a:pt x="1284" y="1612"/>
                    <a:pt x="983" y="1612"/>
                  </a:cubicBezTo>
                  <a:cubicBezTo>
                    <a:pt x="832" y="1612"/>
                    <a:pt x="676" y="1630"/>
                    <a:pt x="545" y="1687"/>
                  </a:cubicBezTo>
                  <a:cubicBezTo>
                    <a:pt x="161" y="1865"/>
                    <a:pt x="81" y="2213"/>
                    <a:pt x="81" y="2213"/>
                  </a:cubicBezTo>
                  <a:cubicBezTo>
                    <a:pt x="267" y="1994"/>
                    <a:pt x="556" y="1846"/>
                    <a:pt x="905" y="1846"/>
                  </a:cubicBezTo>
                  <a:cubicBezTo>
                    <a:pt x="924" y="1846"/>
                    <a:pt x="944" y="1847"/>
                    <a:pt x="964" y="1848"/>
                  </a:cubicBezTo>
                  <a:cubicBezTo>
                    <a:pt x="1294" y="1856"/>
                    <a:pt x="1455" y="2008"/>
                    <a:pt x="1455" y="2008"/>
                  </a:cubicBezTo>
                  <a:cubicBezTo>
                    <a:pt x="1455" y="2008"/>
                    <a:pt x="1349" y="1989"/>
                    <a:pt x="1189" y="1989"/>
                  </a:cubicBezTo>
                  <a:cubicBezTo>
                    <a:pt x="1006" y="1989"/>
                    <a:pt x="753" y="2014"/>
                    <a:pt x="509" y="2124"/>
                  </a:cubicBezTo>
                  <a:cubicBezTo>
                    <a:pt x="63" y="2320"/>
                    <a:pt x="1" y="2677"/>
                    <a:pt x="1" y="2677"/>
                  </a:cubicBezTo>
                  <a:cubicBezTo>
                    <a:pt x="295" y="2347"/>
                    <a:pt x="830" y="2276"/>
                    <a:pt x="830" y="2276"/>
                  </a:cubicBezTo>
                  <a:lnTo>
                    <a:pt x="830" y="2276"/>
                  </a:lnTo>
                  <a:cubicBezTo>
                    <a:pt x="152" y="2615"/>
                    <a:pt x="36" y="3195"/>
                    <a:pt x="36" y="3195"/>
                  </a:cubicBezTo>
                  <a:cubicBezTo>
                    <a:pt x="259" y="2963"/>
                    <a:pt x="679" y="2829"/>
                    <a:pt x="679" y="2829"/>
                  </a:cubicBezTo>
                  <a:lnTo>
                    <a:pt x="679" y="2829"/>
                  </a:lnTo>
                  <a:cubicBezTo>
                    <a:pt x="233" y="3177"/>
                    <a:pt x="90" y="3667"/>
                    <a:pt x="90" y="3667"/>
                  </a:cubicBezTo>
                  <a:cubicBezTo>
                    <a:pt x="393" y="3266"/>
                    <a:pt x="919" y="3079"/>
                    <a:pt x="920" y="3079"/>
                  </a:cubicBezTo>
                  <a:lnTo>
                    <a:pt x="920" y="3079"/>
                  </a:lnTo>
                  <a:cubicBezTo>
                    <a:pt x="697" y="3355"/>
                    <a:pt x="625" y="3739"/>
                    <a:pt x="625" y="3739"/>
                  </a:cubicBezTo>
                  <a:cubicBezTo>
                    <a:pt x="973" y="2954"/>
                    <a:pt x="1589" y="2829"/>
                    <a:pt x="1589" y="2829"/>
                  </a:cubicBezTo>
                  <a:lnTo>
                    <a:pt x="1589" y="2829"/>
                  </a:lnTo>
                  <a:cubicBezTo>
                    <a:pt x="982" y="3141"/>
                    <a:pt x="884" y="3962"/>
                    <a:pt x="884" y="3962"/>
                  </a:cubicBezTo>
                  <a:cubicBezTo>
                    <a:pt x="1169" y="3195"/>
                    <a:pt x="1722" y="2963"/>
                    <a:pt x="1722" y="2963"/>
                  </a:cubicBezTo>
                  <a:lnTo>
                    <a:pt x="1722" y="2963"/>
                  </a:lnTo>
                  <a:cubicBezTo>
                    <a:pt x="1125" y="3614"/>
                    <a:pt x="1366" y="4363"/>
                    <a:pt x="1366" y="4363"/>
                  </a:cubicBezTo>
                  <a:cubicBezTo>
                    <a:pt x="1366" y="3712"/>
                    <a:pt x="1669" y="3382"/>
                    <a:pt x="1669" y="3382"/>
                  </a:cubicBezTo>
                  <a:lnTo>
                    <a:pt x="1669" y="3382"/>
                  </a:lnTo>
                  <a:cubicBezTo>
                    <a:pt x="1544" y="3739"/>
                    <a:pt x="1606" y="4042"/>
                    <a:pt x="1606" y="4042"/>
                  </a:cubicBezTo>
                  <a:cubicBezTo>
                    <a:pt x="1731" y="3355"/>
                    <a:pt x="2106" y="3079"/>
                    <a:pt x="2106" y="3079"/>
                  </a:cubicBezTo>
                  <a:lnTo>
                    <a:pt x="2106" y="3079"/>
                  </a:lnTo>
                  <a:cubicBezTo>
                    <a:pt x="1883" y="3489"/>
                    <a:pt x="1919" y="4113"/>
                    <a:pt x="1919" y="4113"/>
                  </a:cubicBezTo>
                  <a:cubicBezTo>
                    <a:pt x="2035" y="3400"/>
                    <a:pt x="2391" y="2990"/>
                    <a:pt x="2392" y="2989"/>
                  </a:cubicBezTo>
                  <a:lnTo>
                    <a:pt x="2392" y="2989"/>
                  </a:lnTo>
                  <a:cubicBezTo>
                    <a:pt x="2115" y="3694"/>
                    <a:pt x="2409" y="4444"/>
                    <a:pt x="2409" y="4444"/>
                  </a:cubicBezTo>
                  <a:cubicBezTo>
                    <a:pt x="2311" y="3230"/>
                    <a:pt x="2838" y="2856"/>
                    <a:pt x="2838" y="2856"/>
                  </a:cubicBezTo>
                  <a:cubicBezTo>
                    <a:pt x="2838" y="2856"/>
                    <a:pt x="3364" y="3230"/>
                    <a:pt x="3275" y="4444"/>
                  </a:cubicBezTo>
                  <a:cubicBezTo>
                    <a:pt x="3275" y="4444"/>
                    <a:pt x="3569" y="3694"/>
                    <a:pt x="3284" y="2989"/>
                  </a:cubicBezTo>
                  <a:lnTo>
                    <a:pt x="3284" y="2989"/>
                  </a:lnTo>
                  <a:cubicBezTo>
                    <a:pt x="3284" y="2990"/>
                    <a:pt x="3649" y="3400"/>
                    <a:pt x="3756" y="4113"/>
                  </a:cubicBezTo>
                  <a:cubicBezTo>
                    <a:pt x="3756" y="4113"/>
                    <a:pt x="3801" y="3489"/>
                    <a:pt x="3578" y="3079"/>
                  </a:cubicBezTo>
                  <a:lnTo>
                    <a:pt x="3578" y="3079"/>
                  </a:lnTo>
                  <a:cubicBezTo>
                    <a:pt x="3578" y="3079"/>
                    <a:pt x="3953" y="3355"/>
                    <a:pt x="4078" y="4042"/>
                  </a:cubicBezTo>
                  <a:cubicBezTo>
                    <a:pt x="4078" y="4042"/>
                    <a:pt x="4140" y="3739"/>
                    <a:pt x="4006" y="3382"/>
                  </a:cubicBezTo>
                  <a:lnTo>
                    <a:pt x="4006" y="3382"/>
                  </a:lnTo>
                  <a:cubicBezTo>
                    <a:pt x="4006" y="3382"/>
                    <a:pt x="4318" y="3712"/>
                    <a:pt x="4318" y="4363"/>
                  </a:cubicBezTo>
                  <a:cubicBezTo>
                    <a:pt x="4318" y="4363"/>
                    <a:pt x="4550" y="3614"/>
                    <a:pt x="3953" y="2963"/>
                  </a:cubicBezTo>
                  <a:lnTo>
                    <a:pt x="3953" y="2963"/>
                  </a:lnTo>
                  <a:cubicBezTo>
                    <a:pt x="3953" y="2963"/>
                    <a:pt x="4515" y="3195"/>
                    <a:pt x="4800" y="3962"/>
                  </a:cubicBezTo>
                  <a:cubicBezTo>
                    <a:pt x="4800" y="3962"/>
                    <a:pt x="4702" y="3141"/>
                    <a:pt x="4095" y="2829"/>
                  </a:cubicBezTo>
                  <a:lnTo>
                    <a:pt x="4095" y="2829"/>
                  </a:lnTo>
                  <a:cubicBezTo>
                    <a:pt x="4096" y="2829"/>
                    <a:pt x="4711" y="2954"/>
                    <a:pt x="5059" y="3739"/>
                  </a:cubicBezTo>
                  <a:cubicBezTo>
                    <a:pt x="5059" y="3739"/>
                    <a:pt x="4988" y="3355"/>
                    <a:pt x="4765" y="3079"/>
                  </a:cubicBezTo>
                  <a:lnTo>
                    <a:pt x="4765" y="3079"/>
                  </a:lnTo>
                  <a:cubicBezTo>
                    <a:pt x="4765" y="3079"/>
                    <a:pt x="5291" y="3266"/>
                    <a:pt x="5585" y="3667"/>
                  </a:cubicBezTo>
                  <a:cubicBezTo>
                    <a:pt x="5585" y="3667"/>
                    <a:pt x="5451" y="3177"/>
                    <a:pt x="5005" y="2829"/>
                  </a:cubicBezTo>
                  <a:lnTo>
                    <a:pt x="5005" y="2829"/>
                  </a:lnTo>
                  <a:cubicBezTo>
                    <a:pt x="5006" y="2829"/>
                    <a:pt x="5425" y="2963"/>
                    <a:pt x="5648" y="3195"/>
                  </a:cubicBezTo>
                  <a:cubicBezTo>
                    <a:pt x="5648" y="3195"/>
                    <a:pt x="5532" y="2615"/>
                    <a:pt x="4854" y="2276"/>
                  </a:cubicBezTo>
                  <a:lnTo>
                    <a:pt x="4854" y="2276"/>
                  </a:lnTo>
                  <a:cubicBezTo>
                    <a:pt x="4854" y="2276"/>
                    <a:pt x="5389" y="2347"/>
                    <a:pt x="5683" y="2677"/>
                  </a:cubicBezTo>
                  <a:cubicBezTo>
                    <a:pt x="5683" y="2677"/>
                    <a:pt x="5621" y="2320"/>
                    <a:pt x="5166" y="2124"/>
                  </a:cubicBezTo>
                  <a:cubicBezTo>
                    <a:pt x="4927" y="2014"/>
                    <a:pt x="4676" y="1989"/>
                    <a:pt x="4494" y="1989"/>
                  </a:cubicBezTo>
                  <a:cubicBezTo>
                    <a:pt x="4335" y="1989"/>
                    <a:pt x="4229" y="2008"/>
                    <a:pt x="4229" y="2008"/>
                  </a:cubicBezTo>
                  <a:cubicBezTo>
                    <a:pt x="4229" y="2008"/>
                    <a:pt x="4390" y="1856"/>
                    <a:pt x="4720" y="1848"/>
                  </a:cubicBezTo>
                  <a:cubicBezTo>
                    <a:pt x="4740" y="1847"/>
                    <a:pt x="4760" y="1846"/>
                    <a:pt x="4779" y="1846"/>
                  </a:cubicBezTo>
                  <a:cubicBezTo>
                    <a:pt x="5128" y="1846"/>
                    <a:pt x="5417" y="1994"/>
                    <a:pt x="5603" y="2213"/>
                  </a:cubicBezTo>
                  <a:cubicBezTo>
                    <a:pt x="5603" y="2213"/>
                    <a:pt x="5523" y="1865"/>
                    <a:pt x="5130" y="1687"/>
                  </a:cubicBezTo>
                  <a:cubicBezTo>
                    <a:pt x="5002" y="1630"/>
                    <a:pt x="4848" y="1612"/>
                    <a:pt x="4698" y="1612"/>
                  </a:cubicBezTo>
                  <a:cubicBezTo>
                    <a:pt x="4400" y="1612"/>
                    <a:pt x="4122" y="1687"/>
                    <a:pt x="4122" y="1687"/>
                  </a:cubicBezTo>
                  <a:cubicBezTo>
                    <a:pt x="4122" y="1687"/>
                    <a:pt x="4381" y="1393"/>
                    <a:pt x="4961" y="1294"/>
                  </a:cubicBezTo>
                  <a:cubicBezTo>
                    <a:pt x="4961" y="1294"/>
                    <a:pt x="4901" y="1289"/>
                    <a:pt x="4806" y="1289"/>
                  </a:cubicBezTo>
                  <a:cubicBezTo>
                    <a:pt x="4664" y="1289"/>
                    <a:pt x="4443" y="1302"/>
                    <a:pt x="4229" y="1366"/>
                  </a:cubicBezTo>
                  <a:cubicBezTo>
                    <a:pt x="4229" y="1366"/>
                    <a:pt x="4515" y="982"/>
                    <a:pt x="5353" y="964"/>
                  </a:cubicBezTo>
                  <a:cubicBezTo>
                    <a:pt x="5353" y="964"/>
                    <a:pt x="5187" y="899"/>
                    <a:pt x="4870" y="899"/>
                  </a:cubicBezTo>
                  <a:cubicBezTo>
                    <a:pt x="4798" y="899"/>
                    <a:pt x="4718" y="903"/>
                    <a:pt x="4631" y="911"/>
                  </a:cubicBezTo>
                  <a:cubicBezTo>
                    <a:pt x="4158" y="955"/>
                    <a:pt x="3837" y="1205"/>
                    <a:pt x="3837" y="1205"/>
                  </a:cubicBezTo>
                  <a:cubicBezTo>
                    <a:pt x="3837" y="1205"/>
                    <a:pt x="4203" y="715"/>
                    <a:pt x="4747" y="545"/>
                  </a:cubicBezTo>
                  <a:lnTo>
                    <a:pt x="4747" y="545"/>
                  </a:lnTo>
                  <a:cubicBezTo>
                    <a:pt x="4747" y="545"/>
                    <a:pt x="3890" y="554"/>
                    <a:pt x="3444" y="1161"/>
                  </a:cubicBezTo>
                  <a:cubicBezTo>
                    <a:pt x="3444" y="1161"/>
                    <a:pt x="3569" y="527"/>
                    <a:pt x="4229" y="72"/>
                  </a:cubicBezTo>
                  <a:lnTo>
                    <a:pt x="4229" y="72"/>
                  </a:lnTo>
                  <a:cubicBezTo>
                    <a:pt x="4229" y="72"/>
                    <a:pt x="3640" y="269"/>
                    <a:pt x="3266" y="884"/>
                  </a:cubicBezTo>
                  <a:cubicBezTo>
                    <a:pt x="3266" y="884"/>
                    <a:pt x="3328" y="492"/>
                    <a:pt x="3462" y="1"/>
                  </a:cubicBezTo>
                  <a:lnTo>
                    <a:pt x="3462" y="1"/>
                  </a:lnTo>
                  <a:cubicBezTo>
                    <a:pt x="3462" y="1"/>
                    <a:pt x="2989" y="304"/>
                    <a:pt x="2838" y="973"/>
                  </a:cubicBezTo>
                  <a:cubicBezTo>
                    <a:pt x="2686" y="304"/>
                    <a:pt x="2213" y="1"/>
                    <a:pt x="2213"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23"/>
            <p:cNvSpPr/>
            <p:nvPr/>
          </p:nvSpPr>
          <p:spPr>
            <a:xfrm>
              <a:off x="3956262" y="2952724"/>
              <a:ext cx="54592" cy="707536"/>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23"/>
            <p:cNvSpPr/>
            <p:nvPr/>
          </p:nvSpPr>
          <p:spPr>
            <a:xfrm>
              <a:off x="3979290" y="2952724"/>
              <a:ext cx="31564" cy="707536"/>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23"/>
            <p:cNvSpPr/>
            <p:nvPr/>
          </p:nvSpPr>
          <p:spPr>
            <a:xfrm>
              <a:off x="3812879" y="2781148"/>
              <a:ext cx="341358" cy="266584"/>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23"/>
            <p:cNvSpPr/>
            <p:nvPr/>
          </p:nvSpPr>
          <p:spPr>
            <a:xfrm>
              <a:off x="3881962" y="2843645"/>
              <a:ext cx="203139" cy="159455"/>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23"/>
            <p:cNvSpPr/>
            <p:nvPr/>
          </p:nvSpPr>
          <p:spPr>
            <a:xfrm>
              <a:off x="4372762" y="3113022"/>
              <a:ext cx="45160" cy="588603"/>
            </a:xfrm>
            <a:custGeom>
              <a:rect b="b" l="l" r="r" t="t"/>
              <a:pathLst>
                <a:path extrusionOk="0" h="11170" w="857">
                  <a:moveTo>
                    <a:pt x="206" y="1"/>
                  </a:moveTo>
                  <a:cubicBezTo>
                    <a:pt x="206" y="1"/>
                    <a:pt x="0" y="563"/>
                    <a:pt x="206" y="1749"/>
                  </a:cubicBezTo>
                  <a:cubicBezTo>
                    <a:pt x="357" y="2677"/>
                    <a:pt x="206" y="11170"/>
                    <a:pt x="206" y="11170"/>
                  </a:cubicBezTo>
                  <a:lnTo>
                    <a:pt x="652" y="11170"/>
                  </a:lnTo>
                  <a:cubicBezTo>
                    <a:pt x="652" y="11170"/>
                    <a:pt x="500" y="2677"/>
                    <a:pt x="652" y="1749"/>
                  </a:cubicBezTo>
                  <a:cubicBezTo>
                    <a:pt x="857" y="563"/>
                    <a:pt x="652" y="1"/>
                    <a:pt x="652"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23"/>
            <p:cNvSpPr/>
            <p:nvPr/>
          </p:nvSpPr>
          <p:spPr>
            <a:xfrm>
              <a:off x="4392048" y="3113022"/>
              <a:ext cx="25873" cy="588603"/>
            </a:xfrm>
            <a:custGeom>
              <a:rect b="b" l="l" r="r" t="t"/>
              <a:pathLst>
                <a:path extrusionOk="0" h="11170" w="491">
                  <a:moveTo>
                    <a:pt x="161" y="1"/>
                  </a:moveTo>
                  <a:cubicBezTo>
                    <a:pt x="161" y="1"/>
                    <a:pt x="357" y="563"/>
                    <a:pt x="161" y="1749"/>
                  </a:cubicBezTo>
                  <a:cubicBezTo>
                    <a:pt x="0" y="2677"/>
                    <a:pt x="161" y="11170"/>
                    <a:pt x="161" y="11170"/>
                  </a:cubicBezTo>
                  <a:lnTo>
                    <a:pt x="286" y="11170"/>
                  </a:lnTo>
                  <a:cubicBezTo>
                    <a:pt x="286" y="11170"/>
                    <a:pt x="134" y="2677"/>
                    <a:pt x="286" y="1749"/>
                  </a:cubicBezTo>
                  <a:cubicBezTo>
                    <a:pt x="491" y="563"/>
                    <a:pt x="286" y="1"/>
                    <a:pt x="286"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23"/>
            <p:cNvSpPr/>
            <p:nvPr/>
          </p:nvSpPr>
          <p:spPr>
            <a:xfrm>
              <a:off x="4253356" y="2970113"/>
              <a:ext cx="283499" cy="221951"/>
            </a:xfrm>
            <a:custGeom>
              <a:rect b="b" l="l" r="r" t="t"/>
              <a:pathLst>
                <a:path extrusionOk="0" h="4212" w="5380">
                  <a:moveTo>
                    <a:pt x="2106" y="1"/>
                  </a:moveTo>
                  <a:cubicBezTo>
                    <a:pt x="2231" y="473"/>
                    <a:pt x="2293" y="839"/>
                    <a:pt x="2293" y="839"/>
                  </a:cubicBezTo>
                  <a:cubicBezTo>
                    <a:pt x="1936" y="259"/>
                    <a:pt x="1374" y="72"/>
                    <a:pt x="1374" y="72"/>
                  </a:cubicBezTo>
                  <a:lnTo>
                    <a:pt x="1374" y="72"/>
                  </a:lnTo>
                  <a:cubicBezTo>
                    <a:pt x="1999" y="500"/>
                    <a:pt x="2115" y="1098"/>
                    <a:pt x="2115" y="1098"/>
                  </a:cubicBezTo>
                  <a:cubicBezTo>
                    <a:pt x="1695" y="527"/>
                    <a:pt x="884" y="527"/>
                    <a:pt x="884" y="527"/>
                  </a:cubicBezTo>
                  <a:lnTo>
                    <a:pt x="884" y="527"/>
                  </a:lnTo>
                  <a:cubicBezTo>
                    <a:pt x="1410" y="687"/>
                    <a:pt x="1749" y="1142"/>
                    <a:pt x="1749" y="1142"/>
                  </a:cubicBezTo>
                  <a:cubicBezTo>
                    <a:pt x="1749" y="1142"/>
                    <a:pt x="1446" y="902"/>
                    <a:pt x="1000" y="866"/>
                  </a:cubicBezTo>
                  <a:cubicBezTo>
                    <a:pt x="909" y="857"/>
                    <a:pt x="827" y="853"/>
                    <a:pt x="753" y="853"/>
                  </a:cubicBezTo>
                  <a:cubicBezTo>
                    <a:pt x="461" y="853"/>
                    <a:pt x="313" y="910"/>
                    <a:pt x="313" y="910"/>
                  </a:cubicBezTo>
                  <a:cubicBezTo>
                    <a:pt x="1107" y="937"/>
                    <a:pt x="1383" y="1303"/>
                    <a:pt x="1383" y="1303"/>
                  </a:cubicBezTo>
                  <a:cubicBezTo>
                    <a:pt x="1174" y="1239"/>
                    <a:pt x="966" y="1226"/>
                    <a:pt x="832" y="1226"/>
                  </a:cubicBezTo>
                  <a:cubicBezTo>
                    <a:pt x="743" y="1226"/>
                    <a:pt x="687" y="1232"/>
                    <a:pt x="687" y="1232"/>
                  </a:cubicBezTo>
                  <a:cubicBezTo>
                    <a:pt x="1232" y="1330"/>
                    <a:pt x="1481" y="1606"/>
                    <a:pt x="1481" y="1606"/>
                  </a:cubicBezTo>
                  <a:cubicBezTo>
                    <a:pt x="1481" y="1606"/>
                    <a:pt x="1220" y="1531"/>
                    <a:pt x="934" y="1531"/>
                  </a:cubicBezTo>
                  <a:cubicBezTo>
                    <a:pt x="791" y="1531"/>
                    <a:pt x="643" y="1550"/>
                    <a:pt x="518" y="1606"/>
                  </a:cubicBezTo>
                  <a:cubicBezTo>
                    <a:pt x="152" y="1776"/>
                    <a:pt x="81" y="2106"/>
                    <a:pt x="81" y="2106"/>
                  </a:cubicBezTo>
                  <a:cubicBezTo>
                    <a:pt x="249" y="1895"/>
                    <a:pt x="521" y="1756"/>
                    <a:pt x="851" y="1756"/>
                  </a:cubicBezTo>
                  <a:cubicBezTo>
                    <a:pt x="870" y="1756"/>
                    <a:pt x="890" y="1757"/>
                    <a:pt x="910" y="1758"/>
                  </a:cubicBezTo>
                  <a:cubicBezTo>
                    <a:pt x="1223" y="1767"/>
                    <a:pt x="1374" y="1910"/>
                    <a:pt x="1374" y="1910"/>
                  </a:cubicBezTo>
                  <a:cubicBezTo>
                    <a:pt x="1374" y="1910"/>
                    <a:pt x="1275" y="1893"/>
                    <a:pt x="1127" y="1893"/>
                  </a:cubicBezTo>
                  <a:cubicBezTo>
                    <a:pt x="954" y="1893"/>
                    <a:pt x="713" y="1916"/>
                    <a:pt x="482" y="2017"/>
                  </a:cubicBezTo>
                  <a:cubicBezTo>
                    <a:pt x="63" y="2204"/>
                    <a:pt x="0" y="2543"/>
                    <a:pt x="0" y="2543"/>
                  </a:cubicBezTo>
                  <a:cubicBezTo>
                    <a:pt x="277" y="2231"/>
                    <a:pt x="785" y="2168"/>
                    <a:pt x="786" y="2168"/>
                  </a:cubicBezTo>
                  <a:lnTo>
                    <a:pt x="786" y="2168"/>
                  </a:lnTo>
                  <a:cubicBezTo>
                    <a:pt x="143" y="2481"/>
                    <a:pt x="36" y="3034"/>
                    <a:pt x="36" y="3034"/>
                  </a:cubicBezTo>
                  <a:cubicBezTo>
                    <a:pt x="241" y="2811"/>
                    <a:pt x="643" y="2686"/>
                    <a:pt x="643" y="2686"/>
                  </a:cubicBezTo>
                  <a:lnTo>
                    <a:pt x="643" y="2686"/>
                  </a:lnTo>
                  <a:cubicBezTo>
                    <a:pt x="215" y="3016"/>
                    <a:pt x="90" y="3489"/>
                    <a:pt x="90" y="3489"/>
                  </a:cubicBezTo>
                  <a:cubicBezTo>
                    <a:pt x="366" y="3096"/>
                    <a:pt x="875" y="2918"/>
                    <a:pt x="875" y="2918"/>
                  </a:cubicBezTo>
                  <a:lnTo>
                    <a:pt x="875" y="2918"/>
                  </a:lnTo>
                  <a:cubicBezTo>
                    <a:pt x="661" y="3185"/>
                    <a:pt x="598" y="3551"/>
                    <a:pt x="598" y="3551"/>
                  </a:cubicBezTo>
                  <a:cubicBezTo>
                    <a:pt x="919" y="2802"/>
                    <a:pt x="1508" y="2686"/>
                    <a:pt x="1508" y="2686"/>
                  </a:cubicBezTo>
                  <a:lnTo>
                    <a:pt x="1508" y="2686"/>
                  </a:lnTo>
                  <a:cubicBezTo>
                    <a:pt x="928" y="2980"/>
                    <a:pt x="839" y="3756"/>
                    <a:pt x="839" y="3756"/>
                  </a:cubicBezTo>
                  <a:cubicBezTo>
                    <a:pt x="1107" y="3034"/>
                    <a:pt x="1633" y="2811"/>
                    <a:pt x="1633" y="2811"/>
                  </a:cubicBezTo>
                  <a:lnTo>
                    <a:pt x="1633" y="2811"/>
                  </a:lnTo>
                  <a:cubicBezTo>
                    <a:pt x="1071" y="3426"/>
                    <a:pt x="1294" y="4140"/>
                    <a:pt x="1294" y="4140"/>
                  </a:cubicBezTo>
                  <a:cubicBezTo>
                    <a:pt x="1294" y="3524"/>
                    <a:pt x="1588" y="3212"/>
                    <a:pt x="1588" y="3212"/>
                  </a:cubicBezTo>
                  <a:lnTo>
                    <a:pt x="1588" y="3212"/>
                  </a:lnTo>
                  <a:cubicBezTo>
                    <a:pt x="1464" y="3551"/>
                    <a:pt x="1517" y="3837"/>
                    <a:pt x="1517" y="3837"/>
                  </a:cubicBezTo>
                  <a:cubicBezTo>
                    <a:pt x="1642" y="3185"/>
                    <a:pt x="1999" y="2918"/>
                    <a:pt x="1999" y="2918"/>
                  </a:cubicBezTo>
                  <a:lnTo>
                    <a:pt x="1999" y="2918"/>
                  </a:lnTo>
                  <a:cubicBezTo>
                    <a:pt x="1785" y="3310"/>
                    <a:pt x="1820" y="3899"/>
                    <a:pt x="1820" y="3899"/>
                  </a:cubicBezTo>
                  <a:cubicBezTo>
                    <a:pt x="1927" y="3230"/>
                    <a:pt x="2266" y="2838"/>
                    <a:pt x="2266" y="2837"/>
                  </a:cubicBezTo>
                  <a:lnTo>
                    <a:pt x="2266" y="2837"/>
                  </a:lnTo>
                  <a:cubicBezTo>
                    <a:pt x="2008" y="3507"/>
                    <a:pt x="2284" y="4211"/>
                    <a:pt x="2284" y="4211"/>
                  </a:cubicBezTo>
                  <a:cubicBezTo>
                    <a:pt x="2195" y="3069"/>
                    <a:pt x="2695" y="2713"/>
                    <a:pt x="2695" y="2713"/>
                  </a:cubicBezTo>
                  <a:cubicBezTo>
                    <a:pt x="2695" y="2713"/>
                    <a:pt x="3194" y="3069"/>
                    <a:pt x="3105" y="4211"/>
                  </a:cubicBezTo>
                  <a:cubicBezTo>
                    <a:pt x="3105" y="4211"/>
                    <a:pt x="3382" y="3507"/>
                    <a:pt x="3114" y="2837"/>
                  </a:cubicBezTo>
                  <a:lnTo>
                    <a:pt x="3114" y="2837"/>
                  </a:lnTo>
                  <a:cubicBezTo>
                    <a:pt x="3114" y="2838"/>
                    <a:pt x="3453" y="3230"/>
                    <a:pt x="3560" y="3899"/>
                  </a:cubicBezTo>
                  <a:cubicBezTo>
                    <a:pt x="3560" y="3899"/>
                    <a:pt x="3605" y="3310"/>
                    <a:pt x="3390" y="2918"/>
                  </a:cubicBezTo>
                  <a:lnTo>
                    <a:pt x="3390" y="2918"/>
                  </a:lnTo>
                  <a:cubicBezTo>
                    <a:pt x="3391" y="2918"/>
                    <a:pt x="3747" y="3185"/>
                    <a:pt x="3872" y="3837"/>
                  </a:cubicBezTo>
                  <a:cubicBezTo>
                    <a:pt x="3872" y="3837"/>
                    <a:pt x="3926" y="3551"/>
                    <a:pt x="3801" y="3212"/>
                  </a:cubicBezTo>
                  <a:lnTo>
                    <a:pt x="3801" y="3212"/>
                  </a:lnTo>
                  <a:cubicBezTo>
                    <a:pt x="3801" y="3212"/>
                    <a:pt x="4095" y="3524"/>
                    <a:pt x="4095" y="4140"/>
                  </a:cubicBezTo>
                  <a:cubicBezTo>
                    <a:pt x="4095" y="4140"/>
                    <a:pt x="4318" y="3426"/>
                    <a:pt x="3747" y="2811"/>
                  </a:cubicBezTo>
                  <a:lnTo>
                    <a:pt x="3747" y="2811"/>
                  </a:lnTo>
                  <a:cubicBezTo>
                    <a:pt x="3747" y="2811"/>
                    <a:pt x="4274" y="3034"/>
                    <a:pt x="4550" y="3756"/>
                  </a:cubicBezTo>
                  <a:cubicBezTo>
                    <a:pt x="4550" y="3756"/>
                    <a:pt x="4452" y="2980"/>
                    <a:pt x="3881" y="2686"/>
                  </a:cubicBezTo>
                  <a:lnTo>
                    <a:pt x="3881" y="2686"/>
                  </a:lnTo>
                  <a:cubicBezTo>
                    <a:pt x="3881" y="2686"/>
                    <a:pt x="4470" y="2802"/>
                    <a:pt x="4791" y="3551"/>
                  </a:cubicBezTo>
                  <a:cubicBezTo>
                    <a:pt x="4791" y="3551"/>
                    <a:pt x="4729" y="3185"/>
                    <a:pt x="4515" y="2918"/>
                  </a:cubicBezTo>
                  <a:lnTo>
                    <a:pt x="4515" y="2918"/>
                  </a:lnTo>
                  <a:cubicBezTo>
                    <a:pt x="4515" y="2918"/>
                    <a:pt x="5014" y="3096"/>
                    <a:pt x="5300" y="3489"/>
                  </a:cubicBezTo>
                  <a:cubicBezTo>
                    <a:pt x="5300" y="3489"/>
                    <a:pt x="5166" y="3016"/>
                    <a:pt x="4746" y="2686"/>
                  </a:cubicBezTo>
                  <a:lnTo>
                    <a:pt x="4746" y="2686"/>
                  </a:lnTo>
                  <a:cubicBezTo>
                    <a:pt x="4747" y="2686"/>
                    <a:pt x="5139" y="2811"/>
                    <a:pt x="5353" y="3034"/>
                  </a:cubicBezTo>
                  <a:cubicBezTo>
                    <a:pt x="5353" y="3034"/>
                    <a:pt x="5246" y="2481"/>
                    <a:pt x="4604" y="2168"/>
                  </a:cubicBezTo>
                  <a:lnTo>
                    <a:pt x="4604" y="2168"/>
                  </a:lnTo>
                  <a:cubicBezTo>
                    <a:pt x="4604" y="2168"/>
                    <a:pt x="5103" y="2231"/>
                    <a:pt x="5380" y="2543"/>
                  </a:cubicBezTo>
                  <a:cubicBezTo>
                    <a:pt x="5380" y="2543"/>
                    <a:pt x="5326" y="2204"/>
                    <a:pt x="4898" y="2017"/>
                  </a:cubicBezTo>
                  <a:cubicBezTo>
                    <a:pt x="4672" y="1916"/>
                    <a:pt x="4431" y="1893"/>
                    <a:pt x="4256" y="1893"/>
                  </a:cubicBezTo>
                  <a:cubicBezTo>
                    <a:pt x="4107" y="1893"/>
                    <a:pt x="4006" y="1910"/>
                    <a:pt x="4006" y="1910"/>
                  </a:cubicBezTo>
                  <a:cubicBezTo>
                    <a:pt x="4006" y="1910"/>
                    <a:pt x="4158" y="1767"/>
                    <a:pt x="4470" y="1758"/>
                  </a:cubicBezTo>
                  <a:cubicBezTo>
                    <a:pt x="4490" y="1757"/>
                    <a:pt x="4510" y="1756"/>
                    <a:pt x="4530" y="1756"/>
                  </a:cubicBezTo>
                  <a:cubicBezTo>
                    <a:pt x="4861" y="1756"/>
                    <a:pt x="5140" y="1895"/>
                    <a:pt x="5308" y="2106"/>
                  </a:cubicBezTo>
                  <a:cubicBezTo>
                    <a:pt x="5308" y="2106"/>
                    <a:pt x="5237" y="1776"/>
                    <a:pt x="4871" y="1606"/>
                  </a:cubicBezTo>
                  <a:cubicBezTo>
                    <a:pt x="4746" y="1550"/>
                    <a:pt x="4598" y="1531"/>
                    <a:pt x="4455" y="1531"/>
                  </a:cubicBezTo>
                  <a:cubicBezTo>
                    <a:pt x="4170" y="1531"/>
                    <a:pt x="3908" y="1606"/>
                    <a:pt x="3908" y="1606"/>
                  </a:cubicBezTo>
                  <a:cubicBezTo>
                    <a:pt x="3908" y="1606"/>
                    <a:pt x="4149" y="1330"/>
                    <a:pt x="4702" y="1232"/>
                  </a:cubicBezTo>
                  <a:cubicBezTo>
                    <a:pt x="4702" y="1232"/>
                    <a:pt x="4645" y="1226"/>
                    <a:pt x="4555" y="1226"/>
                  </a:cubicBezTo>
                  <a:cubicBezTo>
                    <a:pt x="4419" y="1226"/>
                    <a:pt x="4209" y="1239"/>
                    <a:pt x="4006" y="1303"/>
                  </a:cubicBezTo>
                  <a:cubicBezTo>
                    <a:pt x="4006" y="1303"/>
                    <a:pt x="4283" y="937"/>
                    <a:pt x="5077" y="910"/>
                  </a:cubicBezTo>
                  <a:cubicBezTo>
                    <a:pt x="5077" y="910"/>
                    <a:pt x="4922" y="853"/>
                    <a:pt x="4632" y="853"/>
                  </a:cubicBezTo>
                  <a:cubicBezTo>
                    <a:pt x="4560" y="853"/>
                    <a:pt x="4479" y="857"/>
                    <a:pt x="4390" y="866"/>
                  </a:cubicBezTo>
                  <a:cubicBezTo>
                    <a:pt x="3935" y="902"/>
                    <a:pt x="3640" y="1142"/>
                    <a:pt x="3640" y="1142"/>
                  </a:cubicBezTo>
                  <a:cubicBezTo>
                    <a:pt x="3640" y="1142"/>
                    <a:pt x="3979" y="687"/>
                    <a:pt x="4506" y="527"/>
                  </a:cubicBezTo>
                  <a:lnTo>
                    <a:pt x="4506" y="527"/>
                  </a:lnTo>
                  <a:cubicBezTo>
                    <a:pt x="4505" y="527"/>
                    <a:pt x="3685" y="527"/>
                    <a:pt x="3266" y="1098"/>
                  </a:cubicBezTo>
                  <a:cubicBezTo>
                    <a:pt x="3266" y="1098"/>
                    <a:pt x="3382" y="500"/>
                    <a:pt x="4006" y="72"/>
                  </a:cubicBezTo>
                  <a:lnTo>
                    <a:pt x="4006" y="72"/>
                  </a:lnTo>
                  <a:cubicBezTo>
                    <a:pt x="4006" y="72"/>
                    <a:pt x="3444" y="259"/>
                    <a:pt x="3096" y="839"/>
                  </a:cubicBezTo>
                  <a:cubicBezTo>
                    <a:pt x="3096" y="839"/>
                    <a:pt x="3159" y="473"/>
                    <a:pt x="3283" y="1"/>
                  </a:cubicBezTo>
                  <a:lnTo>
                    <a:pt x="3283" y="1"/>
                  </a:lnTo>
                  <a:cubicBezTo>
                    <a:pt x="3283" y="1"/>
                    <a:pt x="2837" y="295"/>
                    <a:pt x="2695" y="919"/>
                  </a:cubicBezTo>
                  <a:cubicBezTo>
                    <a:pt x="2552" y="295"/>
                    <a:pt x="2106" y="1"/>
                    <a:pt x="2106" y="1"/>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23"/>
            <p:cNvSpPr/>
            <p:nvPr/>
          </p:nvSpPr>
          <p:spPr>
            <a:xfrm>
              <a:off x="4310688" y="3022281"/>
              <a:ext cx="169309" cy="132633"/>
            </a:xfrm>
            <a:custGeom>
              <a:rect b="b" l="l" r="r" t="t"/>
              <a:pathLst>
                <a:path extrusionOk="0" h="2517" w="3213">
                  <a:moveTo>
                    <a:pt x="1955" y="1"/>
                  </a:moveTo>
                  <a:cubicBezTo>
                    <a:pt x="1954" y="1"/>
                    <a:pt x="1687" y="179"/>
                    <a:pt x="1607" y="554"/>
                  </a:cubicBezTo>
                  <a:cubicBezTo>
                    <a:pt x="1517" y="179"/>
                    <a:pt x="1250" y="1"/>
                    <a:pt x="1250" y="1"/>
                  </a:cubicBezTo>
                  <a:lnTo>
                    <a:pt x="1250" y="1"/>
                  </a:lnTo>
                  <a:cubicBezTo>
                    <a:pt x="1330" y="286"/>
                    <a:pt x="1366" y="500"/>
                    <a:pt x="1366" y="500"/>
                  </a:cubicBezTo>
                  <a:cubicBezTo>
                    <a:pt x="1152" y="161"/>
                    <a:pt x="822" y="45"/>
                    <a:pt x="822" y="45"/>
                  </a:cubicBezTo>
                  <a:lnTo>
                    <a:pt x="822" y="45"/>
                  </a:lnTo>
                  <a:cubicBezTo>
                    <a:pt x="1196" y="304"/>
                    <a:pt x="1259" y="661"/>
                    <a:pt x="1259" y="661"/>
                  </a:cubicBezTo>
                  <a:cubicBezTo>
                    <a:pt x="1009" y="322"/>
                    <a:pt x="527" y="313"/>
                    <a:pt x="527" y="313"/>
                  </a:cubicBezTo>
                  <a:lnTo>
                    <a:pt x="527" y="313"/>
                  </a:lnTo>
                  <a:cubicBezTo>
                    <a:pt x="839" y="411"/>
                    <a:pt x="1045" y="688"/>
                    <a:pt x="1045" y="688"/>
                  </a:cubicBezTo>
                  <a:cubicBezTo>
                    <a:pt x="1045" y="688"/>
                    <a:pt x="866" y="545"/>
                    <a:pt x="590" y="518"/>
                  </a:cubicBezTo>
                  <a:cubicBezTo>
                    <a:pt x="536" y="513"/>
                    <a:pt x="488" y="511"/>
                    <a:pt x="444" y="511"/>
                  </a:cubicBezTo>
                  <a:cubicBezTo>
                    <a:pt x="271" y="511"/>
                    <a:pt x="179" y="545"/>
                    <a:pt x="179" y="545"/>
                  </a:cubicBezTo>
                  <a:cubicBezTo>
                    <a:pt x="661" y="563"/>
                    <a:pt x="822" y="777"/>
                    <a:pt x="822" y="777"/>
                  </a:cubicBezTo>
                  <a:cubicBezTo>
                    <a:pt x="711" y="743"/>
                    <a:pt x="601" y="736"/>
                    <a:pt x="522" y="736"/>
                  </a:cubicBezTo>
                  <a:cubicBezTo>
                    <a:pt x="455" y="736"/>
                    <a:pt x="411" y="741"/>
                    <a:pt x="411" y="741"/>
                  </a:cubicBezTo>
                  <a:cubicBezTo>
                    <a:pt x="732" y="795"/>
                    <a:pt x="875" y="964"/>
                    <a:pt x="875" y="964"/>
                  </a:cubicBezTo>
                  <a:cubicBezTo>
                    <a:pt x="875" y="964"/>
                    <a:pt x="720" y="917"/>
                    <a:pt x="551" y="917"/>
                  </a:cubicBezTo>
                  <a:cubicBezTo>
                    <a:pt x="467" y="917"/>
                    <a:pt x="378" y="929"/>
                    <a:pt x="304" y="964"/>
                  </a:cubicBezTo>
                  <a:cubicBezTo>
                    <a:pt x="90" y="1062"/>
                    <a:pt x="45" y="1259"/>
                    <a:pt x="45" y="1259"/>
                  </a:cubicBezTo>
                  <a:cubicBezTo>
                    <a:pt x="147" y="1132"/>
                    <a:pt x="313" y="1053"/>
                    <a:pt x="513" y="1053"/>
                  </a:cubicBezTo>
                  <a:cubicBezTo>
                    <a:pt x="523" y="1053"/>
                    <a:pt x="534" y="1053"/>
                    <a:pt x="545" y="1053"/>
                  </a:cubicBezTo>
                  <a:cubicBezTo>
                    <a:pt x="732" y="1053"/>
                    <a:pt x="822" y="1143"/>
                    <a:pt x="822" y="1143"/>
                  </a:cubicBezTo>
                  <a:cubicBezTo>
                    <a:pt x="822" y="1143"/>
                    <a:pt x="758" y="1130"/>
                    <a:pt x="663" y="1130"/>
                  </a:cubicBezTo>
                  <a:cubicBezTo>
                    <a:pt x="560" y="1130"/>
                    <a:pt x="421" y="1145"/>
                    <a:pt x="286" y="1205"/>
                  </a:cubicBezTo>
                  <a:cubicBezTo>
                    <a:pt x="37" y="1312"/>
                    <a:pt x="1" y="1517"/>
                    <a:pt x="1" y="1517"/>
                  </a:cubicBezTo>
                  <a:cubicBezTo>
                    <a:pt x="170" y="1330"/>
                    <a:pt x="465" y="1294"/>
                    <a:pt x="465" y="1294"/>
                  </a:cubicBezTo>
                  <a:lnTo>
                    <a:pt x="465" y="1294"/>
                  </a:lnTo>
                  <a:cubicBezTo>
                    <a:pt x="81" y="1482"/>
                    <a:pt x="19" y="1812"/>
                    <a:pt x="19" y="1812"/>
                  </a:cubicBezTo>
                  <a:cubicBezTo>
                    <a:pt x="144" y="1678"/>
                    <a:pt x="384" y="1607"/>
                    <a:pt x="384" y="1607"/>
                  </a:cubicBezTo>
                  <a:lnTo>
                    <a:pt x="384" y="1607"/>
                  </a:lnTo>
                  <a:cubicBezTo>
                    <a:pt x="126" y="1803"/>
                    <a:pt x="54" y="2079"/>
                    <a:pt x="54" y="2079"/>
                  </a:cubicBezTo>
                  <a:cubicBezTo>
                    <a:pt x="215" y="1847"/>
                    <a:pt x="518" y="1740"/>
                    <a:pt x="518" y="1740"/>
                  </a:cubicBezTo>
                  <a:lnTo>
                    <a:pt x="518" y="1740"/>
                  </a:lnTo>
                  <a:cubicBezTo>
                    <a:pt x="393" y="1901"/>
                    <a:pt x="349" y="2115"/>
                    <a:pt x="349" y="2115"/>
                  </a:cubicBezTo>
                  <a:cubicBezTo>
                    <a:pt x="545" y="1678"/>
                    <a:pt x="893" y="1607"/>
                    <a:pt x="893" y="1607"/>
                  </a:cubicBezTo>
                  <a:lnTo>
                    <a:pt x="893" y="1607"/>
                  </a:lnTo>
                  <a:cubicBezTo>
                    <a:pt x="554" y="1785"/>
                    <a:pt x="500" y="2249"/>
                    <a:pt x="500" y="2249"/>
                  </a:cubicBezTo>
                  <a:cubicBezTo>
                    <a:pt x="661" y="1812"/>
                    <a:pt x="973" y="1678"/>
                    <a:pt x="973" y="1678"/>
                  </a:cubicBezTo>
                  <a:lnTo>
                    <a:pt x="973" y="1678"/>
                  </a:lnTo>
                  <a:cubicBezTo>
                    <a:pt x="634" y="2053"/>
                    <a:pt x="768" y="2472"/>
                    <a:pt x="768" y="2472"/>
                  </a:cubicBezTo>
                  <a:cubicBezTo>
                    <a:pt x="768" y="2106"/>
                    <a:pt x="946" y="1919"/>
                    <a:pt x="946" y="1919"/>
                  </a:cubicBezTo>
                  <a:lnTo>
                    <a:pt x="946" y="1919"/>
                  </a:lnTo>
                  <a:cubicBezTo>
                    <a:pt x="866" y="2124"/>
                    <a:pt x="902" y="2293"/>
                    <a:pt x="902" y="2293"/>
                  </a:cubicBezTo>
                  <a:cubicBezTo>
                    <a:pt x="973" y="1901"/>
                    <a:pt x="1187" y="1749"/>
                    <a:pt x="1187" y="1749"/>
                  </a:cubicBezTo>
                  <a:lnTo>
                    <a:pt x="1187" y="1749"/>
                  </a:lnTo>
                  <a:cubicBezTo>
                    <a:pt x="1062" y="1972"/>
                    <a:pt x="1089" y="2329"/>
                    <a:pt x="1089" y="2329"/>
                  </a:cubicBezTo>
                  <a:cubicBezTo>
                    <a:pt x="1152" y="1928"/>
                    <a:pt x="1357" y="1696"/>
                    <a:pt x="1357" y="1696"/>
                  </a:cubicBezTo>
                  <a:lnTo>
                    <a:pt x="1357" y="1696"/>
                  </a:lnTo>
                  <a:cubicBezTo>
                    <a:pt x="1196" y="2088"/>
                    <a:pt x="1357" y="2517"/>
                    <a:pt x="1357" y="2517"/>
                  </a:cubicBezTo>
                  <a:cubicBezTo>
                    <a:pt x="1303" y="1830"/>
                    <a:pt x="1607" y="1624"/>
                    <a:pt x="1607" y="1624"/>
                  </a:cubicBezTo>
                  <a:cubicBezTo>
                    <a:pt x="1607" y="1624"/>
                    <a:pt x="1901" y="1830"/>
                    <a:pt x="1847" y="2517"/>
                  </a:cubicBezTo>
                  <a:cubicBezTo>
                    <a:pt x="1847" y="2517"/>
                    <a:pt x="2017" y="2088"/>
                    <a:pt x="1856" y="1696"/>
                  </a:cubicBezTo>
                  <a:lnTo>
                    <a:pt x="1856" y="1696"/>
                  </a:lnTo>
                  <a:cubicBezTo>
                    <a:pt x="1856" y="1696"/>
                    <a:pt x="2062" y="1928"/>
                    <a:pt x="2124" y="2329"/>
                  </a:cubicBezTo>
                  <a:cubicBezTo>
                    <a:pt x="2124" y="2329"/>
                    <a:pt x="2151" y="1972"/>
                    <a:pt x="2017" y="1749"/>
                  </a:cubicBezTo>
                  <a:lnTo>
                    <a:pt x="2017" y="1749"/>
                  </a:lnTo>
                  <a:cubicBezTo>
                    <a:pt x="2017" y="1749"/>
                    <a:pt x="2231" y="1901"/>
                    <a:pt x="2302" y="2293"/>
                  </a:cubicBezTo>
                  <a:cubicBezTo>
                    <a:pt x="2302" y="2293"/>
                    <a:pt x="2338" y="2124"/>
                    <a:pt x="2267" y="1919"/>
                  </a:cubicBezTo>
                  <a:lnTo>
                    <a:pt x="2267" y="1919"/>
                  </a:lnTo>
                  <a:cubicBezTo>
                    <a:pt x="2267" y="1919"/>
                    <a:pt x="2436" y="2106"/>
                    <a:pt x="2436" y="2472"/>
                  </a:cubicBezTo>
                  <a:cubicBezTo>
                    <a:pt x="2436" y="2472"/>
                    <a:pt x="2570" y="2053"/>
                    <a:pt x="2240" y="1678"/>
                  </a:cubicBezTo>
                  <a:lnTo>
                    <a:pt x="2240" y="1678"/>
                  </a:lnTo>
                  <a:cubicBezTo>
                    <a:pt x="2240" y="1678"/>
                    <a:pt x="2552" y="1812"/>
                    <a:pt x="2713" y="2249"/>
                  </a:cubicBezTo>
                  <a:cubicBezTo>
                    <a:pt x="2713" y="2249"/>
                    <a:pt x="2659" y="1785"/>
                    <a:pt x="2311" y="1607"/>
                  </a:cubicBezTo>
                  <a:lnTo>
                    <a:pt x="2311" y="1607"/>
                  </a:lnTo>
                  <a:cubicBezTo>
                    <a:pt x="2311" y="1607"/>
                    <a:pt x="2668" y="1678"/>
                    <a:pt x="2856" y="2115"/>
                  </a:cubicBezTo>
                  <a:cubicBezTo>
                    <a:pt x="2856" y="2115"/>
                    <a:pt x="2820" y="1901"/>
                    <a:pt x="2695" y="1740"/>
                  </a:cubicBezTo>
                  <a:lnTo>
                    <a:pt x="2695" y="1740"/>
                  </a:lnTo>
                  <a:cubicBezTo>
                    <a:pt x="2695" y="1740"/>
                    <a:pt x="2989" y="1847"/>
                    <a:pt x="3159" y="2079"/>
                  </a:cubicBezTo>
                  <a:cubicBezTo>
                    <a:pt x="3159" y="2079"/>
                    <a:pt x="3079" y="1803"/>
                    <a:pt x="2829" y="1607"/>
                  </a:cubicBezTo>
                  <a:lnTo>
                    <a:pt x="2829" y="1607"/>
                  </a:lnTo>
                  <a:cubicBezTo>
                    <a:pt x="2829" y="1607"/>
                    <a:pt x="3070" y="1678"/>
                    <a:pt x="3195" y="1812"/>
                  </a:cubicBezTo>
                  <a:cubicBezTo>
                    <a:pt x="3195" y="1812"/>
                    <a:pt x="3132" y="1482"/>
                    <a:pt x="2740" y="1294"/>
                  </a:cubicBezTo>
                  <a:lnTo>
                    <a:pt x="2740" y="1294"/>
                  </a:lnTo>
                  <a:cubicBezTo>
                    <a:pt x="2740" y="1294"/>
                    <a:pt x="3043" y="1330"/>
                    <a:pt x="3212" y="1517"/>
                  </a:cubicBezTo>
                  <a:cubicBezTo>
                    <a:pt x="3212" y="1517"/>
                    <a:pt x="3177" y="1312"/>
                    <a:pt x="2927" y="1205"/>
                  </a:cubicBezTo>
                  <a:cubicBezTo>
                    <a:pt x="2792" y="1145"/>
                    <a:pt x="2653" y="1130"/>
                    <a:pt x="2550" y="1130"/>
                  </a:cubicBezTo>
                  <a:cubicBezTo>
                    <a:pt x="2455" y="1130"/>
                    <a:pt x="2392" y="1143"/>
                    <a:pt x="2392" y="1143"/>
                  </a:cubicBezTo>
                  <a:cubicBezTo>
                    <a:pt x="2392" y="1143"/>
                    <a:pt x="2481" y="1053"/>
                    <a:pt x="2668" y="1053"/>
                  </a:cubicBezTo>
                  <a:cubicBezTo>
                    <a:pt x="2679" y="1053"/>
                    <a:pt x="2690" y="1053"/>
                    <a:pt x="2700" y="1053"/>
                  </a:cubicBezTo>
                  <a:cubicBezTo>
                    <a:pt x="2900" y="1053"/>
                    <a:pt x="3066" y="1132"/>
                    <a:pt x="3168" y="1259"/>
                  </a:cubicBezTo>
                  <a:cubicBezTo>
                    <a:pt x="3168" y="1259"/>
                    <a:pt x="3123" y="1062"/>
                    <a:pt x="2900" y="964"/>
                  </a:cubicBezTo>
                  <a:cubicBezTo>
                    <a:pt x="2826" y="929"/>
                    <a:pt x="2738" y="917"/>
                    <a:pt x="2653" y="917"/>
                  </a:cubicBezTo>
                  <a:cubicBezTo>
                    <a:pt x="2484" y="917"/>
                    <a:pt x="2329" y="964"/>
                    <a:pt x="2329" y="964"/>
                  </a:cubicBezTo>
                  <a:cubicBezTo>
                    <a:pt x="2329" y="964"/>
                    <a:pt x="2472" y="795"/>
                    <a:pt x="2802" y="741"/>
                  </a:cubicBezTo>
                  <a:cubicBezTo>
                    <a:pt x="2802" y="741"/>
                    <a:pt x="2756" y="736"/>
                    <a:pt x="2688" y="736"/>
                  </a:cubicBezTo>
                  <a:cubicBezTo>
                    <a:pt x="2608" y="736"/>
                    <a:pt x="2497" y="743"/>
                    <a:pt x="2392" y="777"/>
                  </a:cubicBezTo>
                  <a:cubicBezTo>
                    <a:pt x="2392" y="777"/>
                    <a:pt x="2552" y="563"/>
                    <a:pt x="3025" y="545"/>
                  </a:cubicBezTo>
                  <a:cubicBezTo>
                    <a:pt x="3025" y="545"/>
                    <a:pt x="2934" y="511"/>
                    <a:pt x="2760" y="511"/>
                  </a:cubicBezTo>
                  <a:cubicBezTo>
                    <a:pt x="2717" y="511"/>
                    <a:pt x="2668" y="513"/>
                    <a:pt x="2615" y="518"/>
                  </a:cubicBezTo>
                  <a:cubicBezTo>
                    <a:pt x="2347" y="545"/>
                    <a:pt x="2169" y="688"/>
                    <a:pt x="2169" y="688"/>
                  </a:cubicBezTo>
                  <a:cubicBezTo>
                    <a:pt x="2169" y="688"/>
                    <a:pt x="2374" y="411"/>
                    <a:pt x="2686" y="313"/>
                  </a:cubicBezTo>
                  <a:lnTo>
                    <a:pt x="2686" y="313"/>
                  </a:lnTo>
                  <a:cubicBezTo>
                    <a:pt x="2686" y="313"/>
                    <a:pt x="2195" y="322"/>
                    <a:pt x="1946" y="661"/>
                  </a:cubicBezTo>
                  <a:cubicBezTo>
                    <a:pt x="1946" y="661"/>
                    <a:pt x="2017" y="304"/>
                    <a:pt x="2392" y="45"/>
                  </a:cubicBezTo>
                  <a:lnTo>
                    <a:pt x="2392" y="45"/>
                  </a:lnTo>
                  <a:cubicBezTo>
                    <a:pt x="2392" y="45"/>
                    <a:pt x="2053" y="161"/>
                    <a:pt x="1847" y="500"/>
                  </a:cubicBezTo>
                  <a:cubicBezTo>
                    <a:pt x="1847" y="500"/>
                    <a:pt x="1883" y="286"/>
                    <a:pt x="1955"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 name="Google Shape;989;p23"/>
          <p:cNvGrpSpPr/>
          <p:nvPr/>
        </p:nvGrpSpPr>
        <p:grpSpPr>
          <a:xfrm flipH="1">
            <a:off x="-474830" y="3394452"/>
            <a:ext cx="3811271" cy="1774265"/>
            <a:chOff x="3941272" y="2174315"/>
            <a:chExt cx="694107" cy="322470"/>
          </a:xfrm>
        </p:grpSpPr>
        <p:sp>
          <p:nvSpPr>
            <p:cNvPr id="990" name="Google Shape;990;p23"/>
            <p:cNvSpPr/>
            <p:nvPr/>
          </p:nvSpPr>
          <p:spPr>
            <a:xfrm>
              <a:off x="3941272" y="2269259"/>
              <a:ext cx="624456" cy="227524"/>
            </a:xfrm>
            <a:custGeom>
              <a:rect b="b" l="l" r="r" t="t"/>
              <a:pathLst>
                <a:path extrusionOk="0" h="6264" w="17192">
                  <a:moveTo>
                    <a:pt x="17192" y="1"/>
                  </a:moveTo>
                  <a:lnTo>
                    <a:pt x="14453" y="1178"/>
                  </a:lnTo>
                  <a:lnTo>
                    <a:pt x="13008" y="2454"/>
                  </a:lnTo>
                  <a:lnTo>
                    <a:pt x="10626" y="2989"/>
                  </a:lnTo>
                  <a:lnTo>
                    <a:pt x="9600" y="3364"/>
                  </a:lnTo>
                  <a:lnTo>
                    <a:pt x="7655" y="3569"/>
                  </a:lnTo>
                  <a:lnTo>
                    <a:pt x="6290" y="4648"/>
                  </a:lnTo>
                  <a:lnTo>
                    <a:pt x="2499" y="5103"/>
                  </a:lnTo>
                  <a:lnTo>
                    <a:pt x="1" y="6263"/>
                  </a:lnTo>
                  <a:lnTo>
                    <a:pt x="17192" y="6263"/>
                  </a:lnTo>
                  <a:lnTo>
                    <a:pt x="1719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23"/>
            <p:cNvSpPr/>
            <p:nvPr/>
          </p:nvSpPr>
          <p:spPr>
            <a:xfrm>
              <a:off x="4064111" y="2380402"/>
              <a:ext cx="501614" cy="116377"/>
            </a:xfrm>
            <a:custGeom>
              <a:rect b="b" l="l" r="r" t="t"/>
              <a:pathLst>
                <a:path extrusionOk="0" h="3204" w="13810">
                  <a:moveTo>
                    <a:pt x="12249" y="0"/>
                  </a:moveTo>
                  <a:lnTo>
                    <a:pt x="10268" y="250"/>
                  </a:lnTo>
                  <a:lnTo>
                    <a:pt x="7565" y="616"/>
                  </a:lnTo>
                  <a:lnTo>
                    <a:pt x="5647" y="1472"/>
                  </a:lnTo>
                  <a:lnTo>
                    <a:pt x="1133" y="2427"/>
                  </a:lnTo>
                  <a:lnTo>
                    <a:pt x="0" y="3203"/>
                  </a:lnTo>
                  <a:lnTo>
                    <a:pt x="3229" y="3203"/>
                  </a:lnTo>
                  <a:lnTo>
                    <a:pt x="5219" y="2704"/>
                  </a:lnTo>
                  <a:lnTo>
                    <a:pt x="6637" y="1927"/>
                  </a:lnTo>
                  <a:lnTo>
                    <a:pt x="7333" y="1687"/>
                  </a:lnTo>
                  <a:lnTo>
                    <a:pt x="7815" y="1472"/>
                  </a:lnTo>
                  <a:lnTo>
                    <a:pt x="9260" y="1954"/>
                  </a:lnTo>
                  <a:lnTo>
                    <a:pt x="10438" y="1838"/>
                  </a:lnTo>
                  <a:lnTo>
                    <a:pt x="10812" y="1767"/>
                  </a:lnTo>
                  <a:lnTo>
                    <a:pt x="11597" y="1472"/>
                  </a:lnTo>
                  <a:lnTo>
                    <a:pt x="13810" y="1562"/>
                  </a:lnTo>
                  <a:lnTo>
                    <a:pt x="13810" y="0"/>
                  </a:lnTo>
                  <a:lnTo>
                    <a:pt x="12989" y="72"/>
                  </a:lnTo>
                  <a:lnTo>
                    <a:pt x="1224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23"/>
            <p:cNvSpPr/>
            <p:nvPr/>
          </p:nvSpPr>
          <p:spPr>
            <a:xfrm>
              <a:off x="3941272" y="2269259"/>
              <a:ext cx="624456" cy="227524"/>
            </a:xfrm>
            <a:custGeom>
              <a:rect b="b" l="l" r="r" t="t"/>
              <a:pathLst>
                <a:path extrusionOk="0" h="6264" w="17192">
                  <a:moveTo>
                    <a:pt x="17192" y="1"/>
                  </a:moveTo>
                  <a:lnTo>
                    <a:pt x="14453" y="1178"/>
                  </a:lnTo>
                  <a:lnTo>
                    <a:pt x="13008" y="2454"/>
                  </a:lnTo>
                  <a:lnTo>
                    <a:pt x="10626" y="2989"/>
                  </a:lnTo>
                  <a:lnTo>
                    <a:pt x="9600" y="3364"/>
                  </a:lnTo>
                  <a:lnTo>
                    <a:pt x="7655" y="3569"/>
                  </a:lnTo>
                  <a:lnTo>
                    <a:pt x="6290" y="4648"/>
                  </a:lnTo>
                  <a:lnTo>
                    <a:pt x="2499" y="5103"/>
                  </a:lnTo>
                  <a:lnTo>
                    <a:pt x="1" y="6263"/>
                  </a:lnTo>
                  <a:lnTo>
                    <a:pt x="3614" y="6263"/>
                  </a:lnTo>
                  <a:lnTo>
                    <a:pt x="7718" y="5701"/>
                  </a:lnTo>
                  <a:lnTo>
                    <a:pt x="10947" y="4354"/>
                  </a:lnTo>
                  <a:lnTo>
                    <a:pt x="13632" y="4604"/>
                  </a:lnTo>
                  <a:lnTo>
                    <a:pt x="14819" y="4229"/>
                  </a:lnTo>
                  <a:lnTo>
                    <a:pt x="17192" y="4622"/>
                  </a:lnTo>
                  <a:lnTo>
                    <a:pt x="1719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23"/>
            <p:cNvSpPr/>
            <p:nvPr/>
          </p:nvSpPr>
          <p:spPr>
            <a:xfrm>
              <a:off x="4072501" y="2392061"/>
              <a:ext cx="493223" cy="104718"/>
            </a:xfrm>
            <a:custGeom>
              <a:rect b="b" l="l" r="r" t="t"/>
              <a:pathLst>
                <a:path extrusionOk="0" h="2883" w="13579">
                  <a:moveTo>
                    <a:pt x="13579" y="1"/>
                  </a:moveTo>
                  <a:lnTo>
                    <a:pt x="12392" y="357"/>
                  </a:lnTo>
                  <a:lnTo>
                    <a:pt x="11108" y="250"/>
                  </a:lnTo>
                  <a:lnTo>
                    <a:pt x="9100" y="848"/>
                  </a:lnTo>
                  <a:lnTo>
                    <a:pt x="7013" y="536"/>
                  </a:lnTo>
                  <a:lnTo>
                    <a:pt x="5354" y="1473"/>
                  </a:lnTo>
                  <a:lnTo>
                    <a:pt x="4105" y="2052"/>
                  </a:lnTo>
                  <a:lnTo>
                    <a:pt x="2499" y="2052"/>
                  </a:lnTo>
                  <a:lnTo>
                    <a:pt x="1" y="2882"/>
                  </a:lnTo>
                  <a:lnTo>
                    <a:pt x="4105" y="2320"/>
                  </a:lnTo>
                  <a:lnTo>
                    <a:pt x="7334" y="973"/>
                  </a:lnTo>
                  <a:lnTo>
                    <a:pt x="10019" y="1223"/>
                  </a:lnTo>
                  <a:lnTo>
                    <a:pt x="11206" y="848"/>
                  </a:lnTo>
                  <a:lnTo>
                    <a:pt x="13579" y="1241"/>
                  </a:lnTo>
                  <a:lnTo>
                    <a:pt x="1357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23"/>
            <p:cNvSpPr/>
            <p:nvPr/>
          </p:nvSpPr>
          <p:spPr>
            <a:xfrm>
              <a:off x="4314874" y="2449413"/>
              <a:ext cx="207765" cy="47365"/>
            </a:xfrm>
            <a:custGeom>
              <a:rect b="b" l="l" r="r" t="t"/>
              <a:pathLst>
                <a:path extrusionOk="0" h="1304" w="5720">
                  <a:moveTo>
                    <a:pt x="188" y="375"/>
                  </a:moveTo>
                  <a:lnTo>
                    <a:pt x="1" y="1303"/>
                  </a:lnTo>
                  <a:lnTo>
                    <a:pt x="304" y="1303"/>
                  </a:lnTo>
                  <a:lnTo>
                    <a:pt x="188" y="375"/>
                  </a:lnTo>
                  <a:close/>
                  <a:moveTo>
                    <a:pt x="4533" y="1"/>
                  </a:moveTo>
                  <a:lnTo>
                    <a:pt x="4167" y="1303"/>
                  </a:lnTo>
                  <a:lnTo>
                    <a:pt x="5719" y="1303"/>
                  </a:lnTo>
                  <a:lnTo>
                    <a:pt x="4845" y="857"/>
                  </a:lnTo>
                  <a:lnTo>
                    <a:pt x="4533"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23"/>
            <p:cNvSpPr/>
            <p:nvPr/>
          </p:nvSpPr>
          <p:spPr>
            <a:xfrm>
              <a:off x="4120809" y="2209002"/>
              <a:ext cx="444914" cy="22048"/>
            </a:xfrm>
            <a:custGeom>
              <a:rect b="b" l="l" r="r" t="t"/>
              <a:pathLst>
                <a:path extrusionOk="0" h="607" w="12249">
                  <a:moveTo>
                    <a:pt x="0" y="0"/>
                  </a:moveTo>
                  <a:lnTo>
                    <a:pt x="0" y="607"/>
                  </a:lnTo>
                  <a:lnTo>
                    <a:pt x="12249" y="607"/>
                  </a:lnTo>
                  <a:lnTo>
                    <a:pt x="12249"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23"/>
            <p:cNvSpPr/>
            <p:nvPr/>
          </p:nvSpPr>
          <p:spPr>
            <a:xfrm>
              <a:off x="4120809" y="2223240"/>
              <a:ext cx="444914" cy="7809"/>
            </a:xfrm>
            <a:custGeom>
              <a:rect b="b" l="l" r="r" t="t"/>
              <a:pathLst>
                <a:path extrusionOk="0" h="215" w="12249">
                  <a:moveTo>
                    <a:pt x="0" y="1"/>
                  </a:moveTo>
                  <a:lnTo>
                    <a:pt x="0" y="215"/>
                  </a:lnTo>
                  <a:lnTo>
                    <a:pt x="12249" y="215"/>
                  </a:lnTo>
                  <a:lnTo>
                    <a:pt x="12249"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23"/>
            <p:cNvSpPr/>
            <p:nvPr/>
          </p:nvSpPr>
          <p:spPr>
            <a:xfrm>
              <a:off x="4007377" y="2420901"/>
              <a:ext cx="558349" cy="22084"/>
            </a:xfrm>
            <a:custGeom>
              <a:rect b="b" l="l" r="r" t="t"/>
              <a:pathLst>
                <a:path extrusionOk="0" h="608" w="15372">
                  <a:moveTo>
                    <a:pt x="1" y="1"/>
                  </a:moveTo>
                  <a:lnTo>
                    <a:pt x="1" y="607"/>
                  </a:lnTo>
                  <a:lnTo>
                    <a:pt x="15372" y="607"/>
                  </a:lnTo>
                  <a:lnTo>
                    <a:pt x="15372"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23"/>
            <p:cNvSpPr/>
            <p:nvPr/>
          </p:nvSpPr>
          <p:spPr>
            <a:xfrm>
              <a:off x="4007377" y="2420901"/>
              <a:ext cx="558349" cy="4577"/>
            </a:xfrm>
            <a:custGeom>
              <a:rect b="b" l="l" r="r" t="t"/>
              <a:pathLst>
                <a:path extrusionOk="0" h="126" w="15372">
                  <a:moveTo>
                    <a:pt x="1" y="1"/>
                  </a:moveTo>
                  <a:lnTo>
                    <a:pt x="1" y="125"/>
                  </a:lnTo>
                  <a:lnTo>
                    <a:pt x="15372" y="125"/>
                  </a:lnTo>
                  <a:lnTo>
                    <a:pt x="1537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23"/>
            <p:cNvSpPr/>
            <p:nvPr/>
          </p:nvSpPr>
          <p:spPr>
            <a:xfrm>
              <a:off x="4007377" y="2442948"/>
              <a:ext cx="558349" cy="53830"/>
            </a:xfrm>
            <a:custGeom>
              <a:rect b="b" l="l" r="r" t="t"/>
              <a:pathLst>
                <a:path extrusionOk="0" h="1482" w="15372">
                  <a:moveTo>
                    <a:pt x="1" y="0"/>
                  </a:moveTo>
                  <a:lnTo>
                    <a:pt x="1" y="1481"/>
                  </a:lnTo>
                  <a:lnTo>
                    <a:pt x="15372" y="1481"/>
                  </a:lnTo>
                  <a:lnTo>
                    <a:pt x="1537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23"/>
            <p:cNvSpPr/>
            <p:nvPr/>
          </p:nvSpPr>
          <p:spPr>
            <a:xfrm>
              <a:off x="4007377" y="2434848"/>
              <a:ext cx="558349" cy="8136"/>
            </a:xfrm>
            <a:custGeom>
              <a:rect b="b" l="l" r="r" t="t"/>
              <a:pathLst>
                <a:path extrusionOk="0" h="224" w="15372">
                  <a:moveTo>
                    <a:pt x="1" y="0"/>
                  </a:moveTo>
                  <a:lnTo>
                    <a:pt x="1" y="223"/>
                  </a:lnTo>
                  <a:lnTo>
                    <a:pt x="15372" y="223"/>
                  </a:lnTo>
                  <a:lnTo>
                    <a:pt x="15372" y="0"/>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23"/>
            <p:cNvSpPr/>
            <p:nvPr/>
          </p:nvSpPr>
          <p:spPr>
            <a:xfrm>
              <a:off x="4139914" y="2241401"/>
              <a:ext cx="50597" cy="10388"/>
            </a:xfrm>
            <a:custGeom>
              <a:rect b="b" l="l" r="r" t="t"/>
              <a:pathLst>
                <a:path extrusionOk="0" h="286" w="1393">
                  <a:moveTo>
                    <a:pt x="1" y="0"/>
                  </a:moveTo>
                  <a:lnTo>
                    <a:pt x="1"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23"/>
            <p:cNvSpPr/>
            <p:nvPr/>
          </p:nvSpPr>
          <p:spPr>
            <a:xfrm>
              <a:off x="4165193" y="2251752"/>
              <a:ext cx="30801" cy="148450"/>
            </a:xfrm>
            <a:custGeom>
              <a:rect b="b" l="l" r="r" t="t"/>
              <a:pathLst>
                <a:path extrusionOk="0" h="4087" w="848">
                  <a:moveTo>
                    <a:pt x="0" y="1"/>
                  </a:moveTo>
                  <a:lnTo>
                    <a:pt x="0" y="4087"/>
                  </a:lnTo>
                  <a:lnTo>
                    <a:pt x="464" y="4087"/>
                  </a:lnTo>
                  <a:cubicBezTo>
                    <a:pt x="848" y="2927"/>
                    <a:pt x="536" y="2249"/>
                    <a:pt x="384" y="1473"/>
                  </a:cubicBezTo>
                  <a:cubicBezTo>
                    <a:pt x="232" y="706"/>
                    <a:pt x="464" y="1"/>
                    <a:pt x="464"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23"/>
            <p:cNvSpPr/>
            <p:nvPr/>
          </p:nvSpPr>
          <p:spPr>
            <a:xfrm>
              <a:off x="4134393" y="2251752"/>
              <a:ext cx="30838" cy="148450"/>
            </a:xfrm>
            <a:custGeom>
              <a:rect b="b" l="l" r="r" t="t"/>
              <a:pathLst>
                <a:path extrusionOk="0" h="4087" w="849">
                  <a:moveTo>
                    <a:pt x="384" y="1"/>
                  </a:moveTo>
                  <a:cubicBezTo>
                    <a:pt x="384" y="1"/>
                    <a:pt x="616" y="706"/>
                    <a:pt x="465" y="1473"/>
                  </a:cubicBezTo>
                  <a:cubicBezTo>
                    <a:pt x="313" y="2249"/>
                    <a:pt x="1"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23"/>
            <p:cNvSpPr/>
            <p:nvPr/>
          </p:nvSpPr>
          <p:spPr>
            <a:xfrm>
              <a:off x="4134066" y="2231013"/>
              <a:ext cx="62257" cy="10425"/>
            </a:xfrm>
            <a:custGeom>
              <a:rect b="b" l="l" r="r" t="t"/>
              <a:pathLst>
                <a:path extrusionOk="0" h="287" w="1714">
                  <a:moveTo>
                    <a:pt x="1" y="1"/>
                  </a:moveTo>
                  <a:lnTo>
                    <a:pt x="1" y="286"/>
                  </a:lnTo>
                  <a:lnTo>
                    <a:pt x="1714" y="286"/>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23"/>
            <p:cNvSpPr/>
            <p:nvPr/>
          </p:nvSpPr>
          <p:spPr>
            <a:xfrm>
              <a:off x="4013879" y="2174315"/>
              <a:ext cx="100141" cy="10425"/>
            </a:xfrm>
            <a:custGeom>
              <a:rect b="b" l="l" r="r" t="t"/>
              <a:pathLst>
                <a:path extrusionOk="0" h="287" w="2757">
                  <a:moveTo>
                    <a:pt x="0" y="1"/>
                  </a:moveTo>
                  <a:lnTo>
                    <a:pt x="0" y="286"/>
                  </a:lnTo>
                  <a:lnTo>
                    <a:pt x="2757" y="286"/>
                  </a:lnTo>
                  <a:lnTo>
                    <a:pt x="2757"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23"/>
            <p:cNvSpPr/>
            <p:nvPr/>
          </p:nvSpPr>
          <p:spPr>
            <a:xfrm>
              <a:off x="4002837" y="2184703"/>
              <a:ext cx="122552" cy="10388"/>
            </a:xfrm>
            <a:custGeom>
              <a:rect b="b" l="l" r="r" t="t"/>
              <a:pathLst>
                <a:path extrusionOk="0" h="286" w="3374">
                  <a:moveTo>
                    <a:pt x="1" y="0"/>
                  </a:moveTo>
                  <a:lnTo>
                    <a:pt x="1" y="286"/>
                  </a:lnTo>
                  <a:lnTo>
                    <a:pt x="3373" y="286"/>
                  </a:lnTo>
                  <a:lnTo>
                    <a:pt x="3373" y="0"/>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23"/>
            <p:cNvSpPr/>
            <p:nvPr/>
          </p:nvSpPr>
          <p:spPr>
            <a:xfrm>
              <a:off x="4139914" y="2400161"/>
              <a:ext cx="50597" cy="10425"/>
            </a:xfrm>
            <a:custGeom>
              <a:rect b="b" l="l" r="r" t="t"/>
              <a:pathLst>
                <a:path extrusionOk="0" h="287" w="1393">
                  <a:moveTo>
                    <a:pt x="1" y="1"/>
                  </a:moveTo>
                  <a:lnTo>
                    <a:pt x="1"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23"/>
            <p:cNvSpPr/>
            <p:nvPr/>
          </p:nvSpPr>
          <p:spPr>
            <a:xfrm>
              <a:off x="4134066" y="2410549"/>
              <a:ext cx="62257" cy="10388"/>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23"/>
            <p:cNvSpPr/>
            <p:nvPr/>
          </p:nvSpPr>
          <p:spPr>
            <a:xfrm>
              <a:off x="4232279" y="2241401"/>
              <a:ext cx="50561" cy="10388"/>
            </a:xfrm>
            <a:custGeom>
              <a:rect b="b" l="l" r="r" t="t"/>
              <a:pathLst>
                <a:path extrusionOk="0" h="286" w="1392">
                  <a:moveTo>
                    <a:pt x="0" y="0"/>
                  </a:moveTo>
                  <a:lnTo>
                    <a:pt x="0"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23"/>
            <p:cNvSpPr/>
            <p:nvPr/>
          </p:nvSpPr>
          <p:spPr>
            <a:xfrm>
              <a:off x="4257522" y="2251752"/>
              <a:ext cx="30838" cy="148450"/>
            </a:xfrm>
            <a:custGeom>
              <a:rect b="b" l="l" r="r" t="t"/>
              <a:pathLst>
                <a:path extrusionOk="0" h="4087" w="849">
                  <a:moveTo>
                    <a:pt x="1" y="1"/>
                  </a:moveTo>
                  <a:lnTo>
                    <a:pt x="1" y="4087"/>
                  </a:lnTo>
                  <a:lnTo>
                    <a:pt x="465" y="4087"/>
                  </a:lnTo>
                  <a:cubicBezTo>
                    <a:pt x="848" y="2927"/>
                    <a:pt x="536" y="2249"/>
                    <a:pt x="384" y="1473"/>
                  </a:cubicBezTo>
                  <a:cubicBezTo>
                    <a:pt x="233" y="706"/>
                    <a:pt x="465" y="1"/>
                    <a:pt x="465"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23"/>
            <p:cNvSpPr/>
            <p:nvPr/>
          </p:nvSpPr>
          <p:spPr>
            <a:xfrm>
              <a:off x="4226758" y="2251752"/>
              <a:ext cx="30801" cy="148450"/>
            </a:xfrm>
            <a:custGeom>
              <a:rect b="b" l="l" r="r" t="t"/>
              <a:pathLst>
                <a:path extrusionOk="0" h="4087" w="848">
                  <a:moveTo>
                    <a:pt x="384" y="1"/>
                  </a:moveTo>
                  <a:cubicBezTo>
                    <a:pt x="384" y="1"/>
                    <a:pt x="616" y="706"/>
                    <a:pt x="464" y="1473"/>
                  </a:cubicBezTo>
                  <a:cubicBezTo>
                    <a:pt x="313" y="2249"/>
                    <a:pt x="0"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23"/>
            <p:cNvSpPr/>
            <p:nvPr/>
          </p:nvSpPr>
          <p:spPr>
            <a:xfrm>
              <a:off x="4226431" y="2231013"/>
              <a:ext cx="62257" cy="10425"/>
            </a:xfrm>
            <a:custGeom>
              <a:rect b="b" l="l" r="r" t="t"/>
              <a:pathLst>
                <a:path extrusionOk="0" h="287" w="1714">
                  <a:moveTo>
                    <a:pt x="0" y="1"/>
                  </a:moveTo>
                  <a:lnTo>
                    <a:pt x="0" y="286"/>
                  </a:lnTo>
                  <a:lnTo>
                    <a:pt x="1713" y="286"/>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23"/>
            <p:cNvSpPr/>
            <p:nvPr/>
          </p:nvSpPr>
          <p:spPr>
            <a:xfrm>
              <a:off x="4232279" y="2400161"/>
              <a:ext cx="50561" cy="10425"/>
            </a:xfrm>
            <a:custGeom>
              <a:rect b="b" l="l" r="r" t="t"/>
              <a:pathLst>
                <a:path extrusionOk="0" h="287" w="1392">
                  <a:moveTo>
                    <a:pt x="0" y="1"/>
                  </a:moveTo>
                  <a:lnTo>
                    <a:pt x="0"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23"/>
            <p:cNvSpPr/>
            <p:nvPr/>
          </p:nvSpPr>
          <p:spPr>
            <a:xfrm>
              <a:off x="4226431" y="2410549"/>
              <a:ext cx="62257" cy="10388"/>
            </a:xfrm>
            <a:custGeom>
              <a:rect b="b" l="l" r="r" t="t"/>
              <a:pathLst>
                <a:path extrusionOk="0" h="286" w="1714">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23"/>
            <p:cNvSpPr/>
            <p:nvPr/>
          </p:nvSpPr>
          <p:spPr>
            <a:xfrm>
              <a:off x="4324608" y="2241401"/>
              <a:ext cx="50924" cy="10388"/>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23"/>
            <p:cNvSpPr/>
            <p:nvPr/>
          </p:nvSpPr>
          <p:spPr>
            <a:xfrm>
              <a:off x="4349888" y="2251752"/>
              <a:ext cx="31128" cy="148450"/>
            </a:xfrm>
            <a:custGeom>
              <a:rect b="b" l="l" r="r" t="t"/>
              <a:pathLst>
                <a:path extrusionOk="0" h="4087" w="857">
                  <a:moveTo>
                    <a:pt x="0" y="1"/>
                  </a:moveTo>
                  <a:lnTo>
                    <a:pt x="0" y="4087"/>
                  </a:lnTo>
                  <a:lnTo>
                    <a:pt x="473" y="4087"/>
                  </a:lnTo>
                  <a:cubicBezTo>
                    <a:pt x="857" y="2927"/>
                    <a:pt x="536" y="2249"/>
                    <a:pt x="384" y="1473"/>
                  </a:cubicBezTo>
                  <a:cubicBezTo>
                    <a:pt x="232" y="706"/>
                    <a:pt x="473" y="1"/>
                    <a:pt x="473"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23"/>
            <p:cNvSpPr/>
            <p:nvPr/>
          </p:nvSpPr>
          <p:spPr>
            <a:xfrm>
              <a:off x="4319087" y="2251752"/>
              <a:ext cx="30838" cy="148450"/>
            </a:xfrm>
            <a:custGeom>
              <a:rect b="b" l="l" r="r" t="t"/>
              <a:pathLst>
                <a:path extrusionOk="0" h="4087" w="849">
                  <a:moveTo>
                    <a:pt x="384" y="1"/>
                  </a:moveTo>
                  <a:cubicBezTo>
                    <a:pt x="384" y="1"/>
                    <a:pt x="616" y="706"/>
                    <a:pt x="465" y="1473"/>
                  </a:cubicBezTo>
                  <a:cubicBezTo>
                    <a:pt x="313" y="2249"/>
                    <a:pt x="1"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23"/>
            <p:cNvSpPr/>
            <p:nvPr/>
          </p:nvSpPr>
          <p:spPr>
            <a:xfrm>
              <a:off x="4318760" y="2231013"/>
              <a:ext cx="62257" cy="10425"/>
            </a:xfrm>
            <a:custGeom>
              <a:rect b="b" l="l" r="r" t="t"/>
              <a:pathLst>
                <a:path extrusionOk="0" h="287" w="1714">
                  <a:moveTo>
                    <a:pt x="1" y="1"/>
                  </a:moveTo>
                  <a:lnTo>
                    <a:pt x="1" y="286"/>
                  </a:lnTo>
                  <a:lnTo>
                    <a:pt x="1714" y="286"/>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23"/>
            <p:cNvSpPr/>
            <p:nvPr/>
          </p:nvSpPr>
          <p:spPr>
            <a:xfrm>
              <a:off x="4324608" y="2400161"/>
              <a:ext cx="50924" cy="10425"/>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23"/>
            <p:cNvSpPr/>
            <p:nvPr/>
          </p:nvSpPr>
          <p:spPr>
            <a:xfrm>
              <a:off x="4318760" y="2410549"/>
              <a:ext cx="62257" cy="10388"/>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23"/>
            <p:cNvSpPr/>
            <p:nvPr/>
          </p:nvSpPr>
          <p:spPr>
            <a:xfrm>
              <a:off x="4416973" y="2241401"/>
              <a:ext cx="50888" cy="10388"/>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23"/>
            <p:cNvSpPr/>
            <p:nvPr/>
          </p:nvSpPr>
          <p:spPr>
            <a:xfrm>
              <a:off x="4442216" y="2251752"/>
              <a:ext cx="31165" cy="148450"/>
            </a:xfrm>
            <a:custGeom>
              <a:rect b="b" l="l" r="r" t="t"/>
              <a:pathLst>
                <a:path extrusionOk="0" h="4087" w="858">
                  <a:moveTo>
                    <a:pt x="1" y="1"/>
                  </a:moveTo>
                  <a:lnTo>
                    <a:pt x="1" y="4087"/>
                  </a:lnTo>
                  <a:lnTo>
                    <a:pt x="474" y="4087"/>
                  </a:lnTo>
                  <a:cubicBezTo>
                    <a:pt x="857" y="2927"/>
                    <a:pt x="536" y="2249"/>
                    <a:pt x="384" y="1473"/>
                  </a:cubicBezTo>
                  <a:cubicBezTo>
                    <a:pt x="233" y="706"/>
                    <a:pt x="474" y="1"/>
                    <a:pt x="474"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23"/>
            <p:cNvSpPr/>
            <p:nvPr/>
          </p:nvSpPr>
          <p:spPr>
            <a:xfrm>
              <a:off x="4411452" y="2251752"/>
              <a:ext cx="30801" cy="148450"/>
            </a:xfrm>
            <a:custGeom>
              <a:rect b="b" l="l" r="r" t="t"/>
              <a:pathLst>
                <a:path extrusionOk="0" h="4087" w="848">
                  <a:moveTo>
                    <a:pt x="384" y="1"/>
                  </a:moveTo>
                  <a:cubicBezTo>
                    <a:pt x="384" y="1"/>
                    <a:pt x="625" y="706"/>
                    <a:pt x="473" y="1473"/>
                  </a:cubicBezTo>
                  <a:cubicBezTo>
                    <a:pt x="322" y="2249"/>
                    <a:pt x="0"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23"/>
            <p:cNvSpPr/>
            <p:nvPr/>
          </p:nvSpPr>
          <p:spPr>
            <a:xfrm>
              <a:off x="4411125" y="2231013"/>
              <a:ext cx="62257" cy="10425"/>
            </a:xfrm>
            <a:custGeom>
              <a:rect b="b" l="l" r="r" t="t"/>
              <a:pathLst>
                <a:path extrusionOk="0" h="287" w="1714">
                  <a:moveTo>
                    <a:pt x="0" y="1"/>
                  </a:moveTo>
                  <a:lnTo>
                    <a:pt x="0" y="286"/>
                  </a:lnTo>
                  <a:lnTo>
                    <a:pt x="1713" y="286"/>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23"/>
            <p:cNvSpPr/>
            <p:nvPr/>
          </p:nvSpPr>
          <p:spPr>
            <a:xfrm>
              <a:off x="4416973" y="2400161"/>
              <a:ext cx="50888" cy="10425"/>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23"/>
            <p:cNvSpPr/>
            <p:nvPr/>
          </p:nvSpPr>
          <p:spPr>
            <a:xfrm>
              <a:off x="4411125" y="2410549"/>
              <a:ext cx="62257" cy="10388"/>
            </a:xfrm>
            <a:custGeom>
              <a:rect b="b" l="l" r="r" t="t"/>
              <a:pathLst>
                <a:path extrusionOk="0" h="286" w="1714">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23"/>
            <p:cNvSpPr/>
            <p:nvPr/>
          </p:nvSpPr>
          <p:spPr>
            <a:xfrm>
              <a:off x="4509302" y="2241401"/>
              <a:ext cx="50924" cy="10388"/>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23"/>
            <p:cNvSpPr/>
            <p:nvPr/>
          </p:nvSpPr>
          <p:spPr>
            <a:xfrm>
              <a:off x="4534582" y="2251752"/>
              <a:ext cx="31128" cy="148450"/>
            </a:xfrm>
            <a:custGeom>
              <a:rect b="b" l="l" r="r" t="t"/>
              <a:pathLst>
                <a:path extrusionOk="0" h="4087" w="857">
                  <a:moveTo>
                    <a:pt x="0" y="1"/>
                  </a:moveTo>
                  <a:lnTo>
                    <a:pt x="0" y="4087"/>
                  </a:lnTo>
                  <a:lnTo>
                    <a:pt x="473" y="4087"/>
                  </a:lnTo>
                  <a:cubicBezTo>
                    <a:pt x="857" y="2927"/>
                    <a:pt x="536" y="2249"/>
                    <a:pt x="384" y="1473"/>
                  </a:cubicBezTo>
                  <a:cubicBezTo>
                    <a:pt x="232" y="706"/>
                    <a:pt x="473" y="1"/>
                    <a:pt x="473"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23"/>
            <p:cNvSpPr/>
            <p:nvPr/>
          </p:nvSpPr>
          <p:spPr>
            <a:xfrm>
              <a:off x="4503781" y="2251752"/>
              <a:ext cx="30838" cy="148450"/>
            </a:xfrm>
            <a:custGeom>
              <a:rect b="b" l="l" r="r" t="t"/>
              <a:pathLst>
                <a:path extrusionOk="0" h="4087" w="849">
                  <a:moveTo>
                    <a:pt x="384" y="1"/>
                  </a:moveTo>
                  <a:cubicBezTo>
                    <a:pt x="384" y="1"/>
                    <a:pt x="625" y="706"/>
                    <a:pt x="474" y="1473"/>
                  </a:cubicBezTo>
                  <a:cubicBezTo>
                    <a:pt x="322" y="2249"/>
                    <a:pt x="1"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23"/>
            <p:cNvSpPr/>
            <p:nvPr/>
          </p:nvSpPr>
          <p:spPr>
            <a:xfrm>
              <a:off x="4503454" y="2231013"/>
              <a:ext cx="62257" cy="10425"/>
            </a:xfrm>
            <a:custGeom>
              <a:rect b="b" l="l" r="r" t="t"/>
              <a:pathLst>
                <a:path extrusionOk="0" h="287" w="1714">
                  <a:moveTo>
                    <a:pt x="1" y="1"/>
                  </a:moveTo>
                  <a:lnTo>
                    <a:pt x="1" y="286"/>
                  </a:lnTo>
                  <a:lnTo>
                    <a:pt x="1714" y="286"/>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23"/>
            <p:cNvSpPr/>
            <p:nvPr/>
          </p:nvSpPr>
          <p:spPr>
            <a:xfrm>
              <a:off x="4509302" y="2400161"/>
              <a:ext cx="50924" cy="10425"/>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23"/>
            <p:cNvSpPr/>
            <p:nvPr/>
          </p:nvSpPr>
          <p:spPr>
            <a:xfrm>
              <a:off x="4503454" y="2410549"/>
              <a:ext cx="62257" cy="10388"/>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23"/>
            <p:cNvSpPr/>
            <p:nvPr/>
          </p:nvSpPr>
          <p:spPr>
            <a:xfrm>
              <a:off x="4007377" y="2195054"/>
              <a:ext cx="113471" cy="301731"/>
            </a:xfrm>
            <a:custGeom>
              <a:rect b="b" l="l" r="r" t="t"/>
              <a:pathLst>
                <a:path extrusionOk="0" h="8307" w="3124">
                  <a:moveTo>
                    <a:pt x="1" y="1"/>
                  </a:moveTo>
                  <a:lnTo>
                    <a:pt x="1" y="8306"/>
                  </a:lnTo>
                  <a:lnTo>
                    <a:pt x="3123" y="8306"/>
                  </a:lnTo>
                  <a:lnTo>
                    <a:pt x="3123" y="1"/>
                  </a:ln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23"/>
            <p:cNvSpPr/>
            <p:nvPr/>
          </p:nvSpPr>
          <p:spPr>
            <a:xfrm>
              <a:off x="4007377" y="2195054"/>
              <a:ext cx="56736" cy="301731"/>
            </a:xfrm>
            <a:custGeom>
              <a:rect b="b" l="l" r="r" t="t"/>
              <a:pathLst>
                <a:path extrusionOk="0" h="8307" w="1562">
                  <a:moveTo>
                    <a:pt x="1" y="1"/>
                  </a:moveTo>
                  <a:lnTo>
                    <a:pt x="1" y="8306"/>
                  </a:lnTo>
                  <a:lnTo>
                    <a:pt x="1562" y="8306"/>
                  </a:lnTo>
                  <a:lnTo>
                    <a:pt x="1562"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23"/>
            <p:cNvSpPr/>
            <p:nvPr/>
          </p:nvSpPr>
          <p:spPr>
            <a:xfrm>
              <a:off x="4190473" y="2289672"/>
              <a:ext cx="375248" cy="65163"/>
            </a:xfrm>
            <a:custGeom>
              <a:rect b="b" l="l" r="r" t="t"/>
              <a:pathLst>
                <a:path extrusionOk="0" h="1794" w="10331">
                  <a:moveTo>
                    <a:pt x="1891" y="1"/>
                  </a:moveTo>
                  <a:lnTo>
                    <a:pt x="0" y="1794"/>
                  </a:lnTo>
                  <a:lnTo>
                    <a:pt x="10331" y="1794"/>
                  </a:lnTo>
                  <a:lnTo>
                    <a:pt x="1033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23"/>
            <p:cNvSpPr/>
            <p:nvPr/>
          </p:nvSpPr>
          <p:spPr>
            <a:xfrm>
              <a:off x="4190473" y="2354796"/>
              <a:ext cx="375248" cy="10425"/>
            </a:xfrm>
            <a:custGeom>
              <a:rect b="b" l="l" r="r" t="t"/>
              <a:pathLst>
                <a:path extrusionOk="0" h="287" w="10331">
                  <a:moveTo>
                    <a:pt x="0" y="1"/>
                  </a:moveTo>
                  <a:lnTo>
                    <a:pt x="0" y="286"/>
                  </a:lnTo>
                  <a:lnTo>
                    <a:pt x="10331" y="286"/>
                  </a:lnTo>
                  <a:lnTo>
                    <a:pt x="1033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23"/>
            <p:cNvSpPr/>
            <p:nvPr/>
          </p:nvSpPr>
          <p:spPr>
            <a:xfrm>
              <a:off x="4463283" y="2429654"/>
              <a:ext cx="15582" cy="67124"/>
            </a:xfrm>
            <a:custGeom>
              <a:rect b="b" l="l" r="r" t="t"/>
              <a:pathLst>
                <a:path extrusionOk="0" h="1848" w="429">
                  <a:moveTo>
                    <a:pt x="1" y="0"/>
                  </a:moveTo>
                  <a:lnTo>
                    <a:pt x="1"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23"/>
            <p:cNvSpPr/>
            <p:nvPr/>
          </p:nvSpPr>
          <p:spPr>
            <a:xfrm>
              <a:off x="4473344" y="2429654"/>
              <a:ext cx="5521" cy="67124"/>
            </a:xfrm>
            <a:custGeom>
              <a:rect b="b" l="l" r="r" t="t"/>
              <a:pathLst>
                <a:path extrusionOk="0" h="1848" w="152">
                  <a:moveTo>
                    <a:pt x="0" y="0"/>
                  </a:moveTo>
                  <a:lnTo>
                    <a:pt x="0" y="1847"/>
                  </a:lnTo>
                  <a:lnTo>
                    <a:pt x="152" y="1847"/>
                  </a:lnTo>
                  <a:lnTo>
                    <a:pt x="152"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23"/>
            <p:cNvSpPr/>
            <p:nvPr/>
          </p:nvSpPr>
          <p:spPr>
            <a:xfrm>
              <a:off x="4457798" y="2415707"/>
              <a:ext cx="177581" cy="42824"/>
            </a:xfrm>
            <a:custGeom>
              <a:rect b="b" l="l" r="r" t="t"/>
              <a:pathLst>
                <a:path extrusionOk="0" h="1179" w="4889">
                  <a:moveTo>
                    <a:pt x="0" y="1"/>
                  </a:moveTo>
                  <a:lnTo>
                    <a:pt x="1240" y="1178"/>
                  </a:lnTo>
                  <a:lnTo>
                    <a:pt x="4889" y="1178"/>
                  </a:lnTo>
                  <a:lnTo>
                    <a:pt x="3649"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23"/>
            <p:cNvSpPr/>
            <p:nvPr/>
          </p:nvSpPr>
          <p:spPr>
            <a:xfrm>
              <a:off x="4605844" y="2469825"/>
              <a:ext cx="15619" cy="26951"/>
            </a:xfrm>
            <a:custGeom>
              <a:rect b="b" l="l" r="r" t="t"/>
              <a:pathLst>
                <a:path extrusionOk="0" h="742" w="430">
                  <a:moveTo>
                    <a:pt x="1" y="1"/>
                  </a:moveTo>
                  <a:lnTo>
                    <a:pt x="1" y="741"/>
                  </a:lnTo>
                  <a:lnTo>
                    <a:pt x="429" y="741"/>
                  </a:lnTo>
                  <a:lnTo>
                    <a:pt x="429"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23"/>
            <p:cNvSpPr/>
            <p:nvPr/>
          </p:nvSpPr>
          <p:spPr>
            <a:xfrm>
              <a:off x="4605844" y="2469825"/>
              <a:ext cx="5557" cy="26951"/>
            </a:xfrm>
            <a:custGeom>
              <a:rect b="b" l="l" r="r" t="t"/>
              <a:pathLst>
                <a:path extrusionOk="0" h="742" w="153">
                  <a:moveTo>
                    <a:pt x="1" y="1"/>
                  </a:moveTo>
                  <a:lnTo>
                    <a:pt x="1" y="741"/>
                  </a:lnTo>
                  <a:lnTo>
                    <a:pt x="153" y="741"/>
                  </a:lnTo>
                  <a:lnTo>
                    <a:pt x="153"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23"/>
            <p:cNvSpPr/>
            <p:nvPr/>
          </p:nvSpPr>
          <p:spPr>
            <a:xfrm>
              <a:off x="4516421" y="2469825"/>
              <a:ext cx="15582" cy="26951"/>
            </a:xfrm>
            <a:custGeom>
              <a:rect b="b" l="l" r="r" t="t"/>
              <a:pathLst>
                <a:path extrusionOk="0" h="742" w="429">
                  <a:moveTo>
                    <a:pt x="1" y="1"/>
                  </a:moveTo>
                  <a:lnTo>
                    <a:pt x="1" y="741"/>
                  </a:lnTo>
                  <a:lnTo>
                    <a:pt x="429" y="741"/>
                  </a:lnTo>
                  <a:lnTo>
                    <a:pt x="429"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23"/>
            <p:cNvSpPr/>
            <p:nvPr/>
          </p:nvSpPr>
          <p:spPr>
            <a:xfrm>
              <a:off x="4526482" y="2469825"/>
              <a:ext cx="5521" cy="26951"/>
            </a:xfrm>
            <a:custGeom>
              <a:rect b="b" l="l" r="r" t="t"/>
              <a:pathLst>
                <a:path extrusionOk="0" h="742" w="152">
                  <a:moveTo>
                    <a:pt x="0" y="1"/>
                  </a:moveTo>
                  <a:lnTo>
                    <a:pt x="0" y="741"/>
                  </a:lnTo>
                  <a:lnTo>
                    <a:pt x="152" y="741"/>
                  </a:lnTo>
                  <a:lnTo>
                    <a:pt x="152"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23"/>
            <p:cNvSpPr/>
            <p:nvPr/>
          </p:nvSpPr>
          <p:spPr>
            <a:xfrm>
              <a:off x="4561133" y="2429654"/>
              <a:ext cx="15619" cy="67124"/>
            </a:xfrm>
            <a:custGeom>
              <a:rect b="b" l="l" r="r" t="t"/>
              <a:pathLst>
                <a:path extrusionOk="0" h="1848" w="430">
                  <a:moveTo>
                    <a:pt x="1" y="0"/>
                  </a:moveTo>
                  <a:lnTo>
                    <a:pt x="1"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23"/>
            <p:cNvSpPr/>
            <p:nvPr/>
          </p:nvSpPr>
          <p:spPr>
            <a:xfrm>
              <a:off x="4571194" y="2429654"/>
              <a:ext cx="5557" cy="67124"/>
            </a:xfrm>
            <a:custGeom>
              <a:rect b="b" l="l" r="r" t="t"/>
              <a:pathLst>
                <a:path extrusionOk="0" h="1848" w="153">
                  <a:moveTo>
                    <a:pt x="0" y="0"/>
                  </a:moveTo>
                  <a:lnTo>
                    <a:pt x="0" y="1847"/>
                  </a:lnTo>
                  <a:lnTo>
                    <a:pt x="152" y="1847"/>
                  </a:lnTo>
                  <a:lnTo>
                    <a:pt x="152"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23"/>
            <p:cNvSpPr/>
            <p:nvPr/>
          </p:nvSpPr>
          <p:spPr>
            <a:xfrm>
              <a:off x="4508975" y="2319491"/>
              <a:ext cx="119937" cy="139043"/>
            </a:xfrm>
            <a:custGeom>
              <a:rect b="b" l="l" r="r" t="t"/>
              <a:pathLst>
                <a:path extrusionOk="0" h="3828" w="3302">
                  <a:moveTo>
                    <a:pt x="1" y="0"/>
                  </a:moveTo>
                  <a:lnTo>
                    <a:pt x="1" y="3827"/>
                  </a:lnTo>
                  <a:lnTo>
                    <a:pt x="3301" y="3827"/>
                  </a:lnTo>
                  <a:lnTo>
                    <a:pt x="3301"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23"/>
            <p:cNvSpPr/>
            <p:nvPr/>
          </p:nvSpPr>
          <p:spPr>
            <a:xfrm>
              <a:off x="4516421" y="2326937"/>
              <a:ext cx="105045" cy="131596"/>
            </a:xfrm>
            <a:custGeom>
              <a:rect b="b" l="l" r="r" t="t"/>
              <a:pathLst>
                <a:path extrusionOk="0" h="3623" w="2892">
                  <a:moveTo>
                    <a:pt x="1" y="0"/>
                  </a:moveTo>
                  <a:lnTo>
                    <a:pt x="1" y="3622"/>
                  </a:lnTo>
                  <a:lnTo>
                    <a:pt x="2891" y="3622"/>
                  </a:lnTo>
                  <a:lnTo>
                    <a:pt x="2891"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23"/>
            <p:cNvSpPr/>
            <p:nvPr/>
          </p:nvSpPr>
          <p:spPr>
            <a:xfrm>
              <a:off x="4502837" y="2458493"/>
              <a:ext cx="132541" cy="12023"/>
            </a:xfrm>
            <a:custGeom>
              <a:rect b="b" l="l" r="r" t="t"/>
              <a:pathLst>
                <a:path extrusionOk="0" h="331" w="3649">
                  <a:moveTo>
                    <a:pt x="0" y="0"/>
                  </a:moveTo>
                  <a:lnTo>
                    <a:pt x="0" y="330"/>
                  </a:lnTo>
                  <a:lnTo>
                    <a:pt x="3649" y="330"/>
                  </a:lnTo>
                  <a:lnTo>
                    <a:pt x="3649"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23"/>
            <p:cNvSpPr/>
            <p:nvPr/>
          </p:nvSpPr>
          <p:spPr>
            <a:xfrm>
              <a:off x="4457798" y="2415707"/>
              <a:ext cx="45076" cy="54811"/>
            </a:xfrm>
            <a:custGeom>
              <a:rect b="b" l="l" r="r" t="t"/>
              <a:pathLst>
                <a:path extrusionOk="0" h="1509" w="1241">
                  <a:moveTo>
                    <a:pt x="0" y="1"/>
                  </a:moveTo>
                  <a:lnTo>
                    <a:pt x="0" y="331"/>
                  </a:lnTo>
                  <a:lnTo>
                    <a:pt x="1240" y="1508"/>
                  </a:lnTo>
                  <a:lnTo>
                    <a:pt x="1240" y="1178"/>
                  </a:lnTo>
                  <a:lnTo>
                    <a:pt x="0"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23"/>
            <p:cNvSpPr/>
            <p:nvPr/>
          </p:nvSpPr>
          <p:spPr>
            <a:xfrm>
              <a:off x="4621426" y="2306198"/>
              <a:ext cx="7482" cy="152337"/>
            </a:xfrm>
            <a:custGeom>
              <a:rect b="b" l="l" r="r" t="t"/>
              <a:pathLst>
                <a:path extrusionOk="0" h="4194" w="206">
                  <a:moveTo>
                    <a:pt x="0" y="1"/>
                  </a:moveTo>
                  <a:lnTo>
                    <a:pt x="0" y="4193"/>
                  </a:lnTo>
                  <a:lnTo>
                    <a:pt x="205" y="4193"/>
                  </a:lnTo>
                  <a:lnTo>
                    <a:pt x="205"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23"/>
            <p:cNvSpPr/>
            <p:nvPr/>
          </p:nvSpPr>
          <p:spPr>
            <a:xfrm>
              <a:off x="4616232" y="2297117"/>
              <a:ext cx="17871" cy="18198"/>
            </a:xfrm>
            <a:custGeom>
              <a:rect b="b" l="l" r="r" t="t"/>
              <a:pathLst>
                <a:path extrusionOk="0" h="501" w="492">
                  <a:moveTo>
                    <a:pt x="241" y="1"/>
                  </a:moveTo>
                  <a:cubicBezTo>
                    <a:pt x="108" y="1"/>
                    <a:pt x="0" y="117"/>
                    <a:pt x="0" y="251"/>
                  </a:cubicBezTo>
                  <a:cubicBezTo>
                    <a:pt x="0" y="384"/>
                    <a:pt x="108" y="500"/>
                    <a:pt x="241" y="500"/>
                  </a:cubicBezTo>
                  <a:cubicBezTo>
                    <a:pt x="384" y="500"/>
                    <a:pt x="491" y="384"/>
                    <a:pt x="491" y="251"/>
                  </a:cubicBezTo>
                  <a:cubicBezTo>
                    <a:pt x="491" y="117"/>
                    <a:pt x="384" y="1"/>
                    <a:pt x="241"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23"/>
            <p:cNvSpPr/>
            <p:nvPr/>
          </p:nvSpPr>
          <p:spPr>
            <a:xfrm>
              <a:off x="4616232" y="2299733"/>
              <a:ext cx="17544" cy="15582"/>
            </a:xfrm>
            <a:custGeom>
              <a:rect b="b" l="l" r="r" t="t"/>
              <a:pathLst>
                <a:path extrusionOk="0" h="429" w="483">
                  <a:moveTo>
                    <a:pt x="72" y="0"/>
                  </a:moveTo>
                  <a:cubicBezTo>
                    <a:pt x="27" y="45"/>
                    <a:pt x="0" y="107"/>
                    <a:pt x="0" y="179"/>
                  </a:cubicBezTo>
                  <a:cubicBezTo>
                    <a:pt x="0" y="312"/>
                    <a:pt x="108" y="428"/>
                    <a:pt x="241" y="428"/>
                  </a:cubicBezTo>
                  <a:cubicBezTo>
                    <a:pt x="366" y="428"/>
                    <a:pt x="464" y="339"/>
                    <a:pt x="482" y="223"/>
                  </a:cubicBezTo>
                  <a:lnTo>
                    <a:pt x="482" y="223"/>
                  </a:lnTo>
                  <a:cubicBezTo>
                    <a:pt x="447" y="268"/>
                    <a:pt x="384" y="295"/>
                    <a:pt x="313" y="295"/>
                  </a:cubicBezTo>
                  <a:cubicBezTo>
                    <a:pt x="179" y="295"/>
                    <a:pt x="72" y="187"/>
                    <a:pt x="72" y="45"/>
                  </a:cubicBezTo>
                  <a:cubicBezTo>
                    <a:pt x="72" y="27"/>
                    <a:pt x="72" y="18"/>
                    <a:pt x="72"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23"/>
            <p:cNvSpPr/>
            <p:nvPr/>
          </p:nvSpPr>
          <p:spPr>
            <a:xfrm>
              <a:off x="4508975" y="2306198"/>
              <a:ext cx="7482" cy="152337"/>
            </a:xfrm>
            <a:custGeom>
              <a:rect b="b" l="l" r="r" t="t"/>
              <a:pathLst>
                <a:path extrusionOk="0" h="4194" w="206">
                  <a:moveTo>
                    <a:pt x="1" y="1"/>
                  </a:moveTo>
                  <a:lnTo>
                    <a:pt x="1" y="4193"/>
                  </a:lnTo>
                  <a:lnTo>
                    <a:pt x="206" y="4193"/>
                  </a:lnTo>
                  <a:lnTo>
                    <a:pt x="206"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23"/>
            <p:cNvSpPr/>
            <p:nvPr/>
          </p:nvSpPr>
          <p:spPr>
            <a:xfrm>
              <a:off x="4503781" y="2297117"/>
              <a:ext cx="17871" cy="18198"/>
            </a:xfrm>
            <a:custGeom>
              <a:rect b="b" l="l" r="r" t="t"/>
              <a:pathLst>
                <a:path extrusionOk="0" h="501" w="492">
                  <a:moveTo>
                    <a:pt x="242" y="1"/>
                  </a:moveTo>
                  <a:cubicBezTo>
                    <a:pt x="108" y="1"/>
                    <a:pt x="1" y="117"/>
                    <a:pt x="1" y="251"/>
                  </a:cubicBezTo>
                  <a:cubicBezTo>
                    <a:pt x="1" y="384"/>
                    <a:pt x="108" y="500"/>
                    <a:pt x="242" y="500"/>
                  </a:cubicBezTo>
                  <a:cubicBezTo>
                    <a:pt x="384" y="500"/>
                    <a:pt x="492" y="384"/>
                    <a:pt x="492" y="251"/>
                  </a:cubicBezTo>
                  <a:cubicBezTo>
                    <a:pt x="492" y="117"/>
                    <a:pt x="384" y="1"/>
                    <a:pt x="242"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23"/>
            <p:cNvSpPr/>
            <p:nvPr/>
          </p:nvSpPr>
          <p:spPr>
            <a:xfrm>
              <a:off x="4503781" y="2299733"/>
              <a:ext cx="17544" cy="15582"/>
            </a:xfrm>
            <a:custGeom>
              <a:rect b="b" l="l" r="r" t="t"/>
              <a:pathLst>
                <a:path extrusionOk="0" h="429" w="483">
                  <a:moveTo>
                    <a:pt x="72" y="0"/>
                  </a:moveTo>
                  <a:cubicBezTo>
                    <a:pt x="28" y="45"/>
                    <a:pt x="1" y="107"/>
                    <a:pt x="1" y="179"/>
                  </a:cubicBezTo>
                  <a:cubicBezTo>
                    <a:pt x="1" y="312"/>
                    <a:pt x="108" y="428"/>
                    <a:pt x="242" y="428"/>
                  </a:cubicBezTo>
                  <a:cubicBezTo>
                    <a:pt x="367" y="428"/>
                    <a:pt x="465" y="339"/>
                    <a:pt x="483" y="223"/>
                  </a:cubicBezTo>
                  <a:lnTo>
                    <a:pt x="483" y="223"/>
                  </a:lnTo>
                  <a:cubicBezTo>
                    <a:pt x="447" y="268"/>
                    <a:pt x="384" y="295"/>
                    <a:pt x="313" y="295"/>
                  </a:cubicBezTo>
                  <a:cubicBezTo>
                    <a:pt x="179" y="295"/>
                    <a:pt x="72" y="187"/>
                    <a:pt x="72" y="45"/>
                  </a:cubicBezTo>
                  <a:cubicBezTo>
                    <a:pt x="72" y="27"/>
                    <a:pt x="72" y="18"/>
                    <a:pt x="72"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23"/>
            <p:cNvSpPr/>
            <p:nvPr/>
          </p:nvSpPr>
          <p:spPr>
            <a:xfrm>
              <a:off x="4410799" y="2429654"/>
              <a:ext cx="15582" cy="67124"/>
            </a:xfrm>
            <a:custGeom>
              <a:rect b="b" l="l" r="r" t="t"/>
              <a:pathLst>
                <a:path extrusionOk="0" h="1848" w="429">
                  <a:moveTo>
                    <a:pt x="1" y="0"/>
                  </a:moveTo>
                  <a:lnTo>
                    <a:pt x="1"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23"/>
            <p:cNvSpPr/>
            <p:nvPr/>
          </p:nvSpPr>
          <p:spPr>
            <a:xfrm>
              <a:off x="4410799" y="2429654"/>
              <a:ext cx="5884" cy="67124"/>
            </a:xfrm>
            <a:custGeom>
              <a:rect b="b" l="l" r="r" t="t"/>
              <a:pathLst>
                <a:path extrusionOk="0" h="1848" w="162">
                  <a:moveTo>
                    <a:pt x="1" y="0"/>
                  </a:moveTo>
                  <a:lnTo>
                    <a:pt x="1" y="1847"/>
                  </a:lnTo>
                  <a:lnTo>
                    <a:pt x="161" y="1847"/>
                  </a:lnTo>
                  <a:lnTo>
                    <a:pt x="161"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23"/>
            <p:cNvSpPr/>
            <p:nvPr/>
          </p:nvSpPr>
          <p:spPr>
            <a:xfrm>
              <a:off x="4254617" y="2415707"/>
              <a:ext cx="177290" cy="42824"/>
            </a:xfrm>
            <a:custGeom>
              <a:rect b="b" l="l" r="r" t="t"/>
              <a:pathLst>
                <a:path extrusionOk="0" h="1179" w="4881">
                  <a:moveTo>
                    <a:pt x="1232" y="1"/>
                  </a:moveTo>
                  <a:lnTo>
                    <a:pt x="1" y="1178"/>
                  </a:lnTo>
                  <a:lnTo>
                    <a:pt x="3649" y="1178"/>
                  </a:lnTo>
                  <a:lnTo>
                    <a:pt x="4880"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23"/>
            <p:cNvSpPr/>
            <p:nvPr/>
          </p:nvSpPr>
          <p:spPr>
            <a:xfrm>
              <a:off x="4268237" y="2469825"/>
              <a:ext cx="15582" cy="26951"/>
            </a:xfrm>
            <a:custGeom>
              <a:rect b="b" l="l" r="r" t="t"/>
              <a:pathLst>
                <a:path extrusionOk="0" h="742" w="429">
                  <a:moveTo>
                    <a:pt x="0" y="1"/>
                  </a:moveTo>
                  <a:lnTo>
                    <a:pt x="0" y="741"/>
                  </a:lnTo>
                  <a:lnTo>
                    <a:pt x="428" y="741"/>
                  </a:lnTo>
                  <a:lnTo>
                    <a:pt x="428"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23"/>
            <p:cNvSpPr/>
            <p:nvPr/>
          </p:nvSpPr>
          <p:spPr>
            <a:xfrm>
              <a:off x="4278262" y="2469825"/>
              <a:ext cx="5557" cy="26951"/>
            </a:xfrm>
            <a:custGeom>
              <a:rect b="b" l="l" r="r" t="t"/>
              <a:pathLst>
                <a:path extrusionOk="0" h="742" w="153">
                  <a:moveTo>
                    <a:pt x="1" y="1"/>
                  </a:moveTo>
                  <a:lnTo>
                    <a:pt x="1" y="741"/>
                  </a:lnTo>
                  <a:lnTo>
                    <a:pt x="152" y="741"/>
                  </a:lnTo>
                  <a:lnTo>
                    <a:pt x="152"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23"/>
            <p:cNvSpPr/>
            <p:nvPr/>
          </p:nvSpPr>
          <p:spPr>
            <a:xfrm>
              <a:off x="4357660" y="2469825"/>
              <a:ext cx="15909" cy="26951"/>
            </a:xfrm>
            <a:custGeom>
              <a:rect b="b" l="l" r="r" t="t"/>
              <a:pathLst>
                <a:path extrusionOk="0" h="742" w="438">
                  <a:moveTo>
                    <a:pt x="0" y="1"/>
                  </a:moveTo>
                  <a:lnTo>
                    <a:pt x="0" y="741"/>
                  </a:lnTo>
                  <a:lnTo>
                    <a:pt x="438" y="741"/>
                  </a:lnTo>
                  <a:lnTo>
                    <a:pt x="438"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23"/>
            <p:cNvSpPr/>
            <p:nvPr/>
          </p:nvSpPr>
          <p:spPr>
            <a:xfrm>
              <a:off x="4357660" y="2469825"/>
              <a:ext cx="5884" cy="26951"/>
            </a:xfrm>
            <a:custGeom>
              <a:rect b="b" l="l" r="r" t="t"/>
              <a:pathLst>
                <a:path extrusionOk="0" h="742" w="162">
                  <a:moveTo>
                    <a:pt x="0" y="1"/>
                  </a:moveTo>
                  <a:lnTo>
                    <a:pt x="0" y="741"/>
                  </a:lnTo>
                  <a:lnTo>
                    <a:pt x="161" y="741"/>
                  </a:lnTo>
                  <a:lnTo>
                    <a:pt x="161"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23"/>
            <p:cNvSpPr/>
            <p:nvPr/>
          </p:nvSpPr>
          <p:spPr>
            <a:xfrm>
              <a:off x="4312949" y="2429654"/>
              <a:ext cx="15582" cy="67124"/>
            </a:xfrm>
            <a:custGeom>
              <a:rect b="b" l="l" r="r" t="t"/>
              <a:pathLst>
                <a:path extrusionOk="0" h="1848" w="429">
                  <a:moveTo>
                    <a:pt x="0" y="0"/>
                  </a:moveTo>
                  <a:lnTo>
                    <a:pt x="0"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23"/>
            <p:cNvSpPr/>
            <p:nvPr/>
          </p:nvSpPr>
          <p:spPr>
            <a:xfrm>
              <a:off x="4312949" y="2429654"/>
              <a:ext cx="5848" cy="67124"/>
            </a:xfrm>
            <a:custGeom>
              <a:rect b="b" l="l" r="r" t="t"/>
              <a:pathLst>
                <a:path extrusionOk="0" h="1848" w="161">
                  <a:moveTo>
                    <a:pt x="0" y="0"/>
                  </a:moveTo>
                  <a:lnTo>
                    <a:pt x="0" y="1847"/>
                  </a:lnTo>
                  <a:lnTo>
                    <a:pt x="161" y="1847"/>
                  </a:lnTo>
                  <a:lnTo>
                    <a:pt x="161"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23"/>
            <p:cNvSpPr/>
            <p:nvPr/>
          </p:nvSpPr>
          <p:spPr>
            <a:xfrm>
              <a:off x="4261082" y="2319491"/>
              <a:ext cx="119610" cy="139043"/>
            </a:xfrm>
            <a:custGeom>
              <a:rect b="b" l="l" r="r" t="t"/>
              <a:pathLst>
                <a:path extrusionOk="0" h="3828" w="3293">
                  <a:moveTo>
                    <a:pt x="1" y="0"/>
                  </a:moveTo>
                  <a:lnTo>
                    <a:pt x="1" y="3827"/>
                  </a:lnTo>
                  <a:lnTo>
                    <a:pt x="3293" y="3827"/>
                  </a:lnTo>
                  <a:lnTo>
                    <a:pt x="3293"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23"/>
            <p:cNvSpPr/>
            <p:nvPr/>
          </p:nvSpPr>
          <p:spPr>
            <a:xfrm>
              <a:off x="4268237" y="2326937"/>
              <a:ext cx="105335" cy="131596"/>
            </a:xfrm>
            <a:custGeom>
              <a:rect b="b" l="l" r="r" t="t"/>
              <a:pathLst>
                <a:path extrusionOk="0" h="3623" w="2900">
                  <a:moveTo>
                    <a:pt x="0" y="0"/>
                  </a:moveTo>
                  <a:lnTo>
                    <a:pt x="0" y="3622"/>
                  </a:lnTo>
                  <a:lnTo>
                    <a:pt x="2900" y="3622"/>
                  </a:lnTo>
                  <a:lnTo>
                    <a:pt x="2900"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23"/>
            <p:cNvSpPr/>
            <p:nvPr/>
          </p:nvSpPr>
          <p:spPr>
            <a:xfrm>
              <a:off x="4254617" y="2458493"/>
              <a:ext cx="132577" cy="12023"/>
            </a:xfrm>
            <a:custGeom>
              <a:rect b="b" l="l" r="r" t="t"/>
              <a:pathLst>
                <a:path extrusionOk="0" h="331" w="3650">
                  <a:moveTo>
                    <a:pt x="1" y="0"/>
                  </a:moveTo>
                  <a:lnTo>
                    <a:pt x="1" y="330"/>
                  </a:lnTo>
                  <a:lnTo>
                    <a:pt x="3649" y="330"/>
                  </a:lnTo>
                  <a:lnTo>
                    <a:pt x="3649"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23"/>
            <p:cNvSpPr/>
            <p:nvPr/>
          </p:nvSpPr>
          <p:spPr>
            <a:xfrm>
              <a:off x="4387153" y="2415707"/>
              <a:ext cx="44749" cy="54811"/>
            </a:xfrm>
            <a:custGeom>
              <a:rect b="b" l="l" r="r" t="t"/>
              <a:pathLst>
                <a:path extrusionOk="0" h="1509" w="1232">
                  <a:moveTo>
                    <a:pt x="1231" y="1"/>
                  </a:moveTo>
                  <a:lnTo>
                    <a:pt x="0" y="1178"/>
                  </a:lnTo>
                  <a:lnTo>
                    <a:pt x="0" y="1508"/>
                  </a:lnTo>
                  <a:lnTo>
                    <a:pt x="1231" y="331"/>
                  </a:lnTo>
                  <a:lnTo>
                    <a:pt x="1231"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23"/>
            <p:cNvSpPr/>
            <p:nvPr/>
          </p:nvSpPr>
          <p:spPr>
            <a:xfrm>
              <a:off x="4261082" y="2306198"/>
              <a:ext cx="7192" cy="152337"/>
            </a:xfrm>
            <a:custGeom>
              <a:rect b="b" l="l" r="r" t="t"/>
              <a:pathLst>
                <a:path extrusionOk="0" h="4194" w="198">
                  <a:moveTo>
                    <a:pt x="1" y="1"/>
                  </a:moveTo>
                  <a:lnTo>
                    <a:pt x="1" y="4193"/>
                  </a:lnTo>
                  <a:lnTo>
                    <a:pt x="197" y="4193"/>
                  </a:lnTo>
                  <a:lnTo>
                    <a:pt x="197"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23"/>
            <p:cNvSpPr/>
            <p:nvPr/>
          </p:nvSpPr>
          <p:spPr>
            <a:xfrm>
              <a:off x="4255597" y="2297117"/>
              <a:ext cx="18161" cy="18198"/>
            </a:xfrm>
            <a:custGeom>
              <a:rect b="b" l="l" r="r" t="t"/>
              <a:pathLst>
                <a:path extrusionOk="0" h="501" w="500">
                  <a:moveTo>
                    <a:pt x="250" y="1"/>
                  </a:moveTo>
                  <a:cubicBezTo>
                    <a:pt x="116" y="1"/>
                    <a:pt x="0" y="117"/>
                    <a:pt x="0" y="251"/>
                  </a:cubicBezTo>
                  <a:cubicBezTo>
                    <a:pt x="0" y="384"/>
                    <a:pt x="116" y="500"/>
                    <a:pt x="250" y="500"/>
                  </a:cubicBezTo>
                  <a:cubicBezTo>
                    <a:pt x="384" y="500"/>
                    <a:pt x="500" y="384"/>
                    <a:pt x="500" y="251"/>
                  </a:cubicBezTo>
                  <a:cubicBezTo>
                    <a:pt x="500" y="117"/>
                    <a:pt x="384" y="1"/>
                    <a:pt x="250"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23"/>
            <p:cNvSpPr/>
            <p:nvPr/>
          </p:nvSpPr>
          <p:spPr>
            <a:xfrm>
              <a:off x="4255924" y="2299733"/>
              <a:ext cx="17834" cy="15582"/>
            </a:xfrm>
            <a:custGeom>
              <a:rect b="b" l="l" r="r" t="t"/>
              <a:pathLst>
                <a:path extrusionOk="0" h="429" w="491">
                  <a:moveTo>
                    <a:pt x="411" y="0"/>
                  </a:moveTo>
                  <a:cubicBezTo>
                    <a:pt x="411" y="18"/>
                    <a:pt x="420" y="27"/>
                    <a:pt x="420" y="45"/>
                  </a:cubicBezTo>
                  <a:cubicBezTo>
                    <a:pt x="420" y="187"/>
                    <a:pt x="304" y="295"/>
                    <a:pt x="170" y="295"/>
                  </a:cubicBezTo>
                  <a:cubicBezTo>
                    <a:pt x="98" y="295"/>
                    <a:pt x="45" y="268"/>
                    <a:pt x="0" y="223"/>
                  </a:cubicBezTo>
                  <a:lnTo>
                    <a:pt x="0" y="223"/>
                  </a:lnTo>
                  <a:cubicBezTo>
                    <a:pt x="18" y="339"/>
                    <a:pt x="116" y="428"/>
                    <a:pt x="241" y="428"/>
                  </a:cubicBezTo>
                  <a:cubicBezTo>
                    <a:pt x="375" y="428"/>
                    <a:pt x="491" y="312"/>
                    <a:pt x="491" y="179"/>
                  </a:cubicBezTo>
                  <a:cubicBezTo>
                    <a:pt x="491" y="107"/>
                    <a:pt x="455" y="45"/>
                    <a:pt x="411"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23"/>
            <p:cNvSpPr/>
            <p:nvPr/>
          </p:nvSpPr>
          <p:spPr>
            <a:xfrm>
              <a:off x="4373533" y="2306198"/>
              <a:ext cx="7156" cy="152337"/>
            </a:xfrm>
            <a:custGeom>
              <a:rect b="b" l="l" r="r" t="t"/>
              <a:pathLst>
                <a:path extrusionOk="0" h="4194" w="197">
                  <a:moveTo>
                    <a:pt x="1" y="1"/>
                  </a:moveTo>
                  <a:lnTo>
                    <a:pt x="1" y="4193"/>
                  </a:lnTo>
                  <a:lnTo>
                    <a:pt x="197" y="4193"/>
                  </a:lnTo>
                  <a:lnTo>
                    <a:pt x="197"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23"/>
            <p:cNvSpPr/>
            <p:nvPr/>
          </p:nvSpPr>
          <p:spPr>
            <a:xfrm>
              <a:off x="4368012" y="2297117"/>
              <a:ext cx="18198" cy="18198"/>
            </a:xfrm>
            <a:custGeom>
              <a:rect b="b" l="l" r="r" t="t"/>
              <a:pathLst>
                <a:path extrusionOk="0" h="501" w="501">
                  <a:moveTo>
                    <a:pt x="251" y="1"/>
                  </a:moveTo>
                  <a:cubicBezTo>
                    <a:pt x="117" y="1"/>
                    <a:pt x="1" y="117"/>
                    <a:pt x="1" y="251"/>
                  </a:cubicBezTo>
                  <a:cubicBezTo>
                    <a:pt x="1" y="384"/>
                    <a:pt x="117" y="500"/>
                    <a:pt x="251" y="500"/>
                  </a:cubicBezTo>
                  <a:cubicBezTo>
                    <a:pt x="385" y="500"/>
                    <a:pt x="501" y="384"/>
                    <a:pt x="501" y="251"/>
                  </a:cubicBezTo>
                  <a:cubicBezTo>
                    <a:pt x="501" y="117"/>
                    <a:pt x="385" y="1"/>
                    <a:pt x="251"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23"/>
            <p:cNvSpPr/>
            <p:nvPr/>
          </p:nvSpPr>
          <p:spPr>
            <a:xfrm>
              <a:off x="4368339" y="2299733"/>
              <a:ext cx="17871" cy="15582"/>
            </a:xfrm>
            <a:custGeom>
              <a:rect b="b" l="l" r="r" t="t"/>
              <a:pathLst>
                <a:path extrusionOk="0" h="429" w="492">
                  <a:moveTo>
                    <a:pt x="411" y="0"/>
                  </a:moveTo>
                  <a:cubicBezTo>
                    <a:pt x="411" y="18"/>
                    <a:pt x="411" y="27"/>
                    <a:pt x="411" y="45"/>
                  </a:cubicBezTo>
                  <a:cubicBezTo>
                    <a:pt x="411" y="187"/>
                    <a:pt x="304" y="295"/>
                    <a:pt x="170" y="295"/>
                  </a:cubicBezTo>
                  <a:cubicBezTo>
                    <a:pt x="99" y="295"/>
                    <a:pt x="45" y="268"/>
                    <a:pt x="1" y="223"/>
                  </a:cubicBezTo>
                  <a:lnTo>
                    <a:pt x="1" y="223"/>
                  </a:lnTo>
                  <a:cubicBezTo>
                    <a:pt x="19" y="339"/>
                    <a:pt x="117" y="428"/>
                    <a:pt x="242" y="428"/>
                  </a:cubicBezTo>
                  <a:cubicBezTo>
                    <a:pt x="376" y="428"/>
                    <a:pt x="492" y="312"/>
                    <a:pt x="492" y="179"/>
                  </a:cubicBezTo>
                  <a:cubicBezTo>
                    <a:pt x="492" y="107"/>
                    <a:pt x="456" y="45"/>
                    <a:pt x="411"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23"/>
            <p:cNvSpPr/>
            <p:nvPr/>
          </p:nvSpPr>
          <p:spPr>
            <a:xfrm>
              <a:off x="4402372" y="2236207"/>
              <a:ext cx="21757" cy="43769"/>
            </a:xfrm>
            <a:custGeom>
              <a:rect b="b" l="l" r="r" t="t"/>
              <a:pathLst>
                <a:path extrusionOk="0" h="1205" w="599">
                  <a:moveTo>
                    <a:pt x="1" y="1"/>
                  </a:moveTo>
                  <a:lnTo>
                    <a:pt x="1" y="911"/>
                  </a:lnTo>
                  <a:cubicBezTo>
                    <a:pt x="1" y="1071"/>
                    <a:pt x="134" y="1205"/>
                    <a:pt x="304" y="1205"/>
                  </a:cubicBezTo>
                  <a:cubicBezTo>
                    <a:pt x="464" y="1205"/>
                    <a:pt x="598" y="1071"/>
                    <a:pt x="598" y="911"/>
                  </a:cubicBezTo>
                  <a:lnTo>
                    <a:pt x="5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23"/>
            <p:cNvSpPr/>
            <p:nvPr/>
          </p:nvSpPr>
          <p:spPr>
            <a:xfrm>
              <a:off x="4401064" y="2234572"/>
              <a:ext cx="24663" cy="47038"/>
            </a:xfrm>
            <a:custGeom>
              <a:rect b="b" l="l" r="r" t="t"/>
              <a:pathLst>
                <a:path extrusionOk="0" h="1295" w="679">
                  <a:moveTo>
                    <a:pt x="599" y="81"/>
                  </a:moveTo>
                  <a:lnTo>
                    <a:pt x="599" y="956"/>
                  </a:lnTo>
                  <a:cubicBezTo>
                    <a:pt x="599" y="1098"/>
                    <a:pt x="483" y="1214"/>
                    <a:pt x="340" y="1214"/>
                  </a:cubicBezTo>
                  <a:cubicBezTo>
                    <a:pt x="197" y="1214"/>
                    <a:pt x="81" y="1098"/>
                    <a:pt x="81" y="956"/>
                  </a:cubicBezTo>
                  <a:lnTo>
                    <a:pt x="81" y="81"/>
                  </a:lnTo>
                  <a:close/>
                  <a:moveTo>
                    <a:pt x="1" y="1"/>
                  </a:moveTo>
                  <a:lnTo>
                    <a:pt x="1" y="956"/>
                  </a:lnTo>
                  <a:cubicBezTo>
                    <a:pt x="1" y="1143"/>
                    <a:pt x="153" y="1295"/>
                    <a:pt x="340" y="1295"/>
                  </a:cubicBezTo>
                  <a:cubicBezTo>
                    <a:pt x="527" y="1295"/>
                    <a:pt x="679" y="1143"/>
                    <a:pt x="679" y="956"/>
                  </a:cubicBezTo>
                  <a:lnTo>
                    <a:pt x="67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23"/>
            <p:cNvSpPr/>
            <p:nvPr/>
          </p:nvSpPr>
          <p:spPr>
            <a:xfrm>
              <a:off x="4413377" y="2279937"/>
              <a:ext cx="36" cy="46711"/>
            </a:xfrm>
            <a:custGeom>
              <a:rect b="b" l="l" r="r" t="t"/>
              <a:pathLst>
                <a:path extrusionOk="0" h="1286" w="1">
                  <a:moveTo>
                    <a:pt x="1" y="1"/>
                  </a:moveTo>
                  <a:lnTo>
                    <a:pt x="1" y="1286"/>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23"/>
            <p:cNvSpPr/>
            <p:nvPr/>
          </p:nvSpPr>
          <p:spPr>
            <a:xfrm>
              <a:off x="4411779" y="2279937"/>
              <a:ext cx="2942" cy="46711"/>
            </a:xfrm>
            <a:custGeom>
              <a:rect b="b" l="l" r="r" t="t"/>
              <a:pathLst>
                <a:path extrusionOk="0" h="1286" w="81">
                  <a:moveTo>
                    <a:pt x="0" y="1"/>
                  </a:moveTo>
                  <a:lnTo>
                    <a:pt x="0" y="1286"/>
                  </a:lnTo>
                  <a:lnTo>
                    <a:pt x="81" y="1286"/>
                  </a:lnTo>
                  <a:lnTo>
                    <a:pt x="8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23"/>
            <p:cNvSpPr/>
            <p:nvPr/>
          </p:nvSpPr>
          <p:spPr>
            <a:xfrm>
              <a:off x="4402045" y="2325957"/>
              <a:ext cx="22084" cy="36"/>
            </a:xfrm>
            <a:custGeom>
              <a:rect b="b" l="l" r="r" t="t"/>
              <a:pathLst>
                <a:path extrusionOk="0" h="1" w="608">
                  <a:moveTo>
                    <a:pt x="1" y="1"/>
                  </a:moveTo>
                  <a:lnTo>
                    <a:pt x="607" y="1"/>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23"/>
            <p:cNvSpPr/>
            <p:nvPr/>
          </p:nvSpPr>
          <p:spPr>
            <a:xfrm>
              <a:off x="4402045" y="2324358"/>
              <a:ext cx="22084" cy="2942"/>
            </a:xfrm>
            <a:custGeom>
              <a:rect b="b" l="l" r="r" t="t"/>
              <a:pathLst>
                <a:path extrusionOk="0" h="81" w="608">
                  <a:moveTo>
                    <a:pt x="1" y="0"/>
                  </a:moveTo>
                  <a:lnTo>
                    <a:pt x="1" y="80"/>
                  </a:lnTo>
                  <a:lnTo>
                    <a:pt x="607" y="80"/>
                  </a:lnTo>
                  <a:lnTo>
                    <a:pt x="6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23"/>
            <p:cNvSpPr/>
            <p:nvPr/>
          </p:nvSpPr>
          <p:spPr>
            <a:xfrm>
              <a:off x="4460704" y="2236207"/>
              <a:ext cx="21757" cy="43769"/>
            </a:xfrm>
            <a:custGeom>
              <a:rect b="b" l="l" r="r" t="t"/>
              <a:pathLst>
                <a:path extrusionOk="0" h="1205" w="599">
                  <a:moveTo>
                    <a:pt x="0" y="1"/>
                  </a:moveTo>
                  <a:lnTo>
                    <a:pt x="0" y="911"/>
                  </a:lnTo>
                  <a:cubicBezTo>
                    <a:pt x="0" y="1071"/>
                    <a:pt x="134" y="1205"/>
                    <a:pt x="295" y="1205"/>
                  </a:cubicBezTo>
                  <a:cubicBezTo>
                    <a:pt x="464" y="1205"/>
                    <a:pt x="598" y="1071"/>
                    <a:pt x="598" y="911"/>
                  </a:cubicBezTo>
                  <a:lnTo>
                    <a:pt x="5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23"/>
            <p:cNvSpPr/>
            <p:nvPr/>
          </p:nvSpPr>
          <p:spPr>
            <a:xfrm>
              <a:off x="4459070" y="2234572"/>
              <a:ext cx="24990" cy="47038"/>
            </a:xfrm>
            <a:custGeom>
              <a:rect b="b" l="l" r="r" t="t"/>
              <a:pathLst>
                <a:path extrusionOk="0" h="1295" w="688">
                  <a:moveTo>
                    <a:pt x="598" y="81"/>
                  </a:moveTo>
                  <a:lnTo>
                    <a:pt x="598" y="956"/>
                  </a:lnTo>
                  <a:cubicBezTo>
                    <a:pt x="598" y="1098"/>
                    <a:pt x="482" y="1214"/>
                    <a:pt x="340" y="1214"/>
                  </a:cubicBezTo>
                  <a:cubicBezTo>
                    <a:pt x="197" y="1214"/>
                    <a:pt x="81" y="1098"/>
                    <a:pt x="81" y="956"/>
                  </a:cubicBezTo>
                  <a:lnTo>
                    <a:pt x="81" y="81"/>
                  </a:lnTo>
                  <a:close/>
                  <a:moveTo>
                    <a:pt x="1" y="1"/>
                  </a:moveTo>
                  <a:lnTo>
                    <a:pt x="1" y="956"/>
                  </a:lnTo>
                  <a:cubicBezTo>
                    <a:pt x="1" y="1143"/>
                    <a:pt x="152" y="1295"/>
                    <a:pt x="340" y="1295"/>
                  </a:cubicBezTo>
                  <a:cubicBezTo>
                    <a:pt x="527" y="1295"/>
                    <a:pt x="688" y="1143"/>
                    <a:pt x="688" y="956"/>
                  </a:cubicBezTo>
                  <a:lnTo>
                    <a:pt x="68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23"/>
            <p:cNvSpPr/>
            <p:nvPr/>
          </p:nvSpPr>
          <p:spPr>
            <a:xfrm>
              <a:off x="4471383" y="2279937"/>
              <a:ext cx="36" cy="46711"/>
            </a:xfrm>
            <a:custGeom>
              <a:rect b="b" l="l" r="r" t="t"/>
              <a:pathLst>
                <a:path extrusionOk="0" h="1286" w="1">
                  <a:moveTo>
                    <a:pt x="1" y="1"/>
                  </a:moveTo>
                  <a:lnTo>
                    <a:pt x="1" y="1286"/>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23"/>
            <p:cNvSpPr/>
            <p:nvPr/>
          </p:nvSpPr>
          <p:spPr>
            <a:xfrm>
              <a:off x="4470111" y="2279937"/>
              <a:ext cx="2942" cy="46711"/>
            </a:xfrm>
            <a:custGeom>
              <a:rect b="b" l="l" r="r" t="t"/>
              <a:pathLst>
                <a:path extrusionOk="0" h="1286" w="81">
                  <a:moveTo>
                    <a:pt x="0" y="1"/>
                  </a:moveTo>
                  <a:lnTo>
                    <a:pt x="0" y="1286"/>
                  </a:lnTo>
                  <a:lnTo>
                    <a:pt x="80" y="1286"/>
                  </a:lnTo>
                  <a:lnTo>
                    <a:pt x="8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23"/>
            <p:cNvSpPr/>
            <p:nvPr/>
          </p:nvSpPr>
          <p:spPr>
            <a:xfrm>
              <a:off x="4460377" y="2325957"/>
              <a:ext cx="22084" cy="36"/>
            </a:xfrm>
            <a:custGeom>
              <a:rect b="b" l="l" r="r" t="t"/>
              <a:pathLst>
                <a:path extrusionOk="0" h="1" w="608">
                  <a:moveTo>
                    <a:pt x="0" y="1"/>
                  </a:moveTo>
                  <a:lnTo>
                    <a:pt x="607" y="1"/>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23"/>
            <p:cNvSpPr/>
            <p:nvPr/>
          </p:nvSpPr>
          <p:spPr>
            <a:xfrm>
              <a:off x="4460377" y="2324358"/>
              <a:ext cx="22084" cy="2942"/>
            </a:xfrm>
            <a:custGeom>
              <a:rect b="b" l="l" r="r" t="t"/>
              <a:pathLst>
                <a:path extrusionOk="0" h="81" w="608">
                  <a:moveTo>
                    <a:pt x="0" y="0"/>
                  </a:moveTo>
                  <a:lnTo>
                    <a:pt x="0" y="80"/>
                  </a:lnTo>
                  <a:lnTo>
                    <a:pt x="607" y="80"/>
                  </a:lnTo>
                  <a:lnTo>
                    <a:pt x="6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 name="Google Shape;1087;p23"/>
          <p:cNvGrpSpPr/>
          <p:nvPr/>
        </p:nvGrpSpPr>
        <p:grpSpPr>
          <a:xfrm>
            <a:off x="3720527" y="3355494"/>
            <a:ext cx="1740199" cy="2502755"/>
            <a:chOff x="4025327" y="3355494"/>
            <a:chExt cx="1740199" cy="2502755"/>
          </a:xfrm>
        </p:grpSpPr>
        <p:sp>
          <p:nvSpPr>
            <p:cNvPr id="1088" name="Google Shape;1088;p23"/>
            <p:cNvSpPr/>
            <p:nvPr/>
          </p:nvSpPr>
          <p:spPr>
            <a:xfrm>
              <a:off x="4706126" y="3843812"/>
              <a:ext cx="153439" cy="2008135"/>
            </a:xfrm>
            <a:custGeom>
              <a:rect b="b" l="l" r="r" t="t"/>
              <a:pathLst>
                <a:path extrusionOk="0" h="19735" w="1508">
                  <a:moveTo>
                    <a:pt x="357" y="1"/>
                  </a:moveTo>
                  <a:cubicBezTo>
                    <a:pt x="357" y="1"/>
                    <a:pt x="0" y="982"/>
                    <a:pt x="357" y="3088"/>
                  </a:cubicBezTo>
                  <a:cubicBezTo>
                    <a:pt x="634" y="4720"/>
                    <a:pt x="357" y="19734"/>
                    <a:pt x="357" y="19734"/>
                  </a:cubicBezTo>
                  <a:lnTo>
                    <a:pt x="1151" y="19734"/>
                  </a:lnTo>
                  <a:cubicBezTo>
                    <a:pt x="1151" y="19734"/>
                    <a:pt x="874" y="4720"/>
                    <a:pt x="1151" y="3088"/>
                  </a:cubicBezTo>
                  <a:cubicBezTo>
                    <a:pt x="1508" y="982"/>
                    <a:pt x="1151" y="1"/>
                    <a:pt x="1151"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23"/>
            <p:cNvSpPr/>
            <p:nvPr/>
          </p:nvSpPr>
          <p:spPr>
            <a:xfrm>
              <a:off x="4775111" y="3843812"/>
              <a:ext cx="84453" cy="2008135"/>
            </a:xfrm>
            <a:custGeom>
              <a:rect b="b" l="l" r="r" t="t"/>
              <a:pathLst>
                <a:path extrusionOk="0" h="19735" w="830">
                  <a:moveTo>
                    <a:pt x="277" y="1"/>
                  </a:moveTo>
                  <a:cubicBezTo>
                    <a:pt x="277" y="1"/>
                    <a:pt x="634" y="982"/>
                    <a:pt x="277" y="3088"/>
                  </a:cubicBezTo>
                  <a:cubicBezTo>
                    <a:pt x="0" y="4720"/>
                    <a:pt x="277" y="19734"/>
                    <a:pt x="277" y="19734"/>
                  </a:cubicBezTo>
                  <a:lnTo>
                    <a:pt x="473" y="19734"/>
                  </a:lnTo>
                  <a:cubicBezTo>
                    <a:pt x="473" y="19734"/>
                    <a:pt x="196" y="4720"/>
                    <a:pt x="473" y="3088"/>
                  </a:cubicBezTo>
                  <a:cubicBezTo>
                    <a:pt x="830" y="982"/>
                    <a:pt x="473" y="1"/>
                    <a:pt x="473"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23"/>
            <p:cNvSpPr/>
            <p:nvPr/>
          </p:nvSpPr>
          <p:spPr>
            <a:xfrm>
              <a:off x="4298521" y="3355494"/>
              <a:ext cx="968660" cy="758075"/>
            </a:xfrm>
            <a:custGeom>
              <a:rect b="b" l="l" r="r" t="t"/>
              <a:pathLst>
                <a:path extrusionOk="0" h="7450" w="9520">
                  <a:moveTo>
                    <a:pt x="3712" y="0"/>
                  </a:moveTo>
                  <a:lnTo>
                    <a:pt x="3712" y="0"/>
                  </a:lnTo>
                  <a:cubicBezTo>
                    <a:pt x="3944" y="830"/>
                    <a:pt x="4042" y="1481"/>
                    <a:pt x="4042" y="1481"/>
                  </a:cubicBezTo>
                  <a:cubicBezTo>
                    <a:pt x="3426" y="456"/>
                    <a:pt x="2436" y="125"/>
                    <a:pt x="2436" y="125"/>
                  </a:cubicBezTo>
                  <a:lnTo>
                    <a:pt x="2436" y="125"/>
                  </a:lnTo>
                  <a:cubicBezTo>
                    <a:pt x="3533" y="884"/>
                    <a:pt x="3748" y="1945"/>
                    <a:pt x="3748" y="1945"/>
                  </a:cubicBezTo>
                  <a:cubicBezTo>
                    <a:pt x="2998" y="937"/>
                    <a:pt x="1562" y="919"/>
                    <a:pt x="1562" y="919"/>
                  </a:cubicBezTo>
                  <a:lnTo>
                    <a:pt x="1562" y="919"/>
                  </a:lnTo>
                  <a:cubicBezTo>
                    <a:pt x="2481" y="1214"/>
                    <a:pt x="3087" y="2017"/>
                    <a:pt x="3087" y="2017"/>
                  </a:cubicBezTo>
                  <a:cubicBezTo>
                    <a:pt x="3087" y="2017"/>
                    <a:pt x="2561" y="1597"/>
                    <a:pt x="1758" y="1526"/>
                  </a:cubicBezTo>
                  <a:cubicBezTo>
                    <a:pt x="1614" y="1513"/>
                    <a:pt x="1482" y="1508"/>
                    <a:pt x="1362" y="1508"/>
                  </a:cubicBezTo>
                  <a:cubicBezTo>
                    <a:pt x="826" y="1508"/>
                    <a:pt x="545" y="1615"/>
                    <a:pt x="545" y="1615"/>
                  </a:cubicBezTo>
                  <a:cubicBezTo>
                    <a:pt x="1954" y="1651"/>
                    <a:pt x="2436" y="2302"/>
                    <a:pt x="2436" y="2302"/>
                  </a:cubicBezTo>
                  <a:cubicBezTo>
                    <a:pt x="2107" y="2194"/>
                    <a:pt x="1771" y="2170"/>
                    <a:pt x="1534" y="2170"/>
                  </a:cubicBezTo>
                  <a:cubicBezTo>
                    <a:pt x="1340" y="2170"/>
                    <a:pt x="1214" y="2186"/>
                    <a:pt x="1214" y="2186"/>
                  </a:cubicBezTo>
                  <a:cubicBezTo>
                    <a:pt x="2186" y="2347"/>
                    <a:pt x="2606" y="2837"/>
                    <a:pt x="2606" y="2837"/>
                  </a:cubicBezTo>
                  <a:cubicBezTo>
                    <a:pt x="2606" y="2837"/>
                    <a:pt x="2146" y="2706"/>
                    <a:pt x="1646" y="2706"/>
                  </a:cubicBezTo>
                  <a:cubicBezTo>
                    <a:pt x="1396" y="2706"/>
                    <a:pt x="1137" y="2739"/>
                    <a:pt x="920" y="2837"/>
                  </a:cubicBezTo>
                  <a:cubicBezTo>
                    <a:pt x="259" y="3132"/>
                    <a:pt x="134" y="3720"/>
                    <a:pt x="134" y="3720"/>
                  </a:cubicBezTo>
                  <a:cubicBezTo>
                    <a:pt x="439" y="3339"/>
                    <a:pt x="929" y="3103"/>
                    <a:pt x="1520" y="3103"/>
                  </a:cubicBezTo>
                  <a:cubicBezTo>
                    <a:pt x="1552" y="3103"/>
                    <a:pt x="1583" y="3104"/>
                    <a:pt x="1615" y="3105"/>
                  </a:cubicBezTo>
                  <a:cubicBezTo>
                    <a:pt x="2168" y="3123"/>
                    <a:pt x="2436" y="3364"/>
                    <a:pt x="2436" y="3364"/>
                  </a:cubicBezTo>
                  <a:cubicBezTo>
                    <a:pt x="2436" y="3364"/>
                    <a:pt x="2270" y="3337"/>
                    <a:pt x="2019" y="3337"/>
                  </a:cubicBezTo>
                  <a:cubicBezTo>
                    <a:pt x="1709" y="3337"/>
                    <a:pt x="1271" y="3378"/>
                    <a:pt x="857" y="3560"/>
                  </a:cubicBezTo>
                  <a:cubicBezTo>
                    <a:pt x="108" y="3890"/>
                    <a:pt x="1" y="4488"/>
                    <a:pt x="1" y="4488"/>
                  </a:cubicBezTo>
                  <a:cubicBezTo>
                    <a:pt x="500" y="3935"/>
                    <a:pt x="1383" y="3828"/>
                    <a:pt x="1383" y="3828"/>
                  </a:cubicBezTo>
                  <a:lnTo>
                    <a:pt x="1383" y="3828"/>
                  </a:lnTo>
                  <a:cubicBezTo>
                    <a:pt x="242" y="4390"/>
                    <a:pt x="63" y="5362"/>
                    <a:pt x="63" y="5362"/>
                  </a:cubicBezTo>
                  <a:cubicBezTo>
                    <a:pt x="429" y="4969"/>
                    <a:pt x="1134" y="4755"/>
                    <a:pt x="1134" y="4755"/>
                  </a:cubicBezTo>
                  <a:lnTo>
                    <a:pt x="1134" y="4755"/>
                  </a:lnTo>
                  <a:cubicBezTo>
                    <a:pt x="384" y="5335"/>
                    <a:pt x="152" y="6156"/>
                    <a:pt x="152" y="6156"/>
                  </a:cubicBezTo>
                  <a:cubicBezTo>
                    <a:pt x="652" y="5469"/>
                    <a:pt x="1544" y="5157"/>
                    <a:pt x="1544" y="5157"/>
                  </a:cubicBezTo>
                  <a:lnTo>
                    <a:pt x="1544" y="5157"/>
                  </a:lnTo>
                  <a:cubicBezTo>
                    <a:pt x="1160" y="5630"/>
                    <a:pt x="1044" y="6272"/>
                    <a:pt x="1044" y="6272"/>
                  </a:cubicBezTo>
                  <a:cubicBezTo>
                    <a:pt x="1624" y="4961"/>
                    <a:pt x="2659" y="4755"/>
                    <a:pt x="2659" y="4755"/>
                  </a:cubicBezTo>
                  <a:lnTo>
                    <a:pt x="2659" y="4755"/>
                  </a:lnTo>
                  <a:cubicBezTo>
                    <a:pt x="1642" y="5273"/>
                    <a:pt x="1473" y="6647"/>
                    <a:pt x="1473" y="6647"/>
                  </a:cubicBezTo>
                  <a:cubicBezTo>
                    <a:pt x="1963" y="5362"/>
                    <a:pt x="2891" y="4969"/>
                    <a:pt x="2891" y="4969"/>
                  </a:cubicBezTo>
                  <a:lnTo>
                    <a:pt x="2891" y="4969"/>
                  </a:lnTo>
                  <a:cubicBezTo>
                    <a:pt x="1892" y="6067"/>
                    <a:pt x="2284" y="7316"/>
                    <a:pt x="2284" y="7316"/>
                  </a:cubicBezTo>
                  <a:cubicBezTo>
                    <a:pt x="2284" y="6236"/>
                    <a:pt x="2802" y="5674"/>
                    <a:pt x="2802" y="5674"/>
                  </a:cubicBezTo>
                  <a:lnTo>
                    <a:pt x="2802" y="5674"/>
                  </a:lnTo>
                  <a:cubicBezTo>
                    <a:pt x="2579" y="6272"/>
                    <a:pt x="2686" y="6780"/>
                    <a:pt x="2686" y="6780"/>
                  </a:cubicBezTo>
                  <a:cubicBezTo>
                    <a:pt x="2900" y="5630"/>
                    <a:pt x="3533" y="5166"/>
                    <a:pt x="3533" y="5166"/>
                  </a:cubicBezTo>
                  <a:lnTo>
                    <a:pt x="3533" y="5166"/>
                  </a:lnTo>
                  <a:cubicBezTo>
                    <a:pt x="3150" y="5853"/>
                    <a:pt x="3221" y="6896"/>
                    <a:pt x="3221" y="6896"/>
                  </a:cubicBezTo>
                  <a:cubicBezTo>
                    <a:pt x="3408" y="5701"/>
                    <a:pt x="4015" y="5023"/>
                    <a:pt x="4015" y="5023"/>
                  </a:cubicBezTo>
                  <a:lnTo>
                    <a:pt x="4015" y="5023"/>
                  </a:lnTo>
                  <a:cubicBezTo>
                    <a:pt x="3542" y="6192"/>
                    <a:pt x="4033" y="7449"/>
                    <a:pt x="4033" y="7449"/>
                  </a:cubicBezTo>
                  <a:cubicBezTo>
                    <a:pt x="3872" y="5415"/>
                    <a:pt x="4756" y="4800"/>
                    <a:pt x="4756" y="4800"/>
                  </a:cubicBezTo>
                  <a:cubicBezTo>
                    <a:pt x="4756" y="4800"/>
                    <a:pt x="5639" y="5415"/>
                    <a:pt x="5487" y="7449"/>
                  </a:cubicBezTo>
                  <a:cubicBezTo>
                    <a:pt x="5487" y="7449"/>
                    <a:pt x="5978" y="6192"/>
                    <a:pt x="5505" y="5023"/>
                  </a:cubicBezTo>
                  <a:lnTo>
                    <a:pt x="5505" y="5023"/>
                  </a:lnTo>
                  <a:cubicBezTo>
                    <a:pt x="5505" y="5023"/>
                    <a:pt x="6103" y="5701"/>
                    <a:pt x="6299" y="6896"/>
                  </a:cubicBezTo>
                  <a:cubicBezTo>
                    <a:pt x="6299" y="6896"/>
                    <a:pt x="6361" y="5853"/>
                    <a:pt x="5987" y="5166"/>
                  </a:cubicBezTo>
                  <a:lnTo>
                    <a:pt x="5987" y="5166"/>
                  </a:lnTo>
                  <a:cubicBezTo>
                    <a:pt x="5987" y="5166"/>
                    <a:pt x="6620" y="5630"/>
                    <a:pt x="6834" y="6780"/>
                  </a:cubicBezTo>
                  <a:cubicBezTo>
                    <a:pt x="6834" y="6780"/>
                    <a:pt x="6941" y="6272"/>
                    <a:pt x="6718" y="5674"/>
                  </a:cubicBezTo>
                  <a:lnTo>
                    <a:pt x="6718" y="5674"/>
                  </a:lnTo>
                  <a:cubicBezTo>
                    <a:pt x="6718" y="5674"/>
                    <a:pt x="7236" y="6236"/>
                    <a:pt x="7236" y="7316"/>
                  </a:cubicBezTo>
                  <a:cubicBezTo>
                    <a:pt x="7236" y="7316"/>
                    <a:pt x="7628" y="6067"/>
                    <a:pt x="6629" y="4969"/>
                  </a:cubicBezTo>
                  <a:lnTo>
                    <a:pt x="6629" y="4969"/>
                  </a:lnTo>
                  <a:cubicBezTo>
                    <a:pt x="6629" y="4969"/>
                    <a:pt x="7557" y="5362"/>
                    <a:pt x="8047" y="6647"/>
                  </a:cubicBezTo>
                  <a:cubicBezTo>
                    <a:pt x="8047" y="6647"/>
                    <a:pt x="7878" y="5273"/>
                    <a:pt x="6861" y="4755"/>
                  </a:cubicBezTo>
                  <a:lnTo>
                    <a:pt x="6861" y="4755"/>
                  </a:lnTo>
                  <a:cubicBezTo>
                    <a:pt x="6861" y="4755"/>
                    <a:pt x="7896" y="4961"/>
                    <a:pt x="8467" y="6272"/>
                  </a:cubicBezTo>
                  <a:cubicBezTo>
                    <a:pt x="8467" y="6272"/>
                    <a:pt x="8351" y="5630"/>
                    <a:pt x="7976" y="5157"/>
                  </a:cubicBezTo>
                  <a:lnTo>
                    <a:pt x="7976" y="5157"/>
                  </a:lnTo>
                  <a:cubicBezTo>
                    <a:pt x="7976" y="5157"/>
                    <a:pt x="8868" y="5469"/>
                    <a:pt x="9368" y="6156"/>
                  </a:cubicBezTo>
                  <a:cubicBezTo>
                    <a:pt x="9368" y="6156"/>
                    <a:pt x="9136" y="5335"/>
                    <a:pt x="8386" y="4755"/>
                  </a:cubicBezTo>
                  <a:lnTo>
                    <a:pt x="8386" y="4755"/>
                  </a:lnTo>
                  <a:cubicBezTo>
                    <a:pt x="8387" y="4755"/>
                    <a:pt x="9091" y="4969"/>
                    <a:pt x="9457" y="5362"/>
                  </a:cubicBezTo>
                  <a:cubicBezTo>
                    <a:pt x="9457" y="5362"/>
                    <a:pt x="9270" y="4390"/>
                    <a:pt x="8128" y="3828"/>
                  </a:cubicBezTo>
                  <a:lnTo>
                    <a:pt x="8128" y="3828"/>
                  </a:lnTo>
                  <a:cubicBezTo>
                    <a:pt x="8128" y="3828"/>
                    <a:pt x="9020" y="3935"/>
                    <a:pt x="9519" y="4488"/>
                  </a:cubicBezTo>
                  <a:cubicBezTo>
                    <a:pt x="9519" y="4488"/>
                    <a:pt x="9412" y="3890"/>
                    <a:pt x="8663" y="3560"/>
                  </a:cubicBezTo>
                  <a:cubicBezTo>
                    <a:pt x="8249" y="3378"/>
                    <a:pt x="7811" y="3337"/>
                    <a:pt x="7501" y="3337"/>
                  </a:cubicBezTo>
                  <a:cubicBezTo>
                    <a:pt x="7250" y="3337"/>
                    <a:pt x="7084" y="3364"/>
                    <a:pt x="7084" y="3364"/>
                  </a:cubicBezTo>
                  <a:cubicBezTo>
                    <a:pt x="7084" y="3364"/>
                    <a:pt x="7352" y="3123"/>
                    <a:pt x="7905" y="3105"/>
                  </a:cubicBezTo>
                  <a:cubicBezTo>
                    <a:pt x="7937" y="3104"/>
                    <a:pt x="7968" y="3103"/>
                    <a:pt x="8000" y="3103"/>
                  </a:cubicBezTo>
                  <a:cubicBezTo>
                    <a:pt x="8590" y="3103"/>
                    <a:pt x="9072" y="3339"/>
                    <a:pt x="9386" y="3720"/>
                  </a:cubicBezTo>
                  <a:cubicBezTo>
                    <a:pt x="9386" y="3720"/>
                    <a:pt x="9261" y="3132"/>
                    <a:pt x="8601" y="2837"/>
                  </a:cubicBezTo>
                  <a:cubicBezTo>
                    <a:pt x="8383" y="2739"/>
                    <a:pt x="8123" y="2706"/>
                    <a:pt x="7872" y="2706"/>
                  </a:cubicBezTo>
                  <a:cubicBezTo>
                    <a:pt x="7369" y="2706"/>
                    <a:pt x="6906" y="2837"/>
                    <a:pt x="6906" y="2837"/>
                  </a:cubicBezTo>
                  <a:cubicBezTo>
                    <a:pt x="6906" y="2837"/>
                    <a:pt x="7334" y="2347"/>
                    <a:pt x="8306" y="2186"/>
                  </a:cubicBezTo>
                  <a:cubicBezTo>
                    <a:pt x="8306" y="2186"/>
                    <a:pt x="8180" y="2170"/>
                    <a:pt x="7985" y="2170"/>
                  </a:cubicBezTo>
                  <a:cubicBezTo>
                    <a:pt x="7748" y="2170"/>
                    <a:pt x="7409" y="2194"/>
                    <a:pt x="7075" y="2302"/>
                  </a:cubicBezTo>
                  <a:cubicBezTo>
                    <a:pt x="7075" y="2302"/>
                    <a:pt x="7566" y="1651"/>
                    <a:pt x="8975" y="1615"/>
                  </a:cubicBezTo>
                  <a:cubicBezTo>
                    <a:pt x="8975" y="1615"/>
                    <a:pt x="8689" y="1508"/>
                    <a:pt x="8149" y="1508"/>
                  </a:cubicBezTo>
                  <a:cubicBezTo>
                    <a:pt x="8030" y="1508"/>
                    <a:pt x="7897" y="1513"/>
                    <a:pt x="7753" y="1526"/>
                  </a:cubicBezTo>
                  <a:cubicBezTo>
                    <a:pt x="6959" y="1597"/>
                    <a:pt x="6433" y="2017"/>
                    <a:pt x="6433" y="2017"/>
                  </a:cubicBezTo>
                  <a:cubicBezTo>
                    <a:pt x="6433" y="2017"/>
                    <a:pt x="7030" y="1214"/>
                    <a:pt x="7958" y="919"/>
                  </a:cubicBezTo>
                  <a:lnTo>
                    <a:pt x="7958" y="919"/>
                  </a:lnTo>
                  <a:cubicBezTo>
                    <a:pt x="7958" y="919"/>
                    <a:pt x="6522" y="937"/>
                    <a:pt x="5773" y="1945"/>
                  </a:cubicBezTo>
                  <a:cubicBezTo>
                    <a:pt x="5773" y="1945"/>
                    <a:pt x="5978" y="884"/>
                    <a:pt x="7084" y="125"/>
                  </a:cubicBezTo>
                  <a:lnTo>
                    <a:pt x="7084" y="125"/>
                  </a:lnTo>
                  <a:cubicBezTo>
                    <a:pt x="7084" y="125"/>
                    <a:pt x="6094" y="456"/>
                    <a:pt x="5469" y="1481"/>
                  </a:cubicBezTo>
                  <a:cubicBezTo>
                    <a:pt x="5469" y="1481"/>
                    <a:pt x="5576" y="830"/>
                    <a:pt x="5808" y="0"/>
                  </a:cubicBezTo>
                  <a:lnTo>
                    <a:pt x="5808" y="0"/>
                  </a:lnTo>
                  <a:cubicBezTo>
                    <a:pt x="5808" y="1"/>
                    <a:pt x="5014" y="518"/>
                    <a:pt x="4756" y="1633"/>
                  </a:cubicBezTo>
                  <a:cubicBezTo>
                    <a:pt x="4506" y="518"/>
                    <a:pt x="3712" y="1"/>
                    <a:pt x="37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23"/>
            <p:cNvSpPr/>
            <p:nvPr/>
          </p:nvSpPr>
          <p:spPr>
            <a:xfrm>
              <a:off x="4493675" y="3534276"/>
              <a:ext cx="578347" cy="452199"/>
            </a:xfrm>
            <a:custGeom>
              <a:rect b="b" l="l" r="r" t="t"/>
              <a:pathLst>
                <a:path extrusionOk="0" h="4444" w="5684">
                  <a:moveTo>
                    <a:pt x="2213" y="1"/>
                  </a:moveTo>
                  <a:lnTo>
                    <a:pt x="2213" y="1"/>
                  </a:lnTo>
                  <a:cubicBezTo>
                    <a:pt x="2356" y="492"/>
                    <a:pt x="2418" y="884"/>
                    <a:pt x="2418" y="884"/>
                  </a:cubicBezTo>
                  <a:cubicBezTo>
                    <a:pt x="2044" y="269"/>
                    <a:pt x="1455" y="72"/>
                    <a:pt x="1455" y="72"/>
                  </a:cubicBezTo>
                  <a:lnTo>
                    <a:pt x="1455" y="72"/>
                  </a:lnTo>
                  <a:cubicBezTo>
                    <a:pt x="2115" y="527"/>
                    <a:pt x="2231" y="1161"/>
                    <a:pt x="2231" y="1161"/>
                  </a:cubicBezTo>
                  <a:cubicBezTo>
                    <a:pt x="1794" y="554"/>
                    <a:pt x="938" y="545"/>
                    <a:pt x="937" y="545"/>
                  </a:cubicBezTo>
                  <a:lnTo>
                    <a:pt x="937" y="545"/>
                  </a:lnTo>
                  <a:cubicBezTo>
                    <a:pt x="1482" y="715"/>
                    <a:pt x="1847" y="1205"/>
                    <a:pt x="1847" y="1205"/>
                  </a:cubicBezTo>
                  <a:cubicBezTo>
                    <a:pt x="1847" y="1205"/>
                    <a:pt x="1526" y="955"/>
                    <a:pt x="1053" y="911"/>
                  </a:cubicBezTo>
                  <a:cubicBezTo>
                    <a:pt x="966" y="903"/>
                    <a:pt x="886" y="899"/>
                    <a:pt x="814" y="899"/>
                  </a:cubicBezTo>
                  <a:cubicBezTo>
                    <a:pt x="497" y="899"/>
                    <a:pt x="331" y="964"/>
                    <a:pt x="331" y="964"/>
                  </a:cubicBezTo>
                  <a:cubicBezTo>
                    <a:pt x="1169" y="982"/>
                    <a:pt x="1455" y="1366"/>
                    <a:pt x="1455" y="1366"/>
                  </a:cubicBezTo>
                  <a:cubicBezTo>
                    <a:pt x="1241" y="1302"/>
                    <a:pt x="1020" y="1289"/>
                    <a:pt x="878" y="1289"/>
                  </a:cubicBezTo>
                  <a:cubicBezTo>
                    <a:pt x="783" y="1289"/>
                    <a:pt x="723" y="1294"/>
                    <a:pt x="723" y="1294"/>
                  </a:cubicBezTo>
                  <a:cubicBezTo>
                    <a:pt x="1303" y="1393"/>
                    <a:pt x="1562" y="1687"/>
                    <a:pt x="1562" y="1687"/>
                  </a:cubicBezTo>
                  <a:cubicBezTo>
                    <a:pt x="1562" y="1687"/>
                    <a:pt x="1284" y="1612"/>
                    <a:pt x="983" y="1612"/>
                  </a:cubicBezTo>
                  <a:cubicBezTo>
                    <a:pt x="832" y="1612"/>
                    <a:pt x="676" y="1630"/>
                    <a:pt x="545" y="1687"/>
                  </a:cubicBezTo>
                  <a:cubicBezTo>
                    <a:pt x="161" y="1865"/>
                    <a:pt x="81" y="2213"/>
                    <a:pt x="81" y="2213"/>
                  </a:cubicBezTo>
                  <a:cubicBezTo>
                    <a:pt x="267" y="1994"/>
                    <a:pt x="556" y="1846"/>
                    <a:pt x="905" y="1846"/>
                  </a:cubicBezTo>
                  <a:cubicBezTo>
                    <a:pt x="924" y="1846"/>
                    <a:pt x="944" y="1847"/>
                    <a:pt x="964" y="1848"/>
                  </a:cubicBezTo>
                  <a:cubicBezTo>
                    <a:pt x="1294" y="1856"/>
                    <a:pt x="1455" y="2008"/>
                    <a:pt x="1455" y="2008"/>
                  </a:cubicBezTo>
                  <a:cubicBezTo>
                    <a:pt x="1455" y="2008"/>
                    <a:pt x="1349" y="1989"/>
                    <a:pt x="1189" y="1989"/>
                  </a:cubicBezTo>
                  <a:cubicBezTo>
                    <a:pt x="1006" y="1989"/>
                    <a:pt x="753" y="2014"/>
                    <a:pt x="509" y="2124"/>
                  </a:cubicBezTo>
                  <a:cubicBezTo>
                    <a:pt x="63" y="2320"/>
                    <a:pt x="1" y="2677"/>
                    <a:pt x="1" y="2677"/>
                  </a:cubicBezTo>
                  <a:cubicBezTo>
                    <a:pt x="295" y="2347"/>
                    <a:pt x="830" y="2276"/>
                    <a:pt x="830" y="2276"/>
                  </a:cubicBezTo>
                  <a:lnTo>
                    <a:pt x="830" y="2276"/>
                  </a:lnTo>
                  <a:cubicBezTo>
                    <a:pt x="152" y="2615"/>
                    <a:pt x="36" y="3195"/>
                    <a:pt x="36" y="3195"/>
                  </a:cubicBezTo>
                  <a:cubicBezTo>
                    <a:pt x="259" y="2963"/>
                    <a:pt x="679" y="2829"/>
                    <a:pt x="679" y="2829"/>
                  </a:cubicBezTo>
                  <a:lnTo>
                    <a:pt x="679" y="2829"/>
                  </a:lnTo>
                  <a:cubicBezTo>
                    <a:pt x="233" y="3177"/>
                    <a:pt x="90" y="3667"/>
                    <a:pt x="90" y="3667"/>
                  </a:cubicBezTo>
                  <a:cubicBezTo>
                    <a:pt x="393" y="3266"/>
                    <a:pt x="919" y="3079"/>
                    <a:pt x="920" y="3079"/>
                  </a:cubicBezTo>
                  <a:lnTo>
                    <a:pt x="920" y="3079"/>
                  </a:lnTo>
                  <a:cubicBezTo>
                    <a:pt x="697" y="3355"/>
                    <a:pt x="625" y="3739"/>
                    <a:pt x="625" y="3739"/>
                  </a:cubicBezTo>
                  <a:cubicBezTo>
                    <a:pt x="973" y="2954"/>
                    <a:pt x="1589" y="2829"/>
                    <a:pt x="1589" y="2829"/>
                  </a:cubicBezTo>
                  <a:lnTo>
                    <a:pt x="1589" y="2829"/>
                  </a:lnTo>
                  <a:cubicBezTo>
                    <a:pt x="982" y="3141"/>
                    <a:pt x="884" y="3962"/>
                    <a:pt x="884" y="3962"/>
                  </a:cubicBezTo>
                  <a:cubicBezTo>
                    <a:pt x="1169" y="3195"/>
                    <a:pt x="1722" y="2963"/>
                    <a:pt x="1722" y="2963"/>
                  </a:cubicBezTo>
                  <a:lnTo>
                    <a:pt x="1722" y="2963"/>
                  </a:lnTo>
                  <a:cubicBezTo>
                    <a:pt x="1125" y="3614"/>
                    <a:pt x="1366" y="4363"/>
                    <a:pt x="1366" y="4363"/>
                  </a:cubicBezTo>
                  <a:cubicBezTo>
                    <a:pt x="1366" y="3712"/>
                    <a:pt x="1669" y="3382"/>
                    <a:pt x="1669" y="3382"/>
                  </a:cubicBezTo>
                  <a:lnTo>
                    <a:pt x="1669" y="3382"/>
                  </a:lnTo>
                  <a:cubicBezTo>
                    <a:pt x="1544" y="3739"/>
                    <a:pt x="1606" y="4042"/>
                    <a:pt x="1606" y="4042"/>
                  </a:cubicBezTo>
                  <a:cubicBezTo>
                    <a:pt x="1731" y="3355"/>
                    <a:pt x="2106" y="3079"/>
                    <a:pt x="2106" y="3079"/>
                  </a:cubicBezTo>
                  <a:lnTo>
                    <a:pt x="2106" y="3079"/>
                  </a:lnTo>
                  <a:cubicBezTo>
                    <a:pt x="1883" y="3489"/>
                    <a:pt x="1919" y="4113"/>
                    <a:pt x="1919" y="4113"/>
                  </a:cubicBezTo>
                  <a:cubicBezTo>
                    <a:pt x="2035" y="3400"/>
                    <a:pt x="2391" y="2990"/>
                    <a:pt x="2392" y="2989"/>
                  </a:cubicBezTo>
                  <a:lnTo>
                    <a:pt x="2392" y="2989"/>
                  </a:lnTo>
                  <a:cubicBezTo>
                    <a:pt x="2115" y="3694"/>
                    <a:pt x="2409" y="4444"/>
                    <a:pt x="2409" y="4444"/>
                  </a:cubicBezTo>
                  <a:cubicBezTo>
                    <a:pt x="2311" y="3230"/>
                    <a:pt x="2838" y="2856"/>
                    <a:pt x="2838" y="2856"/>
                  </a:cubicBezTo>
                  <a:cubicBezTo>
                    <a:pt x="2838" y="2856"/>
                    <a:pt x="3364" y="3230"/>
                    <a:pt x="3275" y="4444"/>
                  </a:cubicBezTo>
                  <a:cubicBezTo>
                    <a:pt x="3275" y="4444"/>
                    <a:pt x="3569" y="3694"/>
                    <a:pt x="3284" y="2989"/>
                  </a:cubicBezTo>
                  <a:lnTo>
                    <a:pt x="3284" y="2989"/>
                  </a:lnTo>
                  <a:cubicBezTo>
                    <a:pt x="3284" y="2990"/>
                    <a:pt x="3649" y="3400"/>
                    <a:pt x="3756" y="4113"/>
                  </a:cubicBezTo>
                  <a:cubicBezTo>
                    <a:pt x="3756" y="4113"/>
                    <a:pt x="3801" y="3489"/>
                    <a:pt x="3578" y="3079"/>
                  </a:cubicBezTo>
                  <a:lnTo>
                    <a:pt x="3578" y="3079"/>
                  </a:lnTo>
                  <a:cubicBezTo>
                    <a:pt x="3578" y="3079"/>
                    <a:pt x="3953" y="3355"/>
                    <a:pt x="4078" y="4042"/>
                  </a:cubicBezTo>
                  <a:cubicBezTo>
                    <a:pt x="4078" y="4042"/>
                    <a:pt x="4140" y="3739"/>
                    <a:pt x="4006" y="3382"/>
                  </a:cubicBezTo>
                  <a:lnTo>
                    <a:pt x="4006" y="3382"/>
                  </a:lnTo>
                  <a:cubicBezTo>
                    <a:pt x="4006" y="3382"/>
                    <a:pt x="4318" y="3712"/>
                    <a:pt x="4318" y="4363"/>
                  </a:cubicBezTo>
                  <a:cubicBezTo>
                    <a:pt x="4318" y="4363"/>
                    <a:pt x="4550" y="3614"/>
                    <a:pt x="3953" y="2963"/>
                  </a:cubicBezTo>
                  <a:lnTo>
                    <a:pt x="3953" y="2963"/>
                  </a:lnTo>
                  <a:cubicBezTo>
                    <a:pt x="3953" y="2963"/>
                    <a:pt x="4515" y="3195"/>
                    <a:pt x="4800" y="3962"/>
                  </a:cubicBezTo>
                  <a:cubicBezTo>
                    <a:pt x="4800" y="3962"/>
                    <a:pt x="4702" y="3141"/>
                    <a:pt x="4095" y="2829"/>
                  </a:cubicBezTo>
                  <a:lnTo>
                    <a:pt x="4095" y="2829"/>
                  </a:lnTo>
                  <a:cubicBezTo>
                    <a:pt x="4096" y="2829"/>
                    <a:pt x="4711" y="2954"/>
                    <a:pt x="5059" y="3739"/>
                  </a:cubicBezTo>
                  <a:cubicBezTo>
                    <a:pt x="5059" y="3739"/>
                    <a:pt x="4988" y="3355"/>
                    <a:pt x="4765" y="3079"/>
                  </a:cubicBezTo>
                  <a:lnTo>
                    <a:pt x="4765" y="3079"/>
                  </a:lnTo>
                  <a:cubicBezTo>
                    <a:pt x="4765" y="3079"/>
                    <a:pt x="5291" y="3266"/>
                    <a:pt x="5585" y="3667"/>
                  </a:cubicBezTo>
                  <a:cubicBezTo>
                    <a:pt x="5585" y="3667"/>
                    <a:pt x="5451" y="3177"/>
                    <a:pt x="5005" y="2829"/>
                  </a:cubicBezTo>
                  <a:lnTo>
                    <a:pt x="5005" y="2829"/>
                  </a:lnTo>
                  <a:cubicBezTo>
                    <a:pt x="5006" y="2829"/>
                    <a:pt x="5425" y="2963"/>
                    <a:pt x="5648" y="3195"/>
                  </a:cubicBezTo>
                  <a:cubicBezTo>
                    <a:pt x="5648" y="3195"/>
                    <a:pt x="5532" y="2615"/>
                    <a:pt x="4854" y="2276"/>
                  </a:cubicBezTo>
                  <a:lnTo>
                    <a:pt x="4854" y="2276"/>
                  </a:lnTo>
                  <a:cubicBezTo>
                    <a:pt x="4854" y="2276"/>
                    <a:pt x="5389" y="2347"/>
                    <a:pt x="5683" y="2677"/>
                  </a:cubicBezTo>
                  <a:cubicBezTo>
                    <a:pt x="5683" y="2677"/>
                    <a:pt x="5621" y="2320"/>
                    <a:pt x="5166" y="2124"/>
                  </a:cubicBezTo>
                  <a:cubicBezTo>
                    <a:pt x="4927" y="2014"/>
                    <a:pt x="4676" y="1989"/>
                    <a:pt x="4494" y="1989"/>
                  </a:cubicBezTo>
                  <a:cubicBezTo>
                    <a:pt x="4335" y="1989"/>
                    <a:pt x="4229" y="2008"/>
                    <a:pt x="4229" y="2008"/>
                  </a:cubicBezTo>
                  <a:cubicBezTo>
                    <a:pt x="4229" y="2008"/>
                    <a:pt x="4390" y="1856"/>
                    <a:pt x="4720" y="1848"/>
                  </a:cubicBezTo>
                  <a:cubicBezTo>
                    <a:pt x="4740" y="1847"/>
                    <a:pt x="4760" y="1846"/>
                    <a:pt x="4779" y="1846"/>
                  </a:cubicBezTo>
                  <a:cubicBezTo>
                    <a:pt x="5128" y="1846"/>
                    <a:pt x="5417" y="1994"/>
                    <a:pt x="5603" y="2213"/>
                  </a:cubicBezTo>
                  <a:cubicBezTo>
                    <a:pt x="5603" y="2213"/>
                    <a:pt x="5523" y="1865"/>
                    <a:pt x="5130" y="1687"/>
                  </a:cubicBezTo>
                  <a:cubicBezTo>
                    <a:pt x="5002" y="1630"/>
                    <a:pt x="4848" y="1612"/>
                    <a:pt x="4698" y="1612"/>
                  </a:cubicBezTo>
                  <a:cubicBezTo>
                    <a:pt x="4400" y="1612"/>
                    <a:pt x="4122" y="1687"/>
                    <a:pt x="4122" y="1687"/>
                  </a:cubicBezTo>
                  <a:cubicBezTo>
                    <a:pt x="4122" y="1687"/>
                    <a:pt x="4381" y="1393"/>
                    <a:pt x="4961" y="1294"/>
                  </a:cubicBezTo>
                  <a:cubicBezTo>
                    <a:pt x="4961" y="1294"/>
                    <a:pt x="4901" y="1289"/>
                    <a:pt x="4806" y="1289"/>
                  </a:cubicBezTo>
                  <a:cubicBezTo>
                    <a:pt x="4664" y="1289"/>
                    <a:pt x="4443" y="1302"/>
                    <a:pt x="4229" y="1366"/>
                  </a:cubicBezTo>
                  <a:cubicBezTo>
                    <a:pt x="4229" y="1366"/>
                    <a:pt x="4515" y="982"/>
                    <a:pt x="5353" y="964"/>
                  </a:cubicBezTo>
                  <a:cubicBezTo>
                    <a:pt x="5353" y="964"/>
                    <a:pt x="5187" y="899"/>
                    <a:pt x="4870" y="899"/>
                  </a:cubicBezTo>
                  <a:cubicBezTo>
                    <a:pt x="4798" y="899"/>
                    <a:pt x="4718" y="903"/>
                    <a:pt x="4631" y="911"/>
                  </a:cubicBezTo>
                  <a:cubicBezTo>
                    <a:pt x="4158" y="955"/>
                    <a:pt x="3837" y="1205"/>
                    <a:pt x="3837" y="1205"/>
                  </a:cubicBezTo>
                  <a:cubicBezTo>
                    <a:pt x="3837" y="1205"/>
                    <a:pt x="4203" y="715"/>
                    <a:pt x="4747" y="545"/>
                  </a:cubicBezTo>
                  <a:lnTo>
                    <a:pt x="4747" y="545"/>
                  </a:lnTo>
                  <a:cubicBezTo>
                    <a:pt x="4747" y="545"/>
                    <a:pt x="3890" y="554"/>
                    <a:pt x="3444" y="1161"/>
                  </a:cubicBezTo>
                  <a:cubicBezTo>
                    <a:pt x="3444" y="1161"/>
                    <a:pt x="3569" y="527"/>
                    <a:pt x="4229" y="72"/>
                  </a:cubicBezTo>
                  <a:lnTo>
                    <a:pt x="4229" y="72"/>
                  </a:lnTo>
                  <a:cubicBezTo>
                    <a:pt x="4229" y="72"/>
                    <a:pt x="3640" y="269"/>
                    <a:pt x="3266" y="884"/>
                  </a:cubicBezTo>
                  <a:cubicBezTo>
                    <a:pt x="3266" y="884"/>
                    <a:pt x="3328" y="492"/>
                    <a:pt x="3462" y="1"/>
                  </a:cubicBezTo>
                  <a:lnTo>
                    <a:pt x="3462" y="1"/>
                  </a:lnTo>
                  <a:cubicBezTo>
                    <a:pt x="3462" y="1"/>
                    <a:pt x="2989" y="304"/>
                    <a:pt x="2838" y="973"/>
                  </a:cubicBezTo>
                  <a:cubicBezTo>
                    <a:pt x="2686" y="304"/>
                    <a:pt x="2213" y="1"/>
                    <a:pt x="2213"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2" name="Google Shape;1092;p23"/>
            <p:cNvGrpSpPr/>
            <p:nvPr/>
          </p:nvGrpSpPr>
          <p:grpSpPr>
            <a:xfrm>
              <a:off x="4025327" y="4080797"/>
              <a:ext cx="659136" cy="1697576"/>
              <a:chOff x="4025327" y="4080797"/>
              <a:chExt cx="659136" cy="1697576"/>
            </a:xfrm>
          </p:grpSpPr>
          <p:sp>
            <p:nvSpPr>
              <p:cNvPr id="1093" name="Google Shape;1093;p23"/>
              <p:cNvSpPr/>
              <p:nvPr/>
            </p:nvSpPr>
            <p:spPr>
              <a:xfrm>
                <a:off x="4302184" y="4412109"/>
                <a:ext cx="105413" cy="1366264"/>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23"/>
              <p:cNvSpPr/>
              <p:nvPr/>
            </p:nvSpPr>
            <p:spPr>
              <a:xfrm>
                <a:off x="4346648" y="4412109"/>
                <a:ext cx="60948" cy="1366264"/>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23"/>
              <p:cNvSpPr/>
              <p:nvPr/>
            </p:nvSpPr>
            <p:spPr>
              <a:xfrm>
                <a:off x="4025327" y="4080797"/>
                <a:ext cx="659136" cy="514779"/>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23"/>
              <p:cNvSpPr/>
              <p:nvPr/>
            </p:nvSpPr>
            <p:spPr>
              <a:xfrm>
                <a:off x="4158719" y="4201478"/>
                <a:ext cx="392246" cy="307911"/>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 name="Google Shape;1097;p23"/>
            <p:cNvSpPr/>
            <p:nvPr/>
          </p:nvSpPr>
          <p:spPr>
            <a:xfrm>
              <a:off x="5106404" y="4721645"/>
              <a:ext cx="87200" cy="1136603"/>
            </a:xfrm>
            <a:custGeom>
              <a:rect b="b" l="l" r="r" t="t"/>
              <a:pathLst>
                <a:path extrusionOk="0" h="11170" w="857">
                  <a:moveTo>
                    <a:pt x="206" y="1"/>
                  </a:moveTo>
                  <a:cubicBezTo>
                    <a:pt x="206" y="1"/>
                    <a:pt x="0" y="563"/>
                    <a:pt x="206" y="1749"/>
                  </a:cubicBezTo>
                  <a:cubicBezTo>
                    <a:pt x="357" y="2677"/>
                    <a:pt x="206" y="11170"/>
                    <a:pt x="206" y="11170"/>
                  </a:cubicBezTo>
                  <a:lnTo>
                    <a:pt x="652" y="11170"/>
                  </a:lnTo>
                  <a:cubicBezTo>
                    <a:pt x="652" y="11170"/>
                    <a:pt x="500" y="2677"/>
                    <a:pt x="652" y="1749"/>
                  </a:cubicBezTo>
                  <a:cubicBezTo>
                    <a:pt x="857" y="563"/>
                    <a:pt x="652" y="1"/>
                    <a:pt x="652"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23"/>
            <p:cNvSpPr/>
            <p:nvPr/>
          </p:nvSpPr>
          <p:spPr>
            <a:xfrm>
              <a:off x="5143644" y="4721645"/>
              <a:ext cx="49959" cy="1136603"/>
            </a:xfrm>
            <a:custGeom>
              <a:rect b="b" l="l" r="r" t="t"/>
              <a:pathLst>
                <a:path extrusionOk="0" h="11170" w="491">
                  <a:moveTo>
                    <a:pt x="161" y="1"/>
                  </a:moveTo>
                  <a:cubicBezTo>
                    <a:pt x="161" y="1"/>
                    <a:pt x="357" y="563"/>
                    <a:pt x="161" y="1749"/>
                  </a:cubicBezTo>
                  <a:cubicBezTo>
                    <a:pt x="0" y="2677"/>
                    <a:pt x="161" y="11170"/>
                    <a:pt x="161" y="11170"/>
                  </a:cubicBezTo>
                  <a:lnTo>
                    <a:pt x="286" y="11170"/>
                  </a:lnTo>
                  <a:cubicBezTo>
                    <a:pt x="286" y="11170"/>
                    <a:pt x="134" y="2677"/>
                    <a:pt x="286" y="1749"/>
                  </a:cubicBezTo>
                  <a:cubicBezTo>
                    <a:pt x="491" y="563"/>
                    <a:pt x="286" y="1"/>
                    <a:pt x="286"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23"/>
            <p:cNvSpPr/>
            <p:nvPr/>
          </p:nvSpPr>
          <p:spPr>
            <a:xfrm>
              <a:off x="4875842" y="4445688"/>
              <a:ext cx="547415" cy="428592"/>
            </a:xfrm>
            <a:custGeom>
              <a:rect b="b" l="l" r="r" t="t"/>
              <a:pathLst>
                <a:path extrusionOk="0" h="4212" w="5380">
                  <a:moveTo>
                    <a:pt x="2106" y="1"/>
                  </a:moveTo>
                  <a:cubicBezTo>
                    <a:pt x="2231" y="473"/>
                    <a:pt x="2293" y="839"/>
                    <a:pt x="2293" y="839"/>
                  </a:cubicBezTo>
                  <a:cubicBezTo>
                    <a:pt x="1936" y="259"/>
                    <a:pt x="1374" y="72"/>
                    <a:pt x="1374" y="72"/>
                  </a:cubicBezTo>
                  <a:lnTo>
                    <a:pt x="1374" y="72"/>
                  </a:lnTo>
                  <a:cubicBezTo>
                    <a:pt x="1999" y="500"/>
                    <a:pt x="2115" y="1098"/>
                    <a:pt x="2115" y="1098"/>
                  </a:cubicBezTo>
                  <a:cubicBezTo>
                    <a:pt x="1695" y="527"/>
                    <a:pt x="884" y="527"/>
                    <a:pt x="884" y="527"/>
                  </a:cubicBezTo>
                  <a:lnTo>
                    <a:pt x="884" y="527"/>
                  </a:lnTo>
                  <a:cubicBezTo>
                    <a:pt x="1410" y="687"/>
                    <a:pt x="1749" y="1142"/>
                    <a:pt x="1749" y="1142"/>
                  </a:cubicBezTo>
                  <a:cubicBezTo>
                    <a:pt x="1749" y="1142"/>
                    <a:pt x="1446" y="902"/>
                    <a:pt x="1000" y="866"/>
                  </a:cubicBezTo>
                  <a:cubicBezTo>
                    <a:pt x="909" y="857"/>
                    <a:pt x="827" y="853"/>
                    <a:pt x="753" y="853"/>
                  </a:cubicBezTo>
                  <a:cubicBezTo>
                    <a:pt x="461" y="853"/>
                    <a:pt x="313" y="910"/>
                    <a:pt x="313" y="910"/>
                  </a:cubicBezTo>
                  <a:cubicBezTo>
                    <a:pt x="1107" y="937"/>
                    <a:pt x="1383" y="1303"/>
                    <a:pt x="1383" y="1303"/>
                  </a:cubicBezTo>
                  <a:cubicBezTo>
                    <a:pt x="1174" y="1239"/>
                    <a:pt x="966" y="1226"/>
                    <a:pt x="832" y="1226"/>
                  </a:cubicBezTo>
                  <a:cubicBezTo>
                    <a:pt x="743" y="1226"/>
                    <a:pt x="687" y="1232"/>
                    <a:pt x="687" y="1232"/>
                  </a:cubicBezTo>
                  <a:cubicBezTo>
                    <a:pt x="1232" y="1330"/>
                    <a:pt x="1481" y="1606"/>
                    <a:pt x="1481" y="1606"/>
                  </a:cubicBezTo>
                  <a:cubicBezTo>
                    <a:pt x="1481" y="1606"/>
                    <a:pt x="1220" y="1531"/>
                    <a:pt x="934" y="1531"/>
                  </a:cubicBezTo>
                  <a:cubicBezTo>
                    <a:pt x="791" y="1531"/>
                    <a:pt x="643" y="1550"/>
                    <a:pt x="518" y="1606"/>
                  </a:cubicBezTo>
                  <a:cubicBezTo>
                    <a:pt x="152" y="1776"/>
                    <a:pt x="81" y="2106"/>
                    <a:pt x="81" y="2106"/>
                  </a:cubicBezTo>
                  <a:cubicBezTo>
                    <a:pt x="249" y="1895"/>
                    <a:pt x="521" y="1756"/>
                    <a:pt x="851" y="1756"/>
                  </a:cubicBezTo>
                  <a:cubicBezTo>
                    <a:pt x="870" y="1756"/>
                    <a:pt x="890" y="1757"/>
                    <a:pt x="910" y="1758"/>
                  </a:cubicBezTo>
                  <a:cubicBezTo>
                    <a:pt x="1223" y="1767"/>
                    <a:pt x="1374" y="1910"/>
                    <a:pt x="1374" y="1910"/>
                  </a:cubicBezTo>
                  <a:cubicBezTo>
                    <a:pt x="1374" y="1910"/>
                    <a:pt x="1275" y="1893"/>
                    <a:pt x="1127" y="1893"/>
                  </a:cubicBezTo>
                  <a:cubicBezTo>
                    <a:pt x="954" y="1893"/>
                    <a:pt x="713" y="1916"/>
                    <a:pt x="482" y="2017"/>
                  </a:cubicBezTo>
                  <a:cubicBezTo>
                    <a:pt x="63" y="2204"/>
                    <a:pt x="0" y="2543"/>
                    <a:pt x="0" y="2543"/>
                  </a:cubicBezTo>
                  <a:cubicBezTo>
                    <a:pt x="277" y="2231"/>
                    <a:pt x="785" y="2168"/>
                    <a:pt x="786" y="2168"/>
                  </a:cubicBezTo>
                  <a:lnTo>
                    <a:pt x="786" y="2168"/>
                  </a:lnTo>
                  <a:cubicBezTo>
                    <a:pt x="143" y="2481"/>
                    <a:pt x="36" y="3034"/>
                    <a:pt x="36" y="3034"/>
                  </a:cubicBezTo>
                  <a:cubicBezTo>
                    <a:pt x="241" y="2811"/>
                    <a:pt x="643" y="2686"/>
                    <a:pt x="643" y="2686"/>
                  </a:cubicBezTo>
                  <a:lnTo>
                    <a:pt x="643" y="2686"/>
                  </a:lnTo>
                  <a:cubicBezTo>
                    <a:pt x="215" y="3016"/>
                    <a:pt x="90" y="3489"/>
                    <a:pt x="90" y="3489"/>
                  </a:cubicBezTo>
                  <a:cubicBezTo>
                    <a:pt x="366" y="3096"/>
                    <a:pt x="875" y="2918"/>
                    <a:pt x="875" y="2918"/>
                  </a:cubicBezTo>
                  <a:lnTo>
                    <a:pt x="875" y="2918"/>
                  </a:lnTo>
                  <a:cubicBezTo>
                    <a:pt x="661" y="3185"/>
                    <a:pt x="598" y="3551"/>
                    <a:pt x="598" y="3551"/>
                  </a:cubicBezTo>
                  <a:cubicBezTo>
                    <a:pt x="919" y="2802"/>
                    <a:pt x="1508" y="2686"/>
                    <a:pt x="1508" y="2686"/>
                  </a:cubicBezTo>
                  <a:lnTo>
                    <a:pt x="1508" y="2686"/>
                  </a:lnTo>
                  <a:cubicBezTo>
                    <a:pt x="928" y="2980"/>
                    <a:pt x="839" y="3756"/>
                    <a:pt x="839" y="3756"/>
                  </a:cubicBezTo>
                  <a:cubicBezTo>
                    <a:pt x="1107" y="3034"/>
                    <a:pt x="1633" y="2811"/>
                    <a:pt x="1633" y="2811"/>
                  </a:cubicBezTo>
                  <a:lnTo>
                    <a:pt x="1633" y="2811"/>
                  </a:lnTo>
                  <a:cubicBezTo>
                    <a:pt x="1071" y="3426"/>
                    <a:pt x="1294" y="4140"/>
                    <a:pt x="1294" y="4140"/>
                  </a:cubicBezTo>
                  <a:cubicBezTo>
                    <a:pt x="1294" y="3524"/>
                    <a:pt x="1588" y="3212"/>
                    <a:pt x="1588" y="3212"/>
                  </a:cubicBezTo>
                  <a:lnTo>
                    <a:pt x="1588" y="3212"/>
                  </a:lnTo>
                  <a:cubicBezTo>
                    <a:pt x="1464" y="3551"/>
                    <a:pt x="1517" y="3837"/>
                    <a:pt x="1517" y="3837"/>
                  </a:cubicBezTo>
                  <a:cubicBezTo>
                    <a:pt x="1642" y="3185"/>
                    <a:pt x="1999" y="2918"/>
                    <a:pt x="1999" y="2918"/>
                  </a:cubicBezTo>
                  <a:lnTo>
                    <a:pt x="1999" y="2918"/>
                  </a:lnTo>
                  <a:cubicBezTo>
                    <a:pt x="1785" y="3310"/>
                    <a:pt x="1820" y="3899"/>
                    <a:pt x="1820" y="3899"/>
                  </a:cubicBezTo>
                  <a:cubicBezTo>
                    <a:pt x="1927" y="3230"/>
                    <a:pt x="2266" y="2838"/>
                    <a:pt x="2266" y="2837"/>
                  </a:cubicBezTo>
                  <a:lnTo>
                    <a:pt x="2266" y="2837"/>
                  </a:lnTo>
                  <a:cubicBezTo>
                    <a:pt x="2008" y="3507"/>
                    <a:pt x="2284" y="4211"/>
                    <a:pt x="2284" y="4211"/>
                  </a:cubicBezTo>
                  <a:cubicBezTo>
                    <a:pt x="2195" y="3069"/>
                    <a:pt x="2695" y="2713"/>
                    <a:pt x="2695" y="2713"/>
                  </a:cubicBezTo>
                  <a:cubicBezTo>
                    <a:pt x="2695" y="2713"/>
                    <a:pt x="3194" y="3069"/>
                    <a:pt x="3105" y="4211"/>
                  </a:cubicBezTo>
                  <a:cubicBezTo>
                    <a:pt x="3105" y="4211"/>
                    <a:pt x="3382" y="3507"/>
                    <a:pt x="3114" y="2837"/>
                  </a:cubicBezTo>
                  <a:lnTo>
                    <a:pt x="3114" y="2837"/>
                  </a:lnTo>
                  <a:cubicBezTo>
                    <a:pt x="3114" y="2838"/>
                    <a:pt x="3453" y="3230"/>
                    <a:pt x="3560" y="3899"/>
                  </a:cubicBezTo>
                  <a:cubicBezTo>
                    <a:pt x="3560" y="3899"/>
                    <a:pt x="3605" y="3310"/>
                    <a:pt x="3390" y="2918"/>
                  </a:cubicBezTo>
                  <a:lnTo>
                    <a:pt x="3390" y="2918"/>
                  </a:lnTo>
                  <a:cubicBezTo>
                    <a:pt x="3391" y="2918"/>
                    <a:pt x="3747" y="3185"/>
                    <a:pt x="3872" y="3837"/>
                  </a:cubicBezTo>
                  <a:cubicBezTo>
                    <a:pt x="3872" y="3837"/>
                    <a:pt x="3926" y="3551"/>
                    <a:pt x="3801" y="3212"/>
                  </a:cubicBezTo>
                  <a:lnTo>
                    <a:pt x="3801" y="3212"/>
                  </a:lnTo>
                  <a:cubicBezTo>
                    <a:pt x="3801" y="3212"/>
                    <a:pt x="4095" y="3524"/>
                    <a:pt x="4095" y="4140"/>
                  </a:cubicBezTo>
                  <a:cubicBezTo>
                    <a:pt x="4095" y="4140"/>
                    <a:pt x="4318" y="3426"/>
                    <a:pt x="3747" y="2811"/>
                  </a:cubicBezTo>
                  <a:lnTo>
                    <a:pt x="3747" y="2811"/>
                  </a:lnTo>
                  <a:cubicBezTo>
                    <a:pt x="3747" y="2811"/>
                    <a:pt x="4274" y="3034"/>
                    <a:pt x="4550" y="3756"/>
                  </a:cubicBezTo>
                  <a:cubicBezTo>
                    <a:pt x="4550" y="3756"/>
                    <a:pt x="4452" y="2980"/>
                    <a:pt x="3881" y="2686"/>
                  </a:cubicBezTo>
                  <a:lnTo>
                    <a:pt x="3881" y="2686"/>
                  </a:lnTo>
                  <a:cubicBezTo>
                    <a:pt x="3881" y="2686"/>
                    <a:pt x="4470" y="2802"/>
                    <a:pt x="4791" y="3551"/>
                  </a:cubicBezTo>
                  <a:cubicBezTo>
                    <a:pt x="4791" y="3551"/>
                    <a:pt x="4729" y="3185"/>
                    <a:pt x="4515" y="2918"/>
                  </a:cubicBezTo>
                  <a:lnTo>
                    <a:pt x="4515" y="2918"/>
                  </a:lnTo>
                  <a:cubicBezTo>
                    <a:pt x="4515" y="2918"/>
                    <a:pt x="5014" y="3096"/>
                    <a:pt x="5300" y="3489"/>
                  </a:cubicBezTo>
                  <a:cubicBezTo>
                    <a:pt x="5300" y="3489"/>
                    <a:pt x="5166" y="3016"/>
                    <a:pt x="4746" y="2686"/>
                  </a:cubicBezTo>
                  <a:lnTo>
                    <a:pt x="4746" y="2686"/>
                  </a:lnTo>
                  <a:cubicBezTo>
                    <a:pt x="4747" y="2686"/>
                    <a:pt x="5139" y="2811"/>
                    <a:pt x="5353" y="3034"/>
                  </a:cubicBezTo>
                  <a:cubicBezTo>
                    <a:pt x="5353" y="3034"/>
                    <a:pt x="5246" y="2481"/>
                    <a:pt x="4604" y="2168"/>
                  </a:cubicBezTo>
                  <a:lnTo>
                    <a:pt x="4604" y="2168"/>
                  </a:lnTo>
                  <a:cubicBezTo>
                    <a:pt x="4604" y="2168"/>
                    <a:pt x="5103" y="2231"/>
                    <a:pt x="5380" y="2543"/>
                  </a:cubicBezTo>
                  <a:cubicBezTo>
                    <a:pt x="5380" y="2543"/>
                    <a:pt x="5326" y="2204"/>
                    <a:pt x="4898" y="2017"/>
                  </a:cubicBezTo>
                  <a:cubicBezTo>
                    <a:pt x="4672" y="1916"/>
                    <a:pt x="4431" y="1893"/>
                    <a:pt x="4256" y="1893"/>
                  </a:cubicBezTo>
                  <a:cubicBezTo>
                    <a:pt x="4107" y="1893"/>
                    <a:pt x="4006" y="1910"/>
                    <a:pt x="4006" y="1910"/>
                  </a:cubicBezTo>
                  <a:cubicBezTo>
                    <a:pt x="4006" y="1910"/>
                    <a:pt x="4158" y="1767"/>
                    <a:pt x="4470" y="1758"/>
                  </a:cubicBezTo>
                  <a:cubicBezTo>
                    <a:pt x="4490" y="1757"/>
                    <a:pt x="4510" y="1756"/>
                    <a:pt x="4530" y="1756"/>
                  </a:cubicBezTo>
                  <a:cubicBezTo>
                    <a:pt x="4861" y="1756"/>
                    <a:pt x="5140" y="1895"/>
                    <a:pt x="5308" y="2106"/>
                  </a:cubicBezTo>
                  <a:cubicBezTo>
                    <a:pt x="5308" y="2106"/>
                    <a:pt x="5237" y="1776"/>
                    <a:pt x="4871" y="1606"/>
                  </a:cubicBezTo>
                  <a:cubicBezTo>
                    <a:pt x="4746" y="1550"/>
                    <a:pt x="4598" y="1531"/>
                    <a:pt x="4455" y="1531"/>
                  </a:cubicBezTo>
                  <a:cubicBezTo>
                    <a:pt x="4170" y="1531"/>
                    <a:pt x="3908" y="1606"/>
                    <a:pt x="3908" y="1606"/>
                  </a:cubicBezTo>
                  <a:cubicBezTo>
                    <a:pt x="3908" y="1606"/>
                    <a:pt x="4149" y="1330"/>
                    <a:pt x="4702" y="1232"/>
                  </a:cubicBezTo>
                  <a:cubicBezTo>
                    <a:pt x="4702" y="1232"/>
                    <a:pt x="4645" y="1226"/>
                    <a:pt x="4555" y="1226"/>
                  </a:cubicBezTo>
                  <a:cubicBezTo>
                    <a:pt x="4419" y="1226"/>
                    <a:pt x="4209" y="1239"/>
                    <a:pt x="4006" y="1303"/>
                  </a:cubicBezTo>
                  <a:cubicBezTo>
                    <a:pt x="4006" y="1303"/>
                    <a:pt x="4283" y="937"/>
                    <a:pt x="5077" y="910"/>
                  </a:cubicBezTo>
                  <a:cubicBezTo>
                    <a:pt x="5077" y="910"/>
                    <a:pt x="4922" y="853"/>
                    <a:pt x="4632" y="853"/>
                  </a:cubicBezTo>
                  <a:cubicBezTo>
                    <a:pt x="4560" y="853"/>
                    <a:pt x="4479" y="857"/>
                    <a:pt x="4390" y="866"/>
                  </a:cubicBezTo>
                  <a:cubicBezTo>
                    <a:pt x="3935" y="902"/>
                    <a:pt x="3640" y="1142"/>
                    <a:pt x="3640" y="1142"/>
                  </a:cubicBezTo>
                  <a:cubicBezTo>
                    <a:pt x="3640" y="1142"/>
                    <a:pt x="3979" y="687"/>
                    <a:pt x="4506" y="527"/>
                  </a:cubicBezTo>
                  <a:lnTo>
                    <a:pt x="4506" y="527"/>
                  </a:lnTo>
                  <a:cubicBezTo>
                    <a:pt x="4505" y="527"/>
                    <a:pt x="3685" y="527"/>
                    <a:pt x="3266" y="1098"/>
                  </a:cubicBezTo>
                  <a:cubicBezTo>
                    <a:pt x="3266" y="1098"/>
                    <a:pt x="3382" y="500"/>
                    <a:pt x="4006" y="72"/>
                  </a:cubicBezTo>
                  <a:lnTo>
                    <a:pt x="4006" y="72"/>
                  </a:lnTo>
                  <a:cubicBezTo>
                    <a:pt x="4006" y="72"/>
                    <a:pt x="3444" y="259"/>
                    <a:pt x="3096" y="839"/>
                  </a:cubicBezTo>
                  <a:cubicBezTo>
                    <a:pt x="3096" y="839"/>
                    <a:pt x="3159" y="473"/>
                    <a:pt x="3283" y="1"/>
                  </a:cubicBezTo>
                  <a:lnTo>
                    <a:pt x="3283" y="1"/>
                  </a:lnTo>
                  <a:cubicBezTo>
                    <a:pt x="3283" y="1"/>
                    <a:pt x="2837" y="295"/>
                    <a:pt x="2695" y="919"/>
                  </a:cubicBezTo>
                  <a:cubicBezTo>
                    <a:pt x="2552" y="295"/>
                    <a:pt x="2106" y="1"/>
                    <a:pt x="2106" y="1"/>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23"/>
            <p:cNvSpPr/>
            <p:nvPr/>
          </p:nvSpPr>
          <p:spPr>
            <a:xfrm>
              <a:off x="4986545" y="4546425"/>
              <a:ext cx="326923" cy="256117"/>
            </a:xfrm>
            <a:custGeom>
              <a:rect b="b" l="l" r="r" t="t"/>
              <a:pathLst>
                <a:path extrusionOk="0" h="2517" w="3213">
                  <a:moveTo>
                    <a:pt x="1955" y="1"/>
                  </a:moveTo>
                  <a:cubicBezTo>
                    <a:pt x="1954" y="1"/>
                    <a:pt x="1687" y="179"/>
                    <a:pt x="1607" y="554"/>
                  </a:cubicBezTo>
                  <a:cubicBezTo>
                    <a:pt x="1517" y="179"/>
                    <a:pt x="1250" y="1"/>
                    <a:pt x="1250" y="1"/>
                  </a:cubicBezTo>
                  <a:lnTo>
                    <a:pt x="1250" y="1"/>
                  </a:lnTo>
                  <a:cubicBezTo>
                    <a:pt x="1330" y="286"/>
                    <a:pt x="1366" y="500"/>
                    <a:pt x="1366" y="500"/>
                  </a:cubicBezTo>
                  <a:cubicBezTo>
                    <a:pt x="1152" y="161"/>
                    <a:pt x="822" y="45"/>
                    <a:pt x="822" y="45"/>
                  </a:cubicBezTo>
                  <a:lnTo>
                    <a:pt x="822" y="45"/>
                  </a:lnTo>
                  <a:cubicBezTo>
                    <a:pt x="1196" y="304"/>
                    <a:pt x="1259" y="661"/>
                    <a:pt x="1259" y="661"/>
                  </a:cubicBezTo>
                  <a:cubicBezTo>
                    <a:pt x="1009" y="322"/>
                    <a:pt x="527" y="313"/>
                    <a:pt x="527" y="313"/>
                  </a:cubicBezTo>
                  <a:lnTo>
                    <a:pt x="527" y="313"/>
                  </a:lnTo>
                  <a:cubicBezTo>
                    <a:pt x="839" y="411"/>
                    <a:pt x="1045" y="688"/>
                    <a:pt x="1045" y="688"/>
                  </a:cubicBezTo>
                  <a:cubicBezTo>
                    <a:pt x="1045" y="688"/>
                    <a:pt x="866" y="545"/>
                    <a:pt x="590" y="518"/>
                  </a:cubicBezTo>
                  <a:cubicBezTo>
                    <a:pt x="536" y="513"/>
                    <a:pt x="488" y="511"/>
                    <a:pt x="444" y="511"/>
                  </a:cubicBezTo>
                  <a:cubicBezTo>
                    <a:pt x="271" y="511"/>
                    <a:pt x="179" y="545"/>
                    <a:pt x="179" y="545"/>
                  </a:cubicBezTo>
                  <a:cubicBezTo>
                    <a:pt x="661" y="563"/>
                    <a:pt x="822" y="777"/>
                    <a:pt x="822" y="777"/>
                  </a:cubicBezTo>
                  <a:cubicBezTo>
                    <a:pt x="711" y="743"/>
                    <a:pt x="601" y="736"/>
                    <a:pt x="522" y="736"/>
                  </a:cubicBezTo>
                  <a:cubicBezTo>
                    <a:pt x="455" y="736"/>
                    <a:pt x="411" y="741"/>
                    <a:pt x="411" y="741"/>
                  </a:cubicBezTo>
                  <a:cubicBezTo>
                    <a:pt x="732" y="795"/>
                    <a:pt x="875" y="964"/>
                    <a:pt x="875" y="964"/>
                  </a:cubicBezTo>
                  <a:cubicBezTo>
                    <a:pt x="875" y="964"/>
                    <a:pt x="720" y="917"/>
                    <a:pt x="551" y="917"/>
                  </a:cubicBezTo>
                  <a:cubicBezTo>
                    <a:pt x="467" y="917"/>
                    <a:pt x="378" y="929"/>
                    <a:pt x="304" y="964"/>
                  </a:cubicBezTo>
                  <a:cubicBezTo>
                    <a:pt x="90" y="1062"/>
                    <a:pt x="45" y="1259"/>
                    <a:pt x="45" y="1259"/>
                  </a:cubicBezTo>
                  <a:cubicBezTo>
                    <a:pt x="147" y="1132"/>
                    <a:pt x="313" y="1053"/>
                    <a:pt x="513" y="1053"/>
                  </a:cubicBezTo>
                  <a:cubicBezTo>
                    <a:pt x="523" y="1053"/>
                    <a:pt x="534" y="1053"/>
                    <a:pt x="545" y="1053"/>
                  </a:cubicBezTo>
                  <a:cubicBezTo>
                    <a:pt x="732" y="1053"/>
                    <a:pt x="822" y="1143"/>
                    <a:pt x="822" y="1143"/>
                  </a:cubicBezTo>
                  <a:cubicBezTo>
                    <a:pt x="822" y="1143"/>
                    <a:pt x="758" y="1130"/>
                    <a:pt x="663" y="1130"/>
                  </a:cubicBezTo>
                  <a:cubicBezTo>
                    <a:pt x="560" y="1130"/>
                    <a:pt x="421" y="1145"/>
                    <a:pt x="286" y="1205"/>
                  </a:cubicBezTo>
                  <a:cubicBezTo>
                    <a:pt x="37" y="1312"/>
                    <a:pt x="1" y="1517"/>
                    <a:pt x="1" y="1517"/>
                  </a:cubicBezTo>
                  <a:cubicBezTo>
                    <a:pt x="170" y="1330"/>
                    <a:pt x="465" y="1294"/>
                    <a:pt x="465" y="1294"/>
                  </a:cubicBezTo>
                  <a:lnTo>
                    <a:pt x="465" y="1294"/>
                  </a:lnTo>
                  <a:cubicBezTo>
                    <a:pt x="81" y="1482"/>
                    <a:pt x="19" y="1812"/>
                    <a:pt x="19" y="1812"/>
                  </a:cubicBezTo>
                  <a:cubicBezTo>
                    <a:pt x="144" y="1678"/>
                    <a:pt x="384" y="1607"/>
                    <a:pt x="384" y="1607"/>
                  </a:cubicBezTo>
                  <a:lnTo>
                    <a:pt x="384" y="1607"/>
                  </a:lnTo>
                  <a:cubicBezTo>
                    <a:pt x="126" y="1803"/>
                    <a:pt x="54" y="2079"/>
                    <a:pt x="54" y="2079"/>
                  </a:cubicBezTo>
                  <a:cubicBezTo>
                    <a:pt x="215" y="1847"/>
                    <a:pt x="518" y="1740"/>
                    <a:pt x="518" y="1740"/>
                  </a:cubicBezTo>
                  <a:lnTo>
                    <a:pt x="518" y="1740"/>
                  </a:lnTo>
                  <a:cubicBezTo>
                    <a:pt x="393" y="1901"/>
                    <a:pt x="349" y="2115"/>
                    <a:pt x="349" y="2115"/>
                  </a:cubicBezTo>
                  <a:cubicBezTo>
                    <a:pt x="545" y="1678"/>
                    <a:pt x="893" y="1607"/>
                    <a:pt x="893" y="1607"/>
                  </a:cubicBezTo>
                  <a:lnTo>
                    <a:pt x="893" y="1607"/>
                  </a:lnTo>
                  <a:cubicBezTo>
                    <a:pt x="554" y="1785"/>
                    <a:pt x="500" y="2249"/>
                    <a:pt x="500" y="2249"/>
                  </a:cubicBezTo>
                  <a:cubicBezTo>
                    <a:pt x="661" y="1812"/>
                    <a:pt x="973" y="1678"/>
                    <a:pt x="973" y="1678"/>
                  </a:cubicBezTo>
                  <a:lnTo>
                    <a:pt x="973" y="1678"/>
                  </a:lnTo>
                  <a:cubicBezTo>
                    <a:pt x="634" y="2053"/>
                    <a:pt x="768" y="2472"/>
                    <a:pt x="768" y="2472"/>
                  </a:cubicBezTo>
                  <a:cubicBezTo>
                    <a:pt x="768" y="2106"/>
                    <a:pt x="946" y="1919"/>
                    <a:pt x="946" y="1919"/>
                  </a:cubicBezTo>
                  <a:lnTo>
                    <a:pt x="946" y="1919"/>
                  </a:lnTo>
                  <a:cubicBezTo>
                    <a:pt x="866" y="2124"/>
                    <a:pt x="902" y="2293"/>
                    <a:pt x="902" y="2293"/>
                  </a:cubicBezTo>
                  <a:cubicBezTo>
                    <a:pt x="973" y="1901"/>
                    <a:pt x="1187" y="1749"/>
                    <a:pt x="1187" y="1749"/>
                  </a:cubicBezTo>
                  <a:lnTo>
                    <a:pt x="1187" y="1749"/>
                  </a:lnTo>
                  <a:cubicBezTo>
                    <a:pt x="1062" y="1972"/>
                    <a:pt x="1089" y="2329"/>
                    <a:pt x="1089" y="2329"/>
                  </a:cubicBezTo>
                  <a:cubicBezTo>
                    <a:pt x="1152" y="1928"/>
                    <a:pt x="1357" y="1696"/>
                    <a:pt x="1357" y="1696"/>
                  </a:cubicBezTo>
                  <a:lnTo>
                    <a:pt x="1357" y="1696"/>
                  </a:lnTo>
                  <a:cubicBezTo>
                    <a:pt x="1196" y="2088"/>
                    <a:pt x="1357" y="2517"/>
                    <a:pt x="1357" y="2517"/>
                  </a:cubicBezTo>
                  <a:cubicBezTo>
                    <a:pt x="1303" y="1830"/>
                    <a:pt x="1607" y="1624"/>
                    <a:pt x="1607" y="1624"/>
                  </a:cubicBezTo>
                  <a:cubicBezTo>
                    <a:pt x="1607" y="1624"/>
                    <a:pt x="1901" y="1830"/>
                    <a:pt x="1847" y="2517"/>
                  </a:cubicBezTo>
                  <a:cubicBezTo>
                    <a:pt x="1847" y="2517"/>
                    <a:pt x="2017" y="2088"/>
                    <a:pt x="1856" y="1696"/>
                  </a:cubicBezTo>
                  <a:lnTo>
                    <a:pt x="1856" y="1696"/>
                  </a:lnTo>
                  <a:cubicBezTo>
                    <a:pt x="1856" y="1696"/>
                    <a:pt x="2062" y="1928"/>
                    <a:pt x="2124" y="2329"/>
                  </a:cubicBezTo>
                  <a:cubicBezTo>
                    <a:pt x="2124" y="2329"/>
                    <a:pt x="2151" y="1972"/>
                    <a:pt x="2017" y="1749"/>
                  </a:cubicBezTo>
                  <a:lnTo>
                    <a:pt x="2017" y="1749"/>
                  </a:lnTo>
                  <a:cubicBezTo>
                    <a:pt x="2017" y="1749"/>
                    <a:pt x="2231" y="1901"/>
                    <a:pt x="2302" y="2293"/>
                  </a:cubicBezTo>
                  <a:cubicBezTo>
                    <a:pt x="2302" y="2293"/>
                    <a:pt x="2338" y="2124"/>
                    <a:pt x="2267" y="1919"/>
                  </a:cubicBezTo>
                  <a:lnTo>
                    <a:pt x="2267" y="1919"/>
                  </a:lnTo>
                  <a:cubicBezTo>
                    <a:pt x="2267" y="1919"/>
                    <a:pt x="2436" y="2106"/>
                    <a:pt x="2436" y="2472"/>
                  </a:cubicBezTo>
                  <a:cubicBezTo>
                    <a:pt x="2436" y="2472"/>
                    <a:pt x="2570" y="2053"/>
                    <a:pt x="2240" y="1678"/>
                  </a:cubicBezTo>
                  <a:lnTo>
                    <a:pt x="2240" y="1678"/>
                  </a:lnTo>
                  <a:cubicBezTo>
                    <a:pt x="2240" y="1678"/>
                    <a:pt x="2552" y="1812"/>
                    <a:pt x="2713" y="2249"/>
                  </a:cubicBezTo>
                  <a:cubicBezTo>
                    <a:pt x="2713" y="2249"/>
                    <a:pt x="2659" y="1785"/>
                    <a:pt x="2311" y="1607"/>
                  </a:cubicBezTo>
                  <a:lnTo>
                    <a:pt x="2311" y="1607"/>
                  </a:lnTo>
                  <a:cubicBezTo>
                    <a:pt x="2311" y="1607"/>
                    <a:pt x="2668" y="1678"/>
                    <a:pt x="2856" y="2115"/>
                  </a:cubicBezTo>
                  <a:cubicBezTo>
                    <a:pt x="2856" y="2115"/>
                    <a:pt x="2820" y="1901"/>
                    <a:pt x="2695" y="1740"/>
                  </a:cubicBezTo>
                  <a:lnTo>
                    <a:pt x="2695" y="1740"/>
                  </a:lnTo>
                  <a:cubicBezTo>
                    <a:pt x="2695" y="1740"/>
                    <a:pt x="2989" y="1847"/>
                    <a:pt x="3159" y="2079"/>
                  </a:cubicBezTo>
                  <a:cubicBezTo>
                    <a:pt x="3159" y="2079"/>
                    <a:pt x="3079" y="1803"/>
                    <a:pt x="2829" y="1607"/>
                  </a:cubicBezTo>
                  <a:lnTo>
                    <a:pt x="2829" y="1607"/>
                  </a:lnTo>
                  <a:cubicBezTo>
                    <a:pt x="2829" y="1607"/>
                    <a:pt x="3070" y="1678"/>
                    <a:pt x="3195" y="1812"/>
                  </a:cubicBezTo>
                  <a:cubicBezTo>
                    <a:pt x="3195" y="1812"/>
                    <a:pt x="3132" y="1482"/>
                    <a:pt x="2740" y="1294"/>
                  </a:cubicBezTo>
                  <a:lnTo>
                    <a:pt x="2740" y="1294"/>
                  </a:lnTo>
                  <a:cubicBezTo>
                    <a:pt x="2740" y="1294"/>
                    <a:pt x="3043" y="1330"/>
                    <a:pt x="3212" y="1517"/>
                  </a:cubicBezTo>
                  <a:cubicBezTo>
                    <a:pt x="3212" y="1517"/>
                    <a:pt x="3177" y="1312"/>
                    <a:pt x="2927" y="1205"/>
                  </a:cubicBezTo>
                  <a:cubicBezTo>
                    <a:pt x="2792" y="1145"/>
                    <a:pt x="2653" y="1130"/>
                    <a:pt x="2550" y="1130"/>
                  </a:cubicBezTo>
                  <a:cubicBezTo>
                    <a:pt x="2455" y="1130"/>
                    <a:pt x="2392" y="1143"/>
                    <a:pt x="2392" y="1143"/>
                  </a:cubicBezTo>
                  <a:cubicBezTo>
                    <a:pt x="2392" y="1143"/>
                    <a:pt x="2481" y="1053"/>
                    <a:pt x="2668" y="1053"/>
                  </a:cubicBezTo>
                  <a:cubicBezTo>
                    <a:pt x="2679" y="1053"/>
                    <a:pt x="2690" y="1053"/>
                    <a:pt x="2700" y="1053"/>
                  </a:cubicBezTo>
                  <a:cubicBezTo>
                    <a:pt x="2900" y="1053"/>
                    <a:pt x="3066" y="1132"/>
                    <a:pt x="3168" y="1259"/>
                  </a:cubicBezTo>
                  <a:cubicBezTo>
                    <a:pt x="3168" y="1259"/>
                    <a:pt x="3123" y="1062"/>
                    <a:pt x="2900" y="964"/>
                  </a:cubicBezTo>
                  <a:cubicBezTo>
                    <a:pt x="2826" y="929"/>
                    <a:pt x="2738" y="917"/>
                    <a:pt x="2653" y="917"/>
                  </a:cubicBezTo>
                  <a:cubicBezTo>
                    <a:pt x="2484" y="917"/>
                    <a:pt x="2329" y="964"/>
                    <a:pt x="2329" y="964"/>
                  </a:cubicBezTo>
                  <a:cubicBezTo>
                    <a:pt x="2329" y="964"/>
                    <a:pt x="2472" y="795"/>
                    <a:pt x="2802" y="741"/>
                  </a:cubicBezTo>
                  <a:cubicBezTo>
                    <a:pt x="2802" y="741"/>
                    <a:pt x="2756" y="736"/>
                    <a:pt x="2688" y="736"/>
                  </a:cubicBezTo>
                  <a:cubicBezTo>
                    <a:pt x="2608" y="736"/>
                    <a:pt x="2497" y="743"/>
                    <a:pt x="2392" y="777"/>
                  </a:cubicBezTo>
                  <a:cubicBezTo>
                    <a:pt x="2392" y="777"/>
                    <a:pt x="2552" y="563"/>
                    <a:pt x="3025" y="545"/>
                  </a:cubicBezTo>
                  <a:cubicBezTo>
                    <a:pt x="3025" y="545"/>
                    <a:pt x="2934" y="511"/>
                    <a:pt x="2760" y="511"/>
                  </a:cubicBezTo>
                  <a:cubicBezTo>
                    <a:pt x="2717" y="511"/>
                    <a:pt x="2668" y="513"/>
                    <a:pt x="2615" y="518"/>
                  </a:cubicBezTo>
                  <a:cubicBezTo>
                    <a:pt x="2347" y="545"/>
                    <a:pt x="2169" y="688"/>
                    <a:pt x="2169" y="688"/>
                  </a:cubicBezTo>
                  <a:cubicBezTo>
                    <a:pt x="2169" y="688"/>
                    <a:pt x="2374" y="411"/>
                    <a:pt x="2686" y="313"/>
                  </a:cubicBezTo>
                  <a:lnTo>
                    <a:pt x="2686" y="313"/>
                  </a:lnTo>
                  <a:cubicBezTo>
                    <a:pt x="2686" y="313"/>
                    <a:pt x="2195" y="322"/>
                    <a:pt x="1946" y="661"/>
                  </a:cubicBezTo>
                  <a:cubicBezTo>
                    <a:pt x="1946" y="661"/>
                    <a:pt x="2017" y="304"/>
                    <a:pt x="2392" y="45"/>
                  </a:cubicBezTo>
                  <a:lnTo>
                    <a:pt x="2392" y="45"/>
                  </a:lnTo>
                  <a:cubicBezTo>
                    <a:pt x="2392" y="45"/>
                    <a:pt x="2053" y="161"/>
                    <a:pt x="1847" y="500"/>
                  </a:cubicBezTo>
                  <a:cubicBezTo>
                    <a:pt x="1847" y="500"/>
                    <a:pt x="1883" y="286"/>
                    <a:pt x="1955"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 name="Google Shape;1101;p23"/>
            <p:cNvGrpSpPr/>
            <p:nvPr/>
          </p:nvGrpSpPr>
          <p:grpSpPr>
            <a:xfrm>
              <a:off x="5106389" y="3947572"/>
              <a:ext cx="659136" cy="1697576"/>
              <a:chOff x="4025327" y="4080797"/>
              <a:chExt cx="659136" cy="1697576"/>
            </a:xfrm>
          </p:grpSpPr>
          <p:sp>
            <p:nvSpPr>
              <p:cNvPr id="1102" name="Google Shape;1102;p23"/>
              <p:cNvSpPr/>
              <p:nvPr/>
            </p:nvSpPr>
            <p:spPr>
              <a:xfrm>
                <a:off x="4302184" y="4412109"/>
                <a:ext cx="105413" cy="1366264"/>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23"/>
              <p:cNvSpPr/>
              <p:nvPr/>
            </p:nvSpPr>
            <p:spPr>
              <a:xfrm>
                <a:off x="4346648" y="4412109"/>
                <a:ext cx="60948" cy="1366264"/>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23"/>
              <p:cNvSpPr/>
              <p:nvPr/>
            </p:nvSpPr>
            <p:spPr>
              <a:xfrm>
                <a:off x="4025327" y="4080797"/>
                <a:ext cx="659136" cy="514779"/>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23"/>
              <p:cNvSpPr/>
              <p:nvPr/>
            </p:nvSpPr>
            <p:spPr>
              <a:xfrm>
                <a:off x="4158719" y="4201478"/>
                <a:ext cx="392246" cy="307911"/>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06" name="Google Shape;1106;p23"/>
          <p:cNvSpPr txBox="1"/>
          <p:nvPr>
            <p:ph hasCustomPrompt="1" type="title"/>
          </p:nvPr>
        </p:nvSpPr>
        <p:spPr>
          <a:xfrm>
            <a:off x="2402350" y="1310613"/>
            <a:ext cx="4339200" cy="13107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sz="72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107" name="Google Shape;1107;p23"/>
          <p:cNvSpPr txBox="1"/>
          <p:nvPr>
            <p:ph idx="1" type="subTitle"/>
          </p:nvPr>
        </p:nvSpPr>
        <p:spPr>
          <a:xfrm>
            <a:off x="2402350" y="2621488"/>
            <a:ext cx="4339200" cy="497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a:lvl1pPr>
            <a:lvl2pPr lvl="1" algn="ctr">
              <a:lnSpc>
                <a:spcPct val="100000"/>
              </a:lnSpc>
              <a:spcBef>
                <a:spcPts val="0"/>
              </a:spcBef>
              <a:spcAft>
                <a:spcPts val="0"/>
              </a:spcAft>
              <a:buSzPts val="1600"/>
              <a:buNone/>
              <a:defRPr sz="1600"/>
            </a:lvl2pPr>
            <a:lvl3pPr lvl="2" algn="ctr">
              <a:lnSpc>
                <a:spcPct val="100000"/>
              </a:lnSpc>
              <a:spcBef>
                <a:spcPts val="1600"/>
              </a:spcBef>
              <a:spcAft>
                <a:spcPts val="0"/>
              </a:spcAft>
              <a:buSzPts val="1600"/>
              <a:buNone/>
              <a:defRPr sz="1600"/>
            </a:lvl3pPr>
            <a:lvl4pPr lvl="3" algn="ctr">
              <a:lnSpc>
                <a:spcPct val="100000"/>
              </a:lnSpc>
              <a:spcBef>
                <a:spcPts val="1600"/>
              </a:spcBef>
              <a:spcAft>
                <a:spcPts val="0"/>
              </a:spcAft>
              <a:buSzPts val="1600"/>
              <a:buNone/>
              <a:defRPr sz="1600"/>
            </a:lvl4pPr>
            <a:lvl5pPr lvl="4" algn="ctr">
              <a:lnSpc>
                <a:spcPct val="100000"/>
              </a:lnSpc>
              <a:spcBef>
                <a:spcPts val="1600"/>
              </a:spcBef>
              <a:spcAft>
                <a:spcPts val="0"/>
              </a:spcAft>
              <a:buSzPts val="1600"/>
              <a:buNone/>
              <a:defRPr sz="1600"/>
            </a:lvl5pPr>
            <a:lvl6pPr lvl="5" algn="ctr">
              <a:lnSpc>
                <a:spcPct val="100000"/>
              </a:lnSpc>
              <a:spcBef>
                <a:spcPts val="1600"/>
              </a:spcBef>
              <a:spcAft>
                <a:spcPts val="0"/>
              </a:spcAft>
              <a:buSzPts val="1600"/>
              <a:buNone/>
              <a:defRPr sz="1600"/>
            </a:lvl6pPr>
            <a:lvl7pPr lvl="6" algn="ctr">
              <a:lnSpc>
                <a:spcPct val="100000"/>
              </a:lnSpc>
              <a:spcBef>
                <a:spcPts val="1600"/>
              </a:spcBef>
              <a:spcAft>
                <a:spcPts val="0"/>
              </a:spcAft>
              <a:buSzPts val="1600"/>
              <a:buNone/>
              <a:defRPr sz="1600"/>
            </a:lvl7pPr>
            <a:lvl8pPr lvl="7" algn="ctr">
              <a:lnSpc>
                <a:spcPct val="100000"/>
              </a:lnSpc>
              <a:spcBef>
                <a:spcPts val="1600"/>
              </a:spcBef>
              <a:spcAft>
                <a:spcPts val="0"/>
              </a:spcAft>
              <a:buSzPts val="1600"/>
              <a:buNone/>
              <a:defRPr sz="1600"/>
            </a:lvl8pPr>
            <a:lvl9pPr lvl="8" algn="ctr">
              <a:lnSpc>
                <a:spcPct val="100000"/>
              </a:lnSpc>
              <a:spcBef>
                <a:spcPts val="1600"/>
              </a:spcBef>
              <a:spcAft>
                <a:spcPts val="1600"/>
              </a:spcAft>
              <a:buSzPts val="1600"/>
              <a:buNone/>
              <a:defRPr sz="1600"/>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lt1"/>
        </a:solidFill>
      </p:bgPr>
    </p:bg>
    <p:spTree>
      <p:nvGrpSpPr>
        <p:cNvPr id="1108" name="Shape 1108"/>
        <p:cNvGrpSpPr/>
        <p:nvPr/>
      </p:nvGrpSpPr>
      <p:grpSpPr>
        <a:xfrm>
          <a:off x="0" y="0"/>
          <a:ext cx="0" cy="0"/>
          <a:chOff x="0" y="0"/>
          <a:chExt cx="0" cy="0"/>
        </a:xfrm>
      </p:grpSpPr>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109" name="Shape 1109"/>
        <p:cNvGrpSpPr/>
        <p:nvPr/>
      </p:nvGrpSpPr>
      <p:grpSpPr>
        <a:xfrm>
          <a:off x="0" y="0"/>
          <a:ext cx="0" cy="0"/>
          <a:chOff x="0" y="0"/>
          <a:chExt cx="0" cy="0"/>
        </a:xfrm>
      </p:grpSpPr>
      <p:sp>
        <p:nvSpPr>
          <p:cNvPr id="1110" name="Google Shape;1110;p25"/>
          <p:cNvSpPr/>
          <p:nvPr/>
        </p:nvSpPr>
        <p:spPr>
          <a:xfrm>
            <a:off x="0" y="1371600"/>
            <a:ext cx="9144017" cy="3771820"/>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1" name="Google Shape;1111;p25"/>
          <p:cNvGrpSpPr/>
          <p:nvPr/>
        </p:nvGrpSpPr>
        <p:grpSpPr>
          <a:xfrm>
            <a:off x="5221413" y="2571747"/>
            <a:ext cx="4532217" cy="3156913"/>
            <a:chOff x="4611813" y="2571747"/>
            <a:chExt cx="4532217" cy="3156913"/>
          </a:xfrm>
        </p:grpSpPr>
        <p:sp>
          <p:nvSpPr>
            <p:cNvPr id="1112" name="Google Shape;1112;p25"/>
            <p:cNvSpPr/>
            <p:nvPr/>
          </p:nvSpPr>
          <p:spPr>
            <a:xfrm>
              <a:off x="4611813" y="2571747"/>
              <a:ext cx="4532217" cy="3156913"/>
            </a:xfrm>
            <a:custGeom>
              <a:rect b="b" l="l" r="r" t="t"/>
              <a:pathLst>
                <a:path extrusionOk="0" h="11777" w="16907">
                  <a:moveTo>
                    <a:pt x="3159" y="1"/>
                  </a:moveTo>
                  <a:cubicBezTo>
                    <a:pt x="3159" y="1"/>
                    <a:pt x="1107" y="188"/>
                    <a:pt x="2276" y="581"/>
                  </a:cubicBezTo>
                  <a:cubicBezTo>
                    <a:pt x="3453" y="982"/>
                    <a:pt x="4087" y="1143"/>
                    <a:pt x="2927" y="1571"/>
                  </a:cubicBezTo>
                  <a:cubicBezTo>
                    <a:pt x="1767" y="1999"/>
                    <a:pt x="2490" y="2320"/>
                    <a:pt x="4631" y="2570"/>
                  </a:cubicBezTo>
                  <a:cubicBezTo>
                    <a:pt x="6772" y="2820"/>
                    <a:pt x="7860" y="3203"/>
                    <a:pt x="6397" y="3676"/>
                  </a:cubicBezTo>
                  <a:cubicBezTo>
                    <a:pt x="4934" y="4149"/>
                    <a:pt x="4533" y="4684"/>
                    <a:pt x="6674" y="4684"/>
                  </a:cubicBezTo>
                  <a:cubicBezTo>
                    <a:pt x="8815" y="4684"/>
                    <a:pt x="11964" y="4916"/>
                    <a:pt x="9350" y="5817"/>
                  </a:cubicBezTo>
                  <a:cubicBezTo>
                    <a:pt x="6736" y="6709"/>
                    <a:pt x="1125" y="8208"/>
                    <a:pt x="4033" y="8360"/>
                  </a:cubicBezTo>
                  <a:cubicBezTo>
                    <a:pt x="6942" y="8511"/>
                    <a:pt x="3730" y="9849"/>
                    <a:pt x="1" y="10331"/>
                  </a:cubicBezTo>
                  <a:lnTo>
                    <a:pt x="1" y="11776"/>
                  </a:lnTo>
                  <a:lnTo>
                    <a:pt x="16906" y="11776"/>
                  </a:lnTo>
                  <a:lnTo>
                    <a:pt x="16906" y="6156"/>
                  </a:lnTo>
                  <a:cubicBezTo>
                    <a:pt x="15131" y="6076"/>
                    <a:pt x="13106" y="5219"/>
                    <a:pt x="14444" y="4604"/>
                  </a:cubicBezTo>
                  <a:cubicBezTo>
                    <a:pt x="15782" y="3988"/>
                    <a:pt x="14819" y="3631"/>
                    <a:pt x="13008" y="3507"/>
                  </a:cubicBezTo>
                  <a:cubicBezTo>
                    <a:pt x="11206" y="3382"/>
                    <a:pt x="9243" y="3177"/>
                    <a:pt x="10706" y="2695"/>
                  </a:cubicBezTo>
                  <a:cubicBezTo>
                    <a:pt x="12169" y="2213"/>
                    <a:pt x="9796" y="1919"/>
                    <a:pt x="8039" y="1856"/>
                  </a:cubicBezTo>
                  <a:cubicBezTo>
                    <a:pt x="6281" y="1785"/>
                    <a:pt x="4337" y="1580"/>
                    <a:pt x="5371" y="1267"/>
                  </a:cubicBezTo>
                  <a:cubicBezTo>
                    <a:pt x="6406" y="964"/>
                    <a:pt x="5818" y="750"/>
                    <a:pt x="5095" y="581"/>
                  </a:cubicBezTo>
                  <a:cubicBezTo>
                    <a:pt x="4381" y="420"/>
                    <a:pt x="7191" y="1"/>
                    <a:pt x="7191" y="1"/>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25"/>
            <p:cNvSpPr/>
            <p:nvPr/>
          </p:nvSpPr>
          <p:spPr>
            <a:xfrm>
              <a:off x="5336666" y="2571747"/>
              <a:ext cx="3807363" cy="3156913"/>
            </a:xfrm>
            <a:custGeom>
              <a:rect b="b" l="l" r="r" t="t"/>
              <a:pathLst>
                <a:path extrusionOk="0" h="11777" w="14203">
                  <a:moveTo>
                    <a:pt x="1329" y="1"/>
                  </a:moveTo>
                  <a:cubicBezTo>
                    <a:pt x="1329" y="1"/>
                    <a:pt x="89" y="134"/>
                    <a:pt x="732" y="456"/>
                  </a:cubicBezTo>
                  <a:cubicBezTo>
                    <a:pt x="1383" y="768"/>
                    <a:pt x="1758" y="1009"/>
                    <a:pt x="1080" y="1348"/>
                  </a:cubicBezTo>
                  <a:cubicBezTo>
                    <a:pt x="402" y="1678"/>
                    <a:pt x="0" y="1794"/>
                    <a:pt x="2034" y="2070"/>
                  </a:cubicBezTo>
                  <a:cubicBezTo>
                    <a:pt x="4059" y="2356"/>
                    <a:pt x="6182" y="2766"/>
                    <a:pt x="5076" y="3391"/>
                  </a:cubicBezTo>
                  <a:cubicBezTo>
                    <a:pt x="3970" y="4006"/>
                    <a:pt x="5629" y="3988"/>
                    <a:pt x="7021" y="4140"/>
                  </a:cubicBezTo>
                  <a:cubicBezTo>
                    <a:pt x="8422" y="4292"/>
                    <a:pt x="11116" y="4845"/>
                    <a:pt x="8439" y="5987"/>
                  </a:cubicBezTo>
                  <a:cubicBezTo>
                    <a:pt x="5772" y="7129"/>
                    <a:pt x="1463" y="7887"/>
                    <a:pt x="3970" y="8261"/>
                  </a:cubicBezTo>
                  <a:cubicBezTo>
                    <a:pt x="6477" y="8636"/>
                    <a:pt x="526" y="11776"/>
                    <a:pt x="526" y="11776"/>
                  </a:cubicBezTo>
                  <a:lnTo>
                    <a:pt x="14202" y="11776"/>
                  </a:lnTo>
                  <a:lnTo>
                    <a:pt x="11812" y="7182"/>
                  </a:lnTo>
                  <a:cubicBezTo>
                    <a:pt x="11812" y="7182"/>
                    <a:pt x="8502" y="6495"/>
                    <a:pt x="10598" y="5362"/>
                  </a:cubicBezTo>
                  <a:cubicBezTo>
                    <a:pt x="12695" y="4229"/>
                    <a:pt x="10117" y="3926"/>
                    <a:pt x="8306" y="3810"/>
                  </a:cubicBezTo>
                  <a:cubicBezTo>
                    <a:pt x="6495" y="3694"/>
                    <a:pt x="5112" y="3551"/>
                    <a:pt x="5968" y="3087"/>
                  </a:cubicBezTo>
                  <a:cubicBezTo>
                    <a:pt x="6825" y="2623"/>
                    <a:pt x="6557" y="2284"/>
                    <a:pt x="3568" y="2035"/>
                  </a:cubicBezTo>
                  <a:cubicBezTo>
                    <a:pt x="571" y="1785"/>
                    <a:pt x="1231" y="1392"/>
                    <a:pt x="1820" y="964"/>
                  </a:cubicBezTo>
                  <a:cubicBezTo>
                    <a:pt x="2418" y="536"/>
                    <a:pt x="1320" y="491"/>
                    <a:pt x="1294" y="295"/>
                  </a:cubicBezTo>
                  <a:cubicBezTo>
                    <a:pt x="1276" y="108"/>
                    <a:pt x="2507" y="1"/>
                    <a:pt x="25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 name="Google Shape;1114;p25"/>
          <p:cNvGrpSpPr/>
          <p:nvPr/>
        </p:nvGrpSpPr>
        <p:grpSpPr>
          <a:xfrm>
            <a:off x="3809369" y="-21219"/>
            <a:ext cx="5449400" cy="5178727"/>
            <a:chOff x="7946247" y="1587834"/>
            <a:chExt cx="775759" cy="737196"/>
          </a:xfrm>
        </p:grpSpPr>
        <p:sp>
          <p:nvSpPr>
            <p:cNvPr id="1115" name="Google Shape;1115;p25"/>
            <p:cNvSpPr/>
            <p:nvPr/>
          </p:nvSpPr>
          <p:spPr>
            <a:xfrm>
              <a:off x="8325333" y="2249500"/>
              <a:ext cx="33090" cy="75514"/>
            </a:xfrm>
            <a:custGeom>
              <a:rect b="b" l="l" r="r" t="t"/>
              <a:pathLst>
                <a:path extrusionOk="0" h="2079" w="911">
                  <a:moveTo>
                    <a:pt x="1" y="0"/>
                  </a:moveTo>
                  <a:lnTo>
                    <a:pt x="1" y="2079"/>
                  </a:lnTo>
                  <a:lnTo>
                    <a:pt x="911" y="2079"/>
                  </a:lnTo>
                  <a:lnTo>
                    <a:pt x="91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25"/>
            <p:cNvSpPr/>
            <p:nvPr/>
          </p:nvSpPr>
          <p:spPr>
            <a:xfrm>
              <a:off x="8325333" y="2249500"/>
              <a:ext cx="20123" cy="75514"/>
            </a:xfrm>
            <a:custGeom>
              <a:rect b="b" l="l" r="r" t="t"/>
              <a:pathLst>
                <a:path extrusionOk="0" h="2079" w="554">
                  <a:moveTo>
                    <a:pt x="1" y="0"/>
                  </a:moveTo>
                  <a:lnTo>
                    <a:pt x="1" y="2079"/>
                  </a:lnTo>
                  <a:lnTo>
                    <a:pt x="554" y="2079"/>
                  </a:lnTo>
                  <a:lnTo>
                    <a:pt x="55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25"/>
            <p:cNvSpPr/>
            <p:nvPr/>
          </p:nvSpPr>
          <p:spPr>
            <a:xfrm>
              <a:off x="8426125" y="2196035"/>
              <a:ext cx="33090" cy="128981"/>
            </a:xfrm>
            <a:custGeom>
              <a:rect b="b" l="l" r="r" t="t"/>
              <a:pathLst>
                <a:path extrusionOk="0" h="3551" w="911">
                  <a:moveTo>
                    <a:pt x="0" y="0"/>
                  </a:moveTo>
                  <a:lnTo>
                    <a:pt x="0" y="3551"/>
                  </a:lnTo>
                  <a:lnTo>
                    <a:pt x="910" y="3551"/>
                  </a:lnTo>
                  <a:lnTo>
                    <a:pt x="910"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25"/>
            <p:cNvSpPr/>
            <p:nvPr/>
          </p:nvSpPr>
          <p:spPr>
            <a:xfrm>
              <a:off x="8426125" y="2196035"/>
              <a:ext cx="20123" cy="128981"/>
            </a:xfrm>
            <a:custGeom>
              <a:rect b="b" l="l" r="r" t="t"/>
              <a:pathLst>
                <a:path extrusionOk="0" h="3551" w="554">
                  <a:moveTo>
                    <a:pt x="0" y="0"/>
                  </a:moveTo>
                  <a:lnTo>
                    <a:pt x="0" y="3551"/>
                  </a:lnTo>
                  <a:lnTo>
                    <a:pt x="553" y="3551"/>
                  </a:lnTo>
                  <a:lnTo>
                    <a:pt x="55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25"/>
            <p:cNvSpPr/>
            <p:nvPr/>
          </p:nvSpPr>
          <p:spPr>
            <a:xfrm>
              <a:off x="8526881" y="2129277"/>
              <a:ext cx="33090" cy="195742"/>
            </a:xfrm>
            <a:custGeom>
              <a:rect b="b" l="l" r="r" t="t"/>
              <a:pathLst>
                <a:path extrusionOk="0" h="5389" w="911">
                  <a:moveTo>
                    <a:pt x="1" y="1"/>
                  </a:moveTo>
                  <a:lnTo>
                    <a:pt x="1" y="5389"/>
                  </a:lnTo>
                  <a:lnTo>
                    <a:pt x="911" y="5389"/>
                  </a:lnTo>
                  <a:lnTo>
                    <a:pt x="91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25"/>
            <p:cNvSpPr/>
            <p:nvPr/>
          </p:nvSpPr>
          <p:spPr>
            <a:xfrm>
              <a:off x="8526881" y="2129277"/>
              <a:ext cx="20123" cy="195742"/>
            </a:xfrm>
            <a:custGeom>
              <a:rect b="b" l="l" r="r" t="t"/>
              <a:pathLst>
                <a:path extrusionOk="0" h="5389" w="554">
                  <a:moveTo>
                    <a:pt x="1" y="1"/>
                  </a:moveTo>
                  <a:lnTo>
                    <a:pt x="1" y="5389"/>
                  </a:lnTo>
                  <a:lnTo>
                    <a:pt x="554" y="5389"/>
                  </a:lnTo>
                  <a:lnTo>
                    <a:pt x="554"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25"/>
            <p:cNvSpPr/>
            <p:nvPr/>
          </p:nvSpPr>
          <p:spPr>
            <a:xfrm>
              <a:off x="8627672" y="2058958"/>
              <a:ext cx="33053" cy="266062"/>
            </a:xfrm>
            <a:custGeom>
              <a:rect b="b" l="l" r="r" t="t"/>
              <a:pathLst>
                <a:path extrusionOk="0" h="7325" w="910">
                  <a:moveTo>
                    <a:pt x="0" y="1"/>
                  </a:moveTo>
                  <a:lnTo>
                    <a:pt x="0" y="7325"/>
                  </a:lnTo>
                  <a:lnTo>
                    <a:pt x="910" y="7325"/>
                  </a:lnTo>
                  <a:lnTo>
                    <a:pt x="910"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25"/>
            <p:cNvSpPr/>
            <p:nvPr/>
          </p:nvSpPr>
          <p:spPr>
            <a:xfrm>
              <a:off x="8627672" y="2058958"/>
              <a:ext cx="20123" cy="266062"/>
            </a:xfrm>
            <a:custGeom>
              <a:rect b="b" l="l" r="r" t="t"/>
              <a:pathLst>
                <a:path extrusionOk="0" h="7325" w="554">
                  <a:moveTo>
                    <a:pt x="0" y="1"/>
                  </a:moveTo>
                  <a:lnTo>
                    <a:pt x="0" y="7325"/>
                  </a:lnTo>
                  <a:lnTo>
                    <a:pt x="553" y="7325"/>
                  </a:lnTo>
                  <a:lnTo>
                    <a:pt x="553"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25"/>
            <p:cNvSpPr/>
            <p:nvPr/>
          </p:nvSpPr>
          <p:spPr>
            <a:xfrm>
              <a:off x="8176924" y="2005493"/>
              <a:ext cx="540551" cy="319529"/>
            </a:xfrm>
            <a:custGeom>
              <a:rect b="b" l="l" r="r" t="t"/>
              <a:pathLst>
                <a:path extrusionOk="0" h="8797" w="14882">
                  <a:moveTo>
                    <a:pt x="14881" y="1"/>
                  </a:moveTo>
                  <a:lnTo>
                    <a:pt x="1" y="8797"/>
                  </a:lnTo>
                  <a:lnTo>
                    <a:pt x="1999" y="8797"/>
                  </a:lnTo>
                  <a:lnTo>
                    <a:pt x="14881" y="340"/>
                  </a:lnTo>
                  <a:lnTo>
                    <a:pt x="14881"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25"/>
            <p:cNvSpPr/>
            <p:nvPr/>
          </p:nvSpPr>
          <p:spPr>
            <a:xfrm>
              <a:off x="8249531" y="2017806"/>
              <a:ext cx="467943" cy="307216"/>
            </a:xfrm>
            <a:custGeom>
              <a:rect b="b" l="l" r="r" t="t"/>
              <a:pathLst>
                <a:path extrusionOk="0" h="8458" w="12883">
                  <a:moveTo>
                    <a:pt x="12882" y="1"/>
                  </a:moveTo>
                  <a:lnTo>
                    <a:pt x="0" y="8458"/>
                  </a:lnTo>
                  <a:lnTo>
                    <a:pt x="857" y="8458"/>
                  </a:lnTo>
                  <a:lnTo>
                    <a:pt x="12882" y="260"/>
                  </a:lnTo>
                  <a:lnTo>
                    <a:pt x="1288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25"/>
            <p:cNvSpPr/>
            <p:nvPr/>
          </p:nvSpPr>
          <p:spPr>
            <a:xfrm>
              <a:off x="8284835" y="1862888"/>
              <a:ext cx="427165" cy="213583"/>
            </a:xfrm>
            <a:custGeom>
              <a:rect b="b" l="l" r="r" t="t"/>
              <a:pathLst>
                <a:path extrusionOk="0" h="4827" w="9654">
                  <a:moveTo>
                    <a:pt x="9653" y="0"/>
                  </a:moveTo>
                  <a:lnTo>
                    <a:pt x="8948" y="482"/>
                  </a:lnTo>
                  <a:cubicBezTo>
                    <a:pt x="8948" y="482"/>
                    <a:pt x="8774" y="656"/>
                    <a:pt x="8707" y="656"/>
                  </a:cubicBezTo>
                  <a:cubicBezTo>
                    <a:pt x="8688" y="656"/>
                    <a:pt x="8677" y="642"/>
                    <a:pt x="8681" y="607"/>
                  </a:cubicBezTo>
                  <a:cubicBezTo>
                    <a:pt x="8687" y="553"/>
                    <a:pt x="8657" y="536"/>
                    <a:pt x="8615" y="536"/>
                  </a:cubicBezTo>
                  <a:cubicBezTo>
                    <a:pt x="8530" y="536"/>
                    <a:pt x="8395" y="607"/>
                    <a:pt x="8395" y="607"/>
                  </a:cubicBezTo>
                  <a:lnTo>
                    <a:pt x="7780" y="1044"/>
                  </a:lnTo>
                  <a:lnTo>
                    <a:pt x="6941" y="1178"/>
                  </a:lnTo>
                  <a:lnTo>
                    <a:pt x="5505" y="1187"/>
                  </a:lnTo>
                  <a:lnTo>
                    <a:pt x="4863" y="1365"/>
                  </a:lnTo>
                  <a:lnTo>
                    <a:pt x="4318" y="1365"/>
                  </a:lnTo>
                  <a:lnTo>
                    <a:pt x="3712" y="1544"/>
                  </a:lnTo>
                  <a:cubicBezTo>
                    <a:pt x="3712" y="1544"/>
                    <a:pt x="3582" y="1520"/>
                    <a:pt x="3388" y="1520"/>
                  </a:cubicBezTo>
                  <a:cubicBezTo>
                    <a:pt x="3227" y="1520"/>
                    <a:pt x="3022" y="1536"/>
                    <a:pt x="2811" y="1597"/>
                  </a:cubicBezTo>
                  <a:cubicBezTo>
                    <a:pt x="2338" y="1740"/>
                    <a:pt x="1910" y="1776"/>
                    <a:pt x="1910" y="1776"/>
                  </a:cubicBezTo>
                  <a:lnTo>
                    <a:pt x="197" y="2150"/>
                  </a:lnTo>
                  <a:cubicBezTo>
                    <a:pt x="197" y="2150"/>
                    <a:pt x="1" y="2231"/>
                    <a:pt x="1044" y="2587"/>
                  </a:cubicBezTo>
                  <a:cubicBezTo>
                    <a:pt x="2498" y="3096"/>
                    <a:pt x="3587" y="2846"/>
                    <a:pt x="3774" y="3087"/>
                  </a:cubicBezTo>
                  <a:cubicBezTo>
                    <a:pt x="3962" y="3328"/>
                    <a:pt x="3863" y="3167"/>
                    <a:pt x="4113" y="3497"/>
                  </a:cubicBezTo>
                  <a:cubicBezTo>
                    <a:pt x="4363" y="3818"/>
                    <a:pt x="4292" y="3890"/>
                    <a:pt x="4684" y="3917"/>
                  </a:cubicBezTo>
                  <a:cubicBezTo>
                    <a:pt x="4815" y="3926"/>
                    <a:pt x="4929" y="3928"/>
                    <a:pt x="5023" y="3928"/>
                  </a:cubicBezTo>
                  <a:cubicBezTo>
                    <a:pt x="5210" y="3928"/>
                    <a:pt x="5318" y="3917"/>
                    <a:pt x="5318" y="3917"/>
                  </a:cubicBezTo>
                  <a:lnTo>
                    <a:pt x="5790" y="3863"/>
                  </a:lnTo>
                  <a:lnTo>
                    <a:pt x="6040" y="3917"/>
                  </a:lnTo>
                  <a:cubicBezTo>
                    <a:pt x="6040" y="3917"/>
                    <a:pt x="6352" y="4131"/>
                    <a:pt x="6629" y="4175"/>
                  </a:cubicBezTo>
                  <a:cubicBezTo>
                    <a:pt x="6672" y="4184"/>
                    <a:pt x="6701" y="4187"/>
                    <a:pt x="6720" y="4187"/>
                  </a:cubicBezTo>
                  <a:cubicBezTo>
                    <a:pt x="6782" y="4187"/>
                    <a:pt x="6748" y="4155"/>
                    <a:pt x="6759" y="4155"/>
                  </a:cubicBezTo>
                  <a:lnTo>
                    <a:pt x="6759" y="4155"/>
                  </a:lnTo>
                  <a:cubicBezTo>
                    <a:pt x="6767" y="4155"/>
                    <a:pt x="6798" y="4172"/>
                    <a:pt x="6905" y="4229"/>
                  </a:cubicBezTo>
                  <a:cubicBezTo>
                    <a:pt x="7218" y="4380"/>
                    <a:pt x="7405" y="4452"/>
                    <a:pt x="7405" y="4452"/>
                  </a:cubicBezTo>
                  <a:cubicBezTo>
                    <a:pt x="7405" y="4452"/>
                    <a:pt x="7905" y="4505"/>
                    <a:pt x="8154" y="4568"/>
                  </a:cubicBezTo>
                  <a:cubicBezTo>
                    <a:pt x="8413" y="4630"/>
                    <a:pt x="8681" y="4666"/>
                    <a:pt x="8681" y="4666"/>
                  </a:cubicBezTo>
                  <a:lnTo>
                    <a:pt x="9653" y="4827"/>
                  </a:lnTo>
                  <a:lnTo>
                    <a:pt x="965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25"/>
            <p:cNvSpPr/>
            <p:nvPr/>
          </p:nvSpPr>
          <p:spPr>
            <a:xfrm>
              <a:off x="8454567" y="1962751"/>
              <a:ext cx="257432" cy="113716"/>
            </a:xfrm>
            <a:custGeom>
              <a:rect b="b" l="l" r="r" t="t"/>
              <a:pathLst>
                <a:path extrusionOk="0" h="2570" w="5818">
                  <a:moveTo>
                    <a:pt x="5817" y="0"/>
                  </a:moveTo>
                  <a:lnTo>
                    <a:pt x="5202" y="152"/>
                  </a:lnTo>
                  <a:lnTo>
                    <a:pt x="4809" y="411"/>
                  </a:lnTo>
                  <a:lnTo>
                    <a:pt x="4399" y="500"/>
                  </a:lnTo>
                  <a:lnTo>
                    <a:pt x="4006" y="830"/>
                  </a:lnTo>
                  <a:cubicBezTo>
                    <a:pt x="4006" y="830"/>
                    <a:pt x="3911" y="850"/>
                    <a:pt x="3781" y="850"/>
                  </a:cubicBezTo>
                  <a:cubicBezTo>
                    <a:pt x="3717" y="850"/>
                    <a:pt x="3643" y="845"/>
                    <a:pt x="3569" y="830"/>
                  </a:cubicBezTo>
                  <a:cubicBezTo>
                    <a:pt x="3426" y="796"/>
                    <a:pt x="3246" y="780"/>
                    <a:pt x="3042" y="780"/>
                  </a:cubicBezTo>
                  <a:cubicBezTo>
                    <a:pt x="2927" y="780"/>
                    <a:pt x="2805" y="785"/>
                    <a:pt x="2677" y="794"/>
                  </a:cubicBezTo>
                  <a:cubicBezTo>
                    <a:pt x="2363" y="817"/>
                    <a:pt x="2417" y="919"/>
                    <a:pt x="2416" y="919"/>
                  </a:cubicBezTo>
                  <a:cubicBezTo>
                    <a:pt x="2416" y="919"/>
                    <a:pt x="2414" y="917"/>
                    <a:pt x="2409" y="910"/>
                  </a:cubicBezTo>
                  <a:cubicBezTo>
                    <a:pt x="2405" y="906"/>
                    <a:pt x="2401" y="905"/>
                    <a:pt x="2395" y="905"/>
                  </a:cubicBezTo>
                  <a:cubicBezTo>
                    <a:pt x="2338" y="905"/>
                    <a:pt x="2204" y="1098"/>
                    <a:pt x="2204" y="1098"/>
                  </a:cubicBezTo>
                  <a:cubicBezTo>
                    <a:pt x="2204" y="1098"/>
                    <a:pt x="2052" y="1089"/>
                    <a:pt x="1847" y="1053"/>
                  </a:cubicBezTo>
                  <a:cubicBezTo>
                    <a:pt x="1788" y="1046"/>
                    <a:pt x="1746" y="1042"/>
                    <a:pt x="1710" y="1042"/>
                  </a:cubicBezTo>
                  <a:cubicBezTo>
                    <a:pt x="1618" y="1042"/>
                    <a:pt x="1577" y="1065"/>
                    <a:pt x="1428" y="1098"/>
                  </a:cubicBezTo>
                  <a:cubicBezTo>
                    <a:pt x="1223" y="1133"/>
                    <a:pt x="1080" y="1231"/>
                    <a:pt x="1080" y="1231"/>
                  </a:cubicBezTo>
                  <a:lnTo>
                    <a:pt x="946" y="1312"/>
                  </a:lnTo>
                  <a:lnTo>
                    <a:pt x="1" y="910"/>
                  </a:lnTo>
                  <a:lnTo>
                    <a:pt x="1" y="910"/>
                  </a:lnTo>
                  <a:cubicBezTo>
                    <a:pt x="99" y="1035"/>
                    <a:pt x="63" y="955"/>
                    <a:pt x="277" y="1240"/>
                  </a:cubicBezTo>
                  <a:cubicBezTo>
                    <a:pt x="527" y="1561"/>
                    <a:pt x="456" y="1633"/>
                    <a:pt x="848" y="1660"/>
                  </a:cubicBezTo>
                  <a:cubicBezTo>
                    <a:pt x="979" y="1669"/>
                    <a:pt x="1093" y="1671"/>
                    <a:pt x="1187" y="1671"/>
                  </a:cubicBezTo>
                  <a:cubicBezTo>
                    <a:pt x="1374" y="1671"/>
                    <a:pt x="1482" y="1660"/>
                    <a:pt x="1482" y="1660"/>
                  </a:cubicBezTo>
                  <a:lnTo>
                    <a:pt x="1954" y="1606"/>
                  </a:lnTo>
                  <a:lnTo>
                    <a:pt x="2204" y="1660"/>
                  </a:lnTo>
                  <a:cubicBezTo>
                    <a:pt x="2204" y="1660"/>
                    <a:pt x="2516" y="1874"/>
                    <a:pt x="2793" y="1918"/>
                  </a:cubicBezTo>
                  <a:cubicBezTo>
                    <a:pt x="2836" y="1927"/>
                    <a:pt x="2865" y="1930"/>
                    <a:pt x="2884" y="1930"/>
                  </a:cubicBezTo>
                  <a:cubicBezTo>
                    <a:pt x="2946" y="1930"/>
                    <a:pt x="2912" y="1898"/>
                    <a:pt x="2923" y="1898"/>
                  </a:cubicBezTo>
                  <a:lnTo>
                    <a:pt x="2923" y="1898"/>
                  </a:lnTo>
                  <a:cubicBezTo>
                    <a:pt x="2931" y="1898"/>
                    <a:pt x="2962" y="1915"/>
                    <a:pt x="3069" y="1972"/>
                  </a:cubicBezTo>
                  <a:cubicBezTo>
                    <a:pt x="3382" y="2123"/>
                    <a:pt x="3569" y="2195"/>
                    <a:pt x="3569" y="2195"/>
                  </a:cubicBezTo>
                  <a:cubicBezTo>
                    <a:pt x="3569" y="2195"/>
                    <a:pt x="4069" y="2248"/>
                    <a:pt x="4318" y="2311"/>
                  </a:cubicBezTo>
                  <a:cubicBezTo>
                    <a:pt x="4577" y="2373"/>
                    <a:pt x="4845" y="2409"/>
                    <a:pt x="4845" y="2409"/>
                  </a:cubicBezTo>
                  <a:lnTo>
                    <a:pt x="5817" y="2570"/>
                  </a:lnTo>
                  <a:lnTo>
                    <a:pt x="5817"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25"/>
            <p:cNvSpPr/>
            <p:nvPr/>
          </p:nvSpPr>
          <p:spPr>
            <a:xfrm>
              <a:off x="8293508" y="1862888"/>
              <a:ext cx="418493" cy="100176"/>
            </a:xfrm>
            <a:custGeom>
              <a:rect b="b" l="l" r="r" t="t"/>
              <a:pathLst>
                <a:path extrusionOk="0" h="2264" w="9458">
                  <a:moveTo>
                    <a:pt x="9457" y="0"/>
                  </a:moveTo>
                  <a:lnTo>
                    <a:pt x="8752" y="482"/>
                  </a:lnTo>
                  <a:cubicBezTo>
                    <a:pt x="8752" y="482"/>
                    <a:pt x="8578" y="656"/>
                    <a:pt x="8511" y="656"/>
                  </a:cubicBezTo>
                  <a:cubicBezTo>
                    <a:pt x="8492" y="656"/>
                    <a:pt x="8481" y="642"/>
                    <a:pt x="8485" y="607"/>
                  </a:cubicBezTo>
                  <a:cubicBezTo>
                    <a:pt x="8491" y="553"/>
                    <a:pt x="8461" y="536"/>
                    <a:pt x="8419" y="536"/>
                  </a:cubicBezTo>
                  <a:cubicBezTo>
                    <a:pt x="8334" y="536"/>
                    <a:pt x="8199" y="607"/>
                    <a:pt x="8199" y="607"/>
                  </a:cubicBezTo>
                  <a:lnTo>
                    <a:pt x="7584" y="1044"/>
                  </a:lnTo>
                  <a:lnTo>
                    <a:pt x="6745" y="1178"/>
                  </a:lnTo>
                  <a:lnTo>
                    <a:pt x="5309" y="1187"/>
                  </a:lnTo>
                  <a:lnTo>
                    <a:pt x="4667" y="1365"/>
                  </a:lnTo>
                  <a:lnTo>
                    <a:pt x="4122" y="1365"/>
                  </a:lnTo>
                  <a:lnTo>
                    <a:pt x="3516" y="1544"/>
                  </a:lnTo>
                  <a:cubicBezTo>
                    <a:pt x="3516" y="1544"/>
                    <a:pt x="3386" y="1520"/>
                    <a:pt x="3192" y="1520"/>
                  </a:cubicBezTo>
                  <a:cubicBezTo>
                    <a:pt x="3031" y="1520"/>
                    <a:pt x="2826" y="1536"/>
                    <a:pt x="2615" y="1597"/>
                  </a:cubicBezTo>
                  <a:cubicBezTo>
                    <a:pt x="2142" y="1740"/>
                    <a:pt x="1714" y="1776"/>
                    <a:pt x="1714" y="1776"/>
                  </a:cubicBezTo>
                  <a:lnTo>
                    <a:pt x="1" y="2150"/>
                  </a:lnTo>
                  <a:lnTo>
                    <a:pt x="170" y="2239"/>
                  </a:lnTo>
                  <a:cubicBezTo>
                    <a:pt x="170" y="2239"/>
                    <a:pt x="262" y="2263"/>
                    <a:pt x="341" y="2263"/>
                  </a:cubicBezTo>
                  <a:cubicBezTo>
                    <a:pt x="380" y="2263"/>
                    <a:pt x="417" y="2257"/>
                    <a:pt x="438" y="2239"/>
                  </a:cubicBezTo>
                  <a:cubicBezTo>
                    <a:pt x="500" y="2186"/>
                    <a:pt x="1098" y="2150"/>
                    <a:pt x="1098" y="2150"/>
                  </a:cubicBezTo>
                  <a:lnTo>
                    <a:pt x="1508" y="2052"/>
                  </a:lnTo>
                  <a:lnTo>
                    <a:pt x="1919" y="1972"/>
                  </a:lnTo>
                  <a:cubicBezTo>
                    <a:pt x="1919" y="1972"/>
                    <a:pt x="2133" y="1918"/>
                    <a:pt x="2258" y="1874"/>
                  </a:cubicBezTo>
                  <a:cubicBezTo>
                    <a:pt x="2315" y="1853"/>
                    <a:pt x="2399" y="1848"/>
                    <a:pt x="2474" y="1848"/>
                  </a:cubicBezTo>
                  <a:cubicBezTo>
                    <a:pt x="2564" y="1848"/>
                    <a:pt x="2641" y="1856"/>
                    <a:pt x="2641" y="1856"/>
                  </a:cubicBezTo>
                  <a:lnTo>
                    <a:pt x="3302" y="1972"/>
                  </a:lnTo>
                  <a:lnTo>
                    <a:pt x="3685" y="1865"/>
                  </a:lnTo>
                  <a:lnTo>
                    <a:pt x="4015" y="1749"/>
                  </a:lnTo>
                  <a:lnTo>
                    <a:pt x="4354" y="1686"/>
                  </a:lnTo>
                  <a:lnTo>
                    <a:pt x="4961" y="1722"/>
                  </a:lnTo>
                  <a:lnTo>
                    <a:pt x="5353" y="1740"/>
                  </a:lnTo>
                  <a:lnTo>
                    <a:pt x="5737" y="1642"/>
                  </a:lnTo>
                  <a:lnTo>
                    <a:pt x="6112" y="1642"/>
                  </a:lnTo>
                  <a:lnTo>
                    <a:pt x="6469" y="1829"/>
                  </a:lnTo>
                  <a:lnTo>
                    <a:pt x="6870" y="1776"/>
                  </a:lnTo>
                  <a:lnTo>
                    <a:pt x="7120" y="1695"/>
                  </a:lnTo>
                  <a:lnTo>
                    <a:pt x="7949" y="1472"/>
                  </a:lnTo>
                  <a:lnTo>
                    <a:pt x="8404" y="1356"/>
                  </a:lnTo>
                  <a:lnTo>
                    <a:pt x="8485" y="1214"/>
                  </a:lnTo>
                  <a:cubicBezTo>
                    <a:pt x="8485" y="1214"/>
                    <a:pt x="8529" y="1169"/>
                    <a:pt x="8485" y="1098"/>
                  </a:cubicBezTo>
                  <a:cubicBezTo>
                    <a:pt x="8449" y="1026"/>
                    <a:pt x="8574" y="973"/>
                    <a:pt x="8690" y="839"/>
                  </a:cubicBezTo>
                  <a:cubicBezTo>
                    <a:pt x="8729" y="794"/>
                    <a:pt x="8756" y="779"/>
                    <a:pt x="8776" y="779"/>
                  </a:cubicBezTo>
                  <a:cubicBezTo>
                    <a:pt x="8816" y="779"/>
                    <a:pt x="8824" y="839"/>
                    <a:pt x="8824" y="839"/>
                  </a:cubicBezTo>
                  <a:cubicBezTo>
                    <a:pt x="8824" y="839"/>
                    <a:pt x="8894" y="853"/>
                    <a:pt x="8981" y="853"/>
                  </a:cubicBezTo>
                  <a:cubicBezTo>
                    <a:pt x="9060" y="853"/>
                    <a:pt x="9152" y="841"/>
                    <a:pt x="9216" y="794"/>
                  </a:cubicBezTo>
                  <a:cubicBezTo>
                    <a:pt x="9350" y="696"/>
                    <a:pt x="9270" y="634"/>
                    <a:pt x="9314" y="384"/>
                  </a:cubicBezTo>
                  <a:cubicBezTo>
                    <a:pt x="9350" y="134"/>
                    <a:pt x="9457" y="0"/>
                    <a:pt x="9457"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25"/>
            <p:cNvSpPr/>
            <p:nvPr/>
          </p:nvSpPr>
          <p:spPr>
            <a:xfrm>
              <a:off x="8473089" y="2197343"/>
              <a:ext cx="248918" cy="127674"/>
            </a:xfrm>
            <a:custGeom>
              <a:rect b="b" l="l" r="r" t="t"/>
              <a:pathLst>
                <a:path extrusionOk="0" h="3515" w="6853">
                  <a:moveTo>
                    <a:pt x="3426" y="0"/>
                  </a:moveTo>
                  <a:cubicBezTo>
                    <a:pt x="3105" y="54"/>
                    <a:pt x="3087" y="678"/>
                    <a:pt x="3087" y="678"/>
                  </a:cubicBezTo>
                  <a:cubicBezTo>
                    <a:pt x="3087" y="678"/>
                    <a:pt x="2826" y="187"/>
                    <a:pt x="2603" y="187"/>
                  </a:cubicBezTo>
                  <a:cubicBezTo>
                    <a:pt x="2586" y="187"/>
                    <a:pt x="2569" y="190"/>
                    <a:pt x="2552" y="196"/>
                  </a:cubicBezTo>
                  <a:cubicBezTo>
                    <a:pt x="2320" y="277"/>
                    <a:pt x="2365" y="999"/>
                    <a:pt x="2365" y="999"/>
                  </a:cubicBezTo>
                  <a:cubicBezTo>
                    <a:pt x="2365" y="999"/>
                    <a:pt x="2038" y="539"/>
                    <a:pt x="1832" y="539"/>
                  </a:cubicBezTo>
                  <a:cubicBezTo>
                    <a:pt x="1812" y="539"/>
                    <a:pt x="1793" y="544"/>
                    <a:pt x="1776" y="553"/>
                  </a:cubicBezTo>
                  <a:cubicBezTo>
                    <a:pt x="1580" y="660"/>
                    <a:pt x="1776" y="1383"/>
                    <a:pt x="1776" y="1383"/>
                  </a:cubicBezTo>
                  <a:cubicBezTo>
                    <a:pt x="1776" y="1383"/>
                    <a:pt x="1409" y="1088"/>
                    <a:pt x="1192" y="1088"/>
                  </a:cubicBezTo>
                  <a:cubicBezTo>
                    <a:pt x="1155" y="1088"/>
                    <a:pt x="1123" y="1096"/>
                    <a:pt x="1098" y="1115"/>
                  </a:cubicBezTo>
                  <a:cubicBezTo>
                    <a:pt x="928" y="1249"/>
                    <a:pt x="1250" y="2043"/>
                    <a:pt x="1250" y="2043"/>
                  </a:cubicBezTo>
                  <a:cubicBezTo>
                    <a:pt x="1250" y="2043"/>
                    <a:pt x="849" y="1700"/>
                    <a:pt x="607" y="1700"/>
                  </a:cubicBezTo>
                  <a:cubicBezTo>
                    <a:pt x="581" y="1700"/>
                    <a:pt x="557" y="1704"/>
                    <a:pt x="536" y="1713"/>
                  </a:cubicBezTo>
                  <a:cubicBezTo>
                    <a:pt x="322" y="1793"/>
                    <a:pt x="750" y="2801"/>
                    <a:pt x="750" y="2801"/>
                  </a:cubicBezTo>
                  <a:cubicBezTo>
                    <a:pt x="750" y="2801"/>
                    <a:pt x="485" y="2553"/>
                    <a:pt x="293" y="2553"/>
                  </a:cubicBezTo>
                  <a:cubicBezTo>
                    <a:pt x="246" y="2553"/>
                    <a:pt x="203" y="2568"/>
                    <a:pt x="170" y="2605"/>
                  </a:cubicBezTo>
                  <a:cubicBezTo>
                    <a:pt x="1" y="2783"/>
                    <a:pt x="420" y="3515"/>
                    <a:pt x="420" y="3515"/>
                  </a:cubicBezTo>
                  <a:lnTo>
                    <a:pt x="6433" y="3515"/>
                  </a:lnTo>
                  <a:cubicBezTo>
                    <a:pt x="6433" y="3515"/>
                    <a:pt x="6852" y="2783"/>
                    <a:pt x="6683" y="2605"/>
                  </a:cubicBezTo>
                  <a:cubicBezTo>
                    <a:pt x="6649" y="2568"/>
                    <a:pt x="6607" y="2553"/>
                    <a:pt x="6560" y="2553"/>
                  </a:cubicBezTo>
                  <a:cubicBezTo>
                    <a:pt x="6368" y="2553"/>
                    <a:pt x="6103" y="2801"/>
                    <a:pt x="6103" y="2801"/>
                  </a:cubicBezTo>
                  <a:cubicBezTo>
                    <a:pt x="6103" y="2801"/>
                    <a:pt x="6531" y="1793"/>
                    <a:pt x="6317" y="1713"/>
                  </a:cubicBezTo>
                  <a:cubicBezTo>
                    <a:pt x="6295" y="1704"/>
                    <a:pt x="6271" y="1700"/>
                    <a:pt x="6246" y="1700"/>
                  </a:cubicBezTo>
                  <a:cubicBezTo>
                    <a:pt x="6004" y="1700"/>
                    <a:pt x="5603" y="2043"/>
                    <a:pt x="5603" y="2043"/>
                  </a:cubicBezTo>
                  <a:cubicBezTo>
                    <a:pt x="5603" y="2043"/>
                    <a:pt x="5924" y="1249"/>
                    <a:pt x="5755" y="1115"/>
                  </a:cubicBezTo>
                  <a:cubicBezTo>
                    <a:pt x="5729" y="1096"/>
                    <a:pt x="5697" y="1088"/>
                    <a:pt x="5661" y="1088"/>
                  </a:cubicBezTo>
                  <a:cubicBezTo>
                    <a:pt x="5444" y="1088"/>
                    <a:pt x="5077" y="1383"/>
                    <a:pt x="5077" y="1383"/>
                  </a:cubicBezTo>
                  <a:cubicBezTo>
                    <a:pt x="5077" y="1383"/>
                    <a:pt x="5273" y="660"/>
                    <a:pt x="5077" y="553"/>
                  </a:cubicBezTo>
                  <a:cubicBezTo>
                    <a:pt x="5059" y="544"/>
                    <a:pt x="5041" y="539"/>
                    <a:pt x="5021" y="539"/>
                  </a:cubicBezTo>
                  <a:cubicBezTo>
                    <a:pt x="4814" y="539"/>
                    <a:pt x="4488" y="999"/>
                    <a:pt x="4488" y="999"/>
                  </a:cubicBezTo>
                  <a:cubicBezTo>
                    <a:pt x="4488" y="999"/>
                    <a:pt x="4533" y="277"/>
                    <a:pt x="4301" y="196"/>
                  </a:cubicBezTo>
                  <a:cubicBezTo>
                    <a:pt x="4284" y="190"/>
                    <a:pt x="4267" y="187"/>
                    <a:pt x="4249" y="187"/>
                  </a:cubicBezTo>
                  <a:cubicBezTo>
                    <a:pt x="4026" y="187"/>
                    <a:pt x="3765" y="678"/>
                    <a:pt x="3765" y="678"/>
                  </a:cubicBezTo>
                  <a:cubicBezTo>
                    <a:pt x="3765" y="678"/>
                    <a:pt x="3748" y="54"/>
                    <a:pt x="34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25"/>
            <p:cNvSpPr/>
            <p:nvPr/>
          </p:nvSpPr>
          <p:spPr>
            <a:xfrm>
              <a:off x="8520742" y="2245941"/>
              <a:ext cx="153935" cy="79074"/>
            </a:xfrm>
            <a:custGeom>
              <a:rect b="b" l="l" r="r" t="t"/>
              <a:pathLst>
                <a:path extrusionOk="0" h="2177" w="4238">
                  <a:moveTo>
                    <a:pt x="2114" y="0"/>
                  </a:moveTo>
                  <a:cubicBezTo>
                    <a:pt x="1918" y="36"/>
                    <a:pt x="1909" y="428"/>
                    <a:pt x="1909" y="428"/>
                  </a:cubicBezTo>
                  <a:cubicBezTo>
                    <a:pt x="1909" y="428"/>
                    <a:pt x="1747" y="120"/>
                    <a:pt x="1602" y="120"/>
                  </a:cubicBezTo>
                  <a:cubicBezTo>
                    <a:pt x="1592" y="120"/>
                    <a:pt x="1581" y="121"/>
                    <a:pt x="1570" y="125"/>
                  </a:cubicBezTo>
                  <a:cubicBezTo>
                    <a:pt x="1427" y="170"/>
                    <a:pt x="1454" y="625"/>
                    <a:pt x="1454" y="625"/>
                  </a:cubicBezTo>
                  <a:cubicBezTo>
                    <a:pt x="1454" y="625"/>
                    <a:pt x="1256" y="338"/>
                    <a:pt x="1133" y="338"/>
                  </a:cubicBezTo>
                  <a:cubicBezTo>
                    <a:pt x="1120" y="338"/>
                    <a:pt x="1108" y="342"/>
                    <a:pt x="1097" y="348"/>
                  </a:cubicBezTo>
                  <a:cubicBezTo>
                    <a:pt x="972" y="411"/>
                    <a:pt x="1097" y="857"/>
                    <a:pt x="1097" y="857"/>
                  </a:cubicBezTo>
                  <a:cubicBezTo>
                    <a:pt x="1097" y="857"/>
                    <a:pt x="873" y="677"/>
                    <a:pt x="739" y="677"/>
                  </a:cubicBezTo>
                  <a:cubicBezTo>
                    <a:pt x="715" y="677"/>
                    <a:pt x="694" y="683"/>
                    <a:pt x="678" y="696"/>
                  </a:cubicBezTo>
                  <a:cubicBezTo>
                    <a:pt x="571" y="776"/>
                    <a:pt x="767" y="1267"/>
                    <a:pt x="767" y="1267"/>
                  </a:cubicBezTo>
                  <a:cubicBezTo>
                    <a:pt x="767" y="1267"/>
                    <a:pt x="518" y="1055"/>
                    <a:pt x="372" y="1055"/>
                  </a:cubicBezTo>
                  <a:cubicBezTo>
                    <a:pt x="357" y="1055"/>
                    <a:pt x="343" y="1057"/>
                    <a:pt x="330" y="1062"/>
                  </a:cubicBezTo>
                  <a:cubicBezTo>
                    <a:pt x="196" y="1115"/>
                    <a:pt x="455" y="1731"/>
                    <a:pt x="455" y="1731"/>
                  </a:cubicBezTo>
                  <a:cubicBezTo>
                    <a:pt x="455" y="1731"/>
                    <a:pt x="295" y="1582"/>
                    <a:pt x="176" y="1582"/>
                  </a:cubicBezTo>
                  <a:cubicBezTo>
                    <a:pt x="147" y="1582"/>
                    <a:pt x="120" y="1592"/>
                    <a:pt x="98" y="1615"/>
                  </a:cubicBezTo>
                  <a:cubicBezTo>
                    <a:pt x="0" y="1722"/>
                    <a:pt x="250" y="2177"/>
                    <a:pt x="250" y="2177"/>
                  </a:cubicBezTo>
                  <a:lnTo>
                    <a:pt x="3979" y="2177"/>
                  </a:lnTo>
                  <a:cubicBezTo>
                    <a:pt x="3979" y="2177"/>
                    <a:pt x="4238" y="1722"/>
                    <a:pt x="4131" y="1615"/>
                  </a:cubicBezTo>
                  <a:cubicBezTo>
                    <a:pt x="4109" y="1592"/>
                    <a:pt x="4082" y="1582"/>
                    <a:pt x="4052" y="1582"/>
                  </a:cubicBezTo>
                  <a:cubicBezTo>
                    <a:pt x="3934" y="1582"/>
                    <a:pt x="3774" y="1731"/>
                    <a:pt x="3774" y="1731"/>
                  </a:cubicBezTo>
                  <a:cubicBezTo>
                    <a:pt x="3774" y="1731"/>
                    <a:pt x="4032" y="1115"/>
                    <a:pt x="3899" y="1062"/>
                  </a:cubicBezTo>
                  <a:cubicBezTo>
                    <a:pt x="3886" y="1057"/>
                    <a:pt x="3872" y="1055"/>
                    <a:pt x="3857" y="1055"/>
                  </a:cubicBezTo>
                  <a:cubicBezTo>
                    <a:pt x="3711" y="1055"/>
                    <a:pt x="3461" y="1267"/>
                    <a:pt x="3461" y="1267"/>
                  </a:cubicBezTo>
                  <a:cubicBezTo>
                    <a:pt x="3461" y="1267"/>
                    <a:pt x="3658" y="776"/>
                    <a:pt x="3551" y="696"/>
                  </a:cubicBezTo>
                  <a:cubicBezTo>
                    <a:pt x="3534" y="683"/>
                    <a:pt x="3513" y="677"/>
                    <a:pt x="3490" y="677"/>
                  </a:cubicBezTo>
                  <a:cubicBezTo>
                    <a:pt x="3356" y="677"/>
                    <a:pt x="3131" y="857"/>
                    <a:pt x="3131" y="857"/>
                  </a:cubicBezTo>
                  <a:cubicBezTo>
                    <a:pt x="3131" y="857"/>
                    <a:pt x="3256" y="411"/>
                    <a:pt x="3131" y="348"/>
                  </a:cubicBezTo>
                  <a:cubicBezTo>
                    <a:pt x="3121" y="342"/>
                    <a:pt x="3109" y="338"/>
                    <a:pt x="3096" y="338"/>
                  </a:cubicBezTo>
                  <a:cubicBezTo>
                    <a:pt x="2973" y="338"/>
                    <a:pt x="2775" y="625"/>
                    <a:pt x="2775" y="625"/>
                  </a:cubicBezTo>
                  <a:cubicBezTo>
                    <a:pt x="2775" y="625"/>
                    <a:pt x="2801" y="170"/>
                    <a:pt x="2659" y="125"/>
                  </a:cubicBezTo>
                  <a:cubicBezTo>
                    <a:pt x="2649" y="121"/>
                    <a:pt x="2638" y="120"/>
                    <a:pt x="2628" y="120"/>
                  </a:cubicBezTo>
                  <a:cubicBezTo>
                    <a:pt x="2491" y="120"/>
                    <a:pt x="2328" y="428"/>
                    <a:pt x="2328" y="428"/>
                  </a:cubicBezTo>
                  <a:cubicBezTo>
                    <a:pt x="2328" y="428"/>
                    <a:pt x="2311" y="36"/>
                    <a:pt x="2114"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25"/>
            <p:cNvSpPr/>
            <p:nvPr/>
          </p:nvSpPr>
          <p:spPr>
            <a:xfrm>
              <a:off x="8609185" y="2064552"/>
              <a:ext cx="108277" cy="136718"/>
            </a:xfrm>
            <a:custGeom>
              <a:rect b="b" l="l" r="r" t="t"/>
              <a:pathLst>
                <a:path extrusionOk="0" h="3764" w="2981">
                  <a:moveTo>
                    <a:pt x="2931" y="1"/>
                  </a:moveTo>
                  <a:cubicBezTo>
                    <a:pt x="2915" y="1"/>
                    <a:pt x="2900" y="3"/>
                    <a:pt x="2882" y="7"/>
                  </a:cubicBezTo>
                  <a:cubicBezTo>
                    <a:pt x="2623" y="106"/>
                    <a:pt x="2668" y="926"/>
                    <a:pt x="2668" y="926"/>
                  </a:cubicBezTo>
                  <a:cubicBezTo>
                    <a:pt x="2668" y="926"/>
                    <a:pt x="2306" y="401"/>
                    <a:pt x="2072" y="401"/>
                  </a:cubicBezTo>
                  <a:cubicBezTo>
                    <a:pt x="2050" y="401"/>
                    <a:pt x="2028" y="407"/>
                    <a:pt x="2008" y="418"/>
                  </a:cubicBezTo>
                  <a:cubicBezTo>
                    <a:pt x="1794" y="543"/>
                    <a:pt x="2008" y="1354"/>
                    <a:pt x="2008" y="1354"/>
                  </a:cubicBezTo>
                  <a:cubicBezTo>
                    <a:pt x="2008" y="1354"/>
                    <a:pt x="1588" y="1020"/>
                    <a:pt x="1350" y="1020"/>
                  </a:cubicBezTo>
                  <a:cubicBezTo>
                    <a:pt x="1311" y="1020"/>
                    <a:pt x="1276" y="1029"/>
                    <a:pt x="1249" y="1051"/>
                  </a:cubicBezTo>
                  <a:cubicBezTo>
                    <a:pt x="1053" y="1203"/>
                    <a:pt x="1410" y="2095"/>
                    <a:pt x="1410" y="2095"/>
                  </a:cubicBezTo>
                  <a:cubicBezTo>
                    <a:pt x="1410" y="2095"/>
                    <a:pt x="950" y="1709"/>
                    <a:pt x="686" y="1709"/>
                  </a:cubicBezTo>
                  <a:cubicBezTo>
                    <a:pt x="661" y="1709"/>
                    <a:pt x="637" y="1712"/>
                    <a:pt x="616" y="1720"/>
                  </a:cubicBezTo>
                  <a:cubicBezTo>
                    <a:pt x="366" y="1818"/>
                    <a:pt x="848" y="2951"/>
                    <a:pt x="848" y="2951"/>
                  </a:cubicBezTo>
                  <a:cubicBezTo>
                    <a:pt x="848" y="2951"/>
                    <a:pt x="552" y="2673"/>
                    <a:pt x="334" y="2673"/>
                  </a:cubicBezTo>
                  <a:cubicBezTo>
                    <a:pt x="282" y="2673"/>
                    <a:pt x="235" y="2689"/>
                    <a:pt x="197" y="2728"/>
                  </a:cubicBezTo>
                  <a:cubicBezTo>
                    <a:pt x="1" y="2942"/>
                    <a:pt x="473" y="3763"/>
                    <a:pt x="473" y="3763"/>
                  </a:cubicBezTo>
                  <a:lnTo>
                    <a:pt x="2980" y="3763"/>
                  </a:lnTo>
                  <a:lnTo>
                    <a:pt x="2980" y="7"/>
                  </a:lnTo>
                  <a:cubicBezTo>
                    <a:pt x="2962" y="3"/>
                    <a:pt x="2947" y="1"/>
                    <a:pt x="29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25"/>
            <p:cNvSpPr/>
            <p:nvPr/>
          </p:nvSpPr>
          <p:spPr>
            <a:xfrm>
              <a:off x="8662977" y="2125717"/>
              <a:ext cx="54484" cy="75551"/>
            </a:xfrm>
            <a:custGeom>
              <a:rect b="b" l="l" r="r" t="t"/>
              <a:pathLst>
                <a:path extrusionOk="0" h="2080" w="1500">
                  <a:moveTo>
                    <a:pt x="1281" y="0"/>
                  </a:moveTo>
                  <a:cubicBezTo>
                    <a:pt x="1267" y="0"/>
                    <a:pt x="1253" y="3"/>
                    <a:pt x="1240" y="9"/>
                  </a:cubicBezTo>
                  <a:cubicBezTo>
                    <a:pt x="1107" y="90"/>
                    <a:pt x="1240" y="589"/>
                    <a:pt x="1240" y="589"/>
                  </a:cubicBezTo>
                  <a:cubicBezTo>
                    <a:pt x="1240" y="589"/>
                    <a:pt x="976" y="384"/>
                    <a:pt x="828" y="384"/>
                  </a:cubicBezTo>
                  <a:cubicBezTo>
                    <a:pt x="804" y="384"/>
                    <a:pt x="784" y="390"/>
                    <a:pt x="768" y="402"/>
                  </a:cubicBezTo>
                  <a:cubicBezTo>
                    <a:pt x="652" y="500"/>
                    <a:pt x="866" y="1044"/>
                    <a:pt x="866" y="1044"/>
                  </a:cubicBezTo>
                  <a:cubicBezTo>
                    <a:pt x="866" y="1044"/>
                    <a:pt x="582" y="806"/>
                    <a:pt x="418" y="806"/>
                  </a:cubicBezTo>
                  <a:cubicBezTo>
                    <a:pt x="402" y="806"/>
                    <a:pt x="388" y="808"/>
                    <a:pt x="375" y="812"/>
                  </a:cubicBezTo>
                  <a:cubicBezTo>
                    <a:pt x="223" y="875"/>
                    <a:pt x="518" y="1580"/>
                    <a:pt x="518" y="1580"/>
                  </a:cubicBezTo>
                  <a:cubicBezTo>
                    <a:pt x="518" y="1580"/>
                    <a:pt x="336" y="1404"/>
                    <a:pt x="201" y="1404"/>
                  </a:cubicBezTo>
                  <a:cubicBezTo>
                    <a:pt x="169" y="1404"/>
                    <a:pt x="140" y="1413"/>
                    <a:pt x="116" y="1437"/>
                  </a:cubicBezTo>
                  <a:cubicBezTo>
                    <a:pt x="0" y="1571"/>
                    <a:pt x="286" y="2079"/>
                    <a:pt x="286" y="2079"/>
                  </a:cubicBezTo>
                  <a:lnTo>
                    <a:pt x="1499" y="2079"/>
                  </a:lnTo>
                  <a:lnTo>
                    <a:pt x="1499" y="134"/>
                  </a:lnTo>
                  <a:cubicBezTo>
                    <a:pt x="1426" y="61"/>
                    <a:pt x="1347" y="0"/>
                    <a:pt x="128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25"/>
            <p:cNvSpPr/>
            <p:nvPr/>
          </p:nvSpPr>
          <p:spPr>
            <a:xfrm>
              <a:off x="8481515" y="1811102"/>
              <a:ext cx="170171" cy="132396"/>
            </a:xfrm>
            <a:custGeom>
              <a:rect b="b" l="l" r="r" t="t"/>
              <a:pathLst>
                <a:path extrusionOk="0" h="3645" w="4685">
                  <a:moveTo>
                    <a:pt x="465" y="0"/>
                  </a:moveTo>
                  <a:lnTo>
                    <a:pt x="1" y="116"/>
                  </a:lnTo>
                  <a:cubicBezTo>
                    <a:pt x="1" y="116"/>
                    <a:pt x="1108" y="3644"/>
                    <a:pt x="4484" y="3644"/>
                  </a:cubicBezTo>
                  <a:cubicBezTo>
                    <a:pt x="4550" y="3644"/>
                    <a:pt x="4617" y="3643"/>
                    <a:pt x="4684" y="3640"/>
                  </a:cubicBezTo>
                  <a:lnTo>
                    <a:pt x="4684" y="2837"/>
                  </a:lnTo>
                  <a:cubicBezTo>
                    <a:pt x="4684" y="2837"/>
                    <a:pt x="4506" y="2868"/>
                    <a:pt x="4219" y="2868"/>
                  </a:cubicBezTo>
                  <a:cubicBezTo>
                    <a:pt x="3317" y="2868"/>
                    <a:pt x="1338" y="2560"/>
                    <a:pt x="465" y="0"/>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25"/>
            <p:cNvSpPr/>
            <p:nvPr/>
          </p:nvSpPr>
          <p:spPr>
            <a:xfrm>
              <a:off x="8481515" y="1814334"/>
              <a:ext cx="170171" cy="129163"/>
            </a:xfrm>
            <a:custGeom>
              <a:rect b="b" l="l" r="r" t="t"/>
              <a:pathLst>
                <a:path extrusionOk="0" h="3556" w="4685">
                  <a:moveTo>
                    <a:pt x="117" y="0"/>
                  </a:moveTo>
                  <a:lnTo>
                    <a:pt x="1" y="27"/>
                  </a:lnTo>
                  <a:cubicBezTo>
                    <a:pt x="1" y="27"/>
                    <a:pt x="1108" y="3555"/>
                    <a:pt x="4484" y="3555"/>
                  </a:cubicBezTo>
                  <a:cubicBezTo>
                    <a:pt x="4550" y="3555"/>
                    <a:pt x="4617" y="3554"/>
                    <a:pt x="4684" y="3551"/>
                  </a:cubicBezTo>
                  <a:lnTo>
                    <a:pt x="4684" y="3221"/>
                  </a:lnTo>
                  <a:cubicBezTo>
                    <a:pt x="4618" y="3224"/>
                    <a:pt x="4552" y="3225"/>
                    <a:pt x="4487" y="3225"/>
                  </a:cubicBezTo>
                  <a:cubicBezTo>
                    <a:pt x="1717" y="3225"/>
                    <a:pt x="474" y="855"/>
                    <a:pt x="117"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25"/>
            <p:cNvSpPr/>
            <p:nvPr/>
          </p:nvSpPr>
          <p:spPr>
            <a:xfrm>
              <a:off x="8578711" y="1765082"/>
              <a:ext cx="138752" cy="559948"/>
            </a:xfrm>
            <a:custGeom>
              <a:rect b="b" l="l" r="r" t="t"/>
              <a:pathLst>
                <a:path extrusionOk="0" h="15416" w="3820">
                  <a:moveTo>
                    <a:pt x="599" y="0"/>
                  </a:moveTo>
                  <a:lnTo>
                    <a:pt x="206" y="375"/>
                  </a:lnTo>
                  <a:cubicBezTo>
                    <a:pt x="1446" y="1606"/>
                    <a:pt x="2303" y="3524"/>
                    <a:pt x="1116" y="8297"/>
                  </a:cubicBezTo>
                  <a:cubicBezTo>
                    <a:pt x="1" y="12740"/>
                    <a:pt x="1687" y="15416"/>
                    <a:pt x="1687" y="15416"/>
                  </a:cubicBezTo>
                  <a:lnTo>
                    <a:pt x="3819" y="15416"/>
                  </a:lnTo>
                  <a:lnTo>
                    <a:pt x="3819" y="12044"/>
                  </a:lnTo>
                  <a:cubicBezTo>
                    <a:pt x="1669" y="9448"/>
                    <a:pt x="2267" y="7967"/>
                    <a:pt x="2383" y="4961"/>
                  </a:cubicBezTo>
                  <a:cubicBezTo>
                    <a:pt x="2535" y="1267"/>
                    <a:pt x="599" y="0"/>
                    <a:pt x="599" y="0"/>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25"/>
            <p:cNvSpPr/>
            <p:nvPr/>
          </p:nvSpPr>
          <p:spPr>
            <a:xfrm>
              <a:off x="8598506" y="1770603"/>
              <a:ext cx="118956" cy="554427"/>
            </a:xfrm>
            <a:custGeom>
              <a:rect b="b" l="l" r="r" t="t"/>
              <a:pathLst>
                <a:path extrusionOk="0" h="15264" w="3275">
                  <a:moveTo>
                    <a:pt x="241" y="0"/>
                  </a:moveTo>
                  <a:lnTo>
                    <a:pt x="0" y="223"/>
                  </a:lnTo>
                  <a:cubicBezTo>
                    <a:pt x="1240" y="1454"/>
                    <a:pt x="2221" y="2730"/>
                    <a:pt x="1258" y="7744"/>
                  </a:cubicBezTo>
                  <a:cubicBezTo>
                    <a:pt x="446" y="11945"/>
                    <a:pt x="2953" y="15264"/>
                    <a:pt x="2953" y="15264"/>
                  </a:cubicBezTo>
                  <a:lnTo>
                    <a:pt x="3274" y="15264"/>
                  </a:lnTo>
                  <a:lnTo>
                    <a:pt x="3274" y="11892"/>
                  </a:lnTo>
                  <a:cubicBezTo>
                    <a:pt x="1124" y="9296"/>
                    <a:pt x="1722" y="7815"/>
                    <a:pt x="1838" y="4809"/>
                  </a:cubicBezTo>
                  <a:cubicBezTo>
                    <a:pt x="1963" y="1829"/>
                    <a:pt x="723" y="428"/>
                    <a:pt x="241"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25"/>
            <p:cNvSpPr/>
            <p:nvPr/>
          </p:nvSpPr>
          <p:spPr>
            <a:xfrm>
              <a:off x="8644162" y="1913165"/>
              <a:ext cx="73299" cy="124150"/>
            </a:xfrm>
            <a:custGeom>
              <a:rect b="b" l="l" r="r" t="t"/>
              <a:pathLst>
                <a:path extrusionOk="0" h="3418" w="2018">
                  <a:moveTo>
                    <a:pt x="2017" y="0"/>
                  </a:moveTo>
                  <a:cubicBezTo>
                    <a:pt x="1642" y="1802"/>
                    <a:pt x="1" y="2570"/>
                    <a:pt x="1" y="2570"/>
                  </a:cubicBezTo>
                  <a:lnTo>
                    <a:pt x="1" y="3417"/>
                  </a:lnTo>
                  <a:cubicBezTo>
                    <a:pt x="1776" y="2507"/>
                    <a:pt x="2017" y="1196"/>
                    <a:pt x="2017" y="1196"/>
                  </a:cubicBezTo>
                  <a:lnTo>
                    <a:pt x="2017"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25"/>
            <p:cNvSpPr/>
            <p:nvPr/>
          </p:nvSpPr>
          <p:spPr>
            <a:xfrm>
              <a:off x="8647104" y="1941677"/>
              <a:ext cx="70357" cy="94003"/>
            </a:xfrm>
            <a:custGeom>
              <a:rect b="b" l="l" r="r" t="t"/>
              <a:pathLst>
                <a:path extrusionOk="0" h="2588" w="1937">
                  <a:moveTo>
                    <a:pt x="1936" y="0"/>
                  </a:moveTo>
                  <a:cubicBezTo>
                    <a:pt x="1936" y="0"/>
                    <a:pt x="1713" y="1232"/>
                    <a:pt x="72" y="2133"/>
                  </a:cubicBezTo>
                  <a:cubicBezTo>
                    <a:pt x="54" y="2284"/>
                    <a:pt x="27" y="2436"/>
                    <a:pt x="0" y="2588"/>
                  </a:cubicBezTo>
                  <a:cubicBezTo>
                    <a:pt x="1704" y="1686"/>
                    <a:pt x="1936" y="411"/>
                    <a:pt x="1936" y="411"/>
                  </a:cubicBezTo>
                  <a:lnTo>
                    <a:pt x="1936"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25"/>
            <p:cNvSpPr/>
            <p:nvPr/>
          </p:nvSpPr>
          <p:spPr>
            <a:xfrm>
              <a:off x="7946247" y="1587834"/>
              <a:ext cx="771236" cy="254076"/>
            </a:xfrm>
            <a:custGeom>
              <a:rect b="b" l="l" r="r" t="t"/>
              <a:pathLst>
                <a:path extrusionOk="0" h="6995" w="21233">
                  <a:moveTo>
                    <a:pt x="21232" y="1"/>
                  </a:moveTo>
                  <a:lnTo>
                    <a:pt x="0" y="19"/>
                  </a:lnTo>
                  <a:lnTo>
                    <a:pt x="170" y="375"/>
                  </a:lnTo>
                  <a:lnTo>
                    <a:pt x="535" y="875"/>
                  </a:lnTo>
                  <a:lnTo>
                    <a:pt x="749" y="875"/>
                  </a:lnTo>
                  <a:cubicBezTo>
                    <a:pt x="749" y="875"/>
                    <a:pt x="749" y="920"/>
                    <a:pt x="999" y="1125"/>
                  </a:cubicBezTo>
                  <a:cubicBezTo>
                    <a:pt x="1249" y="1339"/>
                    <a:pt x="1401" y="1339"/>
                    <a:pt x="1401" y="1339"/>
                  </a:cubicBezTo>
                  <a:lnTo>
                    <a:pt x="1793" y="1339"/>
                  </a:lnTo>
                  <a:cubicBezTo>
                    <a:pt x="1963" y="1339"/>
                    <a:pt x="2248" y="1464"/>
                    <a:pt x="2480" y="1865"/>
                  </a:cubicBezTo>
                  <a:cubicBezTo>
                    <a:pt x="2703" y="2267"/>
                    <a:pt x="2917" y="2436"/>
                    <a:pt x="2917" y="2436"/>
                  </a:cubicBezTo>
                  <a:lnTo>
                    <a:pt x="3872" y="2240"/>
                  </a:lnTo>
                  <a:lnTo>
                    <a:pt x="4318" y="2240"/>
                  </a:lnTo>
                  <a:cubicBezTo>
                    <a:pt x="4318" y="2240"/>
                    <a:pt x="4465" y="2161"/>
                    <a:pt x="4647" y="2161"/>
                  </a:cubicBezTo>
                  <a:cubicBezTo>
                    <a:pt x="4738" y="2161"/>
                    <a:pt x="4838" y="2180"/>
                    <a:pt x="4933" y="2240"/>
                  </a:cubicBezTo>
                  <a:cubicBezTo>
                    <a:pt x="5029" y="2302"/>
                    <a:pt x="5106" y="2323"/>
                    <a:pt x="5167" y="2323"/>
                  </a:cubicBezTo>
                  <a:cubicBezTo>
                    <a:pt x="5288" y="2323"/>
                    <a:pt x="5344" y="2240"/>
                    <a:pt x="5344" y="2240"/>
                  </a:cubicBezTo>
                  <a:lnTo>
                    <a:pt x="5638" y="2240"/>
                  </a:lnTo>
                  <a:lnTo>
                    <a:pt x="6022" y="2677"/>
                  </a:lnTo>
                  <a:cubicBezTo>
                    <a:pt x="6022" y="2677"/>
                    <a:pt x="6227" y="2739"/>
                    <a:pt x="6254" y="2918"/>
                  </a:cubicBezTo>
                  <a:cubicBezTo>
                    <a:pt x="6280" y="3105"/>
                    <a:pt x="6691" y="3498"/>
                    <a:pt x="6691" y="3498"/>
                  </a:cubicBezTo>
                  <a:lnTo>
                    <a:pt x="7039" y="4479"/>
                  </a:lnTo>
                  <a:cubicBezTo>
                    <a:pt x="7039" y="4479"/>
                    <a:pt x="7027" y="4774"/>
                    <a:pt x="7296" y="4774"/>
                  </a:cubicBezTo>
                  <a:cubicBezTo>
                    <a:pt x="7358" y="4774"/>
                    <a:pt x="7434" y="4758"/>
                    <a:pt x="7529" y="4720"/>
                  </a:cubicBezTo>
                  <a:cubicBezTo>
                    <a:pt x="7904" y="4578"/>
                    <a:pt x="8026" y="4375"/>
                    <a:pt x="8102" y="4375"/>
                  </a:cubicBezTo>
                  <a:cubicBezTo>
                    <a:pt x="8131" y="4375"/>
                    <a:pt x="8153" y="4405"/>
                    <a:pt x="8181" y="4479"/>
                  </a:cubicBezTo>
                  <a:cubicBezTo>
                    <a:pt x="8279" y="4738"/>
                    <a:pt x="8038" y="4702"/>
                    <a:pt x="8555" y="4925"/>
                  </a:cubicBezTo>
                  <a:cubicBezTo>
                    <a:pt x="8696" y="4983"/>
                    <a:pt x="8811" y="5005"/>
                    <a:pt x="8909" y="5005"/>
                  </a:cubicBezTo>
                  <a:cubicBezTo>
                    <a:pt x="9171" y="5005"/>
                    <a:pt x="9316" y="4854"/>
                    <a:pt x="9537" y="4854"/>
                  </a:cubicBezTo>
                  <a:cubicBezTo>
                    <a:pt x="9641" y="4851"/>
                    <a:pt x="9745" y="4850"/>
                    <a:pt x="9837" y="4850"/>
                  </a:cubicBezTo>
                  <a:cubicBezTo>
                    <a:pt x="10022" y="4850"/>
                    <a:pt x="10161" y="4854"/>
                    <a:pt x="10161" y="4854"/>
                  </a:cubicBezTo>
                  <a:lnTo>
                    <a:pt x="10652" y="4880"/>
                  </a:lnTo>
                  <a:lnTo>
                    <a:pt x="11053" y="5032"/>
                  </a:lnTo>
                  <a:lnTo>
                    <a:pt x="11588" y="5184"/>
                  </a:lnTo>
                  <a:cubicBezTo>
                    <a:pt x="11588" y="5184"/>
                    <a:pt x="11582" y="5141"/>
                    <a:pt x="11613" y="5141"/>
                  </a:cubicBezTo>
                  <a:cubicBezTo>
                    <a:pt x="11646" y="5141"/>
                    <a:pt x="11724" y="5192"/>
                    <a:pt x="11901" y="5407"/>
                  </a:cubicBezTo>
                  <a:cubicBezTo>
                    <a:pt x="12240" y="5808"/>
                    <a:pt x="12124" y="5853"/>
                    <a:pt x="12445" y="6067"/>
                  </a:cubicBezTo>
                  <a:cubicBezTo>
                    <a:pt x="12775" y="6281"/>
                    <a:pt x="13105" y="6424"/>
                    <a:pt x="13105" y="6424"/>
                  </a:cubicBezTo>
                  <a:lnTo>
                    <a:pt x="14122" y="6995"/>
                  </a:lnTo>
                  <a:cubicBezTo>
                    <a:pt x="14122" y="6995"/>
                    <a:pt x="14131" y="6861"/>
                    <a:pt x="14738" y="6852"/>
                  </a:cubicBezTo>
                  <a:cubicBezTo>
                    <a:pt x="15208" y="6838"/>
                    <a:pt x="15121" y="6642"/>
                    <a:pt x="15301" y="6642"/>
                  </a:cubicBezTo>
                  <a:cubicBezTo>
                    <a:pt x="15356" y="6642"/>
                    <a:pt x="15437" y="6661"/>
                    <a:pt x="15567" y="6709"/>
                  </a:cubicBezTo>
                  <a:cubicBezTo>
                    <a:pt x="15863" y="6819"/>
                    <a:pt x="16093" y="6845"/>
                    <a:pt x="16242" y="6845"/>
                  </a:cubicBezTo>
                  <a:cubicBezTo>
                    <a:pt x="16372" y="6845"/>
                    <a:pt x="16442" y="6825"/>
                    <a:pt x="16442" y="6825"/>
                  </a:cubicBezTo>
                  <a:cubicBezTo>
                    <a:pt x="16442" y="6825"/>
                    <a:pt x="16552" y="6307"/>
                    <a:pt x="16906" y="6307"/>
                  </a:cubicBezTo>
                  <a:cubicBezTo>
                    <a:pt x="16914" y="6307"/>
                    <a:pt x="16923" y="6307"/>
                    <a:pt x="16932" y="6308"/>
                  </a:cubicBezTo>
                  <a:cubicBezTo>
                    <a:pt x="16945" y="6308"/>
                    <a:pt x="16957" y="6309"/>
                    <a:pt x="16970" y="6309"/>
                  </a:cubicBezTo>
                  <a:cubicBezTo>
                    <a:pt x="17322" y="6309"/>
                    <a:pt x="17405" y="6067"/>
                    <a:pt x="17405" y="6067"/>
                  </a:cubicBezTo>
                  <a:lnTo>
                    <a:pt x="17673" y="5924"/>
                  </a:lnTo>
                  <a:cubicBezTo>
                    <a:pt x="17673" y="5924"/>
                    <a:pt x="18181" y="5514"/>
                    <a:pt x="18324" y="5407"/>
                  </a:cubicBezTo>
                  <a:cubicBezTo>
                    <a:pt x="18467" y="5291"/>
                    <a:pt x="18547" y="5157"/>
                    <a:pt x="18547" y="5157"/>
                  </a:cubicBezTo>
                  <a:lnTo>
                    <a:pt x="19038" y="4756"/>
                  </a:lnTo>
                  <a:lnTo>
                    <a:pt x="19216" y="4479"/>
                  </a:lnTo>
                  <a:lnTo>
                    <a:pt x="19421" y="4425"/>
                  </a:lnTo>
                  <a:cubicBezTo>
                    <a:pt x="19421" y="4425"/>
                    <a:pt x="19360" y="4380"/>
                    <a:pt x="19540" y="4380"/>
                  </a:cubicBezTo>
                  <a:cubicBezTo>
                    <a:pt x="19555" y="4380"/>
                    <a:pt x="19572" y="4380"/>
                    <a:pt x="19591" y="4381"/>
                  </a:cubicBezTo>
                  <a:cubicBezTo>
                    <a:pt x="19603" y="4382"/>
                    <a:pt x="19616" y="4382"/>
                    <a:pt x="19628" y="4382"/>
                  </a:cubicBezTo>
                  <a:cubicBezTo>
                    <a:pt x="19809" y="4382"/>
                    <a:pt x="19931" y="4288"/>
                    <a:pt x="20028" y="4288"/>
                  </a:cubicBezTo>
                  <a:cubicBezTo>
                    <a:pt x="20053" y="4288"/>
                    <a:pt x="20077" y="4294"/>
                    <a:pt x="20099" y="4310"/>
                  </a:cubicBezTo>
                  <a:cubicBezTo>
                    <a:pt x="20224" y="4399"/>
                    <a:pt x="20385" y="4524"/>
                    <a:pt x="20385" y="4524"/>
                  </a:cubicBezTo>
                  <a:lnTo>
                    <a:pt x="20599" y="4675"/>
                  </a:lnTo>
                  <a:lnTo>
                    <a:pt x="20741" y="4729"/>
                  </a:lnTo>
                  <a:lnTo>
                    <a:pt x="21232" y="4934"/>
                  </a:lnTo>
                  <a:lnTo>
                    <a:pt x="21232"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25"/>
            <p:cNvSpPr/>
            <p:nvPr/>
          </p:nvSpPr>
          <p:spPr>
            <a:xfrm>
              <a:off x="8131559" y="1587834"/>
              <a:ext cx="585918" cy="182811"/>
            </a:xfrm>
            <a:custGeom>
              <a:rect b="b" l="l" r="r" t="t"/>
              <a:pathLst>
                <a:path extrusionOk="0" h="5033" w="16131">
                  <a:moveTo>
                    <a:pt x="16130" y="1"/>
                  </a:moveTo>
                  <a:lnTo>
                    <a:pt x="1" y="10"/>
                  </a:lnTo>
                  <a:lnTo>
                    <a:pt x="126" y="268"/>
                  </a:lnTo>
                  <a:lnTo>
                    <a:pt x="384" y="625"/>
                  </a:lnTo>
                  <a:lnTo>
                    <a:pt x="545" y="625"/>
                  </a:lnTo>
                  <a:cubicBezTo>
                    <a:pt x="545" y="625"/>
                    <a:pt x="545" y="661"/>
                    <a:pt x="723" y="812"/>
                  </a:cubicBezTo>
                  <a:cubicBezTo>
                    <a:pt x="902" y="964"/>
                    <a:pt x="1009" y="964"/>
                    <a:pt x="1009" y="964"/>
                  </a:cubicBezTo>
                  <a:lnTo>
                    <a:pt x="1294" y="964"/>
                  </a:lnTo>
                  <a:cubicBezTo>
                    <a:pt x="1410" y="964"/>
                    <a:pt x="1625" y="1053"/>
                    <a:pt x="1785" y="1339"/>
                  </a:cubicBezTo>
                  <a:cubicBezTo>
                    <a:pt x="1955" y="1633"/>
                    <a:pt x="2097" y="1749"/>
                    <a:pt x="2097" y="1749"/>
                  </a:cubicBezTo>
                  <a:lnTo>
                    <a:pt x="2793" y="1615"/>
                  </a:lnTo>
                  <a:lnTo>
                    <a:pt x="3114" y="1615"/>
                  </a:lnTo>
                  <a:cubicBezTo>
                    <a:pt x="3114" y="1615"/>
                    <a:pt x="3217" y="1556"/>
                    <a:pt x="3347" y="1556"/>
                  </a:cubicBezTo>
                  <a:cubicBezTo>
                    <a:pt x="3412" y="1556"/>
                    <a:pt x="3483" y="1571"/>
                    <a:pt x="3551" y="1615"/>
                  </a:cubicBezTo>
                  <a:cubicBezTo>
                    <a:pt x="3620" y="1657"/>
                    <a:pt x="3675" y="1671"/>
                    <a:pt x="3719" y="1671"/>
                  </a:cubicBezTo>
                  <a:cubicBezTo>
                    <a:pt x="3806" y="1671"/>
                    <a:pt x="3846" y="1615"/>
                    <a:pt x="3846" y="1615"/>
                  </a:cubicBezTo>
                  <a:lnTo>
                    <a:pt x="4060" y="1615"/>
                  </a:lnTo>
                  <a:lnTo>
                    <a:pt x="4337" y="1919"/>
                  </a:lnTo>
                  <a:cubicBezTo>
                    <a:pt x="4337" y="1919"/>
                    <a:pt x="4488" y="1963"/>
                    <a:pt x="4506" y="2097"/>
                  </a:cubicBezTo>
                  <a:cubicBezTo>
                    <a:pt x="4524" y="2240"/>
                    <a:pt x="4818" y="2516"/>
                    <a:pt x="4818" y="2516"/>
                  </a:cubicBezTo>
                  <a:lnTo>
                    <a:pt x="5068" y="3221"/>
                  </a:lnTo>
                  <a:cubicBezTo>
                    <a:pt x="5068" y="3221"/>
                    <a:pt x="5062" y="3436"/>
                    <a:pt x="5260" y="3436"/>
                  </a:cubicBezTo>
                  <a:cubicBezTo>
                    <a:pt x="5304" y="3436"/>
                    <a:pt x="5358" y="3426"/>
                    <a:pt x="5425" y="3400"/>
                  </a:cubicBezTo>
                  <a:cubicBezTo>
                    <a:pt x="5691" y="3296"/>
                    <a:pt x="5778" y="3150"/>
                    <a:pt x="5833" y="3150"/>
                  </a:cubicBezTo>
                  <a:cubicBezTo>
                    <a:pt x="5853" y="3150"/>
                    <a:pt x="5869" y="3170"/>
                    <a:pt x="5889" y="3221"/>
                  </a:cubicBezTo>
                  <a:cubicBezTo>
                    <a:pt x="5960" y="3409"/>
                    <a:pt x="5782" y="3382"/>
                    <a:pt x="6156" y="3542"/>
                  </a:cubicBezTo>
                  <a:cubicBezTo>
                    <a:pt x="6258" y="3583"/>
                    <a:pt x="6340" y="3598"/>
                    <a:pt x="6410" y="3598"/>
                  </a:cubicBezTo>
                  <a:cubicBezTo>
                    <a:pt x="6601" y="3598"/>
                    <a:pt x="6707" y="3489"/>
                    <a:pt x="6870" y="3489"/>
                  </a:cubicBezTo>
                  <a:lnTo>
                    <a:pt x="7316" y="3489"/>
                  </a:lnTo>
                  <a:lnTo>
                    <a:pt x="7664" y="3507"/>
                  </a:lnTo>
                  <a:lnTo>
                    <a:pt x="7958" y="3614"/>
                  </a:lnTo>
                  <a:lnTo>
                    <a:pt x="8342" y="3730"/>
                  </a:lnTo>
                  <a:cubicBezTo>
                    <a:pt x="8342" y="3730"/>
                    <a:pt x="8338" y="3699"/>
                    <a:pt x="8360" y="3699"/>
                  </a:cubicBezTo>
                  <a:cubicBezTo>
                    <a:pt x="8384" y="3699"/>
                    <a:pt x="8439" y="3736"/>
                    <a:pt x="8565" y="3890"/>
                  </a:cubicBezTo>
                  <a:cubicBezTo>
                    <a:pt x="8815" y="4176"/>
                    <a:pt x="8726" y="4211"/>
                    <a:pt x="8958" y="4363"/>
                  </a:cubicBezTo>
                  <a:cubicBezTo>
                    <a:pt x="9190" y="4515"/>
                    <a:pt x="9430" y="4622"/>
                    <a:pt x="9430" y="4622"/>
                  </a:cubicBezTo>
                  <a:lnTo>
                    <a:pt x="10162" y="5032"/>
                  </a:lnTo>
                  <a:cubicBezTo>
                    <a:pt x="10162" y="5032"/>
                    <a:pt x="10171" y="4934"/>
                    <a:pt x="10608" y="4925"/>
                  </a:cubicBezTo>
                  <a:cubicBezTo>
                    <a:pt x="10943" y="4918"/>
                    <a:pt x="10880" y="4781"/>
                    <a:pt x="11012" y="4781"/>
                  </a:cubicBezTo>
                  <a:cubicBezTo>
                    <a:pt x="11053" y="4781"/>
                    <a:pt x="11112" y="4794"/>
                    <a:pt x="11206" y="4827"/>
                  </a:cubicBezTo>
                  <a:cubicBezTo>
                    <a:pt x="11408" y="4905"/>
                    <a:pt x="11568" y="4924"/>
                    <a:pt x="11675" y="4924"/>
                  </a:cubicBezTo>
                  <a:cubicBezTo>
                    <a:pt x="11776" y="4924"/>
                    <a:pt x="11830" y="4907"/>
                    <a:pt x="11830" y="4907"/>
                  </a:cubicBezTo>
                  <a:cubicBezTo>
                    <a:pt x="11830" y="4907"/>
                    <a:pt x="11917" y="4532"/>
                    <a:pt x="12178" y="4532"/>
                  </a:cubicBezTo>
                  <a:cubicBezTo>
                    <a:pt x="12181" y="4532"/>
                    <a:pt x="12184" y="4532"/>
                    <a:pt x="12187" y="4533"/>
                  </a:cubicBezTo>
                  <a:cubicBezTo>
                    <a:pt x="12199" y="4533"/>
                    <a:pt x="12211" y="4534"/>
                    <a:pt x="12222" y="4534"/>
                  </a:cubicBezTo>
                  <a:cubicBezTo>
                    <a:pt x="12461" y="4534"/>
                    <a:pt x="12526" y="4363"/>
                    <a:pt x="12526" y="4363"/>
                  </a:cubicBezTo>
                  <a:lnTo>
                    <a:pt x="12713" y="4256"/>
                  </a:lnTo>
                  <a:cubicBezTo>
                    <a:pt x="12713" y="4256"/>
                    <a:pt x="13079" y="3962"/>
                    <a:pt x="13186" y="3890"/>
                  </a:cubicBezTo>
                  <a:cubicBezTo>
                    <a:pt x="13284" y="3810"/>
                    <a:pt x="13347" y="3712"/>
                    <a:pt x="13347" y="3712"/>
                  </a:cubicBezTo>
                  <a:lnTo>
                    <a:pt x="14551" y="3417"/>
                  </a:lnTo>
                  <a:lnTo>
                    <a:pt x="14676" y="3221"/>
                  </a:lnTo>
                  <a:lnTo>
                    <a:pt x="14828" y="3185"/>
                  </a:lnTo>
                  <a:cubicBezTo>
                    <a:pt x="14828" y="3185"/>
                    <a:pt x="14783" y="3149"/>
                    <a:pt x="14909" y="3149"/>
                  </a:cubicBezTo>
                  <a:cubicBezTo>
                    <a:pt x="14922" y="3149"/>
                    <a:pt x="14936" y="3149"/>
                    <a:pt x="14953" y="3150"/>
                  </a:cubicBezTo>
                  <a:cubicBezTo>
                    <a:pt x="14959" y="3150"/>
                    <a:pt x="14966" y="3150"/>
                    <a:pt x="14972" y="3150"/>
                  </a:cubicBezTo>
                  <a:cubicBezTo>
                    <a:pt x="15101" y="3150"/>
                    <a:pt x="15187" y="3087"/>
                    <a:pt x="15259" y="3087"/>
                  </a:cubicBezTo>
                  <a:cubicBezTo>
                    <a:pt x="15280" y="3087"/>
                    <a:pt x="15299" y="3092"/>
                    <a:pt x="15318" y="3105"/>
                  </a:cubicBezTo>
                  <a:cubicBezTo>
                    <a:pt x="15408" y="3159"/>
                    <a:pt x="15524" y="3257"/>
                    <a:pt x="15524" y="3257"/>
                  </a:cubicBezTo>
                  <a:lnTo>
                    <a:pt x="15675" y="3364"/>
                  </a:lnTo>
                  <a:lnTo>
                    <a:pt x="15773" y="3400"/>
                  </a:lnTo>
                  <a:lnTo>
                    <a:pt x="16130" y="3551"/>
                  </a:lnTo>
                  <a:lnTo>
                    <a:pt x="161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25"/>
            <p:cNvSpPr/>
            <p:nvPr/>
          </p:nvSpPr>
          <p:spPr>
            <a:xfrm>
              <a:off x="8402117" y="1587834"/>
              <a:ext cx="315352" cy="98216"/>
            </a:xfrm>
            <a:custGeom>
              <a:rect b="b" l="l" r="r" t="t"/>
              <a:pathLst>
                <a:path extrusionOk="0" h="2704" w="8682">
                  <a:moveTo>
                    <a:pt x="1" y="1"/>
                  </a:moveTo>
                  <a:lnTo>
                    <a:pt x="63" y="143"/>
                  </a:lnTo>
                  <a:lnTo>
                    <a:pt x="206" y="340"/>
                  </a:lnTo>
                  <a:lnTo>
                    <a:pt x="295" y="340"/>
                  </a:lnTo>
                  <a:cubicBezTo>
                    <a:pt x="295" y="340"/>
                    <a:pt x="295" y="358"/>
                    <a:pt x="385" y="438"/>
                  </a:cubicBezTo>
                  <a:cubicBezTo>
                    <a:pt x="483" y="518"/>
                    <a:pt x="545" y="518"/>
                    <a:pt x="545" y="518"/>
                  </a:cubicBezTo>
                  <a:lnTo>
                    <a:pt x="697" y="518"/>
                  </a:lnTo>
                  <a:cubicBezTo>
                    <a:pt x="759" y="518"/>
                    <a:pt x="875" y="563"/>
                    <a:pt x="964" y="723"/>
                  </a:cubicBezTo>
                  <a:cubicBezTo>
                    <a:pt x="1054" y="875"/>
                    <a:pt x="1134" y="937"/>
                    <a:pt x="1134" y="937"/>
                  </a:cubicBezTo>
                  <a:lnTo>
                    <a:pt x="1500" y="866"/>
                  </a:lnTo>
                  <a:lnTo>
                    <a:pt x="1678" y="866"/>
                  </a:lnTo>
                  <a:cubicBezTo>
                    <a:pt x="1678" y="866"/>
                    <a:pt x="1734" y="834"/>
                    <a:pt x="1802" y="834"/>
                  </a:cubicBezTo>
                  <a:cubicBezTo>
                    <a:pt x="1837" y="834"/>
                    <a:pt x="1874" y="842"/>
                    <a:pt x="1910" y="866"/>
                  </a:cubicBezTo>
                  <a:cubicBezTo>
                    <a:pt x="1949" y="890"/>
                    <a:pt x="1979" y="898"/>
                    <a:pt x="2003" y="898"/>
                  </a:cubicBezTo>
                  <a:cubicBezTo>
                    <a:pt x="2051" y="898"/>
                    <a:pt x="2071" y="866"/>
                    <a:pt x="2071" y="866"/>
                  </a:cubicBezTo>
                  <a:lnTo>
                    <a:pt x="2187" y="866"/>
                  </a:lnTo>
                  <a:lnTo>
                    <a:pt x="2329" y="1036"/>
                  </a:lnTo>
                  <a:cubicBezTo>
                    <a:pt x="2329" y="1036"/>
                    <a:pt x="2410" y="1053"/>
                    <a:pt x="2419" y="1134"/>
                  </a:cubicBezTo>
                  <a:cubicBezTo>
                    <a:pt x="2436" y="1205"/>
                    <a:pt x="2588" y="1348"/>
                    <a:pt x="2588" y="1348"/>
                  </a:cubicBezTo>
                  <a:lnTo>
                    <a:pt x="2731" y="1731"/>
                  </a:lnTo>
                  <a:cubicBezTo>
                    <a:pt x="2731" y="1731"/>
                    <a:pt x="2725" y="1847"/>
                    <a:pt x="2833" y="1847"/>
                  </a:cubicBezTo>
                  <a:cubicBezTo>
                    <a:pt x="2856" y="1847"/>
                    <a:pt x="2884" y="1842"/>
                    <a:pt x="2918" y="1829"/>
                  </a:cubicBezTo>
                  <a:cubicBezTo>
                    <a:pt x="3061" y="1771"/>
                    <a:pt x="3109" y="1694"/>
                    <a:pt x="3139" y="1694"/>
                  </a:cubicBezTo>
                  <a:cubicBezTo>
                    <a:pt x="3150" y="1694"/>
                    <a:pt x="3158" y="1705"/>
                    <a:pt x="3168" y="1731"/>
                  </a:cubicBezTo>
                  <a:cubicBezTo>
                    <a:pt x="3204" y="1829"/>
                    <a:pt x="3114" y="1821"/>
                    <a:pt x="3311" y="1901"/>
                  </a:cubicBezTo>
                  <a:cubicBezTo>
                    <a:pt x="3368" y="1926"/>
                    <a:pt x="3414" y="1935"/>
                    <a:pt x="3453" y="1935"/>
                  </a:cubicBezTo>
                  <a:cubicBezTo>
                    <a:pt x="3555" y="1935"/>
                    <a:pt x="3611" y="1874"/>
                    <a:pt x="3694" y="1874"/>
                  </a:cubicBezTo>
                  <a:lnTo>
                    <a:pt x="3935" y="1874"/>
                  </a:lnTo>
                  <a:lnTo>
                    <a:pt x="4122" y="1883"/>
                  </a:lnTo>
                  <a:lnTo>
                    <a:pt x="4283" y="1945"/>
                  </a:lnTo>
                  <a:lnTo>
                    <a:pt x="4488" y="2008"/>
                  </a:lnTo>
                  <a:cubicBezTo>
                    <a:pt x="4488" y="2008"/>
                    <a:pt x="4486" y="1988"/>
                    <a:pt x="4501" y="1988"/>
                  </a:cubicBezTo>
                  <a:cubicBezTo>
                    <a:pt x="4515" y="1988"/>
                    <a:pt x="4546" y="2008"/>
                    <a:pt x="4613" y="2088"/>
                  </a:cubicBezTo>
                  <a:cubicBezTo>
                    <a:pt x="4738" y="2249"/>
                    <a:pt x="4693" y="2267"/>
                    <a:pt x="4818" y="2347"/>
                  </a:cubicBezTo>
                  <a:cubicBezTo>
                    <a:pt x="4943" y="2427"/>
                    <a:pt x="5077" y="2481"/>
                    <a:pt x="5077" y="2481"/>
                  </a:cubicBezTo>
                  <a:lnTo>
                    <a:pt x="5470" y="2704"/>
                  </a:lnTo>
                  <a:cubicBezTo>
                    <a:pt x="5470" y="2704"/>
                    <a:pt x="5470" y="2659"/>
                    <a:pt x="5710" y="2650"/>
                  </a:cubicBezTo>
                  <a:cubicBezTo>
                    <a:pt x="5886" y="2643"/>
                    <a:pt x="5857" y="2570"/>
                    <a:pt x="5926" y="2570"/>
                  </a:cubicBezTo>
                  <a:cubicBezTo>
                    <a:pt x="5948" y="2570"/>
                    <a:pt x="5980" y="2577"/>
                    <a:pt x="6032" y="2597"/>
                  </a:cubicBezTo>
                  <a:cubicBezTo>
                    <a:pt x="6145" y="2639"/>
                    <a:pt x="6233" y="2649"/>
                    <a:pt x="6291" y="2649"/>
                  </a:cubicBezTo>
                  <a:cubicBezTo>
                    <a:pt x="6343" y="2649"/>
                    <a:pt x="6371" y="2641"/>
                    <a:pt x="6371" y="2641"/>
                  </a:cubicBezTo>
                  <a:cubicBezTo>
                    <a:pt x="6371" y="2641"/>
                    <a:pt x="6413" y="2436"/>
                    <a:pt x="6549" y="2436"/>
                  </a:cubicBezTo>
                  <a:cubicBezTo>
                    <a:pt x="6552" y="2436"/>
                    <a:pt x="6555" y="2436"/>
                    <a:pt x="6558" y="2436"/>
                  </a:cubicBezTo>
                  <a:cubicBezTo>
                    <a:pt x="6564" y="2437"/>
                    <a:pt x="6570" y="2437"/>
                    <a:pt x="6576" y="2437"/>
                  </a:cubicBezTo>
                  <a:cubicBezTo>
                    <a:pt x="6704" y="2437"/>
                    <a:pt x="6736" y="2347"/>
                    <a:pt x="6736" y="2347"/>
                  </a:cubicBezTo>
                  <a:lnTo>
                    <a:pt x="6843" y="2293"/>
                  </a:lnTo>
                  <a:cubicBezTo>
                    <a:pt x="6843" y="2293"/>
                    <a:pt x="7040" y="2133"/>
                    <a:pt x="7093" y="2088"/>
                  </a:cubicBezTo>
                  <a:cubicBezTo>
                    <a:pt x="7147" y="2044"/>
                    <a:pt x="7182" y="1999"/>
                    <a:pt x="7182" y="1999"/>
                  </a:cubicBezTo>
                  <a:lnTo>
                    <a:pt x="7834" y="1838"/>
                  </a:lnTo>
                  <a:lnTo>
                    <a:pt x="7896" y="1731"/>
                  </a:lnTo>
                  <a:lnTo>
                    <a:pt x="7976" y="1714"/>
                  </a:lnTo>
                  <a:cubicBezTo>
                    <a:pt x="7976" y="1714"/>
                    <a:pt x="7957" y="1694"/>
                    <a:pt x="8013" y="1694"/>
                  </a:cubicBezTo>
                  <a:cubicBezTo>
                    <a:pt x="8022" y="1694"/>
                    <a:pt x="8034" y="1694"/>
                    <a:pt x="8048" y="1696"/>
                  </a:cubicBezTo>
                  <a:cubicBezTo>
                    <a:pt x="8117" y="1696"/>
                    <a:pt x="8165" y="1658"/>
                    <a:pt x="8208" y="1658"/>
                  </a:cubicBezTo>
                  <a:cubicBezTo>
                    <a:pt x="8220" y="1658"/>
                    <a:pt x="8232" y="1661"/>
                    <a:pt x="8244" y="1669"/>
                  </a:cubicBezTo>
                  <a:cubicBezTo>
                    <a:pt x="8289" y="1696"/>
                    <a:pt x="8351" y="1749"/>
                    <a:pt x="8351" y="1749"/>
                  </a:cubicBezTo>
                  <a:lnTo>
                    <a:pt x="8431" y="1803"/>
                  </a:lnTo>
                  <a:lnTo>
                    <a:pt x="8485" y="1829"/>
                  </a:lnTo>
                  <a:lnTo>
                    <a:pt x="8681" y="1910"/>
                  </a:lnTo>
                  <a:lnTo>
                    <a:pt x="8681"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1" name="Google Shape;1141;p25"/>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142" name="Google Shape;1142;p25"/>
          <p:cNvSpPr txBox="1"/>
          <p:nvPr>
            <p:ph idx="2" type="title"/>
          </p:nvPr>
        </p:nvSpPr>
        <p:spPr>
          <a:xfrm>
            <a:off x="1567525" y="1517075"/>
            <a:ext cx="3905100" cy="315900"/>
          </a:xfrm>
          <a:prstGeom prst="rect">
            <a:avLst/>
          </a:prstGeom>
        </p:spPr>
        <p:txBody>
          <a:bodyPr anchorCtr="0" anchor="ctr" bIns="91425" lIns="91425" spcFirstLastPara="1" rIns="91425" wrap="square" tIns="91425">
            <a:noAutofit/>
          </a:bodyPr>
          <a:lstStyle>
            <a:lvl1pPr lvl="0">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143" name="Google Shape;1143;p25"/>
          <p:cNvSpPr txBox="1"/>
          <p:nvPr>
            <p:ph idx="1" type="subTitle"/>
          </p:nvPr>
        </p:nvSpPr>
        <p:spPr>
          <a:xfrm>
            <a:off x="1567525" y="1814848"/>
            <a:ext cx="3905100" cy="315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144" name="Google Shape;1144;p25"/>
          <p:cNvSpPr txBox="1"/>
          <p:nvPr>
            <p:ph hasCustomPrompt="1" idx="3" type="title"/>
          </p:nvPr>
        </p:nvSpPr>
        <p:spPr>
          <a:xfrm>
            <a:off x="720000" y="1495475"/>
            <a:ext cx="840600" cy="657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r>
              <a:t>xx%</a:t>
            </a:r>
          </a:p>
        </p:txBody>
      </p:sp>
      <p:sp>
        <p:nvSpPr>
          <p:cNvPr id="1145" name="Google Shape;1145;p25"/>
          <p:cNvSpPr txBox="1"/>
          <p:nvPr>
            <p:ph idx="4" type="title"/>
          </p:nvPr>
        </p:nvSpPr>
        <p:spPr>
          <a:xfrm>
            <a:off x="1567525" y="2314263"/>
            <a:ext cx="3905100" cy="315900"/>
          </a:xfrm>
          <a:prstGeom prst="rect">
            <a:avLst/>
          </a:prstGeom>
        </p:spPr>
        <p:txBody>
          <a:bodyPr anchorCtr="0" anchor="ctr" bIns="91425" lIns="91425" spcFirstLastPara="1" rIns="91425" wrap="square" tIns="91425">
            <a:noAutofit/>
          </a:bodyPr>
          <a:lstStyle>
            <a:lvl1pPr lvl="0">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146" name="Google Shape;1146;p25"/>
          <p:cNvSpPr txBox="1"/>
          <p:nvPr>
            <p:ph idx="5" type="subTitle"/>
          </p:nvPr>
        </p:nvSpPr>
        <p:spPr>
          <a:xfrm>
            <a:off x="1567525" y="2612032"/>
            <a:ext cx="3905100" cy="315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147" name="Google Shape;1147;p25"/>
          <p:cNvSpPr txBox="1"/>
          <p:nvPr>
            <p:ph hasCustomPrompt="1" idx="6" type="title"/>
          </p:nvPr>
        </p:nvSpPr>
        <p:spPr>
          <a:xfrm>
            <a:off x="720000" y="2292658"/>
            <a:ext cx="840600" cy="657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r>
              <a:t>xx%</a:t>
            </a:r>
          </a:p>
        </p:txBody>
      </p:sp>
      <p:sp>
        <p:nvSpPr>
          <p:cNvPr id="1148" name="Google Shape;1148;p25"/>
          <p:cNvSpPr txBox="1"/>
          <p:nvPr>
            <p:ph idx="7" type="title"/>
          </p:nvPr>
        </p:nvSpPr>
        <p:spPr>
          <a:xfrm>
            <a:off x="1567525" y="3111427"/>
            <a:ext cx="3905100" cy="315900"/>
          </a:xfrm>
          <a:prstGeom prst="rect">
            <a:avLst/>
          </a:prstGeom>
        </p:spPr>
        <p:txBody>
          <a:bodyPr anchorCtr="0" anchor="ctr" bIns="91425" lIns="91425" spcFirstLastPara="1" rIns="91425" wrap="square" tIns="91425">
            <a:noAutofit/>
          </a:bodyPr>
          <a:lstStyle>
            <a:lvl1pPr lvl="0">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149" name="Google Shape;1149;p25"/>
          <p:cNvSpPr txBox="1"/>
          <p:nvPr>
            <p:ph idx="8" type="subTitle"/>
          </p:nvPr>
        </p:nvSpPr>
        <p:spPr>
          <a:xfrm>
            <a:off x="1567525" y="3409203"/>
            <a:ext cx="3905100" cy="315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150" name="Google Shape;1150;p25"/>
          <p:cNvSpPr txBox="1"/>
          <p:nvPr>
            <p:ph hasCustomPrompt="1" idx="9" type="title"/>
          </p:nvPr>
        </p:nvSpPr>
        <p:spPr>
          <a:xfrm>
            <a:off x="720000" y="3089829"/>
            <a:ext cx="840600" cy="657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r>
              <a:t>xx%</a:t>
            </a:r>
          </a:p>
        </p:txBody>
      </p:sp>
      <p:sp>
        <p:nvSpPr>
          <p:cNvPr id="1151" name="Google Shape;1151;p25"/>
          <p:cNvSpPr txBox="1"/>
          <p:nvPr>
            <p:ph idx="13" type="title"/>
          </p:nvPr>
        </p:nvSpPr>
        <p:spPr>
          <a:xfrm>
            <a:off x="1567525" y="3908627"/>
            <a:ext cx="3905100" cy="315900"/>
          </a:xfrm>
          <a:prstGeom prst="rect">
            <a:avLst/>
          </a:prstGeom>
        </p:spPr>
        <p:txBody>
          <a:bodyPr anchorCtr="0" anchor="ctr" bIns="91425" lIns="91425" spcFirstLastPara="1" rIns="91425" wrap="square" tIns="91425">
            <a:noAutofit/>
          </a:bodyPr>
          <a:lstStyle>
            <a:lvl1pPr lvl="0">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152" name="Google Shape;1152;p25"/>
          <p:cNvSpPr txBox="1"/>
          <p:nvPr>
            <p:ph idx="14" type="subTitle"/>
          </p:nvPr>
        </p:nvSpPr>
        <p:spPr>
          <a:xfrm>
            <a:off x="1567525" y="4206400"/>
            <a:ext cx="3905100" cy="315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153" name="Google Shape;1153;p25"/>
          <p:cNvSpPr txBox="1"/>
          <p:nvPr>
            <p:ph hasCustomPrompt="1" idx="15" type="title"/>
          </p:nvPr>
        </p:nvSpPr>
        <p:spPr>
          <a:xfrm>
            <a:off x="720000" y="3887025"/>
            <a:ext cx="840600" cy="657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r>
              <a:t>xx%</a:t>
            </a: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154" name="Shape 1154"/>
        <p:cNvGrpSpPr/>
        <p:nvPr/>
      </p:nvGrpSpPr>
      <p:grpSpPr>
        <a:xfrm>
          <a:off x="0" y="0"/>
          <a:ext cx="0" cy="0"/>
          <a:chOff x="0" y="0"/>
          <a:chExt cx="0" cy="0"/>
        </a:xfrm>
      </p:grpSpPr>
      <p:sp>
        <p:nvSpPr>
          <p:cNvPr id="1155" name="Google Shape;1155;p26"/>
          <p:cNvSpPr txBox="1"/>
          <p:nvPr>
            <p:ph type="title"/>
          </p:nvPr>
        </p:nvSpPr>
        <p:spPr>
          <a:xfrm>
            <a:off x="4070700" y="3065849"/>
            <a:ext cx="4360200" cy="490200"/>
          </a:xfrm>
          <a:prstGeom prst="rect">
            <a:avLst/>
          </a:prstGeom>
        </p:spPr>
        <p:txBody>
          <a:bodyPr anchorCtr="0" anchor="ctr" bIns="91425" lIns="91425" spcFirstLastPara="1" rIns="91425" wrap="square" tIns="91425">
            <a:noAutofit/>
          </a:bodyPr>
          <a:lstStyle>
            <a:lvl1pPr lvl="0" algn="r">
              <a:spcBef>
                <a:spcPts val="0"/>
              </a:spcBef>
              <a:spcAft>
                <a:spcPts val="0"/>
              </a:spcAft>
              <a:buSzPts val="3000"/>
              <a:buNone/>
              <a:defRPr sz="3000"/>
            </a:lvl1pPr>
            <a:lvl2pPr lvl="1" algn="ctr">
              <a:spcBef>
                <a:spcPts val="0"/>
              </a:spcBef>
              <a:spcAft>
                <a:spcPts val="0"/>
              </a:spcAft>
              <a:buSzPts val="3000"/>
              <a:buNone/>
              <a:defRPr sz="3000"/>
            </a:lvl2pPr>
            <a:lvl3pPr lvl="2" algn="ctr">
              <a:spcBef>
                <a:spcPts val="0"/>
              </a:spcBef>
              <a:spcAft>
                <a:spcPts val="0"/>
              </a:spcAft>
              <a:buSzPts val="3000"/>
              <a:buNone/>
              <a:defRPr sz="3000"/>
            </a:lvl3pPr>
            <a:lvl4pPr lvl="3" algn="ctr">
              <a:spcBef>
                <a:spcPts val="0"/>
              </a:spcBef>
              <a:spcAft>
                <a:spcPts val="0"/>
              </a:spcAft>
              <a:buSzPts val="3000"/>
              <a:buNone/>
              <a:defRPr sz="3000"/>
            </a:lvl4pPr>
            <a:lvl5pPr lvl="4" algn="ctr">
              <a:spcBef>
                <a:spcPts val="0"/>
              </a:spcBef>
              <a:spcAft>
                <a:spcPts val="0"/>
              </a:spcAft>
              <a:buSzPts val="3000"/>
              <a:buNone/>
              <a:defRPr sz="3000"/>
            </a:lvl5pPr>
            <a:lvl6pPr lvl="5" algn="ctr">
              <a:spcBef>
                <a:spcPts val="0"/>
              </a:spcBef>
              <a:spcAft>
                <a:spcPts val="0"/>
              </a:spcAft>
              <a:buSzPts val="3000"/>
              <a:buNone/>
              <a:defRPr sz="3000"/>
            </a:lvl6pPr>
            <a:lvl7pPr lvl="6" algn="ctr">
              <a:spcBef>
                <a:spcPts val="0"/>
              </a:spcBef>
              <a:spcAft>
                <a:spcPts val="0"/>
              </a:spcAft>
              <a:buSzPts val="3000"/>
              <a:buNone/>
              <a:defRPr sz="3000"/>
            </a:lvl7pPr>
            <a:lvl8pPr lvl="7" algn="ctr">
              <a:spcBef>
                <a:spcPts val="0"/>
              </a:spcBef>
              <a:spcAft>
                <a:spcPts val="0"/>
              </a:spcAft>
              <a:buSzPts val="3000"/>
              <a:buNone/>
              <a:defRPr sz="3000"/>
            </a:lvl8pPr>
            <a:lvl9pPr lvl="8" algn="ctr">
              <a:spcBef>
                <a:spcPts val="0"/>
              </a:spcBef>
              <a:spcAft>
                <a:spcPts val="0"/>
              </a:spcAft>
              <a:buSzPts val="3000"/>
              <a:buNone/>
              <a:defRPr sz="3000"/>
            </a:lvl9pPr>
          </a:lstStyle>
          <a:p/>
        </p:txBody>
      </p:sp>
      <p:sp>
        <p:nvSpPr>
          <p:cNvPr id="1156" name="Google Shape;1156;p26"/>
          <p:cNvSpPr txBox="1"/>
          <p:nvPr>
            <p:ph idx="1" type="subTitle"/>
          </p:nvPr>
        </p:nvSpPr>
        <p:spPr>
          <a:xfrm>
            <a:off x="4070725" y="1587450"/>
            <a:ext cx="4360200" cy="1478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SzPts val="3000"/>
              <a:buNone/>
              <a:defRPr sz="2000"/>
            </a:lvl1pPr>
            <a:lvl2pPr lvl="1" algn="ctr">
              <a:lnSpc>
                <a:spcPct val="100000"/>
              </a:lnSpc>
              <a:spcBef>
                <a:spcPts val="0"/>
              </a:spcBef>
              <a:spcAft>
                <a:spcPts val="0"/>
              </a:spcAft>
              <a:buSzPts val="3000"/>
              <a:buNone/>
              <a:defRPr sz="3000"/>
            </a:lvl2pPr>
            <a:lvl3pPr lvl="2" algn="ctr">
              <a:lnSpc>
                <a:spcPct val="100000"/>
              </a:lnSpc>
              <a:spcBef>
                <a:spcPts val="1600"/>
              </a:spcBef>
              <a:spcAft>
                <a:spcPts val="0"/>
              </a:spcAft>
              <a:buSzPts val="3000"/>
              <a:buNone/>
              <a:defRPr sz="3000"/>
            </a:lvl3pPr>
            <a:lvl4pPr lvl="3" algn="ctr">
              <a:lnSpc>
                <a:spcPct val="100000"/>
              </a:lnSpc>
              <a:spcBef>
                <a:spcPts val="1600"/>
              </a:spcBef>
              <a:spcAft>
                <a:spcPts val="0"/>
              </a:spcAft>
              <a:buSzPts val="3000"/>
              <a:buNone/>
              <a:defRPr sz="3000"/>
            </a:lvl4pPr>
            <a:lvl5pPr lvl="4" algn="ctr">
              <a:lnSpc>
                <a:spcPct val="100000"/>
              </a:lnSpc>
              <a:spcBef>
                <a:spcPts val="1600"/>
              </a:spcBef>
              <a:spcAft>
                <a:spcPts val="0"/>
              </a:spcAft>
              <a:buSzPts val="3000"/>
              <a:buNone/>
              <a:defRPr sz="3000"/>
            </a:lvl5pPr>
            <a:lvl6pPr lvl="5" algn="ctr">
              <a:lnSpc>
                <a:spcPct val="100000"/>
              </a:lnSpc>
              <a:spcBef>
                <a:spcPts val="1600"/>
              </a:spcBef>
              <a:spcAft>
                <a:spcPts val="0"/>
              </a:spcAft>
              <a:buSzPts val="3000"/>
              <a:buNone/>
              <a:defRPr sz="3000"/>
            </a:lvl6pPr>
            <a:lvl7pPr lvl="6" algn="ctr">
              <a:lnSpc>
                <a:spcPct val="100000"/>
              </a:lnSpc>
              <a:spcBef>
                <a:spcPts val="1600"/>
              </a:spcBef>
              <a:spcAft>
                <a:spcPts val="0"/>
              </a:spcAft>
              <a:buSzPts val="3000"/>
              <a:buNone/>
              <a:defRPr sz="3000"/>
            </a:lvl7pPr>
            <a:lvl8pPr lvl="7" algn="ctr">
              <a:lnSpc>
                <a:spcPct val="100000"/>
              </a:lnSpc>
              <a:spcBef>
                <a:spcPts val="1600"/>
              </a:spcBef>
              <a:spcAft>
                <a:spcPts val="0"/>
              </a:spcAft>
              <a:buSzPts val="3000"/>
              <a:buNone/>
              <a:defRPr sz="3000"/>
            </a:lvl8pPr>
            <a:lvl9pPr lvl="8" algn="ctr">
              <a:lnSpc>
                <a:spcPct val="100000"/>
              </a:lnSpc>
              <a:spcBef>
                <a:spcPts val="1600"/>
              </a:spcBef>
              <a:spcAft>
                <a:spcPts val="1600"/>
              </a:spcAft>
              <a:buSzPts val="3000"/>
              <a:buNone/>
              <a:defRPr sz="3000"/>
            </a:lvl9pPr>
          </a:lstStyle>
          <a:p/>
        </p:txBody>
      </p:sp>
      <p:sp>
        <p:nvSpPr>
          <p:cNvPr id="1157" name="Google Shape;1157;p26"/>
          <p:cNvSpPr/>
          <p:nvPr/>
        </p:nvSpPr>
        <p:spPr>
          <a:xfrm flipH="1">
            <a:off x="-6" y="3996398"/>
            <a:ext cx="9173906" cy="1147080"/>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26"/>
          <p:cNvSpPr/>
          <p:nvPr/>
        </p:nvSpPr>
        <p:spPr>
          <a:xfrm flipH="1">
            <a:off x="-459104" y="3775428"/>
            <a:ext cx="6683105" cy="2534470"/>
          </a:xfrm>
          <a:custGeom>
            <a:rect b="b" l="l" r="r" t="t"/>
            <a:pathLst>
              <a:path extrusionOk="0" h="13052" w="30413">
                <a:moveTo>
                  <a:pt x="22990" y="1"/>
                </a:moveTo>
                <a:lnTo>
                  <a:pt x="13801" y="1071"/>
                </a:lnTo>
                <a:lnTo>
                  <a:pt x="13596" y="1071"/>
                </a:lnTo>
                <a:cubicBezTo>
                  <a:pt x="13596" y="1071"/>
                  <a:pt x="9965" y="1437"/>
                  <a:pt x="11027" y="1856"/>
                </a:cubicBezTo>
                <a:cubicBezTo>
                  <a:pt x="12080" y="2275"/>
                  <a:pt x="12570" y="2552"/>
                  <a:pt x="10447" y="2918"/>
                </a:cubicBezTo>
                <a:cubicBezTo>
                  <a:pt x="8333" y="3275"/>
                  <a:pt x="5960" y="3560"/>
                  <a:pt x="7610" y="4184"/>
                </a:cubicBezTo>
                <a:cubicBezTo>
                  <a:pt x="9260" y="4800"/>
                  <a:pt x="6575" y="5549"/>
                  <a:pt x="3694" y="5755"/>
                </a:cubicBezTo>
                <a:cubicBezTo>
                  <a:pt x="2427" y="5844"/>
                  <a:pt x="1098" y="6450"/>
                  <a:pt x="0" y="7102"/>
                </a:cubicBezTo>
                <a:lnTo>
                  <a:pt x="0" y="13052"/>
                </a:lnTo>
                <a:lnTo>
                  <a:pt x="28869" y="13052"/>
                </a:lnTo>
                <a:lnTo>
                  <a:pt x="30412" y="12704"/>
                </a:lnTo>
                <a:lnTo>
                  <a:pt x="30412" y="81"/>
                </a:lnTo>
                <a:lnTo>
                  <a:pt x="30038"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26"/>
          <p:cNvSpPr/>
          <p:nvPr/>
        </p:nvSpPr>
        <p:spPr>
          <a:xfrm flipH="1">
            <a:off x="-459104" y="3775428"/>
            <a:ext cx="6683105" cy="2534470"/>
          </a:xfrm>
          <a:custGeom>
            <a:rect b="b" l="l" r="r" t="t"/>
            <a:pathLst>
              <a:path extrusionOk="0" h="13052" w="30413">
                <a:moveTo>
                  <a:pt x="22990" y="1"/>
                </a:moveTo>
                <a:lnTo>
                  <a:pt x="15728" y="848"/>
                </a:lnTo>
                <a:lnTo>
                  <a:pt x="13569" y="1749"/>
                </a:lnTo>
                <a:cubicBezTo>
                  <a:pt x="13569" y="1749"/>
                  <a:pt x="15666" y="2409"/>
                  <a:pt x="12766" y="2909"/>
                </a:cubicBezTo>
                <a:cubicBezTo>
                  <a:pt x="9867" y="3417"/>
                  <a:pt x="12017" y="3997"/>
                  <a:pt x="13337" y="4184"/>
                </a:cubicBezTo>
                <a:cubicBezTo>
                  <a:pt x="14649" y="4372"/>
                  <a:pt x="15407" y="5210"/>
                  <a:pt x="8939" y="6236"/>
                </a:cubicBezTo>
                <a:cubicBezTo>
                  <a:pt x="2480" y="7271"/>
                  <a:pt x="4684" y="7789"/>
                  <a:pt x="5888" y="8029"/>
                </a:cubicBezTo>
                <a:cubicBezTo>
                  <a:pt x="7030" y="8252"/>
                  <a:pt x="5291" y="8725"/>
                  <a:pt x="0" y="9555"/>
                </a:cubicBezTo>
                <a:lnTo>
                  <a:pt x="0" y="13052"/>
                </a:lnTo>
                <a:lnTo>
                  <a:pt x="28494" y="13052"/>
                </a:lnTo>
                <a:lnTo>
                  <a:pt x="28155" y="7887"/>
                </a:lnTo>
                <a:cubicBezTo>
                  <a:pt x="28155" y="7887"/>
                  <a:pt x="25953" y="8060"/>
                  <a:pt x="24567" y="8060"/>
                </a:cubicBezTo>
                <a:cubicBezTo>
                  <a:pt x="24042" y="8060"/>
                  <a:pt x="23635" y="8036"/>
                  <a:pt x="23507" y="7967"/>
                </a:cubicBezTo>
                <a:cubicBezTo>
                  <a:pt x="23035" y="7726"/>
                  <a:pt x="26639" y="7664"/>
                  <a:pt x="25104" y="6888"/>
                </a:cubicBezTo>
                <a:cubicBezTo>
                  <a:pt x="23579" y="6111"/>
                  <a:pt x="18413" y="6067"/>
                  <a:pt x="20233" y="5317"/>
                </a:cubicBezTo>
                <a:cubicBezTo>
                  <a:pt x="22062" y="4577"/>
                  <a:pt x="20028" y="4220"/>
                  <a:pt x="18333" y="3640"/>
                </a:cubicBezTo>
                <a:cubicBezTo>
                  <a:pt x="16638" y="3060"/>
                  <a:pt x="17236" y="2543"/>
                  <a:pt x="18770" y="2525"/>
                </a:cubicBezTo>
                <a:cubicBezTo>
                  <a:pt x="18807" y="2525"/>
                  <a:pt x="18842" y="2525"/>
                  <a:pt x="18876" y="2525"/>
                </a:cubicBezTo>
                <a:cubicBezTo>
                  <a:pt x="20301" y="2525"/>
                  <a:pt x="20215" y="2879"/>
                  <a:pt x="19832" y="3105"/>
                </a:cubicBezTo>
                <a:cubicBezTo>
                  <a:pt x="19586" y="3247"/>
                  <a:pt x="19856" y="3386"/>
                  <a:pt x="20555" y="3386"/>
                </a:cubicBezTo>
                <a:cubicBezTo>
                  <a:pt x="20997" y="3386"/>
                  <a:pt x="21611" y="3330"/>
                  <a:pt x="22374" y="3185"/>
                </a:cubicBezTo>
                <a:cubicBezTo>
                  <a:pt x="22844" y="3098"/>
                  <a:pt x="23275" y="3061"/>
                  <a:pt x="23640" y="3061"/>
                </a:cubicBezTo>
                <a:cubicBezTo>
                  <a:pt x="24807" y="3061"/>
                  <a:pt x="25303" y="3439"/>
                  <a:pt x="24257" y="3765"/>
                </a:cubicBezTo>
                <a:cubicBezTo>
                  <a:pt x="23293" y="4074"/>
                  <a:pt x="23579" y="4205"/>
                  <a:pt x="24624" y="4205"/>
                </a:cubicBezTo>
                <a:cubicBezTo>
                  <a:pt x="25060" y="4205"/>
                  <a:pt x="25627" y="4182"/>
                  <a:pt x="26291" y="4140"/>
                </a:cubicBezTo>
                <a:cubicBezTo>
                  <a:pt x="26778" y="4109"/>
                  <a:pt x="27185" y="4094"/>
                  <a:pt x="27510" y="4094"/>
                </a:cubicBezTo>
                <a:cubicBezTo>
                  <a:pt x="28693" y="4094"/>
                  <a:pt x="28808" y="4287"/>
                  <a:pt x="27843" y="4595"/>
                </a:cubicBezTo>
                <a:cubicBezTo>
                  <a:pt x="27072" y="4842"/>
                  <a:pt x="27244" y="5114"/>
                  <a:pt x="28358" y="5114"/>
                </a:cubicBezTo>
                <a:cubicBezTo>
                  <a:pt x="28855" y="5114"/>
                  <a:pt x="29540" y="5060"/>
                  <a:pt x="30412" y="4925"/>
                </a:cubicBezTo>
                <a:lnTo>
                  <a:pt x="30412" y="179"/>
                </a:lnTo>
                <a:cubicBezTo>
                  <a:pt x="29547" y="108"/>
                  <a:pt x="28494" y="45"/>
                  <a:pt x="27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0" name="Google Shape;1160;p26"/>
          <p:cNvGrpSpPr/>
          <p:nvPr/>
        </p:nvGrpSpPr>
        <p:grpSpPr>
          <a:xfrm flipH="1">
            <a:off x="-760212" y="1663728"/>
            <a:ext cx="4484281" cy="2708498"/>
            <a:chOff x="6244119" y="1698941"/>
            <a:chExt cx="760628" cy="457625"/>
          </a:xfrm>
        </p:grpSpPr>
        <p:sp>
          <p:nvSpPr>
            <p:cNvPr id="1161" name="Google Shape;1161;p26"/>
            <p:cNvSpPr/>
            <p:nvPr/>
          </p:nvSpPr>
          <p:spPr>
            <a:xfrm>
              <a:off x="6462191" y="1698941"/>
              <a:ext cx="542556" cy="308882"/>
            </a:xfrm>
            <a:custGeom>
              <a:rect b="b" l="l" r="r" t="t"/>
              <a:pathLst>
                <a:path extrusionOk="0" h="6522" w="11456">
                  <a:moveTo>
                    <a:pt x="9502" y="0"/>
                  </a:moveTo>
                  <a:cubicBezTo>
                    <a:pt x="8699" y="0"/>
                    <a:pt x="8708" y="848"/>
                    <a:pt x="8708" y="848"/>
                  </a:cubicBezTo>
                  <a:cubicBezTo>
                    <a:pt x="8671" y="845"/>
                    <a:pt x="8636" y="844"/>
                    <a:pt x="8602" y="844"/>
                  </a:cubicBezTo>
                  <a:cubicBezTo>
                    <a:pt x="7656" y="844"/>
                    <a:pt x="7664" y="1775"/>
                    <a:pt x="7664" y="1775"/>
                  </a:cubicBezTo>
                  <a:cubicBezTo>
                    <a:pt x="7631" y="1773"/>
                    <a:pt x="7600" y="1772"/>
                    <a:pt x="7570" y="1772"/>
                  </a:cubicBezTo>
                  <a:cubicBezTo>
                    <a:pt x="6944" y="1772"/>
                    <a:pt x="6977" y="2284"/>
                    <a:pt x="6977" y="2284"/>
                  </a:cubicBezTo>
                  <a:cubicBezTo>
                    <a:pt x="6883" y="2268"/>
                    <a:pt x="6797" y="2261"/>
                    <a:pt x="6719" y="2261"/>
                  </a:cubicBezTo>
                  <a:cubicBezTo>
                    <a:pt x="5978" y="2261"/>
                    <a:pt x="5897" y="2882"/>
                    <a:pt x="5897" y="2882"/>
                  </a:cubicBezTo>
                  <a:cubicBezTo>
                    <a:pt x="5785" y="2868"/>
                    <a:pt x="5681" y="2861"/>
                    <a:pt x="5583" y="2861"/>
                  </a:cubicBezTo>
                  <a:cubicBezTo>
                    <a:pt x="4370" y="2861"/>
                    <a:pt x="4202" y="3854"/>
                    <a:pt x="4202" y="3854"/>
                  </a:cubicBezTo>
                  <a:cubicBezTo>
                    <a:pt x="4113" y="3833"/>
                    <a:pt x="4032" y="3823"/>
                    <a:pt x="3959" y="3823"/>
                  </a:cubicBezTo>
                  <a:cubicBezTo>
                    <a:pt x="3453" y="3823"/>
                    <a:pt x="3337" y="4273"/>
                    <a:pt x="3337" y="4273"/>
                  </a:cubicBezTo>
                  <a:cubicBezTo>
                    <a:pt x="3145" y="4199"/>
                    <a:pt x="2971" y="4168"/>
                    <a:pt x="2815" y="4168"/>
                  </a:cubicBezTo>
                  <a:cubicBezTo>
                    <a:pt x="2108" y="4168"/>
                    <a:pt x="1767" y="4791"/>
                    <a:pt x="1767" y="4791"/>
                  </a:cubicBezTo>
                  <a:cubicBezTo>
                    <a:pt x="1649" y="4743"/>
                    <a:pt x="1540" y="4724"/>
                    <a:pt x="1440" y="4724"/>
                  </a:cubicBezTo>
                  <a:cubicBezTo>
                    <a:pt x="1014" y="4724"/>
                    <a:pt x="768" y="5076"/>
                    <a:pt x="768" y="5076"/>
                  </a:cubicBezTo>
                  <a:lnTo>
                    <a:pt x="1" y="6521"/>
                  </a:lnTo>
                  <a:lnTo>
                    <a:pt x="11455" y="6521"/>
                  </a:lnTo>
                  <a:lnTo>
                    <a:pt x="1145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26"/>
            <p:cNvSpPr/>
            <p:nvPr/>
          </p:nvSpPr>
          <p:spPr>
            <a:xfrm>
              <a:off x="6401936" y="1925441"/>
              <a:ext cx="24990" cy="29240"/>
            </a:xfrm>
            <a:custGeom>
              <a:rect b="b" l="l" r="r" t="t"/>
              <a:pathLst>
                <a:path extrusionOk="0" h="805" w="688">
                  <a:moveTo>
                    <a:pt x="669" y="0"/>
                  </a:moveTo>
                  <a:cubicBezTo>
                    <a:pt x="619" y="0"/>
                    <a:pt x="477" y="18"/>
                    <a:pt x="455" y="215"/>
                  </a:cubicBezTo>
                  <a:cubicBezTo>
                    <a:pt x="455" y="215"/>
                    <a:pt x="437" y="208"/>
                    <a:pt x="413" y="208"/>
                  </a:cubicBezTo>
                  <a:cubicBezTo>
                    <a:pt x="378" y="208"/>
                    <a:pt x="332" y="224"/>
                    <a:pt x="322" y="305"/>
                  </a:cubicBezTo>
                  <a:cubicBezTo>
                    <a:pt x="322" y="305"/>
                    <a:pt x="274" y="288"/>
                    <a:pt x="215" y="288"/>
                  </a:cubicBezTo>
                  <a:cubicBezTo>
                    <a:pt x="132" y="288"/>
                    <a:pt x="26" y="321"/>
                    <a:pt x="0" y="483"/>
                  </a:cubicBezTo>
                  <a:lnTo>
                    <a:pt x="687" y="804"/>
                  </a:lnTo>
                  <a:lnTo>
                    <a:pt x="687" y="1"/>
                  </a:lnTo>
                  <a:cubicBezTo>
                    <a:pt x="687" y="1"/>
                    <a:pt x="680" y="0"/>
                    <a:pt x="669"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26"/>
            <p:cNvSpPr/>
            <p:nvPr/>
          </p:nvSpPr>
          <p:spPr>
            <a:xfrm>
              <a:off x="6780077" y="1840885"/>
              <a:ext cx="47328" cy="114452"/>
            </a:xfrm>
            <a:custGeom>
              <a:rect b="b" l="l" r="r" t="t"/>
              <a:pathLst>
                <a:path extrusionOk="0" h="3151" w="1303">
                  <a:moveTo>
                    <a:pt x="0" y="1"/>
                  </a:moveTo>
                  <a:lnTo>
                    <a:pt x="0" y="3150"/>
                  </a:lnTo>
                  <a:lnTo>
                    <a:pt x="1303" y="3150"/>
                  </a:lnTo>
                  <a:lnTo>
                    <a:pt x="1303"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26"/>
            <p:cNvSpPr/>
            <p:nvPr/>
          </p:nvSpPr>
          <p:spPr>
            <a:xfrm>
              <a:off x="6804376" y="1859373"/>
              <a:ext cx="5848" cy="1038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26"/>
            <p:cNvSpPr/>
            <p:nvPr/>
          </p:nvSpPr>
          <p:spPr>
            <a:xfrm>
              <a:off x="6790756" y="1848694"/>
              <a:ext cx="5884" cy="10715"/>
            </a:xfrm>
            <a:custGeom>
              <a:rect b="b" l="l" r="r" t="t"/>
              <a:pathLst>
                <a:path extrusionOk="0" h="295" w="162">
                  <a:moveTo>
                    <a:pt x="1" y="0"/>
                  </a:moveTo>
                  <a:lnTo>
                    <a:pt x="1" y="294"/>
                  </a:lnTo>
                  <a:lnTo>
                    <a:pt x="161" y="294"/>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26"/>
            <p:cNvSpPr/>
            <p:nvPr/>
          </p:nvSpPr>
          <p:spPr>
            <a:xfrm>
              <a:off x="6816689" y="1871359"/>
              <a:ext cx="5848" cy="10715"/>
            </a:xfrm>
            <a:custGeom>
              <a:rect b="b" l="l" r="r" t="t"/>
              <a:pathLst>
                <a:path extrusionOk="0" h="295" w="161">
                  <a:moveTo>
                    <a:pt x="0" y="1"/>
                  </a:moveTo>
                  <a:lnTo>
                    <a:pt x="0"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26"/>
            <p:cNvSpPr/>
            <p:nvPr/>
          </p:nvSpPr>
          <p:spPr>
            <a:xfrm>
              <a:off x="6808590" y="1896965"/>
              <a:ext cx="5848" cy="10715"/>
            </a:xfrm>
            <a:custGeom>
              <a:rect b="b" l="l" r="r" t="t"/>
              <a:pathLst>
                <a:path extrusionOk="0" h="295" w="161">
                  <a:moveTo>
                    <a:pt x="0" y="0"/>
                  </a:moveTo>
                  <a:lnTo>
                    <a:pt x="0"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26"/>
            <p:cNvSpPr/>
            <p:nvPr/>
          </p:nvSpPr>
          <p:spPr>
            <a:xfrm>
              <a:off x="6817343" y="1912838"/>
              <a:ext cx="5848" cy="10715"/>
            </a:xfrm>
            <a:custGeom>
              <a:rect b="b" l="l" r="r" t="t"/>
              <a:pathLst>
                <a:path extrusionOk="0" h="295" w="161">
                  <a:moveTo>
                    <a:pt x="0" y="0"/>
                  </a:moveTo>
                  <a:lnTo>
                    <a:pt x="0"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26"/>
            <p:cNvSpPr/>
            <p:nvPr/>
          </p:nvSpPr>
          <p:spPr>
            <a:xfrm>
              <a:off x="6787850" y="1870051"/>
              <a:ext cx="5848" cy="10751"/>
            </a:xfrm>
            <a:custGeom>
              <a:rect b="b" l="l" r="r" t="t"/>
              <a:pathLst>
                <a:path extrusionOk="0" h="296" w="161">
                  <a:moveTo>
                    <a:pt x="0" y="1"/>
                  </a:moveTo>
                  <a:lnTo>
                    <a:pt x="0"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26"/>
            <p:cNvSpPr/>
            <p:nvPr/>
          </p:nvSpPr>
          <p:spPr>
            <a:xfrm>
              <a:off x="6800817" y="1930671"/>
              <a:ext cx="11696" cy="24663"/>
            </a:xfrm>
            <a:custGeom>
              <a:rect b="b" l="l" r="r" t="t"/>
              <a:pathLst>
                <a:path extrusionOk="0" h="679" w="322">
                  <a:moveTo>
                    <a:pt x="0" y="0"/>
                  </a:moveTo>
                  <a:lnTo>
                    <a:pt x="0" y="678"/>
                  </a:lnTo>
                  <a:lnTo>
                    <a:pt x="321" y="678"/>
                  </a:lnTo>
                  <a:lnTo>
                    <a:pt x="32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26"/>
            <p:cNvSpPr/>
            <p:nvPr/>
          </p:nvSpPr>
          <p:spPr>
            <a:xfrm>
              <a:off x="6780077" y="1829553"/>
              <a:ext cx="47328" cy="11369"/>
            </a:xfrm>
            <a:custGeom>
              <a:rect b="b" l="l" r="r" t="t"/>
              <a:pathLst>
                <a:path extrusionOk="0" h="313" w="1303">
                  <a:moveTo>
                    <a:pt x="312" y="1"/>
                  </a:moveTo>
                  <a:lnTo>
                    <a:pt x="0" y="313"/>
                  </a:lnTo>
                  <a:lnTo>
                    <a:pt x="1303" y="313"/>
                  </a:lnTo>
                  <a:lnTo>
                    <a:pt x="130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26"/>
            <p:cNvSpPr/>
            <p:nvPr/>
          </p:nvSpPr>
          <p:spPr>
            <a:xfrm>
              <a:off x="6426235" y="1898563"/>
              <a:ext cx="32109" cy="56118"/>
            </a:xfrm>
            <a:custGeom>
              <a:rect b="b" l="l" r="r" t="t"/>
              <a:pathLst>
                <a:path extrusionOk="0" h="1545" w="884">
                  <a:moveTo>
                    <a:pt x="0" y="1"/>
                  </a:moveTo>
                  <a:lnTo>
                    <a:pt x="0" y="1544"/>
                  </a:lnTo>
                  <a:lnTo>
                    <a:pt x="884" y="1544"/>
                  </a:lnTo>
                  <a:lnTo>
                    <a:pt x="884"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26"/>
            <p:cNvSpPr/>
            <p:nvPr/>
          </p:nvSpPr>
          <p:spPr>
            <a:xfrm>
              <a:off x="6458306" y="1890791"/>
              <a:ext cx="7482" cy="63891"/>
            </a:xfrm>
            <a:custGeom>
              <a:rect b="b" l="l" r="r" t="t"/>
              <a:pathLst>
                <a:path extrusionOk="0" h="1759" w="206">
                  <a:moveTo>
                    <a:pt x="206" y="1"/>
                  </a:moveTo>
                  <a:lnTo>
                    <a:pt x="1" y="215"/>
                  </a:lnTo>
                  <a:lnTo>
                    <a:pt x="1" y="1758"/>
                  </a:lnTo>
                  <a:lnTo>
                    <a:pt x="206" y="1758"/>
                  </a:lnTo>
                  <a:lnTo>
                    <a:pt x="206"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26"/>
            <p:cNvSpPr/>
            <p:nvPr/>
          </p:nvSpPr>
          <p:spPr>
            <a:xfrm>
              <a:off x="6430121" y="1903757"/>
              <a:ext cx="4250" cy="7156"/>
            </a:xfrm>
            <a:custGeom>
              <a:rect b="b" l="l" r="r" t="t"/>
              <a:pathLst>
                <a:path extrusionOk="0" h="197" w="117">
                  <a:moveTo>
                    <a:pt x="0" y="1"/>
                  </a:moveTo>
                  <a:lnTo>
                    <a:pt x="0" y="197"/>
                  </a:lnTo>
                  <a:lnTo>
                    <a:pt x="116" y="197"/>
                  </a:lnTo>
                  <a:lnTo>
                    <a:pt x="11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26"/>
            <p:cNvSpPr/>
            <p:nvPr/>
          </p:nvSpPr>
          <p:spPr>
            <a:xfrm>
              <a:off x="6449553" y="1905719"/>
              <a:ext cx="4250" cy="7156"/>
            </a:xfrm>
            <a:custGeom>
              <a:rect b="b" l="l" r="r" t="t"/>
              <a:pathLst>
                <a:path extrusionOk="0" h="197" w="117">
                  <a:moveTo>
                    <a:pt x="1" y="0"/>
                  </a:moveTo>
                  <a:lnTo>
                    <a:pt x="1" y="196"/>
                  </a:lnTo>
                  <a:lnTo>
                    <a:pt x="117" y="196"/>
                  </a:lnTo>
                  <a:lnTo>
                    <a:pt x="117"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26"/>
            <p:cNvSpPr/>
            <p:nvPr/>
          </p:nvSpPr>
          <p:spPr>
            <a:xfrm>
              <a:off x="6439528" y="1911857"/>
              <a:ext cx="4250" cy="7156"/>
            </a:xfrm>
            <a:custGeom>
              <a:rect b="b" l="l" r="r" t="t"/>
              <a:pathLst>
                <a:path extrusionOk="0" h="197" w="117">
                  <a:moveTo>
                    <a:pt x="0" y="1"/>
                  </a:moveTo>
                  <a:lnTo>
                    <a:pt x="0" y="197"/>
                  </a:lnTo>
                  <a:lnTo>
                    <a:pt x="116" y="197"/>
                  </a:lnTo>
                  <a:lnTo>
                    <a:pt x="11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26"/>
            <p:cNvSpPr/>
            <p:nvPr/>
          </p:nvSpPr>
          <p:spPr>
            <a:xfrm>
              <a:off x="6448282" y="1925151"/>
              <a:ext cx="4250" cy="7156"/>
            </a:xfrm>
            <a:custGeom>
              <a:rect b="b" l="l" r="r" t="t"/>
              <a:pathLst>
                <a:path extrusionOk="0" h="197" w="117">
                  <a:moveTo>
                    <a:pt x="0" y="0"/>
                  </a:moveTo>
                  <a:lnTo>
                    <a:pt x="0" y="197"/>
                  </a:lnTo>
                  <a:lnTo>
                    <a:pt x="116" y="197"/>
                  </a:lnTo>
                  <a:lnTo>
                    <a:pt x="11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26"/>
            <p:cNvSpPr/>
            <p:nvPr/>
          </p:nvSpPr>
          <p:spPr>
            <a:xfrm>
              <a:off x="6433027" y="1923843"/>
              <a:ext cx="4250" cy="7192"/>
            </a:xfrm>
            <a:custGeom>
              <a:rect b="b" l="l" r="r" t="t"/>
              <a:pathLst>
                <a:path extrusionOk="0" h="198" w="117">
                  <a:moveTo>
                    <a:pt x="1" y="1"/>
                  </a:moveTo>
                  <a:lnTo>
                    <a:pt x="1" y="197"/>
                  </a:lnTo>
                  <a:lnTo>
                    <a:pt x="117" y="197"/>
                  </a:lnTo>
                  <a:lnTo>
                    <a:pt x="11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26"/>
            <p:cNvSpPr/>
            <p:nvPr/>
          </p:nvSpPr>
          <p:spPr>
            <a:xfrm>
              <a:off x="6436259" y="1939389"/>
              <a:ext cx="8136" cy="15292"/>
            </a:xfrm>
            <a:custGeom>
              <a:rect b="b" l="l" r="r" t="t"/>
              <a:pathLst>
                <a:path extrusionOk="0" h="421" w="224">
                  <a:moveTo>
                    <a:pt x="1" y="1"/>
                  </a:moveTo>
                  <a:lnTo>
                    <a:pt x="1" y="420"/>
                  </a:lnTo>
                  <a:lnTo>
                    <a:pt x="224" y="420"/>
                  </a:lnTo>
                  <a:lnTo>
                    <a:pt x="22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26"/>
            <p:cNvSpPr/>
            <p:nvPr/>
          </p:nvSpPr>
          <p:spPr>
            <a:xfrm>
              <a:off x="6426235" y="1890791"/>
              <a:ext cx="39555" cy="7809"/>
            </a:xfrm>
            <a:custGeom>
              <a:rect b="b" l="l" r="r" t="t"/>
              <a:pathLst>
                <a:path extrusionOk="0" h="215" w="1089">
                  <a:moveTo>
                    <a:pt x="215" y="1"/>
                  </a:moveTo>
                  <a:lnTo>
                    <a:pt x="0" y="215"/>
                  </a:lnTo>
                  <a:lnTo>
                    <a:pt x="884" y="215"/>
                  </a:lnTo>
                  <a:lnTo>
                    <a:pt x="108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26"/>
            <p:cNvSpPr/>
            <p:nvPr/>
          </p:nvSpPr>
          <p:spPr>
            <a:xfrm>
              <a:off x="6577549" y="1906990"/>
              <a:ext cx="52849" cy="85285"/>
            </a:xfrm>
            <a:custGeom>
              <a:rect b="b" l="l" r="r" t="t"/>
              <a:pathLst>
                <a:path extrusionOk="0" h="2348" w="1455">
                  <a:moveTo>
                    <a:pt x="1" y="1"/>
                  </a:moveTo>
                  <a:lnTo>
                    <a:pt x="1" y="2347"/>
                  </a:lnTo>
                  <a:lnTo>
                    <a:pt x="1455" y="2347"/>
                  </a:lnTo>
                  <a:lnTo>
                    <a:pt x="1455"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26"/>
            <p:cNvSpPr/>
            <p:nvPr/>
          </p:nvSpPr>
          <p:spPr>
            <a:xfrm>
              <a:off x="6616450" y="1913491"/>
              <a:ext cx="5521" cy="9734"/>
            </a:xfrm>
            <a:custGeom>
              <a:rect b="b" l="l" r="r" t="t"/>
              <a:pathLst>
                <a:path extrusionOk="0" h="268" w="152">
                  <a:moveTo>
                    <a:pt x="0" y="0"/>
                  </a:moveTo>
                  <a:lnTo>
                    <a:pt x="0" y="268"/>
                  </a:lnTo>
                  <a:lnTo>
                    <a:pt x="152" y="268"/>
                  </a:lnTo>
                  <a:lnTo>
                    <a:pt x="15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26"/>
            <p:cNvSpPr/>
            <p:nvPr/>
          </p:nvSpPr>
          <p:spPr>
            <a:xfrm>
              <a:off x="6602502" y="1925804"/>
              <a:ext cx="5230" cy="9734"/>
            </a:xfrm>
            <a:custGeom>
              <a:rect b="b" l="l" r="r" t="t"/>
              <a:pathLst>
                <a:path extrusionOk="0" h="268" w="144">
                  <a:moveTo>
                    <a:pt x="0" y="0"/>
                  </a:moveTo>
                  <a:lnTo>
                    <a:pt x="0" y="268"/>
                  </a:lnTo>
                  <a:lnTo>
                    <a:pt x="143" y="268"/>
                  </a:lnTo>
                  <a:lnTo>
                    <a:pt x="14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26"/>
            <p:cNvSpPr/>
            <p:nvPr/>
          </p:nvSpPr>
          <p:spPr>
            <a:xfrm>
              <a:off x="6584668" y="1915743"/>
              <a:ext cx="5230" cy="9444"/>
            </a:xfrm>
            <a:custGeom>
              <a:rect b="b" l="l" r="r" t="t"/>
              <a:pathLst>
                <a:path extrusionOk="0" h="260" w="144">
                  <a:moveTo>
                    <a:pt x="1" y="1"/>
                  </a:moveTo>
                  <a:lnTo>
                    <a:pt x="1" y="259"/>
                  </a:lnTo>
                  <a:lnTo>
                    <a:pt x="144" y="259"/>
                  </a:lnTo>
                  <a:lnTo>
                    <a:pt x="14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26"/>
            <p:cNvSpPr/>
            <p:nvPr/>
          </p:nvSpPr>
          <p:spPr>
            <a:xfrm>
              <a:off x="6613834" y="1936483"/>
              <a:ext cx="5557" cy="9444"/>
            </a:xfrm>
            <a:custGeom>
              <a:rect b="b" l="l" r="r" t="t"/>
              <a:pathLst>
                <a:path extrusionOk="0" h="260" w="153">
                  <a:moveTo>
                    <a:pt x="1" y="1"/>
                  </a:moveTo>
                  <a:lnTo>
                    <a:pt x="1" y="259"/>
                  </a:lnTo>
                  <a:lnTo>
                    <a:pt x="152" y="259"/>
                  </a:lnTo>
                  <a:lnTo>
                    <a:pt x="15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26"/>
            <p:cNvSpPr/>
            <p:nvPr/>
          </p:nvSpPr>
          <p:spPr>
            <a:xfrm>
              <a:off x="6588228" y="1935502"/>
              <a:ext cx="5557" cy="9771"/>
            </a:xfrm>
            <a:custGeom>
              <a:rect b="b" l="l" r="r" t="t"/>
              <a:pathLst>
                <a:path extrusionOk="0" h="269" w="153">
                  <a:moveTo>
                    <a:pt x="1" y="1"/>
                  </a:moveTo>
                  <a:lnTo>
                    <a:pt x="1" y="269"/>
                  </a:lnTo>
                  <a:lnTo>
                    <a:pt x="153" y="269"/>
                  </a:lnTo>
                  <a:lnTo>
                    <a:pt x="15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26"/>
            <p:cNvSpPr/>
            <p:nvPr/>
          </p:nvSpPr>
          <p:spPr>
            <a:xfrm>
              <a:off x="6602502" y="1964668"/>
              <a:ext cx="13330" cy="27605"/>
            </a:xfrm>
            <a:custGeom>
              <a:rect b="b" l="l" r="r" t="t"/>
              <a:pathLst>
                <a:path extrusionOk="0" h="760" w="367">
                  <a:moveTo>
                    <a:pt x="0" y="1"/>
                  </a:moveTo>
                  <a:lnTo>
                    <a:pt x="0" y="759"/>
                  </a:lnTo>
                  <a:lnTo>
                    <a:pt x="366" y="759"/>
                  </a:lnTo>
                  <a:lnTo>
                    <a:pt x="36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26"/>
            <p:cNvSpPr/>
            <p:nvPr/>
          </p:nvSpPr>
          <p:spPr>
            <a:xfrm>
              <a:off x="6577549" y="1894350"/>
              <a:ext cx="52849" cy="12677"/>
            </a:xfrm>
            <a:custGeom>
              <a:rect b="b" l="l" r="r" t="t"/>
              <a:pathLst>
                <a:path extrusionOk="0" h="349" w="1455">
                  <a:moveTo>
                    <a:pt x="1" y="1"/>
                  </a:moveTo>
                  <a:lnTo>
                    <a:pt x="1" y="349"/>
                  </a:lnTo>
                  <a:lnTo>
                    <a:pt x="1455" y="349"/>
                  </a:lnTo>
                  <a:lnTo>
                    <a:pt x="145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26"/>
            <p:cNvSpPr/>
            <p:nvPr/>
          </p:nvSpPr>
          <p:spPr>
            <a:xfrm>
              <a:off x="6560369" y="1980214"/>
              <a:ext cx="17217" cy="12059"/>
            </a:xfrm>
            <a:custGeom>
              <a:rect b="b" l="l" r="r" t="t"/>
              <a:pathLst>
                <a:path extrusionOk="0" h="332" w="474">
                  <a:moveTo>
                    <a:pt x="460" y="0"/>
                  </a:moveTo>
                  <a:cubicBezTo>
                    <a:pt x="423" y="0"/>
                    <a:pt x="320" y="12"/>
                    <a:pt x="313" y="144"/>
                  </a:cubicBezTo>
                  <a:cubicBezTo>
                    <a:pt x="313" y="144"/>
                    <a:pt x="300" y="140"/>
                    <a:pt x="284" y="140"/>
                  </a:cubicBezTo>
                  <a:cubicBezTo>
                    <a:pt x="257" y="140"/>
                    <a:pt x="220" y="150"/>
                    <a:pt x="215" y="206"/>
                  </a:cubicBezTo>
                  <a:cubicBezTo>
                    <a:pt x="215" y="206"/>
                    <a:pt x="182" y="194"/>
                    <a:pt x="141" y="194"/>
                  </a:cubicBezTo>
                  <a:cubicBezTo>
                    <a:pt x="86" y="194"/>
                    <a:pt x="16" y="217"/>
                    <a:pt x="1" y="331"/>
                  </a:cubicBezTo>
                  <a:lnTo>
                    <a:pt x="474" y="331"/>
                  </a:lnTo>
                  <a:lnTo>
                    <a:pt x="474" y="1"/>
                  </a:lnTo>
                  <a:cubicBezTo>
                    <a:pt x="474" y="1"/>
                    <a:pt x="469" y="0"/>
                    <a:pt x="46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26"/>
            <p:cNvSpPr/>
            <p:nvPr/>
          </p:nvSpPr>
          <p:spPr>
            <a:xfrm>
              <a:off x="6671186" y="1975637"/>
              <a:ext cx="24663" cy="17253"/>
            </a:xfrm>
            <a:custGeom>
              <a:rect b="b" l="l" r="r" t="t"/>
              <a:pathLst>
                <a:path extrusionOk="0" h="475" w="679">
                  <a:moveTo>
                    <a:pt x="651" y="0"/>
                  </a:moveTo>
                  <a:cubicBezTo>
                    <a:pt x="594" y="0"/>
                    <a:pt x="467" y="21"/>
                    <a:pt x="447" y="207"/>
                  </a:cubicBezTo>
                  <a:cubicBezTo>
                    <a:pt x="447" y="207"/>
                    <a:pt x="431" y="203"/>
                    <a:pt x="411" y="203"/>
                  </a:cubicBezTo>
                  <a:cubicBezTo>
                    <a:pt x="375" y="203"/>
                    <a:pt x="324" y="217"/>
                    <a:pt x="313" y="297"/>
                  </a:cubicBezTo>
                  <a:cubicBezTo>
                    <a:pt x="313" y="297"/>
                    <a:pt x="265" y="280"/>
                    <a:pt x="207" y="280"/>
                  </a:cubicBezTo>
                  <a:cubicBezTo>
                    <a:pt x="125" y="280"/>
                    <a:pt x="22" y="313"/>
                    <a:pt x="1" y="475"/>
                  </a:cubicBezTo>
                  <a:lnTo>
                    <a:pt x="679" y="475"/>
                  </a:lnTo>
                  <a:lnTo>
                    <a:pt x="679" y="2"/>
                  </a:lnTo>
                  <a:cubicBezTo>
                    <a:pt x="679" y="2"/>
                    <a:pt x="668" y="0"/>
                    <a:pt x="65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26"/>
            <p:cNvSpPr/>
            <p:nvPr/>
          </p:nvSpPr>
          <p:spPr>
            <a:xfrm>
              <a:off x="6552597" y="1940950"/>
              <a:ext cx="24990" cy="17290"/>
            </a:xfrm>
            <a:custGeom>
              <a:rect b="b" l="l" r="r" t="t"/>
              <a:pathLst>
                <a:path extrusionOk="0" h="476" w="688">
                  <a:moveTo>
                    <a:pt x="659" y="1"/>
                  </a:moveTo>
                  <a:cubicBezTo>
                    <a:pt x="599" y="1"/>
                    <a:pt x="467" y="22"/>
                    <a:pt x="447" y="208"/>
                  </a:cubicBezTo>
                  <a:cubicBezTo>
                    <a:pt x="447" y="208"/>
                    <a:pt x="431" y="203"/>
                    <a:pt x="411" y="203"/>
                  </a:cubicBezTo>
                  <a:cubicBezTo>
                    <a:pt x="375" y="203"/>
                    <a:pt x="324" y="217"/>
                    <a:pt x="313" y="297"/>
                  </a:cubicBezTo>
                  <a:cubicBezTo>
                    <a:pt x="313" y="297"/>
                    <a:pt x="265" y="280"/>
                    <a:pt x="207" y="280"/>
                  </a:cubicBezTo>
                  <a:cubicBezTo>
                    <a:pt x="125" y="280"/>
                    <a:pt x="22" y="314"/>
                    <a:pt x="1" y="475"/>
                  </a:cubicBezTo>
                  <a:lnTo>
                    <a:pt x="688" y="475"/>
                  </a:lnTo>
                  <a:lnTo>
                    <a:pt x="688" y="3"/>
                  </a:lnTo>
                  <a:cubicBezTo>
                    <a:pt x="688" y="3"/>
                    <a:pt x="676" y="1"/>
                    <a:pt x="659"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26"/>
            <p:cNvSpPr/>
            <p:nvPr/>
          </p:nvSpPr>
          <p:spPr>
            <a:xfrm>
              <a:off x="6510464" y="1968809"/>
              <a:ext cx="24990" cy="17290"/>
            </a:xfrm>
            <a:custGeom>
              <a:rect b="b" l="l" r="r" t="t"/>
              <a:pathLst>
                <a:path extrusionOk="0" h="476" w="688">
                  <a:moveTo>
                    <a:pt x="659" y="1"/>
                  </a:moveTo>
                  <a:cubicBezTo>
                    <a:pt x="600" y="1"/>
                    <a:pt x="470" y="22"/>
                    <a:pt x="456" y="208"/>
                  </a:cubicBezTo>
                  <a:cubicBezTo>
                    <a:pt x="456" y="208"/>
                    <a:pt x="441" y="204"/>
                    <a:pt x="420" y="204"/>
                  </a:cubicBezTo>
                  <a:cubicBezTo>
                    <a:pt x="382" y="204"/>
                    <a:pt x="325" y="219"/>
                    <a:pt x="313" y="306"/>
                  </a:cubicBezTo>
                  <a:cubicBezTo>
                    <a:pt x="313" y="306"/>
                    <a:pt x="260" y="286"/>
                    <a:pt x="198" y="286"/>
                  </a:cubicBezTo>
                  <a:cubicBezTo>
                    <a:pt x="118" y="286"/>
                    <a:pt x="21" y="320"/>
                    <a:pt x="1" y="476"/>
                  </a:cubicBezTo>
                  <a:lnTo>
                    <a:pt x="688" y="476"/>
                  </a:lnTo>
                  <a:lnTo>
                    <a:pt x="688" y="3"/>
                  </a:lnTo>
                  <a:cubicBezTo>
                    <a:pt x="688" y="3"/>
                    <a:pt x="677" y="1"/>
                    <a:pt x="659"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26"/>
            <p:cNvSpPr/>
            <p:nvPr/>
          </p:nvSpPr>
          <p:spPr>
            <a:xfrm>
              <a:off x="6458306" y="1938408"/>
              <a:ext cx="24990" cy="17253"/>
            </a:xfrm>
            <a:custGeom>
              <a:rect b="b" l="l" r="r" t="t"/>
              <a:pathLst>
                <a:path extrusionOk="0" h="475" w="688">
                  <a:moveTo>
                    <a:pt x="668" y="0"/>
                  </a:moveTo>
                  <a:cubicBezTo>
                    <a:pt x="614" y="0"/>
                    <a:pt x="470" y="18"/>
                    <a:pt x="456" y="206"/>
                  </a:cubicBezTo>
                  <a:cubicBezTo>
                    <a:pt x="456" y="206"/>
                    <a:pt x="440" y="202"/>
                    <a:pt x="420" y="202"/>
                  </a:cubicBezTo>
                  <a:cubicBezTo>
                    <a:pt x="382" y="202"/>
                    <a:pt x="324" y="217"/>
                    <a:pt x="313" y="305"/>
                  </a:cubicBezTo>
                  <a:cubicBezTo>
                    <a:pt x="313" y="305"/>
                    <a:pt x="265" y="287"/>
                    <a:pt x="206" y="287"/>
                  </a:cubicBezTo>
                  <a:cubicBezTo>
                    <a:pt x="126" y="287"/>
                    <a:pt x="26" y="320"/>
                    <a:pt x="1" y="474"/>
                  </a:cubicBezTo>
                  <a:lnTo>
                    <a:pt x="688" y="474"/>
                  </a:lnTo>
                  <a:lnTo>
                    <a:pt x="688" y="1"/>
                  </a:lnTo>
                  <a:cubicBezTo>
                    <a:pt x="688" y="1"/>
                    <a:pt x="680" y="0"/>
                    <a:pt x="668"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26"/>
            <p:cNvSpPr/>
            <p:nvPr/>
          </p:nvSpPr>
          <p:spPr>
            <a:xfrm>
              <a:off x="6537705" y="1951411"/>
              <a:ext cx="39882" cy="31128"/>
            </a:xfrm>
            <a:custGeom>
              <a:rect b="b" l="l" r="r" t="t"/>
              <a:pathLst>
                <a:path extrusionOk="0" h="857" w="1098">
                  <a:moveTo>
                    <a:pt x="955" y="0"/>
                  </a:moveTo>
                  <a:lnTo>
                    <a:pt x="411" y="187"/>
                  </a:lnTo>
                  <a:cubicBezTo>
                    <a:pt x="411" y="187"/>
                    <a:pt x="363" y="169"/>
                    <a:pt x="302" y="169"/>
                  </a:cubicBezTo>
                  <a:cubicBezTo>
                    <a:pt x="229" y="169"/>
                    <a:pt x="138" y="195"/>
                    <a:pt x="89" y="312"/>
                  </a:cubicBezTo>
                  <a:cubicBezTo>
                    <a:pt x="0" y="535"/>
                    <a:pt x="223" y="848"/>
                    <a:pt x="250" y="848"/>
                  </a:cubicBezTo>
                  <a:cubicBezTo>
                    <a:pt x="277" y="856"/>
                    <a:pt x="553" y="856"/>
                    <a:pt x="553" y="856"/>
                  </a:cubicBezTo>
                  <a:cubicBezTo>
                    <a:pt x="553" y="856"/>
                    <a:pt x="678" y="785"/>
                    <a:pt x="839" y="678"/>
                  </a:cubicBezTo>
                  <a:cubicBezTo>
                    <a:pt x="990" y="571"/>
                    <a:pt x="1098" y="339"/>
                    <a:pt x="1098" y="339"/>
                  </a:cubicBezTo>
                  <a:lnTo>
                    <a:pt x="1071" y="9"/>
                  </a:lnTo>
                  <a:lnTo>
                    <a:pt x="95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26"/>
            <p:cNvSpPr/>
            <p:nvPr/>
          </p:nvSpPr>
          <p:spPr>
            <a:xfrm>
              <a:off x="6714626" y="1924134"/>
              <a:ext cx="41807" cy="14674"/>
            </a:xfrm>
            <a:custGeom>
              <a:rect b="b" l="l" r="r" t="t"/>
              <a:pathLst>
                <a:path extrusionOk="0" h="404" w="1151">
                  <a:moveTo>
                    <a:pt x="552" y="1"/>
                  </a:moveTo>
                  <a:cubicBezTo>
                    <a:pt x="507" y="1"/>
                    <a:pt x="398" y="17"/>
                    <a:pt x="384" y="180"/>
                  </a:cubicBezTo>
                  <a:cubicBezTo>
                    <a:pt x="384" y="180"/>
                    <a:pt x="367" y="174"/>
                    <a:pt x="346" y="174"/>
                  </a:cubicBezTo>
                  <a:cubicBezTo>
                    <a:pt x="314" y="174"/>
                    <a:pt x="273" y="187"/>
                    <a:pt x="268" y="251"/>
                  </a:cubicBezTo>
                  <a:cubicBezTo>
                    <a:pt x="268" y="251"/>
                    <a:pt x="229" y="238"/>
                    <a:pt x="181" y="238"/>
                  </a:cubicBezTo>
                  <a:cubicBezTo>
                    <a:pt x="111" y="238"/>
                    <a:pt x="21" y="266"/>
                    <a:pt x="0" y="403"/>
                  </a:cubicBezTo>
                  <a:lnTo>
                    <a:pt x="1151" y="403"/>
                  </a:lnTo>
                  <a:cubicBezTo>
                    <a:pt x="1130" y="266"/>
                    <a:pt x="1040" y="238"/>
                    <a:pt x="970" y="238"/>
                  </a:cubicBezTo>
                  <a:cubicBezTo>
                    <a:pt x="922" y="238"/>
                    <a:pt x="883" y="251"/>
                    <a:pt x="883" y="251"/>
                  </a:cubicBezTo>
                  <a:cubicBezTo>
                    <a:pt x="873" y="187"/>
                    <a:pt x="833" y="174"/>
                    <a:pt x="803" y="174"/>
                  </a:cubicBezTo>
                  <a:cubicBezTo>
                    <a:pt x="783" y="174"/>
                    <a:pt x="767" y="180"/>
                    <a:pt x="767" y="180"/>
                  </a:cubicBezTo>
                  <a:cubicBezTo>
                    <a:pt x="753" y="17"/>
                    <a:pt x="638" y="1"/>
                    <a:pt x="591" y="1"/>
                  </a:cubicBezTo>
                  <a:cubicBezTo>
                    <a:pt x="579" y="1"/>
                    <a:pt x="571" y="2"/>
                    <a:pt x="571" y="2"/>
                  </a:cubicBezTo>
                  <a:cubicBezTo>
                    <a:pt x="571" y="2"/>
                    <a:pt x="564" y="1"/>
                    <a:pt x="552"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26"/>
            <p:cNvSpPr/>
            <p:nvPr/>
          </p:nvSpPr>
          <p:spPr>
            <a:xfrm>
              <a:off x="6695812" y="1893079"/>
              <a:ext cx="32109" cy="104028"/>
            </a:xfrm>
            <a:custGeom>
              <a:rect b="b" l="l" r="r" t="t"/>
              <a:pathLst>
                <a:path extrusionOk="0" h="2864" w="884">
                  <a:moveTo>
                    <a:pt x="1" y="0"/>
                  </a:moveTo>
                  <a:lnTo>
                    <a:pt x="1" y="2864"/>
                  </a:lnTo>
                  <a:lnTo>
                    <a:pt x="884" y="2864"/>
                  </a:lnTo>
                  <a:lnTo>
                    <a:pt x="88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26"/>
            <p:cNvSpPr/>
            <p:nvPr/>
          </p:nvSpPr>
          <p:spPr>
            <a:xfrm>
              <a:off x="6727884" y="1885306"/>
              <a:ext cx="7519" cy="111801"/>
            </a:xfrm>
            <a:custGeom>
              <a:rect b="b" l="l" r="r" t="t"/>
              <a:pathLst>
                <a:path extrusionOk="0" h="3078" w="207">
                  <a:moveTo>
                    <a:pt x="206" y="0"/>
                  </a:moveTo>
                  <a:lnTo>
                    <a:pt x="1" y="214"/>
                  </a:lnTo>
                  <a:lnTo>
                    <a:pt x="1" y="3078"/>
                  </a:lnTo>
                  <a:lnTo>
                    <a:pt x="206" y="3078"/>
                  </a:lnTo>
                  <a:lnTo>
                    <a:pt x="206"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26"/>
            <p:cNvSpPr/>
            <p:nvPr/>
          </p:nvSpPr>
          <p:spPr>
            <a:xfrm>
              <a:off x="6701006" y="1898236"/>
              <a:ext cx="3923" cy="7192"/>
            </a:xfrm>
            <a:custGeom>
              <a:rect b="b" l="l" r="r" t="t"/>
              <a:pathLst>
                <a:path extrusionOk="0" h="198" w="108">
                  <a:moveTo>
                    <a:pt x="0" y="1"/>
                  </a:moveTo>
                  <a:lnTo>
                    <a:pt x="0"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26"/>
            <p:cNvSpPr/>
            <p:nvPr/>
          </p:nvSpPr>
          <p:spPr>
            <a:xfrm>
              <a:off x="6710086" y="1911530"/>
              <a:ext cx="3923" cy="7192"/>
            </a:xfrm>
            <a:custGeom>
              <a:rect b="b" l="l" r="r" t="t"/>
              <a:pathLst>
                <a:path extrusionOk="0" h="198"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26"/>
            <p:cNvSpPr/>
            <p:nvPr/>
          </p:nvSpPr>
          <p:spPr>
            <a:xfrm>
              <a:off x="6718513" y="1900198"/>
              <a:ext cx="3923" cy="7156"/>
            </a:xfrm>
            <a:custGeom>
              <a:rect b="b" l="l" r="r" t="t"/>
              <a:pathLst>
                <a:path extrusionOk="0" h="197"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26"/>
            <p:cNvSpPr/>
            <p:nvPr/>
          </p:nvSpPr>
          <p:spPr>
            <a:xfrm>
              <a:off x="6700025" y="1919303"/>
              <a:ext cx="3923" cy="7192"/>
            </a:xfrm>
            <a:custGeom>
              <a:rect b="b" l="l" r="r" t="t"/>
              <a:pathLst>
                <a:path extrusionOk="0" h="198"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26"/>
            <p:cNvSpPr/>
            <p:nvPr/>
          </p:nvSpPr>
          <p:spPr>
            <a:xfrm>
              <a:off x="6720438" y="1923516"/>
              <a:ext cx="3923" cy="7192"/>
            </a:xfrm>
            <a:custGeom>
              <a:rect b="b" l="l" r="r" t="t"/>
              <a:pathLst>
                <a:path extrusionOk="0" h="198"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26"/>
            <p:cNvSpPr/>
            <p:nvPr/>
          </p:nvSpPr>
          <p:spPr>
            <a:xfrm>
              <a:off x="6709432" y="1932923"/>
              <a:ext cx="3923" cy="7156"/>
            </a:xfrm>
            <a:custGeom>
              <a:rect b="b" l="l" r="r" t="t"/>
              <a:pathLst>
                <a:path extrusionOk="0" h="197"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26"/>
            <p:cNvSpPr/>
            <p:nvPr/>
          </p:nvSpPr>
          <p:spPr>
            <a:xfrm>
              <a:off x="6699371" y="1944909"/>
              <a:ext cx="3923" cy="7156"/>
            </a:xfrm>
            <a:custGeom>
              <a:rect b="b" l="l" r="r" t="t"/>
              <a:pathLst>
                <a:path extrusionOk="0" h="197"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26"/>
            <p:cNvSpPr/>
            <p:nvPr/>
          </p:nvSpPr>
          <p:spPr>
            <a:xfrm>
              <a:off x="6702931" y="1963070"/>
              <a:ext cx="3959" cy="7156"/>
            </a:xfrm>
            <a:custGeom>
              <a:rect b="b" l="l" r="r" t="t"/>
              <a:pathLst>
                <a:path extrusionOk="0" h="197" w="109">
                  <a:moveTo>
                    <a:pt x="1" y="0"/>
                  </a:moveTo>
                  <a:lnTo>
                    <a:pt x="1" y="196"/>
                  </a:lnTo>
                  <a:lnTo>
                    <a:pt x="108" y="196"/>
                  </a:lnTo>
                  <a:lnTo>
                    <a:pt x="10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26"/>
            <p:cNvSpPr/>
            <p:nvPr/>
          </p:nvSpPr>
          <p:spPr>
            <a:xfrm>
              <a:off x="6695812" y="1885306"/>
              <a:ext cx="39592" cy="7809"/>
            </a:xfrm>
            <a:custGeom>
              <a:rect b="b" l="l" r="r" t="t"/>
              <a:pathLst>
                <a:path extrusionOk="0" h="215" w="1090">
                  <a:moveTo>
                    <a:pt x="215" y="0"/>
                  </a:moveTo>
                  <a:lnTo>
                    <a:pt x="1" y="214"/>
                  </a:lnTo>
                  <a:lnTo>
                    <a:pt x="884" y="214"/>
                  </a:lnTo>
                  <a:lnTo>
                    <a:pt x="10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26"/>
            <p:cNvSpPr/>
            <p:nvPr/>
          </p:nvSpPr>
          <p:spPr>
            <a:xfrm>
              <a:off x="6634901" y="1859373"/>
              <a:ext cx="15909" cy="139696"/>
            </a:xfrm>
            <a:custGeom>
              <a:rect b="b" l="l" r="r" t="t"/>
              <a:pathLst>
                <a:path extrusionOk="0" h="3846" w="438">
                  <a:moveTo>
                    <a:pt x="438" y="0"/>
                  </a:moveTo>
                  <a:cubicBezTo>
                    <a:pt x="438" y="0"/>
                    <a:pt x="384" y="63"/>
                    <a:pt x="393" y="143"/>
                  </a:cubicBezTo>
                  <a:cubicBezTo>
                    <a:pt x="402" y="215"/>
                    <a:pt x="322" y="250"/>
                    <a:pt x="357" y="313"/>
                  </a:cubicBezTo>
                  <a:cubicBezTo>
                    <a:pt x="384" y="384"/>
                    <a:pt x="286" y="402"/>
                    <a:pt x="331" y="491"/>
                  </a:cubicBezTo>
                  <a:cubicBezTo>
                    <a:pt x="375" y="571"/>
                    <a:pt x="268" y="670"/>
                    <a:pt x="304" y="759"/>
                  </a:cubicBezTo>
                  <a:cubicBezTo>
                    <a:pt x="348" y="857"/>
                    <a:pt x="259" y="893"/>
                    <a:pt x="295" y="973"/>
                  </a:cubicBezTo>
                  <a:cubicBezTo>
                    <a:pt x="340" y="1053"/>
                    <a:pt x="206" y="1142"/>
                    <a:pt x="268" y="1276"/>
                  </a:cubicBezTo>
                  <a:cubicBezTo>
                    <a:pt x="340" y="1401"/>
                    <a:pt x="206" y="1472"/>
                    <a:pt x="250" y="1562"/>
                  </a:cubicBezTo>
                  <a:cubicBezTo>
                    <a:pt x="295" y="1660"/>
                    <a:pt x="134" y="1767"/>
                    <a:pt x="206" y="1865"/>
                  </a:cubicBezTo>
                  <a:cubicBezTo>
                    <a:pt x="277" y="1972"/>
                    <a:pt x="143" y="2061"/>
                    <a:pt x="188" y="2142"/>
                  </a:cubicBezTo>
                  <a:cubicBezTo>
                    <a:pt x="233" y="2222"/>
                    <a:pt x="108" y="2338"/>
                    <a:pt x="179" y="2427"/>
                  </a:cubicBezTo>
                  <a:cubicBezTo>
                    <a:pt x="241" y="2516"/>
                    <a:pt x="90" y="2623"/>
                    <a:pt x="134" y="2739"/>
                  </a:cubicBezTo>
                  <a:cubicBezTo>
                    <a:pt x="188" y="2864"/>
                    <a:pt x="63" y="2998"/>
                    <a:pt x="125" y="3105"/>
                  </a:cubicBezTo>
                  <a:cubicBezTo>
                    <a:pt x="188" y="3212"/>
                    <a:pt x="36" y="3239"/>
                    <a:pt x="108" y="3355"/>
                  </a:cubicBezTo>
                  <a:cubicBezTo>
                    <a:pt x="179" y="3480"/>
                    <a:pt x="1" y="3631"/>
                    <a:pt x="1" y="3845"/>
                  </a:cubicBezTo>
                  <a:lnTo>
                    <a:pt x="438" y="3845"/>
                  </a:lnTo>
                  <a:lnTo>
                    <a:pt x="4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26"/>
            <p:cNvSpPr/>
            <p:nvPr/>
          </p:nvSpPr>
          <p:spPr>
            <a:xfrm>
              <a:off x="6650773" y="1859373"/>
              <a:ext cx="15909" cy="139696"/>
            </a:xfrm>
            <a:custGeom>
              <a:rect b="b" l="l" r="r" t="t"/>
              <a:pathLst>
                <a:path extrusionOk="0" h="3846" w="438">
                  <a:moveTo>
                    <a:pt x="1" y="0"/>
                  </a:moveTo>
                  <a:lnTo>
                    <a:pt x="1" y="3845"/>
                  </a:lnTo>
                  <a:lnTo>
                    <a:pt x="438" y="3845"/>
                  </a:lnTo>
                  <a:cubicBezTo>
                    <a:pt x="438" y="3631"/>
                    <a:pt x="259" y="3480"/>
                    <a:pt x="331" y="3355"/>
                  </a:cubicBezTo>
                  <a:cubicBezTo>
                    <a:pt x="402" y="3239"/>
                    <a:pt x="250" y="3212"/>
                    <a:pt x="313" y="3105"/>
                  </a:cubicBezTo>
                  <a:cubicBezTo>
                    <a:pt x="375" y="2998"/>
                    <a:pt x="250" y="2864"/>
                    <a:pt x="304" y="2739"/>
                  </a:cubicBezTo>
                  <a:cubicBezTo>
                    <a:pt x="358" y="2623"/>
                    <a:pt x="197" y="2516"/>
                    <a:pt x="268" y="2427"/>
                  </a:cubicBezTo>
                  <a:cubicBezTo>
                    <a:pt x="331" y="2338"/>
                    <a:pt x="206" y="2222"/>
                    <a:pt x="250" y="2142"/>
                  </a:cubicBezTo>
                  <a:cubicBezTo>
                    <a:pt x="295" y="2061"/>
                    <a:pt x="170" y="1972"/>
                    <a:pt x="233" y="1865"/>
                  </a:cubicBezTo>
                  <a:cubicBezTo>
                    <a:pt x="304" y="1767"/>
                    <a:pt x="152" y="1660"/>
                    <a:pt x="188" y="1562"/>
                  </a:cubicBezTo>
                  <a:cubicBezTo>
                    <a:pt x="233" y="1472"/>
                    <a:pt x="108" y="1401"/>
                    <a:pt x="170" y="1276"/>
                  </a:cubicBezTo>
                  <a:cubicBezTo>
                    <a:pt x="242" y="1142"/>
                    <a:pt x="99" y="1053"/>
                    <a:pt x="143" y="973"/>
                  </a:cubicBezTo>
                  <a:cubicBezTo>
                    <a:pt x="188" y="893"/>
                    <a:pt x="90" y="857"/>
                    <a:pt x="135" y="759"/>
                  </a:cubicBezTo>
                  <a:cubicBezTo>
                    <a:pt x="179" y="670"/>
                    <a:pt x="63" y="571"/>
                    <a:pt x="108" y="491"/>
                  </a:cubicBezTo>
                  <a:cubicBezTo>
                    <a:pt x="161" y="402"/>
                    <a:pt x="54" y="384"/>
                    <a:pt x="90" y="313"/>
                  </a:cubicBezTo>
                  <a:cubicBezTo>
                    <a:pt x="117" y="250"/>
                    <a:pt x="45" y="215"/>
                    <a:pt x="54" y="143"/>
                  </a:cubicBezTo>
                  <a:cubicBezTo>
                    <a:pt x="63" y="63"/>
                    <a:pt x="1" y="0"/>
                    <a:pt x="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26"/>
            <p:cNvSpPr/>
            <p:nvPr/>
          </p:nvSpPr>
          <p:spPr>
            <a:xfrm>
              <a:off x="6474179" y="1859373"/>
              <a:ext cx="15909" cy="139696"/>
            </a:xfrm>
            <a:custGeom>
              <a:rect b="b" l="l" r="r" t="t"/>
              <a:pathLst>
                <a:path extrusionOk="0" h="3846" w="438">
                  <a:moveTo>
                    <a:pt x="438" y="0"/>
                  </a:moveTo>
                  <a:cubicBezTo>
                    <a:pt x="438" y="0"/>
                    <a:pt x="375" y="63"/>
                    <a:pt x="384" y="143"/>
                  </a:cubicBezTo>
                  <a:cubicBezTo>
                    <a:pt x="393" y="215"/>
                    <a:pt x="322" y="250"/>
                    <a:pt x="349" y="313"/>
                  </a:cubicBezTo>
                  <a:cubicBezTo>
                    <a:pt x="384" y="384"/>
                    <a:pt x="277" y="402"/>
                    <a:pt x="331" y="491"/>
                  </a:cubicBezTo>
                  <a:cubicBezTo>
                    <a:pt x="375" y="571"/>
                    <a:pt x="259" y="670"/>
                    <a:pt x="304" y="759"/>
                  </a:cubicBezTo>
                  <a:cubicBezTo>
                    <a:pt x="349" y="857"/>
                    <a:pt x="251" y="893"/>
                    <a:pt x="295" y="973"/>
                  </a:cubicBezTo>
                  <a:cubicBezTo>
                    <a:pt x="340" y="1053"/>
                    <a:pt x="197" y="1142"/>
                    <a:pt x="268" y="1276"/>
                  </a:cubicBezTo>
                  <a:cubicBezTo>
                    <a:pt x="331" y="1401"/>
                    <a:pt x="206" y="1472"/>
                    <a:pt x="251" y="1562"/>
                  </a:cubicBezTo>
                  <a:cubicBezTo>
                    <a:pt x="286" y="1660"/>
                    <a:pt x="135" y="1767"/>
                    <a:pt x="206" y="1865"/>
                  </a:cubicBezTo>
                  <a:cubicBezTo>
                    <a:pt x="268" y="1972"/>
                    <a:pt x="143" y="2061"/>
                    <a:pt x="188" y="2142"/>
                  </a:cubicBezTo>
                  <a:cubicBezTo>
                    <a:pt x="233" y="2222"/>
                    <a:pt x="108" y="2338"/>
                    <a:pt x="170" y="2427"/>
                  </a:cubicBezTo>
                  <a:cubicBezTo>
                    <a:pt x="242" y="2516"/>
                    <a:pt x="81" y="2623"/>
                    <a:pt x="135" y="2739"/>
                  </a:cubicBezTo>
                  <a:cubicBezTo>
                    <a:pt x="188" y="2864"/>
                    <a:pt x="63" y="2998"/>
                    <a:pt x="126" y="3105"/>
                  </a:cubicBezTo>
                  <a:cubicBezTo>
                    <a:pt x="188" y="3212"/>
                    <a:pt x="36" y="3239"/>
                    <a:pt x="108" y="3355"/>
                  </a:cubicBezTo>
                  <a:cubicBezTo>
                    <a:pt x="179" y="3480"/>
                    <a:pt x="1" y="3631"/>
                    <a:pt x="1" y="3845"/>
                  </a:cubicBezTo>
                  <a:lnTo>
                    <a:pt x="438" y="3845"/>
                  </a:lnTo>
                  <a:lnTo>
                    <a:pt x="4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26"/>
            <p:cNvSpPr/>
            <p:nvPr/>
          </p:nvSpPr>
          <p:spPr>
            <a:xfrm>
              <a:off x="6490051" y="1859373"/>
              <a:ext cx="15909" cy="139696"/>
            </a:xfrm>
            <a:custGeom>
              <a:rect b="b" l="l" r="r" t="t"/>
              <a:pathLst>
                <a:path extrusionOk="0" h="3846" w="438">
                  <a:moveTo>
                    <a:pt x="1" y="0"/>
                  </a:moveTo>
                  <a:lnTo>
                    <a:pt x="1" y="3845"/>
                  </a:lnTo>
                  <a:lnTo>
                    <a:pt x="438" y="3845"/>
                  </a:lnTo>
                  <a:cubicBezTo>
                    <a:pt x="438" y="3631"/>
                    <a:pt x="260" y="3480"/>
                    <a:pt x="331" y="3355"/>
                  </a:cubicBezTo>
                  <a:cubicBezTo>
                    <a:pt x="402" y="3239"/>
                    <a:pt x="251" y="3212"/>
                    <a:pt x="313" y="3105"/>
                  </a:cubicBezTo>
                  <a:cubicBezTo>
                    <a:pt x="376" y="2998"/>
                    <a:pt x="251" y="2864"/>
                    <a:pt x="304" y="2739"/>
                  </a:cubicBezTo>
                  <a:cubicBezTo>
                    <a:pt x="358" y="2623"/>
                    <a:pt x="197" y="2516"/>
                    <a:pt x="260" y="2427"/>
                  </a:cubicBezTo>
                  <a:cubicBezTo>
                    <a:pt x="331" y="2338"/>
                    <a:pt x="206" y="2222"/>
                    <a:pt x="251" y="2142"/>
                  </a:cubicBezTo>
                  <a:cubicBezTo>
                    <a:pt x="295" y="2061"/>
                    <a:pt x="161" y="1972"/>
                    <a:pt x="233" y="1865"/>
                  </a:cubicBezTo>
                  <a:cubicBezTo>
                    <a:pt x="304" y="1767"/>
                    <a:pt x="144" y="1660"/>
                    <a:pt x="188" y="1562"/>
                  </a:cubicBezTo>
                  <a:cubicBezTo>
                    <a:pt x="233" y="1472"/>
                    <a:pt x="99" y="1401"/>
                    <a:pt x="170" y="1276"/>
                  </a:cubicBezTo>
                  <a:cubicBezTo>
                    <a:pt x="233" y="1142"/>
                    <a:pt x="99" y="1053"/>
                    <a:pt x="144" y="973"/>
                  </a:cubicBezTo>
                  <a:cubicBezTo>
                    <a:pt x="179" y="893"/>
                    <a:pt x="90" y="857"/>
                    <a:pt x="135" y="759"/>
                  </a:cubicBezTo>
                  <a:cubicBezTo>
                    <a:pt x="170" y="670"/>
                    <a:pt x="63" y="571"/>
                    <a:pt x="108" y="491"/>
                  </a:cubicBezTo>
                  <a:cubicBezTo>
                    <a:pt x="153" y="402"/>
                    <a:pt x="54" y="384"/>
                    <a:pt x="81" y="313"/>
                  </a:cubicBezTo>
                  <a:cubicBezTo>
                    <a:pt x="117" y="250"/>
                    <a:pt x="37" y="215"/>
                    <a:pt x="45" y="143"/>
                  </a:cubicBezTo>
                  <a:cubicBezTo>
                    <a:pt x="54" y="63"/>
                    <a:pt x="1" y="0"/>
                    <a:pt x="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26"/>
            <p:cNvSpPr/>
            <p:nvPr/>
          </p:nvSpPr>
          <p:spPr>
            <a:xfrm>
              <a:off x="6654987" y="1902450"/>
              <a:ext cx="12677" cy="111510"/>
            </a:xfrm>
            <a:custGeom>
              <a:rect b="b" l="l" r="r" t="t"/>
              <a:pathLst>
                <a:path extrusionOk="0" h="3070" w="349">
                  <a:moveTo>
                    <a:pt x="349" y="1"/>
                  </a:moveTo>
                  <a:cubicBezTo>
                    <a:pt x="349" y="1"/>
                    <a:pt x="304" y="54"/>
                    <a:pt x="313" y="117"/>
                  </a:cubicBezTo>
                  <a:cubicBezTo>
                    <a:pt x="322" y="179"/>
                    <a:pt x="259" y="206"/>
                    <a:pt x="277" y="251"/>
                  </a:cubicBezTo>
                  <a:cubicBezTo>
                    <a:pt x="304" y="304"/>
                    <a:pt x="224" y="331"/>
                    <a:pt x="259" y="393"/>
                  </a:cubicBezTo>
                  <a:cubicBezTo>
                    <a:pt x="295" y="456"/>
                    <a:pt x="206" y="536"/>
                    <a:pt x="242" y="608"/>
                  </a:cubicBezTo>
                  <a:cubicBezTo>
                    <a:pt x="277" y="688"/>
                    <a:pt x="206" y="715"/>
                    <a:pt x="233" y="777"/>
                  </a:cubicBezTo>
                  <a:cubicBezTo>
                    <a:pt x="268" y="848"/>
                    <a:pt x="161" y="911"/>
                    <a:pt x="215" y="1018"/>
                  </a:cubicBezTo>
                  <a:cubicBezTo>
                    <a:pt x="268" y="1125"/>
                    <a:pt x="161" y="1179"/>
                    <a:pt x="197" y="1250"/>
                  </a:cubicBezTo>
                  <a:cubicBezTo>
                    <a:pt x="233" y="1321"/>
                    <a:pt x="108" y="1410"/>
                    <a:pt x="161" y="1491"/>
                  </a:cubicBezTo>
                  <a:cubicBezTo>
                    <a:pt x="215" y="1580"/>
                    <a:pt x="117" y="1651"/>
                    <a:pt x="143" y="1714"/>
                  </a:cubicBezTo>
                  <a:cubicBezTo>
                    <a:pt x="179" y="1776"/>
                    <a:pt x="90" y="1865"/>
                    <a:pt x="143" y="1937"/>
                  </a:cubicBezTo>
                  <a:cubicBezTo>
                    <a:pt x="197" y="2008"/>
                    <a:pt x="63" y="2097"/>
                    <a:pt x="108" y="2187"/>
                  </a:cubicBezTo>
                  <a:cubicBezTo>
                    <a:pt x="152" y="2285"/>
                    <a:pt x="45" y="2392"/>
                    <a:pt x="99" y="2481"/>
                  </a:cubicBezTo>
                  <a:cubicBezTo>
                    <a:pt x="152" y="2561"/>
                    <a:pt x="27" y="2588"/>
                    <a:pt x="90" y="2686"/>
                  </a:cubicBezTo>
                  <a:cubicBezTo>
                    <a:pt x="143" y="2775"/>
                    <a:pt x="1" y="2900"/>
                    <a:pt x="1" y="3070"/>
                  </a:cubicBezTo>
                  <a:lnTo>
                    <a:pt x="349" y="3070"/>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26"/>
            <p:cNvSpPr/>
            <p:nvPr/>
          </p:nvSpPr>
          <p:spPr>
            <a:xfrm>
              <a:off x="6667626" y="1902450"/>
              <a:ext cx="12677" cy="111510"/>
            </a:xfrm>
            <a:custGeom>
              <a:rect b="b" l="l" r="r" t="t"/>
              <a:pathLst>
                <a:path extrusionOk="0" h="3070" w="349">
                  <a:moveTo>
                    <a:pt x="1" y="1"/>
                  </a:moveTo>
                  <a:lnTo>
                    <a:pt x="1" y="3070"/>
                  </a:lnTo>
                  <a:lnTo>
                    <a:pt x="349" y="3070"/>
                  </a:lnTo>
                  <a:cubicBezTo>
                    <a:pt x="349" y="2900"/>
                    <a:pt x="206" y="2775"/>
                    <a:pt x="268" y="2686"/>
                  </a:cubicBezTo>
                  <a:cubicBezTo>
                    <a:pt x="322" y="2588"/>
                    <a:pt x="197" y="2561"/>
                    <a:pt x="250" y="2481"/>
                  </a:cubicBezTo>
                  <a:cubicBezTo>
                    <a:pt x="304" y="2392"/>
                    <a:pt x="197" y="2285"/>
                    <a:pt x="241" y="2187"/>
                  </a:cubicBezTo>
                  <a:cubicBezTo>
                    <a:pt x="286" y="2097"/>
                    <a:pt x="161" y="2008"/>
                    <a:pt x="206" y="1937"/>
                  </a:cubicBezTo>
                  <a:cubicBezTo>
                    <a:pt x="259" y="1865"/>
                    <a:pt x="170" y="1776"/>
                    <a:pt x="206" y="1714"/>
                  </a:cubicBezTo>
                  <a:cubicBezTo>
                    <a:pt x="241" y="1651"/>
                    <a:pt x="134" y="1580"/>
                    <a:pt x="188" y="1491"/>
                  </a:cubicBezTo>
                  <a:cubicBezTo>
                    <a:pt x="241" y="1410"/>
                    <a:pt x="117" y="1321"/>
                    <a:pt x="152" y="1250"/>
                  </a:cubicBezTo>
                  <a:cubicBezTo>
                    <a:pt x="188" y="1179"/>
                    <a:pt x="81" y="1125"/>
                    <a:pt x="134" y="1018"/>
                  </a:cubicBezTo>
                  <a:cubicBezTo>
                    <a:pt x="188" y="911"/>
                    <a:pt x="81" y="848"/>
                    <a:pt x="117" y="777"/>
                  </a:cubicBezTo>
                  <a:cubicBezTo>
                    <a:pt x="152" y="715"/>
                    <a:pt x="72" y="688"/>
                    <a:pt x="108" y="608"/>
                  </a:cubicBezTo>
                  <a:cubicBezTo>
                    <a:pt x="143" y="536"/>
                    <a:pt x="54" y="456"/>
                    <a:pt x="90" y="393"/>
                  </a:cubicBezTo>
                  <a:cubicBezTo>
                    <a:pt x="125" y="331"/>
                    <a:pt x="45" y="304"/>
                    <a:pt x="72" y="251"/>
                  </a:cubicBezTo>
                  <a:cubicBezTo>
                    <a:pt x="90" y="206"/>
                    <a:pt x="36" y="179"/>
                    <a:pt x="36" y="117"/>
                  </a:cubicBezTo>
                  <a:cubicBezTo>
                    <a:pt x="45" y="54"/>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26"/>
            <p:cNvSpPr/>
            <p:nvPr/>
          </p:nvSpPr>
          <p:spPr>
            <a:xfrm>
              <a:off x="6389296" y="1882037"/>
              <a:ext cx="12677" cy="111183"/>
            </a:xfrm>
            <a:custGeom>
              <a:rect b="b" l="l" r="r" t="t"/>
              <a:pathLst>
                <a:path extrusionOk="0" h="3061" w="349">
                  <a:moveTo>
                    <a:pt x="348" y="1"/>
                  </a:moveTo>
                  <a:cubicBezTo>
                    <a:pt x="348" y="1"/>
                    <a:pt x="304" y="46"/>
                    <a:pt x="304" y="108"/>
                  </a:cubicBezTo>
                  <a:cubicBezTo>
                    <a:pt x="313" y="170"/>
                    <a:pt x="250" y="197"/>
                    <a:pt x="277" y="251"/>
                  </a:cubicBezTo>
                  <a:cubicBezTo>
                    <a:pt x="304" y="304"/>
                    <a:pt x="223" y="322"/>
                    <a:pt x="259" y="385"/>
                  </a:cubicBezTo>
                  <a:cubicBezTo>
                    <a:pt x="295" y="456"/>
                    <a:pt x="206" y="527"/>
                    <a:pt x="241" y="608"/>
                  </a:cubicBezTo>
                  <a:cubicBezTo>
                    <a:pt x="277" y="679"/>
                    <a:pt x="197" y="715"/>
                    <a:pt x="232" y="777"/>
                  </a:cubicBezTo>
                  <a:cubicBezTo>
                    <a:pt x="268" y="840"/>
                    <a:pt x="161" y="911"/>
                    <a:pt x="215" y="1009"/>
                  </a:cubicBezTo>
                  <a:cubicBezTo>
                    <a:pt x="268" y="1116"/>
                    <a:pt x="161" y="1170"/>
                    <a:pt x="197" y="1241"/>
                  </a:cubicBezTo>
                  <a:cubicBezTo>
                    <a:pt x="232" y="1321"/>
                    <a:pt x="99" y="1402"/>
                    <a:pt x="161" y="1491"/>
                  </a:cubicBezTo>
                  <a:cubicBezTo>
                    <a:pt x="215" y="1571"/>
                    <a:pt x="107" y="1642"/>
                    <a:pt x="143" y="1705"/>
                  </a:cubicBezTo>
                  <a:cubicBezTo>
                    <a:pt x="179" y="1776"/>
                    <a:pt x="81" y="1865"/>
                    <a:pt x="134" y="1937"/>
                  </a:cubicBezTo>
                  <a:cubicBezTo>
                    <a:pt x="188" y="2008"/>
                    <a:pt x="63" y="2088"/>
                    <a:pt x="107" y="2187"/>
                  </a:cubicBezTo>
                  <a:cubicBezTo>
                    <a:pt x="143" y="2285"/>
                    <a:pt x="45" y="2392"/>
                    <a:pt x="99" y="2472"/>
                  </a:cubicBezTo>
                  <a:cubicBezTo>
                    <a:pt x="143" y="2561"/>
                    <a:pt x="27" y="2579"/>
                    <a:pt x="81" y="2677"/>
                  </a:cubicBezTo>
                  <a:cubicBezTo>
                    <a:pt x="134" y="2766"/>
                    <a:pt x="0" y="2891"/>
                    <a:pt x="0" y="3061"/>
                  </a:cubicBezTo>
                  <a:lnTo>
                    <a:pt x="348" y="3061"/>
                  </a:lnTo>
                  <a:lnTo>
                    <a:pt x="3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26"/>
            <p:cNvSpPr/>
            <p:nvPr/>
          </p:nvSpPr>
          <p:spPr>
            <a:xfrm>
              <a:off x="6401936" y="1882037"/>
              <a:ext cx="12677" cy="111183"/>
            </a:xfrm>
            <a:custGeom>
              <a:rect b="b" l="l" r="r" t="t"/>
              <a:pathLst>
                <a:path extrusionOk="0" h="3061" w="349">
                  <a:moveTo>
                    <a:pt x="0" y="1"/>
                  </a:moveTo>
                  <a:lnTo>
                    <a:pt x="0" y="3061"/>
                  </a:lnTo>
                  <a:lnTo>
                    <a:pt x="348" y="3061"/>
                  </a:lnTo>
                  <a:cubicBezTo>
                    <a:pt x="348" y="2891"/>
                    <a:pt x="206" y="2766"/>
                    <a:pt x="259" y="2677"/>
                  </a:cubicBezTo>
                  <a:cubicBezTo>
                    <a:pt x="313" y="2579"/>
                    <a:pt x="197" y="2561"/>
                    <a:pt x="250" y="2472"/>
                  </a:cubicBezTo>
                  <a:cubicBezTo>
                    <a:pt x="295" y="2392"/>
                    <a:pt x="197" y="2285"/>
                    <a:pt x="241" y="2187"/>
                  </a:cubicBezTo>
                  <a:cubicBezTo>
                    <a:pt x="277" y="2088"/>
                    <a:pt x="152" y="2008"/>
                    <a:pt x="206" y="1937"/>
                  </a:cubicBezTo>
                  <a:cubicBezTo>
                    <a:pt x="259" y="1865"/>
                    <a:pt x="161" y="1776"/>
                    <a:pt x="197" y="1705"/>
                  </a:cubicBezTo>
                  <a:cubicBezTo>
                    <a:pt x="232" y="1642"/>
                    <a:pt x="125" y="1571"/>
                    <a:pt x="188" y="1491"/>
                  </a:cubicBezTo>
                  <a:cubicBezTo>
                    <a:pt x="241" y="1402"/>
                    <a:pt x="116" y="1321"/>
                    <a:pt x="152" y="1241"/>
                  </a:cubicBezTo>
                  <a:cubicBezTo>
                    <a:pt x="179" y="1170"/>
                    <a:pt x="81" y="1116"/>
                    <a:pt x="134" y="1009"/>
                  </a:cubicBezTo>
                  <a:cubicBezTo>
                    <a:pt x="188" y="911"/>
                    <a:pt x="81" y="840"/>
                    <a:pt x="107" y="777"/>
                  </a:cubicBezTo>
                  <a:cubicBezTo>
                    <a:pt x="143" y="715"/>
                    <a:pt x="72" y="679"/>
                    <a:pt x="107" y="608"/>
                  </a:cubicBezTo>
                  <a:cubicBezTo>
                    <a:pt x="134" y="527"/>
                    <a:pt x="45" y="456"/>
                    <a:pt x="81" y="385"/>
                  </a:cubicBezTo>
                  <a:cubicBezTo>
                    <a:pt x="125" y="322"/>
                    <a:pt x="45" y="304"/>
                    <a:pt x="63" y="251"/>
                  </a:cubicBezTo>
                  <a:cubicBezTo>
                    <a:pt x="90" y="197"/>
                    <a:pt x="27" y="170"/>
                    <a:pt x="36" y="108"/>
                  </a:cubicBezTo>
                  <a:cubicBezTo>
                    <a:pt x="45" y="46"/>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26"/>
            <p:cNvSpPr/>
            <p:nvPr/>
          </p:nvSpPr>
          <p:spPr>
            <a:xfrm>
              <a:off x="6528951" y="1902450"/>
              <a:ext cx="12677" cy="111510"/>
            </a:xfrm>
            <a:custGeom>
              <a:rect b="b" l="l" r="r" t="t"/>
              <a:pathLst>
                <a:path extrusionOk="0" h="3070" w="349">
                  <a:moveTo>
                    <a:pt x="348" y="1"/>
                  </a:moveTo>
                  <a:cubicBezTo>
                    <a:pt x="348" y="1"/>
                    <a:pt x="304" y="46"/>
                    <a:pt x="313" y="117"/>
                  </a:cubicBezTo>
                  <a:cubicBezTo>
                    <a:pt x="322" y="179"/>
                    <a:pt x="259" y="206"/>
                    <a:pt x="286" y="251"/>
                  </a:cubicBezTo>
                  <a:cubicBezTo>
                    <a:pt x="304" y="304"/>
                    <a:pt x="223" y="322"/>
                    <a:pt x="259" y="393"/>
                  </a:cubicBezTo>
                  <a:cubicBezTo>
                    <a:pt x="304" y="456"/>
                    <a:pt x="214" y="536"/>
                    <a:pt x="241" y="608"/>
                  </a:cubicBezTo>
                  <a:cubicBezTo>
                    <a:pt x="277" y="688"/>
                    <a:pt x="206" y="715"/>
                    <a:pt x="232" y="777"/>
                  </a:cubicBezTo>
                  <a:cubicBezTo>
                    <a:pt x="268" y="840"/>
                    <a:pt x="161" y="911"/>
                    <a:pt x="214" y="1018"/>
                  </a:cubicBezTo>
                  <a:cubicBezTo>
                    <a:pt x="268" y="1125"/>
                    <a:pt x="170" y="1179"/>
                    <a:pt x="197" y="1250"/>
                  </a:cubicBezTo>
                  <a:cubicBezTo>
                    <a:pt x="232" y="1321"/>
                    <a:pt x="107" y="1410"/>
                    <a:pt x="161" y="1491"/>
                  </a:cubicBezTo>
                  <a:cubicBezTo>
                    <a:pt x="214" y="1580"/>
                    <a:pt x="116" y="1651"/>
                    <a:pt x="152" y="1714"/>
                  </a:cubicBezTo>
                  <a:cubicBezTo>
                    <a:pt x="188" y="1776"/>
                    <a:pt x="90" y="1865"/>
                    <a:pt x="143" y="1937"/>
                  </a:cubicBezTo>
                  <a:cubicBezTo>
                    <a:pt x="197" y="2008"/>
                    <a:pt x="72" y="2088"/>
                    <a:pt x="107" y="2187"/>
                  </a:cubicBezTo>
                  <a:cubicBezTo>
                    <a:pt x="152" y="2285"/>
                    <a:pt x="54" y="2392"/>
                    <a:pt x="99" y="2481"/>
                  </a:cubicBezTo>
                  <a:cubicBezTo>
                    <a:pt x="152" y="2561"/>
                    <a:pt x="27" y="2588"/>
                    <a:pt x="90" y="2677"/>
                  </a:cubicBezTo>
                  <a:cubicBezTo>
                    <a:pt x="143" y="2775"/>
                    <a:pt x="0" y="2891"/>
                    <a:pt x="0" y="3070"/>
                  </a:cubicBezTo>
                  <a:lnTo>
                    <a:pt x="348" y="3070"/>
                  </a:lnTo>
                  <a:lnTo>
                    <a:pt x="3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26"/>
            <p:cNvSpPr/>
            <p:nvPr/>
          </p:nvSpPr>
          <p:spPr>
            <a:xfrm>
              <a:off x="6541591" y="1902450"/>
              <a:ext cx="12677" cy="111510"/>
            </a:xfrm>
            <a:custGeom>
              <a:rect b="b" l="l" r="r" t="t"/>
              <a:pathLst>
                <a:path extrusionOk="0" h="3070" w="349">
                  <a:moveTo>
                    <a:pt x="0" y="1"/>
                  </a:moveTo>
                  <a:lnTo>
                    <a:pt x="0" y="3070"/>
                  </a:lnTo>
                  <a:lnTo>
                    <a:pt x="348" y="3070"/>
                  </a:lnTo>
                  <a:cubicBezTo>
                    <a:pt x="348" y="2891"/>
                    <a:pt x="214" y="2775"/>
                    <a:pt x="268" y="2677"/>
                  </a:cubicBezTo>
                  <a:cubicBezTo>
                    <a:pt x="321" y="2588"/>
                    <a:pt x="197" y="2561"/>
                    <a:pt x="250" y="2481"/>
                  </a:cubicBezTo>
                  <a:cubicBezTo>
                    <a:pt x="304" y="2392"/>
                    <a:pt x="197" y="2285"/>
                    <a:pt x="241" y="2187"/>
                  </a:cubicBezTo>
                  <a:cubicBezTo>
                    <a:pt x="286" y="2088"/>
                    <a:pt x="161" y="2008"/>
                    <a:pt x="214" y="1937"/>
                  </a:cubicBezTo>
                  <a:cubicBezTo>
                    <a:pt x="268" y="1865"/>
                    <a:pt x="170" y="1776"/>
                    <a:pt x="205" y="1714"/>
                  </a:cubicBezTo>
                  <a:cubicBezTo>
                    <a:pt x="241" y="1651"/>
                    <a:pt x="134" y="1580"/>
                    <a:pt x="188" y="1491"/>
                  </a:cubicBezTo>
                  <a:cubicBezTo>
                    <a:pt x="241" y="1410"/>
                    <a:pt x="116" y="1321"/>
                    <a:pt x="152" y="1250"/>
                  </a:cubicBezTo>
                  <a:cubicBezTo>
                    <a:pt x="188" y="1179"/>
                    <a:pt x="81" y="1125"/>
                    <a:pt x="134" y="1018"/>
                  </a:cubicBezTo>
                  <a:cubicBezTo>
                    <a:pt x="188" y="911"/>
                    <a:pt x="81" y="840"/>
                    <a:pt x="116" y="777"/>
                  </a:cubicBezTo>
                  <a:cubicBezTo>
                    <a:pt x="152" y="715"/>
                    <a:pt x="72" y="688"/>
                    <a:pt x="107" y="608"/>
                  </a:cubicBezTo>
                  <a:cubicBezTo>
                    <a:pt x="143" y="536"/>
                    <a:pt x="54" y="456"/>
                    <a:pt x="90" y="393"/>
                  </a:cubicBezTo>
                  <a:cubicBezTo>
                    <a:pt x="125" y="322"/>
                    <a:pt x="45" y="304"/>
                    <a:pt x="72" y="251"/>
                  </a:cubicBezTo>
                  <a:cubicBezTo>
                    <a:pt x="98" y="206"/>
                    <a:pt x="36" y="179"/>
                    <a:pt x="45" y="117"/>
                  </a:cubicBezTo>
                  <a:cubicBezTo>
                    <a:pt x="45" y="46"/>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26"/>
            <p:cNvSpPr/>
            <p:nvPr/>
          </p:nvSpPr>
          <p:spPr>
            <a:xfrm>
              <a:off x="6244119" y="1770930"/>
              <a:ext cx="634191" cy="385636"/>
            </a:xfrm>
            <a:custGeom>
              <a:rect b="b" l="l" r="r" t="t"/>
              <a:pathLst>
                <a:path extrusionOk="0" h="10617" w="17460">
                  <a:moveTo>
                    <a:pt x="17459" y="0"/>
                  </a:moveTo>
                  <a:lnTo>
                    <a:pt x="16094" y="1472"/>
                  </a:lnTo>
                  <a:lnTo>
                    <a:pt x="15711" y="2953"/>
                  </a:lnTo>
                  <a:lnTo>
                    <a:pt x="14266" y="3774"/>
                  </a:lnTo>
                  <a:lnTo>
                    <a:pt x="13855" y="4478"/>
                  </a:lnTo>
                  <a:lnTo>
                    <a:pt x="13052" y="4719"/>
                  </a:lnTo>
                  <a:lnTo>
                    <a:pt x="12687" y="5995"/>
                  </a:lnTo>
                  <a:lnTo>
                    <a:pt x="11304" y="6164"/>
                  </a:lnTo>
                  <a:lnTo>
                    <a:pt x="10519" y="5692"/>
                  </a:lnTo>
                  <a:lnTo>
                    <a:pt x="10153" y="4951"/>
                  </a:lnTo>
                  <a:lnTo>
                    <a:pt x="8806" y="5112"/>
                  </a:lnTo>
                  <a:lnTo>
                    <a:pt x="8253" y="5879"/>
                  </a:lnTo>
                  <a:lnTo>
                    <a:pt x="7370" y="5897"/>
                  </a:lnTo>
                  <a:lnTo>
                    <a:pt x="6130" y="4701"/>
                  </a:lnTo>
                  <a:lnTo>
                    <a:pt x="5059" y="4496"/>
                  </a:lnTo>
                  <a:lnTo>
                    <a:pt x="4363" y="4889"/>
                  </a:lnTo>
                  <a:lnTo>
                    <a:pt x="3596" y="3836"/>
                  </a:lnTo>
                  <a:lnTo>
                    <a:pt x="2748" y="3444"/>
                  </a:lnTo>
                  <a:lnTo>
                    <a:pt x="1749" y="5308"/>
                  </a:lnTo>
                  <a:lnTo>
                    <a:pt x="938" y="6075"/>
                  </a:lnTo>
                  <a:lnTo>
                    <a:pt x="777" y="7271"/>
                  </a:lnTo>
                  <a:lnTo>
                    <a:pt x="1" y="7868"/>
                  </a:lnTo>
                  <a:lnTo>
                    <a:pt x="1" y="8975"/>
                  </a:lnTo>
                  <a:lnTo>
                    <a:pt x="938" y="8983"/>
                  </a:lnTo>
                  <a:lnTo>
                    <a:pt x="2053" y="9091"/>
                  </a:lnTo>
                  <a:lnTo>
                    <a:pt x="2918" y="8859"/>
                  </a:lnTo>
                  <a:lnTo>
                    <a:pt x="5220" y="8859"/>
                  </a:lnTo>
                  <a:lnTo>
                    <a:pt x="5844" y="9091"/>
                  </a:lnTo>
                  <a:lnTo>
                    <a:pt x="7343" y="8903"/>
                  </a:lnTo>
                  <a:lnTo>
                    <a:pt x="8190" y="9091"/>
                  </a:lnTo>
                  <a:lnTo>
                    <a:pt x="7655" y="9813"/>
                  </a:lnTo>
                  <a:lnTo>
                    <a:pt x="9073" y="9974"/>
                  </a:lnTo>
                  <a:lnTo>
                    <a:pt x="10867" y="9626"/>
                  </a:lnTo>
                  <a:lnTo>
                    <a:pt x="11901" y="9626"/>
                  </a:lnTo>
                  <a:lnTo>
                    <a:pt x="12865" y="9974"/>
                  </a:lnTo>
                  <a:lnTo>
                    <a:pt x="14970" y="9974"/>
                  </a:lnTo>
                  <a:lnTo>
                    <a:pt x="15693" y="10616"/>
                  </a:lnTo>
                  <a:lnTo>
                    <a:pt x="17459" y="10616"/>
                  </a:lnTo>
                  <a:lnTo>
                    <a:pt x="1745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26"/>
            <p:cNvSpPr/>
            <p:nvPr/>
          </p:nvSpPr>
          <p:spPr>
            <a:xfrm>
              <a:off x="6704892" y="1770930"/>
              <a:ext cx="173404" cy="243034"/>
            </a:xfrm>
            <a:custGeom>
              <a:rect b="b" l="l" r="r" t="t"/>
              <a:pathLst>
                <a:path extrusionOk="0" h="6691" w="4774">
                  <a:moveTo>
                    <a:pt x="4773" y="0"/>
                  </a:moveTo>
                  <a:lnTo>
                    <a:pt x="3408" y="1472"/>
                  </a:lnTo>
                  <a:lnTo>
                    <a:pt x="3025" y="2953"/>
                  </a:lnTo>
                  <a:lnTo>
                    <a:pt x="1588" y="3774"/>
                  </a:lnTo>
                  <a:lnTo>
                    <a:pt x="1169" y="4478"/>
                  </a:lnTo>
                  <a:lnTo>
                    <a:pt x="366" y="4719"/>
                  </a:lnTo>
                  <a:lnTo>
                    <a:pt x="1" y="5995"/>
                  </a:lnTo>
                  <a:lnTo>
                    <a:pt x="1722" y="6691"/>
                  </a:lnTo>
                  <a:lnTo>
                    <a:pt x="580" y="5727"/>
                  </a:lnTo>
                  <a:lnTo>
                    <a:pt x="759" y="5255"/>
                  </a:lnTo>
                  <a:lnTo>
                    <a:pt x="1321" y="4844"/>
                  </a:lnTo>
                  <a:lnTo>
                    <a:pt x="1901" y="4692"/>
                  </a:lnTo>
                  <a:lnTo>
                    <a:pt x="2097" y="3916"/>
                  </a:lnTo>
                  <a:lnTo>
                    <a:pt x="3212" y="3765"/>
                  </a:lnTo>
                  <a:lnTo>
                    <a:pt x="3310" y="3015"/>
                  </a:lnTo>
                  <a:lnTo>
                    <a:pt x="3614" y="2373"/>
                  </a:lnTo>
                  <a:lnTo>
                    <a:pt x="4015" y="3916"/>
                  </a:lnTo>
                  <a:lnTo>
                    <a:pt x="3890" y="1490"/>
                  </a:lnTo>
                  <a:lnTo>
                    <a:pt x="4773"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26"/>
            <p:cNvSpPr/>
            <p:nvPr/>
          </p:nvSpPr>
          <p:spPr>
            <a:xfrm>
              <a:off x="6612854" y="1950757"/>
              <a:ext cx="92078" cy="79728"/>
            </a:xfrm>
            <a:custGeom>
              <a:rect b="b" l="l" r="r" t="t"/>
              <a:pathLst>
                <a:path extrusionOk="0" h="2195" w="2535">
                  <a:moveTo>
                    <a:pt x="1" y="0"/>
                  </a:moveTo>
                  <a:lnTo>
                    <a:pt x="170" y="1178"/>
                  </a:lnTo>
                  <a:lnTo>
                    <a:pt x="724" y="1454"/>
                  </a:lnTo>
                  <a:lnTo>
                    <a:pt x="724" y="2195"/>
                  </a:lnTo>
                  <a:lnTo>
                    <a:pt x="1089" y="1820"/>
                  </a:lnTo>
                  <a:lnTo>
                    <a:pt x="2535" y="1044"/>
                  </a:lnTo>
                  <a:lnTo>
                    <a:pt x="2535" y="1044"/>
                  </a:lnTo>
                  <a:lnTo>
                    <a:pt x="1152" y="1213"/>
                  </a:lnTo>
                  <a:lnTo>
                    <a:pt x="367" y="741"/>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26"/>
            <p:cNvSpPr/>
            <p:nvPr/>
          </p:nvSpPr>
          <p:spPr>
            <a:xfrm>
              <a:off x="6676380" y="2039200"/>
              <a:ext cx="64182" cy="94003"/>
            </a:xfrm>
            <a:custGeom>
              <a:rect b="b" l="l" r="r" t="t"/>
              <a:pathLst>
                <a:path extrusionOk="0" h="2588" w="1767">
                  <a:moveTo>
                    <a:pt x="1767" y="1"/>
                  </a:moveTo>
                  <a:lnTo>
                    <a:pt x="1276" y="652"/>
                  </a:lnTo>
                  <a:lnTo>
                    <a:pt x="786" y="1794"/>
                  </a:lnTo>
                  <a:lnTo>
                    <a:pt x="0" y="2240"/>
                  </a:lnTo>
                  <a:lnTo>
                    <a:pt x="964" y="2588"/>
                  </a:lnTo>
                  <a:lnTo>
                    <a:pt x="1410" y="1758"/>
                  </a:lnTo>
                  <a:lnTo>
                    <a:pt x="1410" y="1027"/>
                  </a:lnTo>
                  <a:lnTo>
                    <a:pt x="176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26"/>
            <p:cNvSpPr/>
            <p:nvPr/>
          </p:nvSpPr>
          <p:spPr>
            <a:xfrm>
              <a:off x="6778443" y="1943311"/>
              <a:ext cx="99851" cy="213249"/>
            </a:xfrm>
            <a:custGeom>
              <a:rect b="b" l="l" r="r" t="t"/>
              <a:pathLst>
                <a:path extrusionOk="0" h="5871" w="2749">
                  <a:moveTo>
                    <a:pt x="1089" y="0"/>
                  </a:moveTo>
                  <a:lnTo>
                    <a:pt x="661" y="1115"/>
                  </a:lnTo>
                  <a:lnTo>
                    <a:pt x="482" y="3212"/>
                  </a:lnTo>
                  <a:lnTo>
                    <a:pt x="1" y="4514"/>
                  </a:lnTo>
                  <a:lnTo>
                    <a:pt x="259" y="5228"/>
                  </a:lnTo>
                  <a:lnTo>
                    <a:pt x="982" y="5870"/>
                  </a:lnTo>
                  <a:lnTo>
                    <a:pt x="2748" y="5870"/>
                  </a:lnTo>
                  <a:lnTo>
                    <a:pt x="2748" y="3105"/>
                  </a:lnTo>
                  <a:lnTo>
                    <a:pt x="2133" y="4737"/>
                  </a:lnTo>
                  <a:lnTo>
                    <a:pt x="1678" y="4086"/>
                  </a:lnTo>
                  <a:lnTo>
                    <a:pt x="1544" y="2480"/>
                  </a:lnTo>
                  <a:lnTo>
                    <a:pt x="1071" y="1302"/>
                  </a:lnTo>
                  <a:lnTo>
                    <a:pt x="108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26"/>
            <p:cNvSpPr/>
            <p:nvPr/>
          </p:nvSpPr>
          <p:spPr>
            <a:xfrm>
              <a:off x="6787850" y="2079044"/>
              <a:ext cx="26261" cy="77512"/>
            </a:xfrm>
            <a:custGeom>
              <a:rect b="b" l="l" r="r" t="t"/>
              <a:pathLst>
                <a:path extrusionOk="0" h="2134" w="723">
                  <a:moveTo>
                    <a:pt x="607" y="1"/>
                  </a:moveTo>
                  <a:lnTo>
                    <a:pt x="437" y="1455"/>
                  </a:lnTo>
                  <a:lnTo>
                    <a:pt x="205" y="875"/>
                  </a:lnTo>
                  <a:lnTo>
                    <a:pt x="0" y="1491"/>
                  </a:lnTo>
                  <a:lnTo>
                    <a:pt x="723" y="2133"/>
                  </a:lnTo>
                  <a:lnTo>
                    <a:pt x="607"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26"/>
            <p:cNvSpPr/>
            <p:nvPr/>
          </p:nvSpPr>
          <p:spPr>
            <a:xfrm>
              <a:off x="6743139" y="2044067"/>
              <a:ext cx="23355" cy="89135"/>
            </a:xfrm>
            <a:custGeom>
              <a:rect b="b" l="l" r="r" t="t"/>
              <a:pathLst>
                <a:path extrusionOk="0" h="2454" w="643">
                  <a:moveTo>
                    <a:pt x="419" y="0"/>
                  </a:moveTo>
                  <a:lnTo>
                    <a:pt x="98" y="1410"/>
                  </a:lnTo>
                  <a:lnTo>
                    <a:pt x="188" y="1883"/>
                  </a:lnTo>
                  <a:lnTo>
                    <a:pt x="0" y="2454"/>
                  </a:lnTo>
                  <a:lnTo>
                    <a:pt x="643" y="2454"/>
                  </a:lnTo>
                  <a:lnTo>
                    <a:pt x="366" y="1232"/>
                  </a:lnTo>
                  <a:lnTo>
                    <a:pt x="419"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26"/>
            <p:cNvSpPr/>
            <p:nvPr/>
          </p:nvSpPr>
          <p:spPr>
            <a:xfrm>
              <a:off x="6522159" y="2039200"/>
              <a:ext cx="54447" cy="94003"/>
            </a:xfrm>
            <a:custGeom>
              <a:rect b="b" l="l" r="r" t="t"/>
              <a:pathLst>
                <a:path extrusionOk="0" h="2588" w="1499">
                  <a:moveTo>
                    <a:pt x="1187" y="1"/>
                  </a:moveTo>
                  <a:lnTo>
                    <a:pt x="1187" y="1455"/>
                  </a:lnTo>
                  <a:lnTo>
                    <a:pt x="0" y="2427"/>
                  </a:lnTo>
                  <a:lnTo>
                    <a:pt x="1418" y="2588"/>
                  </a:lnTo>
                  <a:lnTo>
                    <a:pt x="1499" y="1151"/>
                  </a:lnTo>
                  <a:lnTo>
                    <a:pt x="118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26"/>
            <p:cNvSpPr/>
            <p:nvPr/>
          </p:nvSpPr>
          <p:spPr>
            <a:xfrm>
              <a:off x="6573663" y="2047299"/>
              <a:ext cx="73262" cy="85903"/>
            </a:xfrm>
            <a:custGeom>
              <a:rect b="b" l="l" r="r" t="t"/>
              <a:pathLst>
                <a:path extrusionOk="0" h="2365" w="2017">
                  <a:moveTo>
                    <a:pt x="2017" y="1"/>
                  </a:moveTo>
                  <a:lnTo>
                    <a:pt x="1321" y="1214"/>
                  </a:lnTo>
                  <a:lnTo>
                    <a:pt x="1160" y="1785"/>
                  </a:lnTo>
                  <a:lnTo>
                    <a:pt x="0" y="2365"/>
                  </a:lnTo>
                  <a:lnTo>
                    <a:pt x="1794" y="2017"/>
                  </a:lnTo>
                  <a:lnTo>
                    <a:pt x="1695" y="1259"/>
                  </a:lnTo>
                  <a:lnTo>
                    <a:pt x="2017"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26"/>
            <p:cNvSpPr/>
            <p:nvPr/>
          </p:nvSpPr>
          <p:spPr>
            <a:xfrm>
              <a:off x="6510791" y="2044067"/>
              <a:ext cx="30838" cy="57063"/>
            </a:xfrm>
            <a:custGeom>
              <a:rect b="b" l="l" r="r" t="t"/>
              <a:pathLst>
                <a:path extrusionOk="0" h="1571" w="849">
                  <a:moveTo>
                    <a:pt x="545" y="0"/>
                  </a:moveTo>
                  <a:lnTo>
                    <a:pt x="393" y="848"/>
                  </a:lnTo>
                  <a:lnTo>
                    <a:pt x="1" y="1383"/>
                  </a:lnTo>
                  <a:lnTo>
                    <a:pt x="848" y="1571"/>
                  </a:lnTo>
                  <a:lnTo>
                    <a:pt x="54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26"/>
            <p:cNvSpPr/>
            <p:nvPr/>
          </p:nvSpPr>
          <p:spPr>
            <a:xfrm>
              <a:off x="6410362" y="1934231"/>
              <a:ext cx="133522" cy="94656"/>
            </a:xfrm>
            <a:custGeom>
              <a:rect b="b" l="l" r="r" t="t"/>
              <a:pathLst>
                <a:path extrusionOk="0" h="2606" w="3676">
                  <a:moveTo>
                    <a:pt x="482" y="0"/>
                  </a:moveTo>
                  <a:lnTo>
                    <a:pt x="901" y="375"/>
                  </a:lnTo>
                  <a:lnTo>
                    <a:pt x="955" y="812"/>
                  </a:lnTo>
                  <a:lnTo>
                    <a:pt x="1321" y="518"/>
                  </a:lnTo>
                  <a:lnTo>
                    <a:pt x="2061" y="1142"/>
                  </a:lnTo>
                  <a:lnTo>
                    <a:pt x="1267" y="1401"/>
                  </a:lnTo>
                  <a:lnTo>
                    <a:pt x="0" y="2605"/>
                  </a:lnTo>
                  <a:lnTo>
                    <a:pt x="1642" y="1677"/>
                  </a:lnTo>
                  <a:lnTo>
                    <a:pt x="2462" y="1481"/>
                  </a:lnTo>
                  <a:lnTo>
                    <a:pt x="2766" y="1909"/>
                  </a:lnTo>
                  <a:lnTo>
                    <a:pt x="2578" y="2605"/>
                  </a:lnTo>
                  <a:lnTo>
                    <a:pt x="3676" y="1383"/>
                  </a:lnTo>
                  <a:lnTo>
                    <a:pt x="2793" y="1401"/>
                  </a:lnTo>
                  <a:lnTo>
                    <a:pt x="1553" y="205"/>
                  </a:lnTo>
                  <a:lnTo>
                    <a:pt x="482"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26"/>
            <p:cNvSpPr/>
            <p:nvPr/>
          </p:nvSpPr>
          <p:spPr>
            <a:xfrm>
              <a:off x="6343930" y="1895985"/>
              <a:ext cx="58697" cy="52522"/>
            </a:xfrm>
            <a:custGeom>
              <a:rect b="b" l="l" r="r" t="t"/>
              <a:pathLst>
                <a:path extrusionOk="0" h="1446" w="1616">
                  <a:moveTo>
                    <a:pt x="0" y="1"/>
                  </a:moveTo>
                  <a:lnTo>
                    <a:pt x="1615" y="1446"/>
                  </a:lnTo>
                  <a:lnTo>
                    <a:pt x="848" y="393"/>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26"/>
            <p:cNvSpPr/>
            <p:nvPr/>
          </p:nvSpPr>
          <p:spPr>
            <a:xfrm>
              <a:off x="6244119" y="1963724"/>
              <a:ext cx="116704" cy="137408"/>
            </a:xfrm>
            <a:custGeom>
              <a:rect b="b" l="l" r="r" t="t"/>
              <a:pathLst>
                <a:path extrusionOk="0" h="3783" w="3213">
                  <a:moveTo>
                    <a:pt x="1749" y="0"/>
                  </a:moveTo>
                  <a:lnTo>
                    <a:pt x="938" y="767"/>
                  </a:lnTo>
                  <a:lnTo>
                    <a:pt x="777" y="1963"/>
                  </a:lnTo>
                  <a:lnTo>
                    <a:pt x="1" y="2560"/>
                  </a:lnTo>
                  <a:lnTo>
                    <a:pt x="1" y="3667"/>
                  </a:lnTo>
                  <a:lnTo>
                    <a:pt x="938" y="3675"/>
                  </a:lnTo>
                  <a:lnTo>
                    <a:pt x="2053" y="3783"/>
                  </a:lnTo>
                  <a:lnTo>
                    <a:pt x="2186" y="2212"/>
                  </a:lnTo>
                  <a:lnTo>
                    <a:pt x="1687" y="3426"/>
                  </a:lnTo>
                  <a:lnTo>
                    <a:pt x="688" y="3488"/>
                  </a:lnTo>
                  <a:lnTo>
                    <a:pt x="304" y="2917"/>
                  </a:lnTo>
                  <a:lnTo>
                    <a:pt x="1223" y="1963"/>
                  </a:lnTo>
                  <a:lnTo>
                    <a:pt x="1419" y="1258"/>
                  </a:lnTo>
                  <a:lnTo>
                    <a:pt x="2427" y="740"/>
                  </a:lnTo>
                  <a:lnTo>
                    <a:pt x="3212" y="54"/>
                  </a:lnTo>
                  <a:lnTo>
                    <a:pt x="2133" y="544"/>
                  </a:lnTo>
                  <a:lnTo>
                    <a:pt x="1348" y="669"/>
                  </a:lnTo>
                  <a:lnTo>
                    <a:pt x="174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26"/>
            <p:cNvSpPr/>
            <p:nvPr/>
          </p:nvSpPr>
          <p:spPr>
            <a:xfrm>
              <a:off x="6343930" y="2023654"/>
              <a:ext cx="31128" cy="69049"/>
            </a:xfrm>
            <a:custGeom>
              <a:rect b="b" l="l" r="r" t="t"/>
              <a:pathLst>
                <a:path extrusionOk="0" h="1901" w="857">
                  <a:moveTo>
                    <a:pt x="0" y="0"/>
                  </a:moveTo>
                  <a:lnTo>
                    <a:pt x="170" y="1901"/>
                  </a:lnTo>
                  <a:lnTo>
                    <a:pt x="857" y="190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26"/>
            <p:cNvSpPr/>
            <p:nvPr/>
          </p:nvSpPr>
          <p:spPr>
            <a:xfrm>
              <a:off x="6433681" y="2028848"/>
              <a:ext cx="26624" cy="72282"/>
            </a:xfrm>
            <a:custGeom>
              <a:rect b="b" l="l" r="r" t="t"/>
              <a:pathLst>
                <a:path extrusionOk="0" h="1990" w="733">
                  <a:moveTo>
                    <a:pt x="465" y="0"/>
                  </a:moveTo>
                  <a:lnTo>
                    <a:pt x="268" y="901"/>
                  </a:lnTo>
                  <a:lnTo>
                    <a:pt x="331" y="1303"/>
                  </a:lnTo>
                  <a:lnTo>
                    <a:pt x="1" y="1758"/>
                  </a:lnTo>
                  <a:lnTo>
                    <a:pt x="625" y="1990"/>
                  </a:lnTo>
                  <a:lnTo>
                    <a:pt x="732" y="1472"/>
                  </a:lnTo>
                  <a:lnTo>
                    <a:pt x="500" y="839"/>
                  </a:lnTo>
                  <a:lnTo>
                    <a:pt x="46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 name="Google Shape;1232;p26"/>
          <p:cNvGrpSpPr/>
          <p:nvPr/>
        </p:nvGrpSpPr>
        <p:grpSpPr>
          <a:xfrm>
            <a:off x="1694749" y="-132157"/>
            <a:ext cx="1151601" cy="1147072"/>
            <a:chOff x="6089572" y="1894059"/>
            <a:chExt cx="91097" cy="90734"/>
          </a:xfrm>
        </p:grpSpPr>
        <p:sp>
          <p:nvSpPr>
            <p:cNvPr id="1233" name="Google Shape;1233;p26"/>
            <p:cNvSpPr/>
            <p:nvPr/>
          </p:nvSpPr>
          <p:spPr>
            <a:xfrm>
              <a:off x="6089572" y="1894059"/>
              <a:ext cx="91097" cy="90734"/>
            </a:xfrm>
            <a:custGeom>
              <a:rect b="b" l="l" r="r" t="t"/>
              <a:pathLst>
                <a:path extrusionOk="0" h="2498" w="2508">
                  <a:moveTo>
                    <a:pt x="1258" y="0"/>
                  </a:moveTo>
                  <a:cubicBezTo>
                    <a:pt x="562" y="0"/>
                    <a:pt x="0" y="553"/>
                    <a:pt x="0" y="1249"/>
                  </a:cubicBezTo>
                  <a:cubicBezTo>
                    <a:pt x="0" y="1936"/>
                    <a:pt x="562" y="2498"/>
                    <a:pt x="1258" y="2498"/>
                  </a:cubicBezTo>
                  <a:cubicBezTo>
                    <a:pt x="1945" y="2498"/>
                    <a:pt x="2507" y="1936"/>
                    <a:pt x="2507" y="1249"/>
                  </a:cubicBezTo>
                  <a:cubicBezTo>
                    <a:pt x="2507" y="553"/>
                    <a:pt x="1945" y="0"/>
                    <a:pt x="12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26"/>
            <p:cNvSpPr/>
            <p:nvPr/>
          </p:nvSpPr>
          <p:spPr>
            <a:xfrm>
              <a:off x="6096037" y="1900525"/>
              <a:ext cx="78130" cy="77803"/>
            </a:xfrm>
            <a:custGeom>
              <a:rect b="b" l="l" r="r" t="t"/>
              <a:pathLst>
                <a:path extrusionOk="0" h="2142" w="2151">
                  <a:moveTo>
                    <a:pt x="1080" y="0"/>
                  </a:moveTo>
                  <a:cubicBezTo>
                    <a:pt x="483" y="0"/>
                    <a:pt x="1" y="482"/>
                    <a:pt x="1" y="1071"/>
                  </a:cubicBezTo>
                  <a:cubicBezTo>
                    <a:pt x="1" y="1660"/>
                    <a:pt x="483" y="2141"/>
                    <a:pt x="1080" y="2141"/>
                  </a:cubicBezTo>
                  <a:cubicBezTo>
                    <a:pt x="1669" y="2141"/>
                    <a:pt x="2151" y="1660"/>
                    <a:pt x="2151" y="1071"/>
                  </a:cubicBezTo>
                  <a:cubicBezTo>
                    <a:pt x="2151" y="482"/>
                    <a:pt x="1669" y="0"/>
                    <a:pt x="1080" y="0"/>
                  </a:cubicBezTo>
                  <a:close/>
                </a:path>
              </a:pathLst>
            </a:custGeom>
            <a:solidFill>
              <a:srgbClr val="EA9B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
  <p:cSld name="CUSTOM">
    <p:spTree>
      <p:nvGrpSpPr>
        <p:cNvPr id="1235" name="Shape 1235"/>
        <p:cNvGrpSpPr/>
        <p:nvPr/>
      </p:nvGrpSpPr>
      <p:grpSpPr>
        <a:xfrm>
          <a:off x="0" y="0"/>
          <a:ext cx="0" cy="0"/>
          <a:chOff x="0" y="0"/>
          <a:chExt cx="0" cy="0"/>
        </a:xfrm>
      </p:grpSpPr>
      <p:sp>
        <p:nvSpPr>
          <p:cNvPr id="1236" name="Google Shape;1236;p27"/>
          <p:cNvSpPr/>
          <p:nvPr/>
        </p:nvSpPr>
        <p:spPr>
          <a:xfrm>
            <a:off x="0" y="4457704"/>
            <a:ext cx="9144017" cy="685804"/>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27"/>
          <p:cNvSpPr/>
          <p:nvPr/>
        </p:nvSpPr>
        <p:spPr>
          <a:xfrm flipH="1" rot="-238332">
            <a:off x="6971149" y="3937517"/>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8" name="Google Shape;1238;p27"/>
          <p:cNvGrpSpPr/>
          <p:nvPr/>
        </p:nvGrpSpPr>
        <p:grpSpPr>
          <a:xfrm flipH="1">
            <a:off x="6989366" y="3684202"/>
            <a:ext cx="2154611" cy="785401"/>
            <a:chOff x="3363545" y="1399908"/>
            <a:chExt cx="240164" cy="87537"/>
          </a:xfrm>
        </p:grpSpPr>
        <p:sp>
          <p:nvSpPr>
            <p:cNvPr id="1239" name="Google Shape;1239;p27"/>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27"/>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27"/>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27"/>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27"/>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4" name="Google Shape;1244;p27"/>
          <p:cNvSpPr/>
          <p:nvPr/>
        </p:nvSpPr>
        <p:spPr>
          <a:xfrm rot="27">
            <a:off x="-3372095" y="4126636"/>
            <a:ext cx="5553997" cy="2709902"/>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5" name="Google Shape;1245;p27"/>
          <p:cNvGrpSpPr/>
          <p:nvPr/>
        </p:nvGrpSpPr>
        <p:grpSpPr>
          <a:xfrm>
            <a:off x="-13051" y="3684166"/>
            <a:ext cx="2154611" cy="785401"/>
            <a:chOff x="3363545" y="1399908"/>
            <a:chExt cx="240164" cy="87537"/>
          </a:xfrm>
        </p:grpSpPr>
        <p:sp>
          <p:nvSpPr>
            <p:cNvPr id="1246" name="Google Shape;1246;p27"/>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27"/>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27"/>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27"/>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27"/>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1" name="Google Shape;1251;p27"/>
          <p:cNvSpPr/>
          <p:nvPr/>
        </p:nvSpPr>
        <p:spPr>
          <a:xfrm flipH="1">
            <a:off x="8364279" y="287984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27"/>
          <p:cNvSpPr txBox="1"/>
          <p:nvPr>
            <p:ph type="title"/>
          </p:nvPr>
        </p:nvSpPr>
        <p:spPr>
          <a:xfrm>
            <a:off x="713100" y="1052963"/>
            <a:ext cx="3142800" cy="21111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253" name="Google Shape;1253;p27"/>
          <p:cNvSpPr txBox="1"/>
          <p:nvPr>
            <p:ph idx="1" type="subTitle"/>
          </p:nvPr>
        </p:nvSpPr>
        <p:spPr>
          <a:xfrm>
            <a:off x="713100" y="3163825"/>
            <a:ext cx="3852000" cy="926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1254" name="Shape 1254"/>
        <p:cNvGrpSpPr/>
        <p:nvPr/>
      </p:nvGrpSpPr>
      <p:grpSpPr>
        <a:xfrm>
          <a:off x="0" y="0"/>
          <a:ext cx="0" cy="0"/>
          <a:chOff x="0" y="0"/>
          <a:chExt cx="0" cy="0"/>
        </a:xfrm>
      </p:grpSpPr>
      <p:sp>
        <p:nvSpPr>
          <p:cNvPr id="1255" name="Google Shape;1255;p28"/>
          <p:cNvSpPr/>
          <p:nvPr/>
        </p:nvSpPr>
        <p:spPr>
          <a:xfrm>
            <a:off x="0" y="4321767"/>
            <a:ext cx="9144017" cy="821711"/>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28"/>
          <p:cNvSpPr/>
          <p:nvPr/>
        </p:nvSpPr>
        <p:spPr>
          <a:xfrm>
            <a:off x="-1990651" y="4443935"/>
            <a:ext cx="3909622" cy="1843739"/>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28"/>
          <p:cNvSpPr/>
          <p:nvPr/>
        </p:nvSpPr>
        <p:spPr>
          <a:xfrm flipH="1" rot="-118">
            <a:off x="7102514" y="4317796"/>
            <a:ext cx="2656786" cy="855007"/>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8" name="Google Shape;1258;p28"/>
          <p:cNvGrpSpPr/>
          <p:nvPr/>
        </p:nvGrpSpPr>
        <p:grpSpPr>
          <a:xfrm>
            <a:off x="7290042" y="3940088"/>
            <a:ext cx="1963893" cy="855121"/>
            <a:chOff x="8284835" y="1862888"/>
            <a:chExt cx="427165" cy="213583"/>
          </a:xfrm>
        </p:grpSpPr>
        <p:sp>
          <p:nvSpPr>
            <p:cNvPr id="1259" name="Google Shape;1259;p28"/>
            <p:cNvSpPr/>
            <p:nvPr/>
          </p:nvSpPr>
          <p:spPr>
            <a:xfrm>
              <a:off x="8284835" y="1862888"/>
              <a:ext cx="427165" cy="213583"/>
            </a:xfrm>
            <a:custGeom>
              <a:rect b="b" l="l" r="r" t="t"/>
              <a:pathLst>
                <a:path extrusionOk="0" h="4827" w="9654">
                  <a:moveTo>
                    <a:pt x="9653" y="0"/>
                  </a:moveTo>
                  <a:lnTo>
                    <a:pt x="8948" y="482"/>
                  </a:lnTo>
                  <a:cubicBezTo>
                    <a:pt x="8948" y="482"/>
                    <a:pt x="8774" y="656"/>
                    <a:pt x="8707" y="656"/>
                  </a:cubicBezTo>
                  <a:cubicBezTo>
                    <a:pt x="8688" y="656"/>
                    <a:pt x="8677" y="642"/>
                    <a:pt x="8681" y="607"/>
                  </a:cubicBezTo>
                  <a:cubicBezTo>
                    <a:pt x="8687" y="553"/>
                    <a:pt x="8657" y="536"/>
                    <a:pt x="8615" y="536"/>
                  </a:cubicBezTo>
                  <a:cubicBezTo>
                    <a:pt x="8530" y="536"/>
                    <a:pt x="8395" y="607"/>
                    <a:pt x="8395" y="607"/>
                  </a:cubicBezTo>
                  <a:lnTo>
                    <a:pt x="7780" y="1044"/>
                  </a:lnTo>
                  <a:lnTo>
                    <a:pt x="6941" y="1178"/>
                  </a:lnTo>
                  <a:lnTo>
                    <a:pt x="5505" y="1187"/>
                  </a:lnTo>
                  <a:lnTo>
                    <a:pt x="4863" y="1365"/>
                  </a:lnTo>
                  <a:lnTo>
                    <a:pt x="4318" y="1365"/>
                  </a:lnTo>
                  <a:lnTo>
                    <a:pt x="3712" y="1544"/>
                  </a:lnTo>
                  <a:cubicBezTo>
                    <a:pt x="3712" y="1544"/>
                    <a:pt x="3582" y="1520"/>
                    <a:pt x="3388" y="1520"/>
                  </a:cubicBezTo>
                  <a:cubicBezTo>
                    <a:pt x="3227" y="1520"/>
                    <a:pt x="3022" y="1536"/>
                    <a:pt x="2811" y="1597"/>
                  </a:cubicBezTo>
                  <a:cubicBezTo>
                    <a:pt x="2338" y="1740"/>
                    <a:pt x="1910" y="1776"/>
                    <a:pt x="1910" y="1776"/>
                  </a:cubicBezTo>
                  <a:lnTo>
                    <a:pt x="197" y="2150"/>
                  </a:lnTo>
                  <a:cubicBezTo>
                    <a:pt x="197" y="2150"/>
                    <a:pt x="1" y="2231"/>
                    <a:pt x="1044" y="2587"/>
                  </a:cubicBezTo>
                  <a:cubicBezTo>
                    <a:pt x="2498" y="3096"/>
                    <a:pt x="3587" y="2846"/>
                    <a:pt x="3774" y="3087"/>
                  </a:cubicBezTo>
                  <a:cubicBezTo>
                    <a:pt x="3962" y="3328"/>
                    <a:pt x="3863" y="3167"/>
                    <a:pt x="4113" y="3497"/>
                  </a:cubicBezTo>
                  <a:cubicBezTo>
                    <a:pt x="4363" y="3818"/>
                    <a:pt x="4292" y="3890"/>
                    <a:pt x="4684" y="3917"/>
                  </a:cubicBezTo>
                  <a:cubicBezTo>
                    <a:pt x="4815" y="3926"/>
                    <a:pt x="4929" y="3928"/>
                    <a:pt x="5023" y="3928"/>
                  </a:cubicBezTo>
                  <a:cubicBezTo>
                    <a:pt x="5210" y="3928"/>
                    <a:pt x="5318" y="3917"/>
                    <a:pt x="5318" y="3917"/>
                  </a:cubicBezTo>
                  <a:lnTo>
                    <a:pt x="5790" y="3863"/>
                  </a:lnTo>
                  <a:lnTo>
                    <a:pt x="6040" y="3917"/>
                  </a:lnTo>
                  <a:cubicBezTo>
                    <a:pt x="6040" y="3917"/>
                    <a:pt x="6352" y="4131"/>
                    <a:pt x="6629" y="4175"/>
                  </a:cubicBezTo>
                  <a:cubicBezTo>
                    <a:pt x="6672" y="4184"/>
                    <a:pt x="6701" y="4187"/>
                    <a:pt x="6720" y="4187"/>
                  </a:cubicBezTo>
                  <a:cubicBezTo>
                    <a:pt x="6782" y="4187"/>
                    <a:pt x="6748" y="4155"/>
                    <a:pt x="6759" y="4155"/>
                  </a:cubicBezTo>
                  <a:lnTo>
                    <a:pt x="6759" y="4155"/>
                  </a:lnTo>
                  <a:cubicBezTo>
                    <a:pt x="6767" y="4155"/>
                    <a:pt x="6798" y="4172"/>
                    <a:pt x="6905" y="4229"/>
                  </a:cubicBezTo>
                  <a:cubicBezTo>
                    <a:pt x="7218" y="4380"/>
                    <a:pt x="7405" y="4452"/>
                    <a:pt x="7405" y="4452"/>
                  </a:cubicBezTo>
                  <a:cubicBezTo>
                    <a:pt x="7405" y="4452"/>
                    <a:pt x="7905" y="4505"/>
                    <a:pt x="8154" y="4568"/>
                  </a:cubicBezTo>
                  <a:cubicBezTo>
                    <a:pt x="8413" y="4630"/>
                    <a:pt x="8681" y="4666"/>
                    <a:pt x="8681" y="4666"/>
                  </a:cubicBezTo>
                  <a:lnTo>
                    <a:pt x="9653" y="4827"/>
                  </a:lnTo>
                  <a:lnTo>
                    <a:pt x="965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28"/>
            <p:cNvSpPr/>
            <p:nvPr/>
          </p:nvSpPr>
          <p:spPr>
            <a:xfrm>
              <a:off x="8454567" y="1962751"/>
              <a:ext cx="257432" cy="113716"/>
            </a:xfrm>
            <a:custGeom>
              <a:rect b="b" l="l" r="r" t="t"/>
              <a:pathLst>
                <a:path extrusionOk="0" h="2570" w="5818">
                  <a:moveTo>
                    <a:pt x="5817" y="0"/>
                  </a:moveTo>
                  <a:lnTo>
                    <a:pt x="5202" y="152"/>
                  </a:lnTo>
                  <a:lnTo>
                    <a:pt x="4809" y="411"/>
                  </a:lnTo>
                  <a:lnTo>
                    <a:pt x="4399" y="500"/>
                  </a:lnTo>
                  <a:lnTo>
                    <a:pt x="4006" y="830"/>
                  </a:lnTo>
                  <a:cubicBezTo>
                    <a:pt x="4006" y="830"/>
                    <a:pt x="3911" y="850"/>
                    <a:pt x="3781" y="850"/>
                  </a:cubicBezTo>
                  <a:cubicBezTo>
                    <a:pt x="3717" y="850"/>
                    <a:pt x="3643" y="845"/>
                    <a:pt x="3569" y="830"/>
                  </a:cubicBezTo>
                  <a:cubicBezTo>
                    <a:pt x="3426" y="796"/>
                    <a:pt x="3246" y="780"/>
                    <a:pt x="3042" y="780"/>
                  </a:cubicBezTo>
                  <a:cubicBezTo>
                    <a:pt x="2927" y="780"/>
                    <a:pt x="2805" y="785"/>
                    <a:pt x="2677" y="794"/>
                  </a:cubicBezTo>
                  <a:cubicBezTo>
                    <a:pt x="2363" y="817"/>
                    <a:pt x="2417" y="919"/>
                    <a:pt x="2416" y="919"/>
                  </a:cubicBezTo>
                  <a:cubicBezTo>
                    <a:pt x="2416" y="919"/>
                    <a:pt x="2414" y="917"/>
                    <a:pt x="2409" y="910"/>
                  </a:cubicBezTo>
                  <a:cubicBezTo>
                    <a:pt x="2405" y="906"/>
                    <a:pt x="2401" y="905"/>
                    <a:pt x="2395" y="905"/>
                  </a:cubicBezTo>
                  <a:cubicBezTo>
                    <a:pt x="2338" y="905"/>
                    <a:pt x="2204" y="1098"/>
                    <a:pt x="2204" y="1098"/>
                  </a:cubicBezTo>
                  <a:cubicBezTo>
                    <a:pt x="2204" y="1098"/>
                    <a:pt x="2052" y="1089"/>
                    <a:pt x="1847" y="1053"/>
                  </a:cubicBezTo>
                  <a:cubicBezTo>
                    <a:pt x="1788" y="1046"/>
                    <a:pt x="1746" y="1042"/>
                    <a:pt x="1710" y="1042"/>
                  </a:cubicBezTo>
                  <a:cubicBezTo>
                    <a:pt x="1618" y="1042"/>
                    <a:pt x="1577" y="1065"/>
                    <a:pt x="1428" y="1098"/>
                  </a:cubicBezTo>
                  <a:cubicBezTo>
                    <a:pt x="1223" y="1133"/>
                    <a:pt x="1080" y="1231"/>
                    <a:pt x="1080" y="1231"/>
                  </a:cubicBezTo>
                  <a:lnTo>
                    <a:pt x="946" y="1312"/>
                  </a:lnTo>
                  <a:lnTo>
                    <a:pt x="1" y="910"/>
                  </a:lnTo>
                  <a:lnTo>
                    <a:pt x="1" y="910"/>
                  </a:lnTo>
                  <a:cubicBezTo>
                    <a:pt x="99" y="1035"/>
                    <a:pt x="63" y="955"/>
                    <a:pt x="277" y="1240"/>
                  </a:cubicBezTo>
                  <a:cubicBezTo>
                    <a:pt x="527" y="1561"/>
                    <a:pt x="456" y="1633"/>
                    <a:pt x="848" y="1660"/>
                  </a:cubicBezTo>
                  <a:cubicBezTo>
                    <a:pt x="979" y="1669"/>
                    <a:pt x="1093" y="1671"/>
                    <a:pt x="1187" y="1671"/>
                  </a:cubicBezTo>
                  <a:cubicBezTo>
                    <a:pt x="1374" y="1671"/>
                    <a:pt x="1482" y="1660"/>
                    <a:pt x="1482" y="1660"/>
                  </a:cubicBezTo>
                  <a:lnTo>
                    <a:pt x="1954" y="1606"/>
                  </a:lnTo>
                  <a:lnTo>
                    <a:pt x="2204" y="1660"/>
                  </a:lnTo>
                  <a:cubicBezTo>
                    <a:pt x="2204" y="1660"/>
                    <a:pt x="2516" y="1874"/>
                    <a:pt x="2793" y="1918"/>
                  </a:cubicBezTo>
                  <a:cubicBezTo>
                    <a:pt x="2836" y="1927"/>
                    <a:pt x="2865" y="1930"/>
                    <a:pt x="2884" y="1930"/>
                  </a:cubicBezTo>
                  <a:cubicBezTo>
                    <a:pt x="2946" y="1930"/>
                    <a:pt x="2912" y="1898"/>
                    <a:pt x="2923" y="1898"/>
                  </a:cubicBezTo>
                  <a:lnTo>
                    <a:pt x="2923" y="1898"/>
                  </a:lnTo>
                  <a:cubicBezTo>
                    <a:pt x="2931" y="1898"/>
                    <a:pt x="2962" y="1915"/>
                    <a:pt x="3069" y="1972"/>
                  </a:cubicBezTo>
                  <a:cubicBezTo>
                    <a:pt x="3382" y="2123"/>
                    <a:pt x="3569" y="2195"/>
                    <a:pt x="3569" y="2195"/>
                  </a:cubicBezTo>
                  <a:cubicBezTo>
                    <a:pt x="3569" y="2195"/>
                    <a:pt x="4069" y="2248"/>
                    <a:pt x="4318" y="2311"/>
                  </a:cubicBezTo>
                  <a:cubicBezTo>
                    <a:pt x="4577" y="2373"/>
                    <a:pt x="4845" y="2409"/>
                    <a:pt x="4845" y="2409"/>
                  </a:cubicBezTo>
                  <a:lnTo>
                    <a:pt x="5817" y="2570"/>
                  </a:lnTo>
                  <a:lnTo>
                    <a:pt x="5817"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28"/>
            <p:cNvSpPr/>
            <p:nvPr/>
          </p:nvSpPr>
          <p:spPr>
            <a:xfrm>
              <a:off x="8293508" y="1862888"/>
              <a:ext cx="418493" cy="100176"/>
            </a:xfrm>
            <a:custGeom>
              <a:rect b="b" l="l" r="r" t="t"/>
              <a:pathLst>
                <a:path extrusionOk="0" h="2264" w="9458">
                  <a:moveTo>
                    <a:pt x="9457" y="0"/>
                  </a:moveTo>
                  <a:lnTo>
                    <a:pt x="8752" y="482"/>
                  </a:lnTo>
                  <a:cubicBezTo>
                    <a:pt x="8752" y="482"/>
                    <a:pt x="8578" y="656"/>
                    <a:pt x="8511" y="656"/>
                  </a:cubicBezTo>
                  <a:cubicBezTo>
                    <a:pt x="8492" y="656"/>
                    <a:pt x="8481" y="642"/>
                    <a:pt x="8485" y="607"/>
                  </a:cubicBezTo>
                  <a:cubicBezTo>
                    <a:pt x="8491" y="553"/>
                    <a:pt x="8461" y="536"/>
                    <a:pt x="8419" y="536"/>
                  </a:cubicBezTo>
                  <a:cubicBezTo>
                    <a:pt x="8334" y="536"/>
                    <a:pt x="8199" y="607"/>
                    <a:pt x="8199" y="607"/>
                  </a:cubicBezTo>
                  <a:lnTo>
                    <a:pt x="7584" y="1044"/>
                  </a:lnTo>
                  <a:lnTo>
                    <a:pt x="6745" y="1178"/>
                  </a:lnTo>
                  <a:lnTo>
                    <a:pt x="5309" y="1187"/>
                  </a:lnTo>
                  <a:lnTo>
                    <a:pt x="4667" y="1365"/>
                  </a:lnTo>
                  <a:lnTo>
                    <a:pt x="4122" y="1365"/>
                  </a:lnTo>
                  <a:lnTo>
                    <a:pt x="3516" y="1544"/>
                  </a:lnTo>
                  <a:cubicBezTo>
                    <a:pt x="3516" y="1544"/>
                    <a:pt x="3386" y="1520"/>
                    <a:pt x="3192" y="1520"/>
                  </a:cubicBezTo>
                  <a:cubicBezTo>
                    <a:pt x="3031" y="1520"/>
                    <a:pt x="2826" y="1536"/>
                    <a:pt x="2615" y="1597"/>
                  </a:cubicBezTo>
                  <a:cubicBezTo>
                    <a:pt x="2142" y="1740"/>
                    <a:pt x="1714" y="1776"/>
                    <a:pt x="1714" y="1776"/>
                  </a:cubicBezTo>
                  <a:lnTo>
                    <a:pt x="1" y="2150"/>
                  </a:lnTo>
                  <a:lnTo>
                    <a:pt x="170" y="2239"/>
                  </a:lnTo>
                  <a:cubicBezTo>
                    <a:pt x="170" y="2239"/>
                    <a:pt x="262" y="2263"/>
                    <a:pt x="341" y="2263"/>
                  </a:cubicBezTo>
                  <a:cubicBezTo>
                    <a:pt x="380" y="2263"/>
                    <a:pt x="417" y="2257"/>
                    <a:pt x="438" y="2239"/>
                  </a:cubicBezTo>
                  <a:cubicBezTo>
                    <a:pt x="500" y="2186"/>
                    <a:pt x="1098" y="2150"/>
                    <a:pt x="1098" y="2150"/>
                  </a:cubicBezTo>
                  <a:lnTo>
                    <a:pt x="1508" y="2052"/>
                  </a:lnTo>
                  <a:lnTo>
                    <a:pt x="1919" y="1972"/>
                  </a:lnTo>
                  <a:cubicBezTo>
                    <a:pt x="1919" y="1972"/>
                    <a:pt x="2133" y="1918"/>
                    <a:pt x="2258" y="1874"/>
                  </a:cubicBezTo>
                  <a:cubicBezTo>
                    <a:pt x="2315" y="1853"/>
                    <a:pt x="2399" y="1848"/>
                    <a:pt x="2474" y="1848"/>
                  </a:cubicBezTo>
                  <a:cubicBezTo>
                    <a:pt x="2564" y="1848"/>
                    <a:pt x="2641" y="1856"/>
                    <a:pt x="2641" y="1856"/>
                  </a:cubicBezTo>
                  <a:lnTo>
                    <a:pt x="3302" y="1972"/>
                  </a:lnTo>
                  <a:lnTo>
                    <a:pt x="3685" y="1865"/>
                  </a:lnTo>
                  <a:lnTo>
                    <a:pt x="4015" y="1749"/>
                  </a:lnTo>
                  <a:lnTo>
                    <a:pt x="4354" y="1686"/>
                  </a:lnTo>
                  <a:lnTo>
                    <a:pt x="4961" y="1722"/>
                  </a:lnTo>
                  <a:lnTo>
                    <a:pt x="5353" y="1740"/>
                  </a:lnTo>
                  <a:lnTo>
                    <a:pt x="5737" y="1642"/>
                  </a:lnTo>
                  <a:lnTo>
                    <a:pt x="6112" y="1642"/>
                  </a:lnTo>
                  <a:lnTo>
                    <a:pt x="6469" y="1829"/>
                  </a:lnTo>
                  <a:lnTo>
                    <a:pt x="6870" y="1776"/>
                  </a:lnTo>
                  <a:lnTo>
                    <a:pt x="7120" y="1695"/>
                  </a:lnTo>
                  <a:lnTo>
                    <a:pt x="7949" y="1472"/>
                  </a:lnTo>
                  <a:lnTo>
                    <a:pt x="8404" y="1356"/>
                  </a:lnTo>
                  <a:lnTo>
                    <a:pt x="8485" y="1214"/>
                  </a:lnTo>
                  <a:cubicBezTo>
                    <a:pt x="8485" y="1214"/>
                    <a:pt x="8529" y="1169"/>
                    <a:pt x="8485" y="1098"/>
                  </a:cubicBezTo>
                  <a:cubicBezTo>
                    <a:pt x="8449" y="1026"/>
                    <a:pt x="8574" y="973"/>
                    <a:pt x="8690" y="839"/>
                  </a:cubicBezTo>
                  <a:cubicBezTo>
                    <a:pt x="8729" y="794"/>
                    <a:pt x="8756" y="779"/>
                    <a:pt x="8776" y="779"/>
                  </a:cubicBezTo>
                  <a:cubicBezTo>
                    <a:pt x="8816" y="779"/>
                    <a:pt x="8824" y="839"/>
                    <a:pt x="8824" y="839"/>
                  </a:cubicBezTo>
                  <a:cubicBezTo>
                    <a:pt x="8824" y="839"/>
                    <a:pt x="8894" y="853"/>
                    <a:pt x="8981" y="853"/>
                  </a:cubicBezTo>
                  <a:cubicBezTo>
                    <a:pt x="9060" y="853"/>
                    <a:pt x="9152" y="841"/>
                    <a:pt x="9216" y="794"/>
                  </a:cubicBezTo>
                  <a:cubicBezTo>
                    <a:pt x="9350" y="696"/>
                    <a:pt x="9270" y="634"/>
                    <a:pt x="9314" y="384"/>
                  </a:cubicBezTo>
                  <a:cubicBezTo>
                    <a:pt x="9350" y="134"/>
                    <a:pt x="9457" y="0"/>
                    <a:pt x="9457"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2" name="Google Shape;1262;p28"/>
          <p:cNvSpPr/>
          <p:nvPr/>
        </p:nvSpPr>
        <p:spPr>
          <a:xfrm>
            <a:off x="-27193" y="4323721"/>
            <a:ext cx="1172549" cy="617040"/>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3" name="Google Shape;1263;p28"/>
          <p:cNvGrpSpPr/>
          <p:nvPr/>
        </p:nvGrpSpPr>
        <p:grpSpPr>
          <a:xfrm>
            <a:off x="-141423" y="2951641"/>
            <a:ext cx="1270176" cy="2033197"/>
            <a:chOff x="1352322" y="1338997"/>
            <a:chExt cx="415457" cy="676942"/>
          </a:xfrm>
        </p:grpSpPr>
        <p:sp>
          <p:nvSpPr>
            <p:cNvPr id="1264" name="Google Shape;1264;p28"/>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28"/>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28"/>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28"/>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28"/>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28"/>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28"/>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28"/>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28"/>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28"/>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28"/>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28"/>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28"/>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 name="Google Shape;1277;p28"/>
          <p:cNvGrpSpPr/>
          <p:nvPr/>
        </p:nvGrpSpPr>
        <p:grpSpPr>
          <a:xfrm flipH="1">
            <a:off x="935126" y="4112968"/>
            <a:ext cx="839013" cy="613436"/>
            <a:chOff x="6123718" y="525411"/>
            <a:chExt cx="1395563" cy="1024955"/>
          </a:xfrm>
        </p:grpSpPr>
        <p:grpSp>
          <p:nvGrpSpPr>
            <p:cNvPr id="1278" name="Google Shape;1278;p28"/>
            <p:cNvGrpSpPr/>
            <p:nvPr/>
          </p:nvGrpSpPr>
          <p:grpSpPr>
            <a:xfrm flipH="1">
              <a:off x="6123718" y="525411"/>
              <a:ext cx="1395563" cy="1024955"/>
              <a:chOff x="1696430" y="1591394"/>
              <a:chExt cx="279683" cy="208092"/>
            </a:xfrm>
          </p:grpSpPr>
          <p:sp>
            <p:nvSpPr>
              <p:cNvPr id="1279" name="Google Shape;1279;p28"/>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28"/>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28"/>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28"/>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28"/>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28"/>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28"/>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28"/>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28"/>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28"/>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28"/>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0" name="Google Shape;1290;p28"/>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1" name="Google Shape;1291;p28"/>
          <p:cNvSpPr txBox="1"/>
          <p:nvPr>
            <p:ph type="title"/>
          </p:nvPr>
        </p:nvSpPr>
        <p:spPr>
          <a:xfrm>
            <a:off x="4849800" y="1874550"/>
            <a:ext cx="34104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292" name="Google Shape;1292;p28"/>
          <p:cNvSpPr txBox="1"/>
          <p:nvPr>
            <p:ph idx="1" type="subTitle"/>
          </p:nvPr>
        </p:nvSpPr>
        <p:spPr>
          <a:xfrm>
            <a:off x="4849800" y="2447250"/>
            <a:ext cx="3410400" cy="821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1293" name="Shape 1293"/>
        <p:cNvGrpSpPr/>
        <p:nvPr/>
      </p:nvGrpSpPr>
      <p:grpSpPr>
        <a:xfrm>
          <a:off x="0" y="0"/>
          <a:ext cx="0" cy="0"/>
          <a:chOff x="0" y="0"/>
          <a:chExt cx="0" cy="0"/>
        </a:xfrm>
      </p:grpSpPr>
      <p:sp>
        <p:nvSpPr>
          <p:cNvPr id="1294" name="Google Shape;1294;p29"/>
          <p:cNvSpPr/>
          <p:nvPr/>
        </p:nvSpPr>
        <p:spPr>
          <a:xfrm flipH="1">
            <a:off x="-1" y="4762490"/>
            <a:ext cx="9173906"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29"/>
          <p:cNvSpPr/>
          <p:nvPr/>
        </p:nvSpPr>
        <p:spPr>
          <a:xfrm rot="238332">
            <a:off x="-3594095" y="4242315"/>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6" name="Google Shape;1296;p29"/>
          <p:cNvGrpSpPr/>
          <p:nvPr/>
        </p:nvGrpSpPr>
        <p:grpSpPr>
          <a:xfrm>
            <a:off x="-12751" y="2647408"/>
            <a:ext cx="2737383" cy="2109215"/>
            <a:chOff x="3363545" y="1191568"/>
            <a:chExt cx="384038" cy="295876"/>
          </a:xfrm>
        </p:grpSpPr>
        <p:sp>
          <p:nvSpPr>
            <p:cNvPr id="1297" name="Google Shape;1297;p29"/>
            <p:cNvSpPr/>
            <p:nvPr/>
          </p:nvSpPr>
          <p:spPr>
            <a:xfrm>
              <a:off x="3363545"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29"/>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29"/>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29"/>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29"/>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29"/>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29"/>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4" name="Google Shape;1304;p29"/>
          <p:cNvSpPr/>
          <p:nvPr/>
        </p:nvSpPr>
        <p:spPr>
          <a:xfrm flipH="1" rot="-238332">
            <a:off x="7203298" y="4242312"/>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5" name="Google Shape;1305;p29"/>
          <p:cNvGrpSpPr/>
          <p:nvPr/>
        </p:nvGrpSpPr>
        <p:grpSpPr>
          <a:xfrm flipH="1">
            <a:off x="6438566" y="2647368"/>
            <a:ext cx="2737383" cy="2109215"/>
            <a:chOff x="3363545" y="1191568"/>
            <a:chExt cx="384038" cy="295876"/>
          </a:xfrm>
        </p:grpSpPr>
        <p:sp>
          <p:nvSpPr>
            <p:cNvPr id="1306" name="Google Shape;1306;p29"/>
            <p:cNvSpPr/>
            <p:nvPr/>
          </p:nvSpPr>
          <p:spPr>
            <a:xfrm>
              <a:off x="3363545"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29"/>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29"/>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29"/>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29"/>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29"/>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29"/>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3" name="Google Shape;1313;p29"/>
          <p:cNvSpPr/>
          <p:nvPr/>
        </p:nvSpPr>
        <p:spPr>
          <a:xfrm flipH="1">
            <a:off x="-334053" y="8650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29"/>
          <p:cNvSpPr/>
          <p:nvPr/>
        </p:nvSpPr>
        <p:spPr>
          <a:xfrm flipH="1">
            <a:off x="8430904" y="158472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29"/>
          <p:cNvSpPr txBox="1"/>
          <p:nvPr>
            <p:ph type="title"/>
          </p:nvPr>
        </p:nvSpPr>
        <p:spPr>
          <a:xfrm>
            <a:off x="720075"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316" name="Google Shape;1316;p29"/>
          <p:cNvSpPr txBox="1"/>
          <p:nvPr>
            <p:ph idx="2" type="title"/>
          </p:nvPr>
        </p:nvSpPr>
        <p:spPr>
          <a:xfrm>
            <a:off x="937700" y="2437638"/>
            <a:ext cx="21753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317" name="Google Shape;1317;p29"/>
          <p:cNvSpPr txBox="1"/>
          <p:nvPr>
            <p:ph idx="1" type="subTitle"/>
          </p:nvPr>
        </p:nvSpPr>
        <p:spPr>
          <a:xfrm>
            <a:off x="937700" y="2762863"/>
            <a:ext cx="2175300" cy="869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318" name="Google Shape;1318;p29"/>
          <p:cNvSpPr txBox="1"/>
          <p:nvPr>
            <p:ph idx="3" type="title"/>
          </p:nvPr>
        </p:nvSpPr>
        <p:spPr>
          <a:xfrm>
            <a:off x="3484425" y="3409475"/>
            <a:ext cx="21753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319" name="Google Shape;1319;p29"/>
          <p:cNvSpPr txBox="1"/>
          <p:nvPr>
            <p:ph idx="4" type="subTitle"/>
          </p:nvPr>
        </p:nvSpPr>
        <p:spPr>
          <a:xfrm>
            <a:off x="3484421" y="3734700"/>
            <a:ext cx="2175300" cy="869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320" name="Google Shape;1320;p29"/>
          <p:cNvSpPr txBox="1"/>
          <p:nvPr>
            <p:ph idx="5" type="title"/>
          </p:nvPr>
        </p:nvSpPr>
        <p:spPr>
          <a:xfrm>
            <a:off x="6031150" y="2437638"/>
            <a:ext cx="21753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321" name="Google Shape;1321;p29"/>
          <p:cNvSpPr txBox="1"/>
          <p:nvPr>
            <p:ph idx="6" type="subTitle"/>
          </p:nvPr>
        </p:nvSpPr>
        <p:spPr>
          <a:xfrm>
            <a:off x="6031149" y="2762863"/>
            <a:ext cx="2175300" cy="869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_2">
    <p:spTree>
      <p:nvGrpSpPr>
        <p:cNvPr id="1322" name="Shape 1322"/>
        <p:cNvGrpSpPr/>
        <p:nvPr/>
      </p:nvGrpSpPr>
      <p:grpSpPr>
        <a:xfrm>
          <a:off x="0" y="0"/>
          <a:ext cx="0" cy="0"/>
          <a:chOff x="0" y="0"/>
          <a:chExt cx="0" cy="0"/>
        </a:xfrm>
      </p:grpSpPr>
      <p:sp>
        <p:nvSpPr>
          <p:cNvPr id="1323" name="Google Shape;1323;p30"/>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0"/>
          <p:cNvSpPr/>
          <p:nvPr/>
        </p:nvSpPr>
        <p:spPr>
          <a:xfrm>
            <a:off x="-1554963" y="4806852"/>
            <a:ext cx="2885856" cy="136094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30"/>
          <p:cNvSpPr/>
          <p:nvPr/>
        </p:nvSpPr>
        <p:spPr>
          <a:xfrm flipH="1" rot="-99">
            <a:off x="7380676" y="4769930"/>
            <a:ext cx="2100438" cy="452713"/>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6" name="Google Shape;1326;p30"/>
          <p:cNvGrpSpPr/>
          <p:nvPr/>
        </p:nvGrpSpPr>
        <p:grpSpPr>
          <a:xfrm>
            <a:off x="7719034" y="4445634"/>
            <a:ext cx="1534549" cy="668193"/>
            <a:chOff x="8284835" y="1862888"/>
            <a:chExt cx="427165" cy="213583"/>
          </a:xfrm>
        </p:grpSpPr>
        <p:sp>
          <p:nvSpPr>
            <p:cNvPr id="1327" name="Google Shape;1327;p30"/>
            <p:cNvSpPr/>
            <p:nvPr/>
          </p:nvSpPr>
          <p:spPr>
            <a:xfrm>
              <a:off x="8284835" y="1862888"/>
              <a:ext cx="427165" cy="213583"/>
            </a:xfrm>
            <a:custGeom>
              <a:rect b="b" l="l" r="r" t="t"/>
              <a:pathLst>
                <a:path extrusionOk="0" h="4827" w="9654">
                  <a:moveTo>
                    <a:pt x="9653" y="0"/>
                  </a:moveTo>
                  <a:lnTo>
                    <a:pt x="8948" y="482"/>
                  </a:lnTo>
                  <a:cubicBezTo>
                    <a:pt x="8948" y="482"/>
                    <a:pt x="8774" y="656"/>
                    <a:pt x="8707" y="656"/>
                  </a:cubicBezTo>
                  <a:cubicBezTo>
                    <a:pt x="8688" y="656"/>
                    <a:pt x="8677" y="642"/>
                    <a:pt x="8681" y="607"/>
                  </a:cubicBezTo>
                  <a:cubicBezTo>
                    <a:pt x="8687" y="553"/>
                    <a:pt x="8657" y="536"/>
                    <a:pt x="8615" y="536"/>
                  </a:cubicBezTo>
                  <a:cubicBezTo>
                    <a:pt x="8530" y="536"/>
                    <a:pt x="8395" y="607"/>
                    <a:pt x="8395" y="607"/>
                  </a:cubicBezTo>
                  <a:lnTo>
                    <a:pt x="7780" y="1044"/>
                  </a:lnTo>
                  <a:lnTo>
                    <a:pt x="6941" y="1178"/>
                  </a:lnTo>
                  <a:lnTo>
                    <a:pt x="5505" y="1187"/>
                  </a:lnTo>
                  <a:lnTo>
                    <a:pt x="4863" y="1365"/>
                  </a:lnTo>
                  <a:lnTo>
                    <a:pt x="4318" y="1365"/>
                  </a:lnTo>
                  <a:lnTo>
                    <a:pt x="3712" y="1544"/>
                  </a:lnTo>
                  <a:cubicBezTo>
                    <a:pt x="3712" y="1544"/>
                    <a:pt x="3582" y="1520"/>
                    <a:pt x="3388" y="1520"/>
                  </a:cubicBezTo>
                  <a:cubicBezTo>
                    <a:pt x="3227" y="1520"/>
                    <a:pt x="3022" y="1536"/>
                    <a:pt x="2811" y="1597"/>
                  </a:cubicBezTo>
                  <a:cubicBezTo>
                    <a:pt x="2338" y="1740"/>
                    <a:pt x="1910" y="1776"/>
                    <a:pt x="1910" y="1776"/>
                  </a:cubicBezTo>
                  <a:lnTo>
                    <a:pt x="197" y="2150"/>
                  </a:lnTo>
                  <a:cubicBezTo>
                    <a:pt x="197" y="2150"/>
                    <a:pt x="1" y="2231"/>
                    <a:pt x="1044" y="2587"/>
                  </a:cubicBezTo>
                  <a:cubicBezTo>
                    <a:pt x="2498" y="3096"/>
                    <a:pt x="3587" y="2846"/>
                    <a:pt x="3774" y="3087"/>
                  </a:cubicBezTo>
                  <a:cubicBezTo>
                    <a:pt x="3962" y="3328"/>
                    <a:pt x="3863" y="3167"/>
                    <a:pt x="4113" y="3497"/>
                  </a:cubicBezTo>
                  <a:cubicBezTo>
                    <a:pt x="4363" y="3818"/>
                    <a:pt x="4292" y="3890"/>
                    <a:pt x="4684" y="3917"/>
                  </a:cubicBezTo>
                  <a:cubicBezTo>
                    <a:pt x="4815" y="3926"/>
                    <a:pt x="4929" y="3928"/>
                    <a:pt x="5023" y="3928"/>
                  </a:cubicBezTo>
                  <a:cubicBezTo>
                    <a:pt x="5210" y="3928"/>
                    <a:pt x="5318" y="3917"/>
                    <a:pt x="5318" y="3917"/>
                  </a:cubicBezTo>
                  <a:lnTo>
                    <a:pt x="5790" y="3863"/>
                  </a:lnTo>
                  <a:lnTo>
                    <a:pt x="6040" y="3917"/>
                  </a:lnTo>
                  <a:cubicBezTo>
                    <a:pt x="6040" y="3917"/>
                    <a:pt x="6352" y="4131"/>
                    <a:pt x="6629" y="4175"/>
                  </a:cubicBezTo>
                  <a:cubicBezTo>
                    <a:pt x="6672" y="4184"/>
                    <a:pt x="6701" y="4187"/>
                    <a:pt x="6720" y="4187"/>
                  </a:cubicBezTo>
                  <a:cubicBezTo>
                    <a:pt x="6782" y="4187"/>
                    <a:pt x="6748" y="4155"/>
                    <a:pt x="6759" y="4155"/>
                  </a:cubicBezTo>
                  <a:lnTo>
                    <a:pt x="6759" y="4155"/>
                  </a:lnTo>
                  <a:cubicBezTo>
                    <a:pt x="6767" y="4155"/>
                    <a:pt x="6798" y="4172"/>
                    <a:pt x="6905" y="4229"/>
                  </a:cubicBezTo>
                  <a:cubicBezTo>
                    <a:pt x="7218" y="4380"/>
                    <a:pt x="7405" y="4452"/>
                    <a:pt x="7405" y="4452"/>
                  </a:cubicBezTo>
                  <a:cubicBezTo>
                    <a:pt x="7405" y="4452"/>
                    <a:pt x="7905" y="4505"/>
                    <a:pt x="8154" y="4568"/>
                  </a:cubicBezTo>
                  <a:cubicBezTo>
                    <a:pt x="8413" y="4630"/>
                    <a:pt x="8681" y="4666"/>
                    <a:pt x="8681" y="4666"/>
                  </a:cubicBezTo>
                  <a:lnTo>
                    <a:pt x="9653" y="4827"/>
                  </a:lnTo>
                  <a:lnTo>
                    <a:pt x="965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30"/>
            <p:cNvSpPr/>
            <p:nvPr/>
          </p:nvSpPr>
          <p:spPr>
            <a:xfrm>
              <a:off x="8454567" y="1962751"/>
              <a:ext cx="257432" cy="113716"/>
            </a:xfrm>
            <a:custGeom>
              <a:rect b="b" l="l" r="r" t="t"/>
              <a:pathLst>
                <a:path extrusionOk="0" h="2570" w="5818">
                  <a:moveTo>
                    <a:pt x="5817" y="0"/>
                  </a:moveTo>
                  <a:lnTo>
                    <a:pt x="5202" y="152"/>
                  </a:lnTo>
                  <a:lnTo>
                    <a:pt x="4809" y="411"/>
                  </a:lnTo>
                  <a:lnTo>
                    <a:pt x="4399" y="500"/>
                  </a:lnTo>
                  <a:lnTo>
                    <a:pt x="4006" y="830"/>
                  </a:lnTo>
                  <a:cubicBezTo>
                    <a:pt x="4006" y="830"/>
                    <a:pt x="3911" y="850"/>
                    <a:pt x="3781" y="850"/>
                  </a:cubicBezTo>
                  <a:cubicBezTo>
                    <a:pt x="3717" y="850"/>
                    <a:pt x="3643" y="845"/>
                    <a:pt x="3569" y="830"/>
                  </a:cubicBezTo>
                  <a:cubicBezTo>
                    <a:pt x="3426" y="796"/>
                    <a:pt x="3246" y="780"/>
                    <a:pt x="3042" y="780"/>
                  </a:cubicBezTo>
                  <a:cubicBezTo>
                    <a:pt x="2927" y="780"/>
                    <a:pt x="2805" y="785"/>
                    <a:pt x="2677" y="794"/>
                  </a:cubicBezTo>
                  <a:cubicBezTo>
                    <a:pt x="2363" y="817"/>
                    <a:pt x="2417" y="919"/>
                    <a:pt x="2416" y="919"/>
                  </a:cubicBezTo>
                  <a:cubicBezTo>
                    <a:pt x="2416" y="919"/>
                    <a:pt x="2414" y="917"/>
                    <a:pt x="2409" y="910"/>
                  </a:cubicBezTo>
                  <a:cubicBezTo>
                    <a:pt x="2405" y="906"/>
                    <a:pt x="2401" y="905"/>
                    <a:pt x="2395" y="905"/>
                  </a:cubicBezTo>
                  <a:cubicBezTo>
                    <a:pt x="2338" y="905"/>
                    <a:pt x="2204" y="1098"/>
                    <a:pt x="2204" y="1098"/>
                  </a:cubicBezTo>
                  <a:cubicBezTo>
                    <a:pt x="2204" y="1098"/>
                    <a:pt x="2052" y="1089"/>
                    <a:pt x="1847" y="1053"/>
                  </a:cubicBezTo>
                  <a:cubicBezTo>
                    <a:pt x="1788" y="1046"/>
                    <a:pt x="1746" y="1042"/>
                    <a:pt x="1710" y="1042"/>
                  </a:cubicBezTo>
                  <a:cubicBezTo>
                    <a:pt x="1618" y="1042"/>
                    <a:pt x="1577" y="1065"/>
                    <a:pt x="1428" y="1098"/>
                  </a:cubicBezTo>
                  <a:cubicBezTo>
                    <a:pt x="1223" y="1133"/>
                    <a:pt x="1080" y="1231"/>
                    <a:pt x="1080" y="1231"/>
                  </a:cubicBezTo>
                  <a:lnTo>
                    <a:pt x="946" y="1312"/>
                  </a:lnTo>
                  <a:lnTo>
                    <a:pt x="1" y="910"/>
                  </a:lnTo>
                  <a:lnTo>
                    <a:pt x="1" y="910"/>
                  </a:lnTo>
                  <a:cubicBezTo>
                    <a:pt x="99" y="1035"/>
                    <a:pt x="63" y="955"/>
                    <a:pt x="277" y="1240"/>
                  </a:cubicBezTo>
                  <a:cubicBezTo>
                    <a:pt x="527" y="1561"/>
                    <a:pt x="456" y="1633"/>
                    <a:pt x="848" y="1660"/>
                  </a:cubicBezTo>
                  <a:cubicBezTo>
                    <a:pt x="979" y="1669"/>
                    <a:pt x="1093" y="1671"/>
                    <a:pt x="1187" y="1671"/>
                  </a:cubicBezTo>
                  <a:cubicBezTo>
                    <a:pt x="1374" y="1671"/>
                    <a:pt x="1482" y="1660"/>
                    <a:pt x="1482" y="1660"/>
                  </a:cubicBezTo>
                  <a:lnTo>
                    <a:pt x="1954" y="1606"/>
                  </a:lnTo>
                  <a:lnTo>
                    <a:pt x="2204" y="1660"/>
                  </a:lnTo>
                  <a:cubicBezTo>
                    <a:pt x="2204" y="1660"/>
                    <a:pt x="2516" y="1874"/>
                    <a:pt x="2793" y="1918"/>
                  </a:cubicBezTo>
                  <a:cubicBezTo>
                    <a:pt x="2836" y="1927"/>
                    <a:pt x="2865" y="1930"/>
                    <a:pt x="2884" y="1930"/>
                  </a:cubicBezTo>
                  <a:cubicBezTo>
                    <a:pt x="2946" y="1930"/>
                    <a:pt x="2912" y="1898"/>
                    <a:pt x="2923" y="1898"/>
                  </a:cubicBezTo>
                  <a:lnTo>
                    <a:pt x="2923" y="1898"/>
                  </a:lnTo>
                  <a:cubicBezTo>
                    <a:pt x="2931" y="1898"/>
                    <a:pt x="2962" y="1915"/>
                    <a:pt x="3069" y="1972"/>
                  </a:cubicBezTo>
                  <a:cubicBezTo>
                    <a:pt x="3382" y="2123"/>
                    <a:pt x="3569" y="2195"/>
                    <a:pt x="3569" y="2195"/>
                  </a:cubicBezTo>
                  <a:cubicBezTo>
                    <a:pt x="3569" y="2195"/>
                    <a:pt x="4069" y="2248"/>
                    <a:pt x="4318" y="2311"/>
                  </a:cubicBezTo>
                  <a:cubicBezTo>
                    <a:pt x="4577" y="2373"/>
                    <a:pt x="4845" y="2409"/>
                    <a:pt x="4845" y="2409"/>
                  </a:cubicBezTo>
                  <a:lnTo>
                    <a:pt x="5817" y="2570"/>
                  </a:lnTo>
                  <a:lnTo>
                    <a:pt x="5817"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30"/>
            <p:cNvSpPr/>
            <p:nvPr/>
          </p:nvSpPr>
          <p:spPr>
            <a:xfrm>
              <a:off x="8293508" y="1862888"/>
              <a:ext cx="418493" cy="100176"/>
            </a:xfrm>
            <a:custGeom>
              <a:rect b="b" l="l" r="r" t="t"/>
              <a:pathLst>
                <a:path extrusionOk="0" h="2264" w="9458">
                  <a:moveTo>
                    <a:pt x="9457" y="0"/>
                  </a:moveTo>
                  <a:lnTo>
                    <a:pt x="8752" y="482"/>
                  </a:lnTo>
                  <a:cubicBezTo>
                    <a:pt x="8752" y="482"/>
                    <a:pt x="8578" y="656"/>
                    <a:pt x="8511" y="656"/>
                  </a:cubicBezTo>
                  <a:cubicBezTo>
                    <a:pt x="8492" y="656"/>
                    <a:pt x="8481" y="642"/>
                    <a:pt x="8485" y="607"/>
                  </a:cubicBezTo>
                  <a:cubicBezTo>
                    <a:pt x="8491" y="553"/>
                    <a:pt x="8461" y="536"/>
                    <a:pt x="8419" y="536"/>
                  </a:cubicBezTo>
                  <a:cubicBezTo>
                    <a:pt x="8334" y="536"/>
                    <a:pt x="8199" y="607"/>
                    <a:pt x="8199" y="607"/>
                  </a:cubicBezTo>
                  <a:lnTo>
                    <a:pt x="7584" y="1044"/>
                  </a:lnTo>
                  <a:lnTo>
                    <a:pt x="6745" y="1178"/>
                  </a:lnTo>
                  <a:lnTo>
                    <a:pt x="5309" y="1187"/>
                  </a:lnTo>
                  <a:lnTo>
                    <a:pt x="4667" y="1365"/>
                  </a:lnTo>
                  <a:lnTo>
                    <a:pt x="4122" y="1365"/>
                  </a:lnTo>
                  <a:lnTo>
                    <a:pt x="3516" y="1544"/>
                  </a:lnTo>
                  <a:cubicBezTo>
                    <a:pt x="3516" y="1544"/>
                    <a:pt x="3386" y="1520"/>
                    <a:pt x="3192" y="1520"/>
                  </a:cubicBezTo>
                  <a:cubicBezTo>
                    <a:pt x="3031" y="1520"/>
                    <a:pt x="2826" y="1536"/>
                    <a:pt x="2615" y="1597"/>
                  </a:cubicBezTo>
                  <a:cubicBezTo>
                    <a:pt x="2142" y="1740"/>
                    <a:pt x="1714" y="1776"/>
                    <a:pt x="1714" y="1776"/>
                  </a:cubicBezTo>
                  <a:lnTo>
                    <a:pt x="1" y="2150"/>
                  </a:lnTo>
                  <a:lnTo>
                    <a:pt x="170" y="2239"/>
                  </a:lnTo>
                  <a:cubicBezTo>
                    <a:pt x="170" y="2239"/>
                    <a:pt x="262" y="2263"/>
                    <a:pt x="341" y="2263"/>
                  </a:cubicBezTo>
                  <a:cubicBezTo>
                    <a:pt x="380" y="2263"/>
                    <a:pt x="417" y="2257"/>
                    <a:pt x="438" y="2239"/>
                  </a:cubicBezTo>
                  <a:cubicBezTo>
                    <a:pt x="500" y="2186"/>
                    <a:pt x="1098" y="2150"/>
                    <a:pt x="1098" y="2150"/>
                  </a:cubicBezTo>
                  <a:lnTo>
                    <a:pt x="1508" y="2052"/>
                  </a:lnTo>
                  <a:lnTo>
                    <a:pt x="1919" y="1972"/>
                  </a:lnTo>
                  <a:cubicBezTo>
                    <a:pt x="1919" y="1972"/>
                    <a:pt x="2133" y="1918"/>
                    <a:pt x="2258" y="1874"/>
                  </a:cubicBezTo>
                  <a:cubicBezTo>
                    <a:pt x="2315" y="1853"/>
                    <a:pt x="2399" y="1848"/>
                    <a:pt x="2474" y="1848"/>
                  </a:cubicBezTo>
                  <a:cubicBezTo>
                    <a:pt x="2564" y="1848"/>
                    <a:pt x="2641" y="1856"/>
                    <a:pt x="2641" y="1856"/>
                  </a:cubicBezTo>
                  <a:lnTo>
                    <a:pt x="3302" y="1972"/>
                  </a:lnTo>
                  <a:lnTo>
                    <a:pt x="3685" y="1865"/>
                  </a:lnTo>
                  <a:lnTo>
                    <a:pt x="4015" y="1749"/>
                  </a:lnTo>
                  <a:lnTo>
                    <a:pt x="4354" y="1686"/>
                  </a:lnTo>
                  <a:lnTo>
                    <a:pt x="4961" y="1722"/>
                  </a:lnTo>
                  <a:lnTo>
                    <a:pt x="5353" y="1740"/>
                  </a:lnTo>
                  <a:lnTo>
                    <a:pt x="5737" y="1642"/>
                  </a:lnTo>
                  <a:lnTo>
                    <a:pt x="6112" y="1642"/>
                  </a:lnTo>
                  <a:lnTo>
                    <a:pt x="6469" y="1829"/>
                  </a:lnTo>
                  <a:lnTo>
                    <a:pt x="6870" y="1776"/>
                  </a:lnTo>
                  <a:lnTo>
                    <a:pt x="7120" y="1695"/>
                  </a:lnTo>
                  <a:lnTo>
                    <a:pt x="7949" y="1472"/>
                  </a:lnTo>
                  <a:lnTo>
                    <a:pt x="8404" y="1356"/>
                  </a:lnTo>
                  <a:lnTo>
                    <a:pt x="8485" y="1214"/>
                  </a:lnTo>
                  <a:cubicBezTo>
                    <a:pt x="8485" y="1214"/>
                    <a:pt x="8529" y="1169"/>
                    <a:pt x="8485" y="1098"/>
                  </a:cubicBezTo>
                  <a:cubicBezTo>
                    <a:pt x="8449" y="1026"/>
                    <a:pt x="8574" y="973"/>
                    <a:pt x="8690" y="839"/>
                  </a:cubicBezTo>
                  <a:cubicBezTo>
                    <a:pt x="8729" y="794"/>
                    <a:pt x="8756" y="779"/>
                    <a:pt x="8776" y="779"/>
                  </a:cubicBezTo>
                  <a:cubicBezTo>
                    <a:pt x="8816" y="779"/>
                    <a:pt x="8824" y="839"/>
                    <a:pt x="8824" y="839"/>
                  </a:cubicBezTo>
                  <a:cubicBezTo>
                    <a:pt x="8824" y="839"/>
                    <a:pt x="8894" y="853"/>
                    <a:pt x="8981" y="853"/>
                  </a:cubicBezTo>
                  <a:cubicBezTo>
                    <a:pt x="9060" y="853"/>
                    <a:pt x="9152" y="841"/>
                    <a:pt x="9216" y="794"/>
                  </a:cubicBezTo>
                  <a:cubicBezTo>
                    <a:pt x="9350" y="696"/>
                    <a:pt x="9270" y="634"/>
                    <a:pt x="9314" y="384"/>
                  </a:cubicBezTo>
                  <a:cubicBezTo>
                    <a:pt x="9350" y="134"/>
                    <a:pt x="9457" y="0"/>
                    <a:pt x="9457"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0" name="Google Shape;1330;p30"/>
          <p:cNvSpPr/>
          <p:nvPr/>
        </p:nvSpPr>
        <p:spPr>
          <a:xfrm>
            <a:off x="-49407" y="4774363"/>
            <a:ext cx="865511" cy="455470"/>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1" name="Google Shape;1331;p30"/>
          <p:cNvGrpSpPr/>
          <p:nvPr/>
        </p:nvGrpSpPr>
        <p:grpSpPr>
          <a:xfrm>
            <a:off x="-49410" y="4054122"/>
            <a:ext cx="684507" cy="1095699"/>
            <a:chOff x="1352322" y="1338997"/>
            <a:chExt cx="415457" cy="676942"/>
          </a:xfrm>
        </p:grpSpPr>
        <p:sp>
          <p:nvSpPr>
            <p:cNvPr id="1332" name="Google Shape;1332;p30"/>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30"/>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0"/>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0"/>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0"/>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30"/>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30"/>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30"/>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0"/>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30"/>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0"/>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0"/>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0"/>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 name="Google Shape;1345;p30"/>
          <p:cNvGrpSpPr/>
          <p:nvPr/>
        </p:nvGrpSpPr>
        <p:grpSpPr>
          <a:xfrm flipH="1">
            <a:off x="441417" y="4660901"/>
            <a:ext cx="619351" cy="452825"/>
            <a:chOff x="6123718" y="525411"/>
            <a:chExt cx="1395563" cy="1024955"/>
          </a:xfrm>
        </p:grpSpPr>
        <p:grpSp>
          <p:nvGrpSpPr>
            <p:cNvPr id="1346" name="Google Shape;1346;p30"/>
            <p:cNvGrpSpPr/>
            <p:nvPr/>
          </p:nvGrpSpPr>
          <p:grpSpPr>
            <a:xfrm flipH="1">
              <a:off x="6123718" y="525411"/>
              <a:ext cx="1395563" cy="1024955"/>
              <a:chOff x="1696430" y="1591394"/>
              <a:chExt cx="279683" cy="208092"/>
            </a:xfrm>
          </p:grpSpPr>
          <p:sp>
            <p:nvSpPr>
              <p:cNvPr id="1347" name="Google Shape;1347;p30"/>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30"/>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0"/>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0"/>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0"/>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0"/>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0"/>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0"/>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0"/>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0"/>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30"/>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8" name="Google Shape;1358;p30"/>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9" name="Google Shape;1359;p30"/>
          <p:cNvSpPr/>
          <p:nvPr/>
        </p:nvSpPr>
        <p:spPr>
          <a:xfrm flipH="1">
            <a:off x="-80978" y="381194"/>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0"/>
          <p:cNvSpPr/>
          <p:nvPr/>
        </p:nvSpPr>
        <p:spPr>
          <a:xfrm flipH="1">
            <a:off x="8424079" y="131829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0"/>
          <p:cNvSpPr/>
          <p:nvPr/>
        </p:nvSpPr>
        <p:spPr>
          <a:xfrm flipH="1">
            <a:off x="-175421" y="153847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0"/>
          <p:cNvSpPr txBox="1"/>
          <p:nvPr>
            <p:ph type="title"/>
          </p:nvPr>
        </p:nvSpPr>
        <p:spPr>
          <a:xfrm>
            <a:off x="720075"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363" name="Google Shape;1363;p30"/>
          <p:cNvSpPr txBox="1"/>
          <p:nvPr>
            <p:ph idx="2" type="title"/>
          </p:nvPr>
        </p:nvSpPr>
        <p:spPr>
          <a:xfrm>
            <a:off x="937700" y="1664250"/>
            <a:ext cx="2175300" cy="5277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364" name="Google Shape;1364;p30"/>
          <p:cNvSpPr txBox="1"/>
          <p:nvPr>
            <p:ph idx="1" type="subTitle"/>
          </p:nvPr>
        </p:nvSpPr>
        <p:spPr>
          <a:xfrm>
            <a:off x="937700" y="2191950"/>
            <a:ext cx="2175300" cy="783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365" name="Google Shape;1365;p30"/>
          <p:cNvSpPr txBox="1"/>
          <p:nvPr>
            <p:ph idx="3" type="title"/>
          </p:nvPr>
        </p:nvSpPr>
        <p:spPr>
          <a:xfrm>
            <a:off x="3484419" y="1664250"/>
            <a:ext cx="2175300" cy="5277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366" name="Google Shape;1366;p30"/>
          <p:cNvSpPr txBox="1"/>
          <p:nvPr>
            <p:ph idx="4" type="subTitle"/>
          </p:nvPr>
        </p:nvSpPr>
        <p:spPr>
          <a:xfrm>
            <a:off x="3484422" y="2191950"/>
            <a:ext cx="2175300" cy="783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367" name="Google Shape;1367;p30"/>
          <p:cNvSpPr txBox="1"/>
          <p:nvPr>
            <p:ph idx="5" type="title"/>
          </p:nvPr>
        </p:nvSpPr>
        <p:spPr>
          <a:xfrm>
            <a:off x="6031146" y="1664250"/>
            <a:ext cx="2175300" cy="5277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368" name="Google Shape;1368;p30"/>
          <p:cNvSpPr txBox="1"/>
          <p:nvPr>
            <p:ph idx="6" type="subTitle"/>
          </p:nvPr>
        </p:nvSpPr>
        <p:spPr>
          <a:xfrm>
            <a:off x="6031150" y="2191950"/>
            <a:ext cx="2175300" cy="783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6_2_1">
    <p:spTree>
      <p:nvGrpSpPr>
        <p:cNvPr id="1369" name="Shape 1369"/>
        <p:cNvGrpSpPr/>
        <p:nvPr/>
      </p:nvGrpSpPr>
      <p:grpSpPr>
        <a:xfrm>
          <a:off x="0" y="0"/>
          <a:ext cx="0" cy="0"/>
          <a:chOff x="0" y="0"/>
          <a:chExt cx="0" cy="0"/>
        </a:xfrm>
      </p:grpSpPr>
      <p:sp>
        <p:nvSpPr>
          <p:cNvPr id="1370" name="Google Shape;1370;p31"/>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1"/>
          <p:cNvSpPr/>
          <p:nvPr/>
        </p:nvSpPr>
        <p:spPr>
          <a:xfrm flipH="1" rot="-238332">
            <a:off x="6971149" y="4242317"/>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1"/>
          <p:cNvSpPr/>
          <p:nvPr/>
        </p:nvSpPr>
        <p:spPr>
          <a:xfrm>
            <a:off x="4" y="4864136"/>
            <a:ext cx="1665423" cy="78539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1"/>
          <p:cNvSpPr/>
          <p:nvPr/>
        </p:nvSpPr>
        <p:spPr>
          <a:xfrm>
            <a:off x="96226" y="4775056"/>
            <a:ext cx="1043455" cy="549114"/>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4" name="Google Shape;1374;p31"/>
          <p:cNvGrpSpPr/>
          <p:nvPr/>
        </p:nvGrpSpPr>
        <p:grpSpPr>
          <a:xfrm>
            <a:off x="-114735" y="3498258"/>
            <a:ext cx="1159291" cy="1855702"/>
            <a:chOff x="1352322" y="1338997"/>
            <a:chExt cx="415457" cy="676942"/>
          </a:xfrm>
        </p:grpSpPr>
        <p:sp>
          <p:nvSpPr>
            <p:cNvPr id="1375" name="Google Shape;1375;p31"/>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1"/>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1"/>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1"/>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1"/>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1"/>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31"/>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31"/>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1"/>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1"/>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1"/>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1"/>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1"/>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 name="Google Shape;1388;p31"/>
          <p:cNvGrpSpPr/>
          <p:nvPr/>
        </p:nvGrpSpPr>
        <p:grpSpPr>
          <a:xfrm flipH="1">
            <a:off x="939877" y="4497343"/>
            <a:ext cx="746626" cy="545891"/>
            <a:chOff x="6123718" y="525411"/>
            <a:chExt cx="1395563" cy="1024955"/>
          </a:xfrm>
        </p:grpSpPr>
        <p:grpSp>
          <p:nvGrpSpPr>
            <p:cNvPr id="1389" name="Google Shape;1389;p31"/>
            <p:cNvGrpSpPr/>
            <p:nvPr/>
          </p:nvGrpSpPr>
          <p:grpSpPr>
            <a:xfrm flipH="1">
              <a:off x="6123718" y="525411"/>
              <a:ext cx="1395563" cy="1024955"/>
              <a:chOff x="1696430" y="1591394"/>
              <a:chExt cx="279683" cy="208092"/>
            </a:xfrm>
          </p:grpSpPr>
          <p:sp>
            <p:nvSpPr>
              <p:cNvPr id="1390" name="Google Shape;1390;p31"/>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1"/>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1"/>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1"/>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1"/>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1"/>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1"/>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31"/>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1"/>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1"/>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1"/>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1" name="Google Shape;1401;p31"/>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 name="Google Shape;1402;p31"/>
          <p:cNvGrpSpPr/>
          <p:nvPr/>
        </p:nvGrpSpPr>
        <p:grpSpPr>
          <a:xfrm flipH="1">
            <a:off x="6989366" y="3989002"/>
            <a:ext cx="2154611" cy="785401"/>
            <a:chOff x="3363545" y="1399908"/>
            <a:chExt cx="240164" cy="87537"/>
          </a:xfrm>
        </p:grpSpPr>
        <p:sp>
          <p:nvSpPr>
            <p:cNvPr id="1403" name="Google Shape;1403;p31"/>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1"/>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1"/>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1"/>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31"/>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8" name="Google Shape;1408;p31"/>
          <p:cNvSpPr txBox="1"/>
          <p:nvPr>
            <p:ph type="title"/>
          </p:nvPr>
        </p:nvSpPr>
        <p:spPr>
          <a:xfrm>
            <a:off x="720075"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409" name="Google Shape;1409;p31"/>
          <p:cNvSpPr txBox="1"/>
          <p:nvPr>
            <p:ph idx="2" type="title"/>
          </p:nvPr>
        </p:nvSpPr>
        <p:spPr>
          <a:xfrm>
            <a:off x="937700" y="3018875"/>
            <a:ext cx="2175300" cy="5277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410" name="Google Shape;1410;p31"/>
          <p:cNvSpPr txBox="1"/>
          <p:nvPr>
            <p:ph idx="1" type="subTitle"/>
          </p:nvPr>
        </p:nvSpPr>
        <p:spPr>
          <a:xfrm>
            <a:off x="937700" y="3546575"/>
            <a:ext cx="2175300" cy="783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411" name="Google Shape;1411;p31"/>
          <p:cNvSpPr txBox="1"/>
          <p:nvPr>
            <p:ph idx="3" type="title"/>
          </p:nvPr>
        </p:nvSpPr>
        <p:spPr>
          <a:xfrm>
            <a:off x="6031146" y="3018875"/>
            <a:ext cx="2175300" cy="5277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412" name="Google Shape;1412;p31"/>
          <p:cNvSpPr txBox="1"/>
          <p:nvPr>
            <p:ph idx="4" type="subTitle"/>
          </p:nvPr>
        </p:nvSpPr>
        <p:spPr>
          <a:xfrm>
            <a:off x="6031150" y="3546575"/>
            <a:ext cx="2175300" cy="783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6_1">
    <p:spTree>
      <p:nvGrpSpPr>
        <p:cNvPr id="1413" name="Shape 1413"/>
        <p:cNvGrpSpPr/>
        <p:nvPr/>
      </p:nvGrpSpPr>
      <p:grpSpPr>
        <a:xfrm>
          <a:off x="0" y="0"/>
          <a:ext cx="0" cy="0"/>
          <a:chOff x="0" y="0"/>
          <a:chExt cx="0" cy="0"/>
        </a:xfrm>
      </p:grpSpPr>
      <p:sp>
        <p:nvSpPr>
          <p:cNvPr id="1414" name="Google Shape;1414;p32"/>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2"/>
          <p:cNvSpPr/>
          <p:nvPr/>
        </p:nvSpPr>
        <p:spPr>
          <a:xfrm>
            <a:off x="-294671" y="4901161"/>
            <a:ext cx="1665423" cy="78539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2"/>
          <p:cNvSpPr/>
          <p:nvPr/>
        </p:nvSpPr>
        <p:spPr>
          <a:xfrm>
            <a:off x="96226" y="4775056"/>
            <a:ext cx="1043455" cy="549114"/>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7" name="Google Shape;1417;p32"/>
          <p:cNvGrpSpPr/>
          <p:nvPr/>
        </p:nvGrpSpPr>
        <p:grpSpPr>
          <a:xfrm>
            <a:off x="-114732" y="3692004"/>
            <a:ext cx="1038268" cy="1662029"/>
            <a:chOff x="1352322" y="1338997"/>
            <a:chExt cx="415457" cy="676942"/>
          </a:xfrm>
        </p:grpSpPr>
        <p:sp>
          <p:nvSpPr>
            <p:cNvPr id="1418" name="Google Shape;1418;p32"/>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32"/>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32"/>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32"/>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32"/>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32"/>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2"/>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32"/>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32"/>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32"/>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32"/>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32"/>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32"/>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 name="Google Shape;1431;p32"/>
          <p:cNvGrpSpPr/>
          <p:nvPr/>
        </p:nvGrpSpPr>
        <p:grpSpPr>
          <a:xfrm flipH="1">
            <a:off x="713096" y="4680107"/>
            <a:ext cx="540920" cy="395428"/>
            <a:chOff x="6123718" y="525411"/>
            <a:chExt cx="1395563" cy="1024955"/>
          </a:xfrm>
        </p:grpSpPr>
        <p:grpSp>
          <p:nvGrpSpPr>
            <p:cNvPr id="1432" name="Google Shape;1432;p32"/>
            <p:cNvGrpSpPr/>
            <p:nvPr/>
          </p:nvGrpSpPr>
          <p:grpSpPr>
            <a:xfrm flipH="1">
              <a:off x="6123718" y="525411"/>
              <a:ext cx="1395563" cy="1024955"/>
              <a:chOff x="1696430" y="1591394"/>
              <a:chExt cx="279683" cy="208092"/>
            </a:xfrm>
          </p:grpSpPr>
          <p:sp>
            <p:nvSpPr>
              <p:cNvPr id="1433" name="Google Shape;1433;p32"/>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32"/>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32"/>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2"/>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32"/>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32"/>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32"/>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32"/>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32"/>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32"/>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32"/>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4" name="Google Shape;1444;p32"/>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 name="Google Shape;1445;p32"/>
          <p:cNvGrpSpPr/>
          <p:nvPr/>
        </p:nvGrpSpPr>
        <p:grpSpPr>
          <a:xfrm>
            <a:off x="8303848" y="3734044"/>
            <a:ext cx="1176845" cy="1035418"/>
            <a:chOff x="3650956" y="1757963"/>
            <a:chExt cx="258943" cy="227815"/>
          </a:xfrm>
        </p:grpSpPr>
        <p:sp>
          <p:nvSpPr>
            <p:cNvPr id="1446" name="Google Shape;1446;p32"/>
            <p:cNvSpPr/>
            <p:nvPr/>
          </p:nvSpPr>
          <p:spPr>
            <a:xfrm>
              <a:off x="3650956" y="1757963"/>
              <a:ext cx="258943" cy="227815"/>
            </a:xfrm>
            <a:custGeom>
              <a:rect b="b" l="l" r="r" t="t"/>
              <a:pathLst>
                <a:path extrusionOk="0" h="6272" w="7129">
                  <a:moveTo>
                    <a:pt x="5416" y="0"/>
                  </a:moveTo>
                  <a:lnTo>
                    <a:pt x="3828" y="411"/>
                  </a:lnTo>
                  <a:lnTo>
                    <a:pt x="3337" y="1499"/>
                  </a:lnTo>
                  <a:lnTo>
                    <a:pt x="2320" y="1945"/>
                  </a:lnTo>
                  <a:lnTo>
                    <a:pt x="1642" y="3016"/>
                  </a:lnTo>
                  <a:lnTo>
                    <a:pt x="1535" y="4095"/>
                  </a:lnTo>
                  <a:lnTo>
                    <a:pt x="1018" y="5219"/>
                  </a:lnTo>
                  <a:lnTo>
                    <a:pt x="1" y="6272"/>
                  </a:lnTo>
                  <a:lnTo>
                    <a:pt x="3846" y="6272"/>
                  </a:lnTo>
                  <a:lnTo>
                    <a:pt x="3417" y="5255"/>
                  </a:lnTo>
                  <a:lnTo>
                    <a:pt x="3623" y="4461"/>
                  </a:lnTo>
                  <a:lnTo>
                    <a:pt x="4390" y="3408"/>
                  </a:lnTo>
                  <a:lnTo>
                    <a:pt x="4898" y="3533"/>
                  </a:lnTo>
                  <a:lnTo>
                    <a:pt x="5327" y="4505"/>
                  </a:lnTo>
                  <a:lnTo>
                    <a:pt x="5077" y="5522"/>
                  </a:lnTo>
                  <a:lnTo>
                    <a:pt x="5228" y="6272"/>
                  </a:lnTo>
                  <a:lnTo>
                    <a:pt x="7129" y="6272"/>
                  </a:lnTo>
                  <a:lnTo>
                    <a:pt x="6745" y="5174"/>
                  </a:lnTo>
                  <a:lnTo>
                    <a:pt x="7066" y="4211"/>
                  </a:lnTo>
                  <a:lnTo>
                    <a:pt x="6593" y="2837"/>
                  </a:lnTo>
                  <a:lnTo>
                    <a:pt x="6308" y="1196"/>
                  </a:lnTo>
                  <a:lnTo>
                    <a:pt x="54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2"/>
            <p:cNvSpPr/>
            <p:nvPr/>
          </p:nvSpPr>
          <p:spPr>
            <a:xfrm>
              <a:off x="3710595" y="1757963"/>
              <a:ext cx="169481" cy="109549"/>
            </a:xfrm>
            <a:custGeom>
              <a:rect b="b" l="l" r="r" t="t"/>
              <a:pathLst>
                <a:path extrusionOk="0" h="3016" w="4666">
                  <a:moveTo>
                    <a:pt x="3774" y="0"/>
                  </a:moveTo>
                  <a:lnTo>
                    <a:pt x="2186" y="411"/>
                  </a:lnTo>
                  <a:lnTo>
                    <a:pt x="1695" y="1499"/>
                  </a:lnTo>
                  <a:lnTo>
                    <a:pt x="678" y="1945"/>
                  </a:lnTo>
                  <a:lnTo>
                    <a:pt x="0" y="3016"/>
                  </a:lnTo>
                  <a:lnTo>
                    <a:pt x="0" y="3016"/>
                  </a:lnTo>
                  <a:lnTo>
                    <a:pt x="794" y="2346"/>
                  </a:lnTo>
                  <a:lnTo>
                    <a:pt x="1401" y="2257"/>
                  </a:lnTo>
                  <a:lnTo>
                    <a:pt x="1918" y="2552"/>
                  </a:lnTo>
                  <a:lnTo>
                    <a:pt x="1570" y="1927"/>
                  </a:lnTo>
                  <a:lnTo>
                    <a:pt x="2186" y="2061"/>
                  </a:lnTo>
                  <a:lnTo>
                    <a:pt x="2025" y="1579"/>
                  </a:lnTo>
                  <a:lnTo>
                    <a:pt x="2560" y="866"/>
                  </a:lnTo>
                  <a:lnTo>
                    <a:pt x="3649" y="803"/>
                  </a:lnTo>
                  <a:lnTo>
                    <a:pt x="4666" y="1196"/>
                  </a:lnTo>
                  <a:lnTo>
                    <a:pt x="3774"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2"/>
            <p:cNvSpPr/>
            <p:nvPr/>
          </p:nvSpPr>
          <p:spPr>
            <a:xfrm>
              <a:off x="3768600" y="1867472"/>
              <a:ext cx="141295" cy="118302"/>
            </a:xfrm>
            <a:custGeom>
              <a:rect b="b" l="l" r="r" t="t"/>
              <a:pathLst>
                <a:path extrusionOk="0" h="3257" w="3890">
                  <a:moveTo>
                    <a:pt x="1534" y="1"/>
                  </a:moveTo>
                  <a:lnTo>
                    <a:pt x="856" y="116"/>
                  </a:lnTo>
                  <a:lnTo>
                    <a:pt x="259" y="1196"/>
                  </a:lnTo>
                  <a:lnTo>
                    <a:pt x="71" y="447"/>
                  </a:lnTo>
                  <a:lnTo>
                    <a:pt x="0" y="1767"/>
                  </a:lnTo>
                  <a:lnTo>
                    <a:pt x="178" y="2240"/>
                  </a:lnTo>
                  <a:lnTo>
                    <a:pt x="384" y="1446"/>
                  </a:lnTo>
                  <a:lnTo>
                    <a:pt x="1151" y="393"/>
                  </a:lnTo>
                  <a:lnTo>
                    <a:pt x="1659" y="518"/>
                  </a:lnTo>
                  <a:lnTo>
                    <a:pt x="2088" y="1490"/>
                  </a:lnTo>
                  <a:lnTo>
                    <a:pt x="1838" y="2507"/>
                  </a:lnTo>
                  <a:lnTo>
                    <a:pt x="1989" y="3257"/>
                  </a:lnTo>
                  <a:lnTo>
                    <a:pt x="3890" y="3257"/>
                  </a:lnTo>
                  <a:lnTo>
                    <a:pt x="3506" y="2159"/>
                  </a:lnTo>
                  <a:lnTo>
                    <a:pt x="3488" y="3087"/>
                  </a:lnTo>
                  <a:lnTo>
                    <a:pt x="2935" y="2820"/>
                  </a:lnTo>
                  <a:lnTo>
                    <a:pt x="2882" y="1767"/>
                  </a:lnTo>
                  <a:lnTo>
                    <a:pt x="2614" y="2820"/>
                  </a:lnTo>
                  <a:lnTo>
                    <a:pt x="2177" y="2382"/>
                  </a:lnTo>
                  <a:lnTo>
                    <a:pt x="2543" y="973"/>
                  </a:lnTo>
                  <a:lnTo>
                    <a:pt x="1534"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32"/>
            <p:cNvSpPr/>
            <p:nvPr/>
          </p:nvSpPr>
          <p:spPr>
            <a:xfrm>
              <a:off x="3722908" y="1895331"/>
              <a:ext cx="23682" cy="90443"/>
            </a:xfrm>
            <a:custGeom>
              <a:rect b="b" l="l" r="r" t="t"/>
              <a:pathLst>
                <a:path extrusionOk="0" h="2490" w="652">
                  <a:moveTo>
                    <a:pt x="179" y="1"/>
                  </a:moveTo>
                  <a:lnTo>
                    <a:pt x="286" y="1856"/>
                  </a:lnTo>
                  <a:lnTo>
                    <a:pt x="0" y="2490"/>
                  </a:lnTo>
                  <a:lnTo>
                    <a:pt x="651" y="2490"/>
                  </a:lnTo>
                  <a:lnTo>
                    <a:pt x="598" y="1910"/>
                  </a:lnTo>
                  <a:lnTo>
                    <a:pt x="598" y="1348"/>
                  </a:lnTo>
                  <a:lnTo>
                    <a:pt x="179"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32"/>
            <p:cNvSpPr/>
            <p:nvPr/>
          </p:nvSpPr>
          <p:spPr>
            <a:xfrm>
              <a:off x="3650956" y="1906663"/>
              <a:ext cx="57390" cy="79110"/>
            </a:xfrm>
            <a:custGeom>
              <a:rect b="b" l="l" r="r" t="t"/>
              <a:pathLst>
                <a:path extrusionOk="0" h="2178" w="1580">
                  <a:moveTo>
                    <a:pt x="1535" y="1"/>
                  </a:moveTo>
                  <a:lnTo>
                    <a:pt x="1018" y="1125"/>
                  </a:lnTo>
                  <a:lnTo>
                    <a:pt x="1" y="2178"/>
                  </a:lnTo>
                  <a:lnTo>
                    <a:pt x="1250" y="2178"/>
                  </a:lnTo>
                  <a:lnTo>
                    <a:pt x="795" y="1839"/>
                  </a:lnTo>
                  <a:lnTo>
                    <a:pt x="1428" y="1303"/>
                  </a:lnTo>
                  <a:lnTo>
                    <a:pt x="1580" y="643"/>
                  </a:lnTo>
                  <a:lnTo>
                    <a:pt x="153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2"/>
            <p:cNvSpPr/>
            <p:nvPr/>
          </p:nvSpPr>
          <p:spPr>
            <a:xfrm>
              <a:off x="3857370" y="1801367"/>
              <a:ext cx="50270" cy="109549"/>
            </a:xfrm>
            <a:custGeom>
              <a:rect b="b" l="l" r="r" t="t"/>
              <a:pathLst>
                <a:path extrusionOk="0" h="3016" w="1384">
                  <a:moveTo>
                    <a:pt x="625" y="1"/>
                  </a:moveTo>
                  <a:lnTo>
                    <a:pt x="580" y="1357"/>
                  </a:lnTo>
                  <a:lnTo>
                    <a:pt x="0" y="402"/>
                  </a:lnTo>
                  <a:lnTo>
                    <a:pt x="411" y="1874"/>
                  </a:lnTo>
                  <a:lnTo>
                    <a:pt x="1383" y="3016"/>
                  </a:lnTo>
                  <a:lnTo>
                    <a:pt x="910" y="1642"/>
                  </a:lnTo>
                  <a:lnTo>
                    <a:pt x="62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2" name="Google Shape;1452;p32"/>
          <p:cNvSpPr/>
          <p:nvPr/>
        </p:nvSpPr>
        <p:spPr>
          <a:xfrm rot="557657">
            <a:off x="8216558" y="4705705"/>
            <a:ext cx="1351433" cy="380974"/>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32"/>
          <p:cNvSpPr/>
          <p:nvPr/>
        </p:nvSpPr>
        <p:spPr>
          <a:xfrm flipH="1">
            <a:off x="7642147" y="70838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32"/>
          <p:cNvSpPr/>
          <p:nvPr/>
        </p:nvSpPr>
        <p:spPr>
          <a:xfrm flipH="1">
            <a:off x="-168596" y="2487257"/>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32"/>
          <p:cNvSpPr/>
          <p:nvPr/>
        </p:nvSpPr>
        <p:spPr>
          <a:xfrm flipH="1">
            <a:off x="8447941" y="2191232"/>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32"/>
          <p:cNvSpPr txBox="1"/>
          <p:nvPr>
            <p:ph type="title"/>
          </p:nvPr>
        </p:nvSpPr>
        <p:spPr>
          <a:xfrm>
            <a:off x="720075"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457" name="Google Shape;1457;p32"/>
          <p:cNvSpPr txBox="1"/>
          <p:nvPr>
            <p:ph idx="2" type="title"/>
          </p:nvPr>
        </p:nvSpPr>
        <p:spPr>
          <a:xfrm>
            <a:off x="937700" y="3384150"/>
            <a:ext cx="21753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458" name="Google Shape;1458;p32"/>
          <p:cNvSpPr txBox="1"/>
          <p:nvPr>
            <p:ph idx="1" type="subTitle"/>
          </p:nvPr>
        </p:nvSpPr>
        <p:spPr>
          <a:xfrm>
            <a:off x="937700" y="3740100"/>
            <a:ext cx="21753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459" name="Google Shape;1459;p32"/>
          <p:cNvSpPr txBox="1"/>
          <p:nvPr>
            <p:ph idx="3" type="title"/>
          </p:nvPr>
        </p:nvSpPr>
        <p:spPr>
          <a:xfrm>
            <a:off x="3484421" y="3384150"/>
            <a:ext cx="21753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460" name="Google Shape;1460;p32"/>
          <p:cNvSpPr txBox="1"/>
          <p:nvPr>
            <p:ph idx="4" type="subTitle"/>
          </p:nvPr>
        </p:nvSpPr>
        <p:spPr>
          <a:xfrm>
            <a:off x="3484421" y="3740100"/>
            <a:ext cx="21753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461" name="Google Shape;1461;p32"/>
          <p:cNvSpPr txBox="1"/>
          <p:nvPr>
            <p:ph idx="5" type="title"/>
          </p:nvPr>
        </p:nvSpPr>
        <p:spPr>
          <a:xfrm>
            <a:off x="6031149" y="3384150"/>
            <a:ext cx="21753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462" name="Google Shape;1462;p32"/>
          <p:cNvSpPr txBox="1"/>
          <p:nvPr>
            <p:ph idx="6" type="subTitle"/>
          </p:nvPr>
        </p:nvSpPr>
        <p:spPr>
          <a:xfrm>
            <a:off x="6031148" y="3740100"/>
            <a:ext cx="21753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463" name="Google Shape;1463;p32"/>
          <p:cNvSpPr txBox="1"/>
          <p:nvPr>
            <p:ph hasCustomPrompt="1" idx="7" type="title"/>
          </p:nvPr>
        </p:nvSpPr>
        <p:spPr>
          <a:xfrm>
            <a:off x="1502000" y="1845783"/>
            <a:ext cx="1046700" cy="4416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2400"/>
            </a:lvl1pPr>
            <a:lvl2pPr lvl="1" algn="ctr">
              <a:spcBef>
                <a:spcPts val="0"/>
              </a:spcBef>
              <a:spcAft>
                <a:spcPts val="0"/>
              </a:spcAft>
              <a:buSzPts val="4800"/>
              <a:buNone/>
              <a:defRPr sz="4800"/>
            </a:lvl2pPr>
            <a:lvl3pPr lvl="2" algn="ctr">
              <a:spcBef>
                <a:spcPts val="0"/>
              </a:spcBef>
              <a:spcAft>
                <a:spcPts val="0"/>
              </a:spcAft>
              <a:buSzPts val="4800"/>
              <a:buNone/>
              <a:defRPr sz="4800"/>
            </a:lvl3pPr>
            <a:lvl4pPr lvl="3" algn="ctr">
              <a:spcBef>
                <a:spcPts val="0"/>
              </a:spcBef>
              <a:spcAft>
                <a:spcPts val="0"/>
              </a:spcAft>
              <a:buSzPts val="4800"/>
              <a:buNone/>
              <a:defRPr sz="4800"/>
            </a:lvl4pPr>
            <a:lvl5pPr lvl="4" algn="ctr">
              <a:spcBef>
                <a:spcPts val="0"/>
              </a:spcBef>
              <a:spcAft>
                <a:spcPts val="0"/>
              </a:spcAft>
              <a:buSzPts val="4800"/>
              <a:buNone/>
              <a:defRPr sz="4800"/>
            </a:lvl5pPr>
            <a:lvl6pPr lvl="5" algn="ctr">
              <a:spcBef>
                <a:spcPts val="0"/>
              </a:spcBef>
              <a:spcAft>
                <a:spcPts val="0"/>
              </a:spcAft>
              <a:buSzPts val="4800"/>
              <a:buNone/>
              <a:defRPr sz="4800"/>
            </a:lvl6pPr>
            <a:lvl7pPr lvl="6" algn="ctr">
              <a:spcBef>
                <a:spcPts val="0"/>
              </a:spcBef>
              <a:spcAft>
                <a:spcPts val="0"/>
              </a:spcAft>
              <a:buSzPts val="4800"/>
              <a:buNone/>
              <a:defRPr sz="4800"/>
            </a:lvl7pPr>
            <a:lvl8pPr lvl="7" algn="ctr">
              <a:spcBef>
                <a:spcPts val="0"/>
              </a:spcBef>
              <a:spcAft>
                <a:spcPts val="0"/>
              </a:spcAft>
              <a:buSzPts val="4800"/>
              <a:buNone/>
              <a:defRPr sz="4800"/>
            </a:lvl8pPr>
            <a:lvl9pPr lvl="8" algn="ctr">
              <a:spcBef>
                <a:spcPts val="0"/>
              </a:spcBef>
              <a:spcAft>
                <a:spcPts val="0"/>
              </a:spcAft>
              <a:buSzPts val="4800"/>
              <a:buNone/>
              <a:defRPr sz="4800"/>
            </a:lvl9pPr>
          </a:lstStyle>
          <a:p>
            <a:r>
              <a:t>xx%</a:t>
            </a:r>
          </a:p>
        </p:txBody>
      </p:sp>
      <p:sp>
        <p:nvSpPr>
          <p:cNvPr id="1464" name="Google Shape;1464;p32"/>
          <p:cNvSpPr txBox="1"/>
          <p:nvPr>
            <p:ph hasCustomPrompt="1" idx="8" type="title"/>
          </p:nvPr>
        </p:nvSpPr>
        <p:spPr>
          <a:xfrm>
            <a:off x="4048721" y="1845858"/>
            <a:ext cx="1046700" cy="4416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2400"/>
            </a:lvl1pPr>
            <a:lvl2pPr lvl="1" algn="ctr">
              <a:spcBef>
                <a:spcPts val="0"/>
              </a:spcBef>
              <a:spcAft>
                <a:spcPts val="0"/>
              </a:spcAft>
              <a:buSzPts val="4800"/>
              <a:buNone/>
              <a:defRPr sz="4800"/>
            </a:lvl2pPr>
            <a:lvl3pPr lvl="2" algn="ctr">
              <a:spcBef>
                <a:spcPts val="0"/>
              </a:spcBef>
              <a:spcAft>
                <a:spcPts val="0"/>
              </a:spcAft>
              <a:buSzPts val="4800"/>
              <a:buNone/>
              <a:defRPr sz="4800"/>
            </a:lvl3pPr>
            <a:lvl4pPr lvl="3" algn="ctr">
              <a:spcBef>
                <a:spcPts val="0"/>
              </a:spcBef>
              <a:spcAft>
                <a:spcPts val="0"/>
              </a:spcAft>
              <a:buSzPts val="4800"/>
              <a:buNone/>
              <a:defRPr sz="4800"/>
            </a:lvl4pPr>
            <a:lvl5pPr lvl="4" algn="ctr">
              <a:spcBef>
                <a:spcPts val="0"/>
              </a:spcBef>
              <a:spcAft>
                <a:spcPts val="0"/>
              </a:spcAft>
              <a:buSzPts val="4800"/>
              <a:buNone/>
              <a:defRPr sz="4800"/>
            </a:lvl5pPr>
            <a:lvl6pPr lvl="5" algn="ctr">
              <a:spcBef>
                <a:spcPts val="0"/>
              </a:spcBef>
              <a:spcAft>
                <a:spcPts val="0"/>
              </a:spcAft>
              <a:buSzPts val="4800"/>
              <a:buNone/>
              <a:defRPr sz="4800"/>
            </a:lvl6pPr>
            <a:lvl7pPr lvl="6" algn="ctr">
              <a:spcBef>
                <a:spcPts val="0"/>
              </a:spcBef>
              <a:spcAft>
                <a:spcPts val="0"/>
              </a:spcAft>
              <a:buSzPts val="4800"/>
              <a:buNone/>
              <a:defRPr sz="4800"/>
            </a:lvl7pPr>
            <a:lvl8pPr lvl="7" algn="ctr">
              <a:spcBef>
                <a:spcPts val="0"/>
              </a:spcBef>
              <a:spcAft>
                <a:spcPts val="0"/>
              </a:spcAft>
              <a:buSzPts val="4800"/>
              <a:buNone/>
              <a:defRPr sz="4800"/>
            </a:lvl8pPr>
            <a:lvl9pPr lvl="8" algn="ctr">
              <a:spcBef>
                <a:spcPts val="0"/>
              </a:spcBef>
              <a:spcAft>
                <a:spcPts val="0"/>
              </a:spcAft>
              <a:buSzPts val="4800"/>
              <a:buNone/>
              <a:defRPr sz="4800"/>
            </a:lvl9pPr>
          </a:lstStyle>
          <a:p>
            <a:r>
              <a:t>xx%</a:t>
            </a:r>
          </a:p>
        </p:txBody>
      </p:sp>
      <p:sp>
        <p:nvSpPr>
          <p:cNvPr id="1465" name="Google Shape;1465;p32"/>
          <p:cNvSpPr txBox="1"/>
          <p:nvPr>
            <p:ph hasCustomPrompt="1" idx="9" type="title"/>
          </p:nvPr>
        </p:nvSpPr>
        <p:spPr>
          <a:xfrm>
            <a:off x="6595448" y="1845858"/>
            <a:ext cx="1046700" cy="4416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2400"/>
            </a:lvl1pPr>
            <a:lvl2pPr lvl="1" algn="ctr">
              <a:spcBef>
                <a:spcPts val="0"/>
              </a:spcBef>
              <a:spcAft>
                <a:spcPts val="0"/>
              </a:spcAft>
              <a:buSzPts val="4800"/>
              <a:buNone/>
              <a:defRPr sz="4800"/>
            </a:lvl2pPr>
            <a:lvl3pPr lvl="2" algn="ctr">
              <a:spcBef>
                <a:spcPts val="0"/>
              </a:spcBef>
              <a:spcAft>
                <a:spcPts val="0"/>
              </a:spcAft>
              <a:buSzPts val="4800"/>
              <a:buNone/>
              <a:defRPr sz="4800"/>
            </a:lvl3pPr>
            <a:lvl4pPr lvl="3" algn="ctr">
              <a:spcBef>
                <a:spcPts val="0"/>
              </a:spcBef>
              <a:spcAft>
                <a:spcPts val="0"/>
              </a:spcAft>
              <a:buSzPts val="4800"/>
              <a:buNone/>
              <a:defRPr sz="4800"/>
            </a:lvl4pPr>
            <a:lvl5pPr lvl="4" algn="ctr">
              <a:spcBef>
                <a:spcPts val="0"/>
              </a:spcBef>
              <a:spcAft>
                <a:spcPts val="0"/>
              </a:spcAft>
              <a:buSzPts val="4800"/>
              <a:buNone/>
              <a:defRPr sz="4800"/>
            </a:lvl5pPr>
            <a:lvl6pPr lvl="5" algn="ctr">
              <a:spcBef>
                <a:spcPts val="0"/>
              </a:spcBef>
              <a:spcAft>
                <a:spcPts val="0"/>
              </a:spcAft>
              <a:buSzPts val="4800"/>
              <a:buNone/>
              <a:defRPr sz="4800"/>
            </a:lvl6pPr>
            <a:lvl7pPr lvl="6" algn="ctr">
              <a:spcBef>
                <a:spcPts val="0"/>
              </a:spcBef>
              <a:spcAft>
                <a:spcPts val="0"/>
              </a:spcAft>
              <a:buSzPts val="4800"/>
              <a:buNone/>
              <a:defRPr sz="4800"/>
            </a:lvl7pPr>
            <a:lvl8pPr lvl="7" algn="ctr">
              <a:spcBef>
                <a:spcPts val="0"/>
              </a:spcBef>
              <a:spcAft>
                <a:spcPts val="0"/>
              </a:spcAft>
              <a:buSzPts val="4800"/>
              <a:buNone/>
              <a:defRPr sz="4800"/>
            </a:lvl8pPr>
            <a:lvl9pPr lvl="8" algn="ctr">
              <a:spcBef>
                <a:spcPts val="0"/>
              </a:spcBef>
              <a:spcAft>
                <a:spcPts val="0"/>
              </a:spcAft>
              <a:buSzPts val="4800"/>
              <a:buNone/>
              <a:defRPr sz="4800"/>
            </a:lvl9pPr>
          </a:lstStyle>
          <a:p>
            <a:r>
              <a:t>xx%</a:t>
            </a: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466" name="Shape 1466"/>
        <p:cNvGrpSpPr/>
        <p:nvPr/>
      </p:nvGrpSpPr>
      <p:grpSpPr>
        <a:xfrm>
          <a:off x="0" y="0"/>
          <a:ext cx="0" cy="0"/>
          <a:chOff x="0" y="0"/>
          <a:chExt cx="0" cy="0"/>
        </a:xfrm>
      </p:grpSpPr>
      <p:sp>
        <p:nvSpPr>
          <p:cNvPr id="1467" name="Google Shape;1467;p33"/>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33"/>
          <p:cNvSpPr/>
          <p:nvPr/>
        </p:nvSpPr>
        <p:spPr>
          <a:xfrm flipH="1" rot="-27">
            <a:off x="6928297" y="4535828"/>
            <a:ext cx="5553997" cy="166108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33"/>
          <p:cNvSpPr/>
          <p:nvPr/>
        </p:nvSpPr>
        <p:spPr>
          <a:xfrm>
            <a:off x="-281248" y="4723350"/>
            <a:ext cx="1872395" cy="736075"/>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0" name="Google Shape;1470;p33"/>
          <p:cNvGrpSpPr/>
          <p:nvPr/>
        </p:nvGrpSpPr>
        <p:grpSpPr>
          <a:xfrm>
            <a:off x="-107222" y="3866483"/>
            <a:ext cx="1587377" cy="1306567"/>
            <a:chOff x="1352322" y="1338997"/>
            <a:chExt cx="415457" cy="676942"/>
          </a:xfrm>
        </p:grpSpPr>
        <p:sp>
          <p:nvSpPr>
            <p:cNvPr id="1471" name="Google Shape;1471;p33"/>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33"/>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33"/>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33"/>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33"/>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33"/>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33"/>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33"/>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33"/>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33"/>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33"/>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33"/>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33"/>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 name="Google Shape;1484;p33"/>
          <p:cNvGrpSpPr/>
          <p:nvPr/>
        </p:nvGrpSpPr>
        <p:grpSpPr>
          <a:xfrm flipH="1">
            <a:off x="6989366" y="3989002"/>
            <a:ext cx="2154611" cy="785401"/>
            <a:chOff x="3363545" y="1399908"/>
            <a:chExt cx="240164" cy="87537"/>
          </a:xfrm>
        </p:grpSpPr>
        <p:sp>
          <p:nvSpPr>
            <p:cNvPr id="1485" name="Google Shape;1485;p33"/>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33"/>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33"/>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33"/>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33"/>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0" name="Google Shape;1490;p33"/>
          <p:cNvSpPr/>
          <p:nvPr/>
        </p:nvSpPr>
        <p:spPr>
          <a:xfrm flipH="1">
            <a:off x="-281246" y="195779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33"/>
          <p:cNvSpPr/>
          <p:nvPr/>
        </p:nvSpPr>
        <p:spPr>
          <a:xfrm flipH="1">
            <a:off x="7784522" y="8946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33"/>
          <p:cNvSpPr/>
          <p:nvPr/>
        </p:nvSpPr>
        <p:spPr>
          <a:xfrm flipH="1">
            <a:off x="8430904" y="1991707"/>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33"/>
          <p:cNvSpPr/>
          <p:nvPr/>
        </p:nvSpPr>
        <p:spPr>
          <a:xfrm flipH="1">
            <a:off x="-145626" y="239627"/>
            <a:ext cx="1255728" cy="238749"/>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33"/>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495" name="Google Shape;1495;p33"/>
          <p:cNvSpPr txBox="1"/>
          <p:nvPr>
            <p:ph idx="2" type="title"/>
          </p:nvPr>
        </p:nvSpPr>
        <p:spPr>
          <a:xfrm>
            <a:off x="628650" y="2941350"/>
            <a:ext cx="19782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496" name="Google Shape;1496;p33"/>
          <p:cNvSpPr txBox="1"/>
          <p:nvPr>
            <p:ph idx="1" type="subTitle"/>
          </p:nvPr>
        </p:nvSpPr>
        <p:spPr>
          <a:xfrm>
            <a:off x="628650" y="3265015"/>
            <a:ext cx="1978200" cy="77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497" name="Google Shape;1497;p33"/>
          <p:cNvSpPr txBox="1"/>
          <p:nvPr>
            <p:ph idx="3" type="title"/>
          </p:nvPr>
        </p:nvSpPr>
        <p:spPr>
          <a:xfrm>
            <a:off x="6537176" y="2941350"/>
            <a:ext cx="19782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498" name="Google Shape;1498;p33"/>
          <p:cNvSpPr txBox="1"/>
          <p:nvPr>
            <p:ph idx="4" type="subTitle"/>
          </p:nvPr>
        </p:nvSpPr>
        <p:spPr>
          <a:xfrm>
            <a:off x="6537176" y="3265015"/>
            <a:ext cx="1978200" cy="77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499" name="Google Shape;1499;p33"/>
          <p:cNvSpPr txBox="1"/>
          <p:nvPr>
            <p:ph idx="5" type="title"/>
          </p:nvPr>
        </p:nvSpPr>
        <p:spPr>
          <a:xfrm>
            <a:off x="2598159" y="2941350"/>
            <a:ext cx="19782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500" name="Google Shape;1500;p33"/>
          <p:cNvSpPr txBox="1"/>
          <p:nvPr>
            <p:ph idx="6" type="subTitle"/>
          </p:nvPr>
        </p:nvSpPr>
        <p:spPr>
          <a:xfrm>
            <a:off x="2598159" y="3265015"/>
            <a:ext cx="1978200" cy="77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501" name="Google Shape;1501;p33"/>
          <p:cNvSpPr txBox="1"/>
          <p:nvPr>
            <p:ph idx="7" type="title"/>
          </p:nvPr>
        </p:nvSpPr>
        <p:spPr>
          <a:xfrm>
            <a:off x="4567667" y="2941350"/>
            <a:ext cx="19782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502" name="Google Shape;1502;p33"/>
          <p:cNvSpPr txBox="1"/>
          <p:nvPr>
            <p:ph idx="8" type="subTitle"/>
          </p:nvPr>
        </p:nvSpPr>
        <p:spPr>
          <a:xfrm>
            <a:off x="4567667" y="3265015"/>
            <a:ext cx="1978200" cy="77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5_1">
    <p:spTree>
      <p:nvGrpSpPr>
        <p:cNvPr id="1503" name="Shape 1503"/>
        <p:cNvGrpSpPr/>
        <p:nvPr/>
      </p:nvGrpSpPr>
      <p:grpSpPr>
        <a:xfrm>
          <a:off x="0" y="0"/>
          <a:ext cx="0" cy="0"/>
          <a:chOff x="0" y="0"/>
          <a:chExt cx="0" cy="0"/>
        </a:xfrm>
      </p:grpSpPr>
      <p:sp>
        <p:nvSpPr>
          <p:cNvPr id="1504" name="Google Shape;1504;p34"/>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34"/>
          <p:cNvSpPr/>
          <p:nvPr/>
        </p:nvSpPr>
        <p:spPr>
          <a:xfrm flipH="1" rot="-238332">
            <a:off x="6971149" y="4242317"/>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6" name="Google Shape;1506;p34"/>
          <p:cNvGrpSpPr/>
          <p:nvPr/>
        </p:nvGrpSpPr>
        <p:grpSpPr>
          <a:xfrm flipH="1">
            <a:off x="6989366" y="3989002"/>
            <a:ext cx="2154611" cy="785401"/>
            <a:chOff x="3363545" y="1399908"/>
            <a:chExt cx="240164" cy="87537"/>
          </a:xfrm>
        </p:grpSpPr>
        <p:sp>
          <p:nvSpPr>
            <p:cNvPr id="1507" name="Google Shape;1507;p34"/>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34"/>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34"/>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34"/>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34"/>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2" name="Google Shape;1512;p34"/>
          <p:cNvSpPr/>
          <p:nvPr/>
        </p:nvSpPr>
        <p:spPr>
          <a:xfrm rot="238332">
            <a:off x="-3394295" y="4242315"/>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3" name="Google Shape;1513;p34"/>
          <p:cNvGrpSpPr/>
          <p:nvPr/>
        </p:nvGrpSpPr>
        <p:grpSpPr>
          <a:xfrm>
            <a:off x="-13051" y="3988966"/>
            <a:ext cx="2154611" cy="785401"/>
            <a:chOff x="3363545" y="1399908"/>
            <a:chExt cx="240164" cy="87537"/>
          </a:xfrm>
        </p:grpSpPr>
        <p:sp>
          <p:nvSpPr>
            <p:cNvPr id="1514" name="Google Shape;1514;p34"/>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34"/>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34"/>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34"/>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34"/>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9" name="Google Shape;1519;p34"/>
          <p:cNvSpPr/>
          <p:nvPr/>
        </p:nvSpPr>
        <p:spPr>
          <a:xfrm flipH="1">
            <a:off x="-334053" y="8650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34"/>
          <p:cNvSpPr/>
          <p:nvPr/>
        </p:nvSpPr>
        <p:spPr>
          <a:xfrm flipH="1">
            <a:off x="8430904" y="123517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34"/>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522" name="Google Shape;1522;p34"/>
          <p:cNvSpPr txBox="1"/>
          <p:nvPr>
            <p:ph idx="2" type="title"/>
          </p:nvPr>
        </p:nvSpPr>
        <p:spPr>
          <a:xfrm>
            <a:off x="628650" y="2489575"/>
            <a:ext cx="1978200" cy="4782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523" name="Google Shape;1523;p34"/>
          <p:cNvSpPr txBox="1"/>
          <p:nvPr>
            <p:ph idx="1" type="subTitle"/>
          </p:nvPr>
        </p:nvSpPr>
        <p:spPr>
          <a:xfrm>
            <a:off x="628650" y="1710775"/>
            <a:ext cx="1978200" cy="7788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524" name="Google Shape;1524;p34"/>
          <p:cNvSpPr txBox="1"/>
          <p:nvPr>
            <p:ph idx="3" type="title"/>
          </p:nvPr>
        </p:nvSpPr>
        <p:spPr>
          <a:xfrm>
            <a:off x="6537175" y="2489575"/>
            <a:ext cx="1978200" cy="4782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525" name="Google Shape;1525;p34"/>
          <p:cNvSpPr txBox="1"/>
          <p:nvPr>
            <p:ph idx="4" type="subTitle"/>
          </p:nvPr>
        </p:nvSpPr>
        <p:spPr>
          <a:xfrm>
            <a:off x="6537176" y="1717404"/>
            <a:ext cx="1978200" cy="7788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526" name="Google Shape;1526;p34"/>
          <p:cNvSpPr txBox="1"/>
          <p:nvPr>
            <p:ph idx="5" type="title"/>
          </p:nvPr>
        </p:nvSpPr>
        <p:spPr>
          <a:xfrm>
            <a:off x="2598158" y="2489575"/>
            <a:ext cx="1978200" cy="4782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527" name="Google Shape;1527;p34"/>
          <p:cNvSpPr txBox="1"/>
          <p:nvPr>
            <p:ph idx="6" type="subTitle"/>
          </p:nvPr>
        </p:nvSpPr>
        <p:spPr>
          <a:xfrm>
            <a:off x="2598159" y="1710775"/>
            <a:ext cx="1978200" cy="7788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528" name="Google Shape;1528;p34"/>
          <p:cNvSpPr txBox="1"/>
          <p:nvPr>
            <p:ph idx="7" type="title"/>
          </p:nvPr>
        </p:nvSpPr>
        <p:spPr>
          <a:xfrm>
            <a:off x="4567667" y="2489575"/>
            <a:ext cx="1978200" cy="4782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529" name="Google Shape;1529;p34"/>
          <p:cNvSpPr txBox="1"/>
          <p:nvPr>
            <p:ph idx="8" type="subTitle"/>
          </p:nvPr>
        </p:nvSpPr>
        <p:spPr>
          <a:xfrm>
            <a:off x="4567667" y="1710775"/>
            <a:ext cx="1978200" cy="7788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1530" name="Shape 1530"/>
        <p:cNvGrpSpPr/>
        <p:nvPr/>
      </p:nvGrpSpPr>
      <p:grpSpPr>
        <a:xfrm>
          <a:off x="0" y="0"/>
          <a:ext cx="0" cy="0"/>
          <a:chOff x="0" y="0"/>
          <a:chExt cx="0" cy="0"/>
        </a:xfrm>
      </p:grpSpPr>
      <p:sp>
        <p:nvSpPr>
          <p:cNvPr id="1531" name="Google Shape;1531;p35"/>
          <p:cNvSpPr/>
          <p:nvPr/>
        </p:nvSpPr>
        <p:spPr>
          <a:xfrm flipH="1">
            <a:off x="-1" y="4762490"/>
            <a:ext cx="9173906"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35"/>
          <p:cNvSpPr/>
          <p:nvPr/>
        </p:nvSpPr>
        <p:spPr>
          <a:xfrm flipH="1">
            <a:off x="7935179" y="4901155"/>
            <a:ext cx="1670860" cy="78539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35"/>
          <p:cNvSpPr/>
          <p:nvPr/>
        </p:nvSpPr>
        <p:spPr>
          <a:xfrm flipH="1">
            <a:off x="8166989" y="4775050"/>
            <a:ext cx="1046875" cy="549114"/>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4" name="Google Shape;1534;p35"/>
          <p:cNvGrpSpPr/>
          <p:nvPr/>
        </p:nvGrpSpPr>
        <p:grpSpPr>
          <a:xfrm flipH="1">
            <a:off x="8383798" y="3692007"/>
            <a:ext cx="1041675" cy="1662029"/>
            <a:chOff x="1352322" y="1338997"/>
            <a:chExt cx="415457" cy="676942"/>
          </a:xfrm>
        </p:grpSpPr>
        <p:sp>
          <p:nvSpPr>
            <p:cNvPr id="1535" name="Google Shape;1535;p35"/>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35"/>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35"/>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35"/>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35"/>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35"/>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35"/>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35"/>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35"/>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35"/>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35"/>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35"/>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35"/>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 name="Google Shape;1548;p35"/>
          <p:cNvGrpSpPr/>
          <p:nvPr/>
        </p:nvGrpSpPr>
        <p:grpSpPr>
          <a:xfrm flipH="1">
            <a:off x="-201443" y="3734057"/>
            <a:ext cx="1180703" cy="1035418"/>
            <a:chOff x="3650956" y="1757963"/>
            <a:chExt cx="258943" cy="227815"/>
          </a:xfrm>
        </p:grpSpPr>
        <p:sp>
          <p:nvSpPr>
            <p:cNvPr id="1549" name="Google Shape;1549;p35"/>
            <p:cNvSpPr/>
            <p:nvPr/>
          </p:nvSpPr>
          <p:spPr>
            <a:xfrm>
              <a:off x="3650956" y="1757963"/>
              <a:ext cx="258943" cy="227815"/>
            </a:xfrm>
            <a:custGeom>
              <a:rect b="b" l="l" r="r" t="t"/>
              <a:pathLst>
                <a:path extrusionOk="0" h="6272" w="7129">
                  <a:moveTo>
                    <a:pt x="5416" y="0"/>
                  </a:moveTo>
                  <a:lnTo>
                    <a:pt x="3828" y="411"/>
                  </a:lnTo>
                  <a:lnTo>
                    <a:pt x="3337" y="1499"/>
                  </a:lnTo>
                  <a:lnTo>
                    <a:pt x="2320" y="1945"/>
                  </a:lnTo>
                  <a:lnTo>
                    <a:pt x="1642" y="3016"/>
                  </a:lnTo>
                  <a:lnTo>
                    <a:pt x="1535" y="4095"/>
                  </a:lnTo>
                  <a:lnTo>
                    <a:pt x="1018" y="5219"/>
                  </a:lnTo>
                  <a:lnTo>
                    <a:pt x="1" y="6272"/>
                  </a:lnTo>
                  <a:lnTo>
                    <a:pt x="3846" y="6272"/>
                  </a:lnTo>
                  <a:lnTo>
                    <a:pt x="3417" y="5255"/>
                  </a:lnTo>
                  <a:lnTo>
                    <a:pt x="3623" y="4461"/>
                  </a:lnTo>
                  <a:lnTo>
                    <a:pt x="4390" y="3408"/>
                  </a:lnTo>
                  <a:lnTo>
                    <a:pt x="4898" y="3533"/>
                  </a:lnTo>
                  <a:lnTo>
                    <a:pt x="5327" y="4505"/>
                  </a:lnTo>
                  <a:lnTo>
                    <a:pt x="5077" y="5522"/>
                  </a:lnTo>
                  <a:lnTo>
                    <a:pt x="5228" y="6272"/>
                  </a:lnTo>
                  <a:lnTo>
                    <a:pt x="7129" y="6272"/>
                  </a:lnTo>
                  <a:lnTo>
                    <a:pt x="6745" y="5174"/>
                  </a:lnTo>
                  <a:lnTo>
                    <a:pt x="7066" y="4211"/>
                  </a:lnTo>
                  <a:lnTo>
                    <a:pt x="6593" y="2837"/>
                  </a:lnTo>
                  <a:lnTo>
                    <a:pt x="6308" y="1196"/>
                  </a:lnTo>
                  <a:lnTo>
                    <a:pt x="54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35"/>
            <p:cNvSpPr/>
            <p:nvPr/>
          </p:nvSpPr>
          <p:spPr>
            <a:xfrm>
              <a:off x="3710595" y="1757963"/>
              <a:ext cx="169481" cy="109549"/>
            </a:xfrm>
            <a:custGeom>
              <a:rect b="b" l="l" r="r" t="t"/>
              <a:pathLst>
                <a:path extrusionOk="0" h="3016" w="4666">
                  <a:moveTo>
                    <a:pt x="3774" y="0"/>
                  </a:moveTo>
                  <a:lnTo>
                    <a:pt x="2186" y="411"/>
                  </a:lnTo>
                  <a:lnTo>
                    <a:pt x="1695" y="1499"/>
                  </a:lnTo>
                  <a:lnTo>
                    <a:pt x="678" y="1945"/>
                  </a:lnTo>
                  <a:lnTo>
                    <a:pt x="0" y="3016"/>
                  </a:lnTo>
                  <a:lnTo>
                    <a:pt x="0" y="3016"/>
                  </a:lnTo>
                  <a:lnTo>
                    <a:pt x="794" y="2346"/>
                  </a:lnTo>
                  <a:lnTo>
                    <a:pt x="1401" y="2257"/>
                  </a:lnTo>
                  <a:lnTo>
                    <a:pt x="1918" y="2552"/>
                  </a:lnTo>
                  <a:lnTo>
                    <a:pt x="1570" y="1927"/>
                  </a:lnTo>
                  <a:lnTo>
                    <a:pt x="2186" y="2061"/>
                  </a:lnTo>
                  <a:lnTo>
                    <a:pt x="2025" y="1579"/>
                  </a:lnTo>
                  <a:lnTo>
                    <a:pt x="2560" y="866"/>
                  </a:lnTo>
                  <a:lnTo>
                    <a:pt x="3649" y="803"/>
                  </a:lnTo>
                  <a:lnTo>
                    <a:pt x="4666" y="1196"/>
                  </a:lnTo>
                  <a:lnTo>
                    <a:pt x="3774"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35"/>
            <p:cNvSpPr/>
            <p:nvPr/>
          </p:nvSpPr>
          <p:spPr>
            <a:xfrm>
              <a:off x="3768600" y="1867472"/>
              <a:ext cx="141295" cy="118302"/>
            </a:xfrm>
            <a:custGeom>
              <a:rect b="b" l="l" r="r" t="t"/>
              <a:pathLst>
                <a:path extrusionOk="0" h="3257" w="3890">
                  <a:moveTo>
                    <a:pt x="1534" y="1"/>
                  </a:moveTo>
                  <a:lnTo>
                    <a:pt x="856" y="116"/>
                  </a:lnTo>
                  <a:lnTo>
                    <a:pt x="259" y="1196"/>
                  </a:lnTo>
                  <a:lnTo>
                    <a:pt x="71" y="447"/>
                  </a:lnTo>
                  <a:lnTo>
                    <a:pt x="0" y="1767"/>
                  </a:lnTo>
                  <a:lnTo>
                    <a:pt x="178" y="2240"/>
                  </a:lnTo>
                  <a:lnTo>
                    <a:pt x="384" y="1446"/>
                  </a:lnTo>
                  <a:lnTo>
                    <a:pt x="1151" y="393"/>
                  </a:lnTo>
                  <a:lnTo>
                    <a:pt x="1659" y="518"/>
                  </a:lnTo>
                  <a:lnTo>
                    <a:pt x="2088" y="1490"/>
                  </a:lnTo>
                  <a:lnTo>
                    <a:pt x="1838" y="2507"/>
                  </a:lnTo>
                  <a:lnTo>
                    <a:pt x="1989" y="3257"/>
                  </a:lnTo>
                  <a:lnTo>
                    <a:pt x="3890" y="3257"/>
                  </a:lnTo>
                  <a:lnTo>
                    <a:pt x="3506" y="2159"/>
                  </a:lnTo>
                  <a:lnTo>
                    <a:pt x="3488" y="3087"/>
                  </a:lnTo>
                  <a:lnTo>
                    <a:pt x="2935" y="2820"/>
                  </a:lnTo>
                  <a:lnTo>
                    <a:pt x="2882" y="1767"/>
                  </a:lnTo>
                  <a:lnTo>
                    <a:pt x="2614" y="2820"/>
                  </a:lnTo>
                  <a:lnTo>
                    <a:pt x="2177" y="2382"/>
                  </a:lnTo>
                  <a:lnTo>
                    <a:pt x="2543" y="973"/>
                  </a:lnTo>
                  <a:lnTo>
                    <a:pt x="1534"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35"/>
            <p:cNvSpPr/>
            <p:nvPr/>
          </p:nvSpPr>
          <p:spPr>
            <a:xfrm>
              <a:off x="3722908" y="1895331"/>
              <a:ext cx="23682" cy="90443"/>
            </a:xfrm>
            <a:custGeom>
              <a:rect b="b" l="l" r="r" t="t"/>
              <a:pathLst>
                <a:path extrusionOk="0" h="2490" w="652">
                  <a:moveTo>
                    <a:pt x="179" y="1"/>
                  </a:moveTo>
                  <a:lnTo>
                    <a:pt x="286" y="1856"/>
                  </a:lnTo>
                  <a:lnTo>
                    <a:pt x="0" y="2490"/>
                  </a:lnTo>
                  <a:lnTo>
                    <a:pt x="651" y="2490"/>
                  </a:lnTo>
                  <a:lnTo>
                    <a:pt x="598" y="1910"/>
                  </a:lnTo>
                  <a:lnTo>
                    <a:pt x="598" y="1348"/>
                  </a:lnTo>
                  <a:lnTo>
                    <a:pt x="179"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35"/>
            <p:cNvSpPr/>
            <p:nvPr/>
          </p:nvSpPr>
          <p:spPr>
            <a:xfrm>
              <a:off x="3650956" y="1906663"/>
              <a:ext cx="57390" cy="79110"/>
            </a:xfrm>
            <a:custGeom>
              <a:rect b="b" l="l" r="r" t="t"/>
              <a:pathLst>
                <a:path extrusionOk="0" h="2178" w="1580">
                  <a:moveTo>
                    <a:pt x="1535" y="1"/>
                  </a:moveTo>
                  <a:lnTo>
                    <a:pt x="1018" y="1125"/>
                  </a:lnTo>
                  <a:lnTo>
                    <a:pt x="1" y="2178"/>
                  </a:lnTo>
                  <a:lnTo>
                    <a:pt x="1250" y="2178"/>
                  </a:lnTo>
                  <a:lnTo>
                    <a:pt x="795" y="1839"/>
                  </a:lnTo>
                  <a:lnTo>
                    <a:pt x="1428" y="1303"/>
                  </a:lnTo>
                  <a:lnTo>
                    <a:pt x="1580" y="643"/>
                  </a:lnTo>
                  <a:lnTo>
                    <a:pt x="153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35"/>
            <p:cNvSpPr/>
            <p:nvPr/>
          </p:nvSpPr>
          <p:spPr>
            <a:xfrm>
              <a:off x="3857370" y="1801367"/>
              <a:ext cx="50270" cy="109549"/>
            </a:xfrm>
            <a:custGeom>
              <a:rect b="b" l="l" r="r" t="t"/>
              <a:pathLst>
                <a:path extrusionOk="0" h="3016" w="1384">
                  <a:moveTo>
                    <a:pt x="625" y="1"/>
                  </a:moveTo>
                  <a:lnTo>
                    <a:pt x="580" y="1357"/>
                  </a:lnTo>
                  <a:lnTo>
                    <a:pt x="0" y="402"/>
                  </a:lnTo>
                  <a:lnTo>
                    <a:pt x="411" y="1874"/>
                  </a:lnTo>
                  <a:lnTo>
                    <a:pt x="1383" y="3016"/>
                  </a:lnTo>
                  <a:lnTo>
                    <a:pt x="910" y="1642"/>
                  </a:lnTo>
                  <a:lnTo>
                    <a:pt x="62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5" name="Google Shape;1555;p35"/>
          <p:cNvSpPr/>
          <p:nvPr/>
        </p:nvSpPr>
        <p:spPr>
          <a:xfrm flipH="1" rot="-555866">
            <a:off x="-288823" y="4705683"/>
            <a:ext cx="1355749" cy="381007"/>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35"/>
          <p:cNvSpPr/>
          <p:nvPr/>
        </p:nvSpPr>
        <p:spPr>
          <a:xfrm flipH="1">
            <a:off x="-113446" y="37042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35"/>
          <p:cNvSpPr/>
          <p:nvPr/>
        </p:nvSpPr>
        <p:spPr>
          <a:xfrm flipH="1">
            <a:off x="7814147" y="46568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35"/>
          <p:cNvSpPr/>
          <p:nvPr/>
        </p:nvSpPr>
        <p:spPr>
          <a:xfrm flipH="1">
            <a:off x="8326279" y="3021607"/>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9" name="Google Shape;1559;p35"/>
          <p:cNvGrpSpPr/>
          <p:nvPr/>
        </p:nvGrpSpPr>
        <p:grpSpPr>
          <a:xfrm>
            <a:off x="8052488" y="4680102"/>
            <a:ext cx="542735" cy="395428"/>
            <a:chOff x="6123718" y="525411"/>
            <a:chExt cx="1395563" cy="1024955"/>
          </a:xfrm>
        </p:grpSpPr>
        <p:grpSp>
          <p:nvGrpSpPr>
            <p:cNvPr id="1560" name="Google Shape;1560;p35"/>
            <p:cNvGrpSpPr/>
            <p:nvPr/>
          </p:nvGrpSpPr>
          <p:grpSpPr>
            <a:xfrm flipH="1">
              <a:off x="6123718" y="525411"/>
              <a:ext cx="1395563" cy="1024955"/>
              <a:chOff x="1696430" y="1591394"/>
              <a:chExt cx="279683" cy="208092"/>
            </a:xfrm>
          </p:grpSpPr>
          <p:sp>
            <p:nvSpPr>
              <p:cNvPr id="1561" name="Google Shape;1561;p35"/>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35"/>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35"/>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35"/>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35"/>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35"/>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35"/>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35"/>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35"/>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35"/>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35"/>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2" name="Google Shape;1572;p35"/>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3" name="Google Shape;1573;p35"/>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574" name="Google Shape;1574;p35"/>
          <p:cNvSpPr txBox="1"/>
          <p:nvPr>
            <p:ph idx="2" type="title"/>
          </p:nvPr>
        </p:nvSpPr>
        <p:spPr>
          <a:xfrm>
            <a:off x="1101175" y="1866200"/>
            <a:ext cx="198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575" name="Google Shape;1575;p35"/>
          <p:cNvSpPr txBox="1"/>
          <p:nvPr>
            <p:ph idx="1" type="subTitle"/>
          </p:nvPr>
        </p:nvSpPr>
        <p:spPr>
          <a:xfrm>
            <a:off x="1101175" y="2191400"/>
            <a:ext cx="19860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576" name="Google Shape;1576;p35"/>
          <p:cNvSpPr txBox="1"/>
          <p:nvPr>
            <p:ph idx="3" type="title"/>
          </p:nvPr>
        </p:nvSpPr>
        <p:spPr>
          <a:xfrm>
            <a:off x="3578950" y="1866200"/>
            <a:ext cx="198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577" name="Google Shape;1577;p35"/>
          <p:cNvSpPr txBox="1"/>
          <p:nvPr>
            <p:ph idx="4" type="subTitle"/>
          </p:nvPr>
        </p:nvSpPr>
        <p:spPr>
          <a:xfrm>
            <a:off x="3578950" y="2191400"/>
            <a:ext cx="19860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578" name="Google Shape;1578;p35"/>
          <p:cNvSpPr txBox="1"/>
          <p:nvPr>
            <p:ph idx="5" type="title"/>
          </p:nvPr>
        </p:nvSpPr>
        <p:spPr>
          <a:xfrm>
            <a:off x="1101175" y="3680600"/>
            <a:ext cx="198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579" name="Google Shape;1579;p35"/>
          <p:cNvSpPr txBox="1"/>
          <p:nvPr>
            <p:ph idx="6" type="subTitle"/>
          </p:nvPr>
        </p:nvSpPr>
        <p:spPr>
          <a:xfrm>
            <a:off x="1101175" y="4005800"/>
            <a:ext cx="19860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580" name="Google Shape;1580;p35"/>
          <p:cNvSpPr txBox="1"/>
          <p:nvPr>
            <p:ph idx="7" type="title"/>
          </p:nvPr>
        </p:nvSpPr>
        <p:spPr>
          <a:xfrm>
            <a:off x="3578947" y="3680600"/>
            <a:ext cx="198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581" name="Google Shape;1581;p35"/>
          <p:cNvSpPr txBox="1"/>
          <p:nvPr>
            <p:ph idx="8" type="subTitle"/>
          </p:nvPr>
        </p:nvSpPr>
        <p:spPr>
          <a:xfrm>
            <a:off x="3578997" y="4005800"/>
            <a:ext cx="19860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582" name="Google Shape;1582;p35"/>
          <p:cNvSpPr txBox="1"/>
          <p:nvPr>
            <p:ph idx="9" type="title"/>
          </p:nvPr>
        </p:nvSpPr>
        <p:spPr>
          <a:xfrm>
            <a:off x="6056725" y="1866200"/>
            <a:ext cx="198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583" name="Google Shape;1583;p35"/>
          <p:cNvSpPr txBox="1"/>
          <p:nvPr>
            <p:ph idx="13" type="subTitle"/>
          </p:nvPr>
        </p:nvSpPr>
        <p:spPr>
          <a:xfrm>
            <a:off x="6056725" y="2191400"/>
            <a:ext cx="19860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584" name="Google Shape;1584;p35"/>
          <p:cNvSpPr txBox="1"/>
          <p:nvPr>
            <p:ph idx="14" type="title"/>
          </p:nvPr>
        </p:nvSpPr>
        <p:spPr>
          <a:xfrm>
            <a:off x="6056725" y="3680600"/>
            <a:ext cx="198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585" name="Google Shape;1585;p35"/>
          <p:cNvSpPr txBox="1"/>
          <p:nvPr>
            <p:ph idx="15" type="subTitle"/>
          </p:nvPr>
        </p:nvSpPr>
        <p:spPr>
          <a:xfrm>
            <a:off x="6056825" y="4005800"/>
            <a:ext cx="19860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1586" name="Shape 1586"/>
        <p:cNvGrpSpPr/>
        <p:nvPr/>
      </p:nvGrpSpPr>
      <p:grpSpPr>
        <a:xfrm>
          <a:off x="0" y="0"/>
          <a:ext cx="0" cy="0"/>
          <a:chOff x="0" y="0"/>
          <a:chExt cx="0" cy="0"/>
        </a:xfrm>
      </p:grpSpPr>
      <p:sp>
        <p:nvSpPr>
          <p:cNvPr id="1587" name="Google Shape;1587;p36"/>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36"/>
          <p:cNvSpPr/>
          <p:nvPr/>
        </p:nvSpPr>
        <p:spPr>
          <a:xfrm flipH="1" rot="-27">
            <a:off x="7712747" y="4535828"/>
            <a:ext cx="5553997" cy="166108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36"/>
          <p:cNvSpPr/>
          <p:nvPr/>
        </p:nvSpPr>
        <p:spPr>
          <a:xfrm rot="-484425">
            <a:off x="-584671" y="4812462"/>
            <a:ext cx="1872361" cy="736091"/>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0" name="Google Shape;1590;p36"/>
          <p:cNvGrpSpPr/>
          <p:nvPr/>
        </p:nvGrpSpPr>
        <p:grpSpPr>
          <a:xfrm>
            <a:off x="-107175" y="4023152"/>
            <a:ext cx="1339640" cy="1102672"/>
            <a:chOff x="1352322" y="1338997"/>
            <a:chExt cx="415457" cy="676942"/>
          </a:xfrm>
        </p:grpSpPr>
        <p:sp>
          <p:nvSpPr>
            <p:cNvPr id="1591" name="Google Shape;1591;p36"/>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36"/>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36"/>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36"/>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36"/>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36"/>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36"/>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36"/>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36"/>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36"/>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36"/>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36"/>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36"/>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4" name="Google Shape;1604;p36"/>
          <p:cNvSpPr/>
          <p:nvPr/>
        </p:nvSpPr>
        <p:spPr>
          <a:xfrm flipH="1">
            <a:off x="-334053" y="8650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36"/>
          <p:cNvSpPr/>
          <p:nvPr/>
        </p:nvSpPr>
        <p:spPr>
          <a:xfrm flipH="1">
            <a:off x="8430904" y="158472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6" name="Google Shape;1606;p36"/>
          <p:cNvGrpSpPr/>
          <p:nvPr/>
        </p:nvGrpSpPr>
        <p:grpSpPr>
          <a:xfrm flipH="1">
            <a:off x="7770333" y="4233183"/>
            <a:ext cx="1484696" cy="541199"/>
            <a:chOff x="3363545" y="1399908"/>
            <a:chExt cx="240164" cy="87537"/>
          </a:xfrm>
        </p:grpSpPr>
        <p:sp>
          <p:nvSpPr>
            <p:cNvPr id="1607" name="Google Shape;1607;p36"/>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36"/>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36"/>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36"/>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36"/>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2" name="Google Shape;1612;p36"/>
          <p:cNvSpPr txBox="1"/>
          <p:nvPr>
            <p:ph type="title"/>
          </p:nvPr>
        </p:nvSpPr>
        <p:spPr>
          <a:xfrm>
            <a:off x="720000" y="3384148"/>
            <a:ext cx="192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613" name="Google Shape;1613;p36"/>
          <p:cNvSpPr txBox="1"/>
          <p:nvPr>
            <p:ph idx="1" type="subTitle"/>
          </p:nvPr>
        </p:nvSpPr>
        <p:spPr>
          <a:xfrm>
            <a:off x="720000" y="3740099"/>
            <a:ext cx="19260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614" name="Google Shape;1614;p36"/>
          <p:cNvSpPr txBox="1"/>
          <p:nvPr>
            <p:ph hasCustomPrompt="1" idx="2" type="title"/>
          </p:nvPr>
        </p:nvSpPr>
        <p:spPr>
          <a:xfrm>
            <a:off x="1131131" y="2205300"/>
            <a:ext cx="1104000" cy="441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4800"/>
              <a:buNone/>
              <a:defRPr sz="2400"/>
            </a:lvl1pPr>
            <a:lvl2pPr lvl="1" algn="ctr">
              <a:lnSpc>
                <a:spcPct val="100000"/>
              </a:lnSpc>
              <a:spcBef>
                <a:spcPts val="0"/>
              </a:spcBef>
              <a:spcAft>
                <a:spcPts val="0"/>
              </a:spcAft>
              <a:buSzPts val="4800"/>
              <a:buNone/>
              <a:defRPr sz="4800"/>
            </a:lvl2pPr>
            <a:lvl3pPr lvl="2" algn="ctr">
              <a:lnSpc>
                <a:spcPct val="100000"/>
              </a:lnSpc>
              <a:spcBef>
                <a:spcPts val="0"/>
              </a:spcBef>
              <a:spcAft>
                <a:spcPts val="0"/>
              </a:spcAft>
              <a:buSzPts val="4800"/>
              <a:buNone/>
              <a:defRPr sz="4800"/>
            </a:lvl3pPr>
            <a:lvl4pPr lvl="3" algn="ctr">
              <a:lnSpc>
                <a:spcPct val="100000"/>
              </a:lnSpc>
              <a:spcBef>
                <a:spcPts val="0"/>
              </a:spcBef>
              <a:spcAft>
                <a:spcPts val="0"/>
              </a:spcAft>
              <a:buSzPts val="4800"/>
              <a:buNone/>
              <a:defRPr sz="4800"/>
            </a:lvl4pPr>
            <a:lvl5pPr lvl="4" algn="ctr">
              <a:lnSpc>
                <a:spcPct val="100000"/>
              </a:lnSpc>
              <a:spcBef>
                <a:spcPts val="0"/>
              </a:spcBef>
              <a:spcAft>
                <a:spcPts val="0"/>
              </a:spcAft>
              <a:buSzPts val="4800"/>
              <a:buNone/>
              <a:defRPr sz="4800"/>
            </a:lvl5pPr>
            <a:lvl6pPr lvl="5" algn="ctr">
              <a:lnSpc>
                <a:spcPct val="100000"/>
              </a:lnSpc>
              <a:spcBef>
                <a:spcPts val="0"/>
              </a:spcBef>
              <a:spcAft>
                <a:spcPts val="0"/>
              </a:spcAft>
              <a:buSzPts val="4800"/>
              <a:buNone/>
              <a:defRPr sz="4800"/>
            </a:lvl6pPr>
            <a:lvl7pPr lvl="6" algn="ctr">
              <a:lnSpc>
                <a:spcPct val="100000"/>
              </a:lnSpc>
              <a:spcBef>
                <a:spcPts val="0"/>
              </a:spcBef>
              <a:spcAft>
                <a:spcPts val="0"/>
              </a:spcAft>
              <a:buSzPts val="4800"/>
              <a:buNone/>
              <a:defRPr sz="4800"/>
            </a:lvl7pPr>
            <a:lvl8pPr lvl="7" algn="ctr">
              <a:lnSpc>
                <a:spcPct val="100000"/>
              </a:lnSpc>
              <a:spcBef>
                <a:spcPts val="0"/>
              </a:spcBef>
              <a:spcAft>
                <a:spcPts val="0"/>
              </a:spcAft>
              <a:buSzPts val="4800"/>
              <a:buNone/>
              <a:defRPr sz="4800"/>
            </a:lvl8pPr>
            <a:lvl9pPr lvl="8" algn="ctr">
              <a:lnSpc>
                <a:spcPct val="100000"/>
              </a:lnSpc>
              <a:spcBef>
                <a:spcPts val="0"/>
              </a:spcBef>
              <a:spcAft>
                <a:spcPts val="0"/>
              </a:spcAft>
              <a:buSzPts val="4800"/>
              <a:buNone/>
              <a:defRPr sz="4800"/>
            </a:lvl9pPr>
          </a:lstStyle>
          <a:p>
            <a:r>
              <a:t>xx%</a:t>
            </a:r>
          </a:p>
        </p:txBody>
      </p:sp>
      <p:sp>
        <p:nvSpPr>
          <p:cNvPr id="1615" name="Google Shape;1615;p36"/>
          <p:cNvSpPr txBox="1"/>
          <p:nvPr>
            <p:ph idx="3"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616" name="Google Shape;1616;p36"/>
          <p:cNvSpPr txBox="1"/>
          <p:nvPr>
            <p:ph idx="4" type="title"/>
          </p:nvPr>
        </p:nvSpPr>
        <p:spPr>
          <a:xfrm>
            <a:off x="2646000" y="3384148"/>
            <a:ext cx="192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617" name="Google Shape;1617;p36"/>
          <p:cNvSpPr txBox="1"/>
          <p:nvPr>
            <p:ph idx="5" type="subTitle"/>
          </p:nvPr>
        </p:nvSpPr>
        <p:spPr>
          <a:xfrm>
            <a:off x="2646000" y="3740099"/>
            <a:ext cx="19260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618" name="Google Shape;1618;p36"/>
          <p:cNvSpPr txBox="1"/>
          <p:nvPr>
            <p:ph hasCustomPrompt="1" idx="6" type="title"/>
          </p:nvPr>
        </p:nvSpPr>
        <p:spPr>
          <a:xfrm>
            <a:off x="3057131" y="2205300"/>
            <a:ext cx="1104000" cy="441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4800"/>
              <a:buNone/>
              <a:defRPr sz="2400"/>
            </a:lvl1pPr>
            <a:lvl2pPr lvl="1" algn="ctr">
              <a:lnSpc>
                <a:spcPct val="100000"/>
              </a:lnSpc>
              <a:spcBef>
                <a:spcPts val="0"/>
              </a:spcBef>
              <a:spcAft>
                <a:spcPts val="0"/>
              </a:spcAft>
              <a:buSzPts val="4800"/>
              <a:buNone/>
              <a:defRPr sz="4800"/>
            </a:lvl2pPr>
            <a:lvl3pPr lvl="2" algn="ctr">
              <a:lnSpc>
                <a:spcPct val="100000"/>
              </a:lnSpc>
              <a:spcBef>
                <a:spcPts val="0"/>
              </a:spcBef>
              <a:spcAft>
                <a:spcPts val="0"/>
              </a:spcAft>
              <a:buSzPts val="4800"/>
              <a:buNone/>
              <a:defRPr sz="4800"/>
            </a:lvl3pPr>
            <a:lvl4pPr lvl="3" algn="ctr">
              <a:lnSpc>
                <a:spcPct val="100000"/>
              </a:lnSpc>
              <a:spcBef>
                <a:spcPts val="0"/>
              </a:spcBef>
              <a:spcAft>
                <a:spcPts val="0"/>
              </a:spcAft>
              <a:buSzPts val="4800"/>
              <a:buNone/>
              <a:defRPr sz="4800"/>
            </a:lvl4pPr>
            <a:lvl5pPr lvl="4" algn="ctr">
              <a:lnSpc>
                <a:spcPct val="100000"/>
              </a:lnSpc>
              <a:spcBef>
                <a:spcPts val="0"/>
              </a:spcBef>
              <a:spcAft>
                <a:spcPts val="0"/>
              </a:spcAft>
              <a:buSzPts val="4800"/>
              <a:buNone/>
              <a:defRPr sz="4800"/>
            </a:lvl5pPr>
            <a:lvl6pPr lvl="5" algn="ctr">
              <a:lnSpc>
                <a:spcPct val="100000"/>
              </a:lnSpc>
              <a:spcBef>
                <a:spcPts val="0"/>
              </a:spcBef>
              <a:spcAft>
                <a:spcPts val="0"/>
              </a:spcAft>
              <a:buSzPts val="4800"/>
              <a:buNone/>
              <a:defRPr sz="4800"/>
            </a:lvl6pPr>
            <a:lvl7pPr lvl="6" algn="ctr">
              <a:lnSpc>
                <a:spcPct val="100000"/>
              </a:lnSpc>
              <a:spcBef>
                <a:spcPts val="0"/>
              </a:spcBef>
              <a:spcAft>
                <a:spcPts val="0"/>
              </a:spcAft>
              <a:buSzPts val="4800"/>
              <a:buNone/>
              <a:defRPr sz="4800"/>
            </a:lvl7pPr>
            <a:lvl8pPr lvl="7" algn="ctr">
              <a:lnSpc>
                <a:spcPct val="100000"/>
              </a:lnSpc>
              <a:spcBef>
                <a:spcPts val="0"/>
              </a:spcBef>
              <a:spcAft>
                <a:spcPts val="0"/>
              </a:spcAft>
              <a:buSzPts val="4800"/>
              <a:buNone/>
              <a:defRPr sz="4800"/>
            </a:lvl8pPr>
            <a:lvl9pPr lvl="8" algn="ctr">
              <a:lnSpc>
                <a:spcPct val="100000"/>
              </a:lnSpc>
              <a:spcBef>
                <a:spcPts val="0"/>
              </a:spcBef>
              <a:spcAft>
                <a:spcPts val="0"/>
              </a:spcAft>
              <a:buSzPts val="4800"/>
              <a:buNone/>
              <a:defRPr sz="4800"/>
            </a:lvl9pPr>
          </a:lstStyle>
          <a:p>
            <a:r>
              <a:t>xx%</a:t>
            </a:r>
          </a:p>
        </p:txBody>
      </p:sp>
      <p:sp>
        <p:nvSpPr>
          <p:cNvPr id="1619" name="Google Shape;1619;p36"/>
          <p:cNvSpPr txBox="1"/>
          <p:nvPr>
            <p:ph idx="7" type="title"/>
          </p:nvPr>
        </p:nvSpPr>
        <p:spPr>
          <a:xfrm>
            <a:off x="4572000" y="3384148"/>
            <a:ext cx="192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620" name="Google Shape;1620;p36"/>
          <p:cNvSpPr txBox="1"/>
          <p:nvPr>
            <p:ph idx="8" type="subTitle"/>
          </p:nvPr>
        </p:nvSpPr>
        <p:spPr>
          <a:xfrm>
            <a:off x="4572000" y="3740099"/>
            <a:ext cx="19260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621" name="Google Shape;1621;p36"/>
          <p:cNvSpPr txBox="1"/>
          <p:nvPr>
            <p:ph hasCustomPrompt="1" idx="9" type="title"/>
          </p:nvPr>
        </p:nvSpPr>
        <p:spPr>
          <a:xfrm>
            <a:off x="4983131" y="2205300"/>
            <a:ext cx="1104000" cy="441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4800"/>
              <a:buNone/>
              <a:defRPr sz="2400"/>
            </a:lvl1pPr>
            <a:lvl2pPr lvl="1" algn="ctr">
              <a:lnSpc>
                <a:spcPct val="100000"/>
              </a:lnSpc>
              <a:spcBef>
                <a:spcPts val="0"/>
              </a:spcBef>
              <a:spcAft>
                <a:spcPts val="0"/>
              </a:spcAft>
              <a:buSzPts val="4800"/>
              <a:buNone/>
              <a:defRPr sz="4800"/>
            </a:lvl2pPr>
            <a:lvl3pPr lvl="2" algn="ctr">
              <a:lnSpc>
                <a:spcPct val="100000"/>
              </a:lnSpc>
              <a:spcBef>
                <a:spcPts val="0"/>
              </a:spcBef>
              <a:spcAft>
                <a:spcPts val="0"/>
              </a:spcAft>
              <a:buSzPts val="4800"/>
              <a:buNone/>
              <a:defRPr sz="4800"/>
            </a:lvl3pPr>
            <a:lvl4pPr lvl="3" algn="ctr">
              <a:lnSpc>
                <a:spcPct val="100000"/>
              </a:lnSpc>
              <a:spcBef>
                <a:spcPts val="0"/>
              </a:spcBef>
              <a:spcAft>
                <a:spcPts val="0"/>
              </a:spcAft>
              <a:buSzPts val="4800"/>
              <a:buNone/>
              <a:defRPr sz="4800"/>
            </a:lvl4pPr>
            <a:lvl5pPr lvl="4" algn="ctr">
              <a:lnSpc>
                <a:spcPct val="100000"/>
              </a:lnSpc>
              <a:spcBef>
                <a:spcPts val="0"/>
              </a:spcBef>
              <a:spcAft>
                <a:spcPts val="0"/>
              </a:spcAft>
              <a:buSzPts val="4800"/>
              <a:buNone/>
              <a:defRPr sz="4800"/>
            </a:lvl5pPr>
            <a:lvl6pPr lvl="5" algn="ctr">
              <a:lnSpc>
                <a:spcPct val="100000"/>
              </a:lnSpc>
              <a:spcBef>
                <a:spcPts val="0"/>
              </a:spcBef>
              <a:spcAft>
                <a:spcPts val="0"/>
              </a:spcAft>
              <a:buSzPts val="4800"/>
              <a:buNone/>
              <a:defRPr sz="4800"/>
            </a:lvl6pPr>
            <a:lvl7pPr lvl="6" algn="ctr">
              <a:lnSpc>
                <a:spcPct val="100000"/>
              </a:lnSpc>
              <a:spcBef>
                <a:spcPts val="0"/>
              </a:spcBef>
              <a:spcAft>
                <a:spcPts val="0"/>
              </a:spcAft>
              <a:buSzPts val="4800"/>
              <a:buNone/>
              <a:defRPr sz="4800"/>
            </a:lvl7pPr>
            <a:lvl8pPr lvl="7" algn="ctr">
              <a:lnSpc>
                <a:spcPct val="100000"/>
              </a:lnSpc>
              <a:spcBef>
                <a:spcPts val="0"/>
              </a:spcBef>
              <a:spcAft>
                <a:spcPts val="0"/>
              </a:spcAft>
              <a:buSzPts val="4800"/>
              <a:buNone/>
              <a:defRPr sz="4800"/>
            </a:lvl8pPr>
            <a:lvl9pPr lvl="8" algn="ctr">
              <a:lnSpc>
                <a:spcPct val="100000"/>
              </a:lnSpc>
              <a:spcBef>
                <a:spcPts val="0"/>
              </a:spcBef>
              <a:spcAft>
                <a:spcPts val="0"/>
              </a:spcAft>
              <a:buSzPts val="4800"/>
              <a:buNone/>
              <a:defRPr sz="4800"/>
            </a:lvl9pPr>
          </a:lstStyle>
          <a:p>
            <a:r>
              <a:t>xx%</a:t>
            </a:r>
          </a:p>
        </p:txBody>
      </p:sp>
      <p:sp>
        <p:nvSpPr>
          <p:cNvPr id="1622" name="Google Shape;1622;p36"/>
          <p:cNvSpPr txBox="1"/>
          <p:nvPr>
            <p:ph idx="13" type="title"/>
          </p:nvPr>
        </p:nvSpPr>
        <p:spPr>
          <a:xfrm>
            <a:off x="6498000" y="3384148"/>
            <a:ext cx="192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623" name="Google Shape;1623;p36"/>
          <p:cNvSpPr txBox="1"/>
          <p:nvPr>
            <p:ph idx="14" type="subTitle"/>
          </p:nvPr>
        </p:nvSpPr>
        <p:spPr>
          <a:xfrm>
            <a:off x="6498000" y="3740099"/>
            <a:ext cx="19260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624" name="Google Shape;1624;p36"/>
          <p:cNvSpPr txBox="1"/>
          <p:nvPr>
            <p:ph hasCustomPrompt="1" idx="15" type="title"/>
          </p:nvPr>
        </p:nvSpPr>
        <p:spPr>
          <a:xfrm>
            <a:off x="6909131" y="2205300"/>
            <a:ext cx="1104000" cy="441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4800"/>
              <a:buNone/>
              <a:defRPr sz="2400"/>
            </a:lvl1pPr>
            <a:lvl2pPr lvl="1" algn="ctr">
              <a:lnSpc>
                <a:spcPct val="100000"/>
              </a:lnSpc>
              <a:spcBef>
                <a:spcPts val="0"/>
              </a:spcBef>
              <a:spcAft>
                <a:spcPts val="0"/>
              </a:spcAft>
              <a:buSzPts val="4800"/>
              <a:buNone/>
              <a:defRPr sz="4800"/>
            </a:lvl2pPr>
            <a:lvl3pPr lvl="2" algn="ctr">
              <a:lnSpc>
                <a:spcPct val="100000"/>
              </a:lnSpc>
              <a:spcBef>
                <a:spcPts val="0"/>
              </a:spcBef>
              <a:spcAft>
                <a:spcPts val="0"/>
              </a:spcAft>
              <a:buSzPts val="4800"/>
              <a:buNone/>
              <a:defRPr sz="4800"/>
            </a:lvl3pPr>
            <a:lvl4pPr lvl="3" algn="ctr">
              <a:lnSpc>
                <a:spcPct val="100000"/>
              </a:lnSpc>
              <a:spcBef>
                <a:spcPts val="0"/>
              </a:spcBef>
              <a:spcAft>
                <a:spcPts val="0"/>
              </a:spcAft>
              <a:buSzPts val="4800"/>
              <a:buNone/>
              <a:defRPr sz="4800"/>
            </a:lvl4pPr>
            <a:lvl5pPr lvl="4" algn="ctr">
              <a:lnSpc>
                <a:spcPct val="100000"/>
              </a:lnSpc>
              <a:spcBef>
                <a:spcPts val="0"/>
              </a:spcBef>
              <a:spcAft>
                <a:spcPts val="0"/>
              </a:spcAft>
              <a:buSzPts val="4800"/>
              <a:buNone/>
              <a:defRPr sz="4800"/>
            </a:lvl5pPr>
            <a:lvl6pPr lvl="5" algn="ctr">
              <a:lnSpc>
                <a:spcPct val="100000"/>
              </a:lnSpc>
              <a:spcBef>
                <a:spcPts val="0"/>
              </a:spcBef>
              <a:spcAft>
                <a:spcPts val="0"/>
              </a:spcAft>
              <a:buSzPts val="4800"/>
              <a:buNone/>
              <a:defRPr sz="4800"/>
            </a:lvl6pPr>
            <a:lvl7pPr lvl="6" algn="ctr">
              <a:lnSpc>
                <a:spcPct val="100000"/>
              </a:lnSpc>
              <a:spcBef>
                <a:spcPts val="0"/>
              </a:spcBef>
              <a:spcAft>
                <a:spcPts val="0"/>
              </a:spcAft>
              <a:buSzPts val="4800"/>
              <a:buNone/>
              <a:defRPr sz="4800"/>
            </a:lvl7pPr>
            <a:lvl8pPr lvl="7" algn="ctr">
              <a:lnSpc>
                <a:spcPct val="100000"/>
              </a:lnSpc>
              <a:spcBef>
                <a:spcPts val="0"/>
              </a:spcBef>
              <a:spcAft>
                <a:spcPts val="0"/>
              </a:spcAft>
              <a:buSzPts val="4800"/>
              <a:buNone/>
              <a:defRPr sz="4800"/>
            </a:lvl8pPr>
            <a:lvl9pPr lvl="8" algn="ctr">
              <a:lnSpc>
                <a:spcPct val="100000"/>
              </a:lnSpc>
              <a:spcBef>
                <a:spcPts val="0"/>
              </a:spcBef>
              <a:spcAft>
                <a:spcPts val="0"/>
              </a:spcAft>
              <a:buSzPts val="4800"/>
              <a:buNone/>
              <a:defRPr sz="4800"/>
            </a:lvl9pPr>
          </a:lstStyle>
          <a:p>
            <a:r>
              <a:t>xx%</a:t>
            </a: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2">
    <p:spTree>
      <p:nvGrpSpPr>
        <p:cNvPr id="1625" name="Shape 1625"/>
        <p:cNvGrpSpPr/>
        <p:nvPr/>
      </p:nvGrpSpPr>
      <p:grpSpPr>
        <a:xfrm>
          <a:off x="0" y="0"/>
          <a:ext cx="0" cy="0"/>
          <a:chOff x="0" y="0"/>
          <a:chExt cx="0" cy="0"/>
        </a:xfrm>
      </p:grpSpPr>
      <p:sp>
        <p:nvSpPr>
          <p:cNvPr id="1626" name="Google Shape;1626;p37"/>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
        <p:nvSpPr>
          <p:cNvPr id="1627" name="Google Shape;1627;p37"/>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37"/>
          <p:cNvSpPr/>
          <p:nvPr/>
        </p:nvSpPr>
        <p:spPr>
          <a:xfrm flipH="1">
            <a:off x="7770062" y="4806850"/>
            <a:ext cx="2872438" cy="136094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37"/>
          <p:cNvSpPr/>
          <p:nvPr/>
        </p:nvSpPr>
        <p:spPr>
          <a:xfrm rot="100">
            <a:off x="-274143" y="4769926"/>
            <a:ext cx="2084375" cy="452721"/>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0" name="Google Shape;1630;p37"/>
          <p:cNvGrpSpPr/>
          <p:nvPr/>
        </p:nvGrpSpPr>
        <p:grpSpPr>
          <a:xfrm flipH="1">
            <a:off x="-48291" y="4445541"/>
            <a:ext cx="1522802" cy="668193"/>
            <a:chOff x="8284835" y="1862888"/>
            <a:chExt cx="427165" cy="213583"/>
          </a:xfrm>
        </p:grpSpPr>
        <p:sp>
          <p:nvSpPr>
            <p:cNvPr id="1631" name="Google Shape;1631;p37"/>
            <p:cNvSpPr/>
            <p:nvPr/>
          </p:nvSpPr>
          <p:spPr>
            <a:xfrm>
              <a:off x="8284835" y="1862888"/>
              <a:ext cx="427165" cy="213583"/>
            </a:xfrm>
            <a:custGeom>
              <a:rect b="b" l="l" r="r" t="t"/>
              <a:pathLst>
                <a:path extrusionOk="0" h="4827" w="9654">
                  <a:moveTo>
                    <a:pt x="9653" y="0"/>
                  </a:moveTo>
                  <a:lnTo>
                    <a:pt x="8948" y="482"/>
                  </a:lnTo>
                  <a:cubicBezTo>
                    <a:pt x="8948" y="482"/>
                    <a:pt x="8774" y="656"/>
                    <a:pt x="8707" y="656"/>
                  </a:cubicBezTo>
                  <a:cubicBezTo>
                    <a:pt x="8688" y="656"/>
                    <a:pt x="8677" y="642"/>
                    <a:pt x="8681" y="607"/>
                  </a:cubicBezTo>
                  <a:cubicBezTo>
                    <a:pt x="8687" y="553"/>
                    <a:pt x="8657" y="536"/>
                    <a:pt x="8615" y="536"/>
                  </a:cubicBezTo>
                  <a:cubicBezTo>
                    <a:pt x="8530" y="536"/>
                    <a:pt x="8395" y="607"/>
                    <a:pt x="8395" y="607"/>
                  </a:cubicBezTo>
                  <a:lnTo>
                    <a:pt x="7780" y="1044"/>
                  </a:lnTo>
                  <a:lnTo>
                    <a:pt x="6941" y="1178"/>
                  </a:lnTo>
                  <a:lnTo>
                    <a:pt x="5505" y="1187"/>
                  </a:lnTo>
                  <a:lnTo>
                    <a:pt x="4863" y="1365"/>
                  </a:lnTo>
                  <a:lnTo>
                    <a:pt x="4318" y="1365"/>
                  </a:lnTo>
                  <a:lnTo>
                    <a:pt x="3712" y="1544"/>
                  </a:lnTo>
                  <a:cubicBezTo>
                    <a:pt x="3712" y="1544"/>
                    <a:pt x="3582" y="1520"/>
                    <a:pt x="3388" y="1520"/>
                  </a:cubicBezTo>
                  <a:cubicBezTo>
                    <a:pt x="3227" y="1520"/>
                    <a:pt x="3022" y="1536"/>
                    <a:pt x="2811" y="1597"/>
                  </a:cubicBezTo>
                  <a:cubicBezTo>
                    <a:pt x="2338" y="1740"/>
                    <a:pt x="1910" y="1776"/>
                    <a:pt x="1910" y="1776"/>
                  </a:cubicBezTo>
                  <a:lnTo>
                    <a:pt x="197" y="2150"/>
                  </a:lnTo>
                  <a:cubicBezTo>
                    <a:pt x="197" y="2150"/>
                    <a:pt x="1" y="2231"/>
                    <a:pt x="1044" y="2587"/>
                  </a:cubicBezTo>
                  <a:cubicBezTo>
                    <a:pt x="2498" y="3096"/>
                    <a:pt x="3587" y="2846"/>
                    <a:pt x="3774" y="3087"/>
                  </a:cubicBezTo>
                  <a:cubicBezTo>
                    <a:pt x="3962" y="3328"/>
                    <a:pt x="3863" y="3167"/>
                    <a:pt x="4113" y="3497"/>
                  </a:cubicBezTo>
                  <a:cubicBezTo>
                    <a:pt x="4363" y="3818"/>
                    <a:pt x="4292" y="3890"/>
                    <a:pt x="4684" y="3917"/>
                  </a:cubicBezTo>
                  <a:cubicBezTo>
                    <a:pt x="4815" y="3926"/>
                    <a:pt x="4929" y="3928"/>
                    <a:pt x="5023" y="3928"/>
                  </a:cubicBezTo>
                  <a:cubicBezTo>
                    <a:pt x="5210" y="3928"/>
                    <a:pt x="5318" y="3917"/>
                    <a:pt x="5318" y="3917"/>
                  </a:cubicBezTo>
                  <a:lnTo>
                    <a:pt x="5790" y="3863"/>
                  </a:lnTo>
                  <a:lnTo>
                    <a:pt x="6040" y="3917"/>
                  </a:lnTo>
                  <a:cubicBezTo>
                    <a:pt x="6040" y="3917"/>
                    <a:pt x="6352" y="4131"/>
                    <a:pt x="6629" y="4175"/>
                  </a:cubicBezTo>
                  <a:cubicBezTo>
                    <a:pt x="6672" y="4184"/>
                    <a:pt x="6701" y="4187"/>
                    <a:pt x="6720" y="4187"/>
                  </a:cubicBezTo>
                  <a:cubicBezTo>
                    <a:pt x="6782" y="4187"/>
                    <a:pt x="6748" y="4155"/>
                    <a:pt x="6759" y="4155"/>
                  </a:cubicBezTo>
                  <a:lnTo>
                    <a:pt x="6759" y="4155"/>
                  </a:lnTo>
                  <a:cubicBezTo>
                    <a:pt x="6767" y="4155"/>
                    <a:pt x="6798" y="4172"/>
                    <a:pt x="6905" y="4229"/>
                  </a:cubicBezTo>
                  <a:cubicBezTo>
                    <a:pt x="7218" y="4380"/>
                    <a:pt x="7405" y="4452"/>
                    <a:pt x="7405" y="4452"/>
                  </a:cubicBezTo>
                  <a:cubicBezTo>
                    <a:pt x="7405" y="4452"/>
                    <a:pt x="7905" y="4505"/>
                    <a:pt x="8154" y="4568"/>
                  </a:cubicBezTo>
                  <a:cubicBezTo>
                    <a:pt x="8413" y="4630"/>
                    <a:pt x="8681" y="4666"/>
                    <a:pt x="8681" y="4666"/>
                  </a:cubicBezTo>
                  <a:lnTo>
                    <a:pt x="9653" y="4827"/>
                  </a:lnTo>
                  <a:lnTo>
                    <a:pt x="965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37"/>
            <p:cNvSpPr/>
            <p:nvPr/>
          </p:nvSpPr>
          <p:spPr>
            <a:xfrm>
              <a:off x="8454567" y="1962751"/>
              <a:ext cx="257432" cy="113716"/>
            </a:xfrm>
            <a:custGeom>
              <a:rect b="b" l="l" r="r" t="t"/>
              <a:pathLst>
                <a:path extrusionOk="0" h="2570" w="5818">
                  <a:moveTo>
                    <a:pt x="5817" y="0"/>
                  </a:moveTo>
                  <a:lnTo>
                    <a:pt x="5202" y="152"/>
                  </a:lnTo>
                  <a:lnTo>
                    <a:pt x="4809" y="411"/>
                  </a:lnTo>
                  <a:lnTo>
                    <a:pt x="4399" y="500"/>
                  </a:lnTo>
                  <a:lnTo>
                    <a:pt x="4006" y="830"/>
                  </a:lnTo>
                  <a:cubicBezTo>
                    <a:pt x="4006" y="830"/>
                    <a:pt x="3911" y="850"/>
                    <a:pt x="3781" y="850"/>
                  </a:cubicBezTo>
                  <a:cubicBezTo>
                    <a:pt x="3717" y="850"/>
                    <a:pt x="3643" y="845"/>
                    <a:pt x="3569" y="830"/>
                  </a:cubicBezTo>
                  <a:cubicBezTo>
                    <a:pt x="3426" y="796"/>
                    <a:pt x="3246" y="780"/>
                    <a:pt x="3042" y="780"/>
                  </a:cubicBezTo>
                  <a:cubicBezTo>
                    <a:pt x="2927" y="780"/>
                    <a:pt x="2805" y="785"/>
                    <a:pt x="2677" y="794"/>
                  </a:cubicBezTo>
                  <a:cubicBezTo>
                    <a:pt x="2363" y="817"/>
                    <a:pt x="2417" y="919"/>
                    <a:pt x="2416" y="919"/>
                  </a:cubicBezTo>
                  <a:cubicBezTo>
                    <a:pt x="2416" y="919"/>
                    <a:pt x="2414" y="917"/>
                    <a:pt x="2409" y="910"/>
                  </a:cubicBezTo>
                  <a:cubicBezTo>
                    <a:pt x="2405" y="906"/>
                    <a:pt x="2401" y="905"/>
                    <a:pt x="2395" y="905"/>
                  </a:cubicBezTo>
                  <a:cubicBezTo>
                    <a:pt x="2338" y="905"/>
                    <a:pt x="2204" y="1098"/>
                    <a:pt x="2204" y="1098"/>
                  </a:cubicBezTo>
                  <a:cubicBezTo>
                    <a:pt x="2204" y="1098"/>
                    <a:pt x="2052" y="1089"/>
                    <a:pt x="1847" y="1053"/>
                  </a:cubicBezTo>
                  <a:cubicBezTo>
                    <a:pt x="1788" y="1046"/>
                    <a:pt x="1746" y="1042"/>
                    <a:pt x="1710" y="1042"/>
                  </a:cubicBezTo>
                  <a:cubicBezTo>
                    <a:pt x="1618" y="1042"/>
                    <a:pt x="1577" y="1065"/>
                    <a:pt x="1428" y="1098"/>
                  </a:cubicBezTo>
                  <a:cubicBezTo>
                    <a:pt x="1223" y="1133"/>
                    <a:pt x="1080" y="1231"/>
                    <a:pt x="1080" y="1231"/>
                  </a:cubicBezTo>
                  <a:lnTo>
                    <a:pt x="946" y="1312"/>
                  </a:lnTo>
                  <a:lnTo>
                    <a:pt x="1" y="910"/>
                  </a:lnTo>
                  <a:lnTo>
                    <a:pt x="1" y="910"/>
                  </a:lnTo>
                  <a:cubicBezTo>
                    <a:pt x="99" y="1035"/>
                    <a:pt x="63" y="955"/>
                    <a:pt x="277" y="1240"/>
                  </a:cubicBezTo>
                  <a:cubicBezTo>
                    <a:pt x="527" y="1561"/>
                    <a:pt x="456" y="1633"/>
                    <a:pt x="848" y="1660"/>
                  </a:cubicBezTo>
                  <a:cubicBezTo>
                    <a:pt x="979" y="1669"/>
                    <a:pt x="1093" y="1671"/>
                    <a:pt x="1187" y="1671"/>
                  </a:cubicBezTo>
                  <a:cubicBezTo>
                    <a:pt x="1374" y="1671"/>
                    <a:pt x="1482" y="1660"/>
                    <a:pt x="1482" y="1660"/>
                  </a:cubicBezTo>
                  <a:lnTo>
                    <a:pt x="1954" y="1606"/>
                  </a:lnTo>
                  <a:lnTo>
                    <a:pt x="2204" y="1660"/>
                  </a:lnTo>
                  <a:cubicBezTo>
                    <a:pt x="2204" y="1660"/>
                    <a:pt x="2516" y="1874"/>
                    <a:pt x="2793" y="1918"/>
                  </a:cubicBezTo>
                  <a:cubicBezTo>
                    <a:pt x="2836" y="1927"/>
                    <a:pt x="2865" y="1930"/>
                    <a:pt x="2884" y="1930"/>
                  </a:cubicBezTo>
                  <a:cubicBezTo>
                    <a:pt x="2946" y="1930"/>
                    <a:pt x="2912" y="1898"/>
                    <a:pt x="2923" y="1898"/>
                  </a:cubicBezTo>
                  <a:lnTo>
                    <a:pt x="2923" y="1898"/>
                  </a:lnTo>
                  <a:cubicBezTo>
                    <a:pt x="2931" y="1898"/>
                    <a:pt x="2962" y="1915"/>
                    <a:pt x="3069" y="1972"/>
                  </a:cubicBezTo>
                  <a:cubicBezTo>
                    <a:pt x="3382" y="2123"/>
                    <a:pt x="3569" y="2195"/>
                    <a:pt x="3569" y="2195"/>
                  </a:cubicBezTo>
                  <a:cubicBezTo>
                    <a:pt x="3569" y="2195"/>
                    <a:pt x="4069" y="2248"/>
                    <a:pt x="4318" y="2311"/>
                  </a:cubicBezTo>
                  <a:cubicBezTo>
                    <a:pt x="4577" y="2373"/>
                    <a:pt x="4845" y="2409"/>
                    <a:pt x="4845" y="2409"/>
                  </a:cubicBezTo>
                  <a:lnTo>
                    <a:pt x="5817" y="2570"/>
                  </a:lnTo>
                  <a:lnTo>
                    <a:pt x="5817"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37"/>
            <p:cNvSpPr/>
            <p:nvPr/>
          </p:nvSpPr>
          <p:spPr>
            <a:xfrm>
              <a:off x="8293508" y="1862888"/>
              <a:ext cx="418493" cy="100176"/>
            </a:xfrm>
            <a:custGeom>
              <a:rect b="b" l="l" r="r" t="t"/>
              <a:pathLst>
                <a:path extrusionOk="0" h="2264" w="9458">
                  <a:moveTo>
                    <a:pt x="9457" y="0"/>
                  </a:moveTo>
                  <a:lnTo>
                    <a:pt x="8752" y="482"/>
                  </a:lnTo>
                  <a:cubicBezTo>
                    <a:pt x="8752" y="482"/>
                    <a:pt x="8578" y="656"/>
                    <a:pt x="8511" y="656"/>
                  </a:cubicBezTo>
                  <a:cubicBezTo>
                    <a:pt x="8492" y="656"/>
                    <a:pt x="8481" y="642"/>
                    <a:pt x="8485" y="607"/>
                  </a:cubicBezTo>
                  <a:cubicBezTo>
                    <a:pt x="8491" y="553"/>
                    <a:pt x="8461" y="536"/>
                    <a:pt x="8419" y="536"/>
                  </a:cubicBezTo>
                  <a:cubicBezTo>
                    <a:pt x="8334" y="536"/>
                    <a:pt x="8199" y="607"/>
                    <a:pt x="8199" y="607"/>
                  </a:cubicBezTo>
                  <a:lnTo>
                    <a:pt x="7584" y="1044"/>
                  </a:lnTo>
                  <a:lnTo>
                    <a:pt x="6745" y="1178"/>
                  </a:lnTo>
                  <a:lnTo>
                    <a:pt x="5309" y="1187"/>
                  </a:lnTo>
                  <a:lnTo>
                    <a:pt x="4667" y="1365"/>
                  </a:lnTo>
                  <a:lnTo>
                    <a:pt x="4122" y="1365"/>
                  </a:lnTo>
                  <a:lnTo>
                    <a:pt x="3516" y="1544"/>
                  </a:lnTo>
                  <a:cubicBezTo>
                    <a:pt x="3516" y="1544"/>
                    <a:pt x="3386" y="1520"/>
                    <a:pt x="3192" y="1520"/>
                  </a:cubicBezTo>
                  <a:cubicBezTo>
                    <a:pt x="3031" y="1520"/>
                    <a:pt x="2826" y="1536"/>
                    <a:pt x="2615" y="1597"/>
                  </a:cubicBezTo>
                  <a:cubicBezTo>
                    <a:pt x="2142" y="1740"/>
                    <a:pt x="1714" y="1776"/>
                    <a:pt x="1714" y="1776"/>
                  </a:cubicBezTo>
                  <a:lnTo>
                    <a:pt x="1" y="2150"/>
                  </a:lnTo>
                  <a:lnTo>
                    <a:pt x="170" y="2239"/>
                  </a:lnTo>
                  <a:cubicBezTo>
                    <a:pt x="170" y="2239"/>
                    <a:pt x="262" y="2263"/>
                    <a:pt x="341" y="2263"/>
                  </a:cubicBezTo>
                  <a:cubicBezTo>
                    <a:pt x="380" y="2263"/>
                    <a:pt x="417" y="2257"/>
                    <a:pt x="438" y="2239"/>
                  </a:cubicBezTo>
                  <a:cubicBezTo>
                    <a:pt x="500" y="2186"/>
                    <a:pt x="1098" y="2150"/>
                    <a:pt x="1098" y="2150"/>
                  </a:cubicBezTo>
                  <a:lnTo>
                    <a:pt x="1508" y="2052"/>
                  </a:lnTo>
                  <a:lnTo>
                    <a:pt x="1919" y="1972"/>
                  </a:lnTo>
                  <a:cubicBezTo>
                    <a:pt x="1919" y="1972"/>
                    <a:pt x="2133" y="1918"/>
                    <a:pt x="2258" y="1874"/>
                  </a:cubicBezTo>
                  <a:cubicBezTo>
                    <a:pt x="2315" y="1853"/>
                    <a:pt x="2399" y="1848"/>
                    <a:pt x="2474" y="1848"/>
                  </a:cubicBezTo>
                  <a:cubicBezTo>
                    <a:pt x="2564" y="1848"/>
                    <a:pt x="2641" y="1856"/>
                    <a:pt x="2641" y="1856"/>
                  </a:cubicBezTo>
                  <a:lnTo>
                    <a:pt x="3302" y="1972"/>
                  </a:lnTo>
                  <a:lnTo>
                    <a:pt x="3685" y="1865"/>
                  </a:lnTo>
                  <a:lnTo>
                    <a:pt x="4015" y="1749"/>
                  </a:lnTo>
                  <a:lnTo>
                    <a:pt x="4354" y="1686"/>
                  </a:lnTo>
                  <a:lnTo>
                    <a:pt x="4961" y="1722"/>
                  </a:lnTo>
                  <a:lnTo>
                    <a:pt x="5353" y="1740"/>
                  </a:lnTo>
                  <a:lnTo>
                    <a:pt x="5737" y="1642"/>
                  </a:lnTo>
                  <a:lnTo>
                    <a:pt x="6112" y="1642"/>
                  </a:lnTo>
                  <a:lnTo>
                    <a:pt x="6469" y="1829"/>
                  </a:lnTo>
                  <a:lnTo>
                    <a:pt x="6870" y="1776"/>
                  </a:lnTo>
                  <a:lnTo>
                    <a:pt x="7120" y="1695"/>
                  </a:lnTo>
                  <a:lnTo>
                    <a:pt x="7949" y="1472"/>
                  </a:lnTo>
                  <a:lnTo>
                    <a:pt x="8404" y="1356"/>
                  </a:lnTo>
                  <a:lnTo>
                    <a:pt x="8485" y="1214"/>
                  </a:lnTo>
                  <a:cubicBezTo>
                    <a:pt x="8485" y="1214"/>
                    <a:pt x="8529" y="1169"/>
                    <a:pt x="8485" y="1098"/>
                  </a:cubicBezTo>
                  <a:cubicBezTo>
                    <a:pt x="8449" y="1026"/>
                    <a:pt x="8574" y="973"/>
                    <a:pt x="8690" y="839"/>
                  </a:cubicBezTo>
                  <a:cubicBezTo>
                    <a:pt x="8729" y="794"/>
                    <a:pt x="8756" y="779"/>
                    <a:pt x="8776" y="779"/>
                  </a:cubicBezTo>
                  <a:cubicBezTo>
                    <a:pt x="8816" y="779"/>
                    <a:pt x="8824" y="839"/>
                    <a:pt x="8824" y="839"/>
                  </a:cubicBezTo>
                  <a:cubicBezTo>
                    <a:pt x="8824" y="839"/>
                    <a:pt x="8894" y="853"/>
                    <a:pt x="8981" y="853"/>
                  </a:cubicBezTo>
                  <a:cubicBezTo>
                    <a:pt x="9060" y="853"/>
                    <a:pt x="9152" y="841"/>
                    <a:pt x="9216" y="794"/>
                  </a:cubicBezTo>
                  <a:cubicBezTo>
                    <a:pt x="9350" y="696"/>
                    <a:pt x="9270" y="634"/>
                    <a:pt x="9314" y="384"/>
                  </a:cubicBezTo>
                  <a:cubicBezTo>
                    <a:pt x="9350" y="134"/>
                    <a:pt x="9457" y="0"/>
                    <a:pt x="9457"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4" name="Google Shape;1634;p37"/>
          <p:cNvSpPr/>
          <p:nvPr/>
        </p:nvSpPr>
        <p:spPr>
          <a:xfrm flipH="1">
            <a:off x="8282464" y="4774361"/>
            <a:ext cx="861477" cy="455470"/>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5" name="Google Shape;1635;p37"/>
          <p:cNvGrpSpPr/>
          <p:nvPr/>
        </p:nvGrpSpPr>
        <p:grpSpPr>
          <a:xfrm flipH="1">
            <a:off x="8462695" y="4054124"/>
            <a:ext cx="681308" cy="1095699"/>
            <a:chOff x="1352322" y="1338997"/>
            <a:chExt cx="415457" cy="676942"/>
          </a:xfrm>
        </p:grpSpPr>
        <p:sp>
          <p:nvSpPr>
            <p:cNvPr id="1636" name="Google Shape;1636;p37"/>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37"/>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37"/>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37"/>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37"/>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37"/>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37"/>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37"/>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37"/>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37"/>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37"/>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37"/>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37"/>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 name="Google Shape;1649;p37"/>
          <p:cNvGrpSpPr/>
          <p:nvPr/>
        </p:nvGrpSpPr>
        <p:grpSpPr>
          <a:xfrm>
            <a:off x="8038697" y="4660899"/>
            <a:ext cx="616420" cy="452825"/>
            <a:chOff x="6123718" y="525411"/>
            <a:chExt cx="1395563" cy="1024955"/>
          </a:xfrm>
        </p:grpSpPr>
        <p:grpSp>
          <p:nvGrpSpPr>
            <p:cNvPr id="1650" name="Google Shape;1650;p37"/>
            <p:cNvGrpSpPr/>
            <p:nvPr/>
          </p:nvGrpSpPr>
          <p:grpSpPr>
            <a:xfrm flipH="1">
              <a:off x="6123718" y="525411"/>
              <a:ext cx="1395563" cy="1024955"/>
              <a:chOff x="1696430" y="1591394"/>
              <a:chExt cx="279683" cy="208092"/>
            </a:xfrm>
          </p:grpSpPr>
          <p:sp>
            <p:nvSpPr>
              <p:cNvPr id="1651" name="Google Shape;1651;p37"/>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37"/>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37"/>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37"/>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37"/>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37"/>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37"/>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37"/>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37"/>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37"/>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37"/>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2" name="Google Shape;1662;p37"/>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3" name="Google Shape;1663;p37"/>
          <p:cNvSpPr/>
          <p:nvPr/>
        </p:nvSpPr>
        <p:spPr>
          <a:xfrm flipH="1">
            <a:off x="7779947" y="3182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37"/>
          <p:cNvSpPr/>
          <p:nvPr/>
        </p:nvSpPr>
        <p:spPr>
          <a:xfrm flipH="1">
            <a:off x="8488479" y="244204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37"/>
          <p:cNvSpPr/>
          <p:nvPr/>
        </p:nvSpPr>
        <p:spPr>
          <a:xfrm flipH="1">
            <a:off x="-302196" y="175007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2_1">
    <p:spTree>
      <p:nvGrpSpPr>
        <p:cNvPr id="1666" name="Shape 1666"/>
        <p:cNvGrpSpPr/>
        <p:nvPr/>
      </p:nvGrpSpPr>
      <p:grpSpPr>
        <a:xfrm>
          <a:off x="0" y="0"/>
          <a:ext cx="0" cy="0"/>
          <a:chOff x="0" y="0"/>
          <a:chExt cx="0" cy="0"/>
        </a:xfrm>
      </p:grpSpPr>
      <p:sp>
        <p:nvSpPr>
          <p:cNvPr id="1667" name="Google Shape;1667;p38"/>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38"/>
          <p:cNvSpPr/>
          <p:nvPr/>
        </p:nvSpPr>
        <p:spPr>
          <a:xfrm flipH="1">
            <a:off x="7929862" y="4570200"/>
            <a:ext cx="2872438" cy="136094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38"/>
          <p:cNvSpPr/>
          <p:nvPr/>
        </p:nvSpPr>
        <p:spPr>
          <a:xfrm flipH="1">
            <a:off x="-266407" y="4852500"/>
            <a:ext cx="9676842" cy="289832"/>
          </a:xfrm>
          <a:custGeom>
            <a:rect b="b" l="l" r="r" t="t"/>
            <a:pathLst>
              <a:path extrusionOk="0" h="9234" w="27897">
                <a:moveTo>
                  <a:pt x="14337" y="0"/>
                </a:moveTo>
                <a:cubicBezTo>
                  <a:pt x="14337" y="0"/>
                  <a:pt x="12053" y="402"/>
                  <a:pt x="13222" y="633"/>
                </a:cubicBezTo>
                <a:cubicBezTo>
                  <a:pt x="14391" y="857"/>
                  <a:pt x="13704" y="1276"/>
                  <a:pt x="11001" y="1419"/>
                </a:cubicBezTo>
                <a:cubicBezTo>
                  <a:pt x="8289" y="1561"/>
                  <a:pt x="8164" y="2204"/>
                  <a:pt x="9529" y="2346"/>
                </a:cubicBezTo>
                <a:cubicBezTo>
                  <a:pt x="10885" y="2489"/>
                  <a:pt x="4131" y="3470"/>
                  <a:pt x="5808" y="4006"/>
                </a:cubicBezTo>
                <a:cubicBezTo>
                  <a:pt x="7495" y="4550"/>
                  <a:pt x="4961" y="5040"/>
                  <a:pt x="3257" y="5272"/>
                </a:cubicBezTo>
                <a:cubicBezTo>
                  <a:pt x="1553" y="5504"/>
                  <a:pt x="1375" y="6040"/>
                  <a:pt x="2365" y="6227"/>
                </a:cubicBezTo>
                <a:cubicBezTo>
                  <a:pt x="3355" y="6414"/>
                  <a:pt x="1" y="7271"/>
                  <a:pt x="1" y="7271"/>
                </a:cubicBezTo>
                <a:lnTo>
                  <a:pt x="1" y="9233"/>
                </a:lnTo>
                <a:lnTo>
                  <a:pt x="27897" y="9233"/>
                </a:lnTo>
                <a:lnTo>
                  <a:pt x="27897" y="7137"/>
                </a:lnTo>
                <a:cubicBezTo>
                  <a:pt x="27897" y="7137"/>
                  <a:pt x="23472" y="6361"/>
                  <a:pt x="24445" y="5504"/>
                </a:cubicBezTo>
                <a:cubicBezTo>
                  <a:pt x="25417" y="4648"/>
                  <a:pt x="20171" y="4434"/>
                  <a:pt x="21340" y="3925"/>
                </a:cubicBezTo>
                <a:cubicBezTo>
                  <a:pt x="22500" y="3417"/>
                  <a:pt x="21893" y="2917"/>
                  <a:pt x="20912" y="2721"/>
                </a:cubicBezTo>
                <a:cubicBezTo>
                  <a:pt x="19939" y="2534"/>
                  <a:pt x="18780" y="2034"/>
                  <a:pt x="19422" y="1481"/>
                </a:cubicBezTo>
                <a:cubicBezTo>
                  <a:pt x="20055" y="928"/>
                  <a:pt x="19288" y="732"/>
                  <a:pt x="18512" y="491"/>
                </a:cubicBezTo>
                <a:cubicBezTo>
                  <a:pt x="17727" y="259"/>
                  <a:pt x="18637" y="0"/>
                  <a:pt x="18637"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38"/>
          <p:cNvSpPr/>
          <p:nvPr/>
        </p:nvSpPr>
        <p:spPr>
          <a:xfrm flipH="1" rot="-517971">
            <a:off x="-642987" y="4698288"/>
            <a:ext cx="1482423" cy="380966"/>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1" name="Google Shape;1671;p38"/>
          <p:cNvGrpSpPr/>
          <p:nvPr/>
        </p:nvGrpSpPr>
        <p:grpSpPr>
          <a:xfrm>
            <a:off x="-340785" y="3600346"/>
            <a:ext cx="1043741" cy="1287607"/>
            <a:chOff x="4171005" y="1331224"/>
            <a:chExt cx="356505" cy="439757"/>
          </a:xfrm>
        </p:grpSpPr>
        <p:sp>
          <p:nvSpPr>
            <p:cNvPr id="1672" name="Google Shape;1672;p38"/>
            <p:cNvSpPr/>
            <p:nvPr/>
          </p:nvSpPr>
          <p:spPr>
            <a:xfrm>
              <a:off x="4171005" y="1331224"/>
              <a:ext cx="356505" cy="439757"/>
            </a:xfrm>
            <a:custGeom>
              <a:rect b="b" l="l" r="r" t="t"/>
              <a:pathLst>
                <a:path extrusionOk="0" h="12107" w="9815">
                  <a:moveTo>
                    <a:pt x="3337" y="0"/>
                  </a:moveTo>
                  <a:lnTo>
                    <a:pt x="2320" y="464"/>
                  </a:lnTo>
                  <a:lnTo>
                    <a:pt x="2320" y="2525"/>
                  </a:lnTo>
                  <a:lnTo>
                    <a:pt x="1562" y="2257"/>
                  </a:lnTo>
                  <a:lnTo>
                    <a:pt x="964" y="2793"/>
                  </a:lnTo>
                  <a:lnTo>
                    <a:pt x="1152" y="5505"/>
                  </a:lnTo>
                  <a:lnTo>
                    <a:pt x="920" y="7182"/>
                  </a:lnTo>
                  <a:lnTo>
                    <a:pt x="1152" y="9510"/>
                  </a:lnTo>
                  <a:lnTo>
                    <a:pt x="1" y="11152"/>
                  </a:lnTo>
                  <a:lnTo>
                    <a:pt x="3266" y="11152"/>
                  </a:lnTo>
                  <a:lnTo>
                    <a:pt x="4238" y="11571"/>
                  </a:lnTo>
                  <a:lnTo>
                    <a:pt x="5282" y="11571"/>
                  </a:lnTo>
                  <a:lnTo>
                    <a:pt x="5452" y="12106"/>
                  </a:lnTo>
                  <a:lnTo>
                    <a:pt x="6522" y="12106"/>
                  </a:lnTo>
                  <a:lnTo>
                    <a:pt x="7352" y="11036"/>
                  </a:lnTo>
                  <a:lnTo>
                    <a:pt x="9814" y="11036"/>
                  </a:lnTo>
                  <a:lnTo>
                    <a:pt x="9814" y="9831"/>
                  </a:lnTo>
                  <a:lnTo>
                    <a:pt x="9341" y="9394"/>
                  </a:lnTo>
                  <a:lnTo>
                    <a:pt x="9341" y="8404"/>
                  </a:lnTo>
                  <a:lnTo>
                    <a:pt x="8467" y="6530"/>
                  </a:lnTo>
                  <a:lnTo>
                    <a:pt x="8369" y="5005"/>
                  </a:lnTo>
                  <a:lnTo>
                    <a:pt x="7138" y="3515"/>
                  </a:lnTo>
                  <a:lnTo>
                    <a:pt x="5407" y="304"/>
                  </a:lnTo>
                  <a:lnTo>
                    <a:pt x="4595" y="464"/>
                  </a:lnTo>
                  <a:lnTo>
                    <a:pt x="333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38"/>
            <p:cNvSpPr/>
            <p:nvPr/>
          </p:nvSpPr>
          <p:spPr>
            <a:xfrm>
              <a:off x="4345021" y="1403794"/>
              <a:ext cx="149431" cy="367184"/>
            </a:xfrm>
            <a:custGeom>
              <a:rect b="b" l="l" r="r" t="t"/>
              <a:pathLst>
                <a:path extrusionOk="0" h="10109" w="4114">
                  <a:moveTo>
                    <a:pt x="652" y="1"/>
                  </a:moveTo>
                  <a:lnTo>
                    <a:pt x="652" y="1669"/>
                  </a:lnTo>
                  <a:lnTo>
                    <a:pt x="1116" y="2266"/>
                  </a:lnTo>
                  <a:lnTo>
                    <a:pt x="741" y="2882"/>
                  </a:lnTo>
                  <a:lnTo>
                    <a:pt x="910" y="3890"/>
                  </a:lnTo>
                  <a:lnTo>
                    <a:pt x="812" y="5059"/>
                  </a:lnTo>
                  <a:lnTo>
                    <a:pt x="982" y="5862"/>
                  </a:lnTo>
                  <a:lnTo>
                    <a:pt x="812" y="6682"/>
                  </a:lnTo>
                  <a:lnTo>
                    <a:pt x="277" y="7325"/>
                  </a:lnTo>
                  <a:lnTo>
                    <a:pt x="224" y="9038"/>
                  </a:lnTo>
                  <a:lnTo>
                    <a:pt x="1" y="9573"/>
                  </a:lnTo>
                  <a:lnTo>
                    <a:pt x="491" y="9573"/>
                  </a:lnTo>
                  <a:lnTo>
                    <a:pt x="661" y="10108"/>
                  </a:lnTo>
                  <a:lnTo>
                    <a:pt x="1731" y="10108"/>
                  </a:lnTo>
                  <a:lnTo>
                    <a:pt x="2561" y="9038"/>
                  </a:lnTo>
                  <a:lnTo>
                    <a:pt x="4113" y="9038"/>
                  </a:lnTo>
                  <a:lnTo>
                    <a:pt x="3765" y="8172"/>
                  </a:lnTo>
                  <a:lnTo>
                    <a:pt x="3846" y="6798"/>
                  </a:lnTo>
                  <a:cubicBezTo>
                    <a:pt x="3846" y="6798"/>
                    <a:pt x="2855" y="5879"/>
                    <a:pt x="2846" y="5835"/>
                  </a:cubicBezTo>
                  <a:cubicBezTo>
                    <a:pt x="2837" y="5790"/>
                    <a:pt x="2846" y="4961"/>
                    <a:pt x="2846" y="4961"/>
                  </a:cubicBezTo>
                  <a:lnTo>
                    <a:pt x="2418" y="4185"/>
                  </a:lnTo>
                  <a:lnTo>
                    <a:pt x="1990" y="2391"/>
                  </a:lnTo>
                  <a:lnTo>
                    <a:pt x="946" y="1214"/>
                  </a:lnTo>
                  <a:lnTo>
                    <a:pt x="652"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38"/>
            <p:cNvSpPr/>
            <p:nvPr/>
          </p:nvSpPr>
          <p:spPr>
            <a:xfrm>
              <a:off x="4430230" y="1458893"/>
              <a:ext cx="97272" cy="237549"/>
            </a:xfrm>
            <a:custGeom>
              <a:rect b="b" l="l" r="r" t="t"/>
              <a:pathLst>
                <a:path extrusionOk="0" h="6540" w="2678">
                  <a:moveTo>
                    <a:pt x="1" y="0"/>
                  </a:moveTo>
                  <a:lnTo>
                    <a:pt x="661" y="1490"/>
                  </a:lnTo>
                  <a:lnTo>
                    <a:pt x="982" y="1775"/>
                  </a:lnTo>
                  <a:lnTo>
                    <a:pt x="697" y="2926"/>
                  </a:lnTo>
                  <a:lnTo>
                    <a:pt x="1401" y="3872"/>
                  </a:lnTo>
                  <a:lnTo>
                    <a:pt x="1357" y="4505"/>
                  </a:lnTo>
                  <a:lnTo>
                    <a:pt x="1803" y="4844"/>
                  </a:lnTo>
                  <a:lnTo>
                    <a:pt x="2035" y="5879"/>
                  </a:lnTo>
                  <a:lnTo>
                    <a:pt x="1999" y="6405"/>
                  </a:lnTo>
                  <a:lnTo>
                    <a:pt x="2677" y="6539"/>
                  </a:lnTo>
                  <a:lnTo>
                    <a:pt x="2677" y="6316"/>
                  </a:lnTo>
                  <a:lnTo>
                    <a:pt x="2204" y="5879"/>
                  </a:lnTo>
                  <a:lnTo>
                    <a:pt x="2204" y="4889"/>
                  </a:lnTo>
                  <a:lnTo>
                    <a:pt x="1330" y="3015"/>
                  </a:lnTo>
                  <a:lnTo>
                    <a:pt x="1276" y="2257"/>
                  </a:lnTo>
                  <a:lnTo>
                    <a:pt x="1232" y="1490"/>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38"/>
            <p:cNvSpPr/>
            <p:nvPr/>
          </p:nvSpPr>
          <p:spPr>
            <a:xfrm>
              <a:off x="4255270" y="1331224"/>
              <a:ext cx="112164" cy="220042"/>
            </a:xfrm>
            <a:custGeom>
              <a:rect b="b" l="l" r="r" t="t"/>
              <a:pathLst>
                <a:path extrusionOk="0" h="6058" w="3088">
                  <a:moveTo>
                    <a:pt x="1017" y="0"/>
                  </a:moveTo>
                  <a:lnTo>
                    <a:pt x="0" y="464"/>
                  </a:lnTo>
                  <a:lnTo>
                    <a:pt x="330" y="955"/>
                  </a:lnTo>
                  <a:lnTo>
                    <a:pt x="1008" y="1044"/>
                  </a:lnTo>
                  <a:lnTo>
                    <a:pt x="1740" y="2338"/>
                  </a:lnTo>
                  <a:lnTo>
                    <a:pt x="1571" y="3738"/>
                  </a:lnTo>
                  <a:cubicBezTo>
                    <a:pt x="1571" y="3738"/>
                    <a:pt x="2637" y="6058"/>
                    <a:pt x="2641" y="6058"/>
                  </a:cubicBezTo>
                  <a:cubicBezTo>
                    <a:pt x="2641" y="6058"/>
                    <a:pt x="2641" y="6058"/>
                    <a:pt x="2641" y="6058"/>
                  </a:cubicBezTo>
                  <a:cubicBezTo>
                    <a:pt x="2641" y="6040"/>
                    <a:pt x="2043" y="3631"/>
                    <a:pt x="2025" y="3542"/>
                  </a:cubicBezTo>
                  <a:cubicBezTo>
                    <a:pt x="2017" y="3453"/>
                    <a:pt x="2454" y="2320"/>
                    <a:pt x="2454" y="2320"/>
                  </a:cubicBezTo>
                  <a:lnTo>
                    <a:pt x="2382" y="1704"/>
                  </a:lnTo>
                  <a:lnTo>
                    <a:pt x="3087" y="304"/>
                  </a:lnTo>
                  <a:lnTo>
                    <a:pt x="2275" y="464"/>
                  </a:lnTo>
                  <a:lnTo>
                    <a:pt x="1017"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38"/>
            <p:cNvSpPr/>
            <p:nvPr/>
          </p:nvSpPr>
          <p:spPr>
            <a:xfrm>
              <a:off x="4206019" y="1413201"/>
              <a:ext cx="76495" cy="154915"/>
            </a:xfrm>
            <a:custGeom>
              <a:rect b="b" l="l" r="r" t="t"/>
              <a:pathLst>
                <a:path extrusionOk="0" h="4265" w="2106">
                  <a:moveTo>
                    <a:pt x="598" y="0"/>
                  </a:moveTo>
                  <a:lnTo>
                    <a:pt x="0" y="536"/>
                  </a:lnTo>
                  <a:lnTo>
                    <a:pt x="0" y="536"/>
                  </a:lnTo>
                  <a:lnTo>
                    <a:pt x="812" y="393"/>
                  </a:lnTo>
                  <a:lnTo>
                    <a:pt x="1740" y="1767"/>
                  </a:lnTo>
                  <a:lnTo>
                    <a:pt x="2106" y="4265"/>
                  </a:lnTo>
                  <a:lnTo>
                    <a:pt x="2106" y="1883"/>
                  </a:lnTo>
                  <a:lnTo>
                    <a:pt x="1356" y="268"/>
                  </a:lnTo>
                  <a:lnTo>
                    <a:pt x="598"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38"/>
            <p:cNvSpPr/>
            <p:nvPr/>
          </p:nvSpPr>
          <p:spPr>
            <a:xfrm>
              <a:off x="4367394" y="1342229"/>
              <a:ext cx="62874" cy="116704"/>
            </a:xfrm>
            <a:custGeom>
              <a:rect b="b" l="l" r="r" t="t"/>
              <a:pathLst>
                <a:path extrusionOk="0" h="3213" w="1731">
                  <a:moveTo>
                    <a:pt x="0" y="1"/>
                  </a:moveTo>
                  <a:lnTo>
                    <a:pt x="803" y="2605"/>
                  </a:lnTo>
                  <a:lnTo>
                    <a:pt x="1731" y="3212"/>
                  </a:lnTo>
                  <a:lnTo>
                    <a:pt x="0" y="1"/>
                  </a:lnTo>
                  <a:close/>
                  <a:moveTo>
                    <a:pt x="1731" y="3212"/>
                  </a:moveTo>
                  <a:lnTo>
                    <a:pt x="1731" y="3212"/>
                  </a:lnTo>
                  <a:lnTo>
                    <a:pt x="1731" y="3212"/>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38"/>
            <p:cNvSpPr/>
            <p:nvPr/>
          </p:nvSpPr>
          <p:spPr>
            <a:xfrm>
              <a:off x="4362854" y="1675659"/>
              <a:ext cx="11696" cy="95310"/>
            </a:xfrm>
            <a:custGeom>
              <a:rect b="b" l="l" r="r" t="t"/>
              <a:pathLst>
                <a:path extrusionOk="0" h="2624" w="322">
                  <a:moveTo>
                    <a:pt x="321" y="0"/>
                  </a:moveTo>
                  <a:lnTo>
                    <a:pt x="0" y="2088"/>
                  </a:lnTo>
                  <a:lnTo>
                    <a:pt x="170" y="2623"/>
                  </a:lnTo>
                  <a:lnTo>
                    <a:pt x="32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38"/>
            <p:cNvSpPr/>
            <p:nvPr/>
          </p:nvSpPr>
          <p:spPr>
            <a:xfrm>
              <a:off x="4385519" y="1551222"/>
              <a:ext cx="52522" cy="219751"/>
            </a:xfrm>
            <a:custGeom>
              <a:rect b="b" l="l" r="r" t="t"/>
              <a:pathLst>
                <a:path extrusionOk="0" h="6050" w="1446">
                  <a:moveTo>
                    <a:pt x="1" y="1"/>
                  </a:moveTo>
                  <a:lnTo>
                    <a:pt x="331" y="1642"/>
                  </a:lnTo>
                  <a:lnTo>
                    <a:pt x="366" y="2855"/>
                  </a:lnTo>
                  <a:lnTo>
                    <a:pt x="616" y="4880"/>
                  </a:lnTo>
                  <a:lnTo>
                    <a:pt x="545" y="5442"/>
                  </a:lnTo>
                  <a:lnTo>
                    <a:pt x="616" y="6049"/>
                  </a:lnTo>
                  <a:lnTo>
                    <a:pt x="1446" y="4979"/>
                  </a:lnTo>
                  <a:lnTo>
                    <a:pt x="670" y="2748"/>
                  </a:lnTo>
                  <a:lnTo>
                    <a:pt x="670" y="1901"/>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38"/>
            <p:cNvSpPr/>
            <p:nvPr/>
          </p:nvSpPr>
          <p:spPr>
            <a:xfrm>
              <a:off x="4251384" y="1576502"/>
              <a:ext cx="38284" cy="159783"/>
            </a:xfrm>
            <a:custGeom>
              <a:rect b="b" l="l" r="r" t="t"/>
              <a:pathLst>
                <a:path extrusionOk="0" h="4399" w="1054">
                  <a:moveTo>
                    <a:pt x="0" y="0"/>
                  </a:moveTo>
                  <a:lnTo>
                    <a:pt x="366" y="2918"/>
                  </a:lnTo>
                  <a:lnTo>
                    <a:pt x="54" y="4399"/>
                  </a:lnTo>
                  <a:lnTo>
                    <a:pt x="1053" y="4399"/>
                  </a:lnTo>
                  <a:lnTo>
                    <a:pt x="928" y="2730"/>
                  </a:lnTo>
                  <a:lnTo>
                    <a:pt x="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38"/>
            <p:cNvSpPr/>
            <p:nvPr/>
          </p:nvSpPr>
          <p:spPr>
            <a:xfrm>
              <a:off x="4455510" y="1650706"/>
              <a:ext cx="29203" cy="81362"/>
            </a:xfrm>
            <a:custGeom>
              <a:rect b="b" l="l" r="r" t="t"/>
              <a:pathLst>
                <a:path extrusionOk="0" h="2240" w="804">
                  <a:moveTo>
                    <a:pt x="90" y="0"/>
                  </a:moveTo>
                  <a:lnTo>
                    <a:pt x="1" y="1017"/>
                  </a:lnTo>
                  <a:lnTo>
                    <a:pt x="170" y="2240"/>
                  </a:lnTo>
                  <a:lnTo>
                    <a:pt x="804" y="2240"/>
                  </a:lnTo>
                  <a:lnTo>
                    <a:pt x="224" y="1035"/>
                  </a:lnTo>
                  <a:lnTo>
                    <a:pt x="9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38"/>
            <p:cNvSpPr/>
            <p:nvPr/>
          </p:nvSpPr>
          <p:spPr>
            <a:xfrm>
              <a:off x="4171005" y="1592047"/>
              <a:ext cx="82343" cy="144237"/>
            </a:xfrm>
            <a:custGeom>
              <a:rect b="b" l="l" r="r" t="t"/>
              <a:pathLst>
                <a:path extrusionOk="0" h="3971" w="2267">
                  <a:moveTo>
                    <a:pt x="920" y="1"/>
                  </a:moveTo>
                  <a:lnTo>
                    <a:pt x="1152" y="2329"/>
                  </a:lnTo>
                  <a:lnTo>
                    <a:pt x="1" y="3971"/>
                  </a:lnTo>
                  <a:lnTo>
                    <a:pt x="2267" y="3971"/>
                  </a:lnTo>
                  <a:lnTo>
                    <a:pt x="1366" y="3248"/>
                  </a:lnTo>
                  <a:lnTo>
                    <a:pt x="1607" y="2124"/>
                  </a:lnTo>
                  <a:lnTo>
                    <a:pt x="92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38"/>
            <p:cNvSpPr/>
            <p:nvPr/>
          </p:nvSpPr>
          <p:spPr>
            <a:xfrm>
              <a:off x="4289630" y="1649726"/>
              <a:ext cx="38248" cy="101776"/>
            </a:xfrm>
            <a:custGeom>
              <a:rect b="b" l="l" r="r" t="t"/>
              <a:pathLst>
                <a:path extrusionOk="0" h="2802" w="1053">
                  <a:moveTo>
                    <a:pt x="723" y="1"/>
                  </a:moveTo>
                  <a:lnTo>
                    <a:pt x="446" y="1490"/>
                  </a:lnTo>
                  <a:lnTo>
                    <a:pt x="0" y="2383"/>
                  </a:lnTo>
                  <a:lnTo>
                    <a:pt x="972" y="2802"/>
                  </a:lnTo>
                  <a:lnTo>
                    <a:pt x="1053" y="1357"/>
                  </a:lnTo>
                  <a:lnTo>
                    <a:pt x="758" y="2070"/>
                  </a:lnTo>
                  <a:lnTo>
                    <a:pt x="723"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 name="Google Shape;1684;p38"/>
          <p:cNvGrpSpPr/>
          <p:nvPr/>
        </p:nvGrpSpPr>
        <p:grpSpPr>
          <a:xfrm flipH="1">
            <a:off x="7979792" y="4298154"/>
            <a:ext cx="1281277" cy="466197"/>
            <a:chOff x="3363545" y="1399908"/>
            <a:chExt cx="240164" cy="87537"/>
          </a:xfrm>
        </p:grpSpPr>
        <p:sp>
          <p:nvSpPr>
            <p:cNvPr id="1685" name="Google Shape;1685;p38"/>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38"/>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38"/>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38"/>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38"/>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0" name="Google Shape;1690;p38"/>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
        <p:nvSpPr>
          <p:cNvPr id="1691" name="Google Shape;1691;p38"/>
          <p:cNvSpPr/>
          <p:nvPr/>
        </p:nvSpPr>
        <p:spPr>
          <a:xfrm flipH="1">
            <a:off x="-266391" y="92444"/>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38"/>
          <p:cNvSpPr/>
          <p:nvPr/>
        </p:nvSpPr>
        <p:spPr>
          <a:xfrm flipH="1">
            <a:off x="8488479" y="97247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38"/>
          <p:cNvSpPr/>
          <p:nvPr/>
        </p:nvSpPr>
        <p:spPr>
          <a:xfrm flipH="1">
            <a:off x="-302196" y="213464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
    <p:spTree>
      <p:nvGrpSpPr>
        <p:cNvPr id="1694" name="Shape 1694"/>
        <p:cNvGrpSpPr/>
        <p:nvPr/>
      </p:nvGrpSpPr>
      <p:grpSpPr>
        <a:xfrm>
          <a:off x="0" y="0"/>
          <a:ext cx="0" cy="0"/>
          <a:chOff x="0" y="0"/>
          <a:chExt cx="0" cy="0"/>
        </a:xfrm>
      </p:grpSpPr>
      <p:sp>
        <p:nvSpPr>
          <p:cNvPr id="1695" name="Google Shape;1695;p39"/>
          <p:cNvSpPr/>
          <p:nvPr/>
        </p:nvSpPr>
        <p:spPr>
          <a:xfrm>
            <a:off x="0" y="2946100"/>
            <a:ext cx="9144017" cy="2212162"/>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39"/>
          <p:cNvSpPr/>
          <p:nvPr/>
        </p:nvSpPr>
        <p:spPr>
          <a:xfrm rot="-238101">
            <a:off x="2252374" y="2540951"/>
            <a:ext cx="9184698" cy="3467877"/>
          </a:xfrm>
          <a:custGeom>
            <a:rect b="b" l="l" r="r" t="t"/>
            <a:pathLst>
              <a:path extrusionOk="0" h="13052" w="30413">
                <a:moveTo>
                  <a:pt x="22990" y="1"/>
                </a:moveTo>
                <a:lnTo>
                  <a:pt x="13801" y="1071"/>
                </a:lnTo>
                <a:lnTo>
                  <a:pt x="13596" y="1071"/>
                </a:lnTo>
                <a:cubicBezTo>
                  <a:pt x="13596" y="1071"/>
                  <a:pt x="9965" y="1437"/>
                  <a:pt x="11027" y="1856"/>
                </a:cubicBezTo>
                <a:cubicBezTo>
                  <a:pt x="12080" y="2275"/>
                  <a:pt x="12570" y="2552"/>
                  <a:pt x="10447" y="2918"/>
                </a:cubicBezTo>
                <a:cubicBezTo>
                  <a:pt x="8333" y="3275"/>
                  <a:pt x="5960" y="3560"/>
                  <a:pt x="7610" y="4184"/>
                </a:cubicBezTo>
                <a:cubicBezTo>
                  <a:pt x="9260" y="4800"/>
                  <a:pt x="6575" y="5549"/>
                  <a:pt x="3694" y="5755"/>
                </a:cubicBezTo>
                <a:cubicBezTo>
                  <a:pt x="2427" y="5844"/>
                  <a:pt x="1098" y="6450"/>
                  <a:pt x="0" y="7102"/>
                </a:cubicBezTo>
                <a:lnTo>
                  <a:pt x="0" y="13052"/>
                </a:lnTo>
                <a:lnTo>
                  <a:pt x="28869" y="13052"/>
                </a:lnTo>
                <a:lnTo>
                  <a:pt x="30412" y="12704"/>
                </a:lnTo>
                <a:lnTo>
                  <a:pt x="30412" y="81"/>
                </a:lnTo>
                <a:lnTo>
                  <a:pt x="30038"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39"/>
          <p:cNvSpPr/>
          <p:nvPr/>
        </p:nvSpPr>
        <p:spPr>
          <a:xfrm rot="-238109">
            <a:off x="2107217" y="2665026"/>
            <a:ext cx="8527419" cy="3219687"/>
          </a:xfrm>
          <a:custGeom>
            <a:rect b="b" l="l" r="r" t="t"/>
            <a:pathLst>
              <a:path extrusionOk="0" h="13052" w="30413">
                <a:moveTo>
                  <a:pt x="22990" y="1"/>
                </a:moveTo>
                <a:lnTo>
                  <a:pt x="15728" y="848"/>
                </a:lnTo>
                <a:lnTo>
                  <a:pt x="13569" y="1749"/>
                </a:lnTo>
                <a:cubicBezTo>
                  <a:pt x="13569" y="1749"/>
                  <a:pt x="15666" y="2409"/>
                  <a:pt x="12766" y="2909"/>
                </a:cubicBezTo>
                <a:cubicBezTo>
                  <a:pt x="9867" y="3417"/>
                  <a:pt x="12017" y="3997"/>
                  <a:pt x="13337" y="4184"/>
                </a:cubicBezTo>
                <a:cubicBezTo>
                  <a:pt x="14649" y="4372"/>
                  <a:pt x="15407" y="5210"/>
                  <a:pt x="8939" y="6236"/>
                </a:cubicBezTo>
                <a:cubicBezTo>
                  <a:pt x="2480" y="7271"/>
                  <a:pt x="4684" y="7789"/>
                  <a:pt x="5888" y="8029"/>
                </a:cubicBezTo>
                <a:cubicBezTo>
                  <a:pt x="7030" y="8252"/>
                  <a:pt x="5291" y="8725"/>
                  <a:pt x="0" y="9555"/>
                </a:cubicBezTo>
                <a:lnTo>
                  <a:pt x="0" y="13052"/>
                </a:lnTo>
                <a:lnTo>
                  <a:pt x="28494" y="13052"/>
                </a:lnTo>
                <a:lnTo>
                  <a:pt x="28155" y="7887"/>
                </a:lnTo>
                <a:cubicBezTo>
                  <a:pt x="28155" y="7887"/>
                  <a:pt x="25953" y="8060"/>
                  <a:pt x="24567" y="8060"/>
                </a:cubicBezTo>
                <a:cubicBezTo>
                  <a:pt x="24042" y="8060"/>
                  <a:pt x="23635" y="8036"/>
                  <a:pt x="23507" y="7967"/>
                </a:cubicBezTo>
                <a:cubicBezTo>
                  <a:pt x="23035" y="7726"/>
                  <a:pt x="26639" y="7664"/>
                  <a:pt x="25104" y="6888"/>
                </a:cubicBezTo>
                <a:cubicBezTo>
                  <a:pt x="23579" y="6111"/>
                  <a:pt x="18413" y="6067"/>
                  <a:pt x="20233" y="5317"/>
                </a:cubicBezTo>
                <a:cubicBezTo>
                  <a:pt x="22062" y="4577"/>
                  <a:pt x="20028" y="4220"/>
                  <a:pt x="18333" y="3640"/>
                </a:cubicBezTo>
                <a:cubicBezTo>
                  <a:pt x="16638" y="3060"/>
                  <a:pt x="17236" y="2543"/>
                  <a:pt x="18770" y="2525"/>
                </a:cubicBezTo>
                <a:cubicBezTo>
                  <a:pt x="18807" y="2525"/>
                  <a:pt x="18842" y="2525"/>
                  <a:pt x="18876" y="2525"/>
                </a:cubicBezTo>
                <a:cubicBezTo>
                  <a:pt x="20301" y="2525"/>
                  <a:pt x="20215" y="2879"/>
                  <a:pt x="19832" y="3105"/>
                </a:cubicBezTo>
                <a:cubicBezTo>
                  <a:pt x="19586" y="3247"/>
                  <a:pt x="19856" y="3386"/>
                  <a:pt x="20555" y="3386"/>
                </a:cubicBezTo>
                <a:cubicBezTo>
                  <a:pt x="20997" y="3386"/>
                  <a:pt x="21611" y="3330"/>
                  <a:pt x="22374" y="3185"/>
                </a:cubicBezTo>
                <a:cubicBezTo>
                  <a:pt x="22844" y="3098"/>
                  <a:pt x="23275" y="3061"/>
                  <a:pt x="23640" y="3061"/>
                </a:cubicBezTo>
                <a:cubicBezTo>
                  <a:pt x="24807" y="3061"/>
                  <a:pt x="25303" y="3439"/>
                  <a:pt x="24257" y="3765"/>
                </a:cubicBezTo>
                <a:cubicBezTo>
                  <a:pt x="23293" y="4074"/>
                  <a:pt x="23579" y="4205"/>
                  <a:pt x="24624" y="4205"/>
                </a:cubicBezTo>
                <a:cubicBezTo>
                  <a:pt x="25060" y="4205"/>
                  <a:pt x="25627" y="4182"/>
                  <a:pt x="26291" y="4140"/>
                </a:cubicBezTo>
                <a:cubicBezTo>
                  <a:pt x="26778" y="4109"/>
                  <a:pt x="27185" y="4094"/>
                  <a:pt x="27510" y="4094"/>
                </a:cubicBezTo>
                <a:cubicBezTo>
                  <a:pt x="28693" y="4094"/>
                  <a:pt x="28808" y="4287"/>
                  <a:pt x="27843" y="4595"/>
                </a:cubicBezTo>
                <a:cubicBezTo>
                  <a:pt x="27072" y="4842"/>
                  <a:pt x="27244" y="5114"/>
                  <a:pt x="28358" y="5114"/>
                </a:cubicBezTo>
                <a:cubicBezTo>
                  <a:pt x="28855" y="5114"/>
                  <a:pt x="29540" y="5060"/>
                  <a:pt x="30412" y="4925"/>
                </a:cubicBezTo>
                <a:lnTo>
                  <a:pt x="30412" y="179"/>
                </a:lnTo>
                <a:cubicBezTo>
                  <a:pt x="29547" y="108"/>
                  <a:pt x="28494" y="45"/>
                  <a:pt x="27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8" name="Google Shape;1698;p39"/>
          <p:cNvGrpSpPr/>
          <p:nvPr/>
        </p:nvGrpSpPr>
        <p:grpSpPr>
          <a:xfrm>
            <a:off x="3619619" y="2360686"/>
            <a:ext cx="2081626" cy="2993796"/>
            <a:chOff x="4025327" y="3355494"/>
            <a:chExt cx="1740199" cy="2502755"/>
          </a:xfrm>
        </p:grpSpPr>
        <p:sp>
          <p:nvSpPr>
            <p:cNvPr id="1699" name="Google Shape;1699;p39"/>
            <p:cNvSpPr/>
            <p:nvPr/>
          </p:nvSpPr>
          <p:spPr>
            <a:xfrm>
              <a:off x="4706126" y="3843812"/>
              <a:ext cx="153439" cy="2008135"/>
            </a:xfrm>
            <a:custGeom>
              <a:rect b="b" l="l" r="r" t="t"/>
              <a:pathLst>
                <a:path extrusionOk="0" h="19735" w="1508">
                  <a:moveTo>
                    <a:pt x="357" y="1"/>
                  </a:moveTo>
                  <a:cubicBezTo>
                    <a:pt x="357" y="1"/>
                    <a:pt x="0" y="982"/>
                    <a:pt x="357" y="3088"/>
                  </a:cubicBezTo>
                  <a:cubicBezTo>
                    <a:pt x="634" y="4720"/>
                    <a:pt x="357" y="19734"/>
                    <a:pt x="357" y="19734"/>
                  </a:cubicBezTo>
                  <a:lnTo>
                    <a:pt x="1151" y="19734"/>
                  </a:lnTo>
                  <a:cubicBezTo>
                    <a:pt x="1151" y="19734"/>
                    <a:pt x="874" y="4720"/>
                    <a:pt x="1151" y="3088"/>
                  </a:cubicBezTo>
                  <a:cubicBezTo>
                    <a:pt x="1508" y="982"/>
                    <a:pt x="1151" y="1"/>
                    <a:pt x="1151"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39"/>
            <p:cNvSpPr/>
            <p:nvPr/>
          </p:nvSpPr>
          <p:spPr>
            <a:xfrm>
              <a:off x="4775111" y="3843812"/>
              <a:ext cx="84453" cy="2008135"/>
            </a:xfrm>
            <a:custGeom>
              <a:rect b="b" l="l" r="r" t="t"/>
              <a:pathLst>
                <a:path extrusionOk="0" h="19735" w="830">
                  <a:moveTo>
                    <a:pt x="277" y="1"/>
                  </a:moveTo>
                  <a:cubicBezTo>
                    <a:pt x="277" y="1"/>
                    <a:pt x="634" y="982"/>
                    <a:pt x="277" y="3088"/>
                  </a:cubicBezTo>
                  <a:cubicBezTo>
                    <a:pt x="0" y="4720"/>
                    <a:pt x="277" y="19734"/>
                    <a:pt x="277" y="19734"/>
                  </a:cubicBezTo>
                  <a:lnTo>
                    <a:pt x="473" y="19734"/>
                  </a:lnTo>
                  <a:cubicBezTo>
                    <a:pt x="473" y="19734"/>
                    <a:pt x="196" y="4720"/>
                    <a:pt x="473" y="3088"/>
                  </a:cubicBezTo>
                  <a:cubicBezTo>
                    <a:pt x="830" y="982"/>
                    <a:pt x="473" y="1"/>
                    <a:pt x="473"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39"/>
            <p:cNvSpPr/>
            <p:nvPr/>
          </p:nvSpPr>
          <p:spPr>
            <a:xfrm>
              <a:off x="4298521" y="3355494"/>
              <a:ext cx="968660" cy="758075"/>
            </a:xfrm>
            <a:custGeom>
              <a:rect b="b" l="l" r="r" t="t"/>
              <a:pathLst>
                <a:path extrusionOk="0" h="7450" w="9520">
                  <a:moveTo>
                    <a:pt x="3712" y="0"/>
                  </a:moveTo>
                  <a:lnTo>
                    <a:pt x="3712" y="0"/>
                  </a:lnTo>
                  <a:cubicBezTo>
                    <a:pt x="3944" y="830"/>
                    <a:pt x="4042" y="1481"/>
                    <a:pt x="4042" y="1481"/>
                  </a:cubicBezTo>
                  <a:cubicBezTo>
                    <a:pt x="3426" y="456"/>
                    <a:pt x="2436" y="125"/>
                    <a:pt x="2436" y="125"/>
                  </a:cubicBezTo>
                  <a:lnTo>
                    <a:pt x="2436" y="125"/>
                  </a:lnTo>
                  <a:cubicBezTo>
                    <a:pt x="3533" y="884"/>
                    <a:pt x="3748" y="1945"/>
                    <a:pt x="3748" y="1945"/>
                  </a:cubicBezTo>
                  <a:cubicBezTo>
                    <a:pt x="2998" y="937"/>
                    <a:pt x="1562" y="919"/>
                    <a:pt x="1562" y="919"/>
                  </a:cubicBezTo>
                  <a:lnTo>
                    <a:pt x="1562" y="919"/>
                  </a:lnTo>
                  <a:cubicBezTo>
                    <a:pt x="2481" y="1214"/>
                    <a:pt x="3087" y="2017"/>
                    <a:pt x="3087" y="2017"/>
                  </a:cubicBezTo>
                  <a:cubicBezTo>
                    <a:pt x="3087" y="2017"/>
                    <a:pt x="2561" y="1597"/>
                    <a:pt x="1758" y="1526"/>
                  </a:cubicBezTo>
                  <a:cubicBezTo>
                    <a:pt x="1614" y="1513"/>
                    <a:pt x="1482" y="1508"/>
                    <a:pt x="1362" y="1508"/>
                  </a:cubicBezTo>
                  <a:cubicBezTo>
                    <a:pt x="826" y="1508"/>
                    <a:pt x="545" y="1615"/>
                    <a:pt x="545" y="1615"/>
                  </a:cubicBezTo>
                  <a:cubicBezTo>
                    <a:pt x="1954" y="1651"/>
                    <a:pt x="2436" y="2302"/>
                    <a:pt x="2436" y="2302"/>
                  </a:cubicBezTo>
                  <a:cubicBezTo>
                    <a:pt x="2107" y="2194"/>
                    <a:pt x="1771" y="2170"/>
                    <a:pt x="1534" y="2170"/>
                  </a:cubicBezTo>
                  <a:cubicBezTo>
                    <a:pt x="1340" y="2170"/>
                    <a:pt x="1214" y="2186"/>
                    <a:pt x="1214" y="2186"/>
                  </a:cubicBezTo>
                  <a:cubicBezTo>
                    <a:pt x="2186" y="2347"/>
                    <a:pt x="2606" y="2837"/>
                    <a:pt x="2606" y="2837"/>
                  </a:cubicBezTo>
                  <a:cubicBezTo>
                    <a:pt x="2606" y="2837"/>
                    <a:pt x="2146" y="2706"/>
                    <a:pt x="1646" y="2706"/>
                  </a:cubicBezTo>
                  <a:cubicBezTo>
                    <a:pt x="1396" y="2706"/>
                    <a:pt x="1137" y="2739"/>
                    <a:pt x="920" y="2837"/>
                  </a:cubicBezTo>
                  <a:cubicBezTo>
                    <a:pt x="259" y="3132"/>
                    <a:pt x="134" y="3720"/>
                    <a:pt x="134" y="3720"/>
                  </a:cubicBezTo>
                  <a:cubicBezTo>
                    <a:pt x="439" y="3339"/>
                    <a:pt x="929" y="3103"/>
                    <a:pt x="1520" y="3103"/>
                  </a:cubicBezTo>
                  <a:cubicBezTo>
                    <a:pt x="1552" y="3103"/>
                    <a:pt x="1583" y="3104"/>
                    <a:pt x="1615" y="3105"/>
                  </a:cubicBezTo>
                  <a:cubicBezTo>
                    <a:pt x="2168" y="3123"/>
                    <a:pt x="2436" y="3364"/>
                    <a:pt x="2436" y="3364"/>
                  </a:cubicBezTo>
                  <a:cubicBezTo>
                    <a:pt x="2436" y="3364"/>
                    <a:pt x="2270" y="3337"/>
                    <a:pt x="2019" y="3337"/>
                  </a:cubicBezTo>
                  <a:cubicBezTo>
                    <a:pt x="1709" y="3337"/>
                    <a:pt x="1271" y="3378"/>
                    <a:pt x="857" y="3560"/>
                  </a:cubicBezTo>
                  <a:cubicBezTo>
                    <a:pt x="108" y="3890"/>
                    <a:pt x="1" y="4488"/>
                    <a:pt x="1" y="4488"/>
                  </a:cubicBezTo>
                  <a:cubicBezTo>
                    <a:pt x="500" y="3935"/>
                    <a:pt x="1383" y="3828"/>
                    <a:pt x="1383" y="3828"/>
                  </a:cubicBezTo>
                  <a:lnTo>
                    <a:pt x="1383" y="3828"/>
                  </a:lnTo>
                  <a:cubicBezTo>
                    <a:pt x="242" y="4390"/>
                    <a:pt x="63" y="5362"/>
                    <a:pt x="63" y="5362"/>
                  </a:cubicBezTo>
                  <a:cubicBezTo>
                    <a:pt x="429" y="4969"/>
                    <a:pt x="1134" y="4755"/>
                    <a:pt x="1134" y="4755"/>
                  </a:cubicBezTo>
                  <a:lnTo>
                    <a:pt x="1134" y="4755"/>
                  </a:lnTo>
                  <a:cubicBezTo>
                    <a:pt x="384" y="5335"/>
                    <a:pt x="152" y="6156"/>
                    <a:pt x="152" y="6156"/>
                  </a:cubicBezTo>
                  <a:cubicBezTo>
                    <a:pt x="652" y="5469"/>
                    <a:pt x="1544" y="5157"/>
                    <a:pt x="1544" y="5157"/>
                  </a:cubicBezTo>
                  <a:lnTo>
                    <a:pt x="1544" y="5157"/>
                  </a:lnTo>
                  <a:cubicBezTo>
                    <a:pt x="1160" y="5630"/>
                    <a:pt x="1044" y="6272"/>
                    <a:pt x="1044" y="6272"/>
                  </a:cubicBezTo>
                  <a:cubicBezTo>
                    <a:pt x="1624" y="4961"/>
                    <a:pt x="2659" y="4755"/>
                    <a:pt x="2659" y="4755"/>
                  </a:cubicBezTo>
                  <a:lnTo>
                    <a:pt x="2659" y="4755"/>
                  </a:lnTo>
                  <a:cubicBezTo>
                    <a:pt x="1642" y="5273"/>
                    <a:pt x="1473" y="6647"/>
                    <a:pt x="1473" y="6647"/>
                  </a:cubicBezTo>
                  <a:cubicBezTo>
                    <a:pt x="1963" y="5362"/>
                    <a:pt x="2891" y="4969"/>
                    <a:pt x="2891" y="4969"/>
                  </a:cubicBezTo>
                  <a:lnTo>
                    <a:pt x="2891" y="4969"/>
                  </a:lnTo>
                  <a:cubicBezTo>
                    <a:pt x="1892" y="6067"/>
                    <a:pt x="2284" y="7316"/>
                    <a:pt x="2284" y="7316"/>
                  </a:cubicBezTo>
                  <a:cubicBezTo>
                    <a:pt x="2284" y="6236"/>
                    <a:pt x="2802" y="5674"/>
                    <a:pt x="2802" y="5674"/>
                  </a:cubicBezTo>
                  <a:lnTo>
                    <a:pt x="2802" y="5674"/>
                  </a:lnTo>
                  <a:cubicBezTo>
                    <a:pt x="2579" y="6272"/>
                    <a:pt x="2686" y="6780"/>
                    <a:pt x="2686" y="6780"/>
                  </a:cubicBezTo>
                  <a:cubicBezTo>
                    <a:pt x="2900" y="5630"/>
                    <a:pt x="3533" y="5166"/>
                    <a:pt x="3533" y="5166"/>
                  </a:cubicBezTo>
                  <a:lnTo>
                    <a:pt x="3533" y="5166"/>
                  </a:lnTo>
                  <a:cubicBezTo>
                    <a:pt x="3150" y="5853"/>
                    <a:pt x="3221" y="6896"/>
                    <a:pt x="3221" y="6896"/>
                  </a:cubicBezTo>
                  <a:cubicBezTo>
                    <a:pt x="3408" y="5701"/>
                    <a:pt x="4015" y="5023"/>
                    <a:pt x="4015" y="5023"/>
                  </a:cubicBezTo>
                  <a:lnTo>
                    <a:pt x="4015" y="5023"/>
                  </a:lnTo>
                  <a:cubicBezTo>
                    <a:pt x="3542" y="6192"/>
                    <a:pt x="4033" y="7449"/>
                    <a:pt x="4033" y="7449"/>
                  </a:cubicBezTo>
                  <a:cubicBezTo>
                    <a:pt x="3872" y="5415"/>
                    <a:pt x="4756" y="4800"/>
                    <a:pt x="4756" y="4800"/>
                  </a:cubicBezTo>
                  <a:cubicBezTo>
                    <a:pt x="4756" y="4800"/>
                    <a:pt x="5639" y="5415"/>
                    <a:pt x="5487" y="7449"/>
                  </a:cubicBezTo>
                  <a:cubicBezTo>
                    <a:pt x="5487" y="7449"/>
                    <a:pt x="5978" y="6192"/>
                    <a:pt x="5505" y="5023"/>
                  </a:cubicBezTo>
                  <a:lnTo>
                    <a:pt x="5505" y="5023"/>
                  </a:lnTo>
                  <a:cubicBezTo>
                    <a:pt x="5505" y="5023"/>
                    <a:pt x="6103" y="5701"/>
                    <a:pt x="6299" y="6896"/>
                  </a:cubicBezTo>
                  <a:cubicBezTo>
                    <a:pt x="6299" y="6896"/>
                    <a:pt x="6361" y="5853"/>
                    <a:pt x="5987" y="5166"/>
                  </a:cubicBezTo>
                  <a:lnTo>
                    <a:pt x="5987" y="5166"/>
                  </a:lnTo>
                  <a:cubicBezTo>
                    <a:pt x="5987" y="5166"/>
                    <a:pt x="6620" y="5630"/>
                    <a:pt x="6834" y="6780"/>
                  </a:cubicBezTo>
                  <a:cubicBezTo>
                    <a:pt x="6834" y="6780"/>
                    <a:pt x="6941" y="6272"/>
                    <a:pt x="6718" y="5674"/>
                  </a:cubicBezTo>
                  <a:lnTo>
                    <a:pt x="6718" y="5674"/>
                  </a:lnTo>
                  <a:cubicBezTo>
                    <a:pt x="6718" y="5674"/>
                    <a:pt x="7236" y="6236"/>
                    <a:pt x="7236" y="7316"/>
                  </a:cubicBezTo>
                  <a:cubicBezTo>
                    <a:pt x="7236" y="7316"/>
                    <a:pt x="7628" y="6067"/>
                    <a:pt x="6629" y="4969"/>
                  </a:cubicBezTo>
                  <a:lnTo>
                    <a:pt x="6629" y="4969"/>
                  </a:lnTo>
                  <a:cubicBezTo>
                    <a:pt x="6629" y="4969"/>
                    <a:pt x="7557" y="5362"/>
                    <a:pt x="8047" y="6647"/>
                  </a:cubicBezTo>
                  <a:cubicBezTo>
                    <a:pt x="8047" y="6647"/>
                    <a:pt x="7878" y="5273"/>
                    <a:pt x="6861" y="4755"/>
                  </a:cubicBezTo>
                  <a:lnTo>
                    <a:pt x="6861" y="4755"/>
                  </a:lnTo>
                  <a:cubicBezTo>
                    <a:pt x="6861" y="4755"/>
                    <a:pt x="7896" y="4961"/>
                    <a:pt x="8467" y="6272"/>
                  </a:cubicBezTo>
                  <a:cubicBezTo>
                    <a:pt x="8467" y="6272"/>
                    <a:pt x="8351" y="5630"/>
                    <a:pt x="7976" y="5157"/>
                  </a:cubicBezTo>
                  <a:lnTo>
                    <a:pt x="7976" y="5157"/>
                  </a:lnTo>
                  <a:cubicBezTo>
                    <a:pt x="7976" y="5157"/>
                    <a:pt x="8868" y="5469"/>
                    <a:pt x="9368" y="6156"/>
                  </a:cubicBezTo>
                  <a:cubicBezTo>
                    <a:pt x="9368" y="6156"/>
                    <a:pt x="9136" y="5335"/>
                    <a:pt x="8386" y="4755"/>
                  </a:cubicBezTo>
                  <a:lnTo>
                    <a:pt x="8386" y="4755"/>
                  </a:lnTo>
                  <a:cubicBezTo>
                    <a:pt x="8387" y="4755"/>
                    <a:pt x="9091" y="4969"/>
                    <a:pt x="9457" y="5362"/>
                  </a:cubicBezTo>
                  <a:cubicBezTo>
                    <a:pt x="9457" y="5362"/>
                    <a:pt x="9270" y="4390"/>
                    <a:pt x="8128" y="3828"/>
                  </a:cubicBezTo>
                  <a:lnTo>
                    <a:pt x="8128" y="3828"/>
                  </a:lnTo>
                  <a:cubicBezTo>
                    <a:pt x="8128" y="3828"/>
                    <a:pt x="9020" y="3935"/>
                    <a:pt x="9519" y="4488"/>
                  </a:cubicBezTo>
                  <a:cubicBezTo>
                    <a:pt x="9519" y="4488"/>
                    <a:pt x="9412" y="3890"/>
                    <a:pt x="8663" y="3560"/>
                  </a:cubicBezTo>
                  <a:cubicBezTo>
                    <a:pt x="8249" y="3378"/>
                    <a:pt x="7811" y="3337"/>
                    <a:pt x="7501" y="3337"/>
                  </a:cubicBezTo>
                  <a:cubicBezTo>
                    <a:pt x="7250" y="3337"/>
                    <a:pt x="7084" y="3364"/>
                    <a:pt x="7084" y="3364"/>
                  </a:cubicBezTo>
                  <a:cubicBezTo>
                    <a:pt x="7084" y="3364"/>
                    <a:pt x="7352" y="3123"/>
                    <a:pt x="7905" y="3105"/>
                  </a:cubicBezTo>
                  <a:cubicBezTo>
                    <a:pt x="7937" y="3104"/>
                    <a:pt x="7968" y="3103"/>
                    <a:pt x="8000" y="3103"/>
                  </a:cubicBezTo>
                  <a:cubicBezTo>
                    <a:pt x="8590" y="3103"/>
                    <a:pt x="9072" y="3339"/>
                    <a:pt x="9386" y="3720"/>
                  </a:cubicBezTo>
                  <a:cubicBezTo>
                    <a:pt x="9386" y="3720"/>
                    <a:pt x="9261" y="3132"/>
                    <a:pt x="8601" y="2837"/>
                  </a:cubicBezTo>
                  <a:cubicBezTo>
                    <a:pt x="8383" y="2739"/>
                    <a:pt x="8123" y="2706"/>
                    <a:pt x="7872" y="2706"/>
                  </a:cubicBezTo>
                  <a:cubicBezTo>
                    <a:pt x="7369" y="2706"/>
                    <a:pt x="6906" y="2837"/>
                    <a:pt x="6906" y="2837"/>
                  </a:cubicBezTo>
                  <a:cubicBezTo>
                    <a:pt x="6906" y="2837"/>
                    <a:pt x="7334" y="2347"/>
                    <a:pt x="8306" y="2186"/>
                  </a:cubicBezTo>
                  <a:cubicBezTo>
                    <a:pt x="8306" y="2186"/>
                    <a:pt x="8180" y="2170"/>
                    <a:pt x="7985" y="2170"/>
                  </a:cubicBezTo>
                  <a:cubicBezTo>
                    <a:pt x="7748" y="2170"/>
                    <a:pt x="7409" y="2194"/>
                    <a:pt x="7075" y="2302"/>
                  </a:cubicBezTo>
                  <a:cubicBezTo>
                    <a:pt x="7075" y="2302"/>
                    <a:pt x="7566" y="1651"/>
                    <a:pt x="8975" y="1615"/>
                  </a:cubicBezTo>
                  <a:cubicBezTo>
                    <a:pt x="8975" y="1615"/>
                    <a:pt x="8689" y="1508"/>
                    <a:pt x="8149" y="1508"/>
                  </a:cubicBezTo>
                  <a:cubicBezTo>
                    <a:pt x="8030" y="1508"/>
                    <a:pt x="7897" y="1513"/>
                    <a:pt x="7753" y="1526"/>
                  </a:cubicBezTo>
                  <a:cubicBezTo>
                    <a:pt x="6959" y="1597"/>
                    <a:pt x="6433" y="2017"/>
                    <a:pt x="6433" y="2017"/>
                  </a:cubicBezTo>
                  <a:cubicBezTo>
                    <a:pt x="6433" y="2017"/>
                    <a:pt x="7030" y="1214"/>
                    <a:pt x="7958" y="919"/>
                  </a:cubicBezTo>
                  <a:lnTo>
                    <a:pt x="7958" y="919"/>
                  </a:lnTo>
                  <a:cubicBezTo>
                    <a:pt x="7958" y="919"/>
                    <a:pt x="6522" y="937"/>
                    <a:pt x="5773" y="1945"/>
                  </a:cubicBezTo>
                  <a:cubicBezTo>
                    <a:pt x="5773" y="1945"/>
                    <a:pt x="5978" y="884"/>
                    <a:pt x="7084" y="125"/>
                  </a:cubicBezTo>
                  <a:lnTo>
                    <a:pt x="7084" y="125"/>
                  </a:lnTo>
                  <a:cubicBezTo>
                    <a:pt x="7084" y="125"/>
                    <a:pt x="6094" y="456"/>
                    <a:pt x="5469" y="1481"/>
                  </a:cubicBezTo>
                  <a:cubicBezTo>
                    <a:pt x="5469" y="1481"/>
                    <a:pt x="5576" y="830"/>
                    <a:pt x="5808" y="0"/>
                  </a:cubicBezTo>
                  <a:lnTo>
                    <a:pt x="5808" y="0"/>
                  </a:lnTo>
                  <a:cubicBezTo>
                    <a:pt x="5808" y="1"/>
                    <a:pt x="5014" y="518"/>
                    <a:pt x="4756" y="1633"/>
                  </a:cubicBezTo>
                  <a:cubicBezTo>
                    <a:pt x="4506" y="518"/>
                    <a:pt x="3712" y="1"/>
                    <a:pt x="37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39"/>
            <p:cNvSpPr/>
            <p:nvPr/>
          </p:nvSpPr>
          <p:spPr>
            <a:xfrm>
              <a:off x="4493675" y="3534276"/>
              <a:ext cx="578347" cy="452199"/>
            </a:xfrm>
            <a:custGeom>
              <a:rect b="b" l="l" r="r" t="t"/>
              <a:pathLst>
                <a:path extrusionOk="0" h="4444" w="5684">
                  <a:moveTo>
                    <a:pt x="2213" y="1"/>
                  </a:moveTo>
                  <a:lnTo>
                    <a:pt x="2213" y="1"/>
                  </a:lnTo>
                  <a:cubicBezTo>
                    <a:pt x="2356" y="492"/>
                    <a:pt x="2418" y="884"/>
                    <a:pt x="2418" y="884"/>
                  </a:cubicBezTo>
                  <a:cubicBezTo>
                    <a:pt x="2044" y="269"/>
                    <a:pt x="1455" y="72"/>
                    <a:pt x="1455" y="72"/>
                  </a:cubicBezTo>
                  <a:lnTo>
                    <a:pt x="1455" y="72"/>
                  </a:lnTo>
                  <a:cubicBezTo>
                    <a:pt x="2115" y="527"/>
                    <a:pt x="2231" y="1161"/>
                    <a:pt x="2231" y="1161"/>
                  </a:cubicBezTo>
                  <a:cubicBezTo>
                    <a:pt x="1794" y="554"/>
                    <a:pt x="938" y="545"/>
                    <a:pt x="937" y="545"/>
                  </a:cubicBezTo>
                  <a:lnTo>
                    <a:pt x="937" y="545"/>
                  </a:lnTo>
                  <a:cubicBezTo>
                    <a:pt x="1482" y="715"/>
                    <a:pt x="1847" y="1205"/>
                    <a:pt x="1847" y="1205"/>
                  </a:cubicBezTo>
                  <a:cubicBezTo>
                    <a:pt x="1847" y="1205"/>
                    <a:pt x="1526" y="955"/>
                    <a:pt x="1053" y="911"/>
                  </a:cubicBezTo>
                  <a:cubicBezTo>
                    <a:pt x="966" y="903"/>
                    <a:pt x="886" y="899"/>
                    <a:pt x="814" y="899"/>
                  </a:cubicBezTo>
                  <a:cubicBezTo>
                    <a:pt x="497" y="899"/>
                    <a:pt x="331" y="964"/>
                    <a:pt x="331" y="964"/>
                  </a:cubicBezTo>
                  <a:cubicBezTo>
                    <a:pt x="1169" y="982"/>
                    <a:pt x="1455" y="1366"/>
                    <a:pt x="1455" y="1366"/>
                  </a:cubicBezTo>
                  <a:cubicBezTo>
                    <a:pt x="1241" y="1302"/>
                    <a:pt x="1020" y="1289"/>
                    <a:pt x="878" y="1289"/>
                  </a:cubicBezTo>
                  <a:cubicBezTo>
                    <a:pt x="783" y="1289"/>
                    <a:pt x="723" y="1294"/>
                    <a:pt x="723" y="1294"/>
                  </a:cubicBezTo>
                  <a:cubicBezTo>
                    <a:pt x="1303" y="1393"/>
                    <a:pt x="1562" y="1687"/>
                    <a:pt x="1562" y="1687"/>
                  </a:cubicBezTo>
                  <a:cubicBezTo>
                    <a:pt x="1562" y="1687"/>
                    <a:pt x="1284" y="1612"/>
                    <a:pt x="983" y="1612"/>
                  </a:cubicBezTo>
                  <a:cubicBezTo>
                    <a:pt x="832" y="1612"/>
                    <a:pt x="676" y="1630"/>
                    <a:pt x="545" y="1687"/>
                  </a:cubicBezTo>
                  <a:cubicBezTo>
                    <a:pt x="161" y="1865"/>
                    <a:pt x="81" y="2213"/>
                    <a:pt x="81" y="2213"/>
                  </a:cubicBezTo>
                  <a:cubicBezTo>
                    <a:pt x="267" y="1994"/>
                    <a:pt x="556" y="1846"/>
                    <a:pt x="905" y="1846"/>
                  </a:cubicBezTo>
                  <a:cubicBezTo>
                    <a:pt x="924" y="1846"/>
                    <a:pt x="944" y="1847"/>
                    <a:pt x="964" y="1848"/>
                  </a:cubicBezTo>
                  <a:cubicBezTo>
                    <a:pt x="1294" y="1856"/>
                    <a:pt x="1455" y="2008"/>
                    <a:pt x="1455" y="2008"/>
                  </a:cubicBezTo>
                  <a:cubicBezTo>
                    <a:pt x="1455" y="2008"/>
                    <a:pt x="1349" y="1989"/>
                    <a:pt x="1189" y="1989"/>
                  </a:cubicBezTo>
                  <a:cubicBezTo>
                    <a:pt x="1006" y="1989"/>
                    <a:pt x="753" y="2014"/>
                    <a:pt x="509" y="2124"/>
                  </a:cubicBezTo>
                  <a:cubicBezTo>
                    <a:pt x="63" y="2320"/>
                    <a:pt x="1" y="2677"/>
                    <a:pt x="1" y="2677"/>
                  </a:cubicBezTo>
                  <a:cubicBezTo>
                    <a:pt x="295" y="2347"/>
                    <a:pt x="830" y="2276"/>
                    <a:pt x="830" y="2276"/>
                  </a:cubicBezTo>
                  <a:lnTo>
                    <a:pt x="830" y="2276"/>
                  </a:lnTo>
                  <a:cubicBezTo>
                    <a:pt x="152" y="2615"/>
                    <a:pt x="36" y="3195"/>
                    <a:pt x="36" y="3195"/>
                  </a:cubicBezTo>
                  <a:cubicBezTo>
                    <a:pt x="259" y="2963"/>
                    <a:pt x="679" y="2829"/>
                    <a:pt x="679" y="2829"/>
                  </a:cubicBezTo>
                  <a:lnTo>
                    <a:pt x="679" y="2829"/>
                  </a:lnTo>
                  <a:cubicBezTo>
                    <a:pt x="233" y="3177"/>
                    <a:pt x="90" y="3667"/>
                    <a:pt x="90" y="3667"/>
                  </a:cubicBezTo>
                  <a:cubicBezTo>
                    <a:pt x="393" y="3266"/>
                    <a:pt x="919" y="3079"/>
                    <a:pt x="920" y="3079"/>
                  </a:cubicBezTo>
                  <a:lnTo>
                    <a:pt x="920" y="3079"/>
                  </a:lnTo>
                  <a:cubicBezTo>
                    <a:pt x="697" y="3355"/>
                    <a:pt x="625" y="3739"/>
                    <a:pt x="625" y="3739"/>
                  </a:cubicBezTo>
                  <a:cubicBezTo>
                    <a:pt x="973" y="2954"/>
                    <a:pt x="1589" y="2829"/>
                    <a:pt x="1589" y="2829"/>
                  </a:cubicBezTo>
                  <a:lnTo>
                    <a:pt x="1589" y="2829"/>
                  </a:lnTo>
                  <a:cubicBezTo>
                    <a:pt x="982" y="3141"/>
                    <a:pt x="884" y="3962"/>
                    <a:pt x="884" y="3962"/>
                  </a:cubicBezTo>
                  <a:cubicBezTo>
                    <a:pt x="1169" y="3195"/>
                    <a:pt x="1722" y="2963"/>
                    <a:pt x="1722" y="2963"/>
                  </a:cubicBezTo>
                  <a:lnTo>
                    <a:pt x="1722" y="2963"/>
                  </a:lnTo>
                  <a:cubicBezTo>
                    <a:pt x="1125" y="3614"/>
                    <a:pt x="1366" y="4363"/>
                    <a:pt x="1366" y="4363"/>
                  </a:cubicBezTo>
                  <a:cubicBezTo>
                    <a:pt x="1366" y="3712"/>
                    <a:pt x="1669" y="3382"/>
                    <a:pt x="1669" y="3382"/>
                  </a:cubicBezTo>
                  <a:lnTo>
                    <a:pt x="1669" y="3382"/>
                  </a:lnTo>
                  <a:cubicBezTo>
                    <a:pt x="1544" y="3739"/>
                    <a:pt x="1606" y="4042"/>
                    <a:pt x="1606" y="4042"/>
                  </a:cubicBezTo>
                  <a:cubicBezTo>
                    <a:pt x="1731" y="3355"/>
                    <a:pt x="2106" y="3079"/>
                    <a:pt x="2106" y="3079"/>
                  </a:cubicBezTo>
                  <a:lnTo>
                    <a:pt x="2106" y="3079"/>
                  </a:lnTo>
                  <a:cubicBezTo>
                    <a:pt x="1883" y="3489"/>
                    <a:pt x="1919" y="4113"/>
                    <a:pt x="1919" y="4113"/>
                  </a:cubicBezTo>
                  <a:cubicBezTo>
                    <a:pt x="2035" y="3400"/>
                    <a:pt x="2391" y="2990"/>
                    <a:pt x="2392" y="2989"/>
                  </a:cubicBezTo>
                  <a:lnTo>
                    <a:pt x="2392" y="2989"/>
                  </a:lnTo>
                  <a:cubicBezTo>
                    <a:pt x="2115" y="3694"/>
                    <a:pt x="2409" y="4444"/>
                    <a:pt x="2409" y="4444"/>
                  </a:cubicBezTo>
                  <a:cubicBezTo>
                    <a:pt x="2311" y="3230"/>
                    <a:pt x="2838" y="2856"/>
                    <a:pt x="2838" y="2856"/>
                  </a:cubicBezTo>
                  <a:cubicBezTo>
                    <a:pt x="2838" y="2856"/>
                    <a:pt x="3364" y="3230"/>
                    <a:pt x="3275" y="4444"/>
                  </a:cubicBezTo>
                  <a:cubicBezTo>
                    <a:pt x="3275" y="4444"/>
                    <a:pt x="3569" y="3694"/>
                    <a:pt x="3284" y="2989"/>
                  </a:cubicBezTo>
                  <a:lnTo>
                    <a:pt x="3284" y="2989"/>
                  </a:lnTo>
                  <a:cubicBezTo>
                    <a:pt x="3284" y="2990"/>
                    <a:pt x="3649" y="3400"/>
                    <a:pt x="3756" y="4113"/>
                  </a:cubicBezTo>
                  <a:cubicBezTo>
                    <a:pt x="3756" y="4113"/>
                    <a:pt x="3801" y="3489"/>
                    <a:pt x="3578" y="3079"/>
                  </a:cubicBezTo>
                  <a:lnTo>
                    <a:pt x="3578" y="3079"/>
                  </a:lnTo>
                  <a:cubicBezTo>
                    <a:pt x="3578" y="3079"/>
                    <a:pt x="3953" y="3355"/>
                    <a:pt x="4078" y="4042"/>
                  </a:cubicBezTo>
                  <a:cubicBezTo>
                    <a:pt x="4078" y="4042"/>
                    <a:pt x="4140" y="3739"/>
                    <a:pt x="4006" y="3382"/>
                  </a:cubicBezTo>
                  <a:lnTo>
                    <a:pt x="4006" y="3382"/>
                  </a:lnTo>
                  <a:cubicBezTo>
                    <a:pt x="4006" y="3382"/>
                    <a:pt x="4318" y="3712"/>
                    <a:pt x="4318" y="4363"/>
                  </a:cubicBezTo>
                  <a:cubicBezTo>
                    <a:pt x="4318" y="4363"/>
                    <a:pt x="4550" y="3614"/>
                    <a:pt x="3953" y="2963"/>
                  </a:cubicBezTo>
                  <a:lnTo>
                    <a:pt x="3953" y="2963"/>
                  </a:lnTo>
                  <a:cubicBezTo>
                    <a:pt x="3953" y="2963"/>
                    <a:pt x="4515" y="3195"/>
                    <a:pt x="4800" y="3962"/>
                  </a:cubicBezTo>
                  <a:cubicBezTo>
                    <a:pt x="4800" y="3962"/>
                    <a:pt x="4702" y="3141"/>
                    <a:pt x="4095" y="2829"/>
                  </a:cubicBezTo>
                  <a:lnTo>
                    <a:pt x="4095" y="2829"/>
                  </a:lnTo>
                  <a:cubicBezTo>
                    <a:pt x="4096" y="2829"/>
                    <a:pt x="4711" y="2954"/>
                    <a:pt x="5059" y="3739"/>
                  </a:cubicBezTo>
                  <a:cubicBezTo>
                    <a:pt x="5059" y="3739"/>
                    <a:pt x="4988" y="3355"/>
                    <a:pt x="4765" y="3079"/>
                  </a:cubicBezTo>
                  <a:lnTo>
                    <a:pt x="4765" y="3079"/>
                  </a:lnTo>
                  <a:cubicBezTo>
                    <a:pt x="4765" y="3079"/>
                    <a:pt x="5291" y="3266"/>
                    <a:pt x="5585" y="3667"/>
                  </a:cubicBezTo>
                  <a:cubicBezTo>
                    <a:pt x="5585" y="3667"/>
                    <a:pt x="5451" y="3177"/>
                    <a:pt x="5005" y="2829"/>
                  </a:cubicBezTo>
                  <a:lnTo>
                    <a:pt x="5005" y="2829"/>
                  </a:lnTo>
                  <a:cubicBezTo>
                    <a:pt x="5006" y="2829"/>
                    <a:pt x="5425" y="2963"/>
                    <a:pt x="5648" y="3195"/>
                  </a:cubicBezTo>
                  <a:cubicBezTo>
                    <a:pt x="5648" y="3195"/>
                    <a:pt x="5532" y="2615"/>
                    <a:pt x="4854" y="2276"/>
                  </a:cubicBezTo>
                  <a:lnTo>
                    <a:pt x="4854" y="2276"/>
                  </a:lnTo>
                  <a:cubicBezTo>
                    <a:pt x="4854" y="2276"/>
                    <a:pt x="5389" y="2347"/>
                    <a:pt x="5683" y="2677"/>
                  </a:cubicBezTo>
                  <a:cubicBezTo>
                    <a:pt x="5683" y="2677"/>
                    <a:pt x="5621" y="2320"/>
                    <a:pt x="5166" y="2124"/>
                  </a:cubicBezTo>
                  <a:cubicBezTo>
                    <a:pt x="4927" y="2014"/>
                    <a:pt x="4676" y="1989"/>
                    <a:pt x="4494" y="1989"/>
                  </a:cubicBezTo>
                  <a:cubicBezTo>
                    <a:pt x="4335" y="1989"/>
                    <a:pt x="4229" y="2008"/>
                    <a:pt x="4229" y="2008"/>
                  </a:cubicBezTo>
                  <a:cubicBezTo>
                    <a:pt x="4229" y="2008"/>
                    <a:pt x="4390" y="1856"/>
                    <a:pt x="4720" y="1848"/>
                  </a:cubicBezTo>
                  <a:cubicBezTo>
                    <a:pt x="4740" y="1847"/>
                    <a:pt x="4760" y="1846"/>
                    <a:pt x="4779" y="1846"/>
                  </a:cubicBezTo>
                  <a:cubicBezTo>
                    <a:pt x="5128" y="1846"/>
                    <a:pt x="5417" y="1994"/>
                    <a:pt x="5603" y="2213"/>
                  </a:cubicBezTo>
                  <a:cubicBezTo>
                    <a:pt x="5603" y="2213"/>
                    <a:pt x="5523" y="1865"/>
                    <a:pt x="5130" y="1687"/>
                  </a:cubicBezTo>
                  <a:cubicBezTo>
                    <a:pt x="5002" y="1630"/>
                    <a:pt x="4848" y="1612"/>
                    <a:pt x="4698" y="1612"/>
                  </a:cubicBezTo>
                  <a:cubicBezTo>
                    <a:pt x="4400" y="1612"/>
                    <a:pt x="4122" y="1687"/>
                    <a:pt x="4122" y="1687"/>
                  </a:cubicBezTo>
                  <a:cubicBezTo>
                    <a:pt x="4122" y="1687"/>
                    <a:pt x="4381" y="1393"/>
                    <a:pt x="4961" y="1294"/>
                  </a:cubicBezTo>
                  <a:cubicBezTo>
                    <a:pt x="4961" y="1294"/>
                    <a:pt x="4901" y="1289"/>
                    <a:pt x="4806" y="1289"/>
                  </a:cubicBezTo>
                  <a:cubicBezTo>
                    <a:pt x="4664" y="1289"/>
                    <a:pt x="4443" y="1302"/>
                    <a:pt x="4229" y="1366"/>
                  </a:cubicBezTo>
                  <a:cubicBezTo>
                    <a:pt x="4229" y="1366"/>
                    <a:pt x="4515" y="982"/>
                    <a:pt x="5353" y="964"/>
                  </a:cubicBezTo>
                  <a:cubicBezTo>
                    <a:pt x="5353" y="964"/>
                    <a:pt x="5187" y="899"/>
                    <a:pt x="4870" y="899"/>
                  </a:cubicBezTo>
                  <a:cubicBezTo>
                    <a:pt x="4798" y="899"/>
                    <a:pt x="4718" y="903"/>
                    <a:pt x="4631" y="911"/>
                  </a:cubicBezTo>
                  <a:cubicBezTo>
                    <a:pt x="4158" y="955"/>
                    <a:pt x="3837" y="1205"/>
                    <a:pt x="3837" y="1205"/>
                  </a:cubicBezTo>
                  <a:cubicBezTo>
                    <a:pt x="3837" y="1205"/>
                    <a:pt x="4203" y="715"/>
                    <a:pt x="4747" y="545"/>
                  </a:cubicBezTo>
                  <a:lnTo>
                    <a:pt x="4747" y="545"/>
                  </a:lnTo>
                  <a:cubicBezTo>
                    <a:pt x="4747" y="545"/>
                    <a:pt x="3890" y="554"/>
                    <a:pt x="3444" y="1161"/>
                  </a:cubicBezTo>
                  <a:cubicBezTo>
                    <a:pt x="3444" y="1161"/>
                    <a:pt x="3569" y="527"/>
                    <a:pt x="4229" y="72"/>
                  </a:cubicBezTo>
                  <a:lnTo>
                    <a:pt x="4229" y="72"/>
                  </a:lnTo>
                  <a:cubicBezTo>
                    <a:pt x="4229" y="72"/>
                    <a:pt x="3640" y="269"/>
                    <a:pt x="3266" y="884"/>
                  </a:cubicBezTo>
                  <a:cubicBezTo>
                    <a:pt x="3266" y="884"/>
                    <a:pt x="3328" y="492"/>
                    <a:pt x="3462" y="1"/>
                  </a:cubicBezTo>
                  <a:lnTo>
                    <a:pt x="3462" y="1"/>
                  </a:lnTo>
                  <a:cubicBezTo>
                    <a:pt x="3462" y="1"/>
                    <a:pt x="2989" y="304"/>
                    <a:pt x="2838" y="973"/>
                  </a:cubicBezTo>
                  <a:cubicBezTo>
                    <a:pt x="2686" y="304"/>
                    <a:pt x="2213" y="1"/>
                    <a:pt x="2213"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3" name="Google Shape;1703;p39"/>
            <p:cNvGrpSpPr/>
            <p:nvPr/>
          </p:nvGrpSpPr>
          <p:grpSpPr>
            <a:xfrm>
              <a:off x="4025327" y="4080797"/>
              <a:ext cx="659136" cy="1697576"/>
              <a:chOff x="4025327" y="4080797"/>
              <a:chExt cx="659136" cy="1697576"/>
            </a:xfrm>
          </p:grpSpPr>
          <p:sp>
            <p:nvSpPr>
              <p:cNvPr id="1704" name="Google Shape;1704;p39"/>
              <p:cNvSpPr/>
              <p:nvPr/>
            </p:nvSpPr>
            <p:spPr>
              <a:xfrm>
                <a:off x="4302184" y="4412109"/>
                <a:ext cx="105413" cy="1366264"/>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39"/>
              <p:cNvSpPr/>
              <p:nvPr/>
            </p:nvSpPr>
            <p:spPr>
              <a:xfrm>
                <a:off x="4346648" y="4412109"/>
                <a:ext cx="60948" cy="1366264"/>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39"/>
              <p:cNvSpPr/>
              <p:nvPr/>
            </p:nvSpPr>
            <p:spPr>
              <a:xfrm>
                <a:off x="4025327" y="4080797"/>
                <a:ext cx="659136" cy="514779"/>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39"/>
              <p:cNvSpPr/>
              <p:nvPr/>
            </p:nvSpPr>
            <p:spPr>
              <a:xfrm>
                <a:off x="4158719" y="4201478"/>
                <a:ext cx="392246" cy="307911"/>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8" name="Google Shape;1708;p39"/>
            <p:cNvSpPr/>
            <p:nvPr/>
          </p:nvSpPr>
          <p:spPr>
            <a:xfrm>
              <a:off x="5106404" y="4721645"/>
              <a:ext cx="87200" cy="1136603"/>
            </a:xfrm>
            <a:custGeom>
              <a:rect b="b" l="l" r="r" t="t"/>
              <a:pathLst>
                <a:path extrusionOk="0" h="11170" w="857">
                  <a:moveTo>
                    <a:pt x="206" y="1"/>
                  </a:moveTo>
                  <a:cubicBezTo>
                    <a:pt x="206" y="1"/>
                    <a:pt x="0" y="563"/>
                    <a:pt x="206" y="1749"/>
                  </a:cubicBezTo>
                  <a:cubicBezTo>
                    <a:pt x="357" y="2677"/>
                    <a:pt x="206" y="11170"/>
                    <a:pt x="206" y="11170"/>
                  </a:cubicBezTo>
                  <a:lnTo>
                    <a:pt x="652" y="11170"/>
                  </a:lnTo>
                  <a:cubicBezTo>
                    <a:pt x="652" y="11170"/>
                    <a:pt x="500" y="2677"/>
                    <a:pt x="652" y="1749"/>
                  </a:cubicBezTo>
                  <a:cubicBezTo>
                    <a:pt x="857" y="563"/>
                    <a:pt x="652" y="1"/>
                    <a:pt x="652"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39"/>
            <p:cNvSpPr/>
            <p:nvPr/>
          </p:nvSpPr>
          <p:spPr>
            <a:xfrm>
              <a:off x="5143644" y="4721645"/>
              <a:ext cx="49959" cy="1136603"/>
            </a:xfrm>
            <a:custGeom>
              <a:rect b="b" l="l" r="r" t="t"/>
              <a:pathLst>
                <a:path extrusionOk="0" h="11170" w="491">
                  <a:moveTo>
                    <a:pt x="161" y="1"/>
                  </a:moveTo>
                  <a:cubicBezTo>
                    <a:pt x="161" y="1"/>
                    <a:pt x="357" y="563"/>
                    <a:pt x="161" y="1749"/>
                  </a:cubicBezTo>
                  <a:cubicBezTo>
                    <a:pt x="0" y="2677"/>
                    <a:pt x="161" y="11170"/>
                    <a:pt x="161" y="11170"/>
                  </a:cubicBezTo>
                  <a:lnTo>
                    <a:pt x="286" y="11170"/>
                  </a:lnTo>
                  <a:cubicBezTo>
                    <a:pt x="286" y="11170"/>
                    <a:pt x="134" y="2677"/>
                    <a:pt x="286" y="1749"/>
                  </a:cubicBezTo>
                  <a:cubicBezTo>
                    <a:pt x="491" y="563"/>
                    <a:pt x="286" y="1"/>
                    <a:pt x="286"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39"/>
            <p:cNvSpPr/>
            <p:nvPr/>
          </p:nvSpPr>
          <p:spPr>
            <a:xfrm>
              <a:off x="4875842" y="4445688"/>
              <a:ext cx="547415" cy="428592"/>
            </a:xfrm>
            <a:custGeom>
              <a:rect b="b" l="l" r="r" t="t"/>
              <a:pathLst>
                <a:path extrusionOk="0" h="4212" w="5380">
                  <a:moveTo>
                    <a:pt x="2106" y="1"/>
                  </a:moveTo>
                  <a:cubicBezTo>
                    <a:pt x="2231" y="473"/>
                    <a:pt x="2293" y="839"/>
                    <a:pt x="2293" y="839"/>
                  </a:cubicBezTo>
                  <a:cubicBezTo>
                    <a:pt x="1936" y="259"/>
                    <a:pt x="1374" y="72"/>
                    <a:pt x="1374" y="72"/>
                  </a:cubicBezTo>
                  <a:lnTo>
                    <a:pt x="1374" y="72"/>
                  </a:lnTo>
                  <a:cubicBezTo>
                    <a:pt x="1999" y="500"/>
                    <a:pt x="2115" y="1098"/>
                    <a:pt x="2115" y="1098"/>
                  </a:cubicBezTo>
                  <a:cubicBezTo>
                    <a:pt x="1695" y="527"/>
                    <a:pt x="884" y="527"/>
                    <a:pt x="884" y="527"/>
                  </a:cubicBezTo>
                  <a:lnTo>
                    <a:pt x="884" y="527"/>
                  </a:lnTo>
                  <a:cubicBezTo>
                    <a:pt x="1410" y="687"/>
                    <a:pt x="1749" y="1142"/>
                    <a:pt x="1749" y="1142"/>
                  </a:cubicBezTo>
                  <a:cubicBezTo>
                    <a:pt x="1749" y="1142"/>
                    <a:pt x="1446" y="902"/>
                    <a:pt x="1000" y="866"/>
                  </a:cubicBezTo>
                  <a:cubicBezTo>
                    <a:pt x="909" y="857"/>
                    <a:pt x="827" y="853"/>
                    <a:pt x="753" y="853"/>
                  </a:cubicBezTo>
                  <a:cubicBezTo>
                    <a:pt x="461" y="853"/>
                    <a:pt x="313" y="910"/>
                    <a:pt x="313" y="910"/>
                  </a:cubicBezTo>
                  <a:cubicBezTo>
                    <a:pt x="1107" y="937"/>
                    <a:pt x="1383" y="1303"/>
                    <a:pt x="1383" y="1303"/>
                  </a:cubicBezTo>
                  <a:cubicBezTo>
                    <a:pt x="1174" y="1239"/>
                    <a:pt x="966" y="1226"/>
                    <a:pt x="832" y="1226"/>
                  </a:cubicBezTo>
                  <a:cubicBezTo>
                    <a:pt x="743" y="1226"/>
                    <a:pt x="687" y="1232"/>
                    <a:pt x="687" y="1232"/>
                  </a:cubicBezTo>
                  <a:cubicBezTo>
                    <a:pt x="1232" y="1330"/>
                    <a:pt x="1481" y="1606"/>
                    <a:pt x="1481" y="1606"/>
                  </a:cubicBezTo>
                  <a:cubicBezTo>
                    <a:pt x="1481" y="1606"/>
                    <a:pt x="1220" y="1531"/>
                    <a:pt x="934" y="1531"/>
                  </a:cubicBezTo>
                  <a:cubicBezTo>
                    <a:pt x="791" y="1531"/>
                    <a:pt x="643" y="1550"/>
                    <a:pt x="518" y="1606"/>
                  </a:cubicBezTo>
                  <a:cubicBezTo>
                    <a:pt x="152" y="1776"/>
                    <a:pt x="81" y="2106"/>
                    <a:pt x="81" y="2106"/>
                  </a:cubicBezTo>
                  <a:cubicBezTo>
                    <a:pt x="249" y="1895"/>
                    <a:pt x="521" y="1756"/>
                    <a:pt x="851" y="1756"/>
                  </a:cubicBezTo>
                  <a:cubicBezTo>
                    <a:pt x="870" y="1756"/>
                    <a:pt x="890" y="1757"/>
                    <a:pt x="910" y="1758"/>
                  </a:cubicBezTo>
                  <a:cubicBezTo>
                    <a:pt x="1223" y="1767"/>
                    <a:pt x="1374" y="1910"/>
                    <a:pt x="1374" y="1910"/>
                  </a:cubicBezTo>
                  <a:cubicBezTo>
                    <a:pt x="1374" y="1910"/>
                    <a:pt x="1275" y="1893"/>
                    <a:pt x="1127" y="1893"/>
                  </a:cubicBezTo>
                  <a:cubicBezTo>
                    <a:pt x="954" y="1893"/>
                    <a:pt x="713" y="1916"/>
                    <a:pt x="482" y="2017"/>
                  </a:cubicBezTo>
                  <a:cubicBezTo>
                    <a:pt x="63" y="2204"/>
                    <a:pt x="0" y="2543"/>
                    <a:pt x="0" y="2543"/>
                  </a:cubicBezTo>
                  <a:cubicBezTo>
                    <a:pt x="277" y="2231"/>
                    <a:pt x="785" y="2168"/>
                    <a:pt x="786" y="2168"/>
                  </a:cubicBezTo>
                  <a:lnTo>
                    <a:pt x="786" y="2168"/>
                  </a:lnTo>
                  <a:cubicBezTo>
                    <a:pt x="143" y="2481"/>
                    <a:pt x="36" y="3034"/>
                    <a:pt x="36" y="3034"/>
                  </a:cubicBezTo>
                  <a:cubicBezTo>
                    <a:pt x="241" y="2811"/>
                    <a:pt x="643" y="2686"/>
                    <a:pt x="643" y="2686"/>
                  </a:cubicBezTo>
                  <a:lnTo>
                    <a:pt x="643" y="2686"/>
                  </a:lnTo>
                  <a:cubicBezTo>
                    <a:pt x="215" y="3016"/>
                    <a:pt x="90" y="3489"/>
                    <a:pt x="90" y="3489"/>
                  </a:cubicBezTo>
                  <a:cubicBezTo>
                    <a:pt x="366" y="3096"/>
                    <a:pt x="875" y="2918"/>
                    <a:pt x="875" y="2918"/>
                  </a:cubicBezTo>
                  <a:lnTo>
                    <a:pt x="875" y="2918"/>
                  </a:lnTo>
                  <a:cubicBezTo>
                    <a:pt x="661" y="3185"/>
                    <a:pt x="598" y="3551"/>
                    <a:pt x="598" y="3551"/>
                  </a:cubicBezTo>
                  <a:cubicBezTo>
                    <a:pt x="919" y="2802"/>
                    <a:pt x="1508" y="2686"/>
                    <a:pt x="1508" y="2686"/>
                  </a:cubicBezTo>
                  <a:lnTo>
                    <a:pt x="1508" y="2686"/>
                  </a:lnTo>
                  <a:cubicBezTo>
                    <a:pt x="928" y="2980"/>
                    <a:pt x="839" y="3756"/>
                    <a:pt x="839" y="3756"/>
                  </a:cubicBezTo>
                  <a:cubicBezTo>
                    <a:pt x="1107" y="3034"/>
                    <a:pt x="1633" y="2811"/>
                    <a:pt x="1633" y="2811"/>
                  </a:cubicBezTo>
                  <a:lnTo>
                    <a:pt x="1633" y="2811"/>
                  </a:lnTo>
                  <a:cubicBezTo>
                    <a:pt x="1071" y="3426"/>
                    <a:pt x="1294" y="4140"/>
                    <a:pt x="1294" y="4140"/>
                  </a:cubicBezTo>
                  <a:cubicBezTo>
                    <a:pt x="1294" y="3524"/>
                    <a:pt x="1588" y="3212"/>
                    <a:pt x="1588" y="3212"/>
                  </a:cubicBezTo>
                  <a:lnTo>
                    <a:pt x="1588" y="3212"/>
                  </a:lnTo>
                  <a:cubicBezTo>
                    <a:pt x="1464" y="3551"/>
                    <a:pt x="1517" y="3837"/>
                    <a:pt x="1517" y="3837"/>
                  </a:cubicBezTo>
                  <a:cubicBezTo>
                    <a:pt x="1642" y="3185"/>
                    <a:pt x="1999" y="2918"/>
                    <a:pt x="1999" y="2918"/>
                  </a:cubicBezTo>
                  <a:lnTo>
                    <a:pt x="1999" y="2918"/>
                  </a:lnTo>
                  <a:cubicBezTo>
                    <a:pt x="1785" y="3310"/>
                    <a:pt x="1820" y="3899"/>
                    <a:pt x="1820" y="3899"/>
                  </a:cubicBezTo>
                  <a:cubicBezTo>
                    <a:pt x="1927" y="3230"/>
                    <a:pt x="2266" y="2838"/>
                    <a:pt x="2266" y="2837"/>
                  </a:cubicBezTo>
                  <a:lnTo>
                    <a:pt x="2266" y="2837"/>
                  </a:lnTo>
                  <a:cubicBezTo>
                    <a:pt x="2008" y="3507"/>
                    <a:pt x="2284" y="4211"/>
                    <a:pt x="2284" y="4211"/>
                  </a:cubicBezTo>
                  <a:cubicBezTo>
                    <a:pt x="2195" y="3069"/>
                    <a:pt x="2695" y="2713"/>
                    <a:pt x="2695" y="2713"/>
                  </a:cubicBezTo>
                  <a:cubicBezTo>
                    <a:pt x="2695" y="2713"/>
                    <a:pt x="3194" y="3069"/>
                    <a:pt x="3105" y="4211"/>
                  </a:cubicBezTo>
                  <a:cubicBezTo>
                    <a:pt x="3105" y="4211"/>
                    <a:pt x="3382" y="3507"/>
                    <a:pt x="3114" y="2837"/>
                  </a:cubicBezTo>
                  <a:lnTo>
                    <a:pt x="3114" y="2837"/>
                  </a:lnTo>
                  <a:cubicBezTo>
                    <a:pt x="3114" y="2838"/>
                    <a:pt x="3453" y="3230"/>
                    <a:pt x="3560" y="3899"/>
                  </a:cubicBezTo>
                  <a:cubicBezTo>
                    <a:pt x="3560" y="3899"/>
                    <a:pt x="3605" y="3310"/>
                    <a:pt x="3390" y="2918"/>
                  </a:cubicBezTo>
                  <a:lnTo>
                    <a:pt x="3390" y="2918"/>
                  </a:lnTo>
                  <a:cubicBezTo>
                    <a:pt x="3391" y="2918"/>
                    <a:pt x="3747" y="3185"/>
                    <a:pt x="3872" y="3837"/>
                  </a:cubicBezTo>
                  <a:cubicBezTo>
                    <a:pt x="3872" y="3837"/>
                    <a:pt x="3926" y="3551"/>
                    <a:pt x="3801" y="3212"/>
                  </a:cubicBezTo>
                  <a:lnTo>
                    <a:pt x="3801" y="3212"/>
                  </a:lnTo>
                  <a:cubicBezTo>
                    <a:pt x="3801" y="3212"/>
                    <a:pt x="4095" y="3524"/>
                    <a:pt x="4095" y="4140"/>
                  </a:cubicBezTo>
                  <a:cubicBezTo>
                    <a:pt x="4095" y="4140"/>
                    <a:pt x="4318" y="3426"/>
                    <a:pt x="3747" y="2811"/>
                  </a:cubicBezTo>
                  <a:lnTo>
                    <a:pt x="3747" y="2811"/>
                  </a:lnTo>
                  <a:cubicBezTo>
                    <a:pt x="3747" y="2811"/>
                    <a:pt x="4274" y="3034"/>
                    <a:pt x="4550" y="3756"/>
                  </a:cubicBezTo>
                  <a:cubicBezTo>
                    <a:pt x="4550" y="3756"/>
                    <a:pt x="4452" y="2980"/>
                    <a:pt x="3881" y="2686"/>
                  </a:cubicBezTo>
                  <a:lnTo>
                    <a:pt x="3881" y="2686"/>
                  </a:lnTo>
                  <a:cubicBezTo>
                    <a:pt x="3881" y="2686"/>
                    <a:pt x="4470" y="2802"/>
                    <a:pt x="4791" y="3551"/>
                  </a:cubicBezTo>
                  <a:cubicBezTo>
                    <a:pt x="4791" y="3551"/>
                    <a:pt x="4729" y="3185"/>
                    <a:pt x="4515" y="2918"/>
                  </a:cubicBezTo>
                  <a:lnTo>
                    <a:pt x="4515" y="2918"/>
                  </a:lnTo>
                  <a:cubicBezTo>
                    <a:pt x="4515" y="2918"/>
                    <a:pt x="5014" y="3096"/>
                    <a:pt x="5300" y="3489"/>
                  </a:cubicBezTo>
                  <a:cubicBezTo>
                    <a:pt x="5300" y="3489"/>
                    <a:pt x="5166" y="3016"/>
                    <a:pt x="4746" y="2686"/>
                  </a:cubicBezTo>
                  <a:lnTo>
                    <a:pt x="4746" y="2686"/>
                  </a:lnTo>
                  <a:cubicBezTo>
                    <a:pt x="4747" y="2686"/>
                    <a:pt x="5139" y="2811"/>
                    <a:pt x="5353" y="3034"/>
                  </a:cubicBezTo>
                  <a:cubicBezTo>
                    <a:pt x="5353" y="3034"/>
                    <a:pt x="5246" y="2481"/>
                    <a:pt x="4604" y="2168"/>
                  </a:cubicBezTo>
                  <a:lnTo>
                    <a:pt x="4604" y="2168"/>
                  </a:lnTo>
                  <a:cubicBezTo>
                    <a:pt x="4604" y="2168"/>
                    <a:pt x="5103" y="2231"/>
                    <a:pt x="5380" y="2543"/>
                  </a:cubicBezTo>
                  <a:cubicBezTo>
                    <a:pt x="5380" y="2543"/>
                    <a:pt x="5326" y="2204"/>
                    <a:pt x="4898" y="2017"/>
                  </a:cubicBezTo>
                  <a:cubicBezTo>
                    <a:pt x="4672" y="1916"/>
                    <a:pt x="4431" y="1893"/>
                    <a:pt x="4256" y="1893"/>
                  </a:cubicBezTo>
                  <a:cubicBezTo>
                    <a:pt x="4107" y="1893"/>
                    <a:pt x="4006" y="1910"/>
                    <a:pt x="4006" y="1910"/>
                  </a:cubicBezTo>
                  <a:cubicBezTo>
                    <a:pt x="4006" y="1910"/>
                    <a:pt x="4158" y="1767"/>
                    <a:pt x="4470" y="1758"/>
                  </a:cubicBezTo>
                  <a:cubicBezTo>
                    <a:pt x="4490" y="1757"/>
                    <a:pt x="4510" y="1756"/>
                    <a:pt x="4530" y="1756"/>
                  </a:cubicBezTo>
                  <a:cubicBezTo>
                    <a:pt x="4861" y="1756"/>
                    <a:pt x="5140" y="1895"/>
                    <a:pt x="5308" y="2106"/>
                  </a:cubicBezTo>
                  <a:cubicBezTo>
                    <a:pt x="5308" y="2106"/>
                    <a:pt x="5237" y="1776"/>
                    <a:pt x="4871" y="1606"/>
                  </a:cubicBezTo>
                  <a:cubicBezTo>
                    <a:pt x="4746" y="1550"/>
                    <a:pt x="4598" y="1531"/>
                    <a:pt x="4455" y="1531"/>
                  </a:cubicBezTo>
                  <a:cubicBezTo>
                    <a:pt x="4170" y="1531"/>
                    <a:pt x="3908" y="1606"/>
                    <a:pt x="3908" y="1606"/>
                  </a:cubicBezTo>
                  <a:cubicBezTo>
                    <a:pt x="3908" y="1606"/>
                    <a:pt x="4149" y="1330"/>
                    <a:pt x="4702" y="1232"/>
                  </a:cubicBezTo>
                  <a:cubicBezTo>
                    <a:pt x="4702" y="1232"/>
                    <a:pt x="4645" y="1226"/>
                    <a:pt x="4555" y="1226"/>
                  </a:cubicBezTo>
                  <a:cubicBezTo>
                    <a:pt x="4419" y="1226"/>
                    <a:pt x="4209" y="1239"/>
                    <a:pt x="4006" y="1303"/>
                  </a:cubicBezTo>
                  <a:cubicBezTo>
                    <a:pt x="4006" y="1303"/>
                    <a:pt x="4283" y="937"/>
                    <a:pt x="5077" y="910"/>
                  </a:cubicBezTo>
                  <a:cubicBezTo>
                    <a:pt x="5077" y="910"/>
                    <a:pt x="4922" y="853"/>
                    <a:pt x="4632" y="853"/>
                  </a:cubicBezTo>
                  <a:cubicBezTo>
                    <a:pt x="4560" y="853"/>
                    <a:pt x="4479" y="857"/>
                    <a:pt x="4390" y="866"/>
                  </a:cubicBezTo>
                  <a:cubicBezTo>
                    <a:pt x="3935" y="902"/>
                    <a:pt x="3640" y="1142"/>
                    <a:pt x="3640" y="1142"/>
                  </a:cubicBezTo>
                  <a:cubicBezTo>
                    <a:pt x="3640" y="1142"/>
                    <a:pt x="3979" y="687"/>
                    <a:pt x="4506" y="527"/>
                  </a:cubicBezTo>
                  <a:lnTo>
                    <a:pt x="4506" y="527"/>
                  </a:lnTo>
                  <a:cubicBezTo>
                    <a:pt x="4505" y="527"/>
                    <a:pt x="3685" y="527"/>
                    <a:pt x="3266" y="1098"/>
                  </a:cubicBezTo>
                  <a:cubicBezTo>
                    <a:pt x="3266" y="1098"/>
                    <a:pt x="3382" y="500"/>
                    <a:pt x="4006" y="72"/>
                  </a:cubicBezTo>
                  <a:lnTo>
                    <a:pt x="4006" y="72"/>
                  </a:lnTo>
                  <a:cubicBezTo>
                    <a:pt x="4006" y="72"/>
                    <a:pt x="3444" y="259"/>
                    <a:pt x="3096" y="839"/>
                  </a:cubicBezTo>
                  <a:cubicBezTo>
                    <a:pt x="3096" y="839"/>
                    <a:pt x="3159" y="473"/>
                    <a:pt x="3283" y="1"/>
                  </a:cubicBezTo>
                  <a:lnTo>
                    <a:pt x="3283" y="1"/>
                  </a:lnTo>
                  <a:cubicBezTo>
                    <a:pt x="3283" y="1"/>
                    <a:pt x="2837" y="295"/>
                    <a:pt x="2695" y="919"/>
                  </a:cubicBezTo>
                  <a:cubicBezTo>
                    <a:pt x="2552" y="295"/>
                    <a:pt x="2106" y="1"/>
                    <a:pt x="2106" y="1"/>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39"/>
            <p:cNvSpPr/>
            <p:nvPr/>
          </p:nvSpPr>
          <p:spPr>
            <a:xfrm>
              <a:off x="4986545" y="4546425"/>
              <a:ext cx="326923" cy="256117"/>
            </a:xfrm>
            <a:custGeom>
              <a:rect b="b" l="l" r="r" t="t"/>
              <a:pathLst>
                <a:path extrusionOk="0" h="2517" w="3213">
                  <a:moveTo>
                    <a:pt x="1955" y="1"/>
                  </a:moveTo>
                  <a:cubicBezTo>
                    <a:pt x="1954" y="1"/>
                    <a:pt x="1687" y="179"/>
                    <a:pt x="1607" y="554"/>
                  </a:cubicBezTo>
                  <a:cubicBezTo>
                    <a:pt x="1517" y="179"/>
                    <a:pt x="1250" y="1"/>
                    <a:pt x="1250" y="1"/>
                  </a:cubicBezTo>
                  <a:lnTo>
                    <a:pt x="1250" y="1"/>
                  </a:lnTo>
                  <a:cubicBezTo>
                    <a:pt x="1330" y="286"/>
                    <a:pt x="1366" y="500"/>
                    <a:pt x="1366" y="500"/>
                  </a:cubicBezTo>
                  <a:cubicBezTo>
                    <a:pt x="1152" y="161"/>
                    <a:pt x="822" y="45"/>
                    <a:pt x="822" y="45"/>
                  </a:cubicBezTo>
                  <a:lnTo>
                    <a:pt x="822" y="45"/>
                  </a:lnTo>
                  <a:cubicBezTo>
                    <a:pt x="1196" y="304"/>
                    <a:pt x="1259" y="661"/>
                    <a:pt x="1259" y="661"/>
                  </a:cubicBezTo>
                  <a:cubicBezTo>
                    <a:pt x="1009" y="322"/>
                    <a:pt x="527" y="313"/>
                    <a:pt x="527" y="313"/>
                  </a:cubicBezTo>
                  <a:lnTo>
                    <a:pt x="527" y="313"/>
                  </a:lnTo>
                  <a:cubicBezTo>
                    <a:pt x="839" y="411"/>
                    <a:pt x="1045" y="688"/>
                    <a:pt x="1045" y="688"/>
                  </a:cubicBezTo>
                  <a:cubicBezTo>
                    <a:pt x="1045" y="688"/>
                    <a:pt x="866" y="545"/>
                    <a:pt x="590" y="518"/>
                  </a:cubicBezTo>
                  <a:cubicBezTo>
                    <a:pt x="536" y="513"/>
                    <a:pt x="488" y="511"/>
                    <a:pt x="444" y="511"/>
                  </a:cubicBezTo>
                  <a:cubicBezTo>
                    <a:pt x="271" y="511"/>
                    <a:pt x="179" y="545"/>
                    <a:pt x="179" y="545"/>
                  </a:cubicBezTo>
                  <a:cubicBezTo>
                    <a:pt x="661" y="563"/>
                    <a:pt x="822" y="777"/>
                    <a:pt x="822" y="777"/>
                  </a:cubicBezTo>
                  <a:cubicBezTo>
                    <a:pt x="711" y="743"/>
                    <a:pt x="601" y="736"/>
                    <a:pt x="522" y="736"/>
                  </a:cubicBezTo>
                  <a:cubicBezTo>
                    <a:pt x="455" y="736"/>
                    <a:pt x="411" y="741"/>
                    <a:pt x="411" y="741"/>
                  </a:cubicBezTo>
                  <a:cubicBezTo>
                    <a:pt x="732" y="795"/>
                    <a:pt x="875" y="964"/>
                    <a:pt x="875" y="964"/>
                  </a:cubicBezTo>
                  <a:cubicBezTo>
                    <a:pt x="875" y="964"/>
                    <a:pt x="720" y="917"/>
                    <a:pt x="551" y="917"/>
                  </a:cubicBezTo>
                  <a:cubicBezTo>
                    <a:pt x="467" y="917"/>
                    <a:pt x="378" y="929"/>
                    <a:pt x="304" y="964"/>
                  </a:cubicBezTo>
                  <a:cubicBezTo>
                    <a:pt x="90" y="1062"/>
                    <a:pt x="45" y="1259"/>
                    <a:pt x="45" y="1259"/>
                  </a:cubicBezTo>
                  <a:cubicBezTo>
                    <a:pt x="147" y="1132"/>
                    <a:pt x="313" y="1053"/>
                    <a:pt x="513" y="1053"/>
                  </a:cubicBezTo>
                  <a:cubicBezTo>
                    <a:pt x="523" y="1053"/>
                    <a:pt x="534" y="1053"/>
                    <a:pt x="545" y="1053"/>
                  </a:cubicBezTo>
                  <a:cubicBezTo>
                    <a:pt x="732" y="1053"/>
                    <a:pt x="822" y="1143"/>
                    <a:pt x="822" y="1143"/>
                  </a:cubicBezTo>
                  <a:cubicBezTo>
                    <a:pt x="822" y="1143"/>
                    <a:pt x="758" y="1130"/>
                    <a:pt x="663" y="1130"/>
                  </a:cubicBezTo>
                  <a:cubicBezTo>
                    <a:pt x="560" y="1130"/>
                    <a:pt x="421" y="1145"/>
                    <a:pt x="286" y="1205"/>
                  </a:cubicBezTo>
                  <a:cubicBezTo>
                    <a:pt x="37" y="1312"/>
                    <a:pt x="1" y="1517"/>
                    <a:pt x="1" y="1517"/>
                  </a:cubicBezTo>
                  <a:cubicBezTo>
                    <a:pt x="170" y="1330"/>
                    <a:pt x="465" y="1294"/>
                    <a:pt x="465" y="1294"/>
                  </a:cubicBezTo>
                  <a:lnTo>
                    <a:pt x="465" y="1294"/>
                  </a:lnTo>
                  <a:cubicBezTo>
                    <a:pt x="81" y="1482"/>
                    <a:pt x="19" y="1812"/>
                    <a:pt x="19" y="1812"/>
                  </a:cubicBezTo>
                  <a:cubicBezTo>
                    <a:pt x="144" y="1678"/>
                    <a:pt x="384" y="1607"/>
                    <a:pt x="384" y="1607"/>
                  </a:cubicBezTo>
                  <a:lnTo>
                    <a:pt x="384" y="1607"/>
                  </a:lnTo>
                  <a:cubicBezTo>
                    <a:pt x="126" y="1803"/>
                    <a:pt x="54" y="2079"/>
                    <a:pt x="54" y="2079"/>
                  </a:cubicBezTo>
                  <a:cubicBezTo>
                    <a:pt x="215" y="1847"/>
                    <a:pt x="518" y="1740"/>
                    <a:pt x="518" y="1740"/>
                  </a:cubicBezTo>
                  <a:lnTo>
                    <a:pt x="518" y="1740"/>
                  </a:lnTo>
                  <a:cubicBezTo>
                    <a:pt x="393" y="1901"/>
                    <a:pt x="349" y="2115"/>
                    <a:pt x="349" y="2115"/>
                  </a:cubicBezTo>
                  <a:cubicBezTo>
                    <a:pt x="545" y="1678"/>
                    <a:pt x="893" y="1607"/>
                    <a:pt x="893" y="1607"/>
                  </a:cubicBezTo>
                  <a:lnTo>
                    <a:pt x="893" y="1607"/>
                  </a:lnTo>
                  <a:cubicBezTo>
                    <a:pt x="554" y="1785"/>
                    <a:pt x="500" y="2249"/>
                    <a:pt x="500" y="2249"/>
                  </a:cubicBezTo>
                  <a:cubicBezTo>
                    <a:pt x="661" y="1812"/>
                    <a:pt x="973" y="1678"/>
                    <a:pt x="973" y="1678"/>
                  </a:cubicBezTo>
                  <a:lnTo>
                    <a:pt x="973" y="1678"/>
                  </a:lnTo>
                  <a:cubicBezTo>
                    <a:pt x="634" y="2053"/>
                    <a:pt x="768" y="2472"/>
                    <a:pt x="768" y="2472"/>
                  </a:cubicBezTo>
                  <a:cubicBezTo>
                    <a:pt x="768" y="2106"/>
                    <a:pt x="946" y="1919"/>
                    <a:pt x="946" y="1919"/>
                  </a:cubicBezTo>
                  <a:lnTo>
                    <a:pt x="946" y="1919"/>
                  </a:lnTo>
                  <a:cubicBezTo>
                    <a:pt x="866" y="2124"/>
                    <a:pt x="902" y="2293"/>
                    <a:pt x="902" y="2293"/>
                  </a:cubicBezTo>
                  <a:cubicBezTo>
                    <a:pt x="973" y="1901"/>
                    <a:pt x="1187" y="1749"/>
                    <a:pt x="1187" y="1749"/>
                  </a:cubicBezTo>
                  <a:lnTo>
                    <a:pt x="1187" y="1749"/>
                  </a:lnTo>
                  <a:cubicBezTo>
                    <a:pt x="1062" y="1972"/>
                    <a:pt x="1089" y="2329"/>
                    <a:pt x="1089" y="2329"/>
                  </a:cubicBezTo>
                  <a:cubicBezTo>
                    <a:pt x="1152" y="1928"/>
                    <a:pt x="1357" y="1696"/>
                    <a:pt x="1357" y="1696"/>
                  </a:cubicBezTo>
                  <a:lnTo>
                    <a:pt x="1357" y="1696"/>
                  </a:lnTo>
                  <a:cubicBezTo>
                    <a:pt x="1196" y="2088"/>
                    <a:pt x="1357" y="2517"/>
                    <a:pt x="1357" y="2517"/>
                  </a:cubicBezTo>
                  <a:cubicBezTo>
                    <a:pt x="1303" y="1830"/>
                    <a:pt x="1607" y="1624"/>
                    <a:pt x="1607" y="1624"/>
                  </a:cubicBezTo>
                  <a:cubicBezTo>
                    <a:pt x="1607" y="1624"/>
                    <a:pt x="1901" y="1830"/>
                    <a:pt x="1847" y="2517"/>
                  </a:cubicBezTo>
                  <a:cubicBezTo>
                    <a:pt x="1847" y="2517"/>
                    <a:pt x="2017" y="2088"/>
                    <a:pt x="1856" y="1696"/>
                  </a:cubicBezTo>
                  <a:lnTo>
                    <a:pt x="1856" y="1696"/>
                  </a:lnTo>
                  <a:cubicBezTo>
                    <a:pt x="1856" y="1696"/>
                    <a:pt x="2062" y="1928"/>
                    <a:pt x="2124" y="2329"/>
                  </a:cubicBezTo>
                  <a:cubicBezTo>
                    <a:pt x="2124" y="2329"/>
                    <a:pt x="2151" y="1972"/>
                    <a:pt x="2017" y="1749"/>
                  </a:cubicBezTo>
                  <a:lnTo>
                    <a:pt x="2017" y="1749"/>
                  </a:lnTo>
                  <a:cubicBezTo>
                    <a:pt x="2017" y="1749"/>
                    <a:pt x="2231" y="1901"/>
                    <a:pt x="2302" y="2293"/>
                  </a:cubicBezTo>
                  <a:cubicBezTo>
                    <a:pt x="2302" y="2293"/>
                    <a:pt x="2338" y="2124"/>
                    <a:pt x="2267" y="1919"/>
                  </a:cubicBezTo>
                  <a:lnTo>
                    <a:pt x="2267" y="1919"/>
                  </a:lnTo>
                  <a:cubicBezTo>
                    <a:pt x="2267" y="1919"/>
                    <a:pt x="2436" y="2106"/>
                    <a:pt x="2436" y="2472"/>
                  </a:cubicBezTo>
                  <a:cubicBezTo>
                    <a:pt x="2436" y="2472"/>
                    <a:pt x="2570" y="2053"/>
                    <a:pt x="2240" y="1678"/>
                  </a:cubicBezTo>
                  <a:lnTo>
                    <a:pt x="2240" y="1678"/>
                  </a:lnTo>
                  <a:cubicBezTo>
                    <a:pt x="2240" y="1678"/>
                    <a:pt x="2552" y="1812"/>
                    <a:pt x="2713" y="2249"/>
                  </a:cubicBezTo>
                  <a:cubicBezTo>
                    <a:pt x="2713" y="2249"/>
                    <a:pt x="2659" y="1785"/>
                    <a:pt x="2311" y="1607"/>
                  </a:cubicBezTo>
                  <a:lnTo>
                    <a:pt x="2311" y="1607"/>
                  </a:lnTo>
                  <a:cubicBezTo>
                    <a:pt x="2311" y="1607"/>
                    <a:pt x="2668" y="1678"/>
                    <a:pt x="2856" y="2115"/>
                  </a:cubicBezTo>
                  <a:cubicBezTo>
                    <a:pt x="2856" y="2115"/>
                    <a:pt x="2820" y="1901"/>
                    <a:pt x="2695" y="1740"/>
                  </a:cubicBezTo>
                  <a:lnTo>
                    <a:pt x="2695" y="1740"/>
                  </a:lnTo>
                  <a:cubicBezTo>
                    <a:pt x="2695" y="1740"/>
                    <a:pt x="2989" y="1847"/>
                    <a:pt x="3159" y="2079"/>
                  </a:cubicBezTo>
                  <a:cubicBezTo>
                    <a:pt x="3159" y="2079"/>
                    <a:pt x="3079" y="1803"/>
                    <a:pt x="2829" y="1607"/>
                  </a:cubicBezTo>
                  <a:lnTo>
                    <a:pt x="2829" y="1607"/>
                  </a:lnTo>
                  <a:cubicBezTo>
                    <a:pt x="2829" y="1607"/>
                    <a:pt x="3070" y="1678"/>
                    <a:pt x="3195" y="1812"/>
                  </a:cubicBezTo>
                  <a:cubicBezTo>
                    <a:pt x="3195" y="1812"/>
                    <a:pt x="3132" y="1482"/>
                    <a:pt x="2740" y="1294"/>
                  </a:cubicBezTo>
                  <a:lnTo>
                    <a:pt x="2740" y="1294"/>
                  </a:lnTo>
                  <a:cubicBezTo>
                    <a:pt x="2740" y="1294"/>
                    <a:pt x="3043" y="1330"/>
                    <a:pt x="3212" y="1517"/>
                  </a:cubicBezTo>
                  <a:cubicBezTo>
                    <a:pt x="3212" y="1517"/>
                    <a:pt x="3177" y="1312"/>
                    <a:pt x="2927" y="1205"/>
                  </a:cubicBezTo>
                  <a:cubicBezTo>
                    <a:pt x="2792" y="1145"/>
                    <a:pt x="2653" y="1130"/>
                    <a:pt x="2550" y="1130"/>
                  </a:cubicBezTo>
                  <a:cubicBezTo>
                    <a:pt x="2455" y="1130"/>
                    <a:pt x="2392" y="1143"/>
                    <a:pt x="2392" y="1143"/>
                  </a:cubicBezTo>
                  <a:cubicBezTo>
                    <a:pt x="2392" y="1143"/>
                    <a:pt x="2481" y="1053"/>
                    <a:pt x="2668" y="1053"/>
                  </a:cubicBezTo>
                  <a:cubicBezTo>
                    <a:pt x="2679" y="1053"/>
                    <a:pt x="2690" y="1053"/>
                    <a:pt x="2700" y="1053"/>
                  </a:cubicBezTo>
                  <a:cubicBezTo>
                    <a:pt x="2900" y="1053"/>
                    <a:pt x="3066" y="1132"/>
                    <a:pt x="3168" y="1259"/>
                  </a:cubicBezTo>
                  <a:cubicBezTo>
                    <a:pt x="3168" y="1259"/>
                    <a:pt x="3123" y="1062"/>
                    <a:pt x="2900" y="964"/>
                  </a:cubicBezTo>
                  <a:cubicBezTo>
                    <a:pt x="2826" y="929"/>
                    <a:pt x="2738" y="917"/>
                    <a:pt x="2653" y="917"/>
                  </a:cubicBezTo>
                  <a:cubicBezTo>
                    <a:pt x="2484" y="917"/>
                    <a:pt x="2329" y="964"/>
                    <a:pt x="2329" y="964"/>
                  </a:cubicBezTo>
                  <a:cubicBezTo>
                    <a:pt x="2329" y="964"/>
                    <a:pt x="2472" y="795"/>
                    <a:pt x="2802" y="741"/>
                  </a:cubicBezTo>
                  <a:cubicBezTo>
                    <a:pt x="2802" y="741"/>
                    <a:pt x="2756" y="736"/>
                    <a:pt x="2688" y="736"/>
                  </a:cubicBezTo>
                  <a:cubicBezTo>
                    <a:pt x="2608" y="736"/>
                    <a:pt x="2497" y="743"/>
                    <a:pt x="2392" y="777"/>
                  </a:cubicBezTo>
                  <a:cubicBezTo>
                    <a:pt x="2392" y="777"/>
                    <a:pt x="2552" y="563"/>
                    <a:pt x="3025" y="545"/>
                  </a:cubicBezTo>
                  <a:cubicBezTo>
                    <a:pt x="3025" y="545"/>
                    <a:pt x="2934" y="511"/>
                    <a:pt x="2760" y="511"/>
                  </a:cubicBezTo>
                  <a:cubicBezTo>
                    <a:pt x="2717" y="511"/>
                    <a:pt x="2668" y="513"/>
                    <a:pt x="2615" y="518"/>
                  </a:cubicBezTo>
                  <a:cubicBezTo>
                    <a:pt x="2347" y="545"/>
                    <a:pt x="2169" y="688"/>
                    <a:pt x="2169" y="688"/>
                  </a:cubicBezTo>
                  <a:cubicBezTo>
                    <a:pt x="2169" y="688"/>
                    <a:pt x="2374" y="411"/>
                    <a:pt x="2686" y="313"/>
                  </a:cubicBezTo>
                  <a:lnTo>
                    <a:pt x="2686" y="313"/>
                  </a:lnTo>
                  <a:cubicBezTo>
                    <a:pt x="2686" y="313"/>
                    <a:pt x="2195" y="322"/>
                    <a:pt x="1946" y="661"/>
                  </a:cubicBezTo>
                  <a:cubicBezTo>
                    <a:pt x="1946" y="661"/>
                    <a:pt x="2017" y="304"/>
                    <a:pt x="2392" y="45"/>
                  </a:cubicBezTo>
                  <a:lnTo>
                    <a:pt x="2392" y="45"/>
                  </a:lnTo>
                  <a:cubicBezTo>
                    <a:pt x="2392" y="45"/>
                    <a:pt x="2053" y="161"/>
                    <a:pt x="1847" y="500"/>
                  </a:cubicBezTo>
                  <a:cubicBezTo>
                    <a:pt x="1847" y="500"/>
                    <a:pt x="1883" y="286"/>
                    <a:pt x="1955"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2" name="Google Shape;1712;p39"/>
            <p:cNvGrpSpPr/>
            <p:nvPr/>
          </p:nvGrpSpPr>
          <p:grpSpPr>
            <a:xfrm>
              <a:off x="5106389" y="3947572"/>
              <a:ext cx="659136" cy="1697576"/>
              <a:chOff x="4025327" y="4080797"/>
              <a:chExt cx="659136" cy="1697576"/>
            </a:xfrm>
          </p:grpSpPr>
          <p:sp>
            <p:nvSpPr>
              <p:cNvPr id="1713" name="Google Shape;1713;p39"/>
              <p:cNvSpPr/>
              <p:nvPr/>
            </p:nvSpPr>
            <p:spPr>
              <a:xfrm>
                <a:off x="4302184" y="4412109"/>
                <a:ext cx="105413" cy="1366264"/>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39"/>
              <p:cNvSpPr/>
              <p:nvPr/>
            </p:nvSpPr>
            <p:spPr>
              <a:xfrm>
                <a:off x="4346648" y="4412109"/>
                <a:ext cx="60948" cy="1366264"/>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39"/>
              <p:cNvSpPr/>
              <p:nvPr/>
            </p:nvSpPr>
            <p:spPr>
              <a:xfrm>
                <a:off x="4025327" y="4080797"/>
                <a:ext cx="659136" cy="514779"/>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39"/>
              <p:cNvSpPr/>
              <p:nvPr/>
            </p:nvSpPr>
            <p:spPr>
              <a:xfrm>
                <a:off x="4158719" y="4201478"/>
                <a:ext cx="392246" cy="307911"/>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17" name="Google Shape;1717;p39"/>
          <p:cNvGrpSpPr/>
          <p:nvPr/>
        </p:nvGrpSpPr>
        <p:grpSpPr>
          <a:xfrm>
            <a:off x="2099002" y="3455897"/>
            <a:ext cx="7059754" cy="1819833"/>
            <a:chOff x="5739616" y="2566077"/>
            <a:chExt cx="1105003" cy="284838"/>
          </a:xfrm>
        </p:grpSpPr>
        <p:sp>
          <p:nvSpPr>
            <p:cNvPr id="1718" name="Google Shape;1718;p39"/>
            <p:cNvSpPr/>
            <p:nvPr/>
          </p:nvSpPr>
          <p:spPr>
            <a:xfrm>
              <a:off x="5797294" y="2673334"/>
              <a:ext cx="1047323" cy="177581"/>
            </a:xfrm>
            <a:custGeom>
              <a:rect b="b" l="l" r="r" t="t"/>
              <a:pathLst>
                <a:path extrusionOk="0" h="4889" w="28834">
                  <a:moveTo>
                    <a:pt x="28833" y="0"/>
                  </a:moveTo>
                  <a:lnTo>
                    <a:pt x="1" y="4889"/>
                  </a:lnTo>
                  <a:lnTo>
                    <a:pt x="28833" y="4889"/>
                  </a:lnTo>
                  <a:lnTo>
                    <a:pt x="2883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39"/>
            <p:cNvSpPr/>
            <p:nvPr/>
          </p:nvSpPr>
          <p:spPr>
            <a:xfrm>
              <a:off x="5797294" y="2673334"/>
              <a:ext cx="1047323" cy="177581"/>
            </a:xfrm>
            <a:custGeom>
              <a:rect b="b" l="l" r="r" t="t"/>
              <a:pathLst>
                <a:path extrusionOk="0" h="4889" w="28834">
                  <a:moveTo>
                    <a:pt x="28833" y="0"/>
                  </a:moveTo>
                  <a:lnTo>
                    <a:pt x="1" y="4889"/>
                  </a:lnTo>
                  <a:lnTo>
                    <a:pt x="2097" y="4889"/>
                  </a:lnTo>
                  <a:lnTo>
                    <a:pt x="28833" y="357"/>
                  </a:lnTo>
                  <a:lnTo>
                    <a:pt x="28833"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39"/>
            <p:cNvSpPr/>
            <p:nvPr/>
          </p:nvSpPr>
          <p:spPr>
            <a:xfrm>
              <a:off x="5739616" y="2647727"/>
              <a:ext cx="1105003" cy="203188"/>
            </a:xfrm>
            <a:custGeom>
              <a:rect b="b" l="l" r="r" t="t"/>
              <a:pathLst>
                <a:path extrusionOk="0" h="5594" w="30422">
                  <a:moveTo>
                    <a:pt x="30421" y="0"/>
                  </a:moveTo>
                  <a:lnTo>
                    <a:pt x="1" y="5166"/>
                  </a:lnTo>
                  <a:lnTo>
                    <a:pt x="1" y="5594"/>
                  </a:lnTo>
                  <a:lnTo>
                    <a:pt x="1589" y="5594"/>
                  </a:lnTo>
                  <a:lnTo>
                    <a:pt x="30421" y="705"/>
                  </a:lnTo>
                  <a:lnTo>
                    <a:pt x="30421"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39"/>
            <p:cNvSpPr/>
            <p:nvPr/>
          </p:nvSpPr>
          <p:spPr>
            <a:xfrm>
              <a:off x="5764568" y="2760142"/>
              <a:ext cx="19469" cy="1671"/>
            </a:xfrm>
            <a:custGeom>
              <a:rect b="b" l="l" r="r" t="t"/>
              <a:pathLst>
                <a:path extrusionOk="0" h="46" w="536">
                  <a:moveTo>
                    <a:pt x="277" y="1"/>
                  </a:moveTo>
                  <a:lnTo>
                    <a:pt x="1" y="45"/>
                  </a:lnTo>
                  <a:lnTo>
                    <a:pt x="259" y="45"/>
                  </a:lnTo>
                  <a:lnTo>
                    <a:pt x="536"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39"/>
            <p:cNvSpPr/>
            <p:nvPr/>
          </p:nvSpPr>
          <p:spPr>
            <a:xfrm>
              <a:off x="5773976" y="2760142"/>
              <a:ext cx="10061" cy="85903"/>
            </a:xfrm>
            <a:custGeom>
              <a:rect b="b" l="l" r="r" t="t"/>
              <a:pathLst>
                <a:path extrusionOk="0" h="2365" w="277">
                  <a:moveTo>
                    <a:pt x="277" y="1"/>
                  </a:moveTo>
                  <a:lnTo>
                    <a:pt x="0" y="45"/>
                  </a:lnTo>
                  <a:lnTo>
                    <a:pt x="0" y="2365"/>
                  </a:lnTo>
                  <a:lnTo>
                    <a:pt x="277" y="2311"/>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39"/>
            <p:cNvSpPr/>
            <p:nvPr/>
          </p:nvSpPr>
          <p:spPr>
            <a:xfrm>
              <a:off x="5764568" y="2761776"/>
              <a:ext cx="9444" cy="84268"/>
            </a:xfrm>
            <a:custGeom>
              <a:rect b="b" l="l" r="r" t="t"/>
              <a:pathLst>
                <a:path extrusionOk="0" h="2320" w="260">
                  <a:moveTo>
                    <a:pt x="1" y="0"/>
                  </a:moveTo>
                  <a:lnTo>
                    <a:pt x="1" y="2320"/>
                  </a:lnTo>
                  <a:lnTo>
                    <a:pt x="259" y="2320"/>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39"/>
            <p:cNvSpPr/>
            <p:nvPr/>
          </p:nvSpPr>
          <p:spPr>
            <a:xfrm>
              <a:off x="5833579" y="2748156"/>
              <a:ext cx="19505" cy="1998"/>
            </a:xfrm>
            <a:custGeom>
              <a:rect b="b" l="l" r="r" t="t"/>
              <a:pathLst>
                <a:path extrusionOk="0" h="55" w="537">
                  <a:moveTo>
                    <a:pt x="277" y="1"/>
                  </a:moveTo>
                  <a:lnTo>
                    <a:pt x="1" y="54"/>
                  </a:lnTo>
                  <a:lnTo>
                    <a:pt x="260" y="54"/>
                  </a:lnTo>
                  <a:lnTo>
                    <a:pt x="536"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39"/>
            <p:cNvSpPr/>
            <p:nvPr/>
          </p:nvSpPr>
          <p:spPr>
            <a:xfrm>
              <a:off x="5842986" y="2748156"/>
              <a:ext cx="10098" cy="85903"/>
            </a:xfrm>
            <a:custGeom>
              <a:rect b="b" l="l" r="r" t="t"/>
              <a:pathLst>
                <a:path extrusionOk="0" h="2365" w="278">
                  <a:moveTo>
                    <a:pt x="277" y="1"/>
                  </a:moveTo>
                  <a:lnTo>
                    <a:pt x="1" y="54"/>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39"/>
            <p:cNvSpPr/>
            <p:nvPr/>
          </p:nvSpPr>
          <p:spPr>
            <a:xfrm>
              <a:off x="5833579" y="2750117"/>
              <a:ext cx="9444" cy="83941"/>
            </a:xfrm>
            <a:custGeom>
              <a:rect b="b" l="l" r="r" t="t"/>
              <a:pathLst>
                <a:path extrusionOk="0" h="2311" w="260">
                  <a:moveTo>
                    <a:pt x="1" y="0"/>
                  </a:moveTo>
                  <a:lnTo>
                    <a:pt x="1" y="2311"/>
                  </a:lnTo>
                  <a:lnTo>
                    <a:pt x="260" y="2311"/>
                  </a:lnTo>
                  <a:lnTo>
                    <a:pt x="260"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39"/>
            <p:cNvSpPr/>
            <p:nvPr/>
          </p:nvSpPr>
          <p:spPr>
            <a:xfrm>
              <a:off x="5902626" y="2736497"/>
              <a:ext cx="19469" cy="1998"/>
            </a:xfrm>
            <a:custGeom>
              <a:rect b="b" l="l" r="r" t="t"/>
              <a:pathLst>
                <a:path extrusionOk="0" h="55" w="536">
                  <a:moveTo>
                    <a:pt x="277" y="1"/>
                  </a:moveTo>
                  <a:lnTo>
                    <a:pt x="0" y="54"/>
                  </a:lnTo>
                  <a:lnTo>
                    <a:pt x="259" y="54"/>
                  </a:lnTo>
                  <a:lnTo>
                    <a:pt x="535"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39"/>
            <p:cNvSpPr/>
            <p:nvPr/>
          </p:nvSpPr>
          <p:spPr>
            <a:xfrm>
              <a:off x="5911997" y="2736497"/>
              <a:ext cx="10098" cy="85903"/>
            </a:xfrm>
            <a:custGeom>
              <a:rect b="b" l="l" r="r" t="t"/>
              <a:pathLst>
                <a:path extrusionOk="0" h="2365" w="278">
                  <a:moveTo>
                    <a:pt x="277" y="1"/>
                  </a:moveTo>
                  <a:lnTo>
                    <a:pt x="1" y="54"/>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39"/>
            <p:cNvSpPr/>
            <p:nvPr/>
          </p:nvSpPr>
          <p:spPr>
            <a:xfrm>
              <a:off x="5902626" y="2738458"/>
              <a:ext cx="9408" cy="83941"/>
            </a:xfrm>
            <a:custGeom>
              <a:rect b="b" l="l" r="r" t="t"/>
              <a:pathLst>
                <a:path extrusionOk="0" h="2311" w="259">
                  <a:moveTo>
                    <a:pt x="0" y="0"/>
                  </a:moveTo>
                  <a:lnTo>
                    <a:pt x="0" y="2311"/>
                  </a:lnTo>
                  <a:lnTo>
                    <a:pt x="259" y="2311"/>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39"/>
            <p:cNvSpPr/>
            <p:nvPr/>
          </p:nvSpPr>
          <p:spPr>
            <a:xfrm>
              <a:off x="5971636" y="2724838"/>
              <a:ext cx="19469" cy="1671"/>
            </a:xfrm>
            <a:custGeom>
              <a:rect b="b" l="l" r="r" t="t"/>
              <a:pathLst>
                <a:path extrusionOk="0" h="46" w="536">
                  <a:moveTo>
                    <a:pt x="277" y="0"/>
                  </a:moveTo>
                  <a:lnTo>
                    <a:pt x="0" y="45"/>
                  </a:lnTo>
                  <a:lnTo>
                    <a:pt x="259" y="45"/>
                  </a:lnTo>
                  <a:lnTo>
                    <a:pt x="535"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39"/>
            <p:cNvSpPr/>
            <p:nvPr/>
          </p:nvSpPr>
          <p:spPr>
            <a:xfrm>
              <a:off x="5981007" y="2724838"/>
              <a:ext cx="10098" cy="85903"/>
            </a:xfrm>
            <a:custGeom>
              <a:rect b="b" l="l" r="r" t="t"/>
              <a:pathLst>
                <a:path extrusionOk="0" h="2365" w="278">
                  <a:moveTo>
                    <a:pt x="277" y="0"/>
                  </a:moveTo>
                  <a:lnTo>
                    <a:pt x="1" y="45"/>
                  </a:lnTo>
                  <a:lnTo>
                    <a:pt x="1" y="2365"/>
                  </a:lnTo>
                  <a:lnTo>
                    <a:pt x="277" y="2320"/>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39"/>
            <p:cNvSpPr/>
            <p:nvPr/>
          </p:nvSpPr>
          <p:spPr>
            <a:xfrm>
              <a:off x="5971636" y="2726472"/>
              <a:ext cx="9408" cy="84268"/>
            </a:xfrm>
            <a:custGeom>
              <a:rect b="b" l="l" r="r" t="t"/>
              <a:pathLst>
                <a:path extrusionOk="0" h="2320" w="259">
                  <a:moveTo>
                    <a:pt x="0" y="0"/>
                  </a:moveTo>
                  <a:lnTo>
                    <a:pt x="0" y="2320"/>
                  </a:lnTo>
                  <a:lnTo>
                    <a:pt x="259" y="2320"/>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39"/>
            <p:cNvSpPr/>
            <p:nvPr/>
          </p:nvSpPr>
          <p:spPr>
            <a:xfrm>
              <a:off x="6040647" y="2713178"/>
              <a:ext cx="19469" cy="1635"/>
            </a:xfrm>
            <a:custGeom>
              <a:rect b="b" l="l" r="r" t="t"/>
              <a:pathLst>
                <a:path extrusionOk="0" h="45" w="536">
                  <a:moveTo>
                    <a:pt x="277" y="0"/>
                  </a:moveTo>
                  <a:lnTo>
                    <a:pt x="0" y="45"/>
                  </a:lnTo>
                  <a:lnTo>
                    <a:pt x="259" y="45"/>
                  </a:lnTo>
                  <a:lnTo>
                    <a:pt x="536"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39"/>
            <p:cNvSpPr/>
            <p:nvPr/>
          </p:nvSpPr>
          <p:spPr>
            <a:xfrm>
              <a:off x="6050054" y="2713178"/>
              <a:ext cx="10061" cy="85903"/>
            </a:xfrm>
            <a:custGeom>
              <a:rect b="b" l="l" r="r" t="t"/>
              <a:pathLst>
                <a:path extrusionOk="0" h="2365" w="277">
                  <a:moveTo>
                    <a:pt x="277" y="0"/>
                  </a:moveTo>
                  <a:lnTo>
                    <a:pt x="0" y="45"/>
                  </a:lnTo>
                  <a:lnTo>
                    <a:pt x="0" y="2364"/>
                  </a:lnTo>
                  <a:lnTo>
                    <a:pt x="277" y="2320"/>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39"/>
            <p:cNvSpPr/>
            <p:nvPr/>
          </p:nvSpPr>
          <p:spPr>
            <a:xfrm>
              <a:off x="6040647" y="2714777"/>
              <a:ext cx="9444" cy="84305"/>
            </a:xfrm>
            <a:custGeom>
              <a:rect b="b" l="l" r="r" t="t"/>
              <a:pathLst>
                <a:path extrusionOk="0" h="2321" w="260">
                  <a:moveTo>
                    <a:pt x="0" y="1"/>
                  </a:moveTo>
                  <a:lnTo>
                    <a:pt x="0" y="2320"/>
                  </a:lnTo>
                  <a:lnTo>
                    <a:pt x="259" y="2320"/>
                  </a:lnTo>
                  <a:lnTo>
                    <a:pt x="259"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39"/>
            <p:cNvSpPr/>
            <p:nvPr/>
          </p:nvSpPr>
          <p:spPr>
            <a:xfrm>
              <a:off x="6109985" y="2701519"/>
              <a:ext cx="19469" cy="1635"/>
            </a:xfrm>
            <a:custGeom>
              <a:rect b="b" l="l" r="r" t="t"/>
              <a:pathLst>
                <a:path extrusionOk="0" h="45" w="536">
                  <a:moveTo>
                    <a:pt x="277" y="0"/>
                  </a:moveTo>
                  <a:lnTo>
                    <a:pt x="0" y="45"/>
                  </a:lnTo>
                  <a:lnTo>
                    <a:pt x="259" y="45"/>
                  </a:lnTo>
                  <a:lnTo>
                    <a:pt x="536"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39"/>
            <p:cNvSpPr/>
            <p:nvPr/>
          </p:nvSpPr>
          <p:spPr>
            <a:xfrm>
              <a:off x="6119392" y="2701519"/>
              <a:ext cx="10061" cy="85903"/>
            </a:xfrm>
            <a:custGeom>
              <a:rect b="b" l="l" r="r" t="t"/>
              <a:pathLst>
                <a:path extrusionOk="0" h="2365" w="277">
                  <a:moveTo>
                    <a:pt x="277" y="0"/>
                  </a:moveTo>
                  <a:lnTo>
                    <a:pt x="0" y="45"/>
                  </a:lnTo>
                  <a:lnTo>
                    <a:pt x="0" y="2364"/>
                  </a:lnTo>
                  <a:lnTo>
                    <a:pt x="277" y="2311"/>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39"/>
            <p:cNvSpPr/>
            <p:nvPr/>
          </p:nvSpPr>
          <p:spPr>
            <a:xfrm>
              <a:off x="6109985" y="2703117"/>
              <a:ext cx="9444" cy="84305"/>
            </a:xfrm>
            <a:custGeom>
              <a:rect b="b" l="l" r="r" t="t"/>
              <a:pathLst>
                <a:path extrusionOk="0" h="2321" w="260">
                  <a:moveTo>
                    <a:pt x="0" y="1"/>
                  </a:moveTo>
                  <a:lnTo>
                    <a:pt x="0" y="2320"/>
                  </a:lnTo>
                  <a:lnTo>
                    <a:pt x="259" y="2320"/>
                  </a:lnTo>
                  <a:lnTo>
                    <a:pt x="259"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39"/>
            <p:cNvSpPr/>
            <p:nvPr/>
          </p:nvSpPr>
          <p:spPr>
            <a:xfrm>
              <a:off x="6178995" y="2689824"/>
              <a:ext cx="19469" cy="1671"/>
            </a:xfrm>
            <a:custGeom>
              <a:rect b="b" l="l" r="r" t="t"/>
              <a:pathLst>
                <a:path extrusionOk="0" h="46" w="536">
                  <a:moveTo>
                    <a:pt x="277" y="1"/>
                  </a:moveTo>
                  <a:lnTo>
                    <a:pt x="1" y="46"/>
                  </a:lnTo>
                  <a:lnTo>
                    <a:pt x="259" y="46"/>
                  </a:lnTo>
                  <a:lnTo>
                    <a:pt x="536"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39"/>
            <p:cNvSpPr/>
            <p:nvPr/>
          </p:nvSpPr>
          <p:spPr>
            <a:xfrm>
              <a:off x="6188402" y="2689824"/>
              <a:ext cx="10061" cy="85939"/>
            </a:xfrm>
            <a:custGeom>
              <a:rect b="b" l="l" r="r" t="t"/>
              <a:pathLst>
                <a:path extrusionOk="0" h="2366" w="277">
                  <a:moveTo>
                    <a:pt x="277" y="1"/>
                  </a:moveTo>
                  <a:lnTo>
                    <a:pt x="0" y="46"/>
                  </a:lnTo>
                  <a:lnTo>
                    <a:pt x="0" y="2365"/>
                  </a:lnTo>
                  <a:lnTo>
                    <a:pt x="277" y="2312"/>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39"/>
            <p:cNvSpPr/>
            <p:nvPr/>
          </p:nvSpPr>
          <p:spPr>
            <a:xfrm>
              <a:off x="6178995" y="2691458"/>
              <a:ext cx="9444" cy="84305"/>
            </a:xfrm>
            <a:custGeom>
              <a:rect b="b" l="l" r="r" t="t"/>
              <a:pathLst>
                <a:path extrusionOk="0" h="2321" w="260">
                  <a:moveTo>
                    <a:pt x="1" y="1"/>
                  </a:moveTo>
                  <a:lnTo>
                    <a:pt x="1" y="2320"/>
                  </a:lnTo>
                  <a:lnTo>
                    <a:pt x="259" y="2320"/>
                  </a:lnTo>
                  <a:lnTo>
                    <a:pt x="259"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39"/>
            <p:cNvSpPr/>
            <p:nvPr/>
          </p:nvSpPr>
          <p:spPr>
            <a:xfrm>
              <a:off x="6248006" y="2677838"/>
              <a:ext cx="19505" cy="1998"/>
            </a:xfrm>
            <a:custGeom>
              <a:rect b="b" l="l" r="r" t="t"/>
              <a:pathLst>
                <a:path extrusionOk="0" h="55" w="537">
                  <a:moveTo>
                    <a:pt x="277" y="1"/>
                  </a:moveTo>
                  <a:lnTo>
                    <a:pt x="1" y="54"/>
                  </a:lnTo>
                  <a:lnTo>
                    <a:pt x="260" y="54"/>
                  </a:lnTo>
                  <a:lnTo>
                    <a:pt x="536"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39"/>
            <p:cNvSpPr/>
            <p:nvPr/>
          </p:nvSpPr>
          <p:spPr>
            <a:xfrm>
              <a:off x="6257413" y="2677838"/>
              <a:ext cx="10098" cy="85903"/>
            </a:xfrm>
            <a:custGeom>
              <a:rect b="b" l="l" r="r" t="t"/>
              <a:pathLst>
                <a:path extrusionOk="0" h="2365" w="278">
                  <a:moveTo>
                    <a:pt x="277" y="1"/>
                  </a:moveTo>
                  <a:lnTo>
                    <a:pt x="1" y="54"/>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39"/>
            <p:cNvSpPr/>
            <p:nvPr/>
          </p:nvSpPr>
          <p:spPr>
            <a:xfrm>
              <a:off x="6248006" y="2679799"/>
              <a:ext cx="9444" cy="83941"/>
            </a:xfrm>
            <a:custGeom>
              <a:rect b="b" l="l" r="r" t="t"/>
              <a:pathLst>
                <a:path extrusionOk="0" h="2311" w="260">
                  <a:moveTo>
                    <a:pt x="1" y="0"/>
                  </a:moveTo>
                  <a:lnTo>
                    <a:pt x="1" y="2311"/>
                  </a:lnTo>
                  <a:lnTo>
                    <a:pt x="260" y="2311"/>
                  </a:lnTo>
                  <a:lnTo>
                    <a:pt x="260"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39"/>
            <p:cNvSpPr/>
            <p:nvPr/>
          </p:nvSpPr>
          <p:spPr>
            <a:xfrm>
              <a:off x="6317053" y="2666179"/>
              <a:ext cx="19469" cy="1998"/>
            </a:xfrm>
            <a:custGeom>
              <a:rect b="b" l="l" r="r" t="t"/>
              <a:pathLst>
                <a:path extrusionOk="0" h="55" w="536">
                  <a:moveTo>
                    <a:pt x="277" y="1"/>
                  </a:moveTo>
                  <a:lnTo>
                    <a:pt x="0" y="54"/>
                  </a:lnTo>
                  <a:lnTo>
                    <a:pt x="259" y="54"/>
                  </a:lnTo>
                  <a:lnTo>
                    <a:pt x="535"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39"/>
            <p:cNvSpPr/>
            <p:nvPr/>
          </p:nvSpPr>
          <p:spPr>
            <a:xfrm>
              <a:off x="6326424" y="2666179"/>
              <a:ext cx="10098" cy="85903"/>
            </a:xfrm>
            <a:custGeom>
              <a:rect b="b" l="l" r="r" t="t"/>
              <a:pathLst>
                <a:path extrusionOk="0" h="2365" w="278">
                  <a:moveTo>
                    <a:pt x="277" y="1"/>
                  </a:moveTo>
                  <a:lnTo>
                    <a:pt x="1" y="54"/>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39"/>
            <p:cNvSpPr/>
            <p:nvPr/>
          </p:nvSpPr>
          <p:spPr>
            <a:xfrm>
              <a:off x="6317053" y="2668140"/>
              <a:ext cx="9408" cy="83941"/>
            </a:xfrm>
            <a:custGeom>
              <a:rect b="b" l="l" r="r" t="t"/>
              <a:pathLst>
                <a:path extrusionOk="0" h="2311" w="259">
                  <a:moveTo>
                    <a:pt x="0" y="0"/>
                  </a:moveTo>
                  <a:lnTo>
                    <a:pt x="0" y="2311"/>
                  </a:lnTo>
                  <a:lnTo>
                    <a:pt x="259" y="2311"/>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39"/>
            <p:cNvSpPr/>
            <p:nvPr/>
          </p:nvSpPr>
          <p:spPr>
            <a:xfrm>
              <a:off x="6386390" y="2654520"/>
              <a:ext cx="19469" cy="1671"/>
            </a:xfrm>
            <a:custGeom>
              <a:rect b="b" l="l" r="r" t="t"/>
              <a:pathLst>
                <a:path extrusionOk="0" h="46" w="536">
                  <a:moveTo>
                    <a:pt x="277" y="1"/>
                  </a:moveTo>
                  <a:lnTo>
                    <a:pt x="0" y="45"/>
                  </a:lnTo>
                  <a:lnTo>
                    <a:pt x="259" y="45"/>
                  </a:lnTo>
                  <a:lnTo>
                    <a:pt x="535"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39"/>
            <p:cNvSpPr/>
            <p:nvPr/>
          </p:nvSpPr>
          <p:spPr>
            <a:xfrm>
              <a:off x="6395761" y="2654520"/>
              <a:ext cx="10098" cy="85903"/>
            </a:xfrm>
            <a:custGeom>
              <a:rect b="b" l="l" r="r" t="t"/>
              <a:pathLst>
                <a:path extrusionOk="0" h="2365" w="278">
                  <a:moveTo>
                    <a:pt x="277" y="1"/>
                  </a:moveTo>
                  <a:lnTo>
                    <a:pt x="1" y="45"/>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39"/>
            <p:cNvSpPr/>
            <p:nvPr/>
          </p:nvSpPr>
          <p:spPr>
            <a:xfrm>
              <a:off x="6386390" y="2656154"/>
              <a:ext cx="9408" cy="84268"/>
            </a:xfrm>
            <a:custGeom>
              <a:rect b="b" l="l" r="r" t="t"/>
              <a:pathLst>
                <a:path extrusionOk="0" h="2320" w="259">
                  <a:moveTo>
                    <a:pt x="0" y="0"/>
                  </a:moveTo>
                  <a:lnTo>
                    <a:pt x="0" y="2320"/>
                  </a:lnTo>
                  <a:lnTo>
                    <a:pt x="259" y="2320"/>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39"/>
            <p:cNvSpPr/>
            <p:nvPr/>
          </p:nvSpPr>
          <p:spPr>
            <a:xfrm>
              <a:off x="6455401" y="2642860"/>
              <a:ext cx="19469" cy="1671"/>
            </a:xfrm>
            <a:custGeom>
              <a:rect b="b" l="l" r="r" t="t"/>
              <a:pathLst>
                <a:path extrusionOk="0" h="46" w="536">
                  <a:moveTo>
                    <a:pt x="277" y="0"/>
                  </a:moveTo>
                  <a:lnTo>
                    <a:pt x="0" y="45"/>
                  </a:lnTo>
                  <a:lnTo>
                    <a:pt x="259" y="45"/>
                  </a:lnTo>
                  <a:lnTo>
                    <a:pt x="536"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39"/>
            <p:cNvSpPr/>
            <p:nvPr/>
          </p:nvSpPr>
          <p:spPr>
            <a:xfrm>
              <a:off x="6464808" y="2642860"/>
              <a:ext cx="10061" cy="85903"/>
            </a:xfrm>
            <a:custGeom>
              <a:rect b="b" l="l" r="r" t="t"/>
              <a:pathLst>
                <a:path extrusionOk="0" h="2365" w="277">
                  <a:moveTo>
                    <a:pt x="277" y="0"/>
                  </a:moveTo>
                  <a:lnTo>
                    <a:pt x="0" y="45"/>
                  </a:lnTo>
                  <a:lnTo>
                    <a:pt x="0" y="2365"/>
                  </a:lnTo>
                  <a:lnTo>
                    <a:pt x="277" y="2320"/>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39"/>
            <p:cNvSpPr/>
            <p:nvPr/>
          </p:nvSpPr>
          <p:spPr>
            <a:xfrm>
              <a:off x="6455401" y="2644495"/>
              <a:ext cx="9444" cy="84268"/>
            </a:xfrm>
            <a:custGeom>
              <a:rect b="b" l="l" r="r" t="t"/>
              <a:pathLst>
                <a:path extrusionOk="0" h="2320" w="260">
                  <a:moveTo>
                    <a:pt x="0" y="0"/>
                  </a:moveTo>
                  <a:lnTo>
                    <a:pt x="0" y="2320"/>
                  </a:lnTo>
                  <a:lnTo>
                    <a:pt x="259" y="2320"/>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39"/>
            <p:cNvSpPr/>
            <p:nvPr/>
          </p:nvSpPr>
          <p:spPr>
            <a:xfrm>
              <a:off x="6524411" y="2631201"/>
              <a:ext cx="19469" cy="1635"/>
            </a:xfrm>
            <a:custGeom>
              <a:rect b="b" l="l" r="r" t="t"/>
              <a:pathLst>
                <a:path extrusionOk="0" h="45" w="536">
                  <a:moveTo>
                    <a:pt x="277" y="0"/>
                  </a:moveTo>
                  <a:lnTo>
                    <a:pt x="0" y="45"/>
                  </a:lnTo>
                  <a:lnTo>
                    <a:pt x="259" y="45"/>
                  </a:lnTo>
                  <a:lnTo>
                    <a:pt x="536"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39"/>
            <p:cNvSpPr/>
            <p:nvPr/>
          </p:nvSpPr>
          <p:spPr>
            <a:xfrm>
              <a:off x="6533819" y="2631201"/>
              <a:ext cx="10061" cy="85903"/>
            </a:xfrm>
            <a:custGeom>
              <a:rect b="b" l="l" r="r" t="t"/>
              <a:pathLst>
                <a:path extrusionOk="0" h="2365" w="277">
                  <a:moveTo>
                    <a:pt x="277" y="0"/>
                  </a:moveTo>
                  <a:lnTo>
                    <a:pt x="0" y="45"/>
                  </a:lnTo>
                  <a:lnTo>
                    <a:pt x="0" y="2364"/>
                  </a:lnTo>
                  <a:lnTo>
                    <a:pt x="277" y="2311"/>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39"/>
            <p:cNvSpPr/>
            <p:nvPr/>
          </p:nvSpPr>
          <p:spPr>
            <a:xfrm>
              <a:off x="6524411" y="2632799"/>
              <a:ext cx="9444" cy="84305"/>
            </a:xfrm>
            <a:custGeom>
              <a:rect b="b" l="l" r="r" t="t"/>
              <a:pathLst>
                <a:path extrusionOk="0" h="2321" w="260">
                  <a:moveTo>
                    <a:pt x="0" y="1"/>
                  </a:moveTo>
                  <a:lnTo>
                    <a:pt x="0" y="2320"/>
                  </a:lnTo>
                  <a:lnTo>
                    <a:pt x="259" y="2320"/>
                  </a:lnTo>
                  <a:lnTo>
                    <a:pt x="259"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39"/>
            <p:cNvSpPr/>
            <p:nvPr/>
          </p:nvSpPr>
          <p:spPr>
            <a:xfrm>
              <a:off x="6593422" y="2619542"/>
              <a:ext cx="19469" cy="1635"/>
            </a:xfrm>
            <a:custGeom>
              <a:rect b="b" l="l" r="r" t="t"/>
              <a:pathLst>
                <a:path extrusionOk="0" h="45" w="536">
                  <a:moveTo>
                    <a:pt x="277" y="0"/>
                  </a:moveTo>
                  <a:lnTo>
                    <a:pt x="1" y="45"/>
                  </a:lnTo>
                  <a:lnTo>
                    <a:pt x="259" y="45"/>
                  </a:lnTo>
                  <a:lnTo>
                    <a:pt x="536"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39"/>
            <p:cNvSpPr/>
            <p:nvPr/>
          </p:nvSpPr>
          <p:spPr>
            <a:xfrm>
              <a:off x="6602829" y="2619542"/>
              <a:ext cx="10061" cy="85903"/>
            </a:xfrm>
            <a:custGeom>
              <a:rect b="b" l="l" r="r" t="t"/>
              <a:pathLst>
                <a:path extrusionOk="0" h="2365" w="277">
                  <a:moveTo>
                    <a:pt x="277" y="0"/>
                  </a:moveTo>
                  <a:lnTo>
                    <a:pt x="0" y="45"/>
                  </a:lnTo>
                  <a:lnTo>
                    <a:pt x="0" y="2364"/>
                  </a:lnTo>
                  <a:lnTo>
                    <a:pt x="277" y="2311"/>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39"/>
            <p:cNvSpPr/>
            <p:nvPr/>
          </p:nvSpPr>
          <p:spPr>
            <a:xfrm>
              <a:off x="6593422" y="2621140"/>
              <a:ext cx="9444" cy="84305"/>
            </a:xfrm>
            <a:custGeom>
              <a:rect b="b" l="l" r="r" t="t"/>
              <a:pathLst>
                <a:path extrusionOk="0" h="2321" w="260">
                  <a:moveTo>
                    <a:pt x="1" y="1"/>
                  </a:moveTo>
                  <a:lnTo>
                    <a:pt x="1" y="2320"/>
                  </a:lnTo>
                  <a:lnTo>
                    <a:pt x="259" y="2320"/>
                  </a:lnTo>
                  <a:lnTo>
                    <a:pt x="259"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39"/>
            <p:cNvSpPr/>
            <p:nvPr/>
          </p:nvSpPr>
          <p:spPr>
            <a:xfrm>
              <a:off x="6662432" y="2607556"/>
              <a:ext cx="19832" cy="1961"/>
            </a:xfrm>
            <a:custGeom>
              <a:rect b="b" l="l" r="r" t="t"/>
              <a:pathLst>
                <a:path extrusionOk="0" h="54" w="546">
                  <a:moveTo>
                    <a:pt x="277" y="0"/>
                  </a:moveTo>
                  <a:lnTo>
                    <a:pt x="1" y="54"/>
                  </a:lnTo>
                  <a:lnTo>
                    <a:pt x="268" y="54"/>
                  </a:lnTo>
                  <a:lnTo>
                    <a:pt x="545"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39"/>
            <p:cNvSpPr/>
            <p:nvPr/>
          </p:nvSpPr>
          <p:spPr>
            <a:xfrm>
              <a:off x="6672167" y="2607556"/>
              <a:ext cx="10098" cy="85903"/>
            </a:xfrm>
            <a:custGeom>
              <a:rect b="b" l="l" r="r" t="t"/>
              <a:pathLst>
                <a:path extrusionOk="0" h="2365" w="278">
                  <a:moveTo>
                    <a:pt x="277" y="0"/>
                  </a:moveTo>
                  <a:lnTo>
                    <a:pt x="0" y="54"/>
                  </a:lnTo>
                  <a:lnTo>
                    <a:pt x="0" y="2364"/>
                  </a:lnTo>
                  <a:lnTo>
                    <a:pt x="277" y="2320"/>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39"/>
            <p:cNvSpPr/>
            <p:nvPr/>
          </p:nvSpPr>
          <p:spPr>
            <a:xfrm>
              <a:off x="6662432" y="2609481"/>
              <a:ext cx="9444" cy="83978"/>
            </a:xfrm>
            <a:custGeom>
              <a:rect b="b" l="l" r="r" t="t"/>
              <a:pathLst>
                <a:path extrusionOk="0" h="2312" w="260">
                  <a:moveTo>
                    <a:pt x="1" y="1"/>
                  </a:moveTo>
                  <a:lnTo>
                    <a:pt x="1" y="2311"/>
                  </a:lnTo>
                  <a:lnTo>
                    <a:pt x="260" y="2311"/>
                  </a:lnTo>
                  <a:lnTo>
                    <a:pt x="260"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39"/>
            <p:cNvSpPr/>
            <p:nvPr/>
          </p:nvSpPr>
          <p:spPr>
            <a:xfrm>
              <a:off x="6731770" y="2595861"/>
              <a:ext cx="19505" cy="1998"/>
            </a:xfrm>
            <a:custGeom>
              <a:rect b="b" l="l" r="r" t="t"/>
              <a:pathLst>
                <a:path extrusionOk="0" h="55" w="537">
                  <a:moveTo>
                    <a:pt x="278" y="1"/>
                  </a:moveTo>
                  <a:lnTo>
                    <a:pt x="1" y="54"/>
                  </a:lnTo>
                  <a:lnTo>
                    <a:pt x="260" y="54"/>
                  </a:lnTo>
                  <a:lnTo>
                    <a:pt x="536"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39"/>
            <p:cNvSpPr/>
            <p:nvPr/>
          </p:nvSpPr>
          <p:spPr>
            <a:xfrm>
              <a:off x="6741177" y="2595861"/>
              <a:ext cx="10098" cy="85903"/>
            </a:xfrm>
            <a:custGeom>
              <a:rect b="b" l="l" r="r" t="t"/>
              <a:pathLst>
                <a:path extrusionOk="0" h="2365" w="278">
                  <a:moveTo>
                    <a:pt x="277" y="1"/>
                  </a:moveTo>
                  <a:lnTo>
                    <a:pt x="1" y="54"/>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39"/>
            <p:cNvSpPr/>
            <p:nvPr/>
          </p:nvSpPr>
          <p:spPr>
            <a:xfrm>
              <a:off x="6731770" y="2597822"/>
              <a:ext cx="9444" cy="83941"/>
            </a:xfrm>
            <a:custGeom>
              <a:rect b="b" l="l" r="r" t="t"/>
              <a:pathLst>
                <a:path extrusionOk="0" h="2311" w="260">
                  <a:moveTo>
                    <a:pt x="1" y="0"/>
                  </a:moveTo>
                  <a:lnTo>
                    <a:pt x="1" y="2311"/>
                  </a:lnTo>
                  <a:lnTo>
                    <a:pt x="260" y="2311"/>
                  </a:lnTo>
                  <a:lnTo>
                    <a:pt x="260"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39"/>
            <p:cNvSpPr/>
            <p:nvPr/>
          </p:nvSpPr>
          <p:spPr>
            <a:xfrm>
              <a:off x="6800817" y="2584201"/>
              <a:ext cx="19469" cy="1671"/>
            </a:xfrm>
            <a:custGeom>
              <a:rect b="b" l="l" r="r" t="t"/>
              <a:pathLst>
                <a:path extrusionOk="0" h="46" w="536">
                  <a:moveTo>
                    <a:pt x="277" y="1"/>
                  </a:moveTo>
                  <a:lnTo>
                    <a:pt x="0" y="45"/>
                  </a:lnTo>
                  <a:lnTo>
                    <a:pt x="259" y="45"/>
                  </a:lnTo>
                  <a:lnTo>
                    <a:pt x="535"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39"/>
            <p:cNvSpPr/>
            <p:nvPr/>
          </p:nvSpPr>
          <p:spPr>
            <a:xfrm>
              <a:off x="6810188" y="2584201"/>
              <a:ext cx="10098" cy="85903"/>
            </a:xfrm>
            <a:custGeom>
              <a:rect b="b" l="l" r="r" t="t"/>
              <a:pathLst>
                <a:path extrusionOk="0" h="2365" w="278">
                  <a:moveTo>
                    <a:pt x="277" y="1"/>
                  </a:moveTo>
                  <a:lnTo>
                    <a:pt x="1" y="45"/>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39"/>
            <p:cNvSpPr/>
            <p:nvPr/>
          </p:nvSpPr>
          <p:spPr>
            <a:xfrm>
              <a:off x="6800817" y="2585836"/>
              <a:ext cx="9408" cy="84268"/>
            </a:xfrm>
            <a:custGeom>
              <a:rect b="b" l="l" r="r" t="t"/>
              <a:pathLst>
                <a:path extrusionOk="0" h="2320" w="259">
                  <a:moveTo>
                    <a:pt x="0" y="0"/>
                  </a:moveTo>
                  <a:lnTo>
                    <a:pt x="0" y="2320"/>
                  </a:lnTo>
                  <a:lnTo>
                    <a:pt x="259" y="2320"/>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39"/>
            <p:cNvSpPr/>
            <p:nvPr/>
          </p:nvSpPr>
          <p:spPr>
            <a:xfrm>
              <a:off x="5739616" y="2566077"/>
              <a:ext cx="1105003" cy="204496"/>
            </a:xfrm>
            <a:custGeom>
              <a:rect b="b" l="l" r="r" t="t"/>
              <a:pathLst>
                <a:path extrusionOk="0" h="5630" w="30422">
                  <a:moveTo>
                    <a:pt x="30421" y="0"/>
                  </a:moveTo>
                  <a:lnTo>
                    <a:pt x="1" y="5165"/>
                  </a:lnTo>
                  <a:lnTo>
                    <a:pt x="1" y="5594"/>
                  </a:lnTo>
                  <a:lnTo>
                    <a:pt x="1" y="5629"/>
                  </a:lnTo>
                  <a:lnTo>
                    <a:pt x="30421" y="473"/>
                  </a:lnTo>
                  <a:lnTo>
                    <a:pt x="30421"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39"/>
            <p:cNvSpPr/>
            <p:nvPr/>
          </p:nvSpPr>
          <p:spPr>
            <a:xfrm>
              <a:off x="5739616" y="2579044"/>
              <a:ext cx="1105003" cy="191529"/>
            </a:xfrm>
            <a:custGeom>
              <a:rect b="b" l="l" r="r" t="t"/>
              <a:pathLst>
                <a:path extrusionOk="0" h="5273" w="30422">
                  <a:moveTo>
                    <a:pt x="30421" y="0"/>
                  </a:moveTo>
                  <a:lnTo>
                    <a:pt x="1" y="5165"/>
                  </a:lnTo>
                  <a:lnTo>
                    <a:pt x="1" y="5237"/>
                  </a:lnTo>
                  <a:lnTo>
                    <a:pt x="1" y="5272"/>
                  </a:lnTo>
                  <a:lnTo>
                    <a:pt x="30421" y="116"/>
                  </a:lnTo>
                  <a:lnTo>
                    <a:pt x="30421"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 name="Google Shape;1771;p39"/>
          <p:cNvGrpSpPr/>
          <p:nvPr/>
        </p:nvGrpSpPr>
        <p:grpSpPr>
          <a:xfrm>
            <a:off x="5439700" y="741391"/>
            <a:ext cx="4503221" cy="2708498"/>
            <a:chOff x="6244119" y="1698941"/>
            <a:chExt cx="760628" cy="457625"/>
          </a:xfrm>
        </p:grpSpPr>
        <p:sp>
          <p:nvSpPr>
            <p:cNvPr id="1772" name="Google Shape;1772;p39"/>
            <p:cNvSpPr/>
            <p:nvPr/>
          </p:nvSpPr>
          <p:spPr>
            <a:xfrm>
              <a:off x="6462191" y="1698941"/>
              <a:ext cx="542556" cy="308882"/>
            </a:xfrm>
            <a:custGeom>
              <a:rect b="b" l="l" r="r" t="t"/>
              <a:pathLst>
                <a:path extrusionOk="0" h="6522" w="11456">
                  <a:moveTo>
                    <a:pt x="9502" y="0"/>
                  </a:moveTo>
                  <a:cubicBezTo>
                    <a:pt x="8699" y="0"/>
                    <a:pt x="8708" y="848"/>
                    <a:pt x="8708" y="848"/>
                  </a:cubicBezTo>
                  <a:cubicBezTo>
                    <a:pt x="8671" y="845"/>
                    <a:pt x="8636" y="844"/>
                    <a:pt x="8602" y="844"/>
                  </a:cubicBezTo>
                  <a:cubicBezTo>
                    <a:pt x="7656" y="844"/>
                    <a:pt x="7664" y="1775"/>
                    <a:pt x="7664" y="1775"/>
                  </a:cubicBezTo>
                  <a:cubicBezTo>
                    <a:pt x="7631" y="1773"/>
                    <a:pt x="7600" y="1772"/>
                    <a:pt x="7570" y="1772"/>
                  </a:cubicBezTo>
                  <a:cubicBezTo>
                    <a:pt x="6944" y="1772"/>
                    <a:pt x="6977" y="2284"/>
                    <a:pt x="6977" y="2284"/>
                  </a:cubicBezTo>
                  <a:cubicBezTo>
                    <a:pt x="6883" y="2268"/>
                    <a:pt x="6797" y="2261"/>
                    <a:pt x="6719" y="2261"/>
                  </a:cubicBezTo>
                  <a:cubicBezTo>
                    <a:pt x="5978" y="2261"/>
                    <a:pt x="5897" y="2882"/>
                    <a:pt x="5897" y="2882"/>
                  </a:cubicBezTo>
                  <a:cubicBezTo>
                    <a:pt x="5785" y="2868"/>
                    <a:pt x="5681" y="2861"/>
                    <a:pt x="5583" y="2861"/>
                  </a:cubicBezTo>
                  <a:cubicBezTo>
                    <a:pt x="4370" y="2861"/>
                    <a:pt x="4202" y="3854"/>
                    <a:pt x="4202" y="3854"/>
                  </a:cubicBezTo>
                  <a:cubicBezTo>
                    <a:pt x="4113" y="3833"/>
                    <a:pt x="4032" y="3823"/>
                    <a:pt x="3959" y="3823"/>
                  </a:cubicBezTo>
                  <a:cubicBezTo>
                    <a:pt x="3453" y="3823"/>
                    <a:pt x="3337" y="4273"/>
                    <a:pt x="3337" y="4273"/>
                  </a:cubicBezTo>
                  <a:cubicBezTo>
                    <a:pt x="3145" y="4199"/>
                    <a:pt x="2971" y="4168"/>
                    <a:pt x="2815" y="4168"/>
                  </a:cubicBezTo>
                  <a:cubicBezTo>
                    <a:pt x="2108" y="4168"/>
                    <a:pt x="1767" y="4791"/>
                    <a:pt x="1767" y="4791"/>
                  </a:cubicBezTo>
                  <a:cubicBezTo>
                    <a:pt x="1649" y="4743"/>
                    <a:pt x="1540" y="4724"/>
                    <a:pt x="1440" y="4724"/>
                  </a:cubicBezTo>
                  <a:cubicBezTo>
                    <a:pt x="1014" y="4724"/>
                    <a:pt x="768" y="5076"/>
                    <a:pt x="768" y="5076"/>
                  </a:cubicBezTo>
                  <a:lnTo>
                    <a:pt x="1" y="6521"/>
                  </a:lnTo>
                  <a:lnTo>
                    <a:pt x="11455" y="6521"/>
                  </a:lnTo>
                  <a:lnTo>
                    <a:pt x="1145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39"/>
            <p:cNvSpPr/>
            <p:nvPr/>
          </p:nvSpPr>
          <p:spPr>
            <a:xfrm>
              <a:off x="6401936" y="1925441"/>
              <a:ext cx="24990" cy="29240"/>
            </a:xfrm>
            <a:custGeom>
              <a:rect b="b" l="l" r="r" t="t"/>
              <a:pathLst>
                <a:path extrusionOk="0" h="805" w="688">
                  <a:moveTo>
                    <a:pt x="669" y="0"/>
                  </a:moveTo>
                  <a:cubicBezTo>
                    <a:pt x="619" y="0"/>
                    <a:pt x="477" y="18"/>
                    <a:pt x="455" y="215"/>
                  </a:cubicBezTo>
                  <a:cubicBezTo>
                    <a:pt x="455" y="215"/>
                    <a:pt x="437" y="208"/>
                    <a:pt x="413" y="208"/>
                  </a:cubicBezTo>
                  <a:cubicBezTo>
                    <a:pt x="378" y="208"/>
                    <a:pt x="332" y="224"/>
                    <a:pt x="322" y="305"/>
                  </a:cubicBezTo>
                  <a:cubicBezTo>
                    <a:pt x="322" y="305"/>
                    <a:pt x="274" y="288"/>
                    <a:pt x="215" y="288"/>
                  </a:cubicBezTo>
                  <a:cubicBezTo>
                    <a:pt x="132" y="288"/>
                    <a:pt x="26" y="321"/>
                    <a:pt x="0" y="483"/>
                  </a:cubicBezTo>
                  <a:lnTo>
                    <a:pt x="687" y="804"/>
                  </a:lnTo>
                  <a:lnTo>
                    <a:pt x="687" y="1"/>
                  </a:lnTo>
                  <a:cubicBezTo>
                    <a:pt x="687" y="1"/>
                    <a:pt x="680" y="0"/>
                    <a:pt x="669"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39"/>
            <p:cNvSpPr/>
            <p:nvPr/>
          </p:nvSpPr>
          <p:spPr>
            <a:xfrm>
              <a:off x="6780077" y="1840885"/>
              <a:ext cx="47328" cy="114452"/>
            </a:xfrm>
            <a:custGeom>
              <a:rect b="b" l="l" r="r" t="t"/>
              <a:pathLst>
                <a:path extrusionOk="0" h="3151" w="1303">
                  <a:moveTo>
                    <a:pt x="0" y="1"/>
                  </a:moveTo>
                  <a:lnTo>
                    <a:pt x="0" y="3150"/>
                  </a:lnTo>
                  <a:lnTo>
                    <a:pt x="1303" y="3150"/>
                  </a:lnTo>
                  <a:lnTo>
                    <a:pt x="1303"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39"/>
            <p:cNvSpPr/>
            <p:nvPr/>
          </p:nvSpPr>
          <p:spPr>
            <a:xfrm>
              <a:off x="6804376" y="1859373"/>
              <a:ext cx="5848" cy="1038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39"/>
            <p:cNvSpPr/>
            <p:nvPr/>
          </p:nvSpPr>
          <p:spPr>
            <a:xfrm>
              <a:off x="6790756" y="1848694"/>
              <a:ext cx="5884" cy="10715"/>
            </a:xfrm>
            <a:custGeom>
              <a:rect b="b" l="l" r="r" t="t"/>
              <a:pathLst>
                <a:path extrusionOk="0" h="295" w="162">
                  <a:moveTo>
                    <a:pt x="1" y="0"/>
                  </a:moveTo>
                  <a:lnTo>
                    <a:pt x="1" y="294"/>
                  </a:lnTo>
                  <a:lnTo>
                    <a:pt x="161" y="294"/>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39"/>
            <p:cNvSpPr/>
            <p:nvPr/>
          </p:nvSpPr>
          <p:spPr>
            <a:xfrm>
              <a:off x="6816689" y="1871359"/>
              <a:ext cx="5848" cy="10715"/>
            </a:xfrm>
            <a:custGeom>
              <a:rect b="b" l="l" r="r" t="t"/>
              <a:pathLst>
                <a:path extrusionOk="0" h="295" w="161">
                  <a:moveTo>
                    <a:pt x="0" y="1"/>
                  </a:moveTo>
                  <a:lnTo>
                    <a:pt x="0"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39"/>
            <p:cNvSpPr/>
            <p:nvPr/>
          </p:nvSpPr>
          <p:spPr>
            <a:xfrm>
              <a:off x="6808590" y="1896965"/>
              <a:ext cx="5848" cy="10715"/>
            </a:xfrm>
            <a:custGeom>
              <a:rect b="b" l="l" r="r" t="t"/>
              <a:pathLst>
                <a:path extrusionOk="0" h="295" w="161">
                  <a:moveTo>
                    <a:pt x="0" y="0"/>
                  </a:moveTo>
                  <a:lnTo>
                    <a:pt x="0"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39"/>
            <p:cNvSpPr/>
            <p:nvPr/>
          </p:nvSpPr>
          <p:spPr>
            <a:xfrm>
              <a:off x="6817343" y="1912838"/>
              <a:ext cx="5848" cy="10715"/>
            </a:xfrm>
            <a:custGeom>
              <a:rect b="b" l="l" r="r" t="t"/>
              <a:pathLst>
                <a:path extrusionOk="0" h="295" w="161">
                  <a:moveTo>
                    <a:pt x="0" y="0"/>
                  </a:moveTo>
                  <a:lnTo>
                    <a:pt x="0"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39"/>
            <p:cNvSpPr/>
            <p:nvPr/>
          </p:nvSpPr>
          <p:spPr>
            <a:xfrm>
              <a:off x="6787850" y="1870051"/>
              <a:ext cx="5848" cy="10751"/>
            </a:xfrm>
            <a:custGeom>
              <a:rect b="b" l="l" r="r" t="t"/>
              <a:pathLst>
                <a:path extrusionOk="0" h="296" w="161">
                  <a:moveTo>
                    <a:pt x="0" y="1"/>
                  </a:moveTo>
                  <a:lnTo>
                    <a:pt x="0"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39"/>
            <p:cNvSpPr/>
            <p:nvPr/>
          </p:nvSpPr>
          <p:spPr>
            <a:xfrm>
              <a:off x="6800817" y="1930671"/>
              <a:ext cx="11696" cy="24663"/>
            </a:xfrm>
            <a:custGeom>
              <a:rect b="b" l="l" r="r" t="t"/>
              <a:pathLst>
                <a:path extrusionOk="0" h="679" w="322">
                  <a:moveTo>
                    <a:pt x="0" y="0"/>
                  </a:moveTo>
                  <a:lnTo>
                    <a:pt x="0" y="678"/>
                  </a:lnTo>
                  <a:lnTo>
                    <a:pt x="321" y="678"/>
                  </a:lnTo>
                  <a:lnTo>
                    <a:pt x="32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39"/>
            <p:cNvSpPr/>
            <p:nvPr/>
          </p:nvSpPr>
          <p:spPr>
            <a:xfrm>
              <a:off x="6780077" y="1829553"/>
              <a:ext cx="47328" cy="11369"/>
            </a:xfrm>
            <a:custGeom>
              <a:rect b="b" l="l" r="r" t="t"/>
              <a:pathLst>
                <a:path extrusionOk="0" h="313" w="1303">
                  <a:moveTo>
                    <a:pt x="312" y="1"/>
                  </a:moveTo>
                  <a:lnTo>
                    <a:pt x="0" y="313"/>
                  </a:lnTo>
                  <a:lnTo>
                    <a:pt x="1303" y="313"/>
                  </a:lnTo>
                  <a:lnTo>
                    <a:pt x="130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39"/>
            <p:cNvSpPr/>
            <p:nvPr/>
          </p:nvSpPr>
          <p:spPr>
            <a:xfrm>
              <a:off x="6426235" y="1898563"/>
              <a:ext cx="32109" cy="56118"/>
            </a:xfrm>
            <a:custGeom>
              <a:rect b="b" l="l" r="r" t="t"/>
              <a:pathLst>
                <a:path extrusionOk="0" h="1545" w="884">
                  <a:moveTo>
                    <a:pt x="0" y="1"/>
                  </a:moveTo>
                  <a:lnTo>
                    <a:pt x="0" y="1544"/>
                  </a:lnTo>
                  <a:lnTo>
                    <a:pt x="884" y="1544"/>
                  </a:lnTo>
                  <a:lnTo>
                    <a:pt x="884"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39"/>
            <p:cNvSpPr/>
            <p:nvPr/>
          </p:nvSpPr>
          <p:spPr>
            <a:xfrm>
              <a:off x="6458306" y="1890791"/>
              <a:ext cx="7482" cy="63891"/>
            </a:xfrm>
            <a:custGeom>
              <a:rect b="b" l="l" r="r" t="t"/>
              <a:pathLst>
                <a:path extrusionOk="0" h="1759" w="206">
                  <a:moveTo>
                    <a:pt x="206" y="1"/>
                  </a:moveTo>
                  <a:lnTo>
                    <a:pt x="1" y="215"/>
                  </a:lnTo>
                  <a:lnTo>
                    <a:pt x="1" y="1758"/>
                  </a:lnTo>
                  <a:lnTo>
                    <a:pt x="206" y="1758"/>
                  </a:lnTo>
                  <a:lnTo>
                    <a:pt x="206"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39"/>
            <p:cNvSpPr/>
            <p:nvPr/>
          </p:nvSpPr>
          <p:spPr>
            <a:xfrm>
              <a:off x="6430121" y="1903757"/>
              <a:ext cx="4250" cy="7156"/>
            </a:xfrm>
            <a:custGeom>
              <a:rect b="b" l="l" r="r" t="t"/>
              <a:pathLst>
                <a:path extrusionOk="0" h="197" w="117">
                  <a:moveTo>
                    <a:pt x="0" y="1"/>
                  </a:moveTo>
                  <a:lnTo>
                    <a:pt x="0" y="197"/>
                  </a:lnTo>
                  <a:lnTo>
                    <a:pt x="116" y="197"/>
                  </a:lnTo>
                  <a:lnTo>
                    <a:pt x="11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39"/>
            <p:cNvSpPr/>
            <p:nvPr/>
          </p:nvSpPr>
          <p:spPr>
            <a:xfrm>
              <a:off x="6449553" y="1905719"/>
              <a:ext cx="4250" cy="7156"/>
            </a:xfrm>
            <a:custGeom>
              <a:rect b="b" l="l" r="r" t="t"/>
              <a:pathLst>
                <a:path extrusionOk="0" h="197" w="117">
                  <a:moveTo>
                    <a:pt x="1" y="0"/>
                  </a:moveTo>
                  <a:lnTo>
                    <a:pt x="1" y="196"/>
                  </a:lnTo>
                  <a:lnTo>
                    <a:pt x="117" y="196"/>
                  </a:lnTo>
                  <a:lnTo>
                    <a:pt x="117"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39"/>
            <p:cNvSpPr/>
            <p:nvPr/>
          </p:nvSpPr>
          <p:spPr>
            <a:xfrm>
              <a:off x="6439528" y="1911857"/>
              <a:ext cx="4250" cy="7156"/>
            </a:xfrm>
            <a:custGeom>
              <a:rect b="b" l="l" r="r" t="t"/>
              <a:pathLst>
                <a:path extrusionOk="0" h="197" w="117">
                  <a:moveTo>
                    <a:pt x="0" y="1"/>
                  </a:moveTo>
                  <a:lnTo>
                    <a:pt x="0" y="197"/>
                  </a:lnTo>
                  <a:lnTo>
                    <a:pt x="116" y="197"/>
                  </a:lnTo>
                  <a:lnTo>
                    <a:pt x="11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39"/>
            <p:cNvSpPr/>
            <p:nvPr/>
          </p:nvSpPr>
          <p:spPr>
            <a:xfrm>
              <a:off x="6448282" y="1925151"/>
              <a:ext cx="4250" cy="7156"/>
            </a:xfrm>
            <a:custGeom>
              <a:rect b="b" l="l" r="r" t="t"/>
              <a:pathLst>
                <a:path extrusionOk="0" h="197" w="117">
                  <a:moveTo>
                    <a:pt x="0" y="0"/>
                  </a:moveTo>
                  <a:lnTo>
                    <a:pt x="0" y="197"/>
                  </a:lnTo>
                  <a:lnTo>
                    <a:pt x="116" y="197"/>
                  </a:lnTo>
                  <a:lnTo>
                    <a:pt x="11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39"/>
            <p:cNvSpPr/>
            <p:nvPr/>
          </p:nvSpPr>
          <p:spPr>
            <a:xfrm>
              <a:off x="6433027" y="1923843"/>
              <a:ext cx="4250" cy="7192"/>
            </a:xfrm>
            <a:custGeom>
              <a:rect b="b" l="l" r="r" t="t"/>
              <a:pathLst>
                <a:path extrusionOk="0" h="198" w="117">
                  <a:moveTo>
                    <a:pt x="1" y="1"/>
                  </a:moveTo>
                  <a:lnTo>
                    <a:pt x="1" y="197"/>
                  </a:lnTo>
                  <a:lnTo>
                    <a:pt x="117" y="197"/>
                  </a:lnTo>
                  <a:lnTo>
                    <a:pt x="11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39"/>
            <p:cNvSpPr/>
            <p:nvPr/>
          </p:nvSpPr>
          <p:spPr>
            <a:xfrm>
              <a:off x="6436259" y="1939389"/>
              <a:ext cx="8136" cy="15292"/>
            </a:xfrm>
            <a:custGeom>
              <a:rect b="b" l="l" r="r" t="t"/>
              <a:pathLst>
                <a:path extrusionOk="0" h="421" w="224">
                  <a:moveTo>
                    <a:pt x="1" y="1"/>
                  </a:moveTo>
                  <a:lnTo>
                    <a:pt x="1" y="420"/>
                  </a:lnTo>
                  <a:lnTo>
                    <a:pt x="224" y="420"/>
                  </a:lnTo>
                  <a:lnTo>
                    <a:pt x="22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39"/>
            <p:cNvSpPr/>
            <p:nvPr/>
          </p:nvSpPr>
          <p:spPr>
            <a:xfrm>
              <a:off x="6426235" y="1890791"/>
              <a:ext cx="39555" cy="7809"/>
            </a:xfrm>
            <a:custGeom>
              <a:rect b="b" l="l" r="r" t="t"/>
              <a:pathLst>
                <a:path extrusionOk="0" h="215" w="1089">
                  <a:moveTo>
                    <a:pt x="215" y="1"/>
                  </a:moveTo>
                  <a:lnTo>
                    <a:pt x="0" y="215"/>
                  </a:lnTo>
                  <a:lnTo>
                    <a:pt x="884" y="215"/>
                  </a:lnTo>
                  <a:lnTo>
                    <a:pt x="108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39"/>
            <p:cNvSpPr/>
            <p:nvPr/>
          </p:nvSpPr>
          <p:spPr>
            <a:xfrm>
              <a:off x="6577549" y="1906990"/>
              <a:ext cx="52849" cy="85285"/>
            </a:xfrm>
            <a:custGeom>
              <a:rect b="b" l="l" r="r" t="t"/>
              <a:pathLst>
                <a:path extrusionOk="0" h="2348" w="1455">
                  <a:moveTo>
                    <a:pt x="1" y="1"/>
                  </a:moveTo>
                  <a:lnTo>
                    <a:pt x="1" y="2347"/>
                  </a:lnTo>
                  <a:lnTo>
                    <a:pt x="1455" y="2347"/>
                  </a:lnTo>
                  <a:lnTo>
                    <a:pt x="1455"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39"/>
            <p:cNvSpPr/>
            <p:nvPr/>
          </p:nvSpPr>
          <p:spPr>
            <a:xfrm>
              <a:off x="6616450" y="1913491"/>
              <a:ext cx="5521" cy="9734"/>
            </a:xfrm>
            <a:custGeom>
              <a:rect b="b" l="l" r="r" t="t"/>
              <a:pathLst>
                <a:path extrusionOk="0" h="268" w="152">
                  <a:moveTo>
                    <a:pt x="0" y="0"/>
                  </a:moveTo>
                  <a:lnTo>
                    <a:pt x="0" y="268"/>
                  </a:lnTo>
                  <a:lnTo>
                    <a:pt x="152" y="268"/>
                  </a:lnTo>
                  <a:lnTo>
                    <a:pt x="15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39"/>
            <p:cNvSpPr/>
            <p:nvPr/>
          </p:nvSpPr>
          <p:spPr>
            <a:xfrm>
              <a:off x="6602502" y="1925804"/>
              <a:ext cx="5230" cy="9734"/>
            </a:xfrm>
            <a:custGeom>
              <a:rect b="b" l="l" r="r" t="t"/>
              <a:pathLst>
                <a:path extrusionOk="0" h="268" w="144">
                  <a:moveTo>
                    <a:pt x="0" y="0"/>
                  </a:moveTo>
                  <a:lnTo>
                    <a:pt x="0" y="268"/>
                  </a:lnTo>
                  <a:lnTo>
                    <a:pt x="143" y="268"/>
                  </a:lnTo>
                  <a:lnTo>
                    <a:pt x="14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39"/>
            <p:cNvSpPr/>
            <p:nvPr/>
          </p:nvSpPr>
          <p:spPr>
            <a:xfrm>
              <a:off x="6584668" y="1915743"/>
              <a:ext cx="5230" cy="9444"/>
            </a:xfrm>
            <a:custGeom>
              <a:rect b="b" l="l" r="r" t="t"/>
              <a:pathLst>
                <a:path extrusionOk="0" h="260" w="144">
                  <a:moveTo>
                    <a:pt x="1" y="1"/>
                  </a:moveTo>
                  <a:lnTo>
                    <a:pt x="1" y="259"/>
                  </a:lnTo>
                  <a:lnTo>
                    <a:pt x="144" y="259"/>
                  </a:lnTo>
                  <a:lnTo>
                    <a:pt x="14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39"/>
            <p:cNvSpPr/>
            <p:nvPr/>
          </p:nvSpPr>
          <p:spPr>
            <a:xfrm>
              <a:off x="6613834" y="1936483"/>
              <a:ext cx="5557" cy="9444"/>
            </a:xfrm>
            <a:custGeom>
              <a:rect b="b" l="l" r="r" t="t"/>
              <a:pathLst>
                <a:path extrusionOk="0" h="260" w="153">
                  <a:moveTo>
                    <a:pt x="1" y="1"/>
                  </a:moveTo>
                  <a:lnTo>
                    <a:pt x="1" y="259"/>
                  </a:lnTo>
                  <a:lnTo>
                    <a:pt x="152" y="259"/>
                  </a:lnTo>
                  <a:lnTo>
                    <a:pt x="15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39"/>
            <p:cNvSpPr/>
            <p:nvPr/>
          </p:nvSpPr>
          <p:spPr>
            <a:xfrm>
              <a:off x="6588228" y="1935502"/>
              <a:ext cx="5557" cy="9771"/>
            </a:xfrm>
            <a:custGeom>
              <a:rect b="b" l="l" r="r" t="t"/>
              <a:pathLst>
                <a:path extrusionOk="0" h="269" w="153">
                  <a:moveTo>
                    <a:pt x="1" y="1"/>
                  </a:moveTo>
                  <a:lnTo>
                    <a:pt x="1" y="269"/>
                  </a:lnTo>
                  <a:lnTo>
                    <a:pt x="153" y="269"/>
                  </a:lnTo>
                  <a:lnTo>
                    <a:pt x="15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39"/>
            <p:cNvSpPr/>
            <p:nvPr/>
          </p:nvSpPr>
          <p:spPr>
            <a:xfrm>
              <a:off x="6602502" y="1964668"/>
              <a:ext cx="13330" cy="27605"/>
            </a:xfrm>
            <a:custGeom>
              <a:rect b="b" l="l" r="r" t="t"/>
              <a:pathLst>
                <a:path extrusionOk="0" h="760" w="367">
                  <a:moveTo>
                    <a:pt x="0" y="1"/>
                  </a:moveTo>
                  <a:lnTo>
                    <a:pt x="0" y="759"/>
                  </a:lnTo>
                  <a:lnTo>
                    <a:pt x="366" y="759"/>
                  </a:lnTo>
                  <a:lnTo>
                    <a:pt x="36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39"/>
            <p:cNvSpPr/>
            <p:nvPr/>
          </p:nvSpPr>
          <p:spPr>
            <a:xfrm>
              <a:off x="6577549" y="1894350"/>
              <a:ext cx="52849" cy="12677"/>
            </a:xfrm>
            <a:custGeom>
              <a:rect b="b" l="l" r="r" t="t"/>
              <a:pathLst>
                <a:path extrusionOk="0" h="349" w="1455">
                  <a:moveTo>
                    <a:pt x="1" y="1"/>
                  </a:moveTo>
                  <a:lnTo>
                    <a:pt x="1" y="349"/>
                  </a:lnTo>
                  <a:lnTo>
                    <a:pt x="1455" y="349"/>
                  </a:lnTo>
                  <a:lnTo>
                    <a:pt x="145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39"/>
            <p:cNvSpPr/>
            <p:nvPr/>
          </p:nvSpPr>
          <p:spPr>
            <a:xfrm>
              <a:off x="6560369" y="1980214"/>
              <a:ext cx="17217" cy="12059"/>
            </a:xfrm>
            <a:custGeom>
              <a:rect b="b" l="l" r="r" t="t"/>
              <a:pathLst>
                <a:path extrusionOk="0" h="332" w="474">
                  <a:moveTo>
                    <a:pt x="460" y="0"/>
                  </a:moveTo>
                  <a:cubicBezTo>
                    <a:pt x="423" y="0"/>
                    <a:pt x="320" y="12"/>
                    <a:pt x="313" y="144"/>
                  </a:cubicBezTo>
                  <a:cubicBezTo>
                    <a:pt x="313" y="144"/>
                    <a:pt x="300" y="140"/>
                    <a:pt x="284" y="140"/>
                  </a:cubicBezTo>
                  <a:cubicBezTo>
                    <a:pt x="257" y="140"/>
                    <a:pt x="220" y="150"/>
                    <a:pt x="215" y="206"/>
                  </a:cubicBezTo>
                  <a:cubicBezTo>
                    <a:pt x="215" y="206"/>
                    <a:pt x="182" y="194"/>
                    <a:pt x="141" y="194"/>
                  </a:cubicBezTo>
                  <a:cubicBezTo>
                    <a:pt x="86" y="194"/>
                    <a:pt x="16" y="217"/>
                    <a:pt x="1" y="331"/>
                  </a:cubicBezTo>
                  <a:lnTo>
                    <a:pt x="474" y="331"/>
                  </a:lnTo>
                  <a:lnTo>
                    <a:pt x="474" y="1"/>
                  </a:lnTo>
                  <a:cubicBezTo>
                    <a:pt x="474" y="1"/>
                    <a:pt x="469" y="0"/>
                    <a:pt x="46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39"/>
            <p:cNvSpPr/>
            <p:nvPr/>
          </p:nvSpPr>
          <p:spPr>
            <a:xfrm>
              <a:off x="6671186" y="1975637"/>
              <a:ext cx="24663" cy="17253"/>
            </a:xfrm>
            <a:custGeom>
              <a:rect b="b" l="l" r="r" t="t"/>
              <a:pathLst>
                <a:path extrusionOk="0" h="475" w="679">
                  <a:moveTo>
                    <a:pt x="651" y="0"/>
                  </a:moveTo>
                  <a:cubicBezTo>
                    <a:pt x="594" y="0"/>
                    <a:pt x="467" y="21"/>
                    <a:pt x="447" y="207"/>
                  </a:cubicBezTo>
                  <a:cubicBezTo>
                    <a:pt x="447" y="207"/>
                    <a:pt x="431" y="203"/>
                    <a:pt x="411" y="203"/>
                  </a:cubicBezTo>
                  <a:cubicBezTo>
                    <a:pt x="375" y="203"/>
                    <a:pt x="324" y="217"/>
                    <a:pt x="313" y="297"/>
                  </a:cubicBezTo>
                  <a:cubicBezTo>
                    <a:pt x="313" y="297"/>
                    <a:pt x="265" y="280"/>
                    <a:pt x="207" y="280"/>
                  </a:cubicBezTo>
                  <a:cubicBezTo>
                    <a:pt x="125" y="280"/>
                    <a:pt x="22" y="313"/>
                    <a:pt x="1" y="475"/>
                  </a:cubicBezTo>
                  <a:lnTo>
                    <a:pt x="679" y="475"/>
                  </a:lnTo>
                  <a:lnTo>
                    <a:pt x="679" y="2"/>
                  </a:lnTo>
                  <a:cubicBezTo>
                    <a:pt x="679" y="2"/>
                    <a:pt x="668" y="0"/>
                    <a:pt x="65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39"/>
            <p:cNvSpPr/>
            <p:nvPr/>
          </p:nvSpPr>
          <p:spPr>
            <a:xfrm>
              <a:off x="6552597" y="1940950"/>
              <a:ext cx="24990" cy="17290"/>
            </a:xfrm>
            <a:custGeom>
              <a:rect b="b" l="l" r="r" t="t"/>
              <a:pathLst>
                <a:path extrusionOk="0" h="476" w="688">
                  <a:moveTo>
                    <a:pt x="659" y="1"/>
                  </a:moveTo>
                  <a:cubicBezTo>
                    <a:pt x="599" y="1"/>
                    <a:pt x="467" y="22"/>
                    <a:pt x="447" y="208"/>
                  </a:cubicBezTo>
                  <a:cubicBezTo>
                    <a:pt x="447" y="208"/>
                    <a:pt x="431" y="203"/>
                    <a:pt x="411" y="203"/>
                  </a:cubicBezTo>
                  <a:cubicBezTo>
                    <a:pt x="375" y="203"/>
                    <a:pt x="324" y="217"/>
                    <a:pt x="313" y="297"/>
                  </a:cubicBezTo>
                  <a:cubicBezTo>
                    <a:pt x="313" y="297"/>
                    <a:pt x="265" y="280"/>
                    <a:pt x="207" y="280"/>
                  </a:cubicBezTo>
                  <a:cubicBezTo>
                    <a:pt x="125" y="280"/>
                    <a:pt x="22" y="314"/>
                    <a:pt x="1" y="475"/>
                  </a:cubicBezTo>
                  <a:lnTo>
                    <a:pt x="688" y="475"/>
                  </a:lnTo>
                  <a:lnTo>
                    <a:pt x="688" y="3"/>
                  </a:lnTo>
                  <a:cubicBezTo>
                    <a:pt x="688" y="3"/>
                    <a:pt x="676" y="1"/>
                    <a:pt x="659"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39"/>
            <p:cNvSpPr/>
            <p:nvPr/>
          </p:nvSpPr>
          <p:spPr>
            <a:xfrm>
              <a:off x="6510464" y="1968809"/>
              <a:ext cx="24990" cy="17290"/>
            </a:xfrm>
            <a:custGeom>
              <a:rect b="b" l="l" r="r" t="t"/>
              <a:pathLst>
                <a:path extrusionOk="0" h="476" w="688">
                  <a:moveTo>
                    <a:pt x="659" y="1"/>
                  </a:moveTo>
                  <a:cubicBezTo>
                    <a:pt x="600" y="1"/>
                    <a:pt x="470" y="22"/>
                    <a:pt x="456" y="208"/>
                  </a:cubicBezTo>
                  <a:cubicBezTo>
                    <a:pt x="456" y="208"/>
                    <a:pt x="441" y="204"/>
                    <a:pt x="420" y="204"/>
                  </a:cubicBezTo>
                  <a:cubicBezTo>
                    <a:pt x="382" y="204"/>
                    <a:pt x="325" y="219"/>
                    <a:pt x="313" y="306"/>
                  </a:cubicBezTo>
                  <a:cubicBezTo>
                    <a:pt x="313" y="306"/>
                    <a:pt x="260" y="286"/>
                    <a:pt x="198" y="286"/>
                  </a:cubicBezTo>
                  <a:cubicBezTo>
                    <a:pt x="118" y="286"/>
                    <a:pt x="21" y="320"/>
                    <a:pt x="1" y="476"/>
                  </a:cubicBezTo>
                  <a:lnTo>
                    <a:pt x="688" y="476"/>
                  </a:lnTo>
                  <a:lnTo>
                    <a:pt x="688" y="3"/>
                  </a:lnTo>
                  <a:cubicBezTo>
                    <a:pt x="688" y="3"/>
                    <a:pt x="677" y="1"/>
                    <a:pt x="659"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39"/>
            <p:cNvSpPr/>
            <p:nvPr/>
          </p:nvSpPr>
          <p:spPr>
            <a:xfrm>
              <a:off x="6458306" y="1938408"/>
              <a:ext cx="24990" cy="17253"/>
            </a:xfrm>
            <a:custGeom>
              <a:rect b="b" l="l" r="r" t="t"/>
              <a:pathLst>
                <a:path extrusionOk="0" h="475" w="688">
                  <a:moveTo>
                    <a:pt x="668" y="0"/>
                  </a:moveTo>
                  <a:cubicBezTo>
                    <a:pt x="614" y="0"/>
                    <a:pt x="470" y="18"/>
                    <a:pt x="456" y="206"/>
                  </a:cubicBezTo>
                  <a:cubicBezTo>
                    <a:pt x="456" y="206"/>
                    <a:pt x="440" y="202"/>
                    <a:pt x="420" y="202"/>
                  </a:cubicBezTo>
                  <a:cubicBezTo>
                    <a:pt x="382" y="202"/>
                    <a:pt x="324" y="217"/>
                    <a:pt x="313" y="305"/>
                  </a:cubicBezTo>
                  <a:cubicBezTo>
                    <a:pt x="313" y="305"/>
                    <a:pt x="265" y="287"/>
                    <a:pt x="206" y="287"/>
                  </a:cubicBezTo>
                  <a:cubicBezTo>
                    <a:pt x="126" y="287"/>
                    <a:pt x="26" y="320"/>
                    <a:pt x="1" y="474"/>
                  </a:cubicBezTo>
                  <a:lnTo>
                    <a:pt x="688" y="474"/>
                  </a:lnTo>
                  <a:lnTo>
                    <a:pt x="688" y="1"/>
                  </a:lnTo>
                  <a:cubicBezTo>
                    <a:pt x="688" y="1"/>
                    <a:pt x="680" y="0"/>
                    <a:pt x="668"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39"/>
            <p:cNvSpPr/>
            <p:nvPr/>
          </p:nvSpPr>
          <p:spPr>
            <a:xfrm>
              <a:off x="6537705" y="1951411"/>
              <a:ext cx="39882" cy="31128"/>
            </a:xfrm>
            <a:custGeom>
              <a:rect b="b" l="l" r="r" t="t"/>
              <a:pathLst>
                <a:path extrusionOk="0" h="857" w="1098">
                  <a:moveTo>
                    <a:pt x="955" y="0"/>
                  </a:moveTo>
                  <a:lnTo>
                    <a:pt x="411" y="187"/>
                  </a:lnTo>
                  <a:cubicBezTo>
                    <a:pt x="411" y="187"/>
                    <a:pt x="363" y="169"/>
                    <a:pt x="302" y="169"/>
                  </a:cubicBezTo>
                  <a:cubicBezTo>
                    <a:pt x="229" y="169"/>
                    <a:pt x="138" y="195"/>
                    <a:pt x="89" y="312"/>
                  </a:cubicBezTo>
                  <a:cubicBezTo>
                    <a:pt x="0" y="535"/>
                    <a:pt x="223" y="848"/>
                    <a:pt x="250" y="848"/>
                  </a:cubicBezTo>
                  <a:cubicBezTo>
                    <a:pt x="277" y="856"/>
                    <a:pt x="553" y="856"/>
                    <a:pt x="553" y="856"/>
                  </a:cubicBezTo>
                  <a:cubicBezTo>
                    <a:pt x="553" y="856"/>
                    <a:pt x="678" y="785"/>
                    <a:pt x="839" y="678"/>
                  </a:cubicBezTo>
                  <a:cubicBezTo>
                    <a:pt x="990" y="571"/>
                    <a:pt x="1098" y="339"/>
                    <a:pt x="1098" y="339"/>
                  </a:cubicBezTo>
                  <a:lnTo>
                    <a:pt x="1071" y="9"/>
                  </a:lnTo>
                  <a:lnTo>
                    <a:pt x="95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39"/>
            <p:cNvSpPr/>
            <p:nvPr/>
          </p:nvSpPr>
          <p:spPr>
            <a:xfrm>
              <a:off x="6714626" y="1924134"/>
              <a:ext cx="41807" cy="14674"/>
            </a:xfrm>
            <a:custGeom>
              <a:rect b="b" l="l" r="r" t="t"/>
              <a:pathLst>
                <a:path extrusionOk="0" h="404" w="1151">
                  <a:moveTo>
                    <a:pt x="552" y="1"/>
                  </a:moveTo>
                  <a:cubicBezTo>
                    <a:pt x="507" y="1"/>
                    <a:pt x="398" y="17"/>
                    <a:pt x="384" y="180"/>
                  </a:cubicBezTo>
                  <a:cubicBezTo>
                    <a:pt x="384" y="180"/>
                    <a:pt x="367" y="174"/>
                    <a:pt x="346" y="174"/>
                  </a:cubicBezTo>
                  <a:cubicBezTo>
                    <a:pt x="314" y="174"/>
                    <a:pt x="273" y="187"/>
                    <a:pt x="268" y="251"/>
                  </a:cubicBezTo>
                  <a:cubicBezTo>
                    <a:pt x="268" y="251"/>
                    <a:pt x="229" y="238"/>
                    <a:pt x="181" y="238"/>
                  </a:cubicBezTo>
                  <a:cubicBezTo>
                    <a:pt x="111" y="238"/>
                    <a:pt x="21" y="266"/>
                    <a:pt x="0" y="403"/>
                  </a:cubicBezTo>
                  <a:lnTo>
                    <a:pt x="1151" y="403"/>
                  </a:lnTo>
                  <a:cubicBezTo>
                    <a:pt x="1130" y="266"/>
                    <a:pt x="1040" y="238"/>
                    <a:pt x="970" y="238"/>
                  </a:cubicBezTo>
                  <a:cubicBezTo>
                    <a:pt x="922" y="238"/>
                    <a:pt x="883" y="251"/>
                    <a:pt x="883" y="251"/>
                  </a:cubicBezTo>
                  <a:cubicBezTo>
                    <a:pt x="873" y="187"/>
                    <a:pt x="833" y="174"/>
                    <a:pt x="803" y="174"/>
                  </a:cubicBezTo>
                  <a:cubicBezTo>
                    <a:pt x="783" y="174"/>
                    <a:pt x="767" y="180"/>
                    <a:pt x="767" y="180"/>
                  </a:cubicBezTo>
                  <a:cubicBezTo>
                    <a:pt x="753" y="17"/>
                    <a:pt x="638" y="1"/>
                    <a:pt x="591" y="1"/>
                  </a:cubicBezTo>
                  <a:cubicBezTo>
                    <a:pt x="579" y="1"/>
                    <a:pt x="571" y="2"/>
                    <a:pt x="571" y="2"/>
                  </a:cubicBezTo>
                  <a:cubicBezTo>
                    <a:pt x="571" y="2"/>
                    <a:pt x="564" y="1"/>
                    <a:pt x="552"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39"/>
            <p:cNvSpPr/>
            <p:nvPr/>
          </p:nvSpPr>
          <p:spPr>
            <a:xfrm>
              <a:off x="6695812" y="1893079"/>
              <a:ext cx="32109" cy="104028"/>
            </a:xfrm>
            <a:custGeom>
              <a:rect b="b" l="l" r="r" t="t"/>
              <a:pathLst>
                <a:path extrusionOk="0" h="2864" w="884">
                  <a:moveTo>
                    <a:pt x="1" y="0"/>
                  </a:moveTo>
                  <a:lnTo>
                    <a:pt x="1" y="2864"/>
                  </a:lnTo>
                  <a:lnTo>
                    <a:pt x="884" y="2864"/>
                  </a:lnTo>
                  <a:lnTo>
                    <a:pt x="88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39"/>
            <p:cNvSpPr/>
            <p:nvPr/>
          </p:nvSpPr>
          <p:spPr>
            <a:xfrm>
              <a:off x="6727884" y="1885306"/>
              <a:ext cx="7519" cy="111801"/>
            </a:xfrm>
            <a:custGeom>
              <a:rect b="b" l="l" r="r" t="t"/>
              <a:pathLst>
                <a:path extrusionOk="0" h="3078" w="207">
                  <a:moveTo>
                    <a:pt x="206" y="0"/>
                  </a:moveTo>
                  <a:lnTo>
                    <a:pt x="1" y="214"/>
                  </a:lnTo>
                  <a:lnTo>
                    <a:pt x="1" y="3078"/>
                  </a:lnTo>
                  <a:lnTo>
                    <a:pt x="206" y="3078"/>
                  </a:lnTo>
                  <a:lnTo>
                    <a:pt x="206"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39"/>
            <p:cNvSpPr/>
            <p:nvPr/>
          </p:nvSpPr>
          <p:spPr>
            <a:xfrm>
              <a:off x="6701006" y="1898236"/>
              <a:ext cx="3923" cy="7192"/>
            </a:xfrm>
            <a:custGeom>
              <a:rect b="b" l="l" r="r" t="t"/>
              <a:pathLst>
                <a:path extrusionOk="0" h="198" w="108">
                  <a:moveTo>
                    <a:pt x="0" y="1"/>
                  </a:moveTo>
                  <a:lnTo>
                    <a:pt x="0"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39"/>
            <p:cNvSpPr/>
            <p:nvPr/>
          </p:nvSpPr>
          <p:spPr>
            <a:xfrm>
              <a:off x="6710086" y="1911530"/>
              <a:ext cx="3923" cy="7192"/>
            </a:xfrm>
            <a:custGeom>
              <a:rect b="b" l="l" r="r" t="t"/>
              <a:pathLst>
                <a:path extrusionOk="0" h="198"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39"/>
            <p:cNvSpPr/>
            <p:nvPr/>
          </p:nvSpPr>
          <p:spPr>
            <a:xfrm>
              <a:off x="6718513" y="1900198"/>
              <a:ext cx="3923" cy="7156"/>
            </a:xfrm>
            <a:custGeom>
              <a:rect b="b" l="l" r="r" t="t"/>
              <a:pathLst>
                <a:path extrusionOk="0" h="197"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39"/>
            <p:cNvSpPr/>
            <p:nvPr/>
          </p:nvSpPr>
          <p:spPr>
            <a:xfrm>
              <a:off x="6700025" y="1919303"/>
              <a:ext cx="3923" cy="7192"/>
            </a:xfrm>
            <a:custGeom>
              <a:rect b="b" l="l" r="r" t="t"/>
              <a:pathLst>
                <a:path extrusionOk="0" h="198"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39"/>
            <p:cNvSpPr/>
            <p:nvPr/>
          </p:nvSpPr>
          <p:spPr>
            <a:xfrm>
              <a:off x="6720438" y="1923516"/>
              <a:ext cx="3923" cy="7192"/>
            </a:xfrm>
            <a:custGeom>
              <a:rect b="b" l="l" r="r" t="t"/>
              <a:pathLst>
                <a:path extrusionOk="0" h="198"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39"/>
            <p:cNvSpPr/>
            <p:nvPr/>
          </p:nvSpPr>
          <p:spPr>
            <a:xfrm>
              <a:off x="6709432" y="1932923"/>
              <a:ext cx="3923" cy="7156"/>
            </a:xfrm>
            <a:custGeom>
              <a:rect b="b" l="l" r="r" t="t"/>
              <a:pathLst>
                <a:path extrusionOk="0" h="197"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39"/>
            <p:cNvSpPr/>
            <p:nvPr/>
          </p:nvSpPr>
          <p:spPr>
            <a:xfrm>
              <a:off x="6699371" y="1944909"/>
              <a:ext cx="3923" cy="7156"/>
            </a:xfrm>
            <a:custGeom>
              <a:rect b="b" l="l" r="r" t="t"/>
              <a:pathLst>
                <a:path extrusionOk="0" h="197"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39"/>
            <p:cNvSpPr/>
            <p:nvPr/>
          </p:nvSpPr>
          <p:spPr>
            <a:xfrm>
              <a:off x="6702931" y="1963070"/>
              <a:ext cx="3959" cy="7156"/>
            </a:xfrm>
            <a:custGeom>
              <a:rect b="b" l="l" r="r" t="t"/>
              <a:pathLst>
                <a:path extrusionOk="0" h="197" w="109">
                  <a:moveTo>
                    <a:pt x="1" y="0"/>
                  </a:moveTo>
                  <a:lnTo>
                    <a:pt x="1" y="196"/>
                  </a:lnTo>
                  <a:lnTo>
                    <a:pt x="108" y="196"/>
                  </a:lnTo>
                  <a:lnTo>
                    <a:pt x="10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39"/>
            <p:cNvSpPr/>
            <p:nvPr/>
          </p:nvSpPr>
          <p:spPr>
            <a:xfrm>
              <a:off x="6695812" y="1885306"/>
              <a:ext cx="39592" cy="7809"/>
            </a:xfrm>
            <a:custGeom>
              <a:rect b="b" l="l" r="r" t="t"/>
              <a:pathLst>
                <a:path extrusionOk="0" h="215" w="1090">
                  <a:moveTo>
                    <a:pt x="215" y="0"/>
                  </a:moveTo>
                  <a:lnTo>
                    <a:pt x="1" y="214"/>
                  </a:lnTo>
                  <a:lnTo>
                    <a:pt x="884" y="214"/>
                  </a:lnTo>
                  <a:lnTo>
                    <a:pt x="10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39"/>
            <p:cNvSpPr/>
            <p:nvPr/>
          </p:nvSpPr>
          <p:spPr>
            <a:xfrm>
              <a:off x="6634901" y="1859373"/>
              <a:ext cx="15909" cy="139696"/>
            </a:xfrm>
            <a:custGeom>
              <a:rect b="b" l="l" r="r" t="t"/>
              <a:pathLst>
                <a:path extrusionOk="0" h="3846" w="438">
                  <a:moveTo>
                    <a:pt x="438" y="0"/>
                  </a:moveTo>
                  <a:cubicBezTo>
                    <a:pt x="438" y="0"/>
                    <a:pt x="384" y="63"/>
                    <a:pt x="393" y="143"/>
                  </a:cubicBezTo>
                  <a:cubicBezTo>
                    <a:pt x="402" y="215"/>
                    <a:pt x="322" y="250"/>
                    <a:pt x="357" y="313"/>
                  </a:cubicBezTo>
                  <a:cubicBezTo>
                    <a:pt x="384" y="384"/>
                    <a:pt x="286" y="402"/>
                    <a:pt x="331" y="491"/>
                  </a:cubicBezTo>
                  <a:cubicBezTo>
                    <a:pt x="375" y="571"/>
                    <a:pt x="268" y="670"/>
                    <a:pt x="304" y="759"/>
                  </a:cubicBezTo>
                  <a:cubicBezTo>
                    <a:pt x="348" y="857"/>
                    <a:pt x="259" y="893"/>
                    <a:pt x="295" y="973"/>
                  </a:cubicBezTo>
                  <a:cubicBezTo>
                    <a:pt x="340" y="1053"/>
                    <a:pt x="206" y="1142"/>
                    <a:pt x="268" y="1276"/>
                  </a:cubicBezTo>
                  <a:cubicBezTo>
                    <a:pt x="340" y="1401"/>
                    <a:pt x="206" y="1472"/>
                    <a:pt x="250" y="1562"/>
                  </a:cubicBezTo>
                  <a:cubicBezTo>
                    <a:pt x="295" y="1660"/>
                    <a:pt x="134" y="1767"/>
                    <a:pt x="206" y="1865"/>
                  </a:cubicBezTo>
                  <a:cubicBezTo>
                    <a:pt x="277" y="1972"/>
                    <a:pt x="143" y="2061"/>
                    <a:pt x="188" y="2142"/>
                  </a:cubicBezTo>
                  <a:cubicBezTo>
                    <a:pt x="233" y="2222"/>
                    <a:pt x="108" y="2338"/>
                    <a:pt x="179" y="2427"/>
                  </a:cubicBezTo>
                  <a:cubicBezTo>
                    <a:pt x="241" y="2516"/>
                    <a:pt x="90" y="2623"/>
                    <a:pt x="134" y="2739"/>
                  </a:cubicBezTo>
                  <a:cubicBezTo>
                    <a:pt x="188" y="2864"/>
                    <a:pt x="63" y="2998"/>
                    <a:pt x="125" y="3105"/>
                  </a:cubicBezTo>
                  <a:cubicBezTo>
                    <a:pt x="188" y="3212"/>
                    <a:pt x="36" y="3239"/>
                    <a:pt x="108" y="3355"/>
                  </a:cubicBezTo>
                  <a:cubicBezTo>
                    <a:pt x="179" y="3480"/>
                    <a:pt x="1" y="3631"/>
                    <a:pt x="1" y="3845"/>
                  </a:cubicBezTo>
                  <a:lnTo>
                    <a:pt x="438" y="3845"/>
                  </a:lnTo>
                  <a:lnTo>
                    <a:pt x="4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39"/>
            <p:cNvSpPr/>
            <p:nvPr/>
          </p:nvSpPr>
          <p:spPr>
            <a:xfrm>
              <a:off x="6650773" y="1859373"/>
              <a:ext cx="15909" cy="139696"/>
            </a:xfrm>
            <a:custGeom>
              <a:rect b="b" l="l" r="r" t="t"/>
              <a:pathLst>
                <a:path extrusionOk="0" h="3846" w="438">
                  <a:moveTo>
                    <a:pt x="1" y="0"/>
                  </a:moveTo>
                  <a:lnTo>
                    <a:pt x="1" y="3845"/>
                  </a:lnTo>
                  <a:lnTo>
                    <a:pt x="438" y="3845"/>
                  </a:lnTo>
                  <a:cubicBezTo>
                    <a:pt x="438" y="3631"/>
                    <a:pt x="259" y="3480"/>
                    <a:pt x="331" y="3355"/>
                  </a:cubicBezTo>
                  <a:cubicBezTo>
                    <a:pt x="402" y="3239"/>
                    <a:pt x="250" y="3212"/>
                    <a:pt x="313" y="3105"/>
                  </a:cubicBezTo>
                  <a:cubicBezTo>
                    <a:pt x="375" y="2998"/>
                    <a:pt x="250" y="2864"/>
                    <a:pt x="304" y="2739"/>
                  </a:cubicBezTo>
                  <a:cubicBezTo>
                    <a:pt x="358" y="2623"/>
                    <a:pt x="197" y="2516"/>
                    <a:pt x="268" y="2427"/>
                  </a:cubicBezTo>
                  <a:cubicBezTo>
                    <a:pt x="331" y="2338"/>
                    <a:pt x="206" y="2222"/>
                    <a:pt x="250" y="2142"/>
                  </a:cubicBezTo>
                  <a:cubicBezTo>
                    <a:pt x="295" y="2061"/>
                    <a:pt x="170" y="1972"/>
                    <a:pt x="233" y="1865"/>
                  </a:cubicBezTo>
                  <a:cubicBezTo>
                    <a:pt x="304" y="1767"/>
                    <a:pt x="152" y="1660"/>
                    <a:pt x="188" y="1562"/>
                  </a:cubicBezTo>
                  <a:cubicBezTo>
                    <a:pt x="233" y="1472"/>
                    <a:pt x="108" y="1401"/>
                    <a:pt x="170" y="1276"/>
                  </a:cubicBezTo>
                  <a:cubicBezTo>
                    <a:pt x="242" y="1142"/>
                    <a:pt x="99" y="1053"/>
                    <a:pt x="143" y="973"/>
                  </a:cubicBezTo>
                  <a:cubicBezTo>
                    <a:pt x="188" y="893"/>
                    <a:pt x="90" y="857"/>
                    <a:pt x="135" y="759"/>
                  </a:cubicBezTo>
                  <a:cubicBezTo>
                    <a:pt x="179" y="670"/>
                    <a:pt x="63" y="571"/>
                    <a:pt x="108" y="491"/>
                  </a:cubicBezTo>
                  <a:cubicBezTo>
                    <a:pt x="161" y="402"/>
                    <a:pt x="54" y="384"/>
                    <a:pt x="90" y="313"/>
                  </a:cubicBezTo>
                  <a:cubicBezTo>
                    <a:pt x="117" y="250"/>
                    <a:pt x="45" y="215"/>
                    <a:pt x="54" y="143"/>
                  </a:cubicBezTo>
                  <a:cubicBezTo>
                    <a:pt x="63" y="63"/>
                    <a:pt x="1" y="0"/>
                    <a:pt x="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39"/>
            <p:cNvSpPr/>
            <p:nvPr/>
          </p:nvSpPr>
          <p:spPr>
            <a:xfrm>
              <a:off x="6474179" y="1859373"/>
              <a:ext cx="15909" cy="139696"/>
            </a:xfrm>
            <a:custGeom>
              <a:rect b="b" l="l" r="r" t="t"/>
              <a:pathLst>
                <a:path extrusionOk="0" h="3846" w="438">
                  <a:moveTo>
                    <a:pt x="438" y="0"/>
                  </a:moveTo>
                  <a:cubicBezTo>
                    <a:pt x="438" y="0"/>
                    <a:pt x="375" y="63"/>
                    <a:pt x="384" y="143"/>
                  </a:cubicBezTo>
                  <a:cubicBezTo>
                    <a:pt x="393" y="215"/>
                    <a:pt x="322" y="250"/>
                    <a:pt x="349" y="313"/>
                  </a:cubicBezTo>
                  <a:cubicBezTo>
                    <a:pt x="384" y="384"/>
                    <a:pt x="277" y="402"/>
                    <a:pt x="331" y="491"/>
                  </a:cubicBezTo>
                  <a:cubicBezTo>
                    <a:pt x="375" y="571"/>
                    <a:pt x="259" y="670"/>
                    <a:pt x="304" y="759"/>
                  </a:cubicBezTo>
                  <a:cubicBezTo>
                    <a:pt x="349" y="857"/>
                    <a:pt x="251" y="893"/>
                    <a:pt x="295" y="973"/>
                  </a:cubicBezTo>
                  <a:cubicBezTo>
                    <a:pt x="340" y="1053"/>
                    <a:pt x="197" y="1142"/>
                    <a:pt x="268" y="1276"/>
                  </a:cubicBezTo>
                  <a:cubicBezTo>
                    <a:pt x="331" y="1401"/>
                    <a:pt x="206" y="1472"/>
                    <a:pt x="251" y="1562"/>
                  </a:cubicBezTo>
                  <a:cubicBezTo>
                    <a:pt x="286" y="1660"/>
                    <a:pt x="135" y="1767"/>
                    <a:pt x="206" y="1865"/>
                  </a:cubicBezTo>
                  <a:cubicBezTo>
                    <a:pt x="268" y="1972"/>
                    <a:pt x="143" y="2061"/>
                    <a:pt x="188" y="2142"/>
                  </a:cubicBezTo>
                  <a:cubicBezTo>
                    <a:pt x="233" y="2222"/>
                    <a:pt x="108" y="2338"/>
                    <a:pt x="170" y="2427"/>
                  </a:cubicBezTo>
                  <a:cubicBezTo>
                    <a:pt x="242" y="2516"/>
                    <a:pt x="81" y="2623"/>
                    <a:pt x="135" y="2739"/>
                  </a:cubicBezTo>
                  <a:cubicBezTo>
                    <a:pt x="188" y="2864"/>
                    <a:pt x="63" y="2998"/>
                    <a:pt x="126" y="3105"/>
                  </a:cubicBezTo>
                  <a:cubicBezTo>
                    <a:pt x="188" y="3212"/>
                    <a:pt x="36" y="3239"/>
                    <a:pt x="108" y="3355"/>
                  </a:cubicBezTo>
                  <a:cubicBezTo>
                    <a:pt x="179" y="3480"/>
                    <a:pt x="1" y="3631"/>
                    <a:pt x="1" y="3845"/>
                  </a:cubicBezTo>
                  <a:lnTo>
                    <a:pt x="438" y="3845"/>
                  </a:lnTo>
                  <a:lnTo>
                    <a:pt x="4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39"/>
            <p:cNvSpPr/>
            <p:nvPr/>
          </p:nvSpPr>
          <p:spPr>
            <a:xfrm>
              <a:off x="6490051" y="1859373"/>
              <a:ext cx="15909" cy="139696"/>
            </a:xfrm>
            <a:custGeom>
              <a:rect b="b" l="l" r="r" t="t"/>
              <a:pathLst>
                <a:path extrusionOk="0" h="3846" w="438">
                  <a:moveTo>
                    <a:pt x="1" y="0"/>
                  </a:moveTo>
                  <a:lnTo>
                    <a:pt x="1" y="3845"/>
                  </a:lnTo>
                  <a:lnTo>
                    <a:pt x="438" y="3845"/>
                  </a:lnTo>
                  <a:cubicBezTo>
                    <a:pt x="438" y="3631"/>
                    <a:pt x="260" y="3480"/>
                    <a:pt x="331" y="3355"/>
                  </a:cubicBezTo>
                  <a:cubicBezTo>
                    <a:pt x="402" y="3239"/>
                    <a:pt x="251" y="3212"/>
                    <a:pt x="313" y="3105"/>
                  </a:cubicBezTo>
                  <a:cubicBezTo>
                    <a:pt x="376" y="2998"/>
                    <a:pt x="251" y="2864"/>
                    <a:pt x="304" y="2739"/>
                  </a:cubicBezTo>
                  <a:cubicBezTo>
                    <a:pt x="358" y="2623"/>
                    <a:pt x="197" y="2516"/>
                    <a:pt x="260" y="2427"/>
                  </a:cubicBezTo>
                  <a:cubicBezTo>
                    <a:pt x="331" y="2338"/>
                    <a:pt x="206" y="2222"/>
                    <a:pt x="251" y="2142"/>
                  </a:cubicBezTo>
                  <a:cubicBezTo>
                    <a:pt x="295" y="2061"/>
                    <a:pt x="161" y="1972"/>
                    <a:pt x="233" y="1865"/>
                  </a:cubicBezTo>
                  <a:cubicBezTo>
                    <a:pt x="304" y="1767"/>
                    <a:pt x="144" y="1660"/>
                    <a:pt x="188" y="1562"/>
                  </a:cubicBezTo>
                  <a:cubicBezTo>
                    <a:pt x="233" y="1472"/>
                    <a:pt x="99" y="1401"/>
                    <a:pt x="170" y="1276"/>
                  </a:cubicBezTo>
                  <a:cubicBezTo>
                    <a:pt x="233" y="1142"/>
                    <a:pt x="99" y="1053"/>
                    <a:pt x="144" y="973"/>
                  </a:cubicBezTo>
                  <a:cubicBezTo>
                    <a:pt x="179" y="893"/>
                    <a:pt x="90" y="857"/>
                    <a:pt x="135" y="759"/>
                  </a:cubicBezTo>
                  <a:cubicBezTo>
                    <a:pt x="170" y="670"/>
                    <a:pt x="63" y="571"/>
                    <a:pt x="108" y="491"/>
                  </a:cubicBezTo>
                  <a:cubicBezTo>
                    <a:pt x="153" y="402"/>
                    <a:pt x="54" y="384"/>
                    <a:pt x="81" y="313"/>
                  </a:cubicBezTo>
                  <a:cubicBezTo>
                    <a:pt x="117" y="250"/>
                    <a:pt x="37" y="215"/>
                    <a:pt x="45" y="143"/>
                  </a:cubicBezTo>
                  <a:cubicBezTo>
                    <a:pt x="54" y="63"/>
                    <a:pt x="1" y="0"/>
                    <a:pt x="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39"/>
            <p:cNvSpPr/>
            <p:nvPr/>
          </p:nvSpPr>
          <p:spPr>
            <a:xfrm>
              <a:off x="6654987" y="1902450"/>
              <a:ext cx="12677" cy="111510"/>
            </a:xfrm>
            <a:custGeom>
              <a:rect b="b" l="l" r="r" t="t"/>
              <a:pathLst>
                <a:path extrusionOk="0" h="3070" w="349">
                  <a:moveTo>
                    <a:pt x="349" y="1"/>
                  </a:moveTo>
                  <a:cubicBezTo>
                    <a:pt x="349" y="1"/>
                    <a:pt x="304" y="54"/>
                    <a:pt x="313" y="117"/>
                  </a:cubicBezTo>
                  <a:cubicBezTo>
                    <a:pt x="322" y="179"/>
                    <a:pt x="259" y="206"/>
                    <a:pt x="277" y="251"/>
                  </a:cubicBezTo>
                  <a:cubicBezTo>
                    <a:pt x="304" y="304"/>
                    <a:pt x="224" y="331"/>
                    <a:pt x="259" y="393"/>
                  </a:cubicBezTo>
                  <a:cubicBezTo>
                    <a:pt x="295" y="456"/>
                    <a:pt x="206" y="536"/>
                    <a:pt x="242" y="608"/>
                  </a:cubicBezTo>
                  <a:cubicBezTo>
                    <a:pt x="277" y="688"/>
                    <a:pt x="206" y="715"/>
                    <a:pt x="233" y="777"/>
                  </a:cubicBezTo>
                  <a:cubicBezTo>
                    <a:pt x="268" y="848"/>
                    <a:pt x="161" y="911"/>
                    <a:pt x="215" y="1018"/>
                  </a:cubicBezTo>
                  <a:cubicBezTo>
                    <a:pt x="268" y="1125"/>
                    <a:pt x="161" y="1179"/>
                    <a:pt x="197" y="1250"/>
                  </a:cubicBezTo>
                  <a:cubicBezTo>
                    <a:pt x="233" y="1321"/>
                    <a:pt x="108" y="1410"/>
                    <a:pt x="161" y="1491"/>
                  </a:cubicBezTo>
                  <a:cubicBezTo>
                    <a:pt x="215" y="1580"/>
                    <a:pt x="117" y="1651"/>
                    <a:pt x="143" y="1714"/>
                  </a:cubicBezTo>
                  <a:cubicBezTo>
                    <a:pt x="179" y="1776"/>
                    <a:pt x="90" y="1865"/>
                    <a:pt x="143" y="1937"/>
                  </a:cubicBezTo>
                  <a:cubicBezTo>
                    <a:pt x="197" y="2008"/>
                    <a:pt x="63" y="2097"/>
                    <a:pt x="108" y="2187"/>
                  </a:cubicBezTo>
                  <a:cubicBezTo>
                    <a:pt x="152" y="2285"/>
                    <a:pt x="45" y="2392"/>
                    <a:pt x="99" y="2481"/>
                  </a:cubicBezTo>
                  <a:cubicBezTo>
                    <a:pt x="152" y="2561"/>
                    <a:pt x="27" y="2588"/>
                    <a:pt x="90" y="2686"/>
                  </a:cubicBezTo>
                  <a:cubicBezTo>
                    <a:pt x="143" y="2775"/>
                    <a:pt x="1" y="2900"/>
                    <a:pt x="1" y="3070"/>
                  </a:cubicBezTo>
                  <a:lnTo>
                    <a:pt x="349" y="3070"/>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39"/>
            <p:cNvSpPr/>
            <p:nvPr/>
          </p:nvSpPr>
          <p:spPr>
            <a:xfrm>
              <a:off x="6667626" y="1902450"/>
              <a:ext cx="12677" cy="111510"/>
            </a:xfrm>
            <a:custGeom>
              <a:rect b="b" l="l" r="r" t="t"/>
              <a:pathLst>
                <a:path extrusionOk="0" h="3070" w="349">
                  <a:moveTo>
                    <a:pt x="1" y="1"/>
                  </a:moveTo>
                  <a:lnTo>
                    <a:pt x="1" y="3070"/>
                  </a:lnTo>
                  <a:lnTo>
                    <a:pt x="349" y="3070"/>
                  </a:lnTo>
                  <a:cubicBezTo>
                    <a:pt x="349" y="2900"/>
                    <a:pt x="206" y="2775"/>
                    <a:pt x="268" y="2686"/>
                  </a:cubicBezTo>
                  <a:cubicBezTo>
                    <a:pt x="322" y="2588"/>
                    <a:pt x="197" y="2561"/>
                    <a:pt x="250" y="2481"/>
                  </a:cubicBezTo>
                  <a:cubicBezTo>
                    <a:pt x="304" y="2392"/>
                    <a:pt x="197" y="2285"/>
                    <a:pt x="241" y="2187"/>
                  </a:cubicBezTo>
                  <a:cubicBezTo>
                    <a:pt x="286" y="2097"/>
                    <a:pt x="161" y="2008"/>
                    <a:pt x="206" y="1937"/>
                  </a:cubicBezTo>
                  <a:cubicBezTo>
                    <a:pt x="259" y="1865"/>
                    <a:pt x="170" y="1776"/>
                    <a:pt x="206" y="1714"/>
                  </a:cubicBezTo>
                  <a:cubicBezTo>
                    <a:pt x="241" y="1651"/>
                    <a:pt x="134" y="1580"/>
                    <a:pt x="188" y="1491"/>
                  </a:cubicBezTo>
                  <a:cubicBezTo>
                    <a:pt x="241" y="1410"/>
                    <a:pt x="117" y="1321"/>
                    <a:pt x="152" y="1250"/>
                  </a:cubicBezTo>
                  <a:cubicBezTo>
                    <a:pt x="188" y="1179"/>
                    <a:pt x="81" y="1125"/>
                    <a:pt x="134" y="1018"/>
                  </a:cubicBezTo>
                  <a:cubicBezTo>
                    <a:pt x="188" y="911"/>
                    <a:pt x="81" y="848"/>
                    <a:pt x="117" y="777"/>
                  </a:cubicBezTo>
                  <a:cubicBezTo>
                    <a:pt x="152" y="715"/>
                    <a:pt x="72" y="688"/>
                    <a:pt x="108" y="608"/>
                  </a:cubicBezTo>
                  <a:cubicBezTo>
                    <a:pt x="143" y="536"/>
                    <a:pt x="54" y="456"/>
                    <a:pt x="90" y="393"/>
                  </a:cubicBezTo>
                  <a:cubicBezTo>
                    <a:pt x="125" y="331"/>
                    <a:pt x="45" y="304"/>
                    <a:pt x="72" y="251"/>
                  </a:cubicBezTo>
                  <a:cubicBezTo>
                    <a:pt x="90" y="206"/>
                    <a:pt x="36" y="179"/>
                    <a:pt x="36" y="117"/>
                  </a:cubicBezTo>
                  <a:cubicBezTo>
                    <a:pt x="45" y="54"/>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39"/>
            <p:cNvSpPr/>
            <p:nvPr/>
          </p:nvSpPr>
          <p:spPr>
            <a:xfrm>
              <a:off x="6389296" y="1882037"/>
              <a:ext cx="12677" cy="111183"/>
            </a:xfrm>
            <a:custGeom>
              <a:rect b="b" l="l" r="r" t="t"/>
              <a:pathLst>
                <a:path extrusionOk="0" h="3061" w="349">
                  <a:moveTo>
                    <a:pt x="348" y="1"/>
                  </a:moveTo>
                  <a:cubicBezTo>
                    <a:pt x="348" y="1"/>
                    <a:pt x="304" y="46"/>
                    <a:pt x="304" y="108"/>
                  </a:cubicBezTo>
                  <a:cubicBezTo>
                    <a:pt x="313" y="170"/>
                    <a:pt x="250" y="197"/>
                    <a:pt x="277" y="251"/>
                  </a:cubicBezTo>
                  <a:cubicBezTo>
                    <a:pt x="304" y="304"/>
                    <a:pt x="223" y="322"/>
                    <a:pt x="259" y="385"/>
                  </a:cubicBezTo>
                  <a:cubicBezTo>
                    <a:pt x="295" y="456"/>
                    <a:pt x="206" y="527"/>
                    <a:pt x="241" y="608"/>
                  </a:cubicBezTo>
                  <a:cubicBezTo>
                    <a:pt x="277" y="679"/>
                    <a:pt x="197" y="715"/>
                    <a:pt x="232" y="777"/>
                  </a:cubicBezTo>
                  <a:cubicBezTo>
                    <a:pt x="268" y="840"/>
                    <a:pt x="161" y="911"/>
                    <a:pt x="215" y="1009"/>
                  </a:cubicBezTo>
                  <a:cubicBezTo>
                    <a:pt x="268" y="1116"/>
                    <a:pt x="161" y="1170"/>
                    <a:pt x="197" y="1241"/>
                  </a:cubicBezTo>
                  <a:cubicBezTo>
                    <a:pt x="232" y="1321"/>
                    <a:pt x="99" y="1402"/>
                    <a:pt x="161" y="1491"/>
                  </a:cubicBezTo>
                  <a:cubicBezTo>
                    <a:pt x="215" y="1571"/>
                    <a:pt x="107" y="1642"/>
                    <a:pt x="143" y="1705"/>
                  </a:cubicBezTo>
                  <a:cubicBezTo>
                    <a:pt x="179" y="1776"/>
                    <a:pt x="81" y="1865"/>
                    <a:pt x="134" y="1937"/>
                  </a:cubicBezTo>
                  <a:cubicBezTo>
                    <a:pt x="188" y="2008"/>
                    <a:pt x="63" y="2088"/>
                    <a:pt x="107" y="2187"/>
                  </a:cubicBezTo>
                  <a:cubicBezTo>
                    <a:pt x="143" y="2285"/>
                    <a:pt x="45" y="2392"/>
                    <a:pt x="99" y="2472"/>
                  </a:cubicBezTo>
                  <a:cubicBezTo>
                    <a:pt x="143" y="2561"/>
                    <a:pt x="27" y="2579"/>
                    <a:pt x="81" y="2677"/>
                  </a:cubicBezTo>
                  <a:cubicBezTo>
                    <a:pt x="134" y="2766"/>
                    <a:pt x="0" y="2891"/>
                    <a:pt x="0" y="3061"/>
                  </a:cubicBezTo>
                  <a:lnTo>
                    <a:pt x="348" y="3061"/>
                  </a:lnTo>
                  <a:lnTo>
                    <a:pt x="3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39"/>
            <p:cNvSpPr/>
            <p:nvPr/>
          </p:nvSpPr>
          <p:spPr>
            <a:xfrm>
              <a:off x="6401936" y="1882037"/>
              <a:ext cx="12677" cy="111183"/>
            </a:xfrm>
            <a:custGeom>
              <a:rect b="b" l="l" r="r" t="t"/>
              <a:pathLst>
                <a:path extrusionOk="0" h="3061" w="349">
                  <a:moveTo>
                    <a:pt x="0" y="1"/>
                  </a:moveTo>
                  <a:lnTo>
                    <a:pt x="0" y="3061"/>
                  </a:lnTo>
                  <a:lnTo>
                    <a:pt x="348" y="3061"/>
                  </a:lnTo>
                  <a:cubicBezTo>
                    <a:pt x="348" y="2891"/>
                    <a:pt x="206" y="2766"/>
                    <a:pt x="259" y="2677"/>
                  </a:cubicBezTo>
                  <a:cubicBezTo>
                    <a:pt x="313" y="2579"/>
                    <a:pt x="197" y="2561"/>
                    <a:pt x="250" y="2472"/>
                  </a:cubicBezTo>
                  <a:cubicBezTo>
                    <a:pt x="295" y="2392"/>
                    <a:pt x="197" y="2285"/>
                    <a:pt x="241" y="2187"/>
                  </a:cubicBezTo>
                  <a:cubicBezTo>
                    <a:pt x="277" y="2088"/>
                    <a:pt x="152" y="2008"/>
                    <a:pt x="206" y="1937"/>
                  </a:cubicBezTo>
                  <a:cubicBezTo>
                    <a:pt x="259" y="1865"/>
                    <a:pt x="161" y="1776"/>
                    <a:pt x="197" y="1705"/>
                  </a:cubicBezTo>
                  <a:cubicBezTo>
                    <a:pt x="232" y="1642"/>
                    <a:pt x="125" y="1571"/>
                    <a:pt x="188" y="1491"/>
                  </a:cubicBezTo>
                  <a:cubicBezTo>
                    <a:pt x="241" y="1402"/>
                    <a:pt x="116" y="1321"/>
                    <a:pt x="152" y="1241"/>
                  </a:cubicBezTo>
                  <a:cubicBezTo>
                    <a:pt x="179" y="1170"/>
                    <a:pt x="81" y="1116"/>
                    <a:pt x="134" y="1009"/>
                  </a:cubicBezTo>
                  <a:cubicBezTo>
                    <a:pt x="188" y="911"/>
                    <a:pt x="81" y="840"/>
                    <a:pt x="107" y="777"/>
                  </a:cubicBezTo>
                  <a:cubicBezTo>
                    <a:pt x="143" y="715"/>
                    <a:pt x="72" y="679"/>
                    <a:pt x="107" y="608"/>
                  </a:cubicBezTo>
                  <a:cubicBezTo>
                    <a:pt x="134" y="527"/>
                    <a:pt x="45" y="456"/>
                    <a:pt x="81" y="385"/>
                  </a:cubicBezTo>
                  <a:cubicBezTo>
                    <a:pt x="125" y="322"/>
                    <a:pt x="45" y="304"/>
                    <a:pt x="63" y="251"/>
                  </a:cubicBezTo>
                  <a:cubicBezTo>
                    <a:pt x="90" y="197"/>
                    <a:pt x="27" y="170"/>
                    <a:pt x="36" y="108"/>
                  </a:cubicBezTo>
                  <a:cubicBezTo>
                    <a:pt x="45" y="46"/>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39"/>
            <p:cNvSpPr/>
            <p:nvPr/>
          </p:nvSpPr>
          <p:spPr>
            <a:xfrm>
              <a:off x="6528951" y="1902450"/>
              <a:ext cx="12677" cy="111510"/>
            </a:xfrm>
            <a:custGeom>
              <a:rect b="b" l="l" r="r" t="t"/>
              <a:pathLst>
                <a:path extrusionOk="0" h="3070" w="349">
                  <a:moveTo>
                    <a:pt x="348" y="1"/>
                  </a:moveTo>
                  <a:cubicBezTo>
                    <a:pt x="348" y="1"/>
                    <a:pt x="304" y="46"/>
                    <a:pt x="313" y="117"/>
                  </a:cubicBezTo>
                  <a:cubicBezTo>
                    <a:pt x="322" y="179"/>
                    <a:pt x="259" y="206"/>
                    <a:pt x="286" y="251"/>
                  </a:cubicBezTo>
                  <a:cubicBezTo>
                    <a:pt x="304" y="304"/>
                    <a:pt x="223" y="322"/>
                    <a:pt x="259" y="393"/>
                  </a:cubicBezTo>
                  <a:cubicBezTo>
                    <a:pt x="304" y="456"/>
                    <a:pt x="214" y="536"/>
                    <a:pt x="241" y="608"/>
                  </a:cubicBezTo>
                  <a:cubicBezTo>
                    <a:pt x="277" y="688"/>
                    <a:pt x="206" y="715"/>
                    <a:pt x="232" y="777"/>
                  </a:cubicBezTo>
                  <a:cubicBezTo>
                    <a:pt x="268" y="840"/>
                    <a:pt x="161" y="911"/>
                    <a:pt x="214" y="1018"/>
                  </a:cubicBezTo>
                  <a:cubicBezTo>
                    <a:pt x="268" y="1125"/>
                    <a:pt x="170" y="1179"/>
                    <a:pt x="197" y="1250"/>
                  </a:cubicBezTo>
                  <a:cubicBezTo>
                    <a:pt x="232" y="1321"/>
                    <a:pt x="107" y="1410"/>
                    <a:pt x="161" y="1491"/>
                  </a:cubicBezTo>
                  <a:cubicBezTo>
                    <a:pt x="214" y="1580"/>
                    <a:pt x="116" y="1651"/>
                    <a:pt x="152" y="1714"/>
                  </a:cubicBezTo>
                  <a:cubicBezTo>
                    <a:pt x="188" y="1776"/>
                    <a:pt x="90" y="1865"/>
                    <a:pt x="143" y="1937"/>
                  </a:cubicBezTo>
                  <a:cubicBezTo>
                    <a:pt x="197" y="2008"/>
                    <a:pt x="72" y="2088"/>
                    <a:pt x="107" y="2187"/>
                  </a:cubicBezTo>
                  <a:cubicBezTo>
                    <a:pt x="152" y="2285"/>
                    <a:pt x="54" y="2392"/>
                    <a:pt x="99" y="2481"/>
                  </a:cubicBezTo>
                  <a:cubicBezTo>
                    <a:pt x="152" y="2561"/>
                    <a:pt x="27" y="2588"/>
                    <a:pt x="90" y="2677"/>
                  </a:cubicBezTo>
                  <a:cubicBezTo>
                    <a:pt x="143" y="2775"/>
                    <a:pt x="0" y="2891"/>
                    <a:pt x="0" y="3070"/>
                  </a:cubicBezTo>
                  <a:lnTo>
                    <a:pt x="348" y="3070"/>
                  </a:lnTo>
                  <a:lnTo>
                    <a:pt x="3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39"/>
            <p:cNvSpPr/>
            <p:nvPr/>
          </p:nvSpPr>
          <p:spPr>
            <a:xfrm>
              <a:off x="6541591" y="1902450"/>
              <a:ext cx="12677" cy="111510"/>
            </a:xfrm>
            <a:custGeom>
              <a:rect b="b" l="l" r="r" t="t"/>
              <a:pathLst>
                <a:path extrusionOk="0" h="3070" w="349">
                  <a:moveTo>
                    <a:pt x="0" y="1"/>
                  </a:moveTo>
                  <a:lnTo>
                    <a:pt x="0" y="3070"/>
                  </a:lnTo>
                  <a:lnTo>
                    <a:pt x="348" y="3070"/>
                  </a:lnTo>
                  <a:cubicBezTo>
                    <a:pt x="348" y="2891"/>
                    <a:pt x="214" y="2775"/>
                    <a:pt x="268" y="2677"/>
                  </a:cubicBezTo>
                  <a:cubicBezTo>
                    <a:pt x="321" y="2588"/>
                    <a:pt x="197" y="2561"/>
                    <a:pt x="250" y="2481"/>
                  </a:cubicBezTo>
                  <a:cubicBezTo>
                    <a:pt x="304" y="2392"/>
                    <a:pt x="197" y="2285"/>
                    <a:pt x="241" y="2187"/>
                  </a:cubicBezTo>
                  <a:cubicBezTo>
                    <a:pt x="286" y="2088"/>
                    <a:pt x="161" y="2008"/>
                    <a:pt x="214" y="1937"/>
                  </a:cubicBezTo>
                  <a:cubicBezTo>
                    <a:pt x="268" y="1865"/>
                    <a:pt x="170" y="1776"/>
                    <a:pt x="205" y="1714"/>
                  </a:cubicBezTo>
                  <a:cubicBezTo>
                    <a:pt x="241" y="1651"/>
                    <a:pt x="134" y="1580"/>
                    <a:pt x="188" y="1491"/>
                  </a:cubicBezTo>
                  <a:cubicBezTo>
                    <a:pt x="241" y="1410"/>
                    <a:pt x="116" y="1321"/>
                    <a:pt x="152" y="1250"/>
                  </a:cubicBezTo>
                  <a:cubicBezTo>
                    <a:pt x="188" y="1179"/>
                    <a:pt x="81" y="1125"/>
                    <a:pt x="134" y="1018"/>
                  </a:cubicBezTo>
                  <a:cubicBezTo>
                    <a:pt x="188" y="911"/>
                    <a:pt x="81" y="840"/>
                    <a:pt x="116" y="777"/>
                  </a:cubicBezTo>
                  <a:cubicBezTo>
                    <a:pt x="152" y="715"/>
                    <a:pt x="72" y="688"/>
                    <a:pt x="107" y="608"/>
                  </a:cubicBezTo>
                  <a:cubicBezTo>
                    <a:pt x="143" y="536"/>
                    <a:pt x="54" y="456"/>
                    <a:pt x="90" y="393"/>
                  </a:cubicBezTo>
                  <a:cubicBezTo>
                    <a:pt x="125" y="322"/>
                    <a:pt x="45" y="304"/>
                    <a:pt x="72" y="251"/>
                  </a:cubicBezTo>
                  <a:cubicBezTo>
                    <a:pt x="98" y="206"/>
                    <a:pt x="36" y="179"/>
                    <a:pt x="45" y="117"/>
                  </a:cubicBezTo>
                  <a:cubicBezTo>
                    <a:pt x="45" y="46"/>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39"/>
            <p:cNvSpPr/>
            <p:nvPr/>
          </p:nvSpPr>
          <p:spPr>
            <a:xfrm>
              <a:off x="6244119" y="1770930"/>
              <a:ext cx="634191" cy="385636"/>
            </a:xfrm>
            <a:custGeom>
              <a:rect b="b" l="l" r="r" t="t"/>
              <a:pathLst>
                <a:path extrusionOk="0" h="10617" w="17460">
                  <a:moveTo>
                    <a:pt x="17459" y="0"/>
                  </a:moveTo>
                  <a:lnTo>
                    <a:pt x="16094" y="1472"/>
                  </a:lnTo>
                  <a:lnTo>
                    <a:pt x="15711" y="2953"/>
                  </a:lnTo>
                  <a:lnTo>
                    <a:pt x="14266" y="3774"/>
                  </a:lnTo>
                  <a:lnTo>
                    <a:pt x="13855" y="4478"/>
                  </a:lnTo>
                  <a:lnTo>
                    <a:pt x="13052" y="4719"/>
                  </a:lnTo>
                  <a:lnTo>
                    <a:pt x="12687" y="5995"/>
                  </a:lnTo>
                  <a:lnTo>
                    <a:pt x="11304" y="6164"/>
                  </a:lnTo>
                  <a:lnTo>
                    <a:pt x="10519" y="5692"/>
                  </a:lnTo>
                  <a:lnTo>
                    <a:pt x="10153" y="4951"/>
                  </a:lnTo>
                  <a:lnTo>
                    <a:pt x="8806" y="5112"/>
                  </a:lnTo>
                  <a:lnTo>
                    <a:pt x="8253" y="5879"/>
                  </a:lnTo>
                  <a:lnTo>
                    <a:pt x="7370" y="5897"/>
                  </a:lnTo>
                  <a:lnTo>
                    <a:pt x="6130" y="4701"/>
                  </a:lnTo>
                  <a:lnTo>
                    <a:pt x="5059" y="4496"/>
                  </a:lnTo>
                  <a:lnTo>
                    <a:pt x="4363" y="4889"/>
                  </a:lnTo>
                  <a:lnTo>
                    <a:pt x="3596" y="3836"/>
                  </a:lnTo>
                  <a:lnTo>
                    <a:pt x="2748" y="3444"/>
                  </a:lnTo>
                  <a:lnTo>
                    <a:pt x="1749" y="5308"/>
                  </a:lnTo>
                  <a:lnTo>
                    <a:pt x="938" y="6075"/>
                  </a:lnTo>
                  <a:lnTo>
                    <a:pt x="777" y="7271"/>
                  </a:lnTo>
                  <a:lnTo>
                    <a:pt x="1" y="7868"/>
                  </a:lnTo>
                  <a:lnTo>
                    <a:pt x="1" y="8975"/>
                  </a:lnTo>
                  <a:lnTo>
                    <a:pt x="938" y="8983"/>
                  </a:lnTo>
                  <a:lnTo>
                    <a:pt x="2053" y="9091"/>
                  </a:lnTo>
                  <a:lnTo>
                    <a:pt x="2918" y="8859"/>
                  </a:lnTo>
                  <a:lnTo>
                    <a:pt x="5220" y="8859"/>
                  </a:lnTo>
                  <a:lnTo>
                    <a:pt x="5844" y="9091"/>
                  </a:lnTo>
                  <a:lnTo>
                    <a:pt x="7343" y="8903"/>
                  </a:lnTo>
                  <a:lnTo>
                    <a:pt x="8190" y="9091"/>
                  </a:lnTo>
                  <a:lnTo>
                    <a:pt x="7655" y="9813"/>
                  </a:lnTo>
                  <a:lnTo>
                    <a:pt x="9073" y="9974"/>
                  </a:lnTo>
                  <a:lnTo>
                    <a:pt x="10867" y="9626"/>
                  </a:lnTo>
                  <a:lnTo>
                    <a:pt x="11901" y="9626"/>
                  </a:lnTo>
                  <a:lnTo>
                    <a:pt x="12865" y="9974"/>
                  </a:lnTo>
                  <a:lnTo>
                    <a:pt x="14970" y="9974"/>
                  </a:lnTo>
                  <a:lnTo>
                    <a:pt x="15693" y="10616"/>
                  </a:lnTo>
                  <a:lnTo>
                    <a:pt x="17459" y="10616"/>
                  </a:lnTo>
                  <a:lnTo>
                    <a:pt x="1745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39"/>
            <p:cNvSpPr/>
            <p:nvPr/>
          </p:nvSpPr>
          <p:spPr>
            <a:xfrm>
              <a:off x="6704892" y="1770930"/>
              <a:ext cx="173404" cy="243034"/>
            </a:xfrm>
            <a:custGeom>
              <a:rect b="b" l="l" r="r" t="t"/>
              <a:pathLst>
                <a:path extrusionOk="0" h="6691" w="4774">
                  <a:moveTo>
                    <a:pt x="4773" y="0"/>
                  </a:moveTo>
                  <a:lnTo>
                    <a:pt x="3408" y="1472"/>
                  </a:lnTo>
                  <a:lnTo>
                    <a:pt x="3025" y="2953"/>
                  </a:lnTo>
                  <a:lnTo>
                    <a:pt x="1588" y="3774"/>
                  </a:lnTo>
                  <a:lnTo>
                    <a:pt x="1169" y="4478"/>
                  </a:lnTo>
                  <a:lnTo>
                    <a:pt x="366" y="4719"/>
                  </a:lnTo>
                  <a:lnTo>
                    <a:pt x="1" y="5995"/>
                  </a:lnTo>
                  <a:lnTo>
                    <a:pt x="1722" y="6691"/>
                  </a:lnTo>
                  <a:lnTo>
                    <a:pt x="580" y="5727"/>
                  </a:lnTo>
                  <a:lnTo>
                    <a:pt x="759" y="5255"/>
                  </a:lnTo>
                  <a:lnTo>
                    <a:pt x="1321" y="4844"/>
                  </a:lnTo>
                  <a:lnTo>
                    <a:pt x="1901" y="4692"/>
                  </a:lnTo>
                  <a:lnTo>
                    <a:pt x="2097" y="3916"/>
                  </a:lnTo>
                  <a:lnTo>
                    <a:pt x="3212" y="3765"/>
                  </a:lnTo>
                  <a:lnTo>
                    <a:pt x="3310" y="3015"/>
                  </a:lnTo>
                  <a:lnTo>
                    <a:pt x="3614" y="2373"/>
                  </a:lnTo>
                  <a:lnTo>
                    <a:pt x="4015" y="3916"/>
                  </a:lnTo>
                  <a:lnTo>
                    <a:pt x="3890" y="1490"/>
                  </a:lnTo>
                  <a:lnTo>
                    <a:pt x="4773"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39"/>
            <p:cNvSpPr/>
            <p:nvPr/>
          </p:nvSpPr>
          <p:spPr>
            <a:xfrm>
              <a:off x="6612854" y="1950757"/>
              <a:ext cx="92078" cy="79728"/>
            </a:xfrm>
            <a:custGeom>
              <a:rect b="b" l="l" r="r" t="t"/>
              <a:pathLst>
                <a:path extrusionOk="0" h="2195" w="2535">
                  <a:moveTo>
                    <a:pt x="1" y="0"/>
                  </a:moveTo>
                  <a:lnTo>
                    <a:pt x="170" y="1178"/>
                  </a:lnTo>
                  <a:lnTo>
                    <a:pt x="724" y="1454"/>
                  </a:lnTo>
                  <a:lnTo>
                    <a:pt x="724" y="2195"/>
                  </a:lnTo>
                  <a:lnTo>
                    <a:pt x="1089" y="1820"/>
                  </a:lnTo>
                  <a:lnTo>
                    <a:pt x="2535" y="1044"/>
                  </a:lnTo>
                  <a:lnTo>
                    <a:pt x="2535" y="1044"/>
                  </a:lnTo>
                  <a:lnTo>
                    <a:pt x="1152" y="1213"/>
                  </a:lnTo>
                  <a:lnTo>
                    <a:pt x="367" y="741"/>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39"/>
            <p:cNvSpPr/>
            <p:nvPr/>
          </p:nvSpPr>
          <p:spPr>
            <a:xfrm>
              <a:off x="6676380" y="2039200"/>
              <a:ext cx="64182" cy="94003"/>
            </a:xfrm>
            <a:custGeom>
              <a:rect b="b" l="l" r="r" t="t"/>
              <a:pathLst>
                <a:path extrusionOk="0" h="2588" w="1767">
                  <a:moveTo>
                    <a:pt x="1767" y="1"/>
                  </a:moveTo>
                  <a:lnTo>
                    <a:pt x="1276" y="652"/>
                  </a:lnTo>
                  <a:lnTo>
                    <a:pt x="786" y="1794"/>
                  </a:lnTo>
                  <a:lnTo>
                    <a:pt x="0" y="2240"/>
                  </a:lnTo>
                  <a:lnTo>
                    <a:pt x="964" y="2588"/>
                  </a:lnTo>
                  <a:lnTo>
                    <a:pt x="1410" y="1758"/>
                  </a:lnTo>
                  <a:lnTo>
                    <a:pt x="1410" y="1027"/>
                  </a:lnTo>
                  <a:lnTo>
                    <a:pt x="176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39"/>
            <p:cNvSpPr/>
            <p:nvPr/>
          </p:nvSpPr>
          <p:spPr>
            <a:xfrm>
              <a:off x="6778443" y="1943311"/>
              <a:ext cx="99851" cy="213249"/>
            </a:xfrm>
            <a:custGeom>
              <a:rect b="b" l="l" r="r" t="t"/>
              <a:pathLst>
                <a:path extrusionOk="0" h="5871" w="2749">
                  <a:moveTo>
                    <a:pt x="1089" y="0"/>
                  </a:moveTo>
                  <a:lnTo>
                    <a:pt x="661" y="1115"/>
                  </a:lnTo>
                  <a:lnTo>
                    <a:pt x="482" y="3212"/>
                  </a:lnTo>
                  <a:lnTo>
                    <a:pt x="1" y="4514"/>
                  </a:lnTo>
                  <a:lnTo>
                    <a:pt x="259" y="5228"/>
                  </a:lnTo>
                  <a:lnTo>
                    <a:pt x="982" y="5870"/>
                  </a:lnTo>
                  <a:lnTo>
                    <a:pt x="2748" y="5870"/>
                  </a:lnTo>
                  <a:lnTo>
                    <a:pt x="2748" y="3105"/>
                  </a:lnTo>
                  <a:lnTo>
                    <a:pt x="2133" y="4737"/>
                  </a:lnTo>
                  <a:lnTo>
                    <a:pt x="1678" y="4086"/>
                  </a:lnTo>
                  <a:lnTo>
                    <a:pt x="1544" y="2480"/>
                  </a:lnTo>
                  <a:lnTo>
                    <a:pt x="1071" y="1302"/>
                  </a:lnTo>
                  <a:lnTo>
                    <a:pt x="108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39"/>
            <p:cNvSpPr/>
            <p:nvPr/>
          </p:nvSpPr>
          <p:spPr>
            <a:xfrm>
              <a:off x="6787850" y="2079044"/>
              <a:ext cx="26261" cy="77512"/>
            </a:xfrm>
            <a:custGeom>
              <a:rect b="b" l="l" r="r" t="t"/>
              <a:pathLst>
                <a:path extrusionOk="0" h="2134" w="723">
                  <a:moveTo>
                    <a:pt x="607" y="1"/>
                  </a:moveTo>
                  <a:lnTo>
                    <a:pt x="437" y="1455"/>
                  </a:lnTo>
                  <a:lnTo>
                    <a:pt x="205" y="875"/>
                  </a:lnTo>
                  <a:lnTo>
                    <a:pt x="0" y="1491"/>
                  </a:lnTo>
                  <a:lnTo>
                    <a:pt x="723" y="2133"/>
                  </a:lnTo>
                  <a:lnTo>
                    <a:pt x="607"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39"/>
            <p:cNvSpPr/>
            <p:nvPr/>
          </p:nvSpPr>
          <p:spPr>
            <a:xfrm>
              <a:off x="6743139" y="2044067"/>
              <a:ext cx="23355" cy="89135"/>
            </a:xfrm>
            <a:custGeom>
              <a:rect b="b" l="l" r="r" t="t"/>
              <a:pathLst>
                <a:path extrusionOk="0" h="2454" w="643">
                  <a:moveTo>
                    <a:pt x="419" y="0"/>
                  </a:moveTo>
                  <a:lnTo>
                    <a:pt x="98" y="1410"/>
                  </a:lnTo>
                  <a:lnTo>
                    <a:pt x="188" y="1883"/>
                  </a:lnTo>
                  <a:lnTo>
                    <a:pt x="0" y="2454"/>
                  </a:lnTo>
                  <a:lnTo>
                    <a:pt x="643" y="2454"/>
                  </a:lnTo>
                  <a:lnTo>
                    <a:pt x="366" y="1232"/>
                  </a:lnTo>
                  <a:lnTo>
                    <a:pt x="419"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39"/>
            <p:cNvSpPr/>
            <p:nvPr/>
          </p:nvSpPr>
          <p:spPr>
            <a:xfrm>
              <a:off x="6522159" y="2039200"/>
              <a:ext cx="54447" cy="94003"/>
            </a:xfrm>
            <a:custGeom>
              <a:rect b="b" l="l" r="r" t="t"/>
              <a:pathLst>
                <a:path extrusionOk="0" h="2588" w="1499">
                  <a:moveTo>
                    <a:pt x="1187" y="1"/>
                  </a:moveTo>
                  <a:lnTo>
                    <a:pt x="1187" y="1455"/>
                  </a:lnTo>
                  <a:lnTo>
                    <a:pt x="0" y="2427"/>
                  </a:lnTo>
                  <a:lnTo>
                    <a:pt x="1418" y="2588"/>
                  </a:lnTo>
                  <a:lnTo>
                    <a:pt x="1499" y="1151"/>
                  </a:lnTo>
                  <a:lnTo>
                    <a:pt x="118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39"/>
            <p:cNvSpPr/>
            <p:nvPr/>
          </p:nvSpPr>
          <p:spPr>
            <a:xfrm>
              <a:off x="6573663" y="2047299"/>
              <a:ext cx="73262" cy="85903"/>
            </a:xfrm>
            <a:custGeom>
              <a:rect b="b" l="l" r="r" t="t"/>
              <a:pathLst>
                <a:path extrusionOk="0" h="2365" w="2017">
                  <a:moveTo>
                    <a:pt x="2017" y="1"/>
                  </a:moveTo>
                  <a:lnTo>
                    <a:pt x="1321" y="1214"/>
                  </a:lnTo>
                  <a:lnTo>
                    <a:pt x="1160" y="1785"/>
                  </a:lnTo>
                  <a:lnTo>
                    <a:pt x="0" y="2365"/>
                  </a:lnTo>
                  <a:lnTo>
                    <a:pt x="1794" y="2017"/>
                  </a:lnTo>
                  <a:lnTo>
                    <a:pt x="1695" y="1259"/>
                  </a:lnTo>
                  <a:lnTo>
                    <a:pt x="2017"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39"/>
            <p:cNvSpPr/>
            <p:nvPr/>
          </p:nvSpPr>
          <p:spPr>
            <a:xfrm>
              <a:off x="6510791" y="2044067"/>
              <a:ext cx="30838" cy="57063"/>
            </a:xfrm>
            <a:custGeom>
              <a:rect b="b" l="l" r="r" t="t"/>
              <a:pathLst>
                <a:path extrusionOk="0" h="1571" w="849">
                  <a:moveTo>
                    <a:pt x="545" y="0"/>
                  </a:moveTo>
                  <a:lnTo>
                    <a:pt x="393" y="848"/>
                  </a:lnTo>
                  <a:lnTo>
                    <a:pt x="1" y="1383"/>
                  </a:lnTo>
                  <a:lnTo>
                    <a:pt x="848" y="1571"/>
                  </a:lnTo>
                  <a:lnTo>
                    <a:pt x="54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39"/>
            <p:cNvSpPr/>
            <p:nvPr/>
          </p:nvSpPr>
          <p:spPr>
            <a:xfrm>
              <a:off x="6410362" y="1934231"/>
              <a:ext cx="133522" cy="94656"/>
            </a:xfrm>
            <a:custGeom>
              <a:rect b="b" l="l" r="r" t="t"/>
              <a:pathLst>
                <a:path extrusionOk="0" h="2606" w="3676">
                  <a:moveTo>
                    <a:pt x="482" y="0"/>
                  </a:moveTo>
                  <a:lnTo>
                    <a:pt x="901" y="375"/>
                  </a:lnTo>
                  <a:lnTo>
                    <a:pt x="955" y="812"/>
                  </a:lnTo>
                  <a:lnTo>
                    <a:pt x="1321" y="518"/>
                  </a:lnTo>
                  <a:lnTo>
                    <a:pt x="2061" y="1142"/>
                  </a:lnTo>
                  <a:lnTo>
                    <a:pt x="1267" y="1401"/>
                  </a:lnTo>
                  <a:lnTo>
                    <a:pt x="0" y="2605"/>
                  </a:lnTo>
                  <a:lnTo>
                    <a:pt x="1642" y="1677"/>
                  </a:lnTo>
                  <a:lnTo>
                    <a:pt x="2462" y="1481"/>
                  </a:lnTo>
                  <a:lnTo>
                    <a:pt x="2766" y="1909"/>
                  </a:lnTo>
                  <a:lnTo>
                    <a:pt x="2578" y="2605"/>
                  </a:lnTo>
                  <a:lnTo>
                    <a:pt x="3676" y="1383"/>
                  </a:lnTo>
                  <a:lnTo>
                    <a:pt x="2793" y="1401"/>
                  </a:lnTo>
                  <a:lnTo>
                    <a:pt x="1553" y="205"/>
                  </a:lnTo>
                  <a:lnTo>
                    <a:pt x="482"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39"/>
            <p:cNvSpPr/>
            <p:nvPr/>
          </p:nvSpPr>
          <p:spPr>
            <a:xfrm>
              <a:off x="6343930" y="1895985"/>
              <a:ext cx="58697" cy="52522"/>
            </a:xfrm>
            <a:custGeom>
              <a:rect b="b" l="l" r="r" t="t"/>
              <a:pathLst>
                <a:path extrusionOk="0" h="1446" w="1616">
                  <a:moveTo>
                    <a:pt x="0" y="1"/>
                  </a:moveTo>
                  <a:lnTo>
                    <a:pt x="1615" y="1446"/>
                  </a:lnTo>
                  <a:lnTo>
                    <a:pt x="848" y="393"/>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39"/>
            <p:cNvSpPr/>
            <p:nvPr/>
          </p:nvSpPr>
          <p:spPr>
            <a:xfrm>
              <a:off x="6244119" y="1963724"/>
              <a:ext cx="116704" cy="137408"/>
            </a:xfrm>
            <a:custGeom>
              <a:rect b="b" l="l" r="r" t="t"/>
              <a:pathLst>
                <a:path extrusionOk="0" h="3783" w="3213">
                  <a:moveTo>
                    <a:pt x="1749" y="0"/>
                  </a:moveTo>
                  <a:lnTo>
                    <a:pt x="938" y="767"/>
                  </a:lnTo>
                  <a:lnTo>
                    <a:pt x="777" y="1963"/>
                  </a:lnTo>
                  <a:lnTo>
                    <a:pt x="1" y="2560"/>
                  </a:lnTo>
                  <a:lnTo>
                    <a:pt x="1" y="3667"/>
                  </a:lnTo>
                  <a:lnTo>
                    <a:pt x="938" y="3675"/>
                  </a:lnTo>
                  <a:lnTo>
                    <a:pt x="2053" y="3783"/>
                  </a:lnTo>
                  <a:lnTo>
                    <a:pt x="2186" y="2212"/>
                  </a:lnTo>
                  <a:lnTo>
                    <a:pt x="1687" y="3426"/>
                  </a:lnTo>
                  <a:lnTo>
                    <a:pt x="688" y="3488"/>
                  </a:lnTo>
                  <a:lnTo>
                    <a:pt x="304" y="2917"/>
                  </a:lnTo>
                  <a:lnTo>
                    <a:pt x="1223" y="1963"/>
                  </a:lnTo>
                  <a:lnTo>
                    <a:pt x="1419" y="1258"/>
                  </a:lnTo>
                  <a:lnTo>
                    <a:pt x="2427" y="740"/>
                  </a:lnTo>
                  <a:lnTo>
                    <a:pt x="3212" y="54"/>
                  </a:lnTo>
                  <a:lnTo>
                    <a:pt x="2133" y="544"/>
                  </a:lnTo>
                  <a:lnTo>
                    <a:pt x="1348" y="669"/>
                  </a:lnTo>
                  <a:lnTo>
                    <a:pt x="174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39"/>
            <p:cNvSpPr/>
            <p:nvPr/>
          </p:nvSpPr>
          <p:spPr>
            <a:xfrm>
              <a:off x="6343930" y="2023654"/>
              <a:ext cx="31128" cy="69049"/>
            </a:xfrm>
            <a:custGeom>
              <a:rect b="b" l="l" r="r" t="t"/>
              <a:pathLst>
                <a:path extrusionOk="0" h="1901" w="857">
                  <a:moveTo>
                    <a:pt x="0" y="0"/>
                  </a:moveTo>
                  <a:lnTo>
                    <a:pt x="170" y="1901"/>
                  </a:lnTo>
                  <a:lnTo>
                    <a:pt x="857" y="190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39"/>
            <p:cNvSpPr/>
            <p:nvPr/>
          </p:nvSpPr>
          <p:spPr>
            <a:xfrm>
              <a:off x="6433681" y="2028848"/>
              <a:ext cx="26624" cy="72282"/>
            </a:xfrm>
            <a:custGeom>
              <a:rect b="b" l="l" r="r" t="t"/>
              <a:pathLst>
                <a:path extrusionOk="0" h="1990" w="733">
                  <a:moveTo>
                    <a:pt x="465" y="0"/>
                  </a:moveTo>
                  <a:lnTo>
                    <a:pt x="268" y="901"/>
                  </a:lnTo>
                  <a:lnTo>
                    <a:pt x="331" y="1303"/>
                  </a:lnTo>
                  <a:lnTo>
                    <a:pt x="1" y="1758"/>
                  </a:lnTo>
                  <a:lnTo>
                    <a:pt x="625" y="1990"/>
                  </a:lnTo>
                  <a:lnTo>
                    <a:pt x="732" y="1472"/>
                  </a:lnTo>
                  <a:lnTo>
                    <a:pt x="500" y="839"/>
                  </a:lnTo>
                  <a:lnTo>
                    <a:pt x="46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 name="Google Shape;1843;p39"/>
          <p:cNvGrpSpPr/>
          <p:nvPr/>
        </p:nvGrpSpPr>
        <p:grpSpPr>
          <a:xfrm flipH="1">
            <a:off x="-720324" y="2485877"/>
            <a:ext cx="1440661" cy="3029051"/>
            <a:chOff x="-1016344" y="3145131"/>
            <a:chExt cx="1064239" cy="2285558"/>
          </a:xfrm>
        </p:grpSpPr>
        <p:sp>
          <p:nvSpPr>
            <p:cNvPr id="1844" name="Google Shape;1844;p39"/>
            <p:cNvSpPr/>
            <p:nvPr/>
          </p:nvSpPr>
          <p:spPr>
            <a:xfrm>
              <a:off x="-740545" y="4071077"/>
              <a:ext cx="104308" cy="1359612"/>
            </a:xfrm>
            <a:custGeom>
              <a:rect b="b" l="l" r="r" t="t"/>
              <a:pathLst>
                <a:path extrusionOk="0" h="11170" w="857">
                  <a:moveTo>
                    <a:pt x="206" y="1"/>
                  </a:moveTo>
                  <a:cubicBezTo>
                    <a:pt x="206" y="1"/>
                    <a:pt x="0" y="563"/>
                    <a:pt x="206" y="1749"/>
                  </a:cubicBezTo>
                  <a:cubicBezTo>
                    <a:pt x="357" y="2677"/>
                    <a:pt x="206" y="11170"/>
                    <a:pt x="206" y="11170"/>
                  </a:cubicBezTo>
                  <a:lnTo>
                    <a:pt x="652" y="11170"/>
                  </a:lnTo>
                  <a:cubicBezTo>
                    <a:pt x="652" y="11170"/>
                    <a:pt x="500" y="2677"/>
                    <a:pt x="652" y="1749"/>
                  </a:cubicBezTo>
                  <a:cubicBezTo>
                    <a:pt x="857" y="563"/>
                    <a:pt x="652" y="1"/>
                    <a:pt x="652"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39"/>
            <p:cNvSpPr/>
            <p:nvPr/>
          </p:nvSpPr>
          <p:spPr>
            <a:xfrm>
              <a:off x="-695999" y="4071077"/>
              <a:ext cx="59761" cy="1359612"/>
            </a:xfrm>
            <a:custGeom>
              <a:rect b="b" l="l" r="r" t="t"/>
              <a:pathLst>
                <a:path extrusionOk="0" h="11170" w="491">
                  <a:moveTo>
                    <a:pt x="161" y="1"/>
                  </a:moveTo>
                  <a:cubicBezTo>
                    <a:pt x="161" y="1"/>
                    <a:pt x="357" y="563"/>
                    <a:pt x="161" y="1749"/>
                  </a:cubicBezTo>
                  <a:cubicBezTo>
                    <a:pt x="0" y="2677"/>
                    <a:pt x="161" y="11170"/>
                    <a:pt x="161" y="11170"/>
                  </a:cubicBezTo>
                  <a:lnTo>
                    <a:pt x="286" y="11170"/>
                  </a:lnTo>
                  <a:cubicBezTo>
                    <a:pt x="286" y="11170"/>
                    <a:pt x="134" y="2677"/>
                    <a:pt x="286" y="1749"/>
                  </a:cubicBezTo>
                  <a:cubicBezTo>
                    <a:pt x="491" y="563"/>
                    <a:pt x="286" y="1"/>
                    <a:pt x="286"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39"/>
            <p:cNvSpPr/>
            <p:nvPr/>
          </p:nvSpPr>
          <p:spPr>
            <a:xfrm>
              <a:off x="-1016344" y="3740977"/>
              <a:ext cx="654813" cy="512685"/>
            </a:xfrm>
            <a:custGeom>
              <a:rect b="b" l="l" r="r" t="t"/>
              <a:pathLst>
                <a:path extrusionOk="0" h="4212" w="5380">
                  <a:moveTo>
                    <a:pt x="2106" y="1"/>
                  </a:moveTo>
                  <a:cubicBezTo>
                    <a:pt x="2231" y="473"/>
                    <a:pt x="2293" y="839"/>
                    <a:pt x="2293" y="839"/>
                  </a:cubicBezTo>
                  <a:cubicBezTo>
                    <a:pt x="1936" y="259"/>
                    <a:pt x="1374" y="72"/>
                    <a:pt x="1374" y="72"/>
                  </a:cubicBezTo>
                  <a:lnTo>
                    <a:pt x="1374" y="72"/>
                  </a:lnTo>
                  <a:cubicBezTo>
                    <a:pt x="1999" y="500"/>
                    <a:pt x="2115" y="1098"/>
                    <a:pt x="2115" y="1098"/>
                  </a:cubicBezTo>
                  <a:cubicBezTo>
                    <a:pt x="1695" y="527"/>
                    <a:pt x="884" y="527"/>
                    <a:pt x="884" y="527"/>
                  </a:cubicBezTo>
                  <a:lnTo>
                    <a:pt x="884" y="527"/>
                  </a:lnTo>
                  <a:cubicBezTo>
                    <a:pt x="1410" y="687"/>
                    <a:pt x="1749" y="1142"/>
                    <a:pt x="1749" y="1142"/>
                  </a:cubicBezTo>
                  <a:cubicBezTo>
                    <a:pt x="1749" y="1142"/>
                    <a:pt x="1446" y="902"/>
                    <a:pt x="1000" y="866"/>
                  </a:cubicBezTo>
                  <a:cubicBezTo>
                    <a:pt x="909" y="857"/>
                    <a:pt x="827" y="853"/>
                    <a:pt x="753" y="853"/>
                  </a:cubicBezTo>
                  <a:cubicBezTo>
                    <a:pt x="461" y="853"/>
                    <a:pt x="313" y="910"/>
                    <a:pt x="313" y="910"/>
                  </a:cubicBezTo>
                  <a:cubicBezTo>
                    <a:pt x="1107" y="937"/>
                    <a:pt x="1383" y="1303"/>
                    <a:pt x="1383" y="1303"/>
                  </a:cubicBezTo>
                  <a:cubicBezTo>
                    <a:pt x="1174" y="1239"/>
                    <a:pt x="966" y="1226"/>
                    <a:pt x="832" y="1226"/>
                  </a:cubicBezTo>
                  <a:cubicBezTo>
                    <a:pt x="743" y="1226"/>
                    <a:pt x="687" y="1232"/>
                    <a:pt x="687" y="1232"/>
                  </a:cubicBezTo>
                  <a:cubicBezTo>
                    <a:pt x="1232" y="1330"/>
                    <a:pt x="1481" y="1606"/>
                    <a:pt x="1481" y="1606"/>
                  </a:cubicBezTo>
                  <a:cubicBezTo>
                    <a:pt x="1481" y="1606"/>
                    <a:pt x="1220" y="1531"/>
                    <a:pt x="934" y="1531"/>
                  </a:cubicBezTo>
                  <a:cubicBezTo>
                    <a:pt x="791" y="1531"/>
                    <a:pt x="643" y="1550"/>
                    <a:pt x="518" y="1606"/>
                  </a:cubicBezTo>
                  <a:cubicBezTo>
                    <a:pt x="152" y="1776"/>
                    <a:pt x="81" y="2106"/>
                    <a:pt x="81" y="2106"/>
                  </a:cubicBezTo>
                  <a:cubicBezTo>
                    <a:pt x="249" y="1895"/>
                    <a:pt x="521" y="1756"/>
                    <a:pt x="851" y="1756"/>
                  </a:cubicBezTo>
                  <a:cubicBezTo>
                    <a:pt x="870" y="1756"/>
                    <a:pt x="890" y="1757"/>
                    <a:pt x="910" y="1758"/>
                  </a:cubicBezTo>
                  <a:cubicBezTo>
                    <a:pt x="1223" y="1767"/>
                    <a:pt x="1374" y="1910"/>
                    <a:pt x="1374" y="1910"/>
                  </a:cubicBezTo>
                  <a:cubicBezTo>
                    <a:pt x="1374" y="1910"/>
                    <a:pt x="1275" y="1893"/>
                    <a:pt x="1127" y="1893"/>
                  </a:cubicBezTo>
                  <a:cubicBezTo>
                    <a:pt x="954" y="1893"/>
                    <a:pt x="713" y="1916"/>
                    <a:pt x="482" y="2017"/>
                  </a:cubicBezTo>
                  <a:cubicBezTo>
                    <a:pt x="63" y="2204"/>
                    <a:pt x="0" y="2543"/>
                    <a:pt x="0" y="2543"/>
                  </a:cubicBezTo>
                  <a:cubicBezTo>
                    <a:pt x="277" y="2231"/>
                    <a:pt x="785" y="2168"/>
                    <a:pt x="786" y="2168"/>
                  </a:cubicBezTo>
                  <a:lnTo>
                    <a:pt x="786" y="2168"/>
                  </a:lnTo>
                  <a:cubicBezTo>
                    <a:pt x="143" y="2481"/>
                    <a:pt x="36" y="3034"/>
                    <a:pt x="36" y="3034"/>
                  </a:cubicBezTo>
                  <a:cubicBezTo>
                    <a:pt x="241" y="2811"/>
                    <a:pt x="643" y="2686"/>
                    <a:pt x="643" y="2686"/>
                  </a:cubicBezTo>
                  <a:lnTo>
                    <a:pt x="643" y="2686"/>
                  </a:lnTo>
                  <a:cubicBezTo>
                    <a:pt x="215" y="3016"/>
                    <a:pt x="90" y="3489"/>
                    <a:pt x="90" y="3489"/>
                  </a:cubicBezTo>
                  <a:cubicBezTo>
                    <a:pt x="366" y="3096"/>
                    <a:pt x="875" y="2918"/>
                    <a:pt x="875" y="2918"/>
                  </a:cubicBezTo>
                  <a:lnTo>
                    <a:pt x="875" y="2918"/>
                  </a:lnTo>
                  <a:cubicBezTo>
                    <a:pt x="661" y="3185"/>
                    <a:pt x="598" y="3551"/>
                    <a:pt x="598" y="3551"/>
                  </a:cubicBezTo>
                  <a:cubicBezTo>
                    <a:pt x="919" y="2802"/>
                    <a:pt x="1508" y="2686"/>
                    <a:pt x="1508" y="2686"/>
                  </a:cubicBezTo>
                  <a:lnTo>
                    <a:pt x="1508" y="2686"/>
                  </a:lnTo>
                  <a:cubicBezTo>
                    <a:pt x="928" y="2980"/>
                    <a:pt x="839" y="3756"/>
                    <a:pt x="839" y="3756"/>
                  </a:cubicBezTo>
                  <a:cubicBezTo>
                    <a:pt x="1107" y="3034"/>
                    <a:pt x="1633" y="2811"/>
                    <a:pt x="1633" y="2811"/>
                  </a:cubicBezTo>
                  <a:lnTo>
                    <a:pt x="1633" y="2811"/>
                  </a:lnTo>
                  <a:cubicBezTo>
                    <a:pt x="1071" y="3426"/>
                    <a:pt x="1294" y="4140"/>
                    <a:pt x="1294" y="4140"/>
                  </a:cubicBezTo>
                  <a:cubicBezTo>
                    <a:pt x="1294" y="3524"/>
                    <a:pt x="1588" y="3212"/>
                    <a:pt x="1588" y="3212"/>
                  </a:cubicBezTo>
                  <a:lnTo>
                    <a:pt x="1588" y="3212"/>
                  </a:lnTo>
                  <a:cubicBezTo>
                    <a:pt x="1464" y="3551"/>
                    <a:pt x="1517" y="3837"/>
                    <a:pt x="1517" y="3837"/>
                  </a:cubicBezTo>
                  <a:cubicBezTo>
                    <a:pt x="1642" y="3185"/>
                    <a:pt x="1999" y="2918"/>
                    <a:pt x="1999" y="2918"/>
                  </a:cubicBezTo>
                  <a:lnTo>
                    <a:pt x="1999" y="2918"/>
                  </a:lnTo>
                  <a:cubicBezTo>
                    <a:pt x="1785" y="3310"/>
                    <a:pt x="1820" y="3899"/>
                    <a:pt x="1820" y="3899"/>
                  </a:cubicBezTo>
                  <a:cubicBezTo>
                    <a:pt x="1927" y="3230"/>
                    <a:pt x="2266" y="2838"/>
                    <a:pt x="2266" y="2837"/>
                  </a:cubicBezTo>
                  <a:lnTo>
                    <a:pt x="2266" y="2837"/>
                  </a:lnTo>
                  <a:cubicBezTo>
                    <a:pt x="2008" y="3507"/>
                    <a:pt x="2284" y="4211"/>
                    <a:pt x="2284" y="4211"/>
                  </a:cubicBezTo>
                  <a:cubicBezTo>
                    <a:pt x="2195" y="3069"/>
                    <a:pt x="2695" y="2713"/>
                    <a:pt x="2695" y="2713"/>
                  </a:cubicBezTo>
                  <a:cubicBezTo>
                    <a:pt x="2695" y="2713"/>
                    <a:pt x="3194" y="3069"/>
                    <a:pt x="3105" y="4211"/>
                  </a:cubicBezTo>
                  <a:cubicBezTo>
                    <a:pt x="3105" y="4211"/>
                    <a:pt x="3382" y="3507"/>
                    <a:pt x="3114" y="2837"/>
                  </a:cubicBezTo>
                  <a:lnTo>
                    <a:pt x="3114" y="2837"/>
                  </a:lnTo>
                  <a:cubicBezTo>
                    <a:pt x="3114" y="2838"/>
                    <a:pt x="3453" y="3230"/>
                    <a:pt x="3560" y="3899"/>
                  </a:cubicBezTo>
                  <a:cubicBezTo>
                    <a:pt x="3560" y="3899"/>
                    <a:pt x="3605" y="3310"/>
                    <a:pt x="3390" y="2918"/>
                  </a:cubicBezTo>
                  <a:lnTo>
                    <a:pt x="3390" y="2918"/>
                  </a:lnTo>
                  <a:cubicBezTo>
                    <a:pt x="3391" y="2918"/>
                    <a:pt x="3747" y="3185"/>
                    <a:pt x="3872" y="3837"/>
                  </a:cubicBezTo>
                  <a:cubicBezTo>
                    <a:pt x="3872" y="3837"/>
                    <a:pt x="3926" y="3551"/>
                    <a:pt x="3801" y="3212"/>
                  </a:cubicBezTo>
                  <a:lnTo>
                    <a:pt x="3801" y="3212"/>
                  </a:lnTo>
                  <a:cubicBezTo>
                    <a:pt x="3801" y="3212"/>
                    <a:pt x="4095" y="3524"/>
                    <a:pt x="4095" y="4140"/>
                  </a:cubicBezTo>
                  <a:cubicBezTo>
                    <a:pt x="4095" y="4140"/>
                    <a:pt x="4318" y="3426"/>
                    <a:pt x="3747" y="2811"/>
                  </a:cubicBezTo>
                  <a:lnTo>
                    <a:pt x="3747" y="2811"/>
                  </a:lnTo>
                  <a:cubicBezTo>
                    <a:pt x="3747" y="2811"/>
                    <a:pt x="4274" y="3034"/>
                    <a:pt x="4550" y="3756"/>
                  </a:cubicBezTo>
                  <a:cubicBezTo>
                    <a:pt x="4550" y="3756"/>
                    <a:pt x="4452" y="2980"/>
                    <a:pt x="3881" y="2686"/>
                  </a:cubicBezTo>
                  <a:lnTo>
                    <a:pt x="3881" y="2686"/>
                  </a:lnTo>
                  <a:cubicBezTo>
                    <a:pt x="3881" y="2686"/>
                    <a:pt x="4470" y="2802"/>
                    <a:pt x="4791" y="3551"/>
                  </a:cubicBezTo>
                  <a:cubicBezTo>
                    <a:pt x="4791" y="3551"/>
                    <a:pt x="4729" y="3185"/>
                    <a:pt x="4515" y="2918"/>
                  </a:cubicBezTo>
                  <a:lnTo>
                    <a:pt x="4515" y="2918"/>
                  </a:lnTo>
                  <a:cubicBezTo>
                    <a:pt x="4515" y="2918"/>
                    <a:pt x="5014" y="3096"/>
                    <a:pt x="5300" y="3489"/>
                  </a:cubicBezTo>
                  <a:cubicBezTo>
                    <a:pt x="5300" y="3489"/>
                    <a:pt x="5166" y="3016"/>
                    <a:pt x="4746" y="2686"/>
                  </a:cubicBezTo>
                  <a:lnTo>
                    <a:pt x="4746" y="2686"/>
                  </a:lnTo>
                  <a:cubicBezTo>
                    <a:pt x="4747" y="2686"/>
                    <a:pt x="5139" y="2811"/>
                    <a:pt x="5353" y="3034"/>
                  </a:cubicBezTo>
                  <a:cubicBezTo>
                    <a:pt x="5353" y="3034"/>
                    <a:pt x="5246" y="2481"/>
                    <a:pt x="4604" y="2168"/>
                  </a:cubicBezTo>
                  <a:lnTo>
                    <a:pt x="4604" y="2168"/>
                  </a:lnTo>
                  <a:cubicBezTo>
                    <a:pt x="4604" y="2168"/>
                    <a:pt x="5103" y="2231"/>
                    <a:pt x="5380" y="2543"/>
                  </a:cubicBezTo>
                  <a:cubicBezTo>
                    <a:pt x="5380" y="2543"/>
                    <a:pt x="5326" y="2204"/>
                    <a:pt x="4898" y="2017"/>
                  </a:cubicBezTo>
                  <a:cubicBezTo>
                    <a:pt x="4672" y="1916"/>
                    <a:pt x="4431" y="1893"/>
                    <a:pt x="4256" y="1893"/>
                  </a:cubicBezTo>
                  <a:cubicBezTo>
                    <a:pt x="4107" y="1893"/>
                    <a:pt x="4006" y="1910"/>
                    <a:pt x="4006" y="1910"/>
                  </a:cubicBezTo>
                  <a:cubicBezTo>
                    <a:pt x="4006" y="1910"/>
                    <a:pt x="4158" y="1767"/>
                    <a:pt x="4470" y="1758"/>
                  </a:cubicBezTo>
                  <a:cubicBezTo>
                    <a:pt x="4490" y="1757"/>
                    <a:pt x="4510" y="1756"/>
                    <a:pt x="4530" y="1756"/>
                  </a:cubicBezTo>
                  <a:cubicBezTo>
                    <a:pt x="4861" y="1756"/>
                    <a:pt x="5140" y="1895"/>
                    <a:pt x="5308" y="2106"/>
                  </a:cubicBezTo>
                  <a:cubicBezTo>
                    <a:pt x="5308" y="2106"/>
                    <a:pt x="5237" y="1776"/>
                    <a:pt x="4871" y="1606"/>
                  </a:cubicBezTo>
                  <a:cubicBezTo>
                    <a:pt x="4746" y="1550"/>
                    <a:pt x="4598" y="1531"/>
                    <a:pt x="4455" y="1531"/>
                  </a:cubicBezTo>
                  <a:cubicBezTo>
                    <a:pt x="4170" y="1531"/>
                    <a:pt x="3908" y="1606"/>
                    <a:pt x="3908" y="1606"/>
                  </a:cubicBezTo>
                  <a:cubicBezTo>
                    <a:pt x="3908" y="1606"/>
                    <a:pt x="4149" y="1330"/>
                    <a:pt x="4702" y="1232"/>
                  </a:cubicBezTo>
                  <a:cubicBezTo>
                    <a:pt x="4702" y="1232"/>
                    <a:pt x="4645" y="1226"/>
                    <a:pt x="4555" y="1226"/>
                  </a:cubicBezTo>
                  <a:cubicBezTo>
                    <a:pt x="4419" y="1226"/>
                    <a:pt x="4209" y="1239"/>
                    <a:pt x="4006" y="1303"/>
                  </a:cubicBezTo>
                  <a:cubicBezTo>
                    <a:pt x="4006" y="1303"/>
                    <a:pt x="4283" y="937"/>
                    <a:pt x="5077" y="910"/>
                  </a:cubicBezTo>
                  <a:cubicBezTo>
                    <a:pt x="5077" y="910"/>
                    <a:pt x="4922" y="853"/>
                    <a:pt x="4632" y="853"/>
                  </a:cubicBezTo>
                  <a:cubicBezTo>
                    <a:pt x="4560" y="853"/>
                    <a:pt x="4479" y="857"/>
                    <a:pt x="4390" y="866"/>
                  </a:cubicBezTo>
                  <a:cubicBezTo>
                    <a:pt x="3935" y="902"/>
                    <a:pt x="3640" y="1142"/>
                    <a:pt x="3640" y="1142"/>
                  </a:cubicBezTo>
                  <a:cubicBezTo>
                    <a:pt x="3640" y="1142"/>
                    <a:pt x="3979" y="687"/>
                    <a:pt x="4506" y="527"/>
                  </a:cubicBezTo>
                  <a:lnTo>
                    <a:pt x="4506" y="527"/>
                  </a:lnTo>
                  <a:cubicBezTo>
                    <a:pt x="4505" y="527"/>
                    <a:pt x="3685" y="527"/>
                    <a:pt x="3266" y="1098"/>
                  </a:cubicBezTo>
                  <a:cubicBezTo>
                    <a:pt x="3266" y="1098"/>
                    <a:pt x="3382" y="500"/>
                    <a:pt x="4006" y="72"/>
                  </a:cubicBezTo>
                  <a:lnTo>
                    <a:pt x="4006" y="72"/>
                  </a:lnTo>
                  <a:cubicBezTo>
                    <a:pt x="4006" y="72"/>
                    <a:pt x="3444" y="259"/>
                    <a:pt x="3096" y="839"/>
                  </a:cubicBezTo>
                  <a:cubicBezTo>
                    <a:pt x="3096" y="839"/>
                    <a:pt x="3159" y="473"/>
                    <a:pt x="3283" y="1"/>
                  </a:cubicBezTo>
                  <a:lnTo>
                    <a:pt x="3283" y="1"/>
                  </a:lnTo>
                  <a:cubicBezTo>
                    <a:pt x="3283" y="1"/>
                    <a:pt x="2837" y="295"/>
                    <a:pt x="2695" y="919"/>
                  </a:cubicBezTo>
                  <a:cubicBezTo>
                    <a:pt x="2552" y="295"/>
                    <a:pt x="2106" y="1"/>
                    <a:pt x="2106" y="1"/>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39"/>
            <p:cNvSpPr/>
            <p:nvPr/>
          </p:nvSpPr>
          <p:spPr>
            <a:xfrm>
              <a:off x="-883922" y="3861478"/>
              <a:ext cx="391062" cy="306369"/>
            </a:xfrm>
            <a:custGeom>
              <a:rect b="b" l="l" r="r" t="t"/>
              <a:pathLst>
                <a:path extrusionOk="0" h="2517" w="3213">
                  <a:moveTo>
                    <a:pt x="1955" y="1"/>
                  </a:moveTo>
                  <a:cubicBezTo>
                    <a:pt x="1954" y="1"/>
                    <a:pt x="1687" y="179"/>
                    <a:pt x="1607" y="554"/>
                  </a:cubicBezTo>
                  <a:cubicBezTo>
                    <a:pt x="1517" y="179"/>
                    <a:pt x="1250" y="1"/>
                    <a:pt x="1250" y="1"/>
                  </a:cubicBezTo>
                  <a:lnTo>
                    <a:pt x="1250" y="1"/>
                  </a:lnTo>
                  <a:cubicBezTo>
                    <a:pt x="1330" y="286"/>
                    <a:pt x="1366" y="500"/>
                    <a:pt x="1366" y="500"/>
                  </a:cubicBezTo>
                  <a:cubicBezTo>
                    <a:pt x="1152" y="161"/>
                    <a:pt x="822" y="45"/>
                    <a:pt x="822" y="45"/>
                  </a:cubicBezTo>
                  <a:lnTo>
                    <a:pt x="822" y="45"/>
                  </a:lnTo>
                  <a:cubicBezTo>
                    <a:pt x="1196" y="304"/>
                    <a:pt x="1259" y="661"/>
                    <a:pt x="1259" y="661"/>
                  </a:cubicBezTo>
                  <a:cubicBezTo>
                    <a:pt x="1009" y="322"/>
                    <a:pt x="527" y="313"/>
                    <a:pt x="527" y="313"/>
                  </a:cubicBezTo>
                  <a:lnTo>
                    <a:pt x="527" y="313"/>
                  </a:lnTo>
                  <a:cubicBezTo>
                    <a:pt x="839" y="411"/>
                    <a:pt x="1045" y="688"/>
                    <a:pt x="1045" y="688"/>
                  </a:cubicBezTo>
                  <a:cubicBezTo>
                    <a:pt x="1045" y="688"/>
                    <a:pt x="866" y="545"/>
                    <a:pt x="590" y="518"/>
                  </a:cubicBezTo>
                  <a:cubicBezTo>
                    <a:pt x="536" y="513"/>
                    <a:pt x="488" y="511"/>
                    <a:pt x="444" y="511"/>
                  </a:cubicBezTo>
                  <a:cubicBezTo>
                    <a:pt x="271" y="511"/>
                    <a:pt x="179" y="545"/>
                    <a:pt x="179" y="545"/>
                  </a:cubicBezTo>
                  <a:cubicBezTo>
                    <a:pt x="661" y="563"/>
                    <a:pt x="822" y="777"/>
                    <a:pt x="822" y="777"/>
                  </a:cubicBezTo>
                  <a:cubicBezTo>
                    <a:pt x="711" y="743"/>
                    <a:pt x="601" y="736"/>
                    <a:pt x="522" y="736"/>
                  </a:cubicBezTo>
                  <a:cubicBezTo>
                    <a:pt x="455" y="736"/>
                    <a:pt x="411" y="741"/>
                    <a:pt x="411" y="741"/>
                  </a:cubicBezTo>
                  <a:cubicBezTo>
                    <a:pt x="732" y="795"/>
                    <a:pt x="875" y="964"/>
                    <a:pt x="875" y="964"/>
                  </a:cubicBezTo>
                  <a:cubicBezTo>
                    <a:pt x="875" y="964"/>
                    <a:pt x="720" y="917"/>
                    <a:pt x="551" y="917"/>
                  </a:cubicBezTo>
                  <a:cubicBezTo>
                    <a:pt x="467" y="917"/>
                    <a:pt x="378" y="929"/>
                    <a:pt x="304" y="964"/>
                  </a:cubicBezTo>
                  <a:cubicBezTo>
                    <a:pt x="90" y="1062"/>
                    <a:pt x="45" y="1259"/>
                    <a:pt x="45" y="1259"/>
                  </a:cubicBezTo>
                  <a:cubicBezTo>
                    <a:pt x="147" y="1132"/>
                    <a:pt x="313" y="1053"/>
                    <a:pt x="513" y="1053"/>
                  </a:cubicBezTo>
                  <a:cubicBezTo>
                    <a:pt x="523" y="1053"/>
                    <a:pt x="534" y="1053"/>
                    <a:pt x="545" y="1053"/>
                  </a:cubicBezTo>
                  <a:cubicBezTo>
                    <a:pt x="732" y="1053"/>
                    <a:pt x="822" y="1143"/>
                    <a:pt x="822" y="1143"/>
                  </a:cubicBezTo>
                  <a:cubicBezTo>
                    <a:pt x="822" y="1143"/>
                    <a:pt x="758" y="1130"/>
                    <a:pt x="663" y="1130"/>
                  </a:cubicBezTo>
                  <a:cubicBezTo>
                    <a:pt x="560" y="1130"/>
                    <a:pt x="421" y="1145"/>
                    <a:pt x="286" y="1205"/>
                  </a:cubicBezTo>
                  <a:cubicBezTo>
                    <a:pt x="37" y="1312"/>
                    <a:pt x="1" y="1517"/>
                    <a:pt x="1" y="1517"/>
                  </a:cubicBezTo>
                  <a:cubicBezTo>
                    <a:pt x="170" y="1330"/>
                    <a:pt x="465" y="1294"/>
                    <a:pt x="465" y="1294"/>
                  </a:cubicBezTo>
                  <a:lnTo>
                    <a:pt x="465" y="1294"/>
                  </a:lnTo>
                  <a:cubicBezTo>
                    <a:pt x="81" y="1482"/>
                    <a:pt x="19" y="1812"/>
                    <a:pt x="19" y="1812"/>
                  </a:cubicBezTo>
                  <a:cubicBezTo>
                    <a:pt x="144" y="1678"/>
                    <a:pt x="384" y="1607"/>
                    <a:pt x="384" y="1607"/>
                  </a:cubicBezTo>
                  <a:lnTo>
                    <a:pt x="384" y="1607"/>
                  </a:lnTo>
                  <a:cubicBezTo>
                    <a:pt x="126" y="1803"/>
                    <a:pt x="54" y="2079"/>
                    <a:pt x="54" y="2079"/>
                  </a:cubicBezTo>
                  <a:cubicBezTo>
                    <a:pt x="215" y="1847"/>
                    <a:pt x="518" y="1740"/>
                    <a:pt x="518" y="1740"/>
                  </a:cubicBezTo>
                  <a:lnTo>
                    <a:pt x="518" y="1740"/>
                  </a:lnTo>
                  <a:cubicBezTo>
                    <a:pt x="393" y="1901"/>
                    <a:pt x="349" y="2115"/>
                    <a:pt x="349" y="2115"/>
                  </a:cubicBezTo>
                  <a:cubicBezTo>
                    <a:pt x="545" y="1678"/>
                    <a:pt x="893" y="1607"/>
                    <a:pt x="893" y="1607"/>
                  </a:cubicBezTo>
                  <a:lnTo>
                    <a:pt x="893" y="1607"/>
                  </a:lnTo>
                  <a:cubicBezTo>
                    <a:pt x="554" y="1785"/>
                    <a:pt x="500" y="2249"/>
                    <a:pt x="500" y="2249"/>
                  </a:cubicBezTo>
                  <a:cubicBezTo>
                    <a:pt x="661" y="1812"/>
                    <a:pt x="973" y="1678"/>
                    <a:pt x="973" y="1678"/>
                  </a:cubicBezTo>
                  <a:lnTo>
                    <a:pt x="973" y="1678"/>
                  </a:lnTo>
                  <a:cubicBezTo>
                    <a:pt x="634" y="2053"/>
                    <a:pt x="768" y="2472"/>
                    <a:pt x="768" y="2472"/>
                  </a:cubicBezTo>
                  <a:cubicBezTo>
                    <a:pt x="768" y="2106"/>
                    <a:pt x="946" y="1919"/>
                    <a:pt x="946" y="1919"/>
                  </a:cubicBezTo>
                  <a:lnTo>
                    <a:pt x="946" y="1919"/>
                  </a:lnTo>
                  <a:cubicBezTo>
                    <a:pt x="866" y="2124"/>
                    <a:pt x="902" y="2293"/>
                    <a:pt x="902" y="2293"/>
                  </a:cubicBezTo>
                  <a:cubicBezTo>
                    <a:pt x="973" y="1901"/>
                    <a:pt x="1187" y="1749"/>
                    <a:pt x="1187" y="1749"/>
                  </a:cubicBezTo>
                  <a:lnTo>
                    <a:pt x="1187" y="1749"/>
                  </a:lnTo>
                  <a:cubicBezTo>
                    <a:pt x="1062" y="1972"/>
                    <a:pt x="1089" y="2329"/>
                    <a:pt x="1089" y="2329"/>
                  </a:cubicBezTo>
                  <a:cubicBezTo>
                    <a:pt x="1152" y="1928"/>
                    <a:pt x="1357" y="1696"/>
                    <a:pt x="1357" y="1696"/>
                  </a:cubicBezTo>
                  <a:lnTo>
                    <a:pt x="1357" y="1696"/>
                  </a:lnTo>
                  <a:cubicBezTo>
                    <a:pt x="1196" y="2088"/>
                    <a:pt x="1357" y="2517"/>
                    <a:pt x="1357" y="2517"/>
                  </a:cubicBezTo>
                  <a:cubicBezTo>
                    <a:pt x="1303" y="1830"/>
                    <a:pt x="1607" y="1624"/>
                    <a:pt x="1607" y="1624"/>
                  </a:cubicBezTo>
                  <a:cubicBezTo>
                    <a:pt x="1607" y="1624"/>
                    <a:pt x="1901" y="1830"/>
                    <a:pt x="1847" y="2517"/>
                  </a:cubicBezTo>
                  <a:cubicBezTo>
                    <a:pt x="1847" y="2517"/>
                    <a:pt x="2017" y="2088"/>
                    <a:pt x="1856" y="1696"/>
                  </a:cubicBezTo>
                  <a:lnTo>
                    <a:pt x="1856" y="1696"/>
                  </a:lnTo>
                  <a:cubicBezTo>
                    <a:pt x="1856" y="1696"/>
                    <a:pt x="2062" y="1928"/>
                    <a:pt x="2124" y="2329"/>
                  </a:cubicBezTo>
                  <a:cubicBezTo>
                    <a:pt x="2124" y="2329"/>
                    <a:pt x="2151" y="1972"/>
                    <a:pt x="2017" y="1749"/>
                  </a:cubicBezTo>
                  <a:lnTo>
                    <a:pt x="2017" y="1749"/>
                  </a:lnTo>
                  <a:cubicBezTo>
                    <a:pt x="2017" y="1749"/>
                    <a:pt x="2231" y="1901"/>
                    <a:pt x="2302" y="2293"/>
                  </a:cubicBezTo>
                  <a:cubicBezTo>
                    <a:pt x="2302" y="2293"/>
                    <a:pt x="2338" y="2124"/>
                    <a:pt x="2267" y="1919"/>
                  </a:cubicBezTo>
                  <a:lnTo>
                    <a:pt x="2267" y="1919"/>
                  </a:lnTo>
                  <a:cubicBezTo>
                    <a:pt x="2267" y="1919"/>
                    <a:pt x="2436" y="2106"/>
                    <a:pt x="2436" y="2472"/>
                  </a:cubicBezTo>
                  <a:cubicBezTo>
                    <a:pt x="2436" y="2472"/>
                    <a:pt x="2570" y="2053"/>
                    <a:pt x="2240" y="1678"/>
                  </a:cubicBezTo>
                  <a:lnTo>
                    <a:pt x="2240" y="1678"/>
                  </a:lnTo>
                  <a:cubicBezTo>
                    <a:pt x="2240" y="1678"/>
                    <a:pt x="2552" y="1812"/>
                    <a:pt x="2713" y="2249"/>
                  </a:cubicBezTo>
                  <a:cubicBezTo>
                    <a:pt x="2713" y="2249"/>
                    <a:pt x="2659" y="1785"/>
                    <a:pt x="2311" y="1607"/>
                  </a:cubicBezTo>
                  <a:lnTo>
                    <a:pt x="2311" y="1607"/>
                  </a:lnTo>
                  <a:cubicBezTo>
                    <a:pt x="2311" y="1607"/>
                    <a:pt x="2668" y="1678"/>
                    <a:pt x="2856" y="2115"/>
                  </a:cubicBezTo>
                  <a:cubicBezTo>
                    <a:pt x="2856" y="2115"/>
                    <a:pt x="2820" y="1901"/>
                    <a:pt x="2695" y="1740"/>
                  </a:cubicBezTo>
                  <a:lnTo>
                    <a:pt x="2695" y="1740"/>
                  </a:lnTo>
                  <a:cubicBezTo>
                    <a:pt x="2695" y="1740"/>
                    <a:pt x="2989" y="1847"/>
                    <a:pt x="3159" y="2079"/>
                  </a:cubicBezTo>
                  <a:cubicBezTo>
                    <a:pt x="3159" y="2079"/>
                    <a:pt x="3079" y="1803"/>
                    <a:pt x="2829" y="1607"/>
                  </a:cubicBezTo>
                  <a:lnTo>
                    <a:pt x="2829" y="1607"/>
                  </a:lnTo>
                  <a:cubicBezTo>
                    <a:pt x="2829" y="1607"/>
                    <a:pt x="3070" y="1678"/>
                    <a:pt x="3195" y="1812"/>
                  </a:cubicBezTo>
                  <a:cubicBezTo>
                    <a:pt x="3195" y="1812"/>
                    <a:pt x="3132" y="1482"/>
                    <a:pt x="2740" y="1294"/>
                  </a:cubicBezTo>
                  <a:lnTo>
                    <a:pt x="2740" y="1294"/>
                  </a:lnTo>
                  <a:cubicBezTo>
                    <a:pt x="2740" y="1294"/>
                    <a:pt x="3043" y="1330"/>
                    <a:pt x="3212" y="1517"/>
                  </a:cubicBezTo>
                  <a:cubicBezTo>
                    <a:pt x="3212" y="1517"/>
                    <a:pt x="3177" y="1312"/>
                    <a:pt x="2927" y="1205"/>
                  </a:cubicBezTo>
                  <a:cubicBezTo>
                    <a:pt x="2792" y="1145"/>
                    <a:pt x="2653" y="1130"/>
                    <a:pt x="2550" y="1130"/>
                  </a:cubicBezTo>
                  <a:cubicBezTo>
                    <a:pt x="2455" y="1130"/>
                    <a:pt x="2392" y="1143"/>
                    <a:pt x="2392" y="1143"/>
                  </a:cubicBezTo>
                  <a:cubicBezTo>
                    <a:pt x="2392" y="1143"/>
                    <a:pt x="2481" y="1053"/>
                    <a:pt x="2668" y="1053"/>
                  </a:cubicBezTo>
                  <a:cubicBezTo>
                    <a:pt x="2679" y="1053"/>
                    <a:pt x="2690" y="1053"/>
                    <a:pt x="2700" y="1053"/>
                  </a:cubicBezTo>
                  <a:cubicBezTo>
                    <a:pt x="2900" y="1053"/>
                    <a:pt x="3066" y="1132"/>
                    <a:pt x="3168" y="1259"/>
                  </a:cubicBezTo>
                  <a:cubicBezTo>
                    <a:pt x="3168" y="1259"/>
                    <a:pt x="3123" y="1062"/>
                    <a:pt x="2900" y="964"/>
                  </a:cubicBezTo>
                  <a:cubicBezTo>
                    <a:pt x="2826" y="929"/>
                    <a:pt x="2738" y="917"/>
                    <a:pt x="2653" y="917"/>
                  </a:cubicBezTo>
                  <a:cubicBezTo>
                    <a:pt x="2484" y="917"/>
                    <a:pt x="2329" y="964"/>
                    <a:pt x="2329" y="964"/>
                  </a:cubicBezTo>
                  <a:cubicBezTo>
                    <a:pt x="2329" y="964"/>
                    <a:pt x="2472" y="795"/>
                    <a:pt x="2802" y="741"/>
                  </a:cubicBezTo>
                  <a:cubicBezTo>
                    <a:pt x="2802" y="741"/>
                    <a:pt x="2756" y="736"/>
                    <a:pt x="2688" y="736"/>
                  </a:cubicBezTo>
                  <a:cubicBezTo>
                    <a:pt x="2608" y="736"/>
                    <a:pt x="2497" y="743"/>
                    <a:pt x="2392" y="777"/>
                  </a:cubicBezTo>
                  <a:cubicBezTo>
                    <a:pt x="2392" y="777"/>
                    <a:pt x="2552" y="563"/>
                    <a:pt x="3025" y="545"/>
                  </a:cubicBezTo>
                  <a:cubicBezTo>
                    <a:pt x="3025" y="545"/>
                    <a:pt x="2934" y="511"/>
                    <a:pt x="2760" y="511"/>
                  </a:cubicBezTo>
                  <a:cubicBezTo>
                    <a:pt x="2717" y="511"/>
                    <a:pt x="2668" y="513"/>
                    <a:pt x="2615" y="518"/>
                  </a:cubicBezTo>
                  <a:cubicBezTo>
                    <a:pt x="2347" y="545"/>
                    <a:pt x="2169" y="688"/>
                    <a:pt x="2169" y="688"/>
                  </a:cubicBezTo>
                  <a:cubicBezTo>
                    <a:pt x="2169" y="688"/>
                    <a:pt x="2374" y="411"/>
                    <a:pt x="2686" y="313"/>
                  </a:cubicBezTo>
                  <a:lnTo>
                    <a:pt x="2686" y="313"/>
                  </a:lnTo>
                  <a:cubicBezTo>
                    <a:pt x="2686" y="313"/>
                    <a:pt x="2195" y="322"/>
                    <a:pt x="1946" y="661"/>
                  </a:cubicBezTo>
                  <a:cubicBezTo>
                    <a:pt x="1946" y="661"/>
                    <a:pt x="2017" y="304"/>
                    <a:pt x="2392" y="45"/>
                  </a:cubicBezTo>
                  <a:lnTo>
                    <a:pt x="2392" y="45"/>
                  </a:lnTo>
                  <a:cubicBezTo>
                    <a:pt x="2392" y="45"/>
                    <a:pt x="2053" y="161"/>
                    <a:pt x="1847" y="500"/>
                  </a:cubicBezTo>
                  <a:cubicBezTo>
                    <a:pt x="1847" y="500"/>
                    <a:pt x="1883" y="286"/>
                    <a:pt x="1955"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8" name="Google Shape;1848;p39"/>
            <p:cNvGrpSpPr/>
            <p:nvPr/>
          </p:nvGrpSpPr>
          <p:grpSpPr>
            <a:xfrm>
              <a:off x="-740564" y="3145131"/>
              <a:ext cx="788459" cy="2030640"/>
              <a:chOff x="4025327" y="4080797"/>
              <a:chExt cx="659136" cy="1697576"/>
            </a:xfrm>
          </p:grpSpPr>
          <p:sp>
            <p:nvSpPr>
              <p:cNvPr id="1849" name="Google Shape;1849;p39"/>
              <p:cNvSpPr/>
              <p:nvPr/>
            </p:nvSpPr>
            <p:spPr>
              <a:xfrm>
                <a:off x="4302184" y="4412109"/>
                <a:ext cx="105413" cy="1366264"/>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39"/>
              <p:cNvSpPr/>
              <p:nvPr/>
            </p:nvSpPr>
            <p:spPr>
              <a:xfrm>
                <a:off x="4346648" y="4412109"/>
                <a:ext cx="60948" cy="1366264"/>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39"/>
              <p:cNvSpPr/>
              <p:nvPr/>
            </p:nvSpPr>
            <p:spPr>
              <a:xfrm>
                <a:off x="4025327" y="4080797"/>
                <a:ext cx="659136" cy="514779"/>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39"/>
              <p:cNvSpPr/>
              <p:nvPr/>
            </p:nvSpPr>
            <p:spPr>
              <a:xfrm>
                <a:off x="4158719" y="4201478"/>
                <a:ext cx="392246" cy="307911"/>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853" name="Google Shape;1853;p39"/>
          <p:cNvSpPr txBox="1"/>
          <p:nvPr>
            <p:ph type="title"/>
          </p:nvPr>
        </p:nvSpPr>
        <p:spPr>
          <a:xfrm>
            <a:off x="713100" y="741400"/>
            <a:ext cx="3000000" cy="8730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50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854" name="Google Shape;1854;p39"/>
          <p:cNvSpPr txBox="1"/>
          <p:nvPr>
            <p:ph idx="1" type="subTitle"/>
          </p:nvPr>
        </p:nvSpPr>
        <p:spPr>
          <a:xfrm>
            <a:off x="713100" y="1614400"/>
            <a:ext cx="3000000" cy="13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SzPts val="1400"/>
              <a:buNone/>
              <a:defRPr sz="18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855" name="Google Shape;1855;p39"/>
          <p:cNvSpPr txBox="1"/>
          <p:nvPr/>
        </p:nvSpPr>
        <p:spPr>
          <a:xfrm>
            <a:off x="720000" y="3457400"/>
            <a:ext cx="2850900" cy="6156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300"/>
              </a:spcBef>
              <a:spcAft>
                <a:spcPts val="0"/>
              </a:spcAft>
              <a:buNone/>
            </a:pPr>
            <a:r>
              <a:rPr lang="en" sz="1000">
                <a:solidFill>
                  <a:schemeClr val="lt1"/>
                </a:solidFill>
                <a:latin typeface="Bellota Text"/>
                <a:ea typeface="Bellota Text"/>
                <a:cs typeface="Bellota Text"/>
                <a:sym typeface="Bellota Text"/>
              </a:rPr>
              <a:t>CREDITS: This presentation template was created by </a:t>
            </a:r>
            <a:r>
              <a:rPr b="1" lang="en" sz="1000">
                <a:solidFill>
                  <a:schemeClr val="lt1"/>
                </a:solidFill>
                <a:uFill>
                  <a:noFill/>
                </a:uFill>
                <a:latin typeface="Bellota Text"/>
                <a:ea typeface="Bellota Text"/>
                <a:cs typeface="Bellota Text"/>
                <a:sym typeface="Bellota Text"/>
                <a:hlinkClick r:id="rId2">
                  <a:extLst>
                    <a:ext uri="{A12FA001-AC4F-418D-AE19-62706E023703}">
                      <ahyp:hlinkClr val="tx"/>
                    </a:ext>
                  </a:extLst>
                </a:hlinkClick>
              </a:rPr>
              <a:t>Slidesgo</a:t>
            </a:r>
            <a:r>
              <a:rPr lang="en" sz="1000">
                <a:solidFill>
                  <a:schemeClr val="lt1"/>
                </a:solidFill>
                <a:latin typeface="Bellota Text"/>
                <a:ea typeface="Bellota Text"/>
                <a:cs typeface="Bellota Text"/>
                <a:sym typeface="Bellota Text"/>
              </a:rPr>
              <a:t>, including icons by </a:t>
            </a:r>
            <a:r>
              <a:rPr b="1" lang="en" sz="1000">
                <a:solidFill>
                  <a:schemeClr val="lt1"/>
                </a:solidFill>
                <a:uFill>
                  <a:noFill/>
                </a:uFill>
                <a:latin typeface="Bellota Text"/>
                <a:ea typeface="Bellota Text"/>
                <a:cs typeface="Bellota Text"/>
                <a:sym typeface="Bellota Text"/>
                <a:hlinkClick r:id="rId3">
                  <a:extLst>
                    <a:ext uri="{A12FA001-AC4F-418D-AE19-62706E023703}">
                      <ahyp:hlinkClr val="tx"/>
                    </a:ext>
                  </a:extLst>
                </a:hlinkClick>
              </a:rPr>
              <a:t>Flaticon</a:t>
            </a:r>
            <a:r>
              <a:rPr b="1" lang="en" sz="1000">
                <a:solidFill>
                  <a:schemeClr val="lt1"/>
                </a:solidFill>
                <a:latin typeface="Bellota Text"/>
                <a:ea typeface="Bellota Text"/>
                <a:cs typeface="Bellota Text"/>
                <a:sym typeface="Bellota Text"/>
              </a:rPr>
              <a:t> </a:t>
            </a:r>
            <a:r>
              <a:rPr lang="en" sz="1000">
                <a:solidFill>
                  <a:schemeClr val="lt1"/>
                </a:solidFill>
                <a:latin typeface="Bellota Text"/>
                <a:ea typeface="Bellota Text"/>
                <a:cs typeface="Bellota Text"/>
                <a:sym typeface="Bellota Text"/>
              </a:rPr>
              <a:t>and infographics &amp; images by </a:t>
            </a:r>
            <a:r>
              <a:rPr b="1" lang="en" sz="1000">
                <a:solidFill>
                  <a:schemeClr val="lt1"/>
                </a:solidFill>
                <a:uFill>
                  <a:noFill/>
                </a:uFill>
                <a:latin typeface="Bellota Text"/>
                <a:ea typeface="Bellota Text"/>
                <a:cs typeface="Bellota Text"/>
                <a:sym typeface="Bellota Text"/>
                <a:hlinkClick r:id="rId4">
                  <a:extLst>
                    <a:ext uri="{A12FA001-AC4F-418D-AE19-62706E023703}">
                      <ahyp:hlinkClr val="tx"/>
                    </a:ext>
                  </a:extLst>
                </a:hlinkClick>
              </a:rPr>
              <a:t>Freepik</a:t>
            </a:r>
            <a:endParaRPr b="1" sz="1000">
              <a:solidFill>
                <a:schemeClr val="lt1"/>
              </a:solidFill>
              <a:latin typeface="Bellota Text"/>
              <a:ea typeface="Bellota Text"/>
              <a:cs typeface="Bellota Text"/>
              <a:sym typeface="Bellota Text"/>
            </a:endParaRP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1856" name="Shape 1856"/>
        <p:cNvGrpSpPr/>
        <p:nvPr/>
      </p:nvGrpSpPr>
      <p:grpSpPr>
        <a:xfrm>
          <a:off x="0" y="0"/>
          <a:ext cx="0" cy="0"/>
          <a:chOff x="0" y="0"/>
          <a:chExt cx="0" cy="0"/>
        </a:xfrm>
      </p:grpSpPr>
      <p:grpSp>
        <p:nvGrpSpPr>
          <p:cNvPr id="1857" name="Google Shape;1857;p40"/>
          <p:cNvGrpSpPr/>
          <p:nvPr/>
        </p:nvGrpSpPr>
        <p:grpSpPr>
          <a:xfrm flipH="1">
            <a:off x="5999814" y="1145449"/>
            <a:ext cx="3922876" cy="3010780"/>
            <a:chOff x="-675270" y="-663276"/>
            <a:chExt cx="3564955" cy="3010780"/>
          </a:xfrm>
        </p:grpSpPr>
        <p:sp>
          <p:nvSpPr>
            <p:cNvPr id="1858" name="Google Shape;1858;p40"/>
            <p:cNvSpPr/>
            <p:nvPr/>
          </p:nvSpPr>
          <p:spPr>
            <a:xfrm>
              <a:off x="-675270" y="-663276"/>
              <a:ext cx="3564955" cy="3010780"/>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0"/>
            <p:cNvSpPr/>
            <p:nvPr/>
          </p:nvSpPr>
          <p:spPr>
            <a:xfrm>
              <a:off x="-394641" y="-320127"/>
              <a:ext cx="2150090" cy="2042707"/>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 name="Google Shape;1860;p40"/>
          <p:cNvGrpSpPr/>
          <p:nvPr/>
        </p:nvGrpSpPr>
        <p:grpSpPr>
          <a:xfrm>
            <a:off x="-782526" y="1145449"/>
            <a:ext cx="3564955" cy="3010780"/>
            <a:chOff x="-782526" y="-663276"/>
            <a:chExt cx="3564955" cy="3010780"/>
          </a:xfrm>
        </p:grpSpPr>
        <p:sp>
          <p:nvSpPr>
            <p:cNvPr id="1861" name="Google Shape;1861;p40"/>
            <p:cNvSpPr/>
            <p:nvPr/>
          </p:nvSpPr>
          <p:spPr>
            <a:xfrm>
              <a:off x="-782526" y="-663276"/>
              <a:ext cx="3564955" cy="3010780"/>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0"/>
            <p:cNvSpPr/>
            <p:nvPr/>
          </p:nvSpPr>
          <p:spPr>
            <a:xfrm>
              <a:off x="-76302" y="-258327"/>
              <a:ext cx="2150090" cy="2042707"/>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3" name="Google Shape;1863;p40"/>
          <p:cNvGrpSpPr/>
          <p:nvPr/>
        </p:nvGrpSpPr>
        <p:grpSpPr>
          <a:xfrm>
            <a:off x="4075012" y="2534446"/>
            <a:ext cx="1095122" cy="1096793"/>
            <a:chOff x="3992801" y="1928374"/>
            <a:chExt cx="1783297" cy="1786017"/>
          </a:xfrm>
        </p:grpSpPr>
        <p:sp>
          <p:nvSpPr>
            <p:cNvPr id="1864" name="Google Shape;1864;p40"/>
            <p:cNvSpPr/>
            <p:nvPr/>
          </p:nvSpPr>
          <p:spPr>
            <a:xfrm>
              <a:off x="3992801" y="1928374"/>
              <a:ext cx="1783297" cy="1786017"/>
            </a:xfrm>
            <a:custGeom>
              <a:rect b="b" l="l" r="r" t="t"/>
              <a:pathLst>
                <a:path extrusionOk="0" h="5942" w="5933">
                  <a:moveTo>
                    <a:pt x="2971" y="0"/>
                  </a:moveTo>
                  <a:cubicBezTo>
                    <a:pt x="1330" y="0"/>
                    <a:pt x="0" y="1330"/>
                    <a:pt x="0" y="2971"/>
                  </a:cubicBezTo>
                  <a:cubicBezTo>
                    <a:pt x="0" y="4612"/>
                    <a:pt x="1330" y="5942"/>
                    <a:pt x="2971" y="5942"/>
                  </a:cubicBezTo>
                  <a:cubicBezTo>
                    <a:pt x="4604" y="5942"/>
                    <a:pt x="5933" y="4612"/>
                    <a:pt x="5933" y="2971"/>
                  </a:cubicBezTo>
                  <a:cubicBezTo>
                    <a:pt x="5933" y="1330"/>
                    <a:pt x="4604" y="0"/>
                    <a:pt x="29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0"/>
            <p:cNvSpPr/>
            <p:nvPr/>
          </p:nvSpPr>
          <p:spPr>
            <a:xfrm>
              <a:off x="4118741" y="2057021"/>
              <a:ext cx="1531417" cy="1528724"/>
            </a:xfrm>
            <a:custGeom>
              <a:rect b="b" l="l" r="r" t="t"/>
              <a:pathLst>
                <a:path extrusionOk="0" h="5086" w="5095">
                  <a:moveTo>
                    <a:pt x="2552" y="1"/>
                  </a:moveTo>
                  <a:cubicBezTo>
                    <a:pt x="1142" y="1"/>
                    <a:pt x="1" y="1142"/>
                    <a:pt x="1" y="2543"/>
                  </a:cubicBezTo>
                  <a:cubicBezTo>
                    <a:pt x="1" y="3953"/>
                    <a:pt x="1142" y="5085"/>
                    <a:pt x="2552" y="5085"/>
                  </a:cubicBezTo>
                  <a:cubicBezTo>
                    <a:pt x="3953" y="5085"/>
                    <a:pt x="5095" y="3953"/>
                    <a:pt x="5095" y="2543"/>
                  </a:cubicBezTo>
                  <a:cubicBezTo>
                    <a:pt x="5095" y="1142"/>
                    <a:pt x="3953" y="1"/>
                    <a:pt x="25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6" name="Google Shape;1866;p40"/>
          <p:cNvSpPr/>
          <p:nvPr/>
        </p:nvSpPr>
        <p:spPr>
          <a:xfrm>
            <a:off x="2" y="3089503"/>
            <a:ext cx="9144017" cy="2775510"/>
          </a:xfrm>
          <a:custGeom>
            <a:rect b="b" l="l" r="r" t="t"/>
            <a:pathLst>
              <a:path extrusionOk="0" h="9234" w="30422">
                <a:moveTo>
                  <a:pt x="1" y="0"/>
                </a:moveTo>
                <a:lnTo>
                  <a:pt x="1" y="9233"/>
                </a:lnTo>
                <a:lnTo>
                  <a:pt x="30422" y="9233"/>
                </a:lnTo>
                <a:lnTo>
                  <a:pt x="30422" y="0"/>
                </a:lnTo>
                <a:close/>
              </a:path>
            </a:pathLst>
          </a:custGeom>
          <a:solidFill>
            <a:srgbClr val="38A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0"/>
          <p:cNvSpPr/>
          <p:nvPr/>
        </p:nvSpPr>
        <p:spPr>
          <a:xfrm>
            <a:off x="2" y="3089503"/>
            <a:ext cx="8385071" cy="2775510"/>
          </a:xfrm>
          <a:custGeom>
            <a:rect b="b" l="l" r="r" t="t"/>
            <a:pathLst>
              <a:path extrusionOk="0" h="9234" w="27897">
                <a:moveTo>
                  <a:pt x="14337" y="0"/>
                </a:moveTo>
                <a:cubicBezTo>
                  <a:pt x="14337" y="0"/>
                  <a:pt x="12053" y="402"/>
                  <a:pt x="13222" y="633"/>
                </a:cubicBezTo>
                <a:cubicBezTo>
                  <a:pt x="14391" y="857"/>
                  <a:pt x="13704" y="1276"/>
                  <a:pt x="11001" y="1419"/>
                </a:cubicBezTo>
                <a:cubicBezTo>
                  <a:pt x="8289" y="1561"/>
                  <a:pt x="8164" y="2204"/>
                  <a:pt x="9529" y="2346"/>
                </a:cubicBezTo>
                <a:cubicBezTo>
                  <a:pt x="10885" y="2489"/>
                  <a:pt x="4131" y="3470"/>
                  <a:pt x="5808" y="4006"/>
                </a:cubicBezTo>
                <a:cubicBezTo>
                  <a:pt x="7495" y="4550"/>
                  <a:pt x="4961" y="5040"/>
                  <a:pt x="3257" y="5272"/>
                </a:cubicBezTo>
                <a:cubicBezTo>
                  <a:pt x="1553" y="5504"/>
                  <a:pt x="1375" y="6040"/>
                  <a:pt x="2365" y="6227"/>
                </a:cubicBezTo>
                <a:cubicBezTo>
                  <a:pt x="3355" y="6414"/>
                  <a:pt x="1" y="7271"/>
                  <a:pt x="1" y="7271"/>
                </a:cubicBezTo>
                <a:lnTo>
                  <a:pt x="1" y="9233"/>
                </a:lnTo>
                <a:lnTo>
                  <a:pt x="27897" y="9233"/>
                </a:lnTo>
                <a:lnTo>
                  <a:pt x="27897" y="7137"/>
                </a:lnTo>
                <a:cubicBezTo>
                  <a:pt x="27897" y="7137"/>
                  <a:pt x="23472" y="6361"/>
                  <a:pt x="24445" y="5504"/>
                </a:cubicBezTo>
                <a:cubicBezTo>
                  <a:pt x="25417" y="4648"/>
                  <a:pt x="20171" y="4434"/>
                  <a:pt x="21340" y="3925"/>
                </a:cubicBezTo>
                <a:cubicBezTo>
                  <a:pt x="22500" y="3417"/>
                  <a:pt x="21893" y="2917"/>
                  <a:pt x="20912" y="2721"/>
                </a:cubicBezTo>
                <a:cubicBezTo>
                  <a:pt x="19939" y="2534"/>
                  <a:pt x="18780" y="2034"/>
                  <a:pt x="19422" y="1481"/>
                </a:cubicBezTo>
                <a:cubicBezTo>
                  <a:pt x="20055" y="928"/>
                  <a:pt x="19288" y="732"/>
                  <a:pt x="18512" y="491"/>
                </a:cubicBezTo>
                <a:cubicBezTo>
                  <a:pt x="17727" y="259"/>
                  <a:pt x="18637" y="0"/>
                  <a:pt x="18637"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0"/>
          <p:cNvSpPr/>
          <p:nvPr/>
        </p:nvSpPr>
        <p:spPr>
          <a:xfrm>
            <a:off x="482720" y="3237687"/>
            <a:ext cx="6006641" cy="2627326"/>
          </a:xfrm>
          <a:custGeom>
            <a:rect b="b" l="l" r="r" t="t"/>
            <a:pathLst>
              <a:path extrusionOk="0" h="8741" w="19984">
                <a:moveTo>
                  <a:pt x="15406" y="1"/>
                </a:moveTo>
                <a:cubicBezTo>
                  <a:pt x="14566" y="1"/>
                  <a:pt x="13350" y="213"/>
                  <a:pt x="13953" y="506"/>
                </a:cubicBezTo>
                <a:cubicBezTo>
                  <a:pt x="14604" y="818"/>
                  <a:pt x="15033" y="1452"/>
                  <a:pt x="12722" y="1711"/>
                </a:cubicBezTo>
                <a:cubicBezTo>
                  <a:pt x="10420" y="1960"/>
                  <a:pt x="10304" y="2683"/>
                  <a:pt x="12347" y="3111"/>
                </a:cubicBezTo>
                <a:cubicBezTo>
                  <a:pt x="13739" y="3406"/>
                  <a:pt x="11669" y="4512"/>
                  <a:pt x="9635" y="4512"/>
                </a:cubicBezTo>
                <a:cubicBezTo>
                  <a:pt x="7601" y="4512"/>
                  <a:pt x="7245" y="4994"/>
                  <a:pt x="8413" y="5315"/>
                </a:cubicBezTo>
                <a:cubicBezTo>
                  <a:pt x="9350" y="5573"/>
                  <a:pt x="8922" y="6100"/>
                  <a:pt x="4827" y="6358"/>
                </a:cubicBezTo>
                <a:cubicBezTo>
                  <a:pt x="723" y="6617"/>
                  <a:pt x="3069" y="7670"/>
                  <a:pt x="4060" y="7866"/>
                </a:cubicBezTo>
                <a:cubicBezTo>
                  <a:pt x="4390" y="7929"/>
                  <a:pt x="4747" y="8125"/>
                  <a:pt x="3319" y="8339"/>
                </a:cubicBezTo>
                <a:cubicBezTo>
                  <a:pt x="1892" y="8544"/>
                  <a:pt x="1" y="8740"/>
                  <a:pt x="1" y="8740"/>
                </a:cubicBezTo>
                <a:lnTo>
                  <a:pt x="19984" y="8740"/>
                </a:lnTo>
                <a:cubicBezTo>
                  <a:pt x="19984" y="8740"/>
                  <a:pt x="17985" y="8464"/>
                  <a:pt x="18895" y="8000"/>
                </a:cubicBezTo>
                <a:cubicBezTo>
                  <a:pt x="19805" y="7527"/>
                  <a:pt x="19181" y="7393"/>
                  <a:pt x="17174" y="7143"/>
                </a:cubicBezTo>
                <a:cubicBezTo>
                  <a:pt x="15158" y="6903"/>
                  <a:pt x="15728" y="6358"/>
                  <a:pt x="17638" y="5877"/>
                </a:cubicBezTo>
                <a:cubicBezTo>
                  <a:pt x="19556" y="5395"/>
                  <a:pt x="18173" y="4735"/>
                  <a:pt x="16888" y="4512"/>
                </a:cubicBezTo>
                <a:cubicBezTo>
                  <a:pt x="15604" y="4289"/>
                  <a:pt x="15363" y="4084"/>
                  <a:pt x="16826" y="3513"/>
                </a:cubicBezTo>
                <a:cubicBezTo>
                  <a:pt x="18298" y="2951"/>
                  <a:pt x="17495" y="2344"/>
                  <a:pt x="16576" y="2121"/>
                </a:cubicBezTo>
                <a:cubicBezTo>
                  <a:pt x="15648" y="1898"/>
                  <a:pt x="15273" y="1532"/>
                  <a:pt x="16166" y="1211"/>
                </a:cubicBezTo>
                <a:cubicBezTo>
                  <a:pt x="17067" y="890"/>
                  <a:pt x="15639" y="604"/>
                  <a:pt x="15282" y="435"/>
                </a:cubicBezTo>
                <a:cubicBezTo>
                  <a:pt x="14926" y="274"/>
                  <a:pt x="16451" y="51"/>
                  <a:pt x="15630" y="7"/>
                </a:cubicBezTo>
                <a:cubicBezTo>
                  <a:pt x="15560" y="3"/>
                  <a:pt x="15485" y="1"/>
                  <a:pt x="15406" y="1"/>
                </a:cubicBezTo>
                <a:close/>
              </a:path>
            </a:pathLst>
          </a:custGeom>
          <a:solidFill>
            <a:srgbClr val="6BC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0"/>
          <p:cNvSpPr/>
          <p:nvPr/>
        </p:nvSpPr>
        <p:spPr>
          <a:xfrm flipH="1">
            <a:off x="8929401" y="4662505"/>
            <a:ext cx="521499" cy="499422"/>
          </a:xfrm>
          <a:custGeom>
            <a:rect b="b" l="l" r="r" t="t"/>
            <a:pathLst>
              <a:path extrusionOk="0" h="2286" w="2667">
                <a:moveTo>
                  <a:pt x="2001" y="0"/>
                </a:moveTo>
                <a:lnTo>
                  <a:pt x="0" y="2286"/>
                </a:lnTo>
                <a:lnTo>
                  <a:pt x="2667" y="2238"/>
                </a:lnTo>
                <a:close/>
              </a:path>
            </a:pathLst>
          </a:custGeom>
          <a:solidFill>
            <a:srgbClr val="CC946E"/>
          </a:solidFill>
          <a:ln>
            <a:noFill/>
          </a:ln>
        </p:spPr>
      </p:sp>
      <p:sp>
        <p:nvSpPr>
          <p:cNvPr id="1870" name="Google Shape;1870;p40"/>
          <p:cNvSpPr/>
          <p:nvPr/>
        </p:nvSpPr>
        <p:spPr>
          <a:xfrm>
            <a:off x="-301725" y="4662505"/>
            <a:ext cx="541821" cy="499422"/>
          </a:xfrm>
          <a:custGeom>
            <a:rect b="b" l="l" r="r" t="t"/>
            <a:pathLst>
              <a:path extrusionOk="0" h="2286" w="2667">
                <a:moveTo>
                  <a:pt x="2001" y="0"/>
                </a:moveTo>
                <a:lnTo>
                  <a:pt x="0" y="2286"/>
                </a:lnTo>
                <a:lnTo>
                  <a:pt x="2667" y="2238"/>
                </a:lnTo>
                <a:close/>
              </a:path>
            </a:pathLst>
          </a:custGeom>
          <a:solidFill>
            <a:srgbClr val="CC946E"/>
          </a:solidFill>
          <a:ln>
            <a:noFill/>
          </a:ln>
        </p:spPr>
      </p:sp>
      <p:sp>
        <p:nvSpPr>
          <p:cNvPr id="1871" name="Google Shape;1871;p40"/>
          <p:cNvSpPr/>
          <p:nvPr/>
        </p:nvSpPr>
        <p:spPr>
          <a:xfrm>
            <a:off x="69041" y="4651473"/>
            <a:ext cx="8979662" cy="510440"/>
          </a:xfrm>
          <a:custGeom>
            <a:rect b="b" l="l" r="r" t="t"/>
            <a:pathLst>
              <a:path extrusionOk="0" h="1491" w="30422">
                <a:moveTo>
                  <a:pt x="1" y="0"/>
                </a:moveTo>
                <a:lnTo>
                  <a:pt x="1" y="1490"/>
                </a:lnTo>
                <a:lnTo>
                  <a:pt x="30422" y="1490"/>
                </a:lnTo>
                <a:lnTo>
                  <a:pt x="3042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0"/>
          <p:cNvSpPr/>
          <p:nvPr/>
        </p:nvSpPr>
        <p:spPr>
          <a:xfrm>
            <a:off x="-336500" y="4637799"/>
            <a:ext cx="9817059" cy="540024"/>
          </a:xfrm>
          <a:custGeom>
            <a:rect b="b" l="l" r="r" t="t"/>
            <a:pathLst>
              <a:path extrusionOk="0" h="1776" w="33259">
                <a:moveTo>
                  <a:pt x="31769" y="81"/>
                </a:moveTo>
                <a:lnTo>
                  <a:pt x="33089" y="1696"/>
                </a:lnTo>
                <a:lnTo>
                  <a:pt x="170" y="1696"/>
                </a:lnTo>
                <a:lnTo>
                  <a:pt x="1482" y="81"/>
                </a:lnTo>
                <a:close/>
                <a:moveTo>
                  <a:pt x="1446" y="1"/>
                </a:moveTo>
                <a:lnTo>
                  <a:pt x="1" y="1776"/>
                </a:lnTo>
                <a:lnTo>
                  <a:pt x="33259" y="1776"/>
                </a:lnTo>
                <a:lnTo>
                  <a:pt x="318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0"/>
          <p:cNvSpPr/>
          <p:nvPr/>
        </p:nvSpPr>
        <p:spPr>
          <a:xfrm>
            <a:off x="1114495" y="4637799"/>
            <a:ext cx="6912586" cy="540024"/>
          </a:xfrm>
          <a:custGeom>
            <a:rect b="b" l="l" r="r" t="t"/>
            <a:pathLst>
              <a:path extrusionOk="0" h="1776" w="23419">
                <a:moveTo>
                  <a:pt x="22357" y="81"/>
                </a:moveTo>
                <a:lnTo>
                  <a:pt x="23275" y="1696"/>
                </a:lnTo>
                <a:lnTo>
                  <a:pt x="143" y="1696"/>
                </a:lnTo>
                <a:lnTo>
                  <a:pt x="1071" y="81"/>
                </a:lnTo>
                <a:close/>
                <a:moveTo>
                  <a:pt x="1026" y="1"/>
                </a:moveTo>
                <a:lnTo>
                  <a:pt x="0" y="1776"/>
                </a:lnTo>
                <a:lnTo>
                  <a:pt x="23418" y="1776"/>
                </a:lnTo>
                <a:lnTo>
                  <a:pt x="22401"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0"/>
          <p:cNvSpPr/>
          <p:nvPr/>
        </p:nvSpPr>
        <p:spPr>
          <a:xfrm>
            <a:off x="2438868" y="4637799"/>
            <a:ext cx="4266092" cy="540024"/>
          </a:xfrm>
          <a:custGeom>
            <a:rect b="b" l="l" r="r" t="t"/>
            <a:pathLst>
              <a:path extrusionOk="0" h="1776" w="14453">
                <a:moveTo>
                  <a:pt x="13766" y="81"/>
                </a:moveTo>
                <a:lnTo>
                  <a:pt x="14337" y="1696"/>
                </a:lnTo>
                <a:lnTo>
                  <a:pt x="117" y="1696"/>
                </a:lnTo>
                <a:lnTo>
                  <a:pt x="688" y="81"/>
                </a:lnTo>
                <a:close/>
                <a:moveTo>
                  <a:pt x="625" y="1"/>
                </a:moveTo>
                <a:lnTo>
                  <a:pt x="1" y="1776"/>
                </a:lnTo>
                <a:lnTo>
                  <a:pt x="14453" y="1776"/>
                </a:lnTo>
                <a:lnTo>
                  <a:pt x="13819"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0"/>
          <p:cNvSpPr/>
          <p:nvPr/>
        </p:nvSpPr>
        <p:spPr>
          <a:xfrm>
            <a:off x="3805448" y="4637799"/>
            <a:ext cx="1530161" cy="540024"/>
          </a:xfrm>
          <a:custGeom>
            <a:rect b="b" l="l" r="r" t="t"/>
            <a:pathLst>
              <a:path extrusionOk="0" h="1776" w="5184">
                <a:moveTo>
                  <a:pt x="4890" y="81"/>
                </a:moveTo>
                <a:lnTo>
                  <a:pt x="5095" y="1696"/>
                </a:lnTo>
                <a:lnTo>
                  <a:pt x="99" y="1696"/>
                </a:lnTo>
                <a:lnTo>
                  <a:pt x="295" y="81"/>
                </a:lnTo>
                <a:close/>
                <a:moveTo>
                  <a:pt x="224" y="1"/>
                </a:moveTo>
                <a:lnTo>
                  <a:pt x="1" y="1776"/>
                </a:lnTo>
                <a:lnTo>
                  <a:pt x="5184" y="1776"/>
                </a:lnTo>
                <a:lnTo>
                  <a:pt x="4961"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6" name="Google Shape;1876;p40"/>
          <p:cNvGrpSpPr/>
          <p:nvPr/>
        </p:nvGrpSpPr>
        <p:grpSpPr>
          <a:xfrm>
            <a:off x="-138200" y="3248800"/>
            <a:ext cx="9401995" cy="1473275"/>
            <a:chOff x="-138200" y="2987850"/>
            <a:chExt cx="9401995" cy="1473275"/>
          </a:xfrm>
        </p:grpSpPr>
        <p:sp>
          <p:nvSpPr>
            <p:cNvPr id="1877" name="Google Shape;1877;p40"/>
            <p:cNvSpPr/>
            <p:nvPr/>
          </p:nvSpPr>
          <p:spPr>
            <a:xfrm>
              <a:off x="-138200" y="2987850"/>
              <a:ext cx="9401995" cy="139927"/>
            </a:xfrm>
            <a:custGeom>
              <a:rect b="b" l="l" r="r" t="t"/>
              <a:pathLst>
                <a:path extrusionOk="0" h="616" w="30422">
                  <a:moveTo>
                    <a:pt x="1" y="0"/>
                  </a:moveTo>
                  <a:lnTo>
                    <a:pt x="1" y="616"/>
                  </a:lnTo>
                  <a:lnTo>
                    <a:pt x="30422" y="616"/>
                  </a:lnTo>
                  <a:lnTo>
                    <a:pt x="30422"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0"/>
            <p:cNvSpPr/>
            <p:nvPr/>
          </p:nvSpPr>
          <p:spPr>
            <a:xfrm>
              <a:off x="-138200" y="3076891"/>
              <a:ext cx="9401995" cy="50882"/>
            </a:xfrm>
            <a:custGeom>
              <a:rect b="b" l="l" r="r" t="t"/>
              <a:pathLst>
                <a:path extrusionOk="0" h="224" w="30422">
                  <a:moveTo>
                    <a:pt x="1" y="1"/>
                  </a:moveTo>
                  <a:lnTo>
                    <a:pt x="1" y="224"/>
                  </a:lnTo>
                  <a:lnTo>
                    <a:pt x="30422" y="224"/>
                  </a:lnTo>
                  <a:lnTo>
                    <a:pt x="3042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0"/>
            <p:cNvSpPr/>
            <p:nvPr/>
          </p:nvSpPr>
          <p:spPr>
            <a:xfrm>
              <a:off x="-138200" y="4313024"/>
              <a:ext cx="9401995" cy="138110"/>
            </a:xfrm>
            <a:custGeom>
              <a:rect b="b" l="l" r="r" t="t"/>
              <a:pathLst>
                <a:path extrusionOk="0" h="608" w="30422">
                  <a:moveTo>
                    <a:pt x="1" y="1"/>
                  </a:moveTo>
                  <a:lnTo>
                    <a:pt x="1" y="607"/>
                  </a:lnTo>
                  <a:lnTo>
                    <a:pt x="30422" y="607"/>
                  </a:lnTo>
                  <a:lnTo>
                    <a:pt x="30422"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0"/>
            <p:cNvSpPr/>
            <p:nvPr/>
          </p:nvSpPr>
          <p:spPr>
            <a:xfrm>
              <a:off x="-138200" y="4313024"/>
              <a:ext cx="9401995" cy="30666"/>
            </a:xfrm>
            <a:custGeom>
              <a:rect b="b" l="l" r="r" t="t"/>
              <a:pathLst>
                <a:path extrusionOk="0" h="135" w="30422">
                  <a:moveTo>
                    <a:pt x="1" y="1"/>
                  </a:moveTo>
                  <a:lnTo>
                    <a:pt x="1" y="135"/>
                  </a:lnTo>
                  <a:lnTo>
                    <a:pt x="30422" y="135"/>
                  </a:lnTo>
                  <a:lnTo>
                    <a:pt x="3042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0"/>
            <p:cNvSpPr/>
            <p:nvPr/>
          </p:nvSpPr>
          <p:spPr>
            <a:xfrm>
              <a:off x="-138200" y="4402292"/>
              <a:ext cx="9401995" cy="48838"/>
            </a:xfrm>
            <a:custGeom>
              <a:rect b="b" l="l" r="r" t="t"/>
              <a:pathLst>
                <a:path extrusionOk="0" h="215" w="30422">
                  <a:moveTo>
                    <a:pt x="1" y="0"/>
                  </a:moveTo>
                  <a:lnTo>
                    <a:pt x="1" y="214"/>
                  </a:lnTo>
                  <a:lnTo>
                    <a:pt x="30422" y="214"/>
                  </a:lnTo>
                  <a:lnTo>
                    <a:pt x="30422" y="0"/>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2" name="Google Shape;1882;p40"/>
            <p:cNvGrpSpPr/>
            <p:nvPr/>
          </p:nvGrpSpPr>
          <p:grpSpPr>
            <a:xfrm>
              <a:off x="1190934" y="3127728"/>
              <a:ext cx="389354" cy="1185780"/>
              <a:chOff x="1491295" y="3180738"/>
              <a:chExt cx="354635" cy="1080043"/>
            </a:xfrm>
          </p:grpSpPr>
          <p:sp>
            <p:nvSpPr>
              <p:cNvPr id="1883" name="Google Shape;1883;p40"/>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0"/>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0"/>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0"/>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0"/>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0"/>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9" name="Google Shape;1889;p40"/>
            <p:cNvSpPr/>
            <p:nvPr/>
          </p:nvSpPr>
          <p:spPr>
            <a:xfrm>
              <a:off x="1802734"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0"/>
            <p:cNvSpPr/>
            <p:nvPr/>
          </p:nvSpPr>
          <p:spPr>
            <a:xfrm>
              <a:off x="1768436"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0"/>
            <p:cNvSpPr/>
            <p:nvPr/>
          </p:nvSpPr>
          <p:spPr>
            <a:xfrm>
              <a:off x="1855430"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0"/>
            <p:cNvSpPr/>
            <p:nvPr/>
          </p:nvSpPr>
          <p:spPr>
            <a:xfrm>
              <a:off x="1855430" y="3255194"/>
              <a:ext cx="107667" cy="928382"/>
            </a:xfrm>
            <a:custGeom>
              <a:rect b="b" l="l" r="r" t="t"/>
              <a:pathLst>
                <a:path extrusionOk="0" h="4087" w="474">
                  <a:moveTo>
                    <a:pt x="1" y="1"/>
                  </a:moveTo>
                  <a:lnTo>
                    <a:pt x="1"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0"/>
            <p:cNvSpPr/>
            <p:nvPr/>
          </p:nvSpPr>
          <p:spPr>
            <a:xfrm>
              <a:off x="1802734"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0"/>
            <p:cNvSpPr/>
            <p:nvPr/>
          </p:nvSpPr>
          <p:spPr>
            <a:xfrm>
              <a:off x="1768436"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0"/>
            <p:cNvSpPr/>
            <p:nvPr/>
          </p:nvSpPr>
          <p:spPr>
            <a:xfrm>
              <a:off x="2380345"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0"/>
            <p:cNvSpPr/>
            <p:nvPr/>
          </p:nvSpPr>
          <p:spPr>
            <a:xfrm>
              <a:off x="2345820"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0"/>
            <p:cNvSpPr/>
            <p:nvPr/>
          </p:nvSpPr>
          <p:spPr>
            <a:xfrm>
              <a:off x="2433041"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0"/>
            <p:cNvSpPr/>
            <p:nvPr/>
          </p:nvSpPr>
          <p:spPr>
            <a:xfrm>
              <a:off x="2433041" y="3255194"/>
              <a:ext cx="107440" cy="928382"/>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0"/>
            <p:cNvSpPr/>
            <p:nvPr/>
          </p:nvSpPr>
          <p:spPr>
            <a:xfrm>
              <a:off x="2380345"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0"/>
            <p:cNvSpPr/>
            <p:nvPr/>
          </p:nvSpPr>
          <p:spPr>
            <a:xfrm>
              <a:off x="2345820"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0"/>
            <p:cNvSpPr/>
            <p:nvPr/>
          </p:nvSpPr>
          <p:spPr>
            <a:xfrm>
              <a:off x="2959773" y="3190456"/>
              <a:ext cx="316413" cy="64966"/>
            </a:xfrm>
            <a:custGeom>
              <a:rect b="b" l="l" r="r" t="t"/>
              <a:pathLst>
                <a:path extrusionOk="0" h="286" w="1393">
                  <a:moveTo>
                    <a:pt x="1" y="0"/>
                  </a:moveTo>
                  <a:lnTo>
                    <a:pt x="1"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0"/>
            <p:cNvSpPr/>
            <p:nvPr/>
          </p:nvSpPr>
          <p:spPr>
            <a:xfrm>
              <a:off x="2923431"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0"/>
            <p:cNvSpPr/>
            <p:nvPr/>
          </p:nvSpPr>
          <p:spPr>
            <a:xfrm>
              <a:off x="3012469" y="3255194"/>
              <a:ext cx="211018" cy="928382"/>
            </a:xfrm>
            <a:custGeom>
              <a:rect b="b" l="l" r="r" t="t"/>
              <a:pathLst>
                <a:path extrusionOk="0" h="4087" w="929">
                  <a:moveTo>
                    <a:pt x="1" y="1"/>
                  </a:moveTo>
                  <a:lnTo>
                    <a:pt x="1" y="4087"/>
                  </a:lnTo>
                  <a:lnTo>
                    <a:pt x="928" y="4087"/>
                  </a:lnTo>
                  <a:lnTo>
                    <a:pt x="92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0"/>
            <p:cNvSpPr/>
            <p:nvPr/>
          </p:nvSpPr>
          <p:spPr>
            <a:xfrm>
              <a:off x="3012469"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0"/>
            <p:cNvSpPr/>
            <p:nvPr/>
          </p:nvSpPr>
          <p:spPr>
            <a:xfrm>
              <a:off x="2959773" y="4183320"/>
              <a:ext cx="316413" cy="65193"/>
            </a:xfrm>
            <a:custGeom>
              <a:rect b="b" l="l" r="r" t="t"/>
              <a:pathLst>
                <a:path extrusionOk="0" h="287" w="1393">
                  <a:moveTo>
                    <a:pt x="1" y="1"/>
                  </a:moveTo>
                  <a:lnTo>
                    <a:pt x="1"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0"/>
            <p:cNvSpPr/>
            <p:nvPr/>
          </p:nvSpPr>
          <p:spPr>
            <a:xfrm>
              <a:off x="2923431"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0"/>
            <p:cNvSpPr/>
            <p:nvPr/>
          </p:nvSpPr>
          <p:spPr>
            <a:xfrm>
              <a:off x="3537384" y="3190456"/>
              <a:ext cx="316186" cy="64966"/>
            </a:xfrm>
            <a:custGeom>
              <a:rect b="b" l="l" r="r" t="t"/>
              <a:pathLst>
                <a:path extrusionOk="0" h="286" w="1392">
                  <a:moveTo>
                    <a:pt x="0" y="0"/>
                  </a:moveTo>
                  <a:lnTo>
                    <a:pt x="0"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0"/>
            <p:cNvSpPr/>
            <p:nvPr/>
          </p:nvSpPr>
          <p:spPr>
            <a:xfrm>
              <a:off x="3500815"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0"/>
            <p:cNvSpPr/>
            <p:nvPr/>
          </p:nvSpPr>
          <p:spPr>
            <a:xfrm>
              <a:off x="3590080" y="3255194"/>
              <a:ext cx="210791" cy="928382"/>
            </a:xfrm>
            <a:custGeom>
              <a:rect b="b" l="l" r="r" t="t"/>
              <a:pathLst>
                <a:path extrusionOk="0" h="4087" w="928">
                  <a:moveTo>
                    <a:pt x="0" y="1"/>
                  </a:moveTo>
                  <a:lnTo>
                    <a:pt x="0" y="4087"/>
                  </a:lnTo>
                  <a:lnTo>
                    <a:pt x="928" y="4087"/>
                  </a:lnTo>
                  <a:lnTo>
                    <a:pt x="92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0"/>
            <p:cNvSpPr/>
            <p:nvPr/>
          </p:nvSpPr>
          <p:spPr>
            <a:xfrm>
              <a:off x="3590080" y="3255194"/>
              <a:ext cx="105395" cy="928382"/>
            </a:xfrm>
            <a:custGeom>
              <a:rect b="b" l="l" r="r" t="t"/>
              <a:pathLst>
                <a:path extrusionOk="0" h="4087" w="464">
                  <a:moveTo>
                    <a:pt x="0" y="1"/>
                  </a:moveTo>
                  <a:lnTo>
                    <a:pt x="0"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0"/>
            <p:cNvSpPr/>
            <p:nvPr/>
          </p:nvSpPr>
          <p:spPr>
            <a:xfrm>
              <a:off x="3537384" y="4183320"/>
              <a:ext cx="316186" cy="65193"/>
            </a:xfrm>
            <a:custGeom>
              <a:rect b="b" l="l" r="r" t="t"/>
              <a:pathLst>
                <a:path extrusionOk="0" h="287" w="1392">
                  <a:moveTo>
                    <a:pt x="0" y="1"/>
                  </a:moveTo>
                  <a:lnTo>
                    <a:pt x="0"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0"/>
            <p:cNvSpPr/>
            <p:nvPr/>
          </p:nvSpPr>
          <p:spPr>
            <a:xfrm>
              <a:off x="3500815"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0"/>
            <p:cNvSpPr/>
            <p:nvPr/>
          </p:nvSpPr>
          <p:spPr>
            <a:xfrm>
              <a:off x="4114768" y="3190456"/>
              <a:ext cx="316413" cy="64966"/>
            </a:xfrm>
            <a:custGeom>
              <a:rect b="b" l="l" r="r" t="t"/>
              <a:pathLst>
                <a:path extrusionOk="0" h="286" w="1393">
                  <a:moveTo>
                    <a:pt x="1" y="0"/>
                  </a:moveTo>
                  <a:lnTo>
                    <a:pt x="1"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0"/>
            <p:cNvSpPr/>
            <p:nvPr/>
          </p:nvSpPr>
          <p:spPr>
            <a:xfrm>
              <a:off x="4078426"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0"/>
            <p:cNvSpPr/>
            <p:nvPr/>
          </p:nvSpPr>
          <p:spPr>
            <a:xfrm>
              <a:off x="4167464" y="3255194"/>
              <a:ext cx="211018" cy="928382"/>
            </a:xfrm>
            <a:custGeom>
              <a:rect b="b" l="l" r="r" t="t"/>
              <a:pathLst>
                <a:path extrusionOk="0" h="4087" w="929">
                  <a:moveTo>
                    <a:pt x="1" y="1"/>
                  </a:moveTo>
                  <a:lnTo>
                    <a:pt x="1" y="4087"/>
                  </a:lnTo>
                  <a:lnTo>
                    <a:pt x="928" y="4087"/>
                  </a:lnTo>
                  <a:lnTo>
                    <a:pt x="92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0"/>
            <p:cNvSpPr/>
            <p:nvPr/>
          </p:nvSpPr>
          <p:spPr>
            <a:xfrm>
              <a:off x="4167464"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0"/>
            <p:cNvSpPr/>
            <p:nvPr/>
          </p:nvSpPr>
          <p:spPr>
            <a:xfrm>
              <a:off x="4114768" y="4183320"/>
              <a:ext cx="316413" cy="65193"/>
            </a:xfrm>
            <a:custGeom>
              <a:rect b="b" l="l" r="r" t="t"/>
              <a:pathLst>
                <a:path extrusionOk="0" h="287" w="1393">
                  <a:moveTo>
                    <a:pt x="1" y="1"/>
                  </a:moveTo>
                  <a:lnTo>
                    <a:pt x="1"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0"/>
            <p:cNvSpPr/>
            <p:nvPr/>
          </p:nvSpPr>
          <p:spPr>
            <a:xfrm>
              <a:off x="4078426"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0"/>
            <p:cNvSpPr/>
            <p:nvPr/>
          </p:nvSpPr>
          <p:spPr>
            <a:xfrm>
              <a:off x="4692379"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0"/>
            <p:cNvSpPr/>
            <p:nvPr/>
          </p:nvSpPr>
          <p:spPr>
            <a:xfrm>
              <a:off x="4655809"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0"/>
            <p:cNvSpPr/>
            <p:nvPr/>
          </p:nvSpPr>
          <p:spPr>
            <a:xfrm>
              <a:off x="4745074"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0"/>
            <p:cNvSpPr/>
            <p:nvPr/>
          </p:nvSpPr>
          <p:spPr>
            <a:xfrm>
              <a:off x="4745074" y="3255194"/>
              <a:ext cx="105395" cy="928382"/>
            </a:xfrm>
            <a:custGeom>
              <a:rect b="b" l="l" r="r" t="t"/>
              <a:pathLst>
                <a:path extrusionOk="0" h="4087" w="464">
                  <a:moveTo>
                    <a:pt x="0" y="1"/>
                  </a:moveTo>
                  <a:lnTo>
                    <a:pt x="0"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0"/>
            <p:cNvSpPr/>
            <p:nvPr/>
          </p:nvSpPr>
          <p:spPr>
            <a:xfrm>
              <a:off x="4692379"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0"/>
            <p:cNvSpPr/>
            <p:nvPr/>
          </p:nvSpPr>
          <p:spPr>
            <a:xfrm>
              <a:off x="4655809"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0"/>
            <p:cNvSpPr/>
            <p:nvPr/>
          </p:nvSpPr>
          <p:spPr>
            <a:xfrm>
              <a:off x="5269762"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0"/>
            <p:cNvSpPr/>
            <p:nvPr/>
          </p:nvSpPr>
          <p:spPr>
            <a:xfrm>
              <a:off x="5233420"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0"/>
            <p:cNvSpPr/>
            <p:nvPr/>
          </p:nvSpPr>
          <p:spPr>
            <a:xfrm>
              <a:off x="5322458"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0"/>
            <p:cNvSpPr/>
            <p:nvPr/>
          </p:nvSpPr>
          <p:spPr>
            <a:xfrm>
              <a:off x="5322458"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0"/>
            <p:cNvSpPr/>
            <p:nvPr/>
          </p:nvSpPr>
          <p:spPr>
            <a:xfrm>
              <a:off x="5269762"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0"/>
            <p:cNvSpPr/>
            <p:nvPr/>
          </p:nvSpPr>
          <p:spPr>
            <a:xfrm>
              <a:off x="5233420"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0"/>
            <p:cNvSpPr/>
            <p:nvPr/>
          </p:nvSpPr>
          <p:spPr>
            <a:xfrm>
              <a:off x="5847373"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0"/>
            <p:cNvSpPr/>
            <p:nvPr/>
          </p:nvSpPr>
          <p:spPr>
            <a:xfrm>
              <a:off x="5810804"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0"/>
            <p:cNvSpPr/>
            <p:nvPr/>
          </p:nvSpPr>
          <p:spPr>
            <a:xfrm>
              <a:off x="5900069"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0"/>
            <p:cNvSpPr/>
            <p:nvPr/>
          </p:nvSpPr>
          <p:spPr>
            <a:xfrm>
              <a:off x="5900069" y="3255194"/>
              <a:ext cx="105395" cy="928382"/>
            </a:xfrm>
            <a:custGeom>
              <a:rect b="b" l="l" r="r" t="t"/>
              <a:pathLst>
                <a:path extrusionOk="0" h="4087" w="464">
                  <a:moveTo>
                    <a:pt x="0" y="1"/>
                  </a:moveTo>
                  <a:lnTo>
                    <a:pt x="0"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0"/>
            <p:cNvSpPr/>
            <p:nvPr/>
          </p:nvSpPr>
          <p:spPr>
            <a:xfrm>
              <a:off x="5847373"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0"/>
            <p:cNvSpPr/>
            <p:nvPr/>
          </p:nvSpPr>
          <p:spPr>
            <a:xfrm>
              <a:off x="5810804"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0"/>
            <p:cNvSpPr/>
            <p:nvPr/>
          </p:nvSpPr>
          <p:spPr>
            <a:xfrm>
              <a:off x="6424757"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0"/>
            <p:cNvSpPr/>
            <p:nvPr/>
          </p:nvSpPr>
          <p:spPr>
            <a:xfrm>
              <a:off x="6388415"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0"/>
            <p:cNvSpPr/>
            <p:nvPr/>
          </p:nvSpPr>
          <p:spPr>
            <a:xfrm>
              <a:off x="6477453"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0"/>
            <p:cNvSpPr/>
            <p:nvPr/>
          </p:nvSpPr>
          <p:spPr>
            <a:xfrm>
              <a:off x="6477453"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0"/>
            <p:cNvSpPr/>
            <p:nvPr/>
          </p:nvSpPr>
          <p:spPr>
            <a:xfrm>
              <a:off x="6424757"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0"/>
            <p:cNvSpPr/>
            <p:nvPr/>
          </p:nvSpPr>
          <p:spPr>
            <a:xfrm>
              <a:off x="6388415"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0"/>
            <p:cNvSpPr/>
            <p:nvPr/>
          </p:nvSpPr>
          <p:spPr>
            <a:xfrm>
              <a:off x="7002368"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0"/>
            <p:cNvSpPr/>
            <p:nvPr/>
          </p:nvSpPr>
          <p:spPr>
            <a:xfrm>
              <a:off x="6967843" y="3127536"/>
              <a:ext cx="389327" cy="63149"/>
            </a:xfrm>
            <a:custGeom>
              <a:rect b="b" l="l" r="r" t="t"/>
              <a:pathLst>
                <a:path extrusionOk="0" h="278" w="1714">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0"/>
            <p:cNvSpPr/>
            <p:nvPr/>
          </p:nvSpPr>
          <p:spPr>
            <a:xfrm>
              <a:off x="7055064"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0"/>
            <p:cNvSpPr/>
            <p:nvPr/>
          </p:nvSpPr>
          <p:spPr>
            <a:xfrm>
              <a:off x="7055064" y="3255194"/>
              <a:ext cx="107440" cy="928382"/>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0"/>
            <p:cNvSpPr/>
            <p:nvPr/>
          </p:nvSpPr>
          <p:spPr>
            <a:xfrm>
              <a:off x="7002368"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0"/>
            <p:cNvSpPr/>
            <p:nvPr/>
          </p:nvSpPr>
          <p:spPr>
            <a:xfrm>
              <a:off x="6967843" y="4248285"/>
              <a:ext cx="389327" cy="64966"/>
            </a:xfrm>
            <a:custGeom>
              <a:rect b="b" l="l" r="r" t="t"/>
              <a:pathLst>
                <a:path extrusionOk="0" h="286" w="1714">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0"/>
            <p:cNvSpPr/>
            <p:nvPr/>
          </p:nvSpPr>
          <p:spPr>
            <a:xfrm>
              <a:off x="7579752"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0"/>
            <p:cNvSpPr/>
            <p:nvPr/>
          </p:nvSpPr>
          <p:spPr>
            <a:xfrm>
              <a:off x="7545227" y="3127536"/>
              <a:ext cx="389327" cy="63149"/>
            </a:xfrm>
            <a:custGeom>
              <a:rect b="b" l="l" r="r" t="t"/>
              <a:pathLst>
                <a:path extrusionOk="0" h="278" w="1714">
                  <a:moveTo>
                    <a:pt x="1" y="1"/>
                  </a:moveTo>
                  <a:lnTo>
                    <a:pt x="1" y="277"/>
                  </a:lnTo>
                  <a:lnTo>
                    <a:pt x="1714" y="277"/>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0"/>
            <p:cNvSpPr/>
            <p:nvPr/>
          </p:nvSpPr>
          <p:spPr>
            <a:xfrm>
              <a:off x="7632448"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0"/>
            <p:cNvSpPr/>
            <p:nvPr/>
          </p:nvSpPr>
          <p:spPr>
            <a:xfrm>
              <a:off x="7632448" y="3255194"/>
              <a:ext cx="107667" cy="928382"/>
            </a:xfrm>
            <a:custGeom>
              <a:rect b="b" l="l" r="r" t="t"/>
              <a:pathLst>
                <a:path extrusionOk="0" h="4087" w="474">
                  <a:moveTo>
                    <a:pt x="1" y="1"/>
                  </a:moveTo>
                  <a:lnTo>
                    <a:pt x="1"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0"/>
            <p:cNvSpPr/>
            <p:nvPr/>
          </p:nvSpPr>
          <p:spPr>
            <a:xfrm>
              <a:off x="7579752"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0"/>
            <p:cNvSpPr/>
            <p:nvPr/>
          </p:nvSpPr>
          <p:spPr>
            <a:xfrm>
              <a:off x="7545227" y="4248285"/>
              <a:ext cx="389327" cy="64966"/>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0"/>
            <p:cNvSpPr/>
            <p:nvPr/>
          </p:nvSpPr>
          <p:spPr>
            <a:xfrm>
              <a:off x="5625306" y="4376851"/>
              <a:ext cx="1574796" cy="84275"/>
            </a:xfrm>
            <a:custGeom>
              <a:rect b="b" l="l" r="r" t="t"/>
              <a:pathLst>
                <a:path extrusionOk="0" h="371" w="6933">
                  <a:moveTo>
                    <a:pt x="1854" y="1"/>
                  </a:moveTo>
                  <a:cubicBezTo>
                    <a:pt x="1640" y="1"/>
                    <a:pt x="1437" y="14"/>
                    <a:pt x="1437" y="14"/>
                  </a:cubicBezTo>
                  <a:cubicBezTo>
                    <a:pt x="1437" y="14"/>
                    <a:pt x="1306" y="26"/>
                    <a:pt x="1193" y="26"/>
                  </a:cubicBezTo>
                  <a:cubicBezTo>
                    <a:pt x="1136" y="26"/>
                    <a:pt x="1083" y="23"/>
                    <a:pt x="1054" y="14"/>
                  </a:cubicBezTo>
                  <a:cubicBezTo>
                    <a:pt x="1049" y="13"/>
                    <a:pt x="1044" y="12"/>
                    <a:pt x="1039" y="12"/>
                  </a:cubicBezTo>
                  <a:cubicBezTo>
                    <a:pt x="966" y="12"/>
                    <a:pt x="911" y="130"/>
                    <a:pt x="911" y="130"/>
                  </a:cubicBezTo>
                  <a:lnTo>
                    <a:pt x="813" y="112"/>
                  </a:lnTo>
                  <a:cubicBezTo>
                    <a:pt x="813" y="112"/>
                    <a:pt x="608" y="148"/>
                    <a:pt x="590" y="157"/>
                  </a:cubicBezTo>
                  <a:cubicBezTo>
                    <a:pt x="572" y="157"/>
                    <a:pt x="509" y="193"/>
                    <a:pt x="509" y="193"/>
                  </a:cubicBezTo>
                  <a:lnTo>
                    <a:pt x="1" y="371"/>
                  </a:lnTo>
                  <a:lnTo>
                    <a:pt x="6933" y="317"/>
                  </a:lnTo>
                  <a:lnTo>
                    <a:pt x="6522" y="157"/>
                  </a:lnTo>
                  <a:lnTo>
                    <a:pt x="5942" y="139"/>
                  </a:lnTo>
                  <a:lnTo>
                    <a:pt x="5487" y="228"/>
                  </a:lnTo>
                  <a:cubicBezTo>
                    <a:pt x="5487" y="228"/>
                    <a:pt x="5077" y="228"/>
                    <a:pt x="4818" y="193"/>
                  </a:cubicBezTo>
                  <a:cubicBezTo>
                    <a:pt x="4551" y="157"/>
                    <a:pt x="4515" y="184"/>
                    <a:pt x="4354" y="112"/>
                  </a:cubicBezTo>
                  <a:cubicBezTo>
                    <a:pt x="4258" y="72"/>
                    <a:pt x="4161" y="65"/>
                    <a:pt x="4104" y="65"/>
                  </a:cubicBezTo>
                  <a:cubicBezTo>
                    <a:pt x="4071" y="65"/>
                    <a:pt x="4051" y="68"/>
                    <a:pt x="4051" y="68"/>
                  </a:cubicBezTo>
                  <a:lnTo>
                    <a:pt x="3846" y="68"/>
                  </a:lnTo>
                  <a:lnTo>
                    <a:pt x="3569" y="77"/>
                  </a:lnTo>
                  <a:lnTo>
                    <a:pt x="3346" y="68"/>
                  </a:lnTo>
                  <a:lnTo>
                    <a:pt x="2963" y="94"/>
                  </a:lnTo>
                  <a:lnTo>
                    <a:pt x="2650" y="193"/>
                  </a:lnTo>
                  <a:cubicBezTo>
                    <a:pt x="2650" y="193"/>
                    <a:pt x="2436" y="175"/>
                    <a:pt x="2338" y="68"/>
                  </a:cubicBezTo>
                  <a:cubicBezTo>
                    <a:pt x="2294" y="14"/>
                    <a:pt x="2068" y="1"/>
                    <a:pt x="18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6" name="Google Shape;1956;p40"/>
            <p:cNvGrpSpPr/>
            <p:nvPr/>
          </p:nvGrpSpPr>
          <p:grpSpPr>
            <a:xfrm>
              <a:off x="613339" y="3127728"/>
              <a:ext cx="389354" cy="1185780"/>
              <a:chOff x="1491295" y="3180738"/>
              <a:chExt cx="354635" cy="1080043"/>
            </a:xfrm>
          </p:grpSpPr>
          <p:sp>
            <p:nvSpPr>
              <p:cNvPr id="1957" name="Google Shape;1957;p40"/>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0"/>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0"/>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0"/>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0"/>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0"/>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3" name="Google Shape;1963;p40"/>
            <p:cNvGrpSpPr/>
            <p:nvPr/>
          </p:nvGrpSpPr>
          <p:grpSpPr>
            <a:xfrm>
              <a:off x="35745" y="3127728"/>
              <a:ext cx="389354" cy="1185780"/>
              <a:chOff x="1491295" y="3180738"/>
              <a:chExt cx="354635" cy="1080043"/>
            </a:xfrm>
          </p:grpSpPr>
          <p:sp>
            <p:nvSpPr>
              <p:cNvPr id="1964" name="Google Shape;1964;p40"/>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0"/>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0"/>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0"/>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0"/>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0"/>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0" name="Google Shape;1970;p40"/>
            <p:cNvGrpSpPr/>
            <p:nvPr/>
          </p:nvGrpSpPr>
          <p:grpSpPr>
            <a:xfrm>
              <a:off x="8122725" y="3127728"/>
              <a:ext cx="389354" cy="1185780"/>
              <a:chOff x="1491295" y="3180738"/>
              <a:chExt cx="354635" cy="1080043"/>
            </a:xfrm>
          </p:grpSpPr>
          <p:sp>
            <p:nvSpPr>
              <p:cNvPr id="1971" name="Google Shape;1971;p40"/>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0"/>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0"/>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0"/>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0"/>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0"/>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7" name="Google Shape;1977;p40"/>
            <p:cNvGrpSpPr/>
            <p:nvPr/>
          </p:nvGrpSpPr>
          <p:grpSpPr>
            <a:xfrm>
              <a:off x="8700100" y="3127728"/>
              <a:ext cx="389354" cy="1185780"/>
              <a:chOff x="1491295" y="3180738"/>
              <a:chExt cx="354635" cy="1080043"/>
            </a:xfrm>
          </p:grpSpPr>
          <p:sp>
            <p:nvSpPr>
              <p:cNvPr id="1978" name="Google Shape;1978;p40"/>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0"/>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0"/>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0"/>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0"/>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0"/>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984" name="Google Shape;1984;p40"/>
          <p:cNvSpPr/>
          <p:nvPr/>
        </p:nvSpPr>
        <p:spPr>
          <a:xfrm>
            <a:off x="1850546" y="4519646"/>
            <a:ext cx="2045463" cy="127457"/>
          </a:xfrm>
          <a:custGeom>
            <a:rect b="b" l="l" r="r" t="t"/>
            <a:pathLst>
              <a:path extrusionOk="0" h="616" w="9886">
                <a:moveTo>
                  <a:pt x="2418" y="0"/>
                </a:moveTo>
                <a:lnTo>
                  <a:pt x="2142" y="99"/>
                </a:lnTo>
                <a:lnTo>
                  <a:pt x="1919" y="188"/>
                </a:lnTo>
                <a:lnTo>
                  <a:pt x="1740" y="295"/>
                </a:lnTo>
                <a:cubicBezTo>
                  <a:pt x="1740" y="295"/>
                  <a:pt x="1571" y="188"/>
                  <a:pt x="1339" y="161"/>
                </a:cubicBezTo>
                <a:cubicBezTo>
                  <a:pt x="1290" y="155"/>
                  <a:pt x="1256" y="153"/>
                  <a:pt x="1234" y="153"/>
                </a:cubicBezTo>
                <a:cubicBezTo>
                  <a:pt x="1210" y="153"/>
                  <a:pt x="1199" y="156"/>
                  <a:pt x="1194" y="158"/>
                </a:cubicBezTo>
                <a:lnTo>
                  <a:pt x="1194" y="158"/>
                </a:lnTo>
                <a:cubicBezTo>
                  <a:pt x="1194" y="158"/>
                  <a:pt x="1194" y="158"/>
                  <a:pt x="1194" y="158"/>
                </a:cubicBezTo>
                <a:cubicBezTo>
                  <a:pt x="1108" y="158"/>
                  <a:pt x="558" y="327"/>
                  <a:pt x="483" y="402"/>
                </a:cubicBezTo>
                <a:lnTo>
                  <a:pt x="1" y="616"/>
                </a:lnTo>
                <a:lnTo>
                  <a:pt x="9885" y="616"/>
                </a:lnTo>
                <a:lnTo>
                  <a:pt x="9537" y="473"/>
                </a:lnTo>
                <a:lnTo>
                  <a:pt x="9261" y="402"/>
                </a:lnTo>
                <a:cubicBezTo>
                  <a:pt x="9261" y="402"/>
                  <a:pt x="9100" y="429"/>
                  <a:pt x="8833" y="473"/>
                </a:cubicBezTo>
                <a:cubicBezTo>
                  <a:pt x="8791" y="480"/>
                  <a:pt x="8757" y="483"/>
                  <a:pt x="8729" y="483"/>
                </a:cubicBezTo>
                <a:cubicBezTo>
                  <a:pt x="8584" y="483"/>
                  <a:pt x="8610" y="402"/>
                  <a:pt x="8610" y="402"/>
                </a:cubicBezTo>
                <a:cubicBezTo>
                  <a:pt x="8610" y="402"/>
                  <a:pt x="8306" y="188"/>
                  <a:pt x="8199" y="188"/>
                </a:cubicBezTo>
                <a:cubicBezTo>
                  <a:pt x="8083" y="188"/>
                  <a:pt x="7949" y="188"/>
                  <a:pt x="7816" y="206"/>
                </a:cubicBezTo>
                <a:cubicBezTo>
                  <a:pt x="7682" y="223"/>
                  <a:pt x="7575" y="295"/>
                  <a:pt x="7486" y="295"/>
                </a:cubicBezTo>
                <a:cubicBezTo>
                  <a:pt x="7396" y="287"/>
                  <a:pt x="7306" y="203"/>
                  <a:pt x="7154" y="203"/>
                </a:cubicBezTo>
                <a:cubicBezTo>
                  <a:pt x="7140" y="203"/>
                  <a:pt x="7126" y="204"/>
                  <a:pt x="7111" y="206"/>
                </a:cubicBezTo>
                <a:cubicBezTo>
                  <a:pt x="7048" y="212"/>
                  <a:pt x="6995" y="213"/>
                  <a:pt x="6951" y="213"/>
                </a:cubicBezTo>
                <a:cubicBezTo>
                  <a:pt x="6864" y="213"/>
                  <a:pt x="6816" y="206"/>
                  <a:pt x="6816" y="206"/>
                </a:cubicBezTo>
                <a:lnTo>
                  <a:pt x="6486" y="295"/>
                </a:lnTo>
                <a:lnTo>
                  <a:pt x="6147" y="473"/>
                </a:lnTo>
                <a:lnTo>
                  <a:pt x="5853" y="402"/>
                </a:lnTo>
                <a:lnTo>
                  <a:pt x="5425" y="206"/>
                </a:lnTo>
                <a:lnTo>
                  <a:pt x="4863" y="99"/>
                </a:lnTo>
                <a:cubicBezTo>
                  <a:pt x="4863" y="99"/>
                  <a:pt x="4435" y="161"/>
                  <a:pt x="4256" y="161"/>
                </a:cubicBezTo>
                <a:cubicBezTo>
                  <a:pt x="4078" y="161"/>
                  <a:pt x="4033" y="206"/>
                  <a:pt x="4033" y="206"/>
                </a:cubicBezTo>
                <a:cubicBezTo>
                  <a:pt x="4033" y="206"/>
                  <a:pt x="3699" y="297"/>
                  <a:pt x="3514" y="297"/>
                </a:cubicBezTo>
                <a:cubicBezTo>
                  <a:pt x="3498" y="297"/>
                  <a:pt x="3484" y="296"/>
                  <a:pt x="3471" y="295"/>
                </a:cubicBezTo>
                <a:cubicBezTo>
                  <a:pt x="3293" y="268"/>
                  <a:pt x="3159" y="99"/>
                  <a:pt x="3159" y="99"/>
                </a:cubicBezTo>
                <a:cubicBezTo>
                  <a:pt x="3159" y="99"/>
                  <a:pt x="3111" y="138"/>
                  <a:pt x="3050" y="138"/>
                </a:cubicBezTo>
                <a:cubicBezTo>
                  <a:pt x="3020" y="138"/>
                  <a:pt x="2986" y="128"/>
                  <a:pt x="2954" y="99"/>
                </a:cubicBezTo>
                <a:cubicBezTo>
                  <a:pt x="2919" y="67"/>
                  <a:pt x="2890" y="57"/>
                  <a:pt x="2864" y="57"/>
                </a:cubicBezTo>
                <a:cubicBezTo>
                  <a:pt x="2815" y="57"/>
                  <a:pt x="2774" y="93"/>
                  <a:pt x="2722" y="99"/>
                </a:cubicBezTo>
                <a:cubicBezTo>
                  <a:pt x="2718" y="99"/>
                  <a:pt x="2714" y="99"/>
                  <a:pt x="2710" y="99"/>
                </a:cubicBezTo>
                <a:cubicBezTo>
                  <a:pt x="2616" y="99"/>
                  <a:pt x="2418" y="0"/>
                  <a:pt x="2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5" name="Google Shape;1985;p40"/>
          <p:cNvGrpSpPr/>
          <p:nvPr/>
        </p:nvGrpSpPr>
        <p:grpSpPr>
          <a:xfrm>
            <a:off x="-440352" y="4372550"/>
            <a:ext cx="2183372" cy="583072"/>
            <a:chOff x="379848" y="4111600"/>
            <a:chExt cx="2183372" cy="583072"/>
          </a:xfrm>
        </p:grpSpPr>
        <p:sp>
          <p:nvSpPr>
            <p:cNvPr id="1986" name="Google Shape;1986;p40"/>
            <p:cNvSpPr/>
            <p:nvPr/>
          </p:nvSpPr>
          <p:spPr>
            <a:xfrm>
              <a:off x="379848" y="4111600"/>
              <a:ext cx="2183372" cy="583072"/>
            </a:xfrm>
            <a:custGeom>
              <a:rect b="b" l="l" r="r" t="t"/>
              <a:pathLst>
                <a:path extrusionOk="0" h="2818" w="7397">
                  <a:moveTo>
                    <a:pt x="1584" y="1"/>
                  </a:moveTo>
                  <a:cubicBezTo>
                    <a:pt x="1376" y="1"/>
                    <a:pt x="1196" y="52"/>
                    <a:pt x="1196" y="52"/>
                  </a:cubicBezTo>
                  <a:lnTo>
                    <a:pt x="0" y="2817"/>
                  </a:lnTo>
                  <a:lnTo>
                    <a:pt x="7396" y="2817"/>
                  </a:lnTo>
                  <a:cubicBezTo>
                    <a:pt x="7292" y="2500"/>
                    <a:pt x="7094" y="2422"/>
                    <a:pt x="6924" y="2422"/>
                  </a:cubicBezTo>
                  <a:cubicBezTo>
                    <a:pt x="6759" y="2422"/>
                    <a:pt x="6620" y="2496"/>
                    <a:pt x="6620" y="2496"/>
                  </a:cubicBezTo>
                  <a:cubicBezTo>
                    <a:pt x="6496" y="2241"/>
                    <a:pt x="6327" y="2167"/>
                    <a:pt x="6172" y="2167"/>
                  </a:cubicBezTo>
                  <a:cubicBezTo>
                    <a:pt x="5959" y="2167"/>
                    <a:pt x="5772" y="2309"/>
                    <a:pt x="5772" y="2309"/>
                  </a:cubicBezTo>
                  <a:cubicBezTo>
                    <a:pt x="5688" y="1947"/>
                    <a:pt x="5515" y="1848"/>
                    <a:pt x="5351" y="1848"/>
                  </a:cubicBezTo>
                  <a:cubicBezTo>
                    <a:pt x="5149" y="1848"/>
                    <a:pt x="4961" y="1996"/>
                    <a:pt x="4961" y="1996"/>
                  </a:cubicBezTo>
                  <a:cubicBezTo>
                    <a:pt x="4890" y="1622"/>
                    <a:pt x="4712" y="1517"/>
                    <a:pt x="4537" y="1517"/>
                  </a:cubicBezTo>
                  <a:cubicBezTo>
                    <a:pt x="4315" y="1517"/>
                    <a:pt x="4095" y="1684"/>
                    <a:pt x="4095" y="1684"/>
                  </a:cubicBezTo>
                  <a:cubicBezTo>
                    <a:pt x="4067" y="1207"/>
                    <a:pt x="3877" y="1076"/>
                    <a:pt x="3676" y="1076"/>
                  </a:cubicBezTo>
                  <a:cubicBezTo>
                    <a:pt x="3430" y="1076"/>
                    <a:pt x="3167" y="1274"/>
                    <a:pt x="3167" y="1274"/>
                  </a:cubicBezTo>
                  <a:cubicBezTo>
                    <a:pt x="3202" y="765"/>
                    <a:pt x="2976" y="633"/>
                    <a:pt x="2733" y="633"/>
                  </a:cubicBezTo>
                  <a:cubicBezTo>
                    <a:pt x="2473" y="633"/>
                    <a:pt x="2195" y="783"/>
                    <a:pt x="2195" y="783"/>
                  </a:cubicBezTo>
                  <a:cubicBezTo>
                    <a:pt x="2315" y="128"/>
                    <a:pt x="1914" y="1"/>
                    <a:pt x="1584"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0"/>
            <p:cNvSpPr/>
            <p:nvPr/>
          </p:nvSpPr>
          <p:spPr>
            <a:xfrm>
              <a:off x="514145" y="4335678"/>
              <a:ext cx="1340662" cy="358989"/>
            </a:xfrm>
            <a:custGeom>
              <a:rect b="b" l="l" r="r" t="t"/>
              <a:pathLst>
                <a:path extrusionOk="0" h="1735" w="4542">
                  <a:moveTo>
                    <a:pt x="974" y="0"/>
                  </a:moveTo>
                  <a:cubicBezTo>
                    <a:pt x="848" y="0"/>
                    <a:pt x="741" y="30"/>
                    <a:pt x="741" y="30"/>
                  </a:cubicBezTo>
                  <a:lnTo>
                    <a:pt x="0" y="1734"/>
                  </a:lnTo>
                  <a:lnTo>
                    <a:pt x="4541" y="1734"/>
                  </a:lnTo>
                  <a:cubicBezTo>
                    <a:pt x="4478" y="1540"/>
                    <a:pt x="4358" y="1492"/>
                    <a:pt x="4254" y="1492"/>
                  </a:cubicBezTo>
                  <a:cubicBezTo>
                    <a:pt x="4153" y="1492"/>
                    <a:pt x="4068" y="1538"/>
                    <a:pt x="4068" y="1538"/>
                  </a:cubicBezTo>
                  <a:cubicBezTo>
                    <a:pt x="3994" y="1381"/>
                    <a:pt x="3889" y="1335"/>
                    <a:pt x="3792" y="1335"/>
                  </a:cubicBezTo>
                  <a:cubicBezTo>
                    <a:pt x="3659" y="1335"/>
                    <a:pt x="3542" y="1422"/>
                    <a:pt x="3542" y="1422"/>
                  </a:cubicBezTo>
                  <a:cubicBezTo>
                    <a:pt x="3494" y="1202"/>
                    <a:pt x="3391" y="1142"/>
                    <a:pt x="3292" y="1142"/>
                  </a:cubicBezTo>
                  <a:cubicBezTo>
                    <a:pt x="3169" y="1142"/>
                    <a:pt x="3051" y="1235"/>
                    <a:pt x="3051" y="1235"/>
                  </a:cubicBezTo>
                  <a:cubicBezTo>
                    <a:pt x="3004" y="1001"/>
                    <a:pt x="2893" y="936"/>
                    <a:pt x="2785" y="936"/>
                  </a:cubicBezTo>
                  <a:cubicBezTo>
                    <a:pt x="2649" y="936"/>
                    <a:pt x="2516" y="1038"/>
                    <a:pt x="2516" y="1038"/>
                  </a:cubicBezTo>
                  <a:cubicBezTo>
                    <a:pt x="2500" y="747"/>
                    <a:pt x="2384" y="666"/>
                    <a:pt x="2261" y="666"/>
                  </a:cubicBezTo>
                  <a:cubicBezTo>
                    <a:pt x="2108" y="666"/>
                    <a:pt x="1945" y="789"/>
                    <a:pt x="1945" y="789"/>
                  </a:cubicBezTo>
                  <a:cubicBezTo>
                    <a:pt x="1967" y="474"/>
                    <a:pt x="1828" y="392"/>
                    <a:pt x="1679" y="392"/>
                  </a:cubicBezTo>
                  <a:cubicBezTo>
                    <a:pt x="1519" y="392"/>
                    <a:pt x="1348" y="485"/>
                    <a:pt x="1348" y="485"/>
                  </a:cubicBezTo>
                  <a:cubicBezTo>
                    <a:pt x="1425" y="78"/>
                    <a:pt x="1176" y="0"/>
                    <a:pt x="9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8" name="Google Shape;1988;p40"/>
          <p:cNvGrpSpPr/>
          <p:nvPr/>
        </p:nvGrpSpPr>
        <p:grpSpPr>
          <a:xfrm>
            <a:off x="7400797" y="4372550"/>
            <a:ext cx="2183077" cy="583072"/>
            <a:chOff x="6551897" y="4111600"/>
            <a:chExt cx="2183077" cy="583072"/>
          </a:xfrm>
        </p:grpSpPr>
        <p:sp>
          <p:nvSpPr>
            <p:cNvPr id="1989" name="Google Shape;1989;p40"/>
            <p:cNvSpPr/>
            <p:nvPr/>
          </p:nvSpPr>
          <p:spPr>
            <a:xfrm>
              <a:off x="6551897" y="4111600"/>
              <a:ext cx="2183077" cy="583072"/>
            </a:xfrm>
            <a:custGeom>
              <a:rect b="b" l="l" r="r" t="t"/>
              <a:pathLst>
                <a:path extrusionOk="0" h="2818" w="7396">
                  <a:moveTo>
                    <a:pt x="5812" y="1"/>
                  </a:moveTo>
                  <a:cubicBezTo>
                    <a:pt x="5483" y="1"/>
                    <a:pt x="5081" y="128"/>
                    <a:pt x="5201" y="783"/>
                  </a:cubicBezTo>
                  <a:cubicBezTo>
                    <a:pt x="5201" y="783"/>
                    <a:pt x="4925" y="633"/>
                    <a:pt x="4667" y="633"/>
                  </a:cubicBezTo>
                  <a:cubicBezTo>
                    <a:pt x="4425" y="633"/>
                    <a:pt x="4199" y="765"/>
                    <a:pt x="4229" y="1274"/>
                  </a:cubicBezTo>
                  <a:cubicBezTo>
                    <a:pt x="4229" y="1274"/>
                    <a:pt x="3966" y="1076"/>
                    <a:pt x="3720" y="1076"/>
                  </a:cubicBezTo>
                  <a:cubicBezTo>
                    <a:pt x="3519" y="1076"/>
                    <a:pt x="3329" y="1207"/>
                    <a:pt x="3301" y="1684"/>
                  </a:cubicBezTo>
                  <a:cubicBezTo>
                    <a:pt x="3301" y="1684"/>
                    <a:pt x="3082" y="1517"/>
                    <a:pt x="2860" y="1517"/>
                  </a:cubicBezTo>
                  <a:cubicBezTo>
                    <a:pt x="2684" y="1517"/>
                    <a:pt x="2507" y="1622"/>
                    <a:pt x="2436" y="1996"/>
                  </a:cubicBezTo>
                  <a:cubicBezTo>
                    <a:pt x="2436" y="1996"/>
                    <a:pt x="2247" y="1848"/>
                    <a:pt x="2047" y="1848"/>
                  </a:cubicBezTo>
                  <a:cubicBezTo>
                    <a:pt x="1884" y="1848"/>
                    <a:pt x="1713" y="1947"/>
                    <a:pt x="1633" y="2309"/>
                  </a:cubicBezTo>
                  <a:cubicBezTo>
                    <a:pt x="1633" y="2309"/>
                    <a:pt x="1444" y="2167"/>
                    <a:pt x="1227" y="2167"/>
                  </a:cubicBezTo>
                  <a:cubicBezTo>
                    <a:pt x="1071" y="2167"/>
                    <a:pt x="900" y="2241"/>
                    <a:pt x="777" y="2496"/>
                  </a:cubicBezTo>
                  <a:cubicBezTo>
                    <a:pt x="777" y="2496"/>
                    <a:pt x="640" y="2422"/>
                    <a:pt x="476" y="2422"/>
                  </a:cubicBezTo>
                  <a:cubicBezTo>
                    <a:pt x="307" y="2422"/>
                    <a:pt x="109" y="2500"/>
                    <a:pt x="0" y="2817"/>
                  </a:cubicBezTo>
                  <a:lnTo>
                    <a:pt x="7396" y="2817"/>
                  </a:lnTo>
                  <a:lnTo>
                    <a:pt x="6201" y="52"/>
                  </a:lnTo>
                  <a:cubicBezTo>
                    <a:pt x="6201" y="52"/>
                    <a:pt x="6021" y="1"/>
                    <a:pt x="5812"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0"/>
            <p:cNvSpPr/>
            <p:nvPr/>
          </p:nvSpPr>
          <p:spPr>
            <a:xfrm>
              <a:off x="7260276" y="4335678"/>
              <a:ext cx="1340367" cy="358989"/>
            </a:xfrm>
            <a:custGeom>
              <a:rect b="b" l="l" r="r" t="t"/>
              <a:pathLst>
                <a:path extrusionOk="0" h="1735" w="4541">
                  <a:moveTo>
                    <a:pt x="3574" y="0"/>
                  </a:moveTo>
                  <a:cubicBezTo>
                    <a:pt x="3369" y="0"/>
                    <a:pt x="3117" y="78"/>
                    <a:pt x="3194" y="485"/>
                  </a:cubicBezTo>
                  <a:cubicBezTo>
                    <a:pt x="3194" y="485"/>
                    <a:pt x="3023" y="392"/>
                    <a:pt x="2863" y="392"/>
                  </a:cubicBezTo>
                  <a:cubicBezTo>
                    <a:pt x="2714" y="392"/>
                    <a:pt x="2575" y="474"/>
                    <a:pt x="2596" y="789"/>
                  </a:cubicBezTo>
                  <a:cubicBezTo>
                    <a:pt x="2596" y="789"/>
                    <a:pt x="2433" y="666"/>
                    <a:pt x="2281" y="666"/>
                  </a:cubicBezTo>
                  <a:cubicBezTo>
                    <a:pt x="2157" y="666"/>
                    <a:pt x="2041" y="747"/>
                    <a:pt x="2025" y="1038"/>
                  </a:cubicBezTo>
                  <a:cubicBezTo>
                    <a:pt x="2025" y="1038"/>
                    <a:pt x="1893" y="936"/>
                    <a:pt x="1758" y="936"/>
                  </a:cubicBezTo>
                  <a:cubicBezTo>
                    <a:pt x="1651" y="936"/>
                    <a:pt x="1542" y="1001"/>
                    <a:pt x="1499" y="1235"/>
                  </a:cubicBezTo>
                  <a:cubicBezTo>
                    <a:pt x="1499" y="1235"/>
                    <a:pt x="1379" y="1142"/>
                    <a:pt x="1254" y="1142"/>
                  </a:cubicBezTo>
                  <a:cubicBezTo>
                    <a:pt x="1152" y="1142"/>
                    <a:pt x="1047" y="1202"/>
                    <a:pt x="999" y="1422"/>
                  </a:cubicBezTo>
                  <a:cubicBezTo>
                    <a:pt x="999" y="1422"/>
                    <a:pt x="885" y="1335"/>
                    <a:pt x="753" y="1335"/>
                  </a:cubicBezTo>
                  <a:cubicBezTo>
                    <a:pt x="657" y="1335"/>
                    <a:pt x="552" y="1381"/>
                    <a:pt x="473" y="1538"/>
                  </a:cubicBezTo>
                  <a:cubicBezTo>
                    <a:pt x="473" y="1538"/>
                    <a:pt x="388" y="1492"/>
                    <a:pt x="287" y="1492"/>
                  </a:cubicBezTo>
                  <a:cubicBezTo>
                    <a:pt x="184" y="1492"/>
                    <a:pt x="63" y="1540"/>
                    <a:pt x="0" y="1734"/>
                  </a:cubicBezTo>
                  <a:lnTo>
                    <a:pt x="4541" y="1734"/>
                  </a:lnTo>
                  <a:lnTo>
                    <a:pt x="3809" y="30"/>
                  </a:lnTo>
                  <a:cubicBezTo>
                    <a:pt x="3809" y="30"/>
                    <a:pt x="3701" y="0"/>
                    <a:pt x="35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1" name="Google Shape;1991;p40"/>
          <p:cNvGrpSpPr/>
          <p:nvPr/>
        </p:nvGrpSpPr>
        <p:grpSpPr>
          <a:xfrm>
            <a:off x="-301731" y="2688291"/>
            <a:ext cx="942613" cy="2225784"/>
            <a:chOff x="1214466" y="2918796"/>
            <a:chExt cx="786428" cy="1856987"/>
          </a:xfrm>
        </p:grpSpPr>
        <p:sp>
          <p:nvSpPr>
            <p:cNvPr id="1992" name="Google Shape;1992;p40"/>
            <p:cNvSpPr/>
            <p:nvPr/>
          </p:nvSpPr>
          <p:spPr>
            <a:xfrm>
              <a:off x="1718262" y="3276741"/>
              <a:ext cx="282632" cy="1052344"/>
            </a:xfrm>
            <a:custGeom>
              <a:rect b="b" l="l" r="r" t="t"/>
              <a:pathLst>
                <a:path extrusionOk="0" h="5086" w="1366">
                  <a:moveTo>
                    <a:pt x="1366" y="1"/>
                  </a:moveTo>
                  <a:lnTo>
                    <a:pt x="1" y="5005"/>
                  </a:lnTo>
                  <a:lnTo>
                    <a:pt x="99" y="5086"/>
                  </a:lnTo>
                  <a:cubicBezTo>
                    <a:pt x="1294" y="2321"/>
                    <a:pt x="1366" y="1"/>
                    <a:pt x="13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0"/>
            <p:cNvSpPr/>
            <p:nvPr/>
          </p:nvSpPr>
          <p:spPr>
            <a:xfrm>
              <a:off x="1696123" y="3276741"/>
              <a:ext cx="304771" cy="1035791"/>
            </a:xfrm>
            <a:custGeom>
              <a:rect b="b" l="l" r="r" t="t"/>
              <a:pathLst>
                <a:path extrusionOk="0" h="5006" w="1473">
                  <a:moveTo>
                    <a:pt x="1473" y="1"/>
                  </a:moveTo>
                  <a:cubicBezTo>
                    <a:pt x="1473" y="1"/>
                    <a:pt x="483" y="1553"/>
                    <a:pt x="1" y="4916"/>
                  </a:cubicBezTo>
                  <a:lnTo>
                    <a:pt x="108" y="5005"/>
                  </a:lnTo>
                  <a:lnTo>
                    <a:pt x="1473"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0"/>
            <p:cNvSpPr/>
            <p:nvPr/>
          </p:nvSpPr>
          <p:spPr>
            <a:xfrm>
              <a:off x="1687020" y="3134598"/>
              <a:ext cx="227182" cy="1069104"/>
            </a:xfrm>
            <a:custGeom>
              <a:rect b="b" l="l" r="r" t="t"/>
              <a:pathLst>
                <a:path extrusionOk="0" h="5167" w="1098">
                  <a:moveTo>
                    <a:pt x="999" y="1"/>
                  </a:moveTo>
                  <a:lnTo>
                    <a:pt x="0" y="5086"/>
                  </a:lnTo>
                  <a:lnTo>
                    <a:pt x="107" y="5166"/>
                  </a:lnTo>
                  <a:cubicBezTo>
                    <a:pt x="1097" y="2321"/>
                    <a:pt x="999" y="1"/>
                    <a:pt x="9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0"/>
            <p:cNvSpPr/>
            <p:nvPr/>
          </p:nvSpPr>
          <p:spPr>
            <a:xfrm>
              <a:off x="1664882" y="3134598"/>
              <a:ext cx="229044" cy="1052344"/>
            </a:xfrm>
            <a:custGeom>
              <a:rect b="b" l="l" r="r" t="t"/>
              <a:pathLst>
                <a:path extrusionOk="0" h="5086" w="1107">
                  <a:moveTo>
                    <a:pt x="1106" y="1"/>
                  </a:moveTo>
                  <a:cubicBezTo>
                    <a:pt x="1106" y="1"/>
                    <a:pt x="232" y="1625"/>
                    <a:pt x="0" y="5014"/>
                  </a:cubicBezTo>
                  <a:lnTo>
                    <a:pt x="107" y="5086"/>
                  </a:lnTo>
                  <a:lnTo>
                    <a:pt x="1106"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0"/>
            <p:cNvSpPr/>
            <p:nvPr/>
          </p:nvSpPr>
          <p:spPr>
            <a:xfrm>
              <a:off x="1648123" y="3007352"/>
              <a:ext cx="171938" cy="1118762"/>
            </a:xfrm>
            <a:custGeom>
              <a:rect b="b" l="l" r="r" t="t"/>
              <a:pathLst>
                <a:path extrusionOk="0" h="5407" w="831">
                  <a:moveTo>
                    <a:pt x="527" y="0"/>
                  </a:moveTo>
                  <a:lnTo>
                    <a:pt x="1" y="5362"/>
                  </a:lnTo>
                  <a:lnTo>
                    <a:pt x="108" y="5406"/>
                  </a:lnTo>
                  <a:cubicBezTo>
                    <a:pt x="830" y="2258"/>
                    <a:pt x="527" y="1"/>
                    <a:pt x="5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0"/>
            <p:cNvSpPr/>
            <p:nvPr/>
          </p:nvSpPr>
          <p:spPr>
            <a:xfrm>
              <a:off x="1609434" y="3007352"/>
              <a:ext cx="147937" cy="1109451"/>
            </a:xfrm>
            <a:custGeom>
              <a:rect b="b" l="l" r="r" t="t"/>
              <a:pathLst>
                <a:path extrusionOk="0" h="5362" w="715">
                  <a:moveTo>
                    <a:pt x="714" y="0"/>
                  </a:moveTo>
                  <a:lnTo>
                    <a:pt x="714" y="0"/>
                  </a:lnTo>
                  <a:cubicBezTo>
                    <a:pt x="714" y="1"/>
                    <a:pt x="1" y="1910"/>
                    <a:pt x="72" y="5326"/>
                  </a:cubicBezTo>
                  <a:lnTo>
                    <a:pt x="188" y="5362"/>
                  </a:lnTo>
                  <a:lnTo>
                    <a:pt x="71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0"/>
            <p:cNvSpPr/>
            <p:nvPr/>
          </p:nvSpPr>
          <p:spPr>
            <a:xfrm>
              <a:off x="1607571" y="2918796"/>
              <a:ext cx="109039" cy="1127866"/>
            </a:xfrm>
            <a:custGeom>
              <a:rect b="b" l="l" r="r" t="t"/>
              <a:pathLst>
                <a:path extrusionOk="0" h="5451" w="527">
                  <a:moveTo>
                    <a:pt x="1" y="0"/>
                  </a:moveTo>
                  <a:lnTo>
                    <a:pt x="1" y="5451"/>
                  </a:lnTo>
                  <a:lnTo>
                    <a:pt x="117" y="5451"/>
                  </a:lnTo>
                  <a:cubicBezTo>
                    <a:pt x="527" y="2114"/>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0"/>
            <p:cNvSpPr/>
            <p:nvPr/>
          </p:nvSpPr>
          <p:spPr>
            <a:xfrm>
              <a:off x="1500605" y="2918796"/>
              <a:ext cx="107177" cy="1127866"/>
            </a:xfrm>
            <a:custGeom>
              <a:rect b="b" l="l" r="r" t="t"/>
              <a:pathLst>
                <a:path extrusionOk="0" h="5451" w="518">
                  <a:moveTo>
                    <a:pt x="518" y="0"/>
                  </a:moveTo>
                  <a:cubicBezTo>
                    <a:pt x="518" y="0"/>
                    <a:pt x="0" y="2114"/>
                    <a:pt x="402" y="5451"/>
                  </a:cubicBezTo>
                  <a:lnTo>
                    <a:pt x="518" y="5451"/>
                  </a:lnTo>
                  <a:lnTo>
                    <a:pt x="51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0"/>
            <p:cNvSpPr/>
            <p:nvPr/>
          </p:nvSpPr>
          <p:spPr>
            <a:xfrm>
              <a:off x="1214466" y="3276741"/>
              <a:ext cx="284494" cy="1052344"/>
            </a:xfrm>
            <a:custGeom>
              <a:rect b="b" l="l" r="r" t="t"/>
              <a:pathLst>
                <a:path extrusionOk="0" h="5086" w="1375">
                  <a:moveTo>
                    <a:pt x="0" y="1"/>
                  </a:moveTo>
                  <a:cubicBezTo>
                    <a:pt x="0" y="1"/>
                    <a:pt x="72" y="2321"/>
                    <a:pt x="1276" y="5086"/>
                  </a:cubicBezTo>
                  <a:lnTo>
                    <a:pt x="1374" y="5005"/>
                  </a:lnTo>
                  <a:lnTo>
                    <a:pt x="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0"/>
            <p:cNvSpPr/>
            <p:nvPr/>
          </p:nvSpPr>
          <p:spPr>
            <a:xfrm>
              <a:off x="1214466" y="3276741"/>
              <a:ext cx="304771" cy="1035791"/>
            </a:xfrm>
            <a:custGeom>
              <a:rect b="b" l="l" r="r" t="t"/>
              <a:pathLst>
                <a:path extrusionOk="0" h="5006" w="1473">
                  <a:moveTo>
                    <a:pt x="0" y="1"/>
                  </a:moveTo>
                  <a:lnTo>
                    <a:pt x="1374" y="5005"/>
                  </a:lnTo>
                  <a:lnTo>
                    <a:pt x="1472" y="4916"/>
                  </a:lnTo>
                  <a:cubicBezTo>
                    <a:pt x="1000" y="1553"/>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0"/>
            <p:cNvSpPr/>
            <p:nvPr/>
          </p:nvSpPr>
          <p:spPr>
            <a:xfrm>
              <a:off x="1301156" y="3134598"/>
              <a:ext cx="229044" cy="1069104"/>
            </a:xfrm>
            <a:custGeom>
              <a:rect b="b" l="l" r="r" t="t"/>
              <a:pathLst>
                <a:path extrusionOk="0" h="5167" w="1107">
                  <a:moveTo>
                    <a:pt x="108" y="1"/>
                  </a:moveTo>
                  <a:cubicBezTo>
                    <a:pt x="108" y="1"/>
                    <a:pt x="1" y="2321"/>
                    <a:pt x="1000" y="5166"/>
                  </a:cubicBezTo>
                  <a:lnTo>
                    <a:pt x="1107" y="5086"/>
                  </a:lnTo>
                  <a:lnTo>
                    <a:pt x="10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0"/>
            <p:cNvSpPr/>
            <p:nvPr/>
          </p:nvSpPr>
          <p:spPr>
            <a:xfrm>
              <a:off x="1323294" y="3134598"/>
              <a:ext cx="229044" cy="1052344"/>
            </a:xfrm>
            <a:custGeom>
              <a:rect b="b" l="l" r="r" t="t"/>
              <a:pathLst>
                <a:path extrusionOk="0" h="5086" w="1107">
                  <a:moveTo>
                    <a:pt x="1" y="1"/>
                  </a:moveTo>
                  <a:lnTo>
                    <a:pt x="1000" y="5086"/>
                  </a:lnTo>
                  <a:lnTo>
                    <a:pt x="1107" y="5014"/>
                  </a:lnTo>
                  <a:cubicBezTo>
                    <a:pt x="875" y="1625"/>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0"/>
            <p:cNvSpPr/>
            <p:nvPr/>
          </p:nvSpPr>
          <p:spPr>
            <a:xfrm>
              <a:off x="1395295" y="3007352"/>
              <a:ext cx="173800" cy="1118762"/>
            </a:xfrm>
            <a:custGeom>
              <a:rect b="b" l="l" r="r" t="t"/>
              <a:pathLst>
                <a:path extrusionOk="0" h="5407" w="840">
                  <a:moveTo>
                    <a:pt x="313" y="0"/>
                  </a:moveTo>
                  <a:cubicBezTo>
                    <a:pt x="313" y="1"/>
                    <a:pt x="1" y="2258"/>
                    <a:pt x="723" y="5406"/>
                  </a:cubicBezTo>
                  <a:lnTo>
                    <a:pt x="839" y="5362"/>
                  </a:lnTo>
                  <a:lnTo>
                    <a:pt x="313"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0"/>
            <p:cNvSpPr/>
            <p:nvPr/>
          </p:nvSpPr>
          <p:spPr>
            <a:xfrm>
              <a:off x="1459847" y="3007352"/>
              <a:ext cx="147937" cy="1109451"/>
            </a:xfrm>
            <a:custGeom>
              <a:rect b="b" l="l" r="r" t="t"/>
              <a:pathLst>
                <a:path extrusionOk="0" h="5362" w="715">
                  <a:moveTo>
                    <a:pt x="1" y="0"/>
                  </a:moveTo>
                  <a:lnTo>
                    <a:pt x="527" y="5362"/>
                  </a:lnTo>
                  <a:lnTo>
                    <a:pt x="634" y="5326"/>
                  </a:lnTo>
                  <a:cubicBezTo>
                    <a:pt x="715" y="1910"/>
                    <a:pt x="1" y="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0"/>
            <p:cNvSpPr/>
            <p:nvPr/>
          </p:nvSpPr>
          <p:spPr>
            <a:xfrm>
              <a:off x="1268053" y="3994907"/>
              <a:ext cx="681131" cy="86902"/>
            </a:xfrm>
            <a:custGeom>
              <a:rect b="b" l="l" r="r" t="t"/>
              <a:pathLst>
                <a:path extrusionOk="0" h="420" w="3292">
                  <a:moveTo>
                    <a:pt x="0" y="0"/>
                  </a:moveTo>
                  <a:lnTo>
                    <a:pt x="0" y="419"/>
                  </a:lnTo>
                  <a:lnTo>
                    <a:pt x="3292" y="419"/>
                  </a:lnTo>
                  <a:lnTo>
                    <a:pt x="3292"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0"/>
            <p:cNvSpPr/>
            <p:nvPr/>
          </p:nvSpPr>
          <p:spPr>
            <a:xfrm>
              <a:off x="1308605" y="4081600"/>
              <a:ext cx="598162" cy="694183"/>
            </a:xfrm>
            <a:custGeom>
              <a:rect b="b" l="l" r="r" t="t"/>
              <a:pathLst>
                <a:path extrusionOk="0" h="3355" w="2891">
                  <a:moveTo>
                    <a:pt x="0" y="0"/>
                  </a:moveTo>
                  <a:lnTo>
                    <a:pt x="250" y="3355"/>
                  </a:lnTo>
                  <a:lnTo>
                    <a:pt x="2650" y="3355"/>
                  </a:lnTo>
                  <a:lnTo>
                    <a:pt x="289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0"/>
            <p:cNvSpPr/>
            <p:nvPr/>
          </p:nvSpPr>
          <p:spPr>
            <a:xfrm>
              <a:off x="1308605" y="4081600"/>
              <a:ext cx="598162" cy="51934"/>
            </a:xfrm>
            <a:custGeom>
              <a:rect b="b" l="l" r="r" t="t"/>
              <a:pathLst>
                <a:path extrusionOk="0" h="251" w="2891">
                  <a:moveTo>
                    <a:pt x="0" y="0"/>
                  </a:moveTo>
                  <a:lnTo>
                    <a:pt x="18" y="250"/>
                  </a:lnTo>
                  <a:lnTo>
                    <a:pt x="2873" y="250"/>
                  </a:lnTo>
                  <a:lnTo>
                    <a:pt x="289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09" name="Google Shape;2009;p40"/>
          <p:cNvSpPr/>
          <p:nvPr/>
        </p:nvSpPr>
        <p:spPr>
          <a:xfrm>
            <a:off x="3335900" y="4668671"/>
            <a:ext cx="638923" cy="98075"/>
          </a:xfrm>
          <a:custGeom>
            <a:rect b="b" l="l" r="r" t="t"/>
            <a:pathLst>
              <a:path extrusionOk="0" h="474" w="3088">
                <a:moveTo>
                  <a:pt x="1544" y="1"/>
                </a:moveTo>
                <a:cubicBezTo>
                  <a:pt x="688" y="1"/>
                  <a:pt x="1" y="108"/>
                  <a:pt x="1" y="233"/>
                </a:cubicBezTo>
                <a:cubicBezTo>
                  <a:pt x="1" y="366"/>
                  <a:pt x="688" y="474"/>
                  <a:pt x="1544" y="474"/>
                </a:cubicBezTo>
                <a:cubicBezTo>
                  <a:pt x="2400" y="474"/>
                  <a:pt x="3087" y="366"/>
                  <a:pt x="3087" y="233"/>
                </a:cubicBezTo>
                <a:cubicBezTo>
                  <a:pt x="3087" y="108"/>
                  <a:pt x="2400" y="1"/>
                  <a:pt x="1544" y="1"/>
                </a:cubicBez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10" name="Google Shape;2010;p40"/>
          <p:cNvGrpSpPr/>
          <p:nvPr/>
        </p:nvGrpSpPr>
        <p:grpSpPr>
          <a:xfrm>
            <a:off x="3281612" y="2848135"/>
            <a:ext cx="769416" cy="1873929"/>
            <a:chOff x="3455165" y="2902037"/>
            <a:chExt cx="635198" cy="1547039"/>
          </a:xfrm>
        </p:grpSpPr>
        <p:sp>
          <p:nvSpPr>
            <p:cNvPr id="2011" name="Google Shape;2011;p40"/>
            <p:cNvSpPr/>
            <p:nvPr/>
          </p:nvSpPr>
          <p:spPr>
            <a:xfrm>
              <a:off x="3477303" y="2902037"/>
              <a:ext cx="590921" cy="956338"/>
            </a:xfrm>
            <a:custGeom>
              <a:rect b="b" l="l" r="r" t="t"/>
              <a:pathLst>
                <a:path extrusionOk="0" h="4622" w="2856">
                  <a:moveTo>
                    <a:pt x="1428" y="1"/>
                  </a:moveTo>
                  <a:cubicBezTo>
                    <a:pt x="1428" y="1"/>
                    <a:pt x="1330" y="90"/>
                    <a:pt x="1339" y="144"/>
                  </a:cubicBezTo>
                  <a:cubicBezTo>
                    <a:pt x="1348" y="206"/>
                    <a:pt x="1383" y="277"/>
                    <a:pt x="1330" y="295"/>
                  </a:cubicBezTo>
                  <a:cubicBezTo>
                    <a:pt x="1285" y="304"/>
                    <a:pt x="1285" y="331"/>
                    <a:pt x="1214" y="358"/>
                  </a:cubicBezTo>
                  <a:cubicBezTo>
                    <a:pt x="1143" y="376"/>
                    <a:pt x="1214" y="456"/>
                    <a:pt x="1214" y="509"/>
                  </a:cubicBezTo>
                  <a:cubicBezTo>
                    <a:pt x="1214" y="563"/>
                    <a:pt x="1107" y="857"/>
                    <a:pt x="1107" y="857"/>
                  </a:cubicBezTo>
                  <a:lnTo>
                    <a:pt x="1027" y="973"/>
                  </a:lnTo>
                  <a:cubicBezTo>
                    <a:pt x="1027" y="973"/>
                    <a:pt x="812" y="1152"/>
                    <a:pt x="812" y="1232"/>
                  </a:cubicBezTo>
                  <a:cubicBezTo>
                    <a:pt x="812" y="1312"/>
                    <a:pt x="830" y="1312"/>
                    <a:pt x="857" y="1410"/>
                  </a:cubicBezTo>
                  <a:cubicBezTo>
                    <a:pt x="884" y="1517"/>
                    <a:pt x="848" y="1491"/>
                    <a:pt x="812" y="1553"/>
                  </a:cubicBezTo>
                  <a:cubicBezTo>
                    <a:pt x="777" y="1616"/>
                    <a:pt x="465" y="1767"/>
                    <a:pt x="465" y="1767"/>
                  </a:cubicBezTo>
                  <a:cubicBezTo>
                    <a:pt x="465" y="1767"/>
                    <a:pt x="366" y="1856"/>
                    <a:pt x="366" y="1883"/>
                  </a:cubicBezTo>
                  <a:cubicBezTo>
                    <a:pt x="366" y="1910"/>
                    <a:pt x="465" y="2106"/>
                    <a:pt x="465" y="2106"/>
                  </a:cubicBezTo>
                  <a:lnTo>
                    <a:pt x="491" y="2222"/>
                  </a:lnTo>
                  <a:lnTo>
                    <a:pt x="366" y="2347"/>
                  </a:lnTo>
                  <a:cubicBezTo>
                    <a:pt x="366" y="2347"/>
                    <a:pt x="313" y="2410"/>
                    <a:pt x="313" y="2454"/>
                  </a:cubicBezTo>
                  <a:cubicBezTo>
                    <a:pt x="322" y="2499"/>
                    <a:pt x="313" y="2454"/>
                    <a:pt x="420" y="2659"/>
                  </a:cubicBezTo>
                  <a:cubicBezTo>
                    <a:pt x="483" y="2786"/>
                    <a:pt x="465" y="2809"/>
                    <a:pt x="444" y="2809"/>
                  </a:cubicBezTo>
                  <a:cubicBezTo>
                    <a:pt x="432" y="2809"/>
                    <a:pt x="420" y="2802"/>
                    <a:pt x="420" y="2802"/>
                  </a:cubicBezTo>
                  <a:lnTo>
                    <a:pt x="90" y="2963"/>
                  </a:lnTo>
                  <a:cubicBezTo>
                    <a:pt x="90" y="2963"/>
                    <a:pt x="126" y="3016"/>
                    <a:pt x="126" y="3034"/>
                  </a:cubicBezTo>
                  <a:cubicBezTo>
                    <a:pt x="134" y="3052"/>
                    <a:pt x="188" y="3114"/>
                    <a:pt x="250" y="3177"/>
                  </a:cubicBezTo>
                  <a:cubicBezTo>
                    <a:pt x="304" y="3239"/>
                    <a:pt x="152" y="3328"/>
                    <a:pt x="152" y="3328"/>
                  </a:cubicBezTo>
                  <a:lnTo>
                    <a:pt x="1" y="3605"/>
                  </a:lnTo>
                  <a:lnTo>
                    <a:pt x="90" y="3783"/>
                  </a:lnTo>
                  <a:lnTo>
                    <a:pt x="215" y="3953"/>
                  </a:lnTo>
                  <a:cubicBezTo>
                    <a:pt x="215" y="3953"/>
                    <a:pt x="188" y="3989"/>
                    <a:pt x="188" y="4042"/>
                  </a:cubicBezTo>
                  <a:cubicBezTo>
                    <a:pt x="188" y="4105"/>
                    <a:pt x="250" y="4399"/>
                    <a:pt x="250" y="4399"/>
                  </a:cubicBezTo>
                  <a:lnTo>
                    <a:pt x="366" y="4622"/>
                  </a:lnTo>
                  <a:lnTo>
                    <a:pt x="1428" y="4595"/>
                  </a:lnTo>
                  <a:lnTo>
                    <a:pt x="2490" y="4622"/>
                  </a:lnTo>
                  <a:lnTo>
                    <a:pt x="2606" y="4399"/>
                  </a:lnTo>
                  <a:cubicBezTo>
                    <a:pt x="2606" y="4399"/>
                    <a:pt x="2668" y="4105"/>
                    <a:pt x="2668" y="4042"/>
                  </a:cubicBezTo>
                  <a:cubicBezTo>
                    <a:pt x="2668" y="3989"/>
                    <a:pt x="2641" y="3953"/>
                    <a:pt x="2641" y="3953"/>
                  </a:cubicBezTo>
                  <a:lnTo>
                    <a:pt x="2766" y="3783"/>
                  </a:lnTo>
                  <a:lnTo>
                    <a:pt x="2855" y="3605"/>
                  </a:lnTo>
                  <a:lnTo>
                    <a:pt x="2704" y="3328"/>
                  </a:lnTo>
                  <a:cubicBezTo>
                    <a:pt x="2704" y="3328"/>
                    <a:pt x="2552" y="3239"/>
                    <a:pt x="2606" y="3177"/>
                  </a:cubicBezTo>
                  <a:cubicBezTo>
                    <a:pt x="2668" y="3114"/>
                    <a:pt x="2722" y="3052"/>
                    <a:pt x="2730" y="3034"/>
                  </a:cubicBezTo>
                  <a:cubicBezTo>
                    <a:pt x="2730" y="3016"/>
                    <a:pt x="2766" y="2963"/>
                    <a:pt x="2766" y="2963"/>
                  </a:cubicBezTo>
                  <a:lnTo>
                    <a:pt x="2436" y="2802"/>
                  </a:lnTo>
                  <a:cubicBezTo>
                    <a:pt x="2436" y="2802"/>
                    <a:pt x="2424" y="2809"/>
                    <a:pt x="2412" y="2809"/>
                  </a:cubicBezTo>
                  <a:cubicBezTo>
                    <a:pt x="2391" y="2809"/>
                    <a:pt x="2373" y="2786"/>
                    <a:pt x="2436" y="2659"/>
                  </a:cubicBezTo>
                  <a:cubicBezTo>
                    <a:pt x="2543" y="2454"/>
                    <a:pt x="2534" y="2499"/>
                    <a:pt x="2543" y="2454"/>
                  </a:cubicBezTo>
                  <a:cubicBezTo>
                    <a:pt x="2543" y="2410"/>
                    <a:pt x="2490" y="2347"/>
                    <a:pt x="2490" y="2347"/>
                  </a:cubicBezTo>
                  <a:lnTo>
                    <a:pt x="2365" y="2222"/>
                  </a:lnTo>
                  <a:lnTo>
                    <a:pt x="2391" y="2106"/>
                  </a:lnTo>
                  <a:cubicBezTo>
                    <a:pt x="2391" y="2106"/>
                    <a:pt x="2490" y="1910"/>
                    <a:pt x="2490" y="1883"/>
                  </a:cubicBezTo>
                  <a:cubicBezTo>
                    <a:pt x="2490" y="1856"/>
                    <a:pt x="2391" y="1767"/>
                    <a:pt x="2391" y="1767"/>
                  </a:cubicBezTo>
                  <a:cubicBezTo>
                    <a:pt x="2391" y="1767"/>
                    <a:pt x="2079" y="1616"/>
                    <a:pt x="2044" y="1553"/>
                  </a:cubicBezTo>
                  <a:cubicBezTo>
                    <a:pt x="2008" y="1491"/>
                    <a:pt x="1972" y="1517"/>
                    <a:pt x="1999" y="1410"/>
                  </a:cubicBezTo>
                  <a:cubicBezTo>
                    <a:pt x="2026" y="1312"/>
                    <a:pt x="2044" y="1312"/>
                    <a:pt x="2044" y="1232"/>
                  </a:cubicBezTo>
                  <a:cubicBezTo>
                    <a:pt x="2044" y="1152"/>
                    <a:pt x="1829" y="973"/>
                    <a:pt x="1829" y="973"/>
                  </a:cubicBezTo>
                  <a:lnTo>
                    <a:pt x="1749" y="857"/>
                  </a:lnTo>
                  <a:cubicBezTo>
                    <a:pt x="1749" y="857"/>
                    <a:pt x="1642" y="563"/>
                    <a:pt x="1642" y="509"/>
                  </a:cubicBezTo>
                  <a:cubicBezTo>
                    <a:pt x="1642" y="456"/>
                    <a:pt x="1713" y="376"/>
                    <a:pt x="1642" y="358"/>
                  </a:cubicBezTo>
                  <a:cubicBezTo>
                    <a:pt x="1571" y="331"/>
                    <a:pt x="1571" y="304"/>
                    <a:pt x="1526" y="295"/>
                  </a:cubicBezTo>
                  <a:cubicBezTo>
                    <a:pt x="1473" y="277"/>
                    <a:pt x="1508" y="206"/>
                    <a:pt x="1517" y="144"/>
                  </a:cubicBezTo>
                  <a:cubicBezTo>
                    <a:pt x="1526" y="90"/>
                    <a:pt x="1428" y="1"/>
                    <a:pt x="142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0"/>
            <p:cNvSpPr/>
            <p:nvPr/>
          </p:nvSpPr>
          <p:spPr>
            <a:xfrm>
              <a:off x="3584476" y="3249016"/>
              <a:ext cx="376567" cy="609350"/>
            </a:xfrm>
            <a:custGeom>
              <a:rect b="b" l="l" r="r" t="t"/>
              <a:pathLst>
                <a:path extrusionOk="0" h="2945" w="1820">
                  <a:moveTo>
                    <a:pt x="910" y="1"/>
                  </a:moveTo>
                  <a:cubicBezTo>
                    <a:pt x="910" y="1"/>
                    <a:pt x="848" y="63"/>
                    <a:pt x="856" y="99"/>
                  </a:cubicBezTo>
                  <a:cubicBezTo>
                    <a:pt x="856" y="135"/>
                    <a:pt x="883" y="179"/>
                    <a:pt x="848" y="188"/>
                  </a:cubicBezTo>
                  <a:cubicBezTo>
                    <a:pt x="821" y="197"/>
                    <a:pt x="821" y="215"/>
                    <a:pt x="776" y="233"/>
                  </a:cubicBezTo>
                  <a:cubicBezTo>
                    <a:pt x="732" y="242"/>
                    <a:pt x="776" y="286"/>
                    <a:pt x="776" y="322"/>
                  </a:cubicBezTo>
                  <a:cubicBezTo>
                    <a:pt x="776" y="358"/>
                    <a:pt x="705" y="545"/>
                    <a:pt x="705" y="545"/>
                  </a:cubicBezTo>
                  <a:lnTo>
                    <a:pt x="651" y="625"/>
                  </a:lnTo>
                  <a:cubicBezTo>
                    <a:pt x="651" y="625"/>
                    <a:pt x="517" y="741"/>
                    <a:pt x="517" y="786"/>
                  </a:cubicBezTo>
                  <a:cubicBezTo>
                    <a:pt x="517" y="840"/>
                    <a:pt x="526" y="840"/>
                    <a:pt x="544" y="902"/>
                  </a:cubicBezTo>
                  <a:cubicBezTo>
                    <a:pt x="562" y="964"/>
                    <a:pt x="544" y="947"/>
                    <a:pt x="517" y="991"/>
                  </a:cubicBezTo>
                  <a:cubicBezTo>
                    <a:pt x="500" y="1027"/>
                    <a:pt x="294" y="1125"/>
                    <a:pt x="294" y="1125"/>
                  </a:cubicBezTo>
                  <a:cubicBezTo>
                    <a:pt x="294" y="1125"/>
                    <a:pt x="241" y="1179"/>
                    <a:pt x="241" y="1196"/>
                  </a:cubicBezTo>
                  <a:cubicBezTo>
                    <a:pt x="241" y="1214"/>
                    <a:pt x="294" y="1348"/>
                    <a:pt x="294" y="1348"/>
                  </a:cubicBezTo>
                  <a:lnTo>
                    <a:pt x="312" y="1419"/>
                  </a:lnTo>
                  <a:lnTo>
                    <a:pt x="232" y="1491"/>
                  </a:lnTo>
                  <a:cubicBezTo>
                    <a:pt x="232" y="1491"/>
                    <a:pt x="196" y="1535"/>
                    <a:pt x="205" y="1562"/>
                  </a:cubicBezTo>
                  <a:cubicBezTo>
                    <a:pt x="205" y="1598"/>
                    <a:pt x="205" y="1562"/>
                    <a:pt x="268" y="1696"/>
                  </a:cubicBezTo>
                  <a:cubicBezTo>
                    <a:pt x="307" y="1775"/>
                    <a:pt x="297" y="1790"/>
                    <a:pt x="283" y="1790"/>
                  </a:cubicBezTo>
                  <a:cubicBezTo>
                    <a:pt x="276" y="1790"/>
                    <a:pt x="268" y="1785"/>
                    <a:pt x="268" y="1785"/>
                  </a:cubicBezTo>
                  <a:lnTo>
                    <a:pt x="62" y="1883"/>
                  </a:lnTo>
                  <a:cubicBezTo>
                    <a:pt x="62" y="1883"/>
                    <a:pt x="80" y="1919"/>
                    <a:pt x="80" y="1937"/>
                  </a:cubicBezTo>
                  <a:cubicBezTo>
                    <a:pt x="89" y="1946"/>
                    <a:pt x="116" y="1990"/>
                    <a:pt x="161" y="2026"/>
                  </a:cubicBezTo>
                  <a:cubicBezTo>
                    <a:pt x="196" y="2071"/>
                    <a:pt x="98" y="2124"/>
                    <a:pt x="98" y="2124"/>
                  </a:cubicBezTo>
                  <a:lnTo>
                    <a:pt x="0" y="2303"/>
                  </a:lnTo>
                  <a:lnTo>
                    <a:pt x="62" y="2410"/>
                  </a:lnTo>
                  <a:lnTo>
                    <a:pt x="134" y="2517"/>
                  </a:lnTo>
                  <a:cubicBezTo>
                    <a:pt x="134" y="2517"/>
                    <a:pt x="116" y="2543"/>
                    <a:pt x="116" y="2579"/>
                  </a:cubicBezTo>
                  <a:cubicBezTo>
                    <a:pt x="116" y="2615"/>
                    <a:pt x="161" y="2802"/>
                    <a:pt x="161" y="2802"/>
                  </a:cubicBezTo>
                  <a:lnTo>
                    <a:pt x="232" y="2945"/>
                  </a:lnTo>
                  <a:lnTo>
                    <a:pt x="910" y="2927"/>
                  </a:lnTo>
                  <a:lnTo>
                    <a:pt x="1588" y="2945"/>
                  </a:lnTo>
                  <a:lnTo>
                    <a:pt x="1659" y="2802"/>
                  </a:lnTo>
                  <a:cubicBezTo>
                    <a:pt x="1659" y="2802"/>
                    <a:pt x="1704" y="2615"/>
                    <a:pt x="1704" y="2579"/>
                  </a:cubicBezTo>
                  <a:cubicBezTo>
                    <a:pt x="1704" y="2543"/>
                    <a:pt x="1686" y="2517"/>
                    <a:pt x="1686" y="2517"/>
                  </a:cubicBezTo>
                  <a:lnTo>
                    <a:pt x="1757" y="2410"/>
                  </a:lnTo>
                  <a:lnTo>
                    <a:pt x="1820" y="2303"/>
                  </a:lnTo>
                  <a:lnTo>
                    <a:pt x="1722" y="2124"/>
                  </a:lnTo>
                  <a:cubicBezTo>
                    <a:pt x="1722" y="2124"/>
                    <a:pt x="1624" y="2071"/>
                    <a:pt x="1659" y="2026"/>
                  </a:cubicBezTo>
                  <a:cubicBezTo>
                    <a:pt x="1704" y="1990"/>
                    <a:pt x="1731" y="1946"/>
                    <a:pt x="1740" y="1937"/>
                  </a:cubicBezTo>
                  <a:cubicBezTo>
                    <a:pt x="1740" y="1919"/>
                    <a:pt x="1757" y="1883"/>
                    <a:pt x="1757" y="1883"/>
                  </a:cubicBezTo>
                  <a:lnTo>
                    <a:pt x="1552" y="1785"/>
                  </a:lnTo>
                  <a:cubicBezTo>
                    <a:pt x="1552" y="1785"/>
                    <a:pt x="1544" y="1790"/>
                    <a:pt x="1537" y="1790"/>
                  </a:cubicBezTo>
                  <a:cubicBezTo>
                    <a:pt x="1523" y="1790"/>
                    <a:pt x="1513" y="1775"/>
                    <a:pt x="1552" y="1696"/>
                  </a:cubicBezTo>
                  <a:cubicBezTo>
                    <a:pt x="1615" y="1562"/>
                    <a:pt x="1615" y="1598"/>
                    <a:pt x="1615" y="1562"/>
                  </a:cubicBezTo>
                  <a:cubicBezTo>
                    <a:pt x="1624" y="1535"/>
                    <a:pt x="1588" y="1491"/>
                    <a:pt x="1588" y="1491"/>
                  </a:cubicBezTo>
                  <a:lnTo>
                    <a:pt x="1508" y="1419"/>
                  </a:lnTo>
                  <a:lnTo>
                    <a:pt x="1526" y="1348"/>
                  </a:lnTo>
                  <a:cubicBezTo>
                    <a:pt x="1526" y="1348"/>
                    <a:pt x="1579" y="1214"/>
                    <a:pt x="1579" y="1196"/>
                  </a:cubicBezTo>
                  <a:cubicBezTo>
                    <a:pt x="1579" y="1179"/>
                    <a:pt x="1526" y="1125"/>
                    <a:pt x="1526" y="1125"/>
                  </a:cubicBezTo>
                  <a:cubicBezTo>
                    <a:pt x="1526" y="1125"/>
                    <a:pt x="1320" y="1027"/>
                    <a:pt x="1303" y="991"/>
                  </a:cubicBezTo>
                  <a:cubicBezTo>
                    <a:pt x="1276" y="947"/>
                    <a:pt x="1258" y="964"/>
                    <a:pt x="1276" y="902"/>
                  </a:cubicBezTo>
                  <a:cubicBezTo>
                    <a:pt x="1294" y="840"/>
                    <a:pt x="1303" y="840"/>
                    <a:pt x="1303" y="786"/>
                  </a:cubicBezTo>
                  <a:cubicBezTo>
                    <a:pt x="1303" y="741"/>
                    <a:pt x="1169" y="625"/>
                    <a:pt x="1169" y="625"/>
                  </a:cubicBezTo>
                  <a:lnTo>
                    <a:pt x="1115" y="545"/>
                  </a:lnTo>
                  <a:cubicBezTo>
                    <a:pt x="1115" y="545"/>
                    <a:pt x="1044" y="358"/>
                    <a:pt x="1044" y="322"/>
                  </a:cubicBezTo>
                  <a:cubicBezTo>
                    <a:pt x="1044" y="286"/>
                    <a:pt x="1088" y="242"/>
                    <a:pt x="1044" y="233"/>
                  </a:cubicBezTo>
                  <a:cubicBezTo>
                    <a:pt x="999" y="215"/>
                    <a:pt x="999" y="197"/>
                    <a:pt x="972" y="188"/>
                  </a:cubicBezTo>
                  <a:cubicBezTo>
                    <a:pt x="937" y="179"/>
                    <a:pt x="964" y="135"/>
                    <a:pt x="964" y="99"/>
                  </a:cubicBezTo>
                  <a:cubicBezTo>
                    <a:pt x="972" y="63"/>
                    <a:pt x="91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0"/>
            <p:cNvSpPr/>
            <p:nvPr/>
          </p:nvSpPr>
          <p:spPr>
            <a:xfrm>
              <a:off x="3468200" y="3647721"/>
              <a:ext cx="234423" cy="129733"/>
            </a:xfrm>
            <a:custGeom>
              <a:rect b="b" l="l" r="r" t="t"/>
              <a:pathLst>
                <a:path extrusionOk="0" h="627" w="1133">
                  <a:moveTo>
                    <a:pt x="800" y="503"/>
                  </a:moveTo>
                  <a:lnTo>
                    <a:pt x="785" y="518"/>
                  </a:lnTo>
                  <a:cubicBezTo>
                    <a:pt x="785" y="518"/>
                    <a:pt x="808" y="505"/>
                    <a:pt x="800" y="503"/>
                  </a:cubicBezTo>
                  <a:close/>
                  <a:moveTo>
                    <a:pt x="696" y="1"/>
                  </a:moveTo>
                  <a:cubicBezTo>
                    <a:pt x="624" y="1"/>
                    <a:pt x="277" y="117"/>
                    <a:pt x="170" y="117"/>
                  </a:cubicBezTo>
                  <a:cubicBezTo>
                    <a:pt x="54" y="117"/>
                    <a:pt x="0" y="224"/>
                    <a:pt x="0" y="224"/>
                  </a:cubicBezTo>
                  <a:lnTo>
                    <a:pt x="0" y="349"/>
                  </a:lnTo>
                  <a:lnTo>
                    <a:pt x="71" y="518"/>
                  </a:lnTo>
                  <a:lnTo>
                    <a:pt x="205" y="518"/>
                  </a:lnTo>
                  <a:lnTo>
                    <a:pt x="294" y="590"/>
                  </a:lnTo>
                  <a:cubicBezTo>
                    <a:pt x="294" y="590"/>
                    <a:pt x="390" y="627"/>
                    <a:pt x="448" y="627"/>
                  </a:cubicBezTo>
                  <a:cubicBezTo>
                    <a:pt x="454" y="627"/>
                    <a:pt x="459" y="626"/>
                    <a:pt x="464" y="625"/>
                  </a:cubicBezTo>
                  <a:cubicBezTo>
                    <a:pt x="517" y="616"/>
                    <a:pt x="491" y="616"/>
                    <a:pt x="509" y="599"/>
                  </a:cubicBezTo>
                  <a:cubicBezTo>
                    <a:pt x="535" y="581"/>
                    <a:pt x="616" y="545"/>
                    <a:pt x="732" y="518"/>
                  </a:cubicBezTo>
                  <a:cubicBezTo>
                    <a:pt x="770" y="506"/>
                    <a:pt x="789" y="502"/>
                    <a:pt x="797" y="502"/>
                  </a:cubicBezTo>
                  <a:cubicBezTo>
                    <a:pt x="799" y="502"/>
                    <a:pt x="800" y="503"/>
                    <a:pt x="800" y="503"/>
                  </a:cubicBezTo>
                  <a:lnTo>
                    <a:pt x="800" y="503"/>
                  </a:lnTo>
                  <a:lnTo>
                    <a:pt x="865" y="438"/>
                  </a:lnTo>
                  <a:cubicBezTo>
                    <a:pt x="865" y="438"/>
                    <a:pt x="869" y="439"/>
                    <a:pt x="875" y="439"/>
                  </a:cubicBezTo>
                  <a:cubicBezTo>
                    <a:pt x="891" y="439"/>
                    <a:pt x="923" y="434"/>
                    <a:pt x="955" y="402"/>
                  </a:cubicBezTo>
                  <a:cubicBezTo>
                    <a:pt x="999" y="367"/>
                    <a:pt x="955" y="313"/>
                    <a:pt x="955" y="313"/>
                  </a:cubicBezTo>
                  <a:cubicBezTo>
                    <a:pt x="955" y="313"/>
                    <a:pt x="981" y="313"/>
                    <a:pt x="1053" y="269"/>
                  </a:cubicBezTo>
                  <a:cubicBezTo>
                    <a:pt x="1133" y="233"/>
                    <a:pt x="1106" y="215"/>
                    <a:pt x="1106" y="215"/>
                  </a:cubicBezTo>
                  <a:lnTo>
                    <a:pt x="1106" y="170"/>
                  </a:lnTo>
                  <a:lnTo>
                    <a:pt x="1053" y="126"/>
                  </a:lnTo>
                  <a:cubicBezTo>
                    <a:pt x="1053" y="126"/>
                    <a:pt x="767" y="1"/>
                    <a:pt x="696"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0"/>
            <p:cNvSpPr/>
            <p:nvPr/>
          </p:nvSpPr>
          <p:spPr>
            <a:xfrm>
              <a:off x="3800270" y="3535165"/>
              <a:ext cx="206284" cy="138837"/>
            </a:xfrm>
            <a:custGeom>
              <a:rect b="b" l="l" r="r" t="t"/>
              <a:pathLst>
                <a:path extrusionOk="0" h="671" w="997">
                  <a:moveTo>
                    <a:pt x="643" y="1"/>
                  </a:moveTo>
                  <a:lnTo>
                    <a:pt x="411" y="152"/>
                  </a:lnTo>
                  <a:cubicBezTo>
                    <a:pt x="411" y="152"/>
                    <a:pt x="277" y="206"/>
                    <a:pt x="161" y="206"/>
                  </a:cubicBezTo>
                  <a:cubicBezTo>
                    <a:pt x="150" y="205"/>
                    <a:pt x="140" y="205"/>
                    <a:pt x="130" y="205"/>
                  </a:cubicBezTo>
                  <a:cubicBezTo>
                    <a:pt x="49" y="205"/>
                    <a:pt x="25" y="236"/>
                    <a:pt x="1" y="268"/>
                  </a:cubicBezTo>
                  <a:lnTo>
                    <a:pt x="1" y="465"/>
                  </a:lnTo>
                  <a:lnTo>
                    <a:pt x="197" y="545"/>
                  </a:lnTo>
                  <a:lnTo>
                    <a:pt x="340" y="652"/>
                  </a:lnTo>
                  <a:cubicBezTo>
                    <a:pt x="340" y="652"/>
                    <a:pt x="453" y="671"/>
                    <a:pt x="525" y="671"/>
                  </a:cubicBezTo>
                  <a:cubicBezTo>
                    <a:pt x="552" y="671"/>
                    <a:pt x="573" y="668"/>
                    <a:pt x="581" y="661"/>
                  </a:cubicBezTo>
                  <a:cubicBezTo>
                    <a:pt x="599" y="643"/>
                    <a:pt x="670" y="482"/>
                    <a:pt x="670" y="482"/>
                  </a:cubicBezTo>
                  <a:cubicBezTo>
                    <a:pt x="670" y="482"/>
                    <a:pt x="741" y="420"/>
                    <a:pt x="902" y="268"/>
                  </a:cubicBezTo>
                  <a:cubicBezTo>
                    <a:pt x="987" y="178"/>
                    <a:pt x="996" y="158"/>
                    <a:pt x="988" y="158"/>
                  </a:cubicBezTo>
                  <a:cubicBezTo>
                    <a:pt x="981" y="158"/>
                    <a:pt x="964" y="170"/>
                    <a:pt x="964" y="170"/>
                  </a:cubicBezTo>
                  <a:lnTo>
                    <a:pt x="902" y="54"/>
                  </a:lnTo>
                  <a:lnTo>
                    <a:pt x="643" y="1"/>
                  </a:ln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0"/>
            <p:cNvSpPr/>
            <p:nvPr/>
          </p:nvSpPr>
          <p:spPr>
            <a:xfrm>
              <a:off x="3554890" y="3458610"/>
              <a:ext cx="181042" cy="95179"/>
            </a:xfrm>
            <a:custGeom>
              <a:rect b="b" l="l" r="r" t="t"/>
              <a:pathLst>
                <a:path extrusionOk="0" h="460" w="875">
                  <a:moveTo>
                    <a:pt x="450" y="0"/>
                  </a:moveTo>
                  <a:cubicBezTo>
                    <a:pt x="415" y="0"/>
                    <a:pt x="386" y="7"/>
                    <a:pt x="366" y="23"/>
                  </a:cubicBezTo>
                  <a:cubicBezTo>
                    <a:pt x="313" y="59"/>
                    <a:pt x="277" y="192"/>
                    <a:pt x="277" y="192"/>
                  </a:cubicBezTo>
                  <a:lnTo>
                    <a:pt x="134" y="210"/>
                  </a:lnTo>
                  <a:cubicBezTo>
                    <a:pt x="134" y="210"/>
                    <a:pt x="126" y="209"/>
                    <a:pt x="113" y="209"/>
                  </a:cubicBezTo>
                  <a:cubicBezTo>
                    <a:pt x="94" y="209"/>
                    <a:pt x="66" y="212"/>
                    <a:pt x="45" y="228"/>
                  </a:cubicBezTo>
                  <a:cubicBezTo>
                    <a:pt x="0" y="255"/>
                    <a:pt x="0" y="371"/>
                    <a:pt x="0" y="371"/>
                  </a:cubicBezTo>
                  <a:lnTo>
                    <a:pt x="90" y="415"/>
                  </a:lnTo>
                  <a:lnTo>
                    <a:pt x="455" y="460"/>
                  </a:lnTo>
                  <a:lnTo>
                    <a:pt x="634" y="371"/>
                  </a:lnTo>
                  <a:lnTo>
                    <a:pt x="812" y="308"/>
                  </a:lnTo>
                  <a:cubicBezTo>
                    <a:pt x="812" y="308"/>
                    <a:pt x="875" y="237"/>
                    <a:pt x="839" y="201"/>
                  </a:cubicBezTo>
                  <a:cubicBezTo>
                    <a:pt x="803" y="166"/>
                    <a:pt x="741" y="76"/>
                    <a:pt x="741" y="76"/>
                  </a:cubicBezTo>
                  <a:cubicBezTo>
                    <a:pt x="741" y="76"/>
                    <a:pt x="687" y="59"/>
                    <a:pt x="598" y="32"/>
                  </a:cubicBezTo>
                  <a:cubicBezTo>
                    <a:pt x="548" y="12"/>
                    <a:pt x="495" y="0"/>
                    <a:pt x="450"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0"/>
            <p:cNvSpPr/>
            <p:nvPr/>
          </p:nvSpPr>
          <p:spPr>
            <a:xfrm>
              <a:off x="3785580" y="3225222"/>
              <a:ext cx="251183" cy="118146"/>
            </a:xfrm>
            <a:custGeom>
              <a:rect b="b" l="l" r="r" t="t"/>
              <a:pathLst>
                <a:path extrusionOk="0" h="571" w="1214">
                  <a:moveTo>
                    <a:pt x="794" y="0"/>
                  </a:moveTo>
                  <a:cubicBezTo>
                    <a:pt x="794" y="0"/>
                    <a:pt x="696" y="0"/>
                    <a:pt x="500" y="80"/>
                  </a:cubicBezTo>
                  <a:cubicBezTo>
                    <a:pt x="397" y="116"/>
                    <a:pt x="351" y="125"/>
                    <a:pt x="329" y="125"/>
                  </a:cubicBezTo>
                  <a:cubicBezTo>
                    <a:pt x="308" y="125"/>
                    <a:pt x="313" y="116"/>
                    <a:pt x="313" y="116"/>
                  </a:cubicBezTo>
                  <a:lnTo>
                    <a:pt x="313" y="116"/>
                  </a:lnTo>
                  <a:lnTo>
                    <a:pt x="250" y="196"/>
                  </a:lnTo>
                  <a:lnTo>
                    <a:pt x="0" y="303"/>
                  </a:lnTo>
                  <a:lnTo>
                    <a:pt x="72" y="544"/>
                  </a:lnTo>
                  <a:cubicBezTo>
                    <a:pt x="72" y="544"/>
                    <a:pt x="99" y="535"/>
                    <a:pt x="215" y="526"/>
                  </a:cubicBezTo>
                  <a:cubicBezTo>
                    <a:pt x="227" y="525"/>
                    <a:pt x="240" y="525"/>
                    <a:pt x="252" y="525"/>
                  </a:cubicBezTo>
                  <a:cubicBezTo>
                    <a:pt x="347" y="525"/>
                    <a:pt x="411" y="553"/>
                    <a:pt x="411" y="553"/>
                  </a:cubicBezTo>
                  <a:lnTo>
                    <a:pt x="598" y="571"/>
                  </a:lnTo>
                  <a:cubicBezTo>
                    <a:pt x="598" y="571"/>
                    <a:pt x="705" y="437"/>
                    <a:pt x="803" y="393"/>
                  </a:cubicBezTo>
                  <a:cubicBezTo>
                    <a:pt x="839" y="375"/>
                    <a:pt x="862" y="369"/>
                    <a:pt x="882" y="369"/>
                  </a:cubicBezTo>
                  <a:cubicBezTo>
                    <a:pt x="923" y="369"/>
                    <a:pt x="955" y="393"/>
                    <a:pt x="1062" y="393"/>
                  </a:cubicBezTo>
                  <a:cubicBezTo>
                    <a:pt x="1214" y="384"/>
                    <a:pt x="1196" y="285"/>
                    <a:pt x="1196" y="285"/>
                  </a:cubicBezTo>
                  <a:lnTo>
                    <a:pt x="1196" y="205"/>
                  </a:lnTo>
                  <a:cubicBezTo>
                    <a:pt x="1196" y="205"/>
                    <a:pt x="1124" y="62"/>
                    <a:pt x="1124" y="62"/>
                  </a:cubicBezTo>
                  <a:cubicBezTo>
                    <a:pt x="1124" y="62"/>
                    <a:pt x="973" y="27"/>
                    <a:pt x="973" y="27"/>
                  </a:cubicBezTo>
                  <a:lnTo>
                    <a:pt x="794" y="0"/>
                  </a:ln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0"/>
            <p:cNvSpPr/>
            <p:nvPr/>
          </p:nvSpPr>
          <p:spPr>
            <a:xfrm>
              <a:off x="3586131" y="3105217"/>
              <a:ext cx="214354" cy="86902"/>
            </a:xfrm>
            <a:custGeom>
              <a:rect b="b" l="l" r="r" t="t"/>
              <a:pathLst>
                <a:path extrusionOk="0" h="420" w="1036">
                  <a:moveTo>
                    <a:pt x="583" y="1"/>
                  </a:moveTo>
                  <a:cubicBezTo>
                    <a:pt x="570" y="1"/>
                    <a:pt x="554" y="3"/>
                    <a:pt x="536" y="9"/>
                  </a:cubicBezTo>
                  <a:cubicBezTo>
                    <a:pt x="438" y="45"/>
                    <a:pt x="278" y="63"/>
                    <a:pt x="278" y="63"/>
                  </a:cubicBezTo>
                  <a:lnTo>
                    <a:pt x="126" y="63"/>
                  </a:lnTo>
                  <a:cubicBezTo>
                    <a:pt x="126" y="63"/>
                    <a:pt x="1" y="152"/>
                    <a:pt x="28" y="223"/>
                  </a:cubicBezTo>
                  <a:cubicBezTo>
                    <a:pt x="54" y="295"/>
                    <a:pt x="126" y="366"/>
                    <a:pt x="126" y="366"/>
                  </a:cubicBezTo>
                  <a:cubicBezTo>
                    <a:pt x="126" y="366"/>
                    <a:pt x="518" y="411"/>
                    <a:pt x="536" y="411"/>
                  </a:cubicBezTo>
                  <a:cubicBezTo>
                    <a:pt x="563" y="411"/>
                    <a:pt x="732" y="419"/>
                    <a:pt x="732" y="419"/>
                  </a:cubicBezTo>
                  <a:lnTo>
                    <a:pt x="964" y="366"/>
                  </a:lnTo>
                  <a:lnTo>
                    <a:pt x="1036" y="286"/>
                  </a:lnTo>
                  <a:lnTo>
                    <a:pt x="822" y="143"/>
                  </a:lnTo>
                  <a:cubicBezTo>
                    <a:pt x="759" y="107"/>
                    <a:pt x="670" y="63"/>
                    <a:pt x="670" y="63"/>
                  </a:cubicBezTo>
                  <a:cubicBezTo>
                    <a:pt x="670" y="63"/>
                    <a:pt x="651" y="1"/>
                    <a:pt x="583"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0"/>
            <p:cNvSpPr/>
            <p:nvPr/>
          </p:nvSpPr>
          <p:spPr>
            <a:xfrm>
              <a:off x="3847649" y="3360331"/>
              <a:ext cx="159524" cy="73660"/>
            </a:xfrm>
            <a:custGeom>
              <a:rect b="b" l="l" r="r" t="t"/>
              <a:pathLst>
                <a:path extrusionOk="0" h="356" w="771">
                  <a:moveTo>
                    <a:pt x="370" y="0"/>
                  </a:moveTo>
                  <a:cubicBezTo>
                    <a:pt x="352" y="0"/>
                    <a:pt x="331" y="4"/>
                    <a:pt x="298" y="16"/>
                  </a:cubicBezTo>
                  <a:cubicBezTo>
                    <a:pt x="200" y="61"/>
                    <a:pt x="164" y="25"/>
                    <a:pt x="129" y="87"/>
                  </a:cubicBezTo>
                  <a:cubicBezTo>
                    <a:pt x="102" y="150"/>
                    <a:pt x="48" y="239"/>
                    <a:pt x="48" y="239"/>
                  </a:cubicBezTo>
                  <a:cubicBezTo>
                    <a:pt x="48" y="239"/>
                    <a:pt x="41" y="238"/>
                    <a:pt x="34" y="238"/>
                  </a:cubicBezTo>
                  <a:cubicBezTo>
                    <a:pt x="19" y="238"/>
                    <a:pt x="1" y="242"/>
                    <a:pt x="31" y="266"/>
                  </a:cubicBezTo>
                  <a:cubicBezTo>
                    <a:pt x="66" y="310"/>
                    <a:pt x="218" y="355"/>
                    <a:pt x="218" y="355"/>
                  </a:cubicBezTo>
                  <a:lnTo>
                    <a:pt x="414" y="346"/>
                  </a:lnTo>
                  <a:lnTo>
                    <a:pt x="610" y="328"/>
                  </a:lnTo>
                  <a:lnTo>
                    <a:pt x="753" y="239"/>
                  </a:lnTo>
                  <a:lnTo>
                    <a:pt x="771" y="141"/>
                  </a:lnTo>
                  <a:lnTo>
                    <a:pt x="762" y="52"/>
                  </a:lnTo>
                  <a:cubicBezTo>
                    <a:pt x="726" y="43"/>
                    <a:pt x="628" y="16"/>
                    <a:pt x="512" y="16"/>
                  </a:cubicBezTo>
                  <a:cubicBezTo>
                    <a:pt x="429" y="16"/>
                    <a:pt x="405" y="0"/>
                    <a:pt x="370" y="0"/>
                  </a:cubicBez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0"/>
            <p:cNvSpPr/>
            <p:nvPr/>
          </p:nvSpPr>
          <p:spPr>
            <a:xfrm>
              <a:off x="3541855" y="3438954"/>
              <a:ext cx="118350" cy="72418"/>
            </a:xfrm>
            <a:custGeom>
              <a:rect b="b" l="l" r="r" t="t"/>
              <a:pathLst>
                <a:path extrusionOk="0" h="350" w="572">
                  <a:moveTo>
                    <a:pt x="379" y="1"/>
                  </a:moveTo>
                  <a:cubicBezTo>
                    <a:pt x="371" y="1"/>
                    <a:pt x="364" y="1"/>
                    <a:pt x="358" y="2"/>
                  </a:cubicBezTo>
                  <a:cubicBezTo>
                    <a:pt x="286" y="11"/>
                    <a:pt x="197" y="11"/>
                    <a:pt x="197" y="11"/>
                  </a:cubicBezTo>
                  <a:cubicBezTo>
                    <a:pt x="170" y="11"/>
                    <a:pt x="54" y="29"/>
                    <a:pt x="37" y="55"/>
                  </a:cubicBezTo>
                  <a:cubicBezTo>
                    <a:pt x="19" y="82"/>
                    <a:pt x="1" y="91"/>
                    <a:pt x="10" y="145"/>
                  </a:cubicBezTo>
                  <a:cubicBezTo>
                    <a:pt x="28" y="198"/>
                    <a:pt x="81" y="269"/>
                    <a:pt x="81" y="269"/>
                  </a:cubicBezTo>
                  <a:lnTo>
                    <a:pt x="233" y="323"/>
                  </a:lnTo>
                  <a:lnTo>
                    <a:pt x="376" y="350"/>
                  </a:lnTo>
                  <a:cubicBezTo>
                    <a:pt x="376" y="350"/>
                    <a:pt x="518" y="252"/>
                    <a:pt x="536" y="198"/>
                  </a:cubicBezTo>
                  <a:cubicBezTo>
                    <a:pt x="554" y="136"/>
                    <a:pt x="572" y="64"/>
                    <a:pt x="572" y="64"/>
                  </a:cubicBezTo>
                  <a:lnTo>
                    <a:pt x="563" y="38"/>
                  </a:lnTo>
                  <a:cubicBezTo>
                    <a:pt x="563" y="38"/>
                    <a:pt x="452" y="1"/>
                    <a:pt x="379"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0"/>
            <p:cNvSpPr/>
            <p:nvPr/>
          </p:nvSpPr>
          <p:spPr>
            <a:xfrm>
              <a:off x="3536476" y="3616272"/>
              <a:ext cx="201319" cy="104076"/>
            </a:xfrm>
            <a:custGeom>
              <a:rect b="b" l="l" r="r" t="t"/>
              <a:pathLst>
                <a:path extrusionOk="0" h="503" w="973">
                  <a:moveTo>
                    <a:pt x="455" y="0"/>
                  </a:moveTo>
                  <a:cubicBezTo>
                    <a:pt x="446" y="0"/>
                    <a:pt x="437" y="0"/>
                    <a:pt x="428" y="1"/>
                  </a:cubicBezTo>
                  <a:cubicBezTo>
                    <a:pt x="330" y="10"/>
                    <a:pt x="205" y="73"/>
                    <a:pt x="205" y="73"/>
                  </a:cubicBezTo>
                  <a:lnTo>
                    <a:pt x="89" y="108"/>
                  </a:lnTo>
                  <a:cubicBezTo>
                    <a:pt x="89" y="108"/>
                    <a:pt x="73" y="100"/>
                    <a:pt x="58" y="100"/>
                  </a:cubicBezTo>
                  <a:cubicBezTo>
                    <a:pt x="50" y="100"/>
                    <a:pt x="42" y="102"/>
                    <a:pt x="36" y="108"/>
                  </a:cubicBezTo>
                  <a:cubicBezTo>
                    <a:pt x="18" y="117"/>
                    <a:pt x="0" y="206"/>
                    <a:pt x="0" y="206"/>
                  </a:cubicBezTo>
                  <a:lnTo>
                    <a:pt x="89" y="305"/>
                  </a:lnTo>
                  <a:cubicBezTo>
                    <a:pt x="89" y="305"/>
                    <a:pt x="98" y="314"/>
                    <a:pt x="134" y="340"/>
                  </a:cubicBezTo>
                  <a:cubicBezTo>
                    <a:pt x="156" y="362"/>
                    <a:pt x="171" y="401"/>
                    <a:pt x="205" y="401"/>
                  </a:cubicBezTo>
                  <a:cubicBezTo>
                    <a:pt x="213" y="401"/>
                    <a:pt x="222" y="399"/>
                    <a:pt x="232" y="394"/>
                  </a:cubicBezTo>
                  <a:cubicBezTo>
                    <a:pt x="286" y="367"/>
                    <a:pt x="321" y="358"/>
                    <a:pt x="321" y="358"/>
                  </a:cubicBezTo>
                  <a:cubicBezTo>
                    <a:pt x="321" y="358"/>
                    <a:pt x="375" y="403"/>
                    <a:pt x="410" y="438"/>
                  </a:cubicBezTo>
                  <a:cubicBezTo>
                    <a:pt x="446" y="474"/>
                    <a:pt x="428" y="465"/>
                    <a:pt x="518" y="483"/>
                  </a:cubicBezTo>
                  <a:cubicBezTo>
                    <a:pt x="566" y="499"/>
                    <a:pt x="601" y="502"/>
                    <a:pt x="622" y="502"/>
                  </a:cubicBezTo>
                  <a:cubicBezTo>
                    <a:pt x="635" y="502"/>
                    <a:pt x="642" y="501"/>
                    <a:pt x="642" y="501"/>
                  </a:cubicBezTo>
                  <a:lnTo>
                    <a:pt x="776" y="474"/>
                  </a:lnTo>
                  <a:lnTo>
                    <a:pt x="865" y="367"/>
                  </a:lnTo>
                  <a:cubicBezTo>
                    <a:pt x="865" y="367"/>
                    <a:pt x="972" y="305"/>
                    <a:pt x="919" y="251"/>
                  </a:cubicBezTo>
                  <a:cubicBezTo>
                    <a:pt x="874" y="189"/>
                    <a:pt x="794" y="126"/>
                    <a:pt x="758" y="108"/>
                  </a:cubicBezTo>
                  <a:cubicBezTo>
                    <a:pt x="723" y="90"/>
                    <a:pt x="625" y="37"/>
                    <a:pt x="625" y="37"/>
                  </a:cubicBezTo>
                  <a:cubicBezTo>
                    <a:pt x="625" y="37"/>
                    <a:pt x="543" y="0"/>
                    <a:pt x="455"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0"/>
            <p:cNvSpPr/>
            <p:nvPr/>
          </p:nvSpPr>
          <p:spPr>
            <a:xfrm>
              <a:off x="3815166" y="3716207"/>
              <a:ext cx="252424" cy="97868"/>
            </a:xfrm>
            <a:custGeom>
              <a:rect b="b" l="l" r="r" t="t"/>
              <a:pathLst>
                <a:path extrusionOk="0" h="473" w="1220">
                  <a:moveTo>
                    <a:pt x="170" y="0"/>
                  </a:moveTo>
                  <a:lnTo>
                    <a:pt x="54" y="80"/>
                  </a:lnTo>
                  <a:lnTo>
                    <a:pt x="0" y="250"/>
                  </a:lnTo>
                  <a:lnTo>
                    <a:pt x="54" y="339"/>
                  </a:lnTo>
                  <a:lnTo>
                    <a:pt x="107" y="410"/>
                  </a:lnTo>
                  <a:lnTo>
                    <a:pt x="286" y="446"/>
                  </a:lnTo>
                  <a:cubicBezTo>
                    <a:pt x="286" y="446"/>
                    <a:pt x="354" y="472"/>
                    <a:pt x="422" y="472"/>
                  </a:cubicBezTo>
                  <a:cubicBezTo>
                    <a:pt x="443" y="472"/>
                    <a:pt x="463" y="470"/>
                    <a:pt x="482" y="464"/>
                  </a:cubicBezTo>
                  <a:cubicBezTo>
                    <a:pt x="527" y="455"/>
                    <a:pt x="571" y="453"/>
                    <a:pt x="605" y="453"/>
                  </a:cubicBezTo>
                  <a:cubicBezTo>
                    <a:pt x="638" y="453"/>
                    <a:pt x="660" y="455"/>
                    <a:pt x="660" y="455"/>
                  </a:cubicBezTo>
                  <a:cubicBezTo>
                    <a:pt x="660" y="455"/>
                    <a:pt x="750" y="401"/>
                    <a:pt x="999" y="330"/>
                  </a:cubicBezTo>
                  <a:cubicBezTo>
                    <a:pt x="1211" y="264"/>
                    <a:pt x="1220" y="258"/>
                    <a:pt x="1216" y="258"/>
                  </a:cubicBezTo>
                  <a:cubicBezTo>
                    <a:pt x="1215" y="258"/>
                    <a:pt x="1213" y="259"/>
                    <a:pt x="1213" y="259"/>
                  </a:cubicBezTo>
                  <a:lnTo>
                    <a:pt x="1053" y="187"/>
                  </a:lnTo>
                  <a:cubicBezTo>
                    <a:pt x="1053" y="187"/>
                    <a:pt x="999" y="161"/>
                    <a:pt x="928" y="143"/>
                  </a:cubicBezTo>
                  <a:cubicBezTo>
                    <a:pt x="857" y="125"/>
                    <a:pt x="830" y="18"/>
                    <a:pt x="830" y="18"/>
                  </a:cubicBezTo>
                  <a:lnTo>
                    <a:pt x="687" y="0"/>
                  </a:lnTo>
                  <a:lnTo>
                    <a:pt x="455" y="62"/>
                  </a:lnTo>
                  <a:lnTo>
                    <a:pt x="170" y="0"/>
                  </a:ln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0"/>
            <p:cNvSpPr/>
            <p:nvPr/>
          </p:nvSpPr>
          <p:spPr>
            <a:xfrm>
              <a:off x="3763442" y="3300742"/>
              <a:ext cx="179180" cy="87109"/>
            </a:xfrm>
            <a:custGeom>
              <a:rect b="b" l="l" r="r" t="t"/>
              <a:pathLst>
                <a:path extrusionOk="0" h="421" w="866">
                  <a:moveTo>
                    <a:pt x="732" y="1"/>
                  </a:moveTo>
                  <a:lnTo>
                    <a:pt x="598" y="19"/>
                  </a:lnTo>
                  <a:cubicBezTo>
                    <a:pt x="598" y="19"/>
                    <a:pt x="523" y="34"/>
                    <a:pt x="474" y="34"/>
                  </a:cubicBezTo>
                  <a:cubicBezTo>
                    <a:pt x="458" y="34"/>
                    <a:pt x="444" y="32"/>
                    <a:pt x="438" y="28"/>
                  </a:cubicBezTo>
                  <a:cubicBezTo>
                    <a:pt x="432" y="22"/>
                    <a:pt x="419" y="20"/>
                    <a:pt x="401" y="20"/>
                  </a:cubicBezTo>
                  <a:cubicBezTo>
                    <a:pt x="330" y="20"/>
                    <a:pt x="188" y="54"/>
                    <a:pt x="188" y="54"/>
                  </a:cubicBezTo>
                  <a:cubicBezTo>
                    <a:pt x="188" y="54"/>
                    <a:pt x="63" y="170"/>
                    <a:pt x="45" y="215"/>
                  </a:cubicBezTo>
                  <a:lnTo>
                    <a:pt x="0" y="322"/>
                  </a:lnTo>
                  <a:lnTo>
                    <a:pt x="45" y="402"/>
                  </a:lnTo>
                  <a:lnTo>
                    <a:pt x="268" y="420"/>
                  </a:lnTo>
                  <a:cubicBezTo>
                    <a:pt x="268" y="420"/>
                    <a:pt x="375" y="411"/>
                    <a:pt x="420" y="367"/>
                  </a:cubicBezTo>
                  <a:cubicBezTo>
                    <a:pt x="441" y="345"/>
                    <a:pt x="468" y="336"/>
                    <a:pt x="506" y="336"/>
                  </a:cubicBezTo>
                  <a:cubicBezTo>
                    <a:pt x="548" y="336"/>
                    <a:pt x="603" y="348"/>
                    <a:pt x="678" y="367"/>
                  </a:cubicBezTo>
                  <a:cubicBezTo>
                    <a:pt x="702" y="371"/>
                    <a:pt x="723" y="373"/>
                    <a:pt x="741" y="373"/>
                  </a:cubicBezTo>
                  <a:cubicBezTo>
                    <a:pt x="827" y="373"/>
                    <a:pt x="857" y="331"/>
                    <a:pt x="857" y="331"/>
                  </a:cubicBezTo>
                  <a:cubicBezTo>
                    <a:pt x="857" y="331"/>
                    <a:pt x="866" y="170"/>
                    <a:pt x="857" y="144"/>
                  </a:cubicBezTo>
                  <a:cubicBezTo>
                    <a:pt x="839" y="117"/>
                    <a:pt x="732" y="1"/>
                    <a:pt x="732"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0"/>
            <p:cNvSpPr/>
            <p:nvPr/>
          </p:nvSpPr>
          <p:spPr>
            <a:xfrm>
              <a:off x="3455165" y="3852764"/>
              <a:ext cx="635198" cy="64763"/>
            </a:xfrm>
            <a:custGeom>
              <a:rect b="b" l="l" r="r" t="t"/>
              <a:pathLst>
                <a:path extrusionOk="0" h="313" w="3070">
                  <a:moveTo>
                    <a:pt x="1" y="0"/>
                  </a:moveTo>
                  <a:lnTo>
                    <a:pt x="1" y="312"/>
                  </a:lnTo>
                  <a:lnTo>
                    <a:pt x="3069" y="312"/>
                  </a:lnTo>
                  <a:lnTo>
                    <a:pt x="3069"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0"/>
            <p:cNvSpPr/>
            <p:nvPr/>
          </p:nvSpPr>
          <p:spPr>
            <a:xfrm>
              <a:off x="3493855" y="3917318"/>
              <a:ext cx="557816" cy="531759"/>
            </a:xfrm>
            <a:custGeom>
              <a:rect b="b" l="l" r="r" t="t"/>
              <a:pathLst>
                <a:path extrusionOk="0" h="2570" w="2696">
                  <a:moveTo>
                    <a:pt x="1" y="0"/>
                  </a:moveTo>
                  <a:lnTo>
                    <a:pt x="233" y="2570"/>
                  </a:lnTo>
                  <a:lnTo>
                    <a:pt x="2463" y="2570"/>
                  </a:lnTo>
                  <a:lnTo>
                    <a:pt x="269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0"/>
            <p:cNvSpPr/>
            <p:nvPr/>
          </p:nvSpPr>
          <p:spPr>
            <a:xfrm>
              <a:off x="3493855" y="3917318"/>
              <a:ext cx="557816" cy="40761"/>
            </a:xfrm>
            <a:custGeom>
              <a:rect b="b" l="l" r="r" t="t"/>
              <a:pathLst>
                <a:path extrusionOk="0" h="197" w="2696">
                  <a:moveTo>
                    <a:pt x="1" y="0"/>
                  </a:moveTo>
                  <a:lnTo>
                    <a:pt x="19" y="197"/>
                  </a:lnTo>
                  <a:lnTo>
                    <a:pt x="2677" y="197"/>
                  </a:lnTo>
                  <a:lnTo>
                    <a:pt x="269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6" name="Google Shape;2026;p40"/>
          <p:cNvSpPr/>
          <p:nvPr/>
        </p:nvSpPr>
        <p:spPr>
          <a:xfrm>
            <a:off x="5161992" y="4675538"/>
            <a:ext cx="638716" cy="98075"/>
          </a:xfrm>
          <a:custGeom>
            <a:rect b="b" l="l" r="r" t="t"/>
            <a:pathLst>
              <a:path extrusionOk="0" h="474" w="3087">
                <a:moveTo>
                  <a:pt x="1543" y="1"/>
                </a:moveTo>
                <a:cubicBezTo>
                  <a:pt x="696" y="1"/>
                  <a:pt x="0" y="108"/>
                  <a:pt x="0" y="233"/>
                </a:cubicBezTo>
                <a:cubicBezTo>
                  <a:pt x="0" y="366"/>
                  <a:pt x="696" y="474"/>
                  <a:pt x="1543" y="474"/>
                </a:cubicBezTo>
                <a:cubicBezTo>
                  <a:pt x="2400" y="474"/>
                  <a:pt x="3087" y="366"/>
                  <a:pt x="3087" y="233"/>
                </a:cubicBezTo>
                <a:cubicBezTo>
                  <a:pt x="3087" y="108"/>
                  <a:pt x="2400" y="1"/>
                  <a:pt x="1543" y="1"/>
                </a:cubicBez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7" name="Google Shape;2027;p40"/>
          <p:cNvGrpSpPr/>
          <p:nvPr/>
        </p:nvGrpSpPr>
        <p:grpSpPr>
          <a:xfrm>
            <a:off x="5105677" y="2848135"/>
            <a:ext cx="769165" cy="1873929"/>
            <a:chOff x="5033378" y="2902037"/>
            <a:chExt cx="634991" cy="1547039"/>
          </a:xfrm>
        </p:grpSpPr>
        <p:sp>
          <p:nvSpPr>
            <p:cNvPr id="2028" name="Google Shape;2028;p40"/>
            <p:cNvSpPr/>
            <p:nvPr/>
          </p:nvSpPr>
          <p:spPr>
            <a:xfrm>
              <a:off x="5055516" y="2902037"/>
              <a:ext cx="592576" cy="956338"/>
            </a:xfrm>
            <a:custGeom>
              <a:rect b="b" l="l" r="r" t="t"/>
              <a:pathLst>
                <a:path extrusionOk="0" h="4622" w="2864">
                  <a:moveTo>
                    <a:pt x="1427" y="1"/>
                  </a:moveTo>
                  <a:cubicBezTo>
                    <a:pt x="1427" y="1"/>
                    <a:pt x="1329" y="90"/>
                    <a:pt x="1338" y="144"/>
                  </a:cubicBezTo>
                  <a:cubicBezTo>
                    <a:pt x="1347" y="206"/>
                    <a:pt x="1383" y="277"/>
                    <a:pt x="1338" y="295"/>
                  </a:cubicBezTo>
                  <a:cubicBezTo>
                    <a:pt x="1285" y="304"/>
                    <a:pt x="1285" y="331"/>
                    <a:pt x="1213" y="358"/>
                  </a:cubicBezTo>
                  <a:cubicBezTo>
                    <a:pt x="1142" y="376"/>
                    <a:pt x="1213" y="456"/>
                    <a:pt x="1213" y="509"/>
                  </a:cubicBezTo>
                  <a:cubicBezTo>
                    <a:pt x="1213" y="563"/>
                    <a:pt x="1115" y="857"/>
                    <a:pt x="1115" y="857"/>
                  </a:cubicBezTo>
                  <a:lnTo>
                    <a:pt x="1026" y="973"/>
                  </a:lnTo>
                  <a:cubicBezTo>
                    <a:pt x="1026" y="973"/>
                    <a:pt x="812" y="1152"/>
                    <a:pt x="812" y="1232"/>
                  </a:cubicBezTo>
                  <a:cubicBezTo>
                    <a:pt x="821" y="1312"/>
                    <a:pt x="830" y="1312"/>
                    <a:pt x="857" y="1410"/>
                  </a:cubicBezTo>
                  <a:cubicBezTo>
                    <a:pt x="883" y="1517"/>
                    <a:pt x="848" y="1491"/>
                    <a:pt x="812" y="1553"/>
                  </a:cubicBezTo>
                  <a:cubicBezTo>
                    <a:pt x="776" y="1616"/>
                    <a:pt x="464" y="1767"/>
                    <a:pt x="464" y="1767"/>
                  </a:cubicBezTo>
                  <a:cubicBezTo>
                    <a:pt x="464" y="1767"/>
                    <a:pt x="375" y="1856"/>
                    <a:pt x="375" y="1883"/>
                  </a:cubicBezTo>
                  <a:cubicBezTo>
                    <a:pt x="375" y="1910"/>
                    <a:pt x="464" y="2106"/>
                    <a:pt x="464" y="2106"/>
                  </a:cubicBezTo>
                  <a:lnTo>
                    <a:pt x="500" y="2222"/>
                  </a:lnTo>
                  <a:lnTo>
                    <a:pt x="366" y="2347"/>
                  </a:lnTo>
                  <a:cubicBezTo>
                    <a:pt x="366" y="2347"/>
                    <a:pt x="312" y="2410"/>
                    <a:pt x="321" y="2454"/>
                  </a:cubicBezTo>
                  <a:cubicBezTo>
                    <a:pt x="321" y="2499"/>
                    <a:pt x="321" y="2454"/>
                    <a:pt x="419" y="2659"/>
                  </a:cubicBezTo>
                  <a:cubicBezTo>
                    <a:pt x="489" y="2786"/>
                    <a:pt x="468" y="2809"/>
                    <a:pt x="445" y="2809"/>
                  </a:cubicBezTo>
                  <a:cubicBezTo>
                    <a:pt x="433" y="2809"/>
                    <a:pt x="419" y="2802"/>
                    <a:pt x="419" y="2802"/>
                  </a:cubicBezTo>
                  <a:lnTo>
                    <a:pt x="89" y="2963"/>
                  </a:lnTo>
                  <a:cubicBezTo>
                    <a:pt x="89" y="2963"/>
                    <a:pt x="125" y="3016"/>
                    <a:pt x="134" y="3034"/>
                  </a:cubicBezTo>
                  <a:cubicBezTo>
                    <a:pt x="134" y="3052"/>
                    <a:pt x="187" y="3114"/>
                    <a:pt x="250" y="3177"/>
                  </a:cubicBezTo>
                  <a:cubicBezTo>
                    <a:pt x="312" y="3239"/>
                    <a:pt x="152" y="3328"/>
                    <a:pt x="152" y="3328"/>
                  </a:cubicBezTo>
                  <a:lnTo>
                    <a:pt x="0" y="3605"/>
                  </a:lnTo>
                  <a:lnTo>
                    <a:pt x="89" y="3783"/>
                  </a:lnTo>
                  <a:lnTo>
                    <a:pt x="214" y="3953"/>
                  </a:lnTo>
                  <a:cubicBezTo>
                    <a:pt x="214" y="3953"/>
                    <a:pt x="187" y="3989"/>
                    <a:pt x="187" y="4042"/>
                  </a:cubicBezTo>
                  <a:cubicBezTo>
                    <a:pt x="187" y="4105"/>
                    <a:pt x="250" y="4399"/>
                    <a:pt x="250" y="4399"/>
                  </a:cubicBezTo>
                  <a:lnTo>
                    <a:pt x="366" y="4622"/>
                  </a:lnTo>
                  <a:lnTo>
                    <a:pt x="1427" y="4595"/>
                  </a:lnTo>
                  <a:lnTo>
                    <a:pt x="2498" y="4622"/>
                  </a:lnTo>
                  <a:lnTo>
                    <a:pt x="2614" y="4399"/>
                  </a:lnTo>
                  <a:cubicBezTo>
                    <a:pt x="2614" y="4399"/>
                    <a:pt x="2676" y="4105"/>
                    <a:pt x="2676" y="4042"/>
                  </a:cubicBezTo>
                  <a:cubicBezTo>
                    <a:pt x="2676" y="3989"/>
                    <a:pt x="2650" y="3953"/>
                    <a:pt x="2650" y="3953"/>
                  </a:cubicBezTo>
                  <a:lnTo>
                    <a:pt x="2766" y="3783"/>
                  </a:lnTo>
                  <a:lnTo>
                    <a:pt x="2864" y="3605"/>
                  </a:lnTo>
                  <a:lnTo>
                    <a:pt x="2712" y="3328"/>
                  </a:lnTo>
                  <a:cubicBezTo>
                    <a:pt x="2712" y="3328"/>
                    <a:pt x="2552" y="3239"/>
                    <a:pt x="2614" y="3177"/>
                  </a:cubicBezTo>
                  <a:cubicBezTo>
                    <a:pt x="2676" y="3114"/>
                    <a:pt x="2721" y="3052"/>
                    <a:pt x="2730" y="3034"/>
                  </a:cubicBezTo>
                  <a:cubicBezTo>
                    <a:pt x="2739" y="3016"/>
                    <a:pt x="2766" y="2963"/>
                    <a:pt x="2766" y="2963"/>
                  </a:cubicBezTo>
                  <a:lnTo>
                    <a:pt x="2436" y="2802"/>
                  </a:lnTo>
                  <a:cubicBezTo>
                    <a:pt x="2436" y="2802"/>
                    <a:pt x="2423" y="2809"/>
                    <a:pt x="2412" y="2809"/>
                  </a:cubicBezTo>
                  <a:cubicBezTo>
                    <a:pt x="2391" y="2809"/>
                    <a:pt x="2372" y="2786"/>
                    <a:pt x="2436" y="2659"/>
                  </a:cubicBezTo>
                  <a:cubicBezTo>
                    <a:pt x="2543" y="2454"/>
                    <a:pt x="2534" y="2499"/>
                    <a:pt x="2543" y="2454"/>
                  </a:cubicBezTo>
                  <a:cubicBezTo>
                    <a:pt x="2552" y="2410"/>
                    <a:pt x="2498" y="2347"/>
                    <a:pt x="2498" y="2347"/>
                  </a:cubicBezTo>
                  <a:lnTo>
                    <a:pt x="2364" y="2222"/>
                  </a:lnTo>
                  <a:lnTo>
                    <a:pt x="2391" y="2106"/>
                  </a:lnTo>
                  <a:cubicBezTo>
                    <a:pt x="2391" y="2106"/>
                    <a:pt x="2489" y="1910"/>
                    <a:pt x="2489" y="1883"/>
                  </a:cubicBezTo>
                  <a:cubicBezTo>
                    <a:pt x="2489" y="1856"/>
                    <a:pt x="2391" y="1767"/>
                    <a:pt x="2391" y="1767"/>
                  </a:cubicBezTo>
                  <a:cubicBezTo>
                    <a:pt x="2391" y="1767"/>
                    <a:pt x="2079" y="1616"/>
                    <a:pt x="2043" y="1553"/>
                  </a:cubicBezTo>
                  <a:cubicBezTo>
                    <a:pt x="2007" y="1491"/>
                    <a:pt x="1981" y="1517"/>
                    <a:pt x="2007" y="1410"/>
                  </a:cubicBezTo>
                  <a:cubicBezTo>
                    <a:pt x="2034" y="1312"/>
                    <a:pt x="2043" y="1312"/>
                    <a:pt x="2043" y="1232"/>
                  </a:cubicBezTo>
                  <a:cubicBezTo>
                    <a:pt x="2052" y="1152"/>
                    <a:pt x="1829" y="973"/>
                    <a:pt x="1829" y="973"/>
                  </a:cubicBezTo>
                  <a:lnTo>
                    <a:pt x="1749" y="857"/>
                  </a:lnTo>
                  <a:cubicBezTo>
                    <a:pt x="1749" y="857"/>
                    <a:pt x="1642" y="563"/>
                    <a:pt x="1642" y="509"/>
                  </a:cubicBezTo>
                  <a:cubicBezTo>
                    <a:pt x="1642" y="456"/>
                    <a:pt x="1713" y="376"/>
                    <a:pt x="1642" y="358"/>
                  </a:cubicBezTo>
                  <a:cubicBezTo>
                    <a:pt x="1579" y="331"/>
                    <a:pt x="1570" y="304"/>
                    <a:pt x="1526" y="295"/>
                  </a:cubicBezTo>
                  <a:cubicBezTo>
                    <a:pt x="1481" y="277"/>
                    <a:pt x="1517" y="206"/>
                    <a:pt x="1517" y="144"/>
                  </a:cubicBezTo>
                  <a:cubicBezTo>
                    <a:pt x="1526" y="90"/>
                    <a:pt x="1427" y="1"/>
                    <a:pt x="1427"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0"/>
            <p:cNvSpPr/>
            <p:nvPr/>
          </p:nvSpPr>
          <p:spPr>
            <a:xfrm>
              <a:off x="5162482" y="3249016"/>
              <a:ext cx="376774" cy="609350"/>
            </a:xfrm>
            <a:custGeom>
              <a:rect b="b" l="l" r="r" t="t"/>
              <a:pathLst>
                <a:path extrusionOk="0" h="2945" w="1821">
                  <a:moveTo>
                    <a:pt x="910" y="1"/>
                  </a:moveTo>
                  <a:cubicBezTo>
                    <a:pt x="910" y="1"/>
                    <a:pt x="848" y="63"/>
                    <a:pt x="857" y="99"/>
                  </a:cubicBezTo>
                  <a:cubicBezTo>
                    <a:pt x="857" y="135"/>
                    <a:pt x="884" y="179"/>
                    <a:pt x="848" y="188"/>
                  </a:cubicBezTo>
                  <a:cubicBezTo>
                    <a:pt x="821" y="197"/>
                    <a:pt x="821" y="215"/>
                    <a:pt x="777" y="233"/>
                  </a:cubicBezTo>
                  <a:cubicBezTo>
                    <a:pt x="732" y="242"/>
                    <a:pt x="777" y="286"/>
                    <a:pt x="777" y="322"/>
                  </a:cubicBezTo>
                  <a:cubicBezTo>
                    <a:pt x="777" y="358"/>
                    <a:pt x="714" y="545"/>
                    <a:pt x="714" y="545"/>
                  </a:cubicBezTo>
                  <a:lnTo>
                    <a:pt x="661" y="625"/>
                  </a:lnTo>
                  <a:cubicBezTo>
                    <a:pt x="661" y="625"/>
                    <a:pt x="518" y="741"/>
                    <a:pt x="518" y="786"/>
                  </a:cubicBezTo>
                  <a:cubicBezTo>
                    <a:pt x="527" y="840"/>
                    <a:pt x="527" y="840"/>
                    <a:pt x="545" y="902"/>
                  </a:cubicBezTo>
                  <a:cubicBezTo>
                    <a:pt x="563" y="964"/>
                    <a:pt x="545" y="947"/>
                    <a:pt x="518" y="991"/>
                  </a:cubicBezTo>
                  <a:cubicBezTo>
                    <a:pt x="500" y="1027"/>
                    <a:pt x="295" y="1125"/>
                    <a:pt x="295" y="1125"/>
                  </a:cubicBezTo>
                  <a:cubicBezTo>
                    <a:pt x="295" y="1125"/>
                    <a:pt x="241" y="1179"/>
                    <a:pt x="241" y="1196"/>
                  </a:cubicBezTo>
                  <a:cubicBezTo>
                    <a:pt x="241" y="1214"/>
                    <a:pt x="295" y="1348"/>
                    <a:pt x="295" y="1348"/>
                  </a:cubicBezTo>
                  <a:lnTo>
                    <a:pt x="322" y="1419"/>
                  </a:lnTo>
                  <a:lnTo>
                    <a:pt x="232" y="1491"/>
                  </a:lnTo>
                  <a:cubicBezTo>
                    <a:pt x="232" y="1491"/>
                    <a:pt x="197" y="1535"/>
                    <a:pt x="206" y="1562"/>
                  </a:cubicBezTo>
                  <a:cubicBezTo>
                    <a:pt x="206" y="1598"/>
                    <a:pt x="206" y="1562"/>
                    <a:pt x="268" y="1696"/>
                  </a:cubicBezTo>
                  <a:cubicBezTo>
                    <a:pt x="314" y="1775"/>
                    <a:pt x="301" y="1790"/>
                    <a:pt x="286" y="1790"/>
                  </a:cubicBezTo>
                  <a:cubicBezTo>
                    <a:pt x="278" y="1790"/>
                    <a:pt x="268" y="1785"/>
                    <a:pt x="268" y="1785"/>
                  </a:cubicBezTo>
                  <a:lnTo>
                    <a:pt x="63" y="1883"/>
                  </a:lnTo>
                  <a:cubicBezTo>
                    <a:pt x="63" y="1883"/>
                    <a:pt x="81" y="1919"/>
                    <a:pt x="90" y="1937"/>
                  </a:cubicBezTo>
                  <a:cubicBezTo>
                    <a:pt x="90" y="1946"/>
                    <a:pt x="125" y="1990"/>
                    <a:pt x="161" y="2026"/>
                  </a:cubicBezTo>
                  <a:cubicBezTo>
                    <a:pt x="197" y="2071"/>
                    <a:pt x="99" y="2124"/>
                    <a:pt x="99" y="2124"/>
                  </a:cubicBezTo>
                  <a:lnTo>
                    <a:pt x="1" y="2303"/>
                  </a:lnTo>
                  <a:lnTo>
                    <a:pt x="63" y="2410"/>
                  </a:lnTo>
                  <a:lnTo>
                    <a:pt x="134" y="2517"/>
                  </a:lnTo>
                  <a:cubicBezTo>
                    <a:pt x="134" y="2517"/>
                    <a:pt x="125" y="2543"/>
                    <a:pt x="125" y="2579"/>
                  </a:cubicBezTo>
                  <a:cubicBezTo>
                    <a:pt x="125" y="2615"/>
                    <a:pt x="161" y="2802"/>
                    <a:pt x="161" y="2802"/>
                  </a:cubicBezTo>
                  <a:lnTo>
                    <a:pt x="232" y="2945"/>
                  </a:lnTo>
                  <a:lnTo>
                    <a:pt x="910" y="2927"/>
                  </a:lnTo>
                  <a:lnTo>
                    <a:pt x="1588" y="2945"/>
                  </a:lnTo>
                  <a:lnTo>
                    <a:pt x="1669" y="2802"/>
                  </a:lnTo>
                  <a:cubicBezTo>
                    <a:pt x="1669" y="2802"/>
                    <a:pt x="1704" y="2615"/>
                    <a:pt x="1704" y="2579"/>
                  </a:cubicBezTo>
                  <a:cubicBezTo>
                    <a:pt x="1704" y="2543"/>
                    <a:pt x="1687" y="2517"/>
                    <a:pt x="1687" y="2517"/>
                  </a:cubicBezTo>
                  <a:lnTo>
                    <a:pt x="1767" y="2410"/>
                  </a:lnTo>
                  <a:lnTo>
                    <a:pt x="1820" y="2303"/>
                  </a:lnTo>
                  <a:lnTo>
                    <a:pt x="1731" y="2124"/>
                  </a:lnTo>
                  <a:cubicBezTo>
                    <a:pt x="1731" y="2124"/>
                    <a:pt x="1624" y="2071"/>
                    <a:pt x="1669" y="2026"/>
                  </a:cubicBezTo>
                  <a:cubicBezTo>
                    <a:pt x="1704" y="1990"/>
                    <a:pt x="1731" y="1946"/>
                    <a:pt x="1740" y="1937"/>
                  </a:cubicBezTo>
                  <a:cubicBezTo>
                    <a:pt x="1740" y="1919"/>
                    <a:pt x="1767" y="1883"/>
                    <a:pt x="1767" y="1883"/>
                  </a:cubicBezTo>
                  <a:lnTo>
                    <a:pt x="1553" y="1785"/>
                  </a:lnTo>
                  <a:cubicBezTo>
                    <a:pt x="1553" y="1785"/>
                    <a:pt x="1545" y="1790"/>
                    <a:pt x="1537" y="1790"/>
                  </a:cubicBezTo>
                  <a:cubicBezTo>
                    <a:pt x="1524" y="1790"/>
                    <a:pt x="1513" y="1775"/>
                    <a:pt x="1553" y="1696"/>
                  </a:cubicBezTo>
                  <a:cubicBezTo>
                    <a:pt x="1624" y="1562"/>
                    <a:pt x="1615" y="1598"/>
                    <a:pt x="1624" y="1562"/>
                  </a:cubicBezTo>
                  <a:cubicBezTo>
                    <a:pt x="1624" y="1535"/>
                    <a:pt x="1588" y="1491"/>
                    <a:pt x="1588" y="1491"/>
                  </a:cubicBezTo>
                  <a:lnTo>
                    <a:pt x="1508" y="1419"/>
                  </a:lnTo>
                  <a:lnTo>
                    <a:pt x="1526" y="1348"/>
                  </a:lnTo>
                  <a:cubicBezTo>
                    <a:pt x="1526" y="1348"/>
                    <a:pt x="1588" y="1214"/>
                    <a:pt x="1588" y="1196"/>
                  </a:cubicBezTo>
                  <a:cubicBezTo>
                    <a:pt x="1588" y="1179"/>
                    <a:pt x="1526" y="1125"/>
                    <a:pt x="1526" y="1125"/>
                  </a:cubicBezTo>
                  <a:cubicBezTo>
                    <a:pt x="1526" y="1125"/>
                    <a:pt x="1330" y="1027"/>
                    <a:pt x="1303" y="991"/>
                  </a:cubicBezTo>
                  <a:cubicBezTo>
                    <a:pt x="1285" y="947"/>
                    <a:pt x="1258" y="964"/>
                    <a:pt x="1276" y="902"/>
                  </a:cubicBezTo>
                  <a:cubicBezTo>
                    <a:pt x="1294" y="840"/>
                    <a:pt x="1303" y="840"/>
                    <a:pt x="1303" y="786"/>
                  </a:cubicBezTo>
                  <a:cubicBezTo>
                    <a:pt x="1303" y="741"/>
                    <a:pt x="1169" y="625"/>
                    <a:pt x="1169" y="625"/>
                  </a:cubicBezTo>
                  <a:lnTo>
                    <a:pt x="1116" y="545"/>
                  </a:lnTo>
                  <a:cubicBezTo>
                    <a:pt x="1116" y="545"/>
                    <a:pt x="1053" y="358"/>
                    <a:pt x="1053" y="322"/>
                  </a:cubicBezTo>
                  <a:cubicBezTo>
                    <a:pt x="1053" y="286"/>
                    <a:pt x="1098" y="242"/>
                    <a:pt x="1053" y="233"/>
                  </a:cubicBezTo>
                  <a:cubicBezTo>
                    <a:pt x="1009" y="215"/>
                    <a:pt x="1000" y="197"/>
                    <a:pt x="973" y="188"/>
                  </a:cubicBezTo>
                  <a:cubicBezTo>
                    <a:pt x="946" y="179"/>
                    <a:pt x="964" y="135"/>
                    <a:pt x="973" y="99"/>
                  </a:cubicBezTo>
                  <a:cubicBezTo>
                    <a:pt x="973" y="63"/>
                    <a:pt x="91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0"/>
            <p:cNvSpPr/>
            <p:nvPr/>
          </p:nvSpPr>
          <p:spPr>
            <a:xfrm>
              <a:off x="5046206" y="3647721"/>
              <a:ext cx="234630" cy="129733"/>
            </a:xfrm>
            <a:custGeom>
              <a:rect b="b" l="l" r="r" t="t"/>
              <a:pathLst>
                <a:path extrusionOk="0" h="627" w="1134">
                  <a:moveTo>
                    <a:pt x="801" y="502"/>
                  </a:moveTo>
                  <a:lnTo>
                    <a:pt x="786" y="518"/>
                  </a:lnTo>
                  <a:cubicBezTo>
                    <a:pt x="786" y="518"/>
                    <a:pt x="817" y="502"/>
                    <a:pt x="801" y="502"/>
                  </a:cubicBezTo>
                  <a:close/>
                  <a:moveTo>
                    <a:pt x="696" y="1"/>
                  </a:moveTo>
                  <a:cubicBezTo>
                    <a:pt x="625" y="1"/>
                    <a:pt x="277" y="117"/>
                    <a:pt x="170" y="117"/>
                  </a:cubicBezTo>
                  <a:cubicBezTo>
                    <a:pt x="63" y="117"/>
                    <a:pt x="1" y="224"/>
                    <a:pt x="1" y="224"/>
                  </a:cubicBezTo>
                  <a:lnTo>
                    <a:pt x="1" y="349"/>
                  </a:lnTo>
                  <a:lnTo>
                    <a:pt x="72" y="518"/>
                  </a:lnTo>
                  <a:lnTo>
                    <a:pt x="206" y="518"/>
                  </a:lnTo>
                  <a:lnTo>
                    <a:pt x="304" y="590"/>
                  </a:lnTo>
                  <a:cubicBezTo>
                    <a:pt x="304" y="590"/>
                    <a:pt x="392" y="627"/>
                    <a:pt x="449" y="627"/>
                  </a:cubicBezTo>
                  <a:cubicBezTo>
                    <a:pt x="454" y="627"/>
                    <a:pt x="460" y="626"/>
                    <a:pt x="464" y="625"/>
                  </a:cubicBezTo>
                  <a:cubicBezTo>
                    <a:pt x="518" y="616"/>
                    <a:pt x="491" y="616"/>
                    <a:pt x="518" y="599"/>
                  </a:cubicBezTo>
                  <a:cubicBezTo>
                    <a:pt x="536" y="581"/>
                    <a:pt x="616" y="545"/>
                    <a:pt x="732" y="518"/>
                  </a:cubicBezTo>
                  <a:cubicBezTo>
                    <a:pt x="774" y="506"/>
                    <a:pt x="793" y="502"/>
                    <a:pt x="801" y="502"/>
                  </a:cubicBezTo>
                  <a:lnTo>
                    <a:pt x="866" y="438"/>
                  </a:lnTo>
                  <a:cubicBezTo>
                    <a:pt x="866" y="438"/>
                    <a:pt x="869" y="439"/>
                    <a:pt x="876" y="439"/>
                  </a:cubicBezTo>
                  <a:cubicBezTo>
                    <a:pt x="891" y="439"/>
                    <a:pt x="923" y="434"/>
                    <a:pt x="955" y="402"/>
                  </a:cubicBezTo>
                  <a:cubicBezTo>
                    <a:pt x="1000" y="367"/>
                    <a:pt x="955" y="313"/>
                    <a:pt x="955" y="313"/>
                  </a:cubicBezTo>
                  <a:cubicBezTo>
                    <a:pt x="955" y="313"/>
                    <a:pt x="982" y="313"/>
                    <a:pt x="1062" y="269"/>
                  </a:cubicBezTo>
                  <a:cubicBezTo>
                    <a:pt x="1133" y="233"/>
                    <a:pt x="1107" y="215"/>
                    <a:pt x="1107" y="215"/>
                  </a:cubicBezTo>
                  <a:lnTo>
                    <a:pt x="1107" y="170"/>
                  </a:lnTo>
                  <a:lnTo>
                    <a:pt x="1053" y="126"/>
                  </a:lnTo>
                  <a:cubicBezTo>
                    <a:pt x="1053" y="126"/>
                    <a:pt x="768" y="1"/>
                    <a:pt x="696"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0"/>
            <p:cNvSpPr/>
            <p:nvPr/>
          </p:nvSpPr>
          <p:spPr>
            <a:xfrm>
              <a:off x="5380345" y="3535165"/>
              <a:ext cx="204215" cy="138837"/>
            </a:xfrm>
            <a:custGeom>
              <a:rect b="b" l="l" r="r" t="t"/>
              <a:pathLst>
                <a:path extrusionOk="0" h="671" w="987">
                  <a:moveTo>
                    <a:pt x="643" y="1"/>
                  </a:moveTo>
                  <a:lnTo>
                    <a:pt x="402" y="152"/>
                  </a:lnTo>
                  <a:cubicBezTo>
                    <a:pt x="402" y="152"/>
                    <a:pt x="268" y="206"/>
                    <a:pt x="152" y="206"/>
                  </a:cubicBezTo>
                  <a:cubicBezTo>
                    <a:pt x="141" y="205"/>
                    <a:pt x="130" y="205"/>
                    <a:pt x="121" y="205"/>
                  </a:cubicBezTo>
                  <a:cubicBezTo>
                    <a:pt x="41" y="205"/>
                    <a:pt x="24" y="236"/>
                    <a:pt x="0" y="268"/>
                  </a:cubicBezTo>
                  <a:lnTo>
                    <a:pt x="0" y="465"/>
                  </a:lnTo>
                  <a:lnTo>
                    <a:pt x="188" y="545"/>
                  </a:lnTo>
                  <a:lnTo>
                    <a:pt x="330" y="652"/>
                  </a:lnTo>
                  <a:cubicBezTo>
                    <a:pt x="330" y="652"/>
                    <a:pt x="448" y="671"/>
                    <a:pt x="519" y="671"/>
                  </a:cubicBezTo>
                  <a:cubicBezTo>
                    <a:pt x="546" y="671"/>
                    <a:pt x="566" y="668"/>
                    <a:pt x="571" y="661"/>
                  </a:cubicBezTo>
                  <a:cubicBezTo>
                    <a:pt x="589" y="643"/>
                    <a:pt x="660" y="482"/>
                    <a:pt x="660" y="482"/>
                  </a:cubicBezTo>
                  <a:cubicBezTo>
                    <a:pt x="660" y="482"/>
                    <a:pt x="732" y="420"/>
                    <a:pt x="892" y="268"/>
                  </a:cubicBezTo>
                  <a:cubicBezTo>
                    <a:pt x="978" y="178"/>
                    <a:pt x="987" y="158"/>
                    <a:pt x="978" y="158"/>
                  </a:cubicBezTo>
                  <a:cubicBezTo>
                    <a:pt x="972" y="158"/>
                    <a:pt x="955" y="170"/>
                    <a:pt x="955" y="170"/>
                  </a:cubicBezTo>
                  <a:lnTo>
                    <a:pt x="892" y="54"/>
                  </a:lnTo>
                  <a:lnTo>
                    <a:pt x="643" y="1"/>
                  </a:ln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0"/>
            <p:cNvSpPr/>
            <p:nvPr/>
          </p:nvSpPr>
          <p:spPr>
            <a:xfrm>
              <a:off x="5134758" y="3458610"/>
              <a:ext cx="179387" cy="95179"/>
            </a:xfrm>
            <a:custGeom>
              <a:rect b="b" l="l" r="r" t="t"/>
              <a:pathLst>
                <a:path extrusionOk="0" h="460" w="867">
                  <a:moveTo>
                    <a:pt x="442" y="0"/>
                  </a:moveTo>
                  <a:cubicBezTo>
                    <a:pt x="407" y="0"/>
                    <a:pt x="377" y="7"/>
                    <a:pt x="358" y="23"/>
                  </a:cubicBezTo>
                  <a:cubicBezTo>
                    <a:pt x="304" y="59"/>
                    <a:pt x="268" y="192"/>
                    <a:pt x="268" y="192"/>
                  </a:cubicBezTo>
                  <a:lnTo>
                    <a:pt x="126" y="210"/>
                  </a:lnTo>
                  <a:cubicBezTo>
                    <a:pt x="126" y="210"/>
                    <a:pt x="118" y="209"/>
                    <a:pt x="107" y="209"/>
                  </a:cubicBezTo>
                  <a:cubicBezTo>
                    <a:pt x="90" y="209"/>
                    <a:pt x="63" y="212"/>
                    <a:pt x="36" y="228"/>
                  </a:cubicBezTo>
                  <a:cubicBezTo>
                    <a:pt x="1" y="255"/>
                    <a:pt x="1" y="371"/>
                    <a:pt x="1" y="371"/>
                  </a:cubicBezTo>
                  <a:lnTo>
                    <a:pt x="90" y="415"/>
                  </a:lnTo>
                  <a:lnTo>
                    <a:pt x="456" y="460"/>
                  </a:lnTo>
                  <a:lnTo>
                    <a:pt x="625" y="371"/>
                  </a:lnTo>
                  <a:lnTo>
                    <a:pt x="804" y="308"/>
                  </a:lnTo>
                  <a:cubicBezTo>
                    <a:pt x="804" y="308"/>
                    <a:pt x="866" y="237"/>
                    <a:pt x="830" y="201"/>
                  </a:cubicBezTo>
                  <a:cubicBezTo>
                    <a:pt x="795" y="166"/>
                    <a:pt x="732" y="76"/>
                    <a:pt x="732" y="76"/>
                  </a:cubicBezTo>
                  <a:cubicBezTo>
                    <a:pt x="732" y="76"/>
                    <a:pt x="679" y="59"/>
                    <a:pt x="590" y="32"/>
                  </a:cubicBezTo>
                  <a:cubicBezTo>
                    <a:pt x="539" y="12"/>
                    <a:pt x="487" y="0"/>
                    <a:pt x="442"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0"/>
            <p:cNvSpPr/>
            <p:nvPr/>
          </p:nvSpPr>
          <p:spPr>
            <a:xfrm>
              <a:off x="5363586" y="3225222"/>
              <a:ext cx="253252" cy="118146"/>
            </a:xfrm>
            <a:custGeom>
              <a:rect b="b" l="l" r="r" t="t"/>
              <a:pathLst>
                <a:path extrusionOk="0" h="571" w="1224">
                  <a:moveTo>
                    <a:pt x="795" y="0"/>
                  </a:moveTo>
                  <a:cubicBezTo>
                    <a:pt x="795" y="0"/>
                    <a:pt x="697" y="0"/>
                    <a:pt x="501" y="80"/>
                  </a:cubicBezTo>
                  <a:cubicBezTo>
                    <a:pt x="398" y="116"/>
                    <a:pt x="351" y="125"/>
                    <a:pt x="330" y="125"/>
                  </a:cubicBezTo>
                  <a:cubicBezTo>
                    <a:pt x="309" y="125"/>
                    <a:pt x="313" y="116"/>
                    <a:pt x="313" y="116"/>
                  </a:cubicBezTo>
                  <a:lnTo>
                    <a:pt x="313" y="116"/>
                  </a:lnTo>
                  <a:lnTo>
                    <a:pt x="251" y="196"/>
                  </a:lnTo>
                  <a:lnTo>
                    <a:pt x="1" y="303"/>
                  </a:lnTo>
                  <a:lnTo>
                    <a:pt x="81" y="544"/>
                  </a:lnTo>
                  <a:cubicBezTo>
                    <a:pt x="81" y="544"/>
                    <a:pt x="99" y="535"/>
                    <a:pt x="215" y="526"/>
                  </a:cubicBezTo>
                  <a:cubicBezTo>
                    <a:pt x="228" y="525"/>
                    <a:pt x="240" y="525"/>
                    <a:pt x="253" y="525"/>
                  </a:cubicBezTo>
                  <a:cubicBezTo>
                    <a:pt x="350" y="525"/>
                    <a:pt x="420" y="553"/>
                    <a:pt x="420" y="553"/>
                  </a:cubicBezTo>
                  <a:lnTo>
                    <a:pt x="599" y="571"/>
                  </a:lnTo>
                  <a:cubicBezTo>
                    <a:pt x="599" y="571"/>
                    <a:pt x="706" y="437"/>
                    <a:pt x="813" y="393"/>
                  </a:cubicBezTo>
                  <a:cubicBezTo>
                    <a:pt x="845" y="375"/>
                    <a:pt x="867" y="369"/>
                    <a:pt x="887" y="369"/>
                  </a:cubicBezTo>
                  <a:cubicBezTo>
                    <a:pt x="928" y="369"/>
                    <a:pt x="961" y="393"/>
                    <a:pt x="1063" y="393"/>
                  </a:cubicBezTo>
                  <a:cubicBezTo>
                    <a:pt x="1223" y="384"/>
                    <a:pt x="1196" y="285"/>
                    <a:pt x="1196" y="285"/>
                  </a:cubicBezTo>
                  <a:lnTo>
                    <a:pt x="1196" y="205"/>
                  </a:lnTo>
                  <a:cubicBezTo>
                    <a:pt x="1196" y="205"/>
                    <a:pt x="1125" y="62"/>
                    <a:pt x="1125" y="62"/>
                  </a:cubicBezTo>
                  <a:cubicBezTo>
                    <a:pt x="1125" y="62"/>
                    <a:pt x="973" y="27"/>
                    <a:pt x="973" y="27"/>
                  </a:cubicBezTo>
                  <a:lnTo>
                    <a:pt x="795" y="0"/>
                  </a:ln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0"/>
            <p:cNvSpPr/>
            <p:nvPr/>
          </p:nvSpPr>
          <p:spPr>
            <a:xfrm>
              <a:off x="5164344" y="3105217"/>
              <a:ext cx="216216" cy="86902"/>
            </a:xfrm>
            <a:custGeom>
              <a:rect b="b" l="l" r="r" t="t"/>
              <a:pathLst>
                <a:path extrusionOk="0" h="420" w="1045">
                  <a:moveTo>
                    <a:pt x="588" y="1"/>
                  </a:moveTo>
                  <a:cubicBezTo>
                    <a:pt x="575" y="1"/>
                    <a:pt x="561" y="3"/>
                    <a:pt x="545" y="9"/>
                  </a:cubicBezTo>
                  <a:cubicBezTo>
                    <a:pt x="447" y="45"/>
                    <a:pt x="277" y="63"/>
                    <a:pt x="277" y="63"/>
                  </a:cubicBezTo>
                  <a:lnTo>
                    <a:pt x="125" y="63"/>
                  </a:lnTo>
                  <a:cubicBezTo>
                    <a:pt x="125" y="63"/>
                    <a:pt x="0" y="152"/>
                    <a:pt x="27" y="223"/>
                  </a:cubicBezTo>
                  <a:cubicBezTo>
                    <a:pt x="54" y="295"/>
                    <a:pt x="125" y="366"/>
                    <a:pt x="125" y="366"/>
                  </a:cubicBezTo>
                  <a:cubicBezTo>
                    <a:pt x="125" y="366"/>
                    <a:pt x="518" y="411"/>
                    <a:pt x="545" y="411"/>
                  </a:cubicBezTo>
                  <a:cubicBezTo>
                    <a:pt x="562" y="411"/>
                    <a:pt x="732" y="419"/>
                    <a:pt x="732" y="419"/>
                  </a:cubicBezTo>
                  <a:lnTo>
                    <a:pt x="964" y="366"/>
                  </a:lnTo>
                  <a:lnTo>
                    <a:pt x="1044" y="286"/>
                  </a:lnTo>
                  <a:lnTo>
                    <a:pt x="830" y="143"/>
                  </a:lnTo>
                  <a:cubicBezTo>
                    <a:pt x="759" y="107"/>
                    <a:pt x="670" y="63"/>
                    <a:pt x="670" y="63"/>
                  </a:cubicBezTo>
                  <a:cubicBezTo>
                    <a:pt x="670" y="63"/>
                    <a:pt x="651" y="1"/>
                    <a:pt x="588"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0"/>
            <p:cNvSpPr/>
            <p:nvPr/>
          </p:nvSpPr>
          <p:spPr>
            <a:xfrm>
              <a:off x="5425863" y="3360331"/>
              <a:ext cx="159524" cy="73660"/>
            </a:xfrm>
            <a:custGeom>
              <a:rect b="b" l="l" r="r" t="t"/>
              <a:pathLst>
                <a:path extrusionOk="0" h="356" w="771">
                  <a:moveTo>
                    <a:pt x="369" y="0"/>
                  </a:moveTo>
                  <a:cubicBezTo>
                    <a:pt x="351" y="0"/>
                    <a:pt x="330" y="4"/>
                    <a:pt x="298" y="16"/>
                  </a:cubicBezTo>
                  <a:cubicBezTo>
                    <a:pt x="200" y="61"/>
                    <a:pt x="164" y="25"/>
                    <a:pt x="137" y="87"/>
                  </a:cubicBezTo>
                  <a:cubicBezTo>
                    <a:pt x="101" y="150"/>
                    <a:pt x="48" y="239"/>
                    <a:pt x="48" y="239"/>
                  </a:cubicBezTo>
                  <a:cubicBezTo>
                    <a:pt x="48" y="239"/>
                    <a:pt x="41" y="238"/>
                    <a:pt x="33" y="238"/>
                  </a:cubicBezTo>
                  <a:cubicBezTo>
                    <a:pt x="18" y="238"/>
                    <a:pt x="0" y="242"/>
                    <a:pt x="30" y="266"/>
                  </a:cubicBezTo>
                  <a:cubicBezTo>
                    <a:pt x="75" y="310"/>
                    <a:pt x="226" y="355"/>
                    <a:pt x="226" y="355"/>
                  </a:cubicBezTo>
                  <a:lnTo>
                    <a:pt x="414" y="346"/>
                  </a:lnTo>
                  <a:lnTo>
                    <a:pt x="610" y="328"/>
                  </a:lnTo>
                  <a:lnTo>
                    <a:pt x="753" y="239"/>
                  </a:lnTo>
                  <a:lnTo>
                    <a:pt x="770" y="141"/>
                  </a:lnTo>
                  <a:lnTo>
                    <a:pt x="762" y="52"/>
                  </a:lnTo>
                  <a:cubicBezTo>
                    <a:pt x="726" y="43"/>
                    <a:pt x="637" y="16"/>
                    <a:pt x="512" y="16"/>
                  </a:cubicBezTo>
                  <a:cubicBezTo>
                    <a:pt x="428" y="16"/>
                    <a:pt x="405" y="0"/>
                    <a:pt x="369" y="0"/>
                  </a:cubicBez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0"/>
            <p:cNvSpPr/>
            <p:nvPr/>
          </p:nvSpPr>
          <p:spPr>
            <a:xfrm>
              <a:off x="5120068" y="3438954"/>
              <a:ext cx="118350" cy="72418"/>
            </a:xfrm>
            <a:custGeom>
              <a:rect b="b" l="l" r="r" t="t"/>
              <a:pathLst>
                <a:path extrusionOk="0" h="350" w="572">
                  <a:moveTo>
                    <a:pt x="378" y="1"/>
                  </a:moveTo>
                  <a:cubicBezTo>
                    <a:pt x="371" y="1"/>
                    <a:pt x="364" y="1"/>
                    <a:pt x="357" y="2"/>
                  </a:cubicBezTo>
                  <a:cubicBezTo>
                    <a:pt x="286" y="11"/>
                    <a:pt x="197" y="11"/>
                    <a:pt x="197" y="11"/>
                  </a:cubicBezTo>
                  <a:cubicBezTo>
                    <a:pt x="170" y="11"/>
                    <a:pt x="54" y="29"/>
                    <a:pt x="36" y="55"/>
                  </a:cubicBezTo>
                  <a:cubicBezTo>
                    <a:pt x="27" y="82"/>
                    <a:pt x="0" y="91"/>
                    <a:pt x="18" y="145"/>
                  </a:cubicBezTo>
                  <a:cubicBezTo>
                    <a:pt x="27" y="198"/>
                    <a:pt x="81" y="269"/>
                    <a:pt x="81" y="269"/>
                  </a:cubicBezTo>
                  <a:lnTo>
                    <a:pt x="232" y="323"/>
                  </a:lnTo>
                  <a:lnTo>
                    <a:pt x="384" y="350"/>
                  </a:lnTo>
                  <a:cubicBezTo>
                    <a:pt x="384" y="350"/>
                    <a:pt x="527" y="252"/>
                    <a:pt x="536" y="198"/>
                  </a:cubicBezTo>
                  <a:cubicBezTo>
                    <a:pt x="553" y="136"/>
                    <a:pt x="571" y="64"/>
                    <a:pt x="571" y="64"/>
                  </a:cubicBezTo>
                  <a:lnTo>
                    <a:pt x="571" y="38"/>
                  </a:lnTo>
                  <a:cubicBezTo>
                    <a:pt x="571" y="38"/>
                    <a:pt x="453" y="1"/>
                    <a:pt x="378"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0"/>
            <p:cNvSpPr/>
            <p:nvPr/>
          </p:nvSpPr>
          <p:spPr>
            <a:xfrm>
              <a:off x="5114482" y="3616272"/>
              <a:ext cx="201319" cy="104076"/>
            </a:xfrm>
            <a:custGeom>
              <a:rect b="b" l="l" r="r" t="t"/>
              <a:pathLst>
                <a:path extrusionOk="0" h="503" w="973">
                  <a:moveTo>
                    <a:pt x="456" y="0"/>
                  </a:moveTo>
                  <a:cubicBezTo>
                    <a:pt x="447" y="0"/>
                    <a:pt x="438" y="0"/>
                    <a:pt x="429" y="1"/>
                  </a:cubicBezTo>
                  <a:cubicBezTo>
                    <a:pt x="331" y="10"/>
                    <a:pt x="206" y="73"/>
                    <a:pt x="206" y="73"/>
                  </a:cubicBezTo>
                  <a:lnTo>
                    <a:pt x="99" y="108"/>
                  </a:lnTo>
                  <a:cubicBezTo>
                    <a:pt x="99" y="108"/>
                    <a:pt x="79" y="100"/>
                    <a:pt x="60" y="100"/>
                  </a:cubicBezTo>
                  <a:cubicBezTo>
                    <a:pt x="51" y="100"/>
                    <a:pt x="42" y="102"/>
                    <a:pt x="36" y="108"/>
                  </a:cubicBezTo>
                  <a:cubicBezTo>
                    <a:pt x="18" y="117"/>
                    <a:pt x="1" y="206"/>
                    <a:pt x="1" y="206"/>
                  </a:cubicBezTo>
                  <a:lnTo>
                    <a:pt x="99" y="305"/>
                  </a:lnTo>
                  <a:cubicBezTo>
                    <a:pt x="99" y="305"/>
                    <a:pt x="108" y="314"/>
                    <a:pt x="134" y="340"/>
                  </a:cubicBezTo>
                  <a:cubicBezTo>
                    <a:pt x="163" y="362"/>
                    <a:pt x="175" y="401"/>
                    <a:pt x="206" y="401"/>
                  </a:cubicBezTo>
                  <a:cubicBezTo>
                    <a:pt x="214" y="401"/>
                    <a:pt x="222" y="399"/>
                    <a:pt x="233" y="394"/>
                  </a:cubicBezTo>
                  <a:cubicBezTo>
                    <a:pt x="286" y="367"/>
                    <a:pt x="322" y="358"/>
                    <a:pt x="322" y="358"/>
                  </a:cubicBezTo>
                  <a:cubicBezTo>
                    <a:pt x="322" y="358"/>
                    <a:pt x="375" y="403"/>
                    <a:pt x="411" y="438"/>
                  </a:cubicBezTo>
                  <a:cubicBezTo>
                    <a:pt x="447" y="474"/>
                    <a:pt x="438" y="465"/>
                    <a:pt x="518" y="483"/>
                  </a:cubicBezTo>
                  <a:cubicBezTo>
                    <a:pt x="566" y="499"/>
                    <a:pt x="602" y="502"/>
                    <a:pt x="622" y="502"/>
                  </a:cubicBezTo>
                  <a:cubicBezTo>
                    <a:pt x="636" y="502"/>
                    <a:pt x="643" y="501"/>
                    <a:pt x="643" y="501"/>
                  </a:cubicBezTo>
                  <a:lnTo>
                    <a:pt x="786" y="474"/>
                  </a:lnTo>
                  <a:lnTo>
                    <a:pt x="875" y="367"/>
                  </a:lnTo>
                  <a:cubicBezTo>
                    <a:pt x="875" y="367"/>
                    <a:pt x="973" y="305"/>
                    <a:pt x="928" y="251"/>
                  </a:cubicBezTo>
                  <a:cubicBezTo>
                    <a:pt x="875" y="189"/>
                    <a:pt x="795" y="126"/>
                    <a:pt x="759" y="108"/>
                  </a:cubicBezTo>
                  <a:cubicBezTo>
                    <a:pt x="723" y="90"/>
                    <a:pt x="634" y="37"/>
                    <a:pt x="634" y="37"/>
                  </a:cubicBezTo>
                  <a:cubicBezTo>
                    <a:pt x="634" y="37"/>
                    <a:pt x="546" y="0"/>
                    <a:pt x="456"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0"/>
            <p:cNvSpPr/>
            <p:nvPr/>
          </p:nvSpPr>
          <p:spPr>
            <a:xfrm>
              <a:off x="5393173" y="3716207"/>
              <a:ext cx="252631" cy="97868"/>
            </a:xfrm>
            <a:custGeom>
              <a:rect b="b" l="l" r="r" t="t"/>
              <a:pathLst>
                <a:path extrusionOk="0" h="473" w="1221">
                  <a:moveTo>
                    <a:pt x="170" y="0"/>
                  </a:moveTo>
                  <a:lnTo>
                    <a:pt x="54" y="80"/>
                  </a:lnTo>
                  <a:lnTo>
                    <a:pt x="1" y="250"/>
                  </a:lnTo>
                  <a:lnTo>
                    <a:pt x="54" y="339"/>
                  </a:lnTo>
                  <a:lnTo>
                    <a:pt x="108" y="410"/>
                  </a:lnTo>
                  <a:lnTo>
                    <a:pt x="295" y="446"/>
                  </a:lnTo>
                  <a:cubicBezTo>
                    <a:pt x="295" y="446"/>
                    <a:pt x="358" y="472"/>
                    <a:pt x="428" y="472"/>
                  </a:cubicBezTo>
                  <a:cubicBezTo>
                    <a:pt x="449" y="472"/>
                    <a:pt x="471" y="470"/>
                    <a:pt x="491" y="464"/>
                  </a:cubicBezTo>
                  <a:cubicBezTo>
                    <a:pt x="531" y="455"/>
                    <a:pt x="574" y="453"/>
                    <a:pt x="606" y="453"/>
                  </a:cubicBezTo>
                  <a:cubicBezTo>
                    <a:pt x="639" y="453"/>
                    <a:pt x="661" y="455"/>
                    <a:pt x="661" y="455"/>
                  </a:cubicBezTo>
                  <a:cubicBezTo>
                    <a:pt x="661" y="455"/>
                    <a:pt x="750" y="401"/>
                    <a:pt x="1009" y="330"/>
                  </a:cubicBezTo>
                  <a:cubicBezTo>
                    <a:pt x="1213" y="264"/>
                    <a:pt x="1220" y="258"/>
                    <a:pt x="1216" y="258"/>
                  </a:cubicBezTo>
                  <a:cubicBezTo>
                    <a:pt x="1215" y="258"/>
                    <a:pt x="1214" y="259"/>
                    <a:pt x="1214" y="259"/>
                  </a:cubicBezTo>
                  <a:lnTo>
                    <a:pt x="1053" y="187"/>
                  </a:lnTo>
                  <a:cubicBezTo>
                    <a:pt x="1053" y="187"/>
                    <a:pt x="1000" y="161"/>
                    <a:pt x="928" y="143"/>
                  </a:cubicBezTo>
                  <a:cubicBezTo>
                    <a:pt x="866" y="125"/>
                    <a:pt x="830" y="18"/>
                    <a:pt x="830" y="18"/>
                  </a:cubicBezTo>
                  <a:lnTo>
                    <a:pt x="688" y="0"/>
                  </a:lnTo>
                  <a:lnTo>
                    <a:pt x="456" y="62"/>
                  </a:lnTo>
                  <a:lnTo>
                    <a:pt x="170" y="0"/>
                  </a:ln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0"/>
            <p:cNvSpPr/>
            <p:nvPr/>
          </p:nvSpPr>
          <p:spPr>
            <a:xfrm>
              <a:off x="5341448" y="3300742"/>
              <a:ext cx="179387" cy="87109"/>
            </a:xfrm>
            <a:custGeom>
              <a:rect b="b" l="l" r="r" t="t"/>
              <a:pathLst>
                <a:path extrusionOk="0" h="421" w="867">
                  <a:moveTo>
                    <a:pt x="732" y="1"/>
                  </a:moveTo>
                  <a:lnTo>
                    <a:pt x="608" y="19"/>
                  </a:lnTo>
                  <a:cubicBezTo>
                    <a:pt x="608" y="19"/>
                    <a:pt x="527" y="34"/>
                    <a:pt x="476" y="34"/>
                  </a:cubicBezTo>
                  <a:cubicBezTo>
                    <a:pt x="459" y="34"/>
                    <a:pt x="445" y="32"/>
                    <a:pt x="438" y="28"/>
                  </a:cubicBezTo>
                  <a:cubicBezTo>
                    <a:pt x="433" y="22"/>
                    <a:pt x="419" y="20"/>
                    <a:pt x="402" y="20"/>
                  </a:cubicBezTo>
                  <a:cubicBezTo>
                    <a:pt x="331" y="20"/>
                    <a:pt x="188" y="54"/>
                    <a:pt x="188" y="54"/>
                  </a:cubicBezTo>
                  <a:cubicBezTo>
                    <a:pt x="188" y="54"/>
                    <a:pt x="63" y="170"/>
                    <a:pt x="45" y="215"/>
                  </a:cubicBezTo>
                  <a:lnTo>
                    <a:pt x="1" y="322"/>
                  </a:lnTo>
                  <a:lnTo>
                    <a:pt x="45" y="402"/>
                  </a:lnTo>
                  <a:lnTo>
                    <a:pt x="269" y="420"/>
                  </a:lnTo>
                  <a:cubicBezTo>
                    <a:pt x="269" y="420"/>
                    <a:pt x="384" y="411"/>
                    <a:pt x="429" y="367"/>
                  </a:cubicBezTo>
                  <a:cubicBezTo>
                    <a:pt x="450" y="345"/>
                    <a:pt x="475" y="336"/>
                    <a:pt x="511" y="336"/>
                  </a:cubicBezTo>
                  <a:cubicBezTo>
                    <a:pt x="551" y="336"/>
                    <a:pt x="604" y="348"/>
                    <a:pt x="679" y="367"/>
                  </a:cubicBezTo>
                  <a:cubicBezTo>
                    <a:pt x="704" y="371"/>
                    <a:pt x="726" y="373"/>
                    <a:pt x="745" y="373"/>
                  </a:cubicBezTo>
                  <a:cubicBezTo>
                    <a:pt x="833" y="373"/>
                    <a:pt x="857" y="331"/>
                    <a:pt x="857" y="331"/>
                  </a:cubicBezTo>
                  <a:cubicBezTo>
                    <a:pt x="857" y="331"/>
                    <a:pt x="866" y="170"/>
                    <a:pt x="857" y="144"/>
                  </a:cubicBezTo>
                  <a:cubicBezTo>
                    <a:pt x="848" y="117"/>
                    <a:pt x="732" y="1"/>
                    <a:pt x="732"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0"/>
            <p:cNvSpPr/>
            <p:nvPr/>
          </p:nvSpPr>
          <p:spPr>
            <a:xfrm>
              <a:off x="5033378" y="3852764"/>
              <a:ext cx="634991" cy="64763"/>
            </a:xfrm>
            <a:custGeom>
              <a:rect b="b" l="l" r="r" t="t"/>
              <a:pathLst>
                <a:path extrusionOk="0" h="313" w="3069">
                  <a:moveTo>
                    <a:pt x="0" y="0"/>
                  </a:moveTo>
                  <a:lnTo>
                    <a:pt x="0" y="312"/>
                  </a:lnTo>
                  <a:lnTo>
                    <a:pt x="3069" y="312"/>
                  </a:lnTo>
                  <a:lnTo>
                    <a:pt x="3069"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0"/>
            <p:cNvSpPr/>
            <p:nvPr/>
          </p:nvSpPr>
          <p:spPr>
            <a:xfrm>
              <a:off x="5072068" y="3917318"/>
              <a:ext cx="557609" cy="531759"/>
            </a:xfrm>
            <a:custGeom>
              <a:rect b="b" l="l" r="r" t="t"/>
              <a:pathLst>
                <a:path extrusionOk="0" h="2570" w="2695">
                  <a:moveTo>
                    <a:pt x="0" y="0"/>
                  </a:moveTo>
                  <a:lnTo>
                    <a:pt x="232" y="2570"/>
                  </a:lnTo>
                  <a:lnTo>
                    <a:pt x="2472" y="2570"/>
                  </a:lnTo>
                  <a:lnTo>
                    <a:pt x="269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0"/>
            <p:cNvSpPr/>
            <p:nvPr/>
          </p:nvSpPr>
          <p:spPr>
            <a:xfrm>
              <a:off x="5072068" y="3917318"/>
              <a:ext cx="557609" cy="40761"/>
            </a:xfrm>
            <a:custGeom>
              <a:rect b="b" l="l" r="r" t="t"/>
              <a:pathLst>
                <a:path extrusionOk="0" h="197" w="2695">
                  <a:moveTo>
                    <a:pt x="0" y="0"/>
                  </a:moveTo>
                  <a:lnTo>
                    <a:pt x="18" y="197"/>
                  </a:lnTo>
                  <a:lnTo>
                    <a:pt x="2677" y="197"/>
                  </a:lnTo>
                  <a:lnTo>
                    <a:pt x="269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3" name="Google Shape;2043;p40"/>
          <p:cNvGrpSpPr/>
          <p:nvPr/>
        </p:nvGrpSpPr>
        <p:grpSpPr>
          <a:xfrm>
            <a:off x="8430894" y="2688291"/>
            <a:ext cx="942613" cy="2225784"/>
            <a:chOff x="1214466" y="2918796"/>
            <a:chExt cx="786428" cy="1856987"/>
          </a:xfrm>
        </p:grpSpPr>
        <p:sp>
          <p:nvSpPr>
            <p:cNvPr id="2044" name="Google Shape;2044;p40"/>
            <p:cNvSpPr/>
            <p:nvPr/>
          </p:nvSpPr>
          <p:spPr>
            <a:xfrm>
              <a:off x="1718262" y="3276741"/>
              <a:ext cx="282632" cy="1052344"/>
            </a:xfrm>
            <a:custGeom>
              <a:rect b="b" l="l" r="r" t="t"/>
              <a:pathLst>
                <a:path extrusionOk="0" h="5086" w="1366">
                  <a:moveTo>
                    <a:pt x="1366" y="1"/>
                  </a:moveTo>
                  <a:lnTo>
                    <a:pt x="1" y="5005"/>
                  </a:lnTo>
                  <a:lnTo>
                    <a:pt x="99" y="5086"/>
                  </a:lnTo>
                  <a:cubicBezTo>
                    <a:pt x="1294" y="2321"/>
                    <a:pt x="1366" y="1"/>
                    <a:pt x="13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0"/>
            <p:cNvSpPr/>
            <p:nvPr/>
          </p:nvSpPr>
          <p:spPr>
            <a:xfrm>
              <a:off x="1696123" y="3276741"/>
              <a:ext cx="304771" cy="1035791"/>
            </a:xfrm>
            <a:custGeom>
              <a:rect b="b" l="l" r="r" t="t"/>
              <a:pathLst>
                <a:path extrusionOk="0" h="5006" w="1473">
                  <a:moveTo>
                    <a:pt x="1473" y="1"/>
                  </a:moveTo>
                  <a:cubicBezTo>
                    <a:pt x="1473" y="1"/>
                    <a:pt x="483" y="1553"/>
                    <a:pt x="1" y="4916"/>
                  </a:cubicBezTo>
                  <a:lnTo>
                    <a:pt x="108" y="5005"/>
                  </a:lnTo>
                  <a:lnTo>
                    <a:pt x="1473"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0"/>
            <p:cNvSpPr/>
            <p:nvPr/>
          </p:nvSpPr>
          <p:spPr>
            <a:xfrm>
              <a:off x="1687020" y="3134598"/>
              <a:ext cx="227182" cy="1069104"/>
            </a:xfrm>
            <a:custGeom>
              <a:rect b="b" l="l" r="r" t="t"/>
              <a:pathLst>
                <a:path extrusionOk="0" h="5167" w="1098">
                  <a:moveTo>
                    <a:pt x="999" y="1"/>
                  </a:moveTo>
                  <a:lnTo>
                    <a:pt x="0" y="5086"/>
                  </a:lnTo>
                  <a:lnTo>
                    <a:pt x="107" y="5166"/>
                  </a:lnTo>
                  <a:cubicBezTo>
                    <a:pt x="1097" y="2321"/>
                    <a:pt x="999" y="1"/>
                    <a:pt x="9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0"/>
            <p:cNvSpPr/>
            <p:nvPr/>
          </p:nvSpPr>
          <p:spPr>
            <a:xfrm>
              <a:off x="1664882" y="3134598"/>
              <a:ext cx="229044" cy="1052344"/>
            </a:xfrm>
            <a:custGeom>
              <a:rect b="b" l="l" r="r" t="t"/>
              <a:pathLst>
                <a:path extrusionOk="0" h="5086" w="1107">
                  <a:moveTo>
                    <a:pt x="1106" y="1"/>
                  </a:moveTo>
                  <a:cubicBezTo>
                    <a:pt x="1106" y="1"/>
                    <a:pt x="232" y="1625"/>
                    <a:pt x="0" y="5014"/>
                  </a:cubicBezTo>
                  <a:lnTo>
                    <a:pt x="107" y="5086"/>
                  </a:lnTo>
                  <a:lnTo>
                    <a:pt x="1106"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0"/>
            <p:cNvSpPr/>
            <p:nvPr/>
          </p:nvSpPr>
          <p:spPr>
            <a:xfrm>
              <a:off x="1648123" y="3007352"/>
              <a:ext cx="171938" cy="1118762"/>
            </a:xfrm>
            <a:custGeom>
              <a:rect b="b" l="l" r="r" t="t"/>
              <a:pathLst>
                <a:path extrusionOk="0" h="5407" w="831">
                  <a:moveTo>
                    <a:pt x="527" y="0"/>
                  </a:moveTo>
                  <a:lnTo>
                    <a:pt x="1" y="5362"/>
                  </a:lnTo>
                  <a:lnTo>
                    <a:pt x="108" y="5406"/>
                  </a:lnTo>
                  <a:cubicBezTo>
                    <a:pt x="830" y="2258"/>
                    <a:pt x="527" y="1"/>
                    <a:pt x="5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0"/>
            <p:cNvSpPr/>
            <p:nvPr/>
          </p:nvSpPr>
          <p:spPr>
            <a:xfrm>
              <a:off x="1609434" y="3007352"/>
              <a:ext cx="147937" cy="1109451"/>
            </a:xfrm>
            <a:custGeom>
              <a:rect b="b" l="l" r="r" t="t"/>
              <a:pathLst>
                <a:path extrusionOk="0" h="5362" w="715">
                  <a:moveTo>
                    <a:pt x="714" y="0"/>
                  </a:moveTo>
                  <a:lnTo>
                    <a:pt x="714" y="0"/>
                  </a:lnTo>
                  <a:cubicBezTo>
                    <a:pt x="714" y="1"/>
                    <a:pt x="1" y="1910"/>
                    <a:pt x="72" y="5326"/>
                  </a:cubicBezTo>
                  <a:lnTo>
                    <a:pt x="188" y="5362"/>
                  </a:lnTo>
                  <a:lnTo>
                    <a:pt x="71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0"/>
            <p:cNvSpPr/>
            <p:nvPr/>
          </p:nvSpPr>
          <p:spPr>
            <a:xfrm>
              <a:off x="1607571" y="2918796"/>
              <a:ext cx="109039" cy="1127866"/>
            </a:xfrm>
            <a:custGeom>
              <a:rect b="b" l="l" r="r" t="t"/>
              <a:pathLst>
                <a:path extrusionOk="0" h="5451" w="527">
                  <a:moveTo>
                    <a:pt x="1" y="0"/>
                  </a:moveTo>
                  <a:lnTo>
                    <a:pt x="1" y="5451"/>
                  </a:lnTo>
                  <a:lnTo>
                    <a:pt x="117" y="5451"/>
                  </a:lnTo>
                  <a:cubicBezTo>
                    <a:pt x="527" y="2114"/>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0"/>
            <p:cNvSpPr/>
            <p:nvPr/>
          </p:nvSpPr>
          <p:spPr>
            <a:xfrm>
              <a:off x="1500605" y="2918796"/>
              <a:ext cx="107177" cy="1127866"/>
            </a:xfrm>
            <a:custGeom>
              <a:rect b="b" l="l" r="r" t="t"/>
              <a:pathLst>
                <a:path extrusionOk="0" h="5451" w="518">
                  <a:moveTo>
                    <a:pt x="518" y="0"/>
                  </a:moveTo>
                  <a:cubicBezTo>
                    <a:pt x="518" y="0"/>
                    <a:pt x="0" y="2114"/>
                    <a:pt x="402" y="5451"/>
                  </a:cubicBezTo>
                  <a:lnTo>
                    <a:pt x="518" y="5451"/>
                  </a:lnTo>
                  <a:lnTo>
                    <a:pt x="51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0"/>
            <p:cNvSpPr/>
            <p:nvPr/>
          </p:nvSpPr>
          <p:spPr>
            <a:xfrm>
              <a:off x="1214466" y="3276741"/>
              <a:ext cx="284494" cy="1052344"/>
            </a:xfrm>
            <a:custGeom>
              <a:rect b="b" l="l" r="r" t="t"/>
              <a:pathLst>
                <a:path extrusionOk="0" h="5086" w="1375">
                  <a:moveTo>
                    <a:pt x="0" y="1"/>
                  </a:moveTo>
                  <a:cubicBezTo>
                    <a:pt x="0" y="1"/>
                    <a:pt x="72" y="2321"/>
                    <a:pt x="1276" y="5086"/>
                  </a:cubicBezTo>
                  <a:lnTo>
                    <a:pt x="1374" y="5005"/>
                  </a:lnTo>
                  <a:lnTo>
                    <a:pt x="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0"/>
            <p:cNvSpPr/>
            <p:nvPr/>
          </p:nvSpPr>
          <p:spPr>
            <a:xfrm>
              <a:off x="1214466" y="3276741"/>
              <a:ext cx="304771" cy="1035791"/>
            </a:xfrm>
            <a:custGeom>
              <a:rect b="b" l="l" r="r" t="t"/>
              <a:pathLst>
                <a:path extrusionOk="0" h="5006" w="1473">
                  <a:moveTo>
                    <a:pt x="0" y="1"/>
                  </a:moveTo>
                  <a:lnTo>
                    <a:pt x="1374" y="5005"/>
                  </a:lnTo>
                  <a:lnTo>
                    <a:pt x="1472" y="4916"/>
                  </a:lnTo>
                  <a:cubicBezTo>
                    <a:pt x="1000" y="1553"/>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0"/>
            <p:cNvSpPr/>
            <p:nvPr/>
          </p:nvSpPr>
          <p:spPr>
            <a:xfrm>
              <a:off x="1301156" y="3134598"/>
              <a:ext cx="229044" cy="1069104"/>
            </a:xfrm>
            <a:custGeom>
              <a:rect b="b" l="l" r="r" t="t"/>
              <a:pathLst>
                <a:path extrusionOk="0" h="5167" w="1107">
                  <a:moveTo>
                    <a:pt x="108" y="1"/>
                  </a:moveTo>
                  <a:cubicBezTo>
                    <a:pt x="108" y="1"/>
                    <a:pt x="1" y="2321"/>
                    <a:pt x="1000" y="5166"/>
                  </a:cubicBezTo>
                  <a:lnTo>
                    <a:pt x="1107" y="5086"/>
                  </a:lnTo>
                  <a:lnTo>
                    <a:pt x="10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0"/>
            <p:cNvSpPr/>
            <p:nvPr/>
          </p:nvSpPr>
          <p:spPr>
            <a:xfrm>
              <a:off x="1323294" y="3134598"/>
              <a:ext cx="229044" cy="1052344"/>
            </a:xfrm>
            <a:custGeom>
              <a:rect b="b" l="l" r="r" t="t"/>
              <a:pathLst>
                <a:path extrusionOk="0" h="5086" w="1107">
                  <a:moveTo>
                    <a:pt x="1" y="1"/>
                  </a:moveTo>
                  <a:lnTo>
                    <a:pt x="1000" y="5086"/>
                  </a:lnTo>
                  <a:lnTo>
                    <a:pt x="1107" y="5014"/>
                  </a:lnTo>
                  <a:cubicBezTo>
                    <a:pt x="875" y="1625"/>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0"/>
            <p:cNvSpPr/>
            <p:nvPr/>
          </p:nvSpPr>
          <p:spPr>
            <a:xfrm>
              <a:off x="1395295" y="3007352"/>
              <a:ext cx="173800" cy="1118762"/>
            </a:xfrm>
            <a:custGeom>
              <a:rect b="b" l="l" r="r" t="t"/>
              <a:pathLst>
                <a:path extrusionOk="0" h="5407" w="840">
                  <a:moveTo>
                    <a:pt x="313" y="0"/>
                  </a:moveTo>
                  <a:cubicBezTo>
                    <a:pt x="313" y="1"/>
                    <a:pt x="1" y="2258"/>
                    <a:pt x="723" y="5406"/>
                  </a:cubicBezTo>
                  <a:lnTo>
                    <a:pt x="839" y="5362"/>
                  </a:lnTo>
                  <a:lnTo>
                    <a:pt x="313"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0"/>
            <p:cNvSpPr/>
            <p:nvPr/>
          </p:nvSpPr>
          <p:spPr>
            <a:xfrm>
              <a:off x="1459847" y="3007352"/>
              <a:ext cx="147937" cy="1109451"/>
            </a:xfrm>
            <a:custGeom>
              <a:rect b="b" l="l" r="r" t="t"/>
              <a:pathLst>
                <a:path extrusionOk="0" h="5362" w="715">
                  <a:moveTo>
                    <a:pt x="1" y="0"/>
                  </a:moveTo>
                  <a:lnTo>
                    <a:pt x="527" y="5362"/>
                  </a:lnTo>
                  <a:lnTo>
                    <a:pt x="634" y="5326"/>
                  </a:lnTo>
                  <a:cubicBezTo>
                    <a:pt x="715" y="1910"/>
                    <a:pt x="1" y="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0"/>
            <p:cNvSpPr/>
            <p:nvPr/>
          </p:nvSpPr>
          <p:spPr>
            <a:xfrm>
              <a:off x="1268053" y="3994907"/>
              <a:ext cx="681131" cy="86902"/>
            </a:xfrm>
            <a:custGeom>
              <a:rect b="b" l="l" r="r" t="t"/>
              <a:pathLst>
                <a:path extrusionOk="0" h="420" w="3292">
                  <a:moveTo>
                    <a:pt x="0" y="0"/>
                  </a:moveTo>
                  <a:lnTo>
                    <a:pt x="0" y="419"/>
                  </a:lnTo>
                  <a:lnTo>
                    <a:pt x="3292" y="419"/>
                  </a:lnTo>
                  <a:lnTo>
                    <a:pt x="3292"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0"/>
            <p:cNvSpPr/>
            <p:nvPr/>
          </p:nvSpPr>
          <p:spPr>
            <a:xfrm>
              <a:off x="1308605" y="4081600"/>
              <a:ext cx="598162" cy="694183"/>
            </a:xfrm>
            <a:custGeom>
              <a:rect b="b" l="l" r="r" t="t"/>
              <a:pathLst>
                <a:path extrusionOk="0" h="3355" w="2891">
                  <a:moveTo>
                    <a:pt x="0" y="0"/>
                  </a:moveTo>
                  <a:lnTo>
                    <a:pt x="250" y="3355"/>
                  </a:lnTo>
                  <a:lnTo>
                    <a:pt x="2650" y="3355"/>
                  </a:lnTo>
                  <a:lnTo>
                    <a:pt x="289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0"/>
            <p:cNvSpPr/>
            <p:nvPr/>
          </p:nvSpPr>
          <p:spPr>
            <a:xfrm>
              <a:off x="1308605" y="4081600"/>
              <a:ext cx="598162" cy="51934"/>
            </a:xfrm>
            <a:custGeom>
              <a:rect b="b" l="l" r="r" t="t"/>
              <a:pathLst>
                <a:path extrusionOk="0" h="251" w="2891">
                  <a:moveTo>
                    <a:pt x="0" y="0"/>
                  </a:moveTo>
                  <a:lnTo>
                    <a:pt x="18" y="250"/>
                  </a:lnTo>
                  <a:lnTo>
                    <a:pt x="2873" y="250"/>
                  </a:lnTo>
                  <a:lnTo>
                    <a:pt x="289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1" name="Google Shape;2061;p40"/>
          <p:cNvSpPr/>
          <p:nvPr/>
        </p:nvSpPr>
        <p:spPr>
          <a:xfrm>
            <a:off x="8274941" y="294388"/>
            <a:ext cx="1254515" cy="174375"/>
          </a:xfrm>
          <a:custGeom>
            <a:rect b="b" l="l" r="r" t="t"/>
            <a:pathLst>
              <a:path extrusionOk="0" h="759" w="5461">
                <a:moveTo>
                  <a:pt x="2793" y="0"/>
                </a:moveTo>
                <a:cubicBezTo>
                  <a:pt x="2177" y="0"/>
                  <a:pt x="1865" y="375"/>
                  <a:pt x="1865" y="375"/>
                </a:cubicBezTo>
                <a:cubicBezTo>
                  <a:pt x="1798" y="352"/>
                  <a:pt x="1736" y="342"/>
                  <a:pt x="1680" y="342"/>
                </a:cubicBezTo>
                <a:cubicBezTo>
                  <a:pt x="1433" y="342"/>
                  <a:pt x="1303" y="526"/>
                  <a:pt x="1303" y="526"/>
                </a:cubicBezTo>
                <a:cubicBezTo>
                  <a:pt x="1120" y="454"/>
                  <a:pt x="954" y="426"/>
                  <a:pt x="806" y="426"/>
                </a:cubicBezTo>
                <a:cubicBezTo>
                  <a:pt x="295" y="426"/>
                  <a:pt x="0" y="758"/>
                  <a:pt x="0" y="758"/>
                </a:cubicBezTo>
                <a:lnTo>
                  <a:pt x="5460" y="758"/>
                </a:lnTo>
                <a:cubicBezTo>
                  <a:pt x="5270" y="491"/>
                  <a:pt x="4996" y="421"/>
                  <a:pt x="4764" y="421"/>
                </a:cubicBezTo>
                <a:cubicBezTo>
                  <a:pt x="4517" y="421"/>
                  <a:pt x="4318" y="500"/>
                  <a:pt x="4318" y="500"/>
                </a:cubicBezTo>
                <a:cubicBezTo>
                  <a:pt x="4212" y="383"/>
                  <a:pt x="4084" y="347"/>
                  <a:pt x="3969" y="347"/>
                </a:cubicBezTo>
                <a:cubicBezTo>
                  <a:pt x="3795" y="347"/>
                  <a:pt x="3649" y="428"/>
                  <a:pt x="3649" y="428"/>
                </a:cubicBezTo>
                <a:cubicBezTo>
                  <a:pt x="3649" y="428"/>
                  <a:pt x="3408" y="0"/>
                  <a:pt x="27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0"/>
          <p:cNvSpPr/>
          <p:nvPr/>
        </p:nvSpPr>
        <p:spPr>
          <a:xfrm>
            <a:off x="-336509" y="539388"/>
            <a:ext cx="1254515" cy="174375"/>
          </a:xfrm>
          <a:custGeom>
            <a:rect b="b" l="l" r="r" t="t"/>
            <a:pathLst>
              <a:path extrusionOk="0" h="759" w="5461">
                <a:moveTo>
                  <a:pt x="2793" y="0"/>
                </a:moveTo>
                <a:cubicBezTo>
                  <a:pt x="2177" y="0"/>
                  <a:pt x="1865" y="375"/>
                  <a:pt x="1865" y="375"/>
                </a:cubicBezTo>
                <a:cubicBezTo>
                  <a:pt x="1798" y="352"/>
                  <a:pt x="1736" y="342"/>
                  <a:pt x="1680" y="342"/>
                </a:cubicBezTo>
                <a:cubicBezTo>
                  <a:pt x="1433" y="342"/>
                  <a:pt x="1303" y="526"/>
                  <a:pt x="1303" y="526"/>
                </a:cubicBezTo>
                <a:cubicBezTo>
                  <a:pt x="1120" y="454"/>
                  <a:pt x="954" y="426"/>
                  <a:pt x="806" y="426"/>
                </a:cubicBezTo>
                <a:cubicBezTo>
                  <a:pt x="295" y="426"/>
                  <a:pt x="0" y="758"/>
                  <a:pt x="0" y="758"/>
                </a:cubicBezTo>
                <a:lnTo>
                  <a:pt x="5460" y="758"/>
                </a:lnTo>
                <a:cubicBezTo>
                  <a:pt x="5270" y="491"/>
                  <a:pt x="4996" y="421"/>
                  <a:pt x="4764" y="421"/>
                </a:cubicBezTo>
                <a:cubicBezTo>
                  <a:pt x="4517" y="421"/>
                  <a:pt x="4318" y="500"/>
                  <a:pt x="4318" y="500"/>
                </a:cubicBezTo>
                <a:cubicBezTo>
                  <a:pt x="4212" y="383"/>
                  <a:pt x="4084" y="347"/>
                  <a:pt x="3969" y="347"/>
                </a:cubicBezTo>
                <a:cubicBezTo>
                  <a:pt x="3795" y="347"/>
                  <a:pt x="3649" y="428"/>
                  <a:pt x="3649" y="428"/>
                </a:cubicBezTo>
                <a:cubicBezTo>
                  <a:pt x="3649" y="428"/>
                  <a:pt x="3408" y="0"/>
                  <a:pt x="27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2063" name="Shape 2063"/>
        <p:cNvGrpSpPr/>
        <p:nvPr/>
      </p:nvGrpSpPr>
      <p:grpSpPr>
        <a:xfrm>
          <a:off x="0" y="0"/>
          <a:ext cx="0" cy="0"/>
          <a:chOff x="0" y="0"/>
          <a:chExt cx="0" cy="0"/>
        </a:xfrm>
      </p:grpSpPr>
      <p:sp>
        <p:nvSpPr>
          <p:cNvPr id="2064" name="Google Shape;2064;p41"/>
          <p:cNvSpPr/>
          <p:nvPr/>
        </p:nvSpPr>
        <p:spPr>
          <a:xfrm flipH="1">
            <a:off x="-1" y="4762490"/>
            <a:ext cx="9173906"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1"/>
          <p:cNvSpPr/>
          <p:nvPr/>
        </p:nvSpPr>
        <p:spPr>
          <a:xfrm rot="238332">
            <a:off x="-3594095" y="4242315"/>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6" name="Google Shape;2066;p41"/>
          <p:cNvGrpSpPr/>
          <p:nvPr/>
        </p:nvGrpSpPr>
        <p:grpSpPr>
          <a:xfrm>
            <a:off x="-12751" y="2647408"/>
            <a:ext cx="2737383" cy="2109215"/>
            <a:chOff x="3363545" y="1191568"/>
            <a:chExt cx="384038" cy="295876"/>
          </a:xfrm>
        </p:grpSpPr>
        <p:sp>
          <p:nvSpPr>
            <p:cNvPr id="2067" name="Google Shape;2067;p41"/>
            <p:cNvSpPr/>
            <p:nvPr/>
          </p:nvSpPr>
          <p:spPr>
            <a:xfrm>
              <a:off x="3363545"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1"/>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1"/>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1"/>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1"/>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1"/>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1"/>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4" name="Google Shape;2074;p41"/>
          <p:cNvSpPr/>
          <p:nvPr/>
        </p:nvSpPr>
        <p:spPr>
          <a:xfrm flipH="1" rot="-238332">
            <a:off x="7203298" y="4242312"/>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5" name="Google Shape;2075;p41"/>
          <p:cNvGrpSpPr/>
          <p:nvPr/>
        </p:nvGrpSpPr>
        <p:grpSpPr>
          <a:xfrm flipH="1">
            <a:off x="6438566" y="2647368"/>
            <a:ext cx="2737383" cy="2109215"/>
            <a:chOff x="3363545" y="1191568"/>
            <a:chExt cx="384038" cy="295876"/>
          </a:xfrm>
        </p:grpSpPr>
        <p:sp>
          <p:nvSpPr>
            <p:cNvPr id="2076" name="Google Shape;2076;p41"/>
            <p:cNvSpPr/>
            <p:nvPr/>
          </p:nvSpPr>
          <p:spPr>
            <a:xfrm>
              <a:off x="3363545"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1"/>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1"/>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1"/>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1"/>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1"/>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1"/>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3" name="Google Shape;2083;p41"/>
          <p:cNvSpPr/>
          <p:nvPr/>
        </p:nvSpPr>
        <p:spPr>
          <a:xfrm flipH="1">
            <a:off x="-334053" y="8650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1"/>
          <p:cNvSpPr/>
          <p:nvPr/>
        </p:nvSpPr>
        <p:spPr>
          <a:xfrm flipH="1">
            <a:off x="8430904" y="158472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9_2">
    <p:spTree>
      <p:nvGrpSpPr>
        <p:cNvPr id="2085" name="Shape 2085"/>
        <p:cNvGrpSpPr/>
        <p:nvPr/>
      </p:nvGrpSpPr>
      <p:grpSpPr>
        <a:xfrm>
          <a:off x="0" y="0"/>
          <a:ext cx="0" cy="0"/>
          <a:chOff x="0" y="0"/>
          <a:chExt cx="0" cy="0"/>
        </a:xfrm>
      </p:grpSpPr>
      <p:sp>
        <p:nvSpPr>
          <p:cNvPr id="2086" name="Google Shape;2086;p42"/>
          <p:cNvSpPr/>
          <p:nvPr/>
        </p:nvSpPr>
        <p:spPr>
          <a:xfrm flipH="1">
            <a:off x="-6" y="3996398"/>
            <a:ext cx="9173906" cy="1147080"/>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2"/>
          <p:cNvSpPr/>
          <p:nvPr/>
        </p:nvSpPr>
        <p:spPr>
          <a:xfrm flipH="1">
            <a:off x="-459104" y="3775428"/>
            <a:ext cx="6683105" cy="2534470"/>
          </a:xfrm>
          <a:custGeom>
            <a:rect b="b" l="l" r="r" t="t"/>
            <a:pathLst>
              <a:path extrusionOk="0" h="13052" w="30413">
                <a:moveTo>
                  <a:pt x="22990" y="1"/>
                </a:moveTo>
                <a:lnTo>
                  <a:pt x="13801" y="1071"/>
                </a:lnTo>
                <a:lnTo>
                  <a:pt x="13596" y="1071"/>
                </a:lnTo>
                <a:cubicBezTo>
                  <a:pt x="13596" y="1071"/>
                  <a:pt x="9965" y="1437"/>
                  <a:pt x="11027" y="1856"/>
                </a:cubicBezTo>
                <a:cubicBezTo>
                  <a:pt x="12080" y="2275"/>
                  <a:pt x="12570" y="2552"/>
                  <a:pt x="10447" y="2918"/>
                </a:cubicBezTo>
                <a:cubicBezTo>
                  <a:pt x="8333" y="3275"/>
                  <a:pt x="5960" y="3560"/>
                  <a:pt x="7610" y="4184"/>
                </a:cubicBezTo>
                <a:cubicBezTo>
                  <a:pt x="9260" y="4800"/>
                  <a:pt x="6575" y="5549"/>
                  <a:pt x="3694" y="5755"/>
                </a:cubicBezTo>
                <a:cubicBezTo>
                  <a:pt x="2427" y="5844"/>
                  <a:pt x="1098" y="6450"/>
                  <a:pt x="0" y="7102"/>
                </a:cubicBezTo>
                <a:lnTo>
                  <a:pt x="0" y="13052"/>
                </a:lnTo>
                <a:lnTo>
                  <a:pt x="28869" y="13052"/>
                </a:lnTo>
                <a:lnTo>
                  <a:pt x="30412" y="12704"/>
                </a:lnTo>
                <a:lnTo>
                  <a:pt x="30412" y="81"/>
                </a:lnTo>
                <a:lnTo>
                  <a:pt x="30038"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2"/>
          <p:cNvSpPr/>
          <p:nvPr/>
        </p:nvSpPr>
        <p:spPr>
          <a:xfrm flipH="1">
            <a:off x="-459104" y="3775428"/>
            <a:ext cx="6683105" cy="2534470"/>
          </a:xfrm>
          <a:custGeom>
            <a:rect b="b" l="l" r="r" t="t"/>
            <a:pathLst>
              <a:path extrusionOk="0" h="13052" w="30413">
                <a:moveTo>
                  <a:pt x="22990" y="1"/>
                </a:moveTo>
                <a:lnTo>
                  <a:pt x="15728" y="848"/>
                </a:lnTo>
                <a:lnTo>
                  <a:pt x="13569" y="1749"/>
                </a:lnTo>
                <a:cubicBezTo>
                  <a:pt x="13569" y="1749"/>
                  <a:pt x="15666" y="2409"/>
                  <a:pt x="12766" y="2909"/>
                </a:cubicBezTo>
                <a:cubicBezTo>
                  <a:pt x="9867" y="3417"/>
                  <a:pt x="12017" y="3997"/>
                  <a:pt x="13337" y="4184"/>
                </a:cubicBezTo>
                <a:cubicBezTo>
                  <a:pt x="14649" y="4372"/>
                  <a:pt x="15407" y="5210"/>
                  <a:pt x="8939" y="6236"/>
                </a:cubicBezTo>
                <a:cubicBezTo>
                  <a:pt x="2480" y="7271"/>
                  <a:pt x="4684" y="7789"/>
                  <a:pt x="5888" y="8029"/>
                </a:cubicBezTo>
                <a:cubicBezTo>
                  <a:pt x="7030" y="8252"/>
                  <a:pt x="5291" y="8725"/>
                  <a:pt x="0" y="9555"/>
                </a:cubicBezTo>
                <a:lnTo>
                  <a:pt x="0" y="13052"/>
                </a:lnTo>
                <a:lnTo>
                  <a:pt x="28494" y="13052"/>
                </a:lnTo>
                <a:lnTo>
                  <a:pt x="28155" y="7887"/>
                </a:lnTo>
                <a:cubicBezTo>
                  <a:pt x="28155" y="7887"/>
                  <a:pt x="25953" y="8060"/>
                  <a:pt x="24567" y="8060"/>
                </a:cubicBezTo>
                <a:cubicBezTo>
                  <a:pt x="24042" y="8060"/>
                  <a:pt x="23635" y="8036"/>
                  <a:pt x="23507" y="7967"/>
                </a:cubicBezTo>
                <a:cubicBezTo>
                  <a:pt x="23035" y="7726"/>
                  <a:pt x="26639" y="7664"/>
                  <a:pt x="25104" y="6888"/>
                </a:cubicBezTo>
                <a:cubicBezTo>
                  <a:pt x="23579" y="6111"/>
                  <a:pt x="18413" y="6067"/>
                  <a:pt x="20233" y="5317"/>
                </a:cubicBezTo>
                <a:cubicBezTo>
                  <a:pt x="22062" y="4577"/>
                  <a:pt x="20028" y="4220"/>
                  <a:pt x="18333" y="3640"/>
                </a:cubicBezTo>
                <a:cubicBezTo>
                  <a:pt x="16638" y="3060"/>
                  <a:pt x="17236" y="2543"/>
                  <a:pt x="18770" y="2525"/>
                </a:cubicBezTo>
                <a:cubicBezTo>
                  <a:pt x="18807" y="2525"/>
                  <a:pt x="18842" y="2525"/>
                  <a:pt x="18876" y="2525"/>
                </a:cubicBezTo>
                <a:cubicBezTo>
                  <a:pt x="20301" y="2525"/>
                  <a:pt x="20215" y="2879"/>
                  <a:pt x="19832" y="3105"/>
                </a:cubicBezTo>
                <a:cubicBezTo>
                  <a:pt x="19586" y="3247"/>
                  <a:pt x="19856" y="3386"/>
                  <a:pt x="20555" y="3386"/>
                </a:cubicBezTo>
                <a:cubicBezTo>
                  <a:pt x="20997" y="3386"/>
                  <a:pt x="21611" y="3330"/>
                  <a:pt x="22374" y="3185"/>
                </a:cubicBezTo>
                <a:cubicBezTo>
                  <a:pt x="22844" y="3098"/>
                  <a:pt x="23275" y="3061"/>
                  <a:pt x="23640" y="3061"/>
                </a:cubicBezTo>
                <a:cubicBezTo>
                  <a:pt x="24807" y="3061"/>
                  <a:pt x="25303" y="3439"/>
                  <a:pt x="24257" y="3765"/>
                </a:cubicBezTo>
                <a:cubicBezTo>
                  <a:pt x="23293" y="4074"/>
                  <a:pt x="23579" y="4205"/>
                  <a:pt x="24624" y="4205"/>
                </a:cubicBezTo>
                <a:cubicBezTo>
                  <a:pt x="25060" y="4205"/>
                  <a:pt x="25627" y="4182"/>
                  <a:pt x="26291" y="4140"/>
                </a:cubicBezTo>
                <a:cubicBezTo>
                  <a:pt x="26778" y="4109"/>
                  <a:pt x="27185" y="4094"/>
                  <a:pt x="27510" y="4094"/>
                </a:cubicBezTo>
                <a:cubicBezTo>
                  <a:pt x="28693" y="4094"/>
                  <a:pt x="28808" y="4287"/>
                  <a:pt x="27843" y="4595"/>
                </a:cubicBezTo>
                <a:cubicBezTo>
                  <a:pt x="27072" y="4842"/>
                  <a:pt x="27244" y="5114"/>
                  <a:pt x="28358" y="5114"/>
                </a:cubicBezTo>
                <a:cubicBezTo>
                  <a:pt x="28855" y="5114"/>
                  <a:pt x="29540" y="5060"/>
                  <a:pt x="30412" y="4925"/>
                </a:cubicBezTo>
                <a:lnTo>
                  <a:pt x="30412" y="179"/>
                </a:lnTo>
                <a:cubicBezTo>
                  <a:pt x="29547" y="108"/>
                  <a:pt x="28494" y="45"/>
                  <a:pt x="27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9" name="Google Shape;2089;p42"/>
          <p:cNvGrpSpPr/>
          <p:nvPr/>
        </p:nvGrpSpPr>
        <p:grpSpPr>
          <a:xfrm flipH="1">
            <a:off x="-760212" y="1663728"/>
            <a:ext cx="4484281" cy="2708498"/>
            <a:chOff x="6244119" y="1698941"/>
            <a:chExt cx="760628" cy="457625"/>
          </a:xfrm>
        </p:grpSpPr>
        <p:sp>
          <p:nvSpPr>
            <p:cNvPr id="2090" name="Google Shape;2090;p42"/>
            <p:cNvSpPr/>
            <p:nvPr/>
          </p:nvSpPr>
          <p:spPr>
            <a:xfrm>
              <a:off x="6462191" y="1698941"/>
              <a:ext cx="542556" cy="308882"/>
            </a:xfrm>
            <a:custGeom>
              <a:rect b="b" l="l" r="r" t="t"/>
              <a:pathLst>
                <a:path extrusionOk="0" h="6522" w="11456">
                  <a:moveTo>
                    <a:pt x="9502" y="0"/>
                  </a:moveTo>
                  <a:cubicBezTo>
                    <a:pt x="8699" y="0"/>
                    <a:pt x="8708" y="848"/>
                    <a:pt x="8708" y="848"/>
                  </a:cubicBezTo>
                  <a:cubicBezTo>
                    <a:pt x="8671" y="845"/>
                    <a:pt x="8636" y="844"/>
                    <a:pt x="8602" y="844"/>
                  </a:cubicBezTo>
                  <a:cubicBezTo>
                    <a:pt x="7656" y="844"/>
                    <a:pt x="7664" y="1775"/>
                    <a:pt x="7664" y="1775"/>
                  </a:cubicBezTo>
                  <a:cubicBezTo>
                    <a:pt x="7631" y="1773"/>
                    <a:pt x="7600" y="1772"/>
                    <a:pt x="7570" y="1772"/>
                  </a:cubicBezTo>
                  <a:cubicBezTo>
                    <a:pt x="6944" y="1772"/>
                    <a:pt x="6977" y="2284"/>
                    <a:pt x="6977" y="2284"/>
                  </a:cubicBezTo>
                  <a:cubicBezTo>
                    <a:pt x="6883" y="2268"/>
                    <a:pt x="6797" y="2261"/>
                    <a:pt x="6719" y="2261"/>
                  </a:cubicBezTo>
                  <a:cubicBezTo>
                    <a:pt x="5978" y="2261"/>
                    <a:pt x="5897" y="2882"/>
                    <a:pt x="5897" y="2882"/>
                  </a:cubicBezTo>
                  <a:cubicBezTo>
                    <a:pt x="5785" y="2868"/>
                    <a:pt x="5681" y="2861"/>
                    <a:pt x="5583" y="2861"/>
                  </a:cubicBezTo>
                  <a:cubicBezTo>
                    <a:pt x="4370" y="2861"/>
                    <a:pt x="4202" y="3854"/>
                    <a:pt x="4202" y="3854"/>
                  </a:cubicBezTo>
                  <a:cubicBezTo>
                    <a:pt x="4113" y="3833"/>
                    <a:pt x="4032" y="3823"/>
                    <a:pt x="3959" y="3823"/>
                  </a:cubicBezTo>
                  <a:cubicBezTo>
                    <a:pt x="3453" y="3823"/>
                    <a:pt x="3337" y="4273"/>
                    <a:pt x="3337" y="4273"/>
                  </a:cubicBezTo>
                  <a:cubicBezTo>
                    <a:pt x="3145" y="4199"/>
                    <a:pt x="2971" y="4168"/>
                    <a:pt x="2815" y="4168"/>
                  </a:cubicBezTo>
                  <a:cubicBezTo>
                    <a:pt x="2108" y="4168"/>
                    <a:pt x="1767" y="4791"/>
                    <a:pt x="1767" y="4791"/>
                  </a:cubicBezTo>
                  <a:cubicBezTo>
                    <a:pt x="1649" y="4743"/>
                    <a:pt x="1540" y="4724"/>
                    <a:pt x="1440" y="4724"/>
                  </a:cubicBezTo>
                  <a:cubicBezTo>
                    <a:pt x="1014" y="4724"/>
                    <a:pt x="768" y="5076"/>
                    <a:pt x="768" y="5076"/>
                  </a:cubicBezTo>
                  <a:lnTo>
                    <a:pt x="1" y="6521"/>
                  </a:lnTo>
                  <a:lnTo>
                    <a:pt x="11455" y="6521"/>
                  </a:lnTo>
                  <a:lnTo>
                    <a:pt x="1145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2"/>
            <p:cNvSpPr/>
            <p:nvPr/>
          </p:nvSpPr>
          <p:spPr>
            <a:xfrm>
              <a:off x="6401936" y="1925441"/>
              <a:ext cx="24990" cy="29240"/>
            </a:xfrm>
            <a:custGeom>
              <a:rect b="b" l="l" r="r" t="t"/>
              <a:pathLst>
                <a:path extrusionOk="0" h="805" w="688">
                  <a:moveTo>
                    <a:pt x="669" y="0"/>
                  </a:moveTo>
                  <a:cubicBezTo>
                    <a:pt x="619" y="0"/>
                    <a:pt x="477" y="18"/>
                    <a:pt x="455" y="215"/>
                  </a:cubicBezTo>
                  <a:cubicBezTo>
                    <a:pt x="455" y="215"/>
                    <a:pt x="437" y="208"/>
                    <a:pt x="413" y="208"/>
                  </a:cubicBezTo>
                  <a:cubicBezTo>
                    <a:pt x="378" y="208"/>
                    <a:pt x="332" y="224"/>
                    <a:pt x="322" y="305"/>
                  </a:cubicBezTo>
                  <a:cubicBezTo>
                    <a:pt x="322" y="305"/>
                    <a:pt x="274" y="288"/>
                    <a:pt x="215" y="288"/>
                  </a:cubicBezTo>
                  <a:cubicBezTo>
                    <a:pt x="132" y="288"/>
                    <a:pt x="26" y="321"/>
                    <a:pt x="0" y="483"/>
                  </a:cubicBezTo>
                  <a:lnTo>
                    <a:pt x="687" y="804"/>
                  </a:lnTo>
                  <a:lnTo>
                    <a:pt x="687" y="1"/>
                  </a:lnTo>
                  <a:cubicBezTo>
                    <a:pt x="687" y="1"/>
                    <a:pt x="680" y="0"/>
                    <a:pt x="669"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2"/>
            <p:cNvSpPr/>
            <p:nvPr/>
          </p:nvSpPr>
          <p:spPr>
            <a:xfrm>
              <a:off x="6780077" y="1840885"/>
              <a:ext cx="47328" cy="114452"/>
            </a:xfrm>
            <a:custGeom>
              <a:rect b="b" l="l" r="r" t="t"/>
              <a:pathLst>
                <a:path extrusionOk="0" h="3151" w="1303">
                  <a:moveTo>
                    <a:pt x="0" y="1"/>
                  </a:moveTo>
                  <a:lnTo>
                    <a:pt x="0" y="3150"/>
                  </a:lnTo>
                  <a:lnTo>
                    <a:pt x="1303" y="3150"/>
                  </a:lnTo>
                  <a:lnTo>
                    <a:pt x="1303"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2"/>
            <p:cNvSpPr/>
            <p:nvPr/>
          </p:nvSpPr>
          <p:spPr>
            <a:xfrm>
              <a:off x="6804376" y="1859373"/>
              <a:ext cx="5848" cy="1038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2"/>
            <p:cNvSpPr/>
            <p:nvPr/>
          </p:nvSpPr>
          <p:spPr>
            <a:xfrm>
              <a:off x="6790756" y="1848694"/>
              <a:ext cx="5884" cy="10715"/>
            </a:xfrm>
            <a:custGeom>
              <a:rect b="b" l="l" r="r" t="t"/>
              <a:pathLst>
                <a:path extrusionOk="0" h="295" w="162">
                  <a:moveTo>
                    <a:pt x="1" y="0"/>
                  </a:moveTo>
                  <a:lnTo>
                    <a:pt x="1" y="294"/>
                  </a:lnTo>
                  <a:lnTo>
                    <a:pt x="161" y="294"/>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2"/>
            <p:cNvSpPr/>
            <p:nvPr/>
          </p:nvSpPr>
          <p:spPr>
            <a:xfrm>
              <a:off x="6816689" y="1871359"/>
              <a:ext cx="5848" cy="10715"/>
            </a:xfrm>
            <a:custGeom>
              <a:rect b="b" l="l" r="r" t="t"/>
              <a:pathLst>
                <a:path extrusionOk="0" h="295" w="161">
                  <a:moveTo>
                    <a:pt x="0" y="1"/>
                  </a:moveTo>
                  <a:lnTo>
                    <a:pt x="0"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2"/>
            <p:cNvSpPr/>
            <p:nvPr/>
          </p:nvSpPr>
          <p:spPr>
            <a:xfrm>
              <a:off x="6808590" y="1896965"/>
              <a:ext cx="5848" cy="10715"/>
            </a:xfrm>
            <a:custGeom>
              <a:rect b="b" l="l" r="r" t="t"/>
              <a:pathLst>
                <a:path extrusionOk="0" h="295" w="161">
                  <a:moveTo>
                    <a:pt x="0" y="0"/>
                  </a:moveTo>
                  <a:lnTo>
                    <a:pt x="0"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2"/>
            <p:cNvSpPr/>
            <p:nvPr/>
          </p:nvSpPr>
          <p:spPr>
            <a:xfrm>
              <a:off x="6817343" y="1912838"/>
              <a:ext cx="5848" cy="10715"/>
            </a:xfrm>
            <a:custGeom>
              <a:rect b="b" l="l" r="r" t="t"/>
              <a:pathLst>
                <a:path extrusionOk="0" h="295" w="161">
                  <a:moveTo>
                    <a:pt x="0" y="0"/>
                  </a:moveTo>
                  <a:lnTo>
                    <a:pt x="0"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2"/>
            <p:cNvSpPr/>
            <p:nvPr/>
          </p:nvSpPr>
          <p:spPr>
            <a:xfrm>
              <a:off x="6787850" y="1870051"/>
              <a:ext cx="5848" cy="10751"/>
            </a:xfrm>
            <a:custGeom>
              <a:rect b="b" l="l" r="r" t="t"/>
              <a:pathLst>
                <a:path extrusionOk="0" h="296" w="161">
                  <a:moveTo>
                    <a:pt x="0" y="1"/>
                  </a:moveTo>
                  <a:lnTo>
                    <a:pt x="0"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2"/>
            <p:cNvSpPr/>
            <p:nvPr/>
          </p:nvSpPr>
          <p:spPr>
            <a:xfrm>
              <a:off x="6800817" y="1930671"/>
              <a:ext cx="11696" cy="24663"/>
            </a:xfrm>
            <a:custGeom>
              <a:rect b="b" l="l" r="r" t="t"/>
              <a:pathLst>
                <a:path extrusionOk="0" h="679" w="322">
                  <a:moveTo>
                    <a:pt x="0" y="0"/>
                  </a:moveTo>
                  <a:lnTo>
                    <a:pt x="0" y="678"/>
                  </a:lnTo>
                  <a:lnTo>
                    <a:pt x="321" y="678"/>
                  </a:lnTo>
                  <a:lnTo>
                    <a:pt x="32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2"/>
            <p:cNvSpPr/>
            <p:nvPr/>
          </p:nvSpPr>
          <p:spPr>
            <a:xfrm>
              <a:off x="6780077" y="1829553"/>
              <a:ext cx="47328" cy="11369"/>
            </a:xfrm>
            <a:custGeom>
              <a:rect b="b" l="l" r="r" t="t"/>
              <a:pathLst>
                <a:path extrusionOk="0" h="313" w="1303">
                  <a:moveTo>
                    <a:pt x="312" y="1"/>
                  </a:moveTo>
                  <a:lnTo>
                    <a:pt x="0" y="313"/>
                  </a:lnTo>
                  <a:lnTo>
                    <a:pt x="1303" y="313"/>
                  </a:lnTo>
                  <a:lnTo>
                    <a:pt x="130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2"/>
            <p:cNvSpPr/>
            <p:nvPr/>
          </p:nvSpPr>
          <p:spPr>
            <a:xfrm>
              <a:off x="6426235" y="1898563"/>
              <a:ext cx="32109" cy="56118"/>
            </a:xfrm>
            <a:custGeom>
              <a:rect b="b" l="l" r="r" t="t"/>
              <a:pathLst>
                <a:path extrusionOk="0" h="1545" w="884">
                  <a:moveTo>
                    <a:pt x="0" y="1"/>
                  </a:moveTo>
                  <a:lnTo>
                    <a:pt x="0" y="1544"/>
                  </a:lnTo>
                  <a:lnTo>
                    <a:pt x="884" y="1544"/>
                  </a:lnTo>
                  <a:lnTo>
                    <a:pt x="884"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2"/>
            <p:cNvSpPr/>
            <p:nvPr/>
          </p:nvSpPr>
          <p:spPr>
            <a:xfrm>
              <a:off x="6458306" y="1890791"/>
              <a:ext cx="7482" cy="63891"/>
            </a:xfrm>
            <a:custGeom>
              <a:rect b="b" l="l" r="r" t="t"/>
              <a:pathLst>
                <a:path extrusionOk="0" h="1759" w="206">
                  <a:moveTo>
                    <a:pt x="206" y="1"/>
                  </a:moveTo>
                  <a:lnTo>
                    <a:pt x="1" y="215"/>
                  </a:lnTo>
                  <a:lnTo>
                    <a:pt x="1" y="1758"/>
                  </a:lnTo>
                  <a:lnTo>
                    <a:pt x="206" y="1758"/>
                  </a:lnTo>
                  <a:lnTo>
                    <a:pt x="206"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2"/>
            <p:cNvSpPr/>
            <p:nvPr/>
          </p:nvSpPr>
          <p:spPr>
            <a:xfrm>
              <a:off x="6430121" y="1903757"/>
              <a:ext cx="4250" cy="7156"/>
            </a:xfrm>
            <a:custGeom>
              <a:rect b="b" l="l" r="r" t="t"/>
              <a:pathLst>
                <a:path extrusionOk="0" h="197" w="117">
                  <a:moveTo>
                    <a:pt x="0" y="1"/>
                  </a:moveTo>
                  <a:lnTo>
                    <a:pt x="0" y="197"/>
                  </a:lnTo>
                  <a:lnTo>
                    <a:pt x="116" y="197"/>
                  </a:lnTo>
                  <a:lnTo>
                    <a:pt x="11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2"/>
            <p:cNvSpPr/>
            <p:nvPr/>
          </p:nvSpPr>
          <p:spPr>
            <a:xfrm>
              <a:off x="6449553" y="1905719"/>
              <a:ext cx="4250" cy="7156"/>
            </a:xfrm>
            <a:custGeom>
              <a:rect b="b" l="l" r="r" t="t"/>
              <a:pathLst>
                <a:path extrusionOk="0" h="197" w="117">
                  <a:moveTo>
                    <a:pt x="1" y="0"/>
                  </a:moveTo>
                  <a:lnTo>
                    <a:pt x="1" y="196"/>
                  </a:lnTo>
                  <a:lnTo>
                    <a:pt x="117" y="196"/>
                  </a:lnTo>
                  <a:lnTo>
                    <a:pt x="117"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2"/>
            <p:cNvSpPr/>
            <p:nvPr/>
          </p:nvSpPr>
          <p:spPr>
            <a:xfrm>
              <a:off x="6439528" y="1911857"/>
              <a:ext cx="4250" cy="7156"/>
            </a:xfrm>
            <a:custGeom>
              <a:rect b="b" l="l" r="r" t="t"/>
              <a:pathLst>
                <a:path extrusionOk="0" h="197" w="117">
                  <a:moveTo>
                    <a:pt x="0" y="1"/>
                  </a:moveTo>
                  <a:lnTo>
                    <a:pt x="0" y="197"/>
                  </a:lnTo>
                  <a:lnTo>
                    <a:pt x="116" y="197"/>
                  </a:lnTo>
                  <a:lnTo>
                    <a:pt x="11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2"/>
            <p:cNvSpPr/>
            <p:nvPr/>
          </p:nvSpPr>
          <p:spPr>
            <a:xfrm>
              <a:off x="6448282" y="1925151"/>
              <a:ext cx="4250" cy="7156"/>
            </a:xfrm>
            <a:custGeom>
              <a:rect b="b" l="l" r="r" t="t"/>
              <a:pathLst>
                <a:path extrusionOk="0" h="197" w="117">
                  <a:moveTo>
                    <a:pt x="0" y="0"/>
                  </a:moveTo>
                  <a:lnTo>
                    <a:pt x="0" y="197"/>
                  </a:lnTo>
                  <a:lnTo>
                    <a:pt x="116" y="197"/>
                  </a:lnTo>
                  <a:lnTo>
                    <a:pt x="11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2"/>
            <p:cNvSpPr/>
            <p:nvPr/>
          </p:nvSpPr>
          <p:spPr>
            <a:xfrm>
              <a:off x="6433027" y="1923843"/>
              <a:ext cx="4250" cy="7192"/>
            </a:xfrm>
            <a:custGeom>
              <a:rect b="b" l="l" r="r" t="t"/>
              <a:pathLst>
                <a:path extrusionOk="0" h="198" w="117">
                  <a:moveTo>
                    <a:pt x="1" y="1"/>
                  </a:moveTo>
                  <a:lnTo>
                    <a:pt x="1" y="197"/>
                  </a:lnTo>
                  <a:lnTo>
                    <a:pt x="117" y="197"/>
                  </a:lnTo>
                  <a:lnTo>
                    <a:pt x="11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2"/>
            <p:cNvSpPr/>
            <p:nvPr/>
          </p:nvSpPr>
          <p:spPr>
            <a:xfrm>
              <a:off x="6436259" y="1939389"/>
              <a:ext cx="8136" cy="15292"/>
            </a:xfrm>
            <a:custGeom>
              <a:rect b="b" l="l" r="r" t="t"/>
              <a:pathLst>
                <a:path extrusionOk="0" h="421" w="224">
                  <a:moveTo>
                    <a:pt x="1" y="1"/>
                  </a:moveTo>
                  <a:lnTo>
                    <a:pt x="1" y="420"/>
                  </a:lnTo>
                  <a:lnTo>
                    <a:pt x="224" y="420"/>
                  </a:lnTo>
                  <a:lnTo>
                    <a:pt x="22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2"/>
            <p:cNvSpPr/>
            <p:nvPr/>
          </p:nvSpPr>
          <p:spPr>
            <a:xfrm>
              <a:off x="6426235" y="1890791"/>
              <a:ext cx="39555" cy="7809"/>
            </a:xfrm>
            <a:custGeom>
              <a:rect b="b" l="l" r="r" t="t"/>
              <a:pathLst>
                <a:path extrusionOk="0" h="215" w="1089">
                  <a:moveTo>
                    <a:pt x="215" y="1"/>
                  </a:moveTo>
                  <a:lnTo>
                    <a:pt x="0" y="215"/>
                  </a:lnTo>
                  <a:lnTo>
                    <a:pt x="884" y="215"/>
                  </a:lnTo>
                  <a:lnTo>
                    <a:pt x="108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2"/>
            <p:cNvSpPr/>
            <p:nvPr/>
          </p:nvSpPr>
          <p:spPr>
            <a:xfrm>
              <a:off x="6577549" y="1906990"/>
              <a:ext cx="52849" cy="85285"/>
            </a:xfrm>
            <a:custGeom>
              <a:rect b="b" l="l" r="r" t="t"/>
              <a:pathLst>
                <a:path extrusionOk="0" h="2348" w="1455">
                  <a:moveTo>
                    <a:pt x="1" y="1"/>
                  </a:moveTo>
                  <a:lnTo>
                    <a:pt x="1" y="2347"/>
                  </a:lnTo>
                  <a:lnTo>
                    <a:pt x="1455" y="2347"/>
                  </a:lnTo>
                  <a:lnTo>
                    <a:pt x="1455"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2"/>
            <p:cNvSpPr/>
            <p:nvPr/>
          </p:nvSpPr>
          <p:spPr>
            <a:xfrm>
              <a:off x="6616450" y="1913491"/>
              <a:ext cx="5521" cy="9734"/>
            </a:xfrm>
            <a:custGeom>
              <a:rect b="b" l="l" r="r" t="t"/>
              <a:pathLst>
                <a:path extrusionOk="0" h="268" w="152">
                  <a:moveTo>
                    <a:pt x="0" y="0"/>
                  </a:moveTo>
                  <a:lnTo>
                    <a:pt x="0" y="268"/>
                  </a:lnTo>
                  <a:lnTo>
                    <a:pt x="152" y="268"/>
                  </a:lnTo>
                  <a:lnTo>
                    <a:pt x="15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2"/>
            <p:cNvSpPr/>
            <p:nvPr/>
          </p:nvSpPr>
          <p:spPr>
            <a:xfrm>
              <a:off x="6602502" y="1925804"/>
              <a:ext cx="5230" cy="9734"/>
            </a:xfrm>
            <a:custGeom>
              <a:rect b="b" l="l" r="r" t="t"/>
              <a:pathLst>
                <a:path extrusionOk="0" h="268" w="144">
                  <a:moveTo>
                    <a:pt x="0" y="0"/>
                  </a:moveTo>
                  <a:lnTo>
                    <a:pt x="0" y="268"/>
                  </a:lnTo>
                  <a:lnTo>
                    <a:pt x="143" y="268"/>
                  </a:lnTo>
                  <a:lnTo>
                    <a:pt x="14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2"/>
            <p:cNvSpPr/>
            <p:nvPr/>
          </p:nvSpPr>
          <p:spPr>
            <a:xfrm>
              <a:off x="6584668" y="1915743"/>
              <a:ext cx="5230" cy="9444"/>
            </a:xfrm>
            <a:custGeom>
              <a:rect b="b" l="l" r="r" t="t"/>
              <a:pathLst>
                <a:path extrusionOk="0" h="260" w="144">
                  <a:moveTo>
                    <a:pt x="1" y="1"/>
                  </a:moveTo>
                  <a:lnTo>
                    <a:pt x="1" y="259"/>
                  </a:lnTo>
                  <a:lnTo>
                    <a:pt x="144" y="259"/>
                  </a:lnTo>
                  <a:lnTo>
                    <a:pt x="14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2"/>
            <p:cNvSpPr/>
            <p:nvPr/>
          </p:nvSpPr>
          <p:spPr>
            <a:xfrm>
              <a:off x="6613834" y="1936483"/>
              <a:ext cx="5557" cy="9444"/>
            </a:xfrm>
            <a:custGeom>
              <a:rect b="b" l="l" r="r" t="t"/>
              <a:pathLst>
                <a:path extrusionOk="0" h="260" w="153">
                  <a:moveTo>
                    <a:pt x="1" y="1"/>
                  </a:moveTo>
                  <a:lnTo>
                    <a:pt x="1" y="259"/>
                  </a:lnTo>
                  <a:lnTo>
                    <a:pt x="152" y="259"/>
                  </a:lnTo>
                  <a:lnTo>
                    <a:pt x="15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2"/>
            <p:cNvSpPr/>
            <p:nvPr/>
          </p:nvSpPr>
          <p:spPr>
            <a:xfrm>
              <a:off x="6588228" y="1935502"/>
              <a:ext cx="5557" cy="9771"/>
            </a:xfrm>
            <a:custGeom>
              <a:rect b="b" l="l" r="r" t="t"/>
              <a:pathLst>
                <a:path extrusionOk="0" h="269" w="153">
                  <a:moveTo>
                    <a:pt x="1" y="1"/>
                  </a:moveTo>
                  <a:lnTo>
                    <a:pt x="1" y="269"/>
                  </a:lnTo>
                  <a:lnTo>
                    <a:pt x="153" y="269"/>
                  </a:lnTo>
                  <a:lnTo>
                    <a:pt x="15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2"/>
            <p:cNvSpPr/>
            <p:nvPr/>
          </p:nvSpPr>
          <p:spPr>
            <a:xfrm>
              <a:off x="6602502" y="1964668"/>
              <a:ext cx="13330" cy="27605"/>
            </a:xfrm>
            <a:custGeom>
              <a:rect b="b" l="l" r="r" t="t"/>
              <a:pathLst>
                <a:path extrusionOk="0" h="760" w="367">
                  <a:moveTo>
                    <a:pt x="0" y="1"/>
                  </a:moveTo>
                  <a:lnTo>
                    <a:pt x="0" y="759"/>
                  </a:lnTo>
                  <a:lnTo>
                    <a:pt x="366" y="759"/>
                  </a:lnTo>
                  <a:lnTo>
                    <a:pt x="36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2"/>
            <p:cNvSpPr/>
            <p:nvPr/>
          </p:nvSpPr>
          <p:spPr>
            <a:xfrm>
              <a:off x="6577549" y="1894350"/>
              <a:ext cx="52849" cy="12677"/>
            </a:xfrm>
            <a:custGeom>
              <a:rect b="b" l="l" r="r" t="t"/>
              <a:pathLst>
                <a:path extrusionOk="0" h="349" w="1455">
                  <a:moveTo>
                    <a:pt x="1" y="1"/>
                  </a:moveTo>
                  <a:lnTo>
                    <a:pt x="1" y="349"/>
                  </a:lnTo>
                  <a:lnTo>
                    <a:pt x="1455" y="349"/>
                  </a:lnTo>
                  <a:lnTo>
                    <a:pt x="145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2"/>
            <p:cNvSpPr/>
            <p:nvPr/>
          </p:nvSpPr>
          <p:spPr>
            <a:xfrm>
              <a:off x="6560369" y="1980214"/>
              <a:ext cx="17217" cy="12059"/>
            </a:xfrm>
            <a:custGeom>
              <a:rect b="b" l="l" r="r" t="t"/>
              <a:pathLst>
                <a:path extrusionOk="0" h="332" w="474">
                  <a:moveTo>
                    <a:pt x="460" y="0"/>
                  </a:moveTo>
                  <a:cubicBezTo>
                    <a:pt x="423" y="0"/>
                    <a:pt x="320" y="12"/>
                    <a:pt x="313" y="144"/>
                  </a:cubicBezTo>
                  <a:cubicBezTo>
                    <a:pt x="313" y="144"/>
                    <a:pt x="300" y="140"/>
                    <a:pt x="284" y="140"/>
                  </a:cubicBezTo>
                  <a:cubicBezTo>
                    <a:pt x="257" y="140"/>
                    <a:pt x="220" y="150"/>
                    <a:pt x="215" y="206"/>
                  </a:cubicBezTo>
                  <a:cubicBezTo>
                    <a:pt x="215" y="206"/>
                    <a:pt x="182" y="194"/>
                    <a:pt x="141" y="194"/>
                  </a:cubicBezTo>
                  <a:cubicBezTo>
                    <a:pt x="86" y="194"/>
                    <a:pt x="16" y="217"/>
                    <a:pt x="1" y="331"/>
                  </a:cubicBezTo>
                  <a:lnTo>
                    <a:pt x="474" y="331"/>
                  </a:lnTo>
                  <a:lnTo>
                    <a:pt x="474" y="1"/>
                  </a:lnTo>
                  <a:cubicBezTo>
                    <a:pt x="474" y="1"/>
                    <a:pt x="469" y="0"/>
                    <a:pt x="46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2"/>
            <p:cNvSpPr/>
            <p:nvPr/>
          </p:nvSpPr>
          <p:spPr>
            <a:xfrm>
              <a:off x="6671186" y="1975637"/>
              <a:ext cx="24663" cy="17253"/>
            </a:xfrm>
            <a:custGeom>
              <a:rect b="b" l="l" r="r" t="t"/>
              <a:pathLst>
                <a:path extrusionOk="0" h="475" w="679">
                  <a:moveTo>
                    <a:pt x="651" y="0"/>
                  </a:moveTo>
                  <a:cubicBezTo>
                    <a:pt x="594" y="0"/>
                    <a:pt x="467" y="21"/>
                    <a:pt x="447" y="207"/>
                  </a:cubicBezTo>
                  <a:cubicBezTo>
                    <a:pt x="447" y="207"/>
                    <a:pt x="431" y="203"/>
                    <a:pt x="411" y="203"/>
                  </a:cubicBezTo>
                  <a:cubicBezTo>
                    <a:pt x="375" y="203"/>
                    <a:pt x="324" y="217"/>
                    <a:pt x="313" y="297"/>
                  </a:cubicBezTo>
                  <a:cubicBezTo>
                    <a:pt x="313" y="297"/>
                    <a:pt x="265" y="280"/>
                    <a:pt x="207" y="280"/>
                  </a:cubicBezTo>
                  <a:cubicBezTo>
                    <a:pt x="125" y="280"/>
                    <a:pt x="22" y="313"/>
                    <a:pt x="1" y="475"/>
                  </a:cubicBezTo>
                  <a:lnTo>
                    <a:pt x="679" y="475"/>
                  </a:lnTo>
                  <a:lnTo>
                    <a:pt x="679" y="2"/>
                  </a:lnTo>
                  <a:cubicBezTo>
                    <a:pt x="679" y="2"/>
                    <a:pt x="668" y="0"/>
                    <a:pt x="65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2"/>
            <p:cNvSpPr/>
            <p:nvPr/>
          </p:nvSpPr>
          <p:spPr>
            <a:xfrm>
              <a:off x="6552597" y="1940950"/>
              <a:ext cx="24990" cy="17290"/>
            </a:xfrm>
            <a:custGeom>
              <a:rect b="b" l="l" r="r" t="t"/>
              <a:pathLst>
                <a:path extrusionOk="0" h="476" w="688">
                  <a:moveTo>
                    <a:pt x="659" y="1"/>
                  </a:moveTo>
                  <a:cubicBezTo>
                    <a:pt x="599" y="1"/>
                    <a:pt x="467" y="22"/>
                    <a:pt x="447" y="208"/>
                  </a:cubicBezTo>
                  <a:cubicBezTo>
                    <a:pt x="447" y="208"/>
                    <a:pt x="431" y="203"/>
                    <a:pt x="411" y="203"/>
                  </a:cubicBezTo>
                  <a:cubicBezTo>
                    <a:pt x="375" y="203"/>
                    <a:pt x="324" y="217"/>
                    <a:pt x="313" y="297"/>
                  </a:cubicBezTo>
                  <a:cubicBezTo>
                    <a:pt x="313" y="297"/>
                    <a:pt x="265" y="280"/>
                    <a:pt x="207" y="280"/>
                  </a:cubicBezTo>
                  <a:cubicBezTo>
                    <a:pt x="125" y="280"/>
                    <a:pt x="22" y="314"/>
                    <a:pt x="1" y="475"/>
                  </a:cubicBezTo>
                  <a:lnTo>
                    <a:pt x="688" y="475"/>
                  </a:lnTo>
                  <a:lnTo>
                    <a:pt x="688" y="3"/>
                  </a:lnTo>
                  <a:cubicBezTo>
                    <a:pt x="688" y="3"/>
                    <a:pt x="676" y="1"/>
                    <a:pt x="659"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2"/>
            <p:cNvSpPr/>
            <p:nvPr/>
          </p:nvSpPr>
          <p:spPr>
            <a:xfrm>
              <a:off x="6510464" y="1968809"/>
              <a:ext cx="24990" cy="17290"/>
            </a:xfrm>
            <a:custGeom>
              <a:rect b="b" l="l" r="r" t="t"/>
              <a:pathLst>
                <a:path extrusionOk="0" h="476" w="688">
                  <a:moveTo>
                    <a:pt x="659" y="1"/>
                  </a:moveTo>
                  <a:cubicBezTo>
                    <a:pt x="600" y="1"/>
                    <a:pt x="470" y="22"/>
                    <a:pt x="456" y="208"/>
                  </a:cubicBezTo>
                  <a:cubicBezTo>
                    <a:pt x="456" y="208"/>
                    <a:pt x="441" y="204"/>
                    <a:pt x="420" y="204"/>
                  </a:cubicBezTo>
                  <a:cubicBezTo>
                    <a:pt x="382" y="204"/>
                    <a:pt x="325" y="219"/>
                    <a:pt x="313" y="306"/>
                  </a:cubicBezTo>
                  <a:cubicBezTo>
                    <a:pt x="313" y="306"/>
                    <a:pt x="260" y="286"/>
                    <a:pt x="198" y="286"/>
                  </a:cubicBezTo>
                  <a:cubicBezTo>
                    <a:pt x="118" y="286"/>
                    <a:pt x="21" y="320"/>
                    <a:pt x="1" y="476"/>
                  </a:cubicBezTo>
                  <a:lnTo>
                    <a:pt x="688" y="476"/>
                  </a:lnTo>
                  <a:lnTo>
                    <a:pt x="688" y="3"/>
                  </a:lnTo>
                  <a:cubicBezTo>
                    <a:pt x="688" y="3"/>
                    <a:pt x="677" y="1"/>
                    <a:pt x="659"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2"/>
            <p:cNvSpPr/>
            <p:nvPr/>
          </p:nvSpPr>
          <p:spPr>
            <a:xfrm>
              <a:off x="6458306" y="1938408"/>
              <a:ext cx="24990" cy="17253"/>
            </a:xfrm>
            <a:custGeom>
              <a:rect b="b" l="l" r="r" t="t"/>
              <a:pathLst>
                <a:path extrusionOk="0" h="475" w="688">
                  <a:moveTo>
                    <a:pt x="668" y="0"/>
                  </a:moveTo>
                  <a:cubicBezTo>
                    <a:pt x="614" y="0"/>
                    <a:pt x="470" y="18"/>
                    <a:pt x="456" y="206"/>
                  </a:cubicBezTo>
                  <a:cubicBezTo>
                    <a:pt x="456" y="206"/>
                    <a:pt x="440" y="202"/>
                    <a:pt x="420" y="202"/>
                  </a:cubicBezTo>
                  <a:cubicBezTo>
                    <a:pt x="382" y="202"/>
                    <a:pt x="324" y="217"/>
                    <a:pt x="313" y="305"/>
                  </a:cubicBezTo>
                  <a:cubicBezTo>
                    <a:pt x="313" y="305"/>
                    <a:pt x="265" y="287"/>
                    <a:pt x="206" y="287"/>
                  </a:cubicBezTo>
                  <a:cubicBezTo>
                    <a:pt x="126" y="287"/>
                    <a:pt x="26" y="320"/>
                    <a:pt x="1" y="474"/>
                  </a:cubicBezTo>
                  <a:lnTo>
                    <a:pt x="688" y="474"/>
                  </a:lnTo>
                  <a:lnTo>
                    <a:pt x="688" y="1"/>
                  </a:lnTo>
                  <a:cubicBezTo>
                    <a:pt x="688" y="1"/>
                    <a:pt x="680" y="0"/>
                    <a:pt x="668"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2"/>
            <p:cNvSpPr/>
            <p:nvPr/>
          </p:nvSpPr>
          <p:spPr>
            <a:xfrm>
              <a:off x="6537705" y="1951411"/>
              <a:ext cx="39882" cy="31128"/>
            </a:xfrm>
            <a:custGeom>
              <a:rect b="b" l="l" r="r" t="t"/>
              <a:pathLst>
                <a:path extrusionOk="0" h="857" w="1098">
                  <a:moveTo>
                    <a:pt x="955" y="0"/>
                  </a:moveTo>
                  <a:lnTo>
                    <a:pt x="411" y="187"/>
                  </a:lnTo>
                  <a:cubicBezTo>
                    <a:pt x="411" y="187"/>
                    <a:pt x="363" y="169"/>
                    <a:pt x="302" y="169"/>
                  </a:cubicBezTo>
                  <a:cubicBezTo>
                    <a:pt x="229" y="169"/>
                    <a:pt x="138" y="195"/>
                    <a:pt x="89" y="312"/>
                  </a:cubicBezTo>
                  <a:cubicBezTo>
                    <a:pt x="0" y="535"/>
                    <a:pt x="223" y="848"/>
                    <a:pt x="250" y="848"/>
                  </a:cubicBezTo>
                  <a:cubicBezTo>
                    <a:pt x="277" y="856"/>
                    <a:pt x="553" y="856"/>
                    <a:pt x="553" y="856"/>
                  </a:cubicBezTo>
                  <a:cubicBezTo>
                    <a:pt x="553" y="856"/>
                    <a:pt x="678" y="785"/>
                    <a:pt x="839" y="678"/>
                  </a:cubicBezTo>
                  <a:cubicBezTo>
                    <a:pt x="990" y="571"/>
                    <a:pt x="1098" y="339"/>
                    <a:pt x="1098" y="339"/>
                  </a:cubicBezTo>
                  <a:lnTo>
                    <a:pt x="1071" y="9"/>
                  </a:lnTo>
                  <a:lnTo>
                    <a:pt x="95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2"/>
            <p:cNvSpPr/>
            <p:nvPr/>
          </p:nvSpPr>
          <p:spPr>
            <a:xfrm>
              <a:off x="6714626" y="1924134"/>
              <a:ext cx="41807" cy="14674"/>
            </a:xfrm>
            <a:custGeom>
              <a:rect b="b" l="l" r="r" t="t"/>
              <a:pathLst>
                <a:path extrusionOk="0" h="404" w="1151">
                  <a:moveTo>
                    <a:pt x="552" y="1"/>
                  </a:moveTo>
                  <a:cubicBezTo>
                    <a:pt x="507" y="1"/>
                    <a:pt x="398" y="17"/>
                    <a:pt x="384" y="180"/>
                  </a:cubicBezTo>
                  <a:cubicBezTo>
                    <a:pt x="384" y="180"/>
                    <a:pt x="367" y="174"/>
                    <a:pt x="346" y="174"/>
                  </a:cubicBezTo>
                  <a:cubicBezTo>
                    <a:pt x="314" y="174"/>
                    <a:pt x="273" y="187"/>
                    <a:pt x="268" y="251"/>
                  </a:cubicBezTo>
                  <a:cubicBezTo>
                    <a:pt x="268" y="251"/>
                    <a:pt x="229" y="238"/>
                    <a:pt x="181" y="238"/>
                  </a:cubicBezTo>
                  <a:cubicBezTo>
                    <a:pt x="111" y="238"/>
                    <a:pt x="21" y="266"/>
                    <a:pt x="0" y="403"/>
                  </a:cubicBezTo>
                  <a:lnTo>
                    <a:pt x="1151" y="403"/>
                  </a:lnTo>
                  <a:cubicBezTo>
                    <a:pt x="1130" y="266"/>
                    <a:pt x="1040" y="238"/>
                    <a:pt x="970" y="238"/>
                  </a:cubicBezTo>
                  <a:cubicBezTo>
                    <a:pt x="922" y="238"/>
                    <a:pt x="883" y="251"/>
                    <a:pt x="883" y="251"/>
                  </a:cubicBezTo>
                  <a:cubicBezTo>
                    <a:pt x="873" y="187"/>
                    <a:pt x="833" y="174"/>
                    <a:pt x="803" y="174"/>
                  </a:cubicBezTo>
                  <a:cubicBezTo>
                    <a:pt x="783" y="174"/>
                    <a:pt x="767" y="180"/>
                    <a:pt x="767" y="180"/>
                  </a:cubicBezTo>
                  <a:cubicBezTo>
                    <a:pt x="753" y="17"/>
                    <a:pt x="638" y="1"/>
                    <a:pt x="591" y="1"/>
                  </a:cubicBezTo>
                  <a:cubicBezTo>
                    <a:pt x="579" y="1"/>
                    <a:pt x="571" y="2"/>
                    <a:pt x="571" y="2"/>
                  </a:cubicBezTo>
                  <a:cubicBezTo>
                    <a:pt x="571" y="2"/>
                    <a:pt x="564" y="1"/>
                    <a:pt x="552"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2"/>
            <p:cNvSpPr/>
            <p:nvPr/>
          </p:nvSpPr>
          <p:spPr>
            <a:xfrm>
              <a:off x="6695812" y="1893079"/>
              <a:ext cx="32109" cy="104028"/>
            </a:xfrm>
            <a:custGeom>
              <a:rect b="b" l="l" r="r" t="t"/>
              <a:pathLst>
                <a:path extrusionOk="0" h="2864" w="884">
                  <a:moveTo>
                    <a:pt x="1" y="0"/>
                  </a:moveTo>
                  <a:lnTo>
                    <a:pt x="1" y="2864"/>
                  </a:lnTo>
                  <a:lnTo>
                    <a:pt x="884" y="2864"/>
                  </a:lnTo>
                  <a:lnTo>
                    <a:pt x="88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2"/>
            <p:cNvSpPr/>
            <p:nvPr/>
          </p:nvSpPr>
          <p:spPr>
            <a:xfrm>
              <a:off x="6727884" y="1885306"/>
              <a:ext cx="7519" cy="111801"/>
            </a:xfrm>
            <a:custGeom>
              <a:rect b="b" l="l" r="r" t="t"/>
              <a:pathLst>
                <a:path extrusionOk="0" h="3078" w="207">
                  <a:moveTo>
                    <a:pt x="206" y="0"/>
                  </a:moveTo>
                  <a:lnTo>
                    <a:pt x="1" y="214"/>
                  </a:lnTo>
                  <a:lnTo>
                    <a:pt x="1" y="3078"/>
                  </a:lnTo>
                  <a:lnTo>
                    <a:pt x="206" y="3078"/>
                  </a:lnTo>
                  <a:lnTo>
                    <a:pt x="206"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2"/>
            <p:cNvSpPr/>
            <p:nvPr/>
          </p:nvSpPr>
          <p:spPr>
            <a:xfrm>
              <a:off x="6701006" y="1898236"/>
              <a:ext cx="3923" cy="7192"/>
            </a:xfrm>
            <a:custGeom>
              <a:rect b="b" l="l" r="r" t="t"/>
              <a:pathLst>
                <a:path extrusionOk="0" h="198" w="108">
                  <a:moveTo>
                    <a:pt x="0" y="1"/>
                  </a:moveTo>
                  <a:lnTo>
                    <a:pt x="0"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2"/>
            <p:cNvSpPr/>
            <p:nvPr/>
          </p:nvSpPr>
          <p:spPr>
            <a:xfrm>
              <a:off x="6710086" y="1911530"/>
              <a:ext cx="3923" cy="7192"/>
            </a:xfrm>
            <a:custGeom>
              <a:rect b="b" l="l" r="r" t="t"/>
              <a:pathLst>
                <a:path extrusionOk="0" h="198"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2"/>
            <p:cNvSpPr/>
            <p:nvPr/>
          </p:nvSpPr>
          <p:spPr>
            <a:xfrm>
              <a:off x="6718513" y="1900198"/>
              <a:ext cx="3923" cy="7156"/>
            </a:xfrm>
            <a:custGeom>
              <a:rect b="b" l="l" r="r" t="t"/>
              <a:pathLst>
                <a:path extrusionOk="0" h="197"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2"/>
            <p:cNvSpPr/>
            <p:nvPr/>
          </p:nvSpPr>
          <p:spPr>
            <a:xfrm>
              <a:off x="6700025" y="1919303"/>
              <a:ext cx="3923" cy="7192"/>
            </a:xfrm>
            <a:custGeom>
              <a:rect b="b" l="l" r="r" t="t"/>
              <a:pathLst>
                <a:path extrusionOk="0" h="198"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2"/>
            <p:cNvSpPr/>
            <p:nvPr/>
          </p:nvSpPr>
          <p:spPr>
            <a:xfrm>
              <a:off x="6720438" y="1923516"/>
              <a:ext cx="3923" cy="7192"/>
            </a:xfrm>
            <a:custGeom>
              <a:rect b="b" l="l" r="r" t="t"/>
              <a:pathLst>
                <a:path extrusionOk="0" h="198"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2"/>
            <p:cNvSpPr/>
            <p:nvPr/>
          </p:nvSpPr>
          <p:spPr>
            <a:xfrm>
              <a:off x="6709432" y="1932923"/>
              <a:ext cx="3923" cy="7156"/>
            </a:xfrm>
            <a:custGeom>
              <a:rect b="b" l="l" r="r" t="t"/>
              <a:pathLst>
                <a:path extrusionOk="0" h="197"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2"/>
            <p:cNvSpPr/>
            <p:nvPr/>
          </p:nvSpPr>
          <p:spPr>
            <a:xfrm>
              <a:off x="6699371" y="1944909"/>
              <a:ext cx="3923" cy="7156"/>
            </a:xfrm>
            <a:custGeom>
              <a:rect b="b" l="l" r="r" t="t"/>
              <a:pathLst>
                <a:path extrusionOk="0" h="197"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2"/>
            <p:cNvSpPr/>
            <p:nvPr/>
          </p:nvSpPr>
          <p:spPr>
            <a:xfrm>
              <a:off x="6702931" y="1963070"/>
              <a:ext cx="3959" cy="7156"/>
            </a:xfrm>
            <a:custGeom>
              <a:rect b="b" l="l" r="r" t="t"/>
              <a:pathLst>
                <a:path extrusionOk="0" h="197" w="109">
                  <a:moveTo>
                    <a:pt x="1" y="0"/>
                  </a:moveTo>
                  <a:lnTo>
                    <a:pt x="1" y="196"/>
                  </a:lnTo>
                  <a:lnTo>
                    <a:pt x="108" y="196"/>
                  </a:lnTo>
                  <a:lnTo>
                    <a:pt x="10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2"/>
            <p:cNvSpPr/>
            <p:nvPr/>
          </p:nvSpPr>
          <p:spPr>
            <a:xfrm>
              <a:off x="6695812" y="1885306"/>
              <a:ext cx="39592" cy="7809"/>
            </a:xfrm>
            <a:custGeom>
              <a:rect b="b" l="l" r="r" t="t"/>
              <a:pathLst>
                <a:path extrusionOk="0" h="215" w="1090">
                  <a:moveTo>
                    <a:pt x="215" y="0"/>
                  </a:moveTo>
                  <a:lnTo>
                    <a:pt x="1" y="214"/>
                  </a:lnTo>
                  <a:lnTo>
                    <a:pt x="884" y="214"/>
                  </a:lnTo>
                  <a:lnTo>
                    <a:pt x="10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2"/>
            <p:cNvSpPr/>
            <p:nvPr/>
          </p:nvSpPr>
          <p:spPr>
            <a:xfrm>
              <a:off x="6634901" y="1859373"/>
              <a:ext cx="15909" cy="139696"/>
            </a:xfrm>
            <a:custGeom>
              <a:rect b="b" l="l" r="r" t="t"/>
              <a:pathLst>
                <a:path extrusionOk="0" h="3846" w="438">
                  <a:moveTo>
                    <a:pt x="438" y="0"/>
                  </a:moveTo>
                  <a:cubicBezTo>
                    <a:pt x="438" y="0"/>
                    <a:pt x="384" y="63"/>
                    <a:pt x="393" y="143"/>
                  </a:cubicBezTo>
                  <a:cubicBezTo>
                    <a:pt x="402" y="215"/>
                    <a:pt x="322" y="250"/>
                    <a:pt x="357" y="313"/>
                  </a:cubicBezTo>
                  <a:cubicBezTo>
                    <a:pt x="384" y="384"/>
                    <a:pt x="286" y="402"/>
                    <a:pt x="331" y="491"/>
                  </a:cubicBezTo>
                  <a:cubicBezTo>
                    <a:pt x="375" y="571"/>
                    <a:pt x="268" y="670"/>
                    <a:pt x="304" y="759"/>
                  </a:cubicBezTo>
                  <a:cubicBezTo>
                    <a:pt x="348" y="857"/>
                    <a:pt x="259" y="893"/>
                    <a:pt x="295" y="973"/>
                  </a:cubicBezTo>
                  <a:cubicBezTo>
                    <a:pt x="340" y="1053"/>
                    <a:pt x="206" y="1142"/>
                    <a:pt x="268" y="1276"/>
                  </a:cubicBezTo>
                  <a:cubicBezTo>
                    <a:pt x="340" y="1401"/>
                    <a:pt x="206" y="1472"/>
                    <a:pt x="250" y="1562"/>
                  </a:cubicBezTo>
                  <a:cubicBezTo>
                    <a:pt x="295" y="1660"/>
                    <a:pt x="134" y="1767"/>
                    <a:pt x="206" y="1865"/>
                  </a:cubicBezTo>
                  <a:cubicBezTo>
                    <a:pt x="277" y="1972"/>
                    <a:pt x="143" y="2061"/>
                    <a:pt x="188" y="2142"/>
                  </a:cubicBezTo>
                  <a:cubicBezTo>
                    <a:pt x="233" y="2222"/>
                    <a:pt x="108" y="2338"/>
                    <a:pt x="179" y="2427"/>
                  </a:cubicBezTo>
                  <a:cubicBezTo>
                    <a:pt x="241" y="2516"/>
                    <a:pt x="90" y="2623"/>
                    <a:pt x="134" y="2739"/>
                  </a:cubicBezTo>
                  <a:cubicBezTo>
                    <a:pt x="188" y="2864"/>
                    <a:pt x="63" y="2998"/>
                    <a:pt x="125" y="3105"/>
                  </a:cubicBezTo>
                  <a:cubicBezTo>
                    <a:pt x="188" y="3212"/>
                    <a:pt x="36" y="3239"/>
                    <a:pt x="108" y="3355"/>
                  </a:cubicBezTo>
                  <a:cubicBezTo>
                    <a:pt x="179" y="3480"/>
                    <a:pt x="1" y="3631"/>
                    <a:pt x="1" y="3845"/>
                  </a:cubicBezTo>
                  <a:lnTo>
                    <a:pt x="438" y="3845"/>
                  </a:lnTo>
                  <a:lnTo>
                    <a:pt x="4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2"/>
            <p:cNvSpPr/>
            <p:nvPr/>
          </p:nvSpPr>
          <p:spPr>
            <a:xfrm>
              <a:off x="6650773" y="1859373"/>
              <a:ext cx="15909" cy="139696"/>
            </a:xfrm>
            <a:custGeom>
              <a:rect b="b" l="l" r="r" t="t"/>
              <a:pathLst>
                <a:path extrusionOk="0" h="3846" w="438">
                  <a:moveTo>
                    <a:pt x="1" y="0"/>
                  </a:moveTo>
                  <a:lnTo>
                    <a:pt x="1" y="3845"/>
                  </a:lnTo>
                  <a:lnTo>
                    <a:pt x="438" y="3845"/>
                  </a:lnTo>
                  <a:cubicBezTo>
                    <a:pt x="438" y="3631"/>
                    <a:pt x="259" y="3480"/>
                    <a:pt x="331" y="3355"/>
                  </a:cubicBezTo>
                  <a:cubicBezTo>
                    <a:pt x="402" y="3239"/>
                    <a:pt x="250" y="3212"/>
                    <a:pt x="313" y="3105"/>
                  </a:cubicBezTo>
                  <a:cubicBezTo>
                    <a:pt x="375" y="2998"/>
                    <a:pt x="250" y="2864"/>
                    <a:pt x="304" y="2739"/>
                  </a:cubicBezTo>
                  <a:cubicBezTo>
                    <a:pt x="358" y="2623"/>
                    <a:pt x="197" y="2516"/>
                    <a:pt x="268" y="2427"/>
                  </a:cubicBezTo>
                  <a:cubicBezTo>
                    <a:pt x="331" y="2338"/>
                    <a:pt x="206" y="2222"/>
                    <a:pt x="250" y="2142"/>
                  </a:cubicBezTo>
                  <a:cubicBezTo>
                    <a:pt x="295" y="2061"/>
                    <a:pt x="170" y="1972"/>
                    <a:pt x="233" y="1865"/>
                  </a:cubicBezTo>
                  <a:cubicBezTo>
                    <a:pt x="304" y="1767"/>
                    <a:pt x="152" y="1660"/>
                    <a:pt x="188" y="1562"/>
                  </a:cubicBezTo>
                  <a:cubicBezTo>
                    <a:pt x="233" y="1472"/>
                    <a:pt x="108" y="1401"/>
                    <a:pt x="170" y="1276"/>
                  </a:cubicBezTo>
                  <a:cubicBezTo>
                    <a:pt x="242" y="1142"/>
                    <a:pt x="99" y="1053"/>
                    <a:pt x="143" y="973"/>
                  </a:cubicBezTo>
                  <a:cubicBezTo>
                    <a:pt x="188" y="893"/>
                    <a:pt x="90" y="857"/>
                    <a:pt x="135" y="759"/>
                  </a:cubicBezTo>
                  <a:cubicBezTo>
                    <a:pt x="179" y="670"/>
                    <a:pt x="63" y="571"/>
                    <a:pt x="108" y="491"/>
                  </a:cubicBezTo>
                  <a:cubicBezTo>
                    <a:pt x="161" y="402"/>
                    <a:pt x="54" y="384"/>
                    <a:pt x="90" y="313"/>
                  </a:cubicBezTo>
                  <a:cubicBezTo>
                    <a:pt x="117" y="250"/>
                    <a:pt x="45" y="215"/>
                    <a:pt x="54" y="143"/>
                  </a:cubicBezTo>
                  <a:cubicBezTo>
                    <a:pt x="63" y="63"/>
                    <a:pt x="1" y="0"/>
                    <a:pt x="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2"/>
            <p:cNvSpPr/>
            <p:nvPr/>
          </p:nvSpPr>
          <p:spPr>
            <a:xfrm>
              <a:off x="6474179" y="1859373"/>
              <a:ext cx="15909" cy="139696"/>
            </a:xfrm>
            <a:custGeom>
              <a:rect b="b" l="l" r="r" t="t"/>
              <a:pathLst>
                <a:path extrusionOk="0" h="3846" w="438">
                  <a:moveTo>
                    <a:pt x="438" y="0"/>
                  </a:moveTo>
                  <a:cubicBezTo>
                    <a:pt x="438" y="0"/>
                    <a:pt x="375" y="63"/>
                    <a:pt x="384" y="143"/>
                  </a:cubicBezTo>
                  <a:cubicBezTo>
                    <a:pt x="393" y="215"/>
                    <a:pt x="322" y="250"/>
                    <a:pt x="349" y="313"/>
                  </a:cubicBezTo>
                  <a:cubicBezTo>
                    <a:pt x="384" y="384"/>
                    <a:pt x="277" y="402"/>
                    <a:pt x="331" y="491"/>
                  </a:cubicBezTo>
                  <a:cubicBezTo>
                    <a:pt x="375" y="571"/>
                    <a:pt x="259" y="670"/>
                    <a:pt x="304" y="759"/>
                  </a:cubicBezTo>
                  <a:cubicBezTo>
                    <a:pt x="349" y="857"/>
                    <a:pt x="251" y="893"/>
                    <a:pt x="295" y="973"/>
                  </a:cubicBezTo>
                  <a:cubicBezTo>
                    <a:pt x="340" y="1053"/>
                    <a:pt x="197" y="1142"/>
                    <a:pt x="268" y="1276"/>
                  </a:cubicBezTo>
                  <a:cubicBezTo>
                    <a:pt x="331" y="1401"/>
                    <a:pt x="206" y="1472"/>
                    <a:pt x="251" y="1562"/>
                  </a:cubicBezTo>
                  <a:cubicBezTo>
                    <a:pt x="286" y="1660"/>
                    <a:pt x="135" y="1767"/>
                    <a:pt x="206" y="1865"/>
                  </a:cubicBezTo>
                  <a:cubicBezTo>
                    <a:pt x="268" y="1972"/>
                    <a:pt x="143" y="2061"/>
                    <a:pt x="188" y="2142"/>
                  </a:cubicBezTo>
                  <a:cubicBezTo>
                    <a:pt x="233" y="2222"/>
                    <a:pt x="108" y="2338"/>
                    <a:pt x="170" y="2427"/>
                  </a:cubicBezTo>
                  <a:cubicBezTo>
                    <a:pt x="242" y="2516"/>
                    <a:pt x="81" y="2623"/>
                    <a:pt x="135" y="2739"/>
                  </a:cubicBezTo>
                  <a:cubicBezTo>
                    <a:pt x="188" y="2864"/>
                    <a:pt x="63" y="2998"/>
                    <a:pt x="126" y="3105"/>
                  </a:cubicBezTo>
                  <a:cubicBezTo>
                    <a:pt x="188" y="3212"/>
                    <a:pt x="36" y="3239"/>
                    <a:pt x="108" y="3355"/>
                  </a:cubicBezTo>
                  <a:cubicBezTo>
                    <a:pt x="179" y="3480"/>
                    <a:pt x="1" y="3631"/>
                    <a:pt x="1" y="3845"/>
                  </a:cubicBezTo>
                  <a:lnTo>
                    <a:pt x="438" y="3845"/>
                  </a:lnTo>
                  <a:lnTo>
                    <a:pt x="4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2"/>
            <p:cNvSpPr/>
            <p:nvPr/>
          </p:nvSpPr>
          <p:spPr>
            <a:xfrm>
              <a:off x="6490051" y="1859373"/>
              <a:ext cx="15909" cy="139696"/>
            </a:xfrm>
            <a:custGeom>
              <a:rect b="b" l="l" r="r" t="t"/>
              <a:pathLst>
                <a:path extrusionOk="0" h="3846" w="438">
                  <a:moveTo>
                    <a:pt x="1" y="0"/>
                  </a:moveTo>
                  <a:lnTo>
                    <a:pt x="1" y="3845"/>
                  </a:lnTo>
                  <a:lnTo>
                    <a:pt x="438" y="3845"/>
                  </a:lnTo>
                  <a:cubicBezTo>
                    <a:pt x="438" y="3631"/>
                    <a:pt x="260" y="3480"/>
                    <a:pt x="331" y="3355"/>
                  </a:cubicBezTo>
                  <a:cubicBezTo>
                    <a:pt x="402" y="3239"/>
                    <a:pt x="251" y="3212"/>
                    <a:pt x="313" y="3105"/>
                  </a:cubicBezTo>
                  <a:cubicBezTo>
                    <a:pt x="376" y="2998"/>
                    <a:pt x="251" y="2864"/>
                    <a:pt x="304" y="2739"/>
                  </a:cubicBezTo>
                  <a:cubicBezTo>
                    <a:pt x="358" y="2623"/>
                    <a:pt x="197" y="2516"/>
                    <a:pt x="260" y="2427"/>
                  </a:cubicBezTo>
                  <a:cubicBezTo>
                    <a:pt x="331" y="2338"/>
                    <a:pt x="206" y="2222"/>
                    <a:pt x="251" y="2142"/>
                  </a:cubicBezTo>
                  <a:cubicBezTo>
                    <a:pt x="295" y="2061"/>
                    <a:pt x="161" y="1972"/>
                    <a:pt x="233" y="1865"/>
                  </a:cubicBezTo>
                  <a:cubicBezTo>
                    <a:pt x="304" y="1767"/>
                    <a:pt x="144" y="1660"/>
                    <a:pt x="188" y="1562"/>
                  </a:cubicBezTo>
                  <a:cubicBezTo>
                    <a:pt x="233" y="1472"/>
                    <a:pt x="99" y="1401"/>
                    <a:pt x="170" y="1276"/>
                  </a:cubicBezTo>
                  <a:cubicBezTo>
                    <a:pt x="233" y="1142"/>
                    <a:pt x="99" y="1053"/>
                    <a:pt x="144" y="973"/>
                  </a:cubicBezTo>
                  <a:cubicBezTo>
                    <a:pt x="179" y="893"/>
                    <a:pt x="90" y="857"/>
                    <a:pt x="135" y="759"/>
                  </a:cubicBezTo>
                  <a:cubicBezTo>
                    <a:pt x="170" y="670"/>
                    <a:pt x="63" y="571"/>
                    <a:pt x="108" y="491"/>
                  </a:cubicBezTo>
                  <a:cubicBezTo>
                    <a:pt x="153" y="402"/>
                    <a:pt x="54" y="384"/>
                    <a:pt x="81" y="313"/>
                  </a:cubicBezTo>
                  <a:cubicBezTo>
                    <a:pt x="117" y="250"/>
                    <a:pt x="37" y="215"/>
                    <a:pt x="45" y="143"/>
                  </a:cubicBezTo>
                  <a:cubicBezTo>
                    <a:pt x="54" y="63"/>
                    <a:pt x="1" y="0"/>
                    <a:pt x="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2"/>
            <p:cNvSpPr/>
            <p:nvPr/>
          </p:nvSpPr>
          <p:spPr>
            <a:xfrm>
              <a:off x="6654987" y="1902450"/>
              <a:ext cx="12677" cy="111510"/>
            </a:xfrm>
            <a:custGeom>
              <a:rect b="b" l="l" r="r" t="t"/>
              <a:pathLst>
                <a:path extrusionOk="0" h="3070" w="349">
                  <a:moveTo>
                    <a:pt x="349" y="1"/>
                  </a:moveTo>
                  <a:cubicBezTo>
                    <a:pt x="349" y="1"/>
                    <a:pt x="304" y="54"/>
                    <a:pt x="313" y="117"/>
                  </a:cubicBezTo>
                  <a:cubicBezTo>
                    <a:pt x="322" y="179"/>
                    <a:pt x="259" y="206"/>
                    <a:pt x="277" y="251"/>
                  </a:cubicBezTo>
                  <a:cubicBezTo>
                    <a:pt x="304" y="304"/>
                    <a:pt x="224" y="331"/>
                    <a:pt x="259" y="393"/>
                  </a:cubicBezTo>
                  <a:cubicBezTo>
                    <a:pt x="295" y="456"/>
                    <a:pt x="206" y="536"/>
                    <a:pt x="242" y="608"/>
                  </a:cubicBezTo>
                  <a:cubicBezTo>
                    <a:pt x="277" y="688"/>
                    <a:pt x="206" y="715"/>
                    <a:pt x="233" y="777"/>
                  </a:cubicBezTo>
                  <a:cubicBezTo>
                    <a:pt x="268" y="848"/>
                    <a:pt x="161" y="911"/>
                    <a:pt x="215" y="1018"/>
                  </a:cubicBezTo>
                  <a:cubicBezTo>
                    <a:pt x="268" y="1125"/>
                    <a:pt x="161" y="1179"/>
                    <a:pt x="197" y="1250"/>
                  </a:cubicBezTo>
                  <a:cubicBezTo>
                    <a:pt x="233" y="1321"/>
                    <a:pt x="108" y="1410"/>
                    <a:pt x="161" y="1491"/>
                  </a:cubicBezTo>
                  <a:cubicBezTo>
                    <a:pt x="215" y="1580"/>
                    <a:pt x="117" y="1651"/>
                    <a:pt x="143" y="1714"/>
                  </a:cubicBezTo>
                  <a:cubicBezTo>
                    <a:pt x="179" y="1776"/>
                    <a:pt x="90" y="1865"/>
                    <a:pt x="143" y="1937"/>
                  </a:cubicBezTo>
                  <a:cubicBezTo>
                    <a:pt x="197" y="2008"/>
                    <a:pt x="63" y="2097"/>
                    <a:pt x="108" y="2187"/>
                  </a:cubicBezTo>
                  <a:cubicBezTo>
                    <a:pt x="152" y="2285"/>
                    <a:pt x="45" y="2392"/>
                    <a:pt x="99" y="2481"/>
                  </a:cubicBezTo>
                  <a:cubicBezTo>
                    <a:pt x="152" y="2561"/>
                    <a:pt x="27" y="2588"/>
                    <a:pt x="90" y="2686"/>
                  </a:cubicBezTo>
                  <a:cubicBezTo>
                    <a:pt x="143" y="2775"/>
                    <a:pt x="1" y="2900"/>
                    <a:pt x="1" y="3070"/>
                  </a:cubicBezTo>
                  <a:lnTo>
                    <a:pt x="349" y="3070"/>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2"/>
            <p:cNvSpPr/>
            <p:nvPr/>
          </p:nvSpPr>
          <p:spPr>
            <a:xfrm>
              <a:off x="6667626" y="1902450"/>
              <a:ext cx="12677" cy="111510"/>
            </a:xfrm>
            <a:custGeom>
              <a:rect b="b" l="l" r="r" t="t"/>
              <a:pathLst>
                <a:path extrusionOk="0" h="3070" w="349">
                  <a:moveTo>
                    <a:pt x="1" y="1"/>
                  </a:moveTo>
                  <a:lnTo>
                    <a:pt x="1" y="3070"/>
                  </a:lnTo>
                  <a:lnTo>
                    <a:pt x="349" y="3070"/>
                  </a:lnTo>
                  <a:cubicBezTo>
                    <a:pt x="349" y="2900"/>
                    <a:pt x="206" y="2775"/>
                    <a:pt x="268" y="2686"/>
                  </a:cubicBezTo>
                  <a:cubicBezTo>
                    <a:pt x="322" y="2588"/>
                    <a:pt x="197" y="2561"/>
                    <a:pt x="250" y="2481"/>
                  </a:cubicBezTo>
                  <a:cubicBezTo>
                    <a:pt x="304" y="2392"/>
                    <a:pt x="197" y="2285"/>
                    <a:pt x="241" y="2187"/>
                  </a:cubicBezTo>
                  <a:cubicBezTo>
                    <a:pt x="286" y="2097"/>
                    <a:pt x="161" y="2008"/>
                    <a:pt x="206" y="1937"/>
                  </a:cubicBezTo>
                  <a:cubicBezTo>
                    <a:pt x="259" y="1865"/>
                    <a:pt x="170" y="1776"/>
                    <a:pt x="206" y="1714"/>
                  </a:cubicBezTo>
                  <a:cubicBezTo>
                    <a:pt x="241" y="1651"/>
                    <a:pt x="134" y="1580"/>
                    <a:pt x="188" y="1491"/>
                  </a:cubicBezTo>
                  <a:cubicBezTo>
                    <a:pt x="241" y="1410"/>
                    <a:pt x="117" y="1321"/>
                    <a:pt x="152" y="1250"/>
                  </a:cubicBezTo>
                  <a:cubicBezTo>
                    <a:pt x="188" y="1179"/>
                    <a:pt x="81" y="1125"/>
                    <a:pt x="134" y="1018"/>
                  </a:cubicBezTo>
                  <a:cubicBezTo>
                    <a:pt x="188" y="911"/>
                    <a:pt x="81" y="848"/>
                    <a:pt x="117" y="777"/>
                  </a:cubicBezTo>
                  <a:cubicBezTo>
                    <a:pt x="152" y="715"/>
                    <a:pt x="72" y="688"/>
                    <a:pt x="108" y="608"/>
                  </a:cubicBezTo>
                  <a:cubicBezTo>
                    <a:pt x="143" y="536"/>
                    <a:pt x="54" y="456"/>
                    <a:pt x="90" y="393"/>
                  </a:cubicBezTo>
                  <a:cubicBezTo>
                    <a:pt x="125" y="331"/>
                    <a:pt x="45" y="304"/>
                    <a:pt x="72" y="251"/>
                  </a:cubicBezTo>
                  <a:cubicBezTo>
                    <a:pt x="90" y="206"/>
                    <a:pt x="36" y="179"/>
                    <a:pt x="36" y="117"/>
                  </a:cubicBezTo>
                  <a:cubicBezTo>
                    <a:pt x="45" y="54"/>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2"/>
            <p:cNvSpPr/>
            <p:nvPr/>
          </p:nvSpPr>
          <p:spPr>
            <a:xfrm>
              <a:off x="6389296" y="1882037"/>
              <a:ext cx="12677" cy="111183"/>
            </a:xfrm>
            <a:custGeom>
              <a:rect b="b" l="l" r="r" t="t"/>
              <a:pathLst>
                <a:path extrusionOk="0" h="3061" w="349">
                  <a:moveTo>
                    <a:pt x="348" y="1"/>
                  </a:moveTo>
                  <a:cubicBezTo>
                    <a:pt x="348" y="1"/>
                    <a:pt x="304" y="46"/>
                    <a:pt x="304" y="108"/>
                  </a:cubicBezTo>
                  <a:cubicBezTo>
                    <a:pt x="313" y="170"/>
                    <a:pt x="250" y="197"/>
                    <a:pt x="277" y="251"/>
                  </a:cubicBezTo>
                  <a:cubicBezTo>
                    <a:pt x="304" y="304"/>
                    <a:pt x="223" y="322"/>
                    <a:pt x="259" y="385"/>
                  </a:cubicBezTo>
                  <a:cubicBezTo>
                    <a:pt x="295" y="456"/>
                    <a:pt x="206" y="527"/>
                    <a:pt x="241" y="608"/>
                  </a:cubicBezTo>
                  <a:cubicBezTo>
                    <a:pt x="277" y="679"/>
                    <a:pt x="197" y="715"/>
                    <a:pt x="232" y="777"/>
                  </a:cubicBezTo>
                  <a:cubicBezTo>
                    <a:pt x="268" y="840"/>
                    <a:pt x="161" y="911"/>
                    <a:pt x="215" y="1009"/>
                  </a:cubicBezTo>
                  <a:cubicBezTo>
                    <a:pt x="268" y="1116"/>
                    <a:pt x="161" y="1170"/>
                    <a:pt x="197" y="1241"/>
                  </a:cubicBezTo>
                  <a:cubicBezTo>
                    <a:pt x="232" y="1321"/>
                    <a:pt x="99" y="1402"/>
                    <a:pt x="161" y="1491"/>
                  </a:cubicBezTo>
                  <a:cubicBezTo>
                    <a:pt x="215" y="1571"/>
                    <a:pt x="107" y="1642"/>
                    <a:pt x="143" y="1705"/>
                  </a:cubicBezTo>
                  <a:cubicBezTo>
                    <a:pt x="179" y="1776"/>
                    <a:pt x="81" y="1865"/>
                    <a:pt x="134" y="1937"/>
                  </a:cubicBezTo>
                  <a:cubicBezTo>
                    <a:pt x="188" y="2008"/>
                    <a:pt x="63" y="2088"/>
                    <a:pt x="107" y="2187"/>
                  </a:cubicBezTo>
                  <a:cubicBezTo>
                    <a:pt x="143" y="2285"/>
                    <a:pt x="45" y="2392"/>
                    <a:pt x="99" y="2472"/>
                  </a:cubicBezTo>
                  <a:cubicBezTo>
                    <a:pt x="143" y="2561"/>
                    <a:pt x="27" y="2579"/>
                    <a:pt x="81" y="2677"/>
                  </a:cubicBezTo>
                  <a:cubicBezTo>
                    <a:pt x="134" y="2766"/>
                    <a:pt x="0" y="2891"/>
                    <a:pt x="0" y="3061"/>
                  </a:cubicBezTo>
                  <a:lnTo>
                    <a:pt x="348" y="3061"/>
                  </a:lnTo>
                  <a:lnTo>
                    <a:pt x="3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2"/>
            <p:cNvSpPr/>
            <p:nvPr/>
          </p:nvSpPr>
          <p:spPr>
            <a:xfrm>
              <a:off x="6401936" y="1882037"/>
              <a:ext cx="12677" cy="111183"/>
            </a:xfrm>
            <a:custGeom>
              <a:rect b="b" l="l" r="r" t="t"/>
              <a:pathLst>
                <a:path extrusionOk="0" h="3061" w="349">
                  <a:moveTo>
                    <a:pt x="0" y="1"/>
                  </a:moveTo>
                  <a:lnTo>
                    <a:pt x="0" y="3061"/>
                  </a:lnTo>
                  <a:lnTo>
                    <a:pt x="348" y="3061"/>
                  </a:lnTo>
                  <a:cubicBezTo>
                    <a:pt x="348" y="2891"/>
                    <a:pt x="206" y="2766"/>
                    <a:pt x="259" y="2677"/>
                  </a:cubicBezTo>
                  <a:cubicBezTo>
                    <a:pt x="313" y="2579"/>
                    <a:pt x="197" y="2561"/>
                    <a:pt x="250" y="2472"/>
                  </a:cubicBezTo>
                  <a:cubicBezTo>
                    <a:pt x="295" y="2392"/>
                    <a:pt x="197" y="2285"/>
                    <a:pt x="241" y="2187"/>
                  </a:cubicBezTo>
                  <a:cubicBezTo>
                    <a:pt x="277" y="2088"/>
                    <a:pt x="152" y="2008"/>
                    <a:pt x="206" y="1937"/>
                  </a:cubicBezTo>
                  <a:cubicBezTo>
                    <a:pt x="259" y="1865"/>
                    <a:pt x="161" y="1776"/>
                    <a:pt x="197" y="1705"/>
                  </a:cubicBezTo>
                  <a:cubicBezTo>
                    <a:pt x="232" y="1642"/>
                    <a:pt x="125" y="1571"/>
                    <a:pt x="188" y="1491"/>
                  </a:cubicBezTo>
                  <a:cubicBezTo>
                    <a:pt x="241" y="1402"/>
                    <a:pt x="116" y="1321"/>
                    <a:pt x="152" y="1241"/>
                  </a:cubicBezTo>
                  <a:cubicBezTo>
                    <a:pt x="179" y="1170"/>
                    <a:pt x="81" y="1116"/>
                    <a:pt x="134" y="1009"/>
                  </a:cubicBezTo>
                  <a:cubicBezTo>
                    <a:pt x="188" y="911"/>
                    <a:pt x="81" y="840"/>
                    <a:pt x="107" y="777"/>
                  </a:cubicBezTo>
                  <a:cubicBezTo>
                    <a:pt x="143" y="715"/>
                    <a:pt x="72" y="679"/>
                    <a:pt x="107" y="608"/>
                  </a:cubicBezTo>
                  <a:cubicBezTo>
                    <a:pt x="134" y="527"/>
                    <a:pt x="45" y="456"/>
                    <a:pt x="81" y="385"/>
                  </a:cubicBezTo>
                  <a:cubicBezTo>
                    <a:pt x="125" y="322"/>
                    <a:pt x="45" y="304"/>
                    <a:pt x="63" y="251"/>
                  </a:cubicBezTo>
                  <a:cubicBezTo>
                    <a:pt x="90" y="197"/>
                    <a:pt x="27" y="170"/>
                    <a:pt x="36" y="108"/>
                  </a:cubicBezTo>
                  <a:cubicBezTo>
                    <a:pt x="45" y="46"/>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2"/>
            <p:cNvSpPr/>
            <p:nvPr/>
          </p:nvSpPr>
          <p:spPr>
            <a:xfrm>
              <a:off x="6528951" y="1902450"/>
              <a:ext cx="12677" cy="111510"/>
            </a:xfrm>
            <a:custGeom>
              <a:rect b="b" l="l" r="r" t="t"/>
              <a:pathLst>
                <a:path extrusionOk="0" h="3070" w="349">
                  <a:moveTo>
                    <a:pt x="348" y="1"/>
                  </a:moveTo>
                  <a:cubicBezTo>
                    <a:pt x="348" y="1"/>
                    <a:pt x="304" y="46"/>
                    <a:pt x="313" y="117"/>
                  </a:cubicBezTo>
                  <a:cubicBezTo>
                    <a:pt x="322" y="179"/>
                    <a:pt x="259" y="206"/>
                    <a:pt x="286" y="251"/>
                  </a:cubicBezTo>
                  <a:cubicBezTo>
                    <a:pt x="304" y="304"/>
                    <a:pt x="223" y="322"/>
                    <a:pt x="259" y="393"/>
                  </a:cubicBezTo>
                  <a:cubicBezTo>
                    <a:pt x="304" y="456"/>
                    <a:pt x="214" y="536"/>
                    <a:pt x="241" y="608"/>
                  </a:cubicBezTo>
                  <a:cubicBezTo>
                    <a:pt x="277" y="688"/>
                    <a:pt x="206" y="715"/>
                    <a:pt x="232" y="777"/>
                  </a:cubicBezTo>
                  <a:cubicBezTo>
                    <a:pt x="268" y="840"/>
                    <a:pt x="161" y="911"/>
                    <a:pt x="214" y="1018"/>
                  </a:cubicBezTo>
                  <a:cubicBezTo>
                    <a:pt x="268" y="1125"/>
                    <a:pt x="170" y="1179"/>
                    <a:pt x="197" y="1250"/>
                  </a:cubicBezTo>
                  <a:cubicBezTo>
                    <a:pt x="232" y="1321"/>
                    <a:pt x="107" y="1410"/>
                    <a:pt x="161" y="1491"/>
                  </a:cubicBezTo>
                  <a:cubicBezTo>
                    <a:pt x="214" y="1580"/>
                    <a:pt x="116" y="1651"/>
                    <a:pt x="152" y="1714"/>
                  </a:cubicBezTo>
                  <a:cubicBezTo>
                    <a:pt x="188" y="1776"/>
                    <a:pt x="90" y="1865"/>
                    <a:pt x="143" y="1937"/>
                  </a:cubicBezTo>
                  <a:cubicBezTo>
                    <a:pt x="197" y="2008"/>
                    <a:pt x="72" y="2088"/>
                    <a:pt x="107" y="2187"/>
                  </a:cubicBezTo>
                  <a:cubicBezTo>
                    <a:pt x="152" y="2285"/>
                    <a:pt x="54" y="2392"/>
                    <a:pt x="99" y="2481"/>
                  </a:cubicBezTo>
                  <a:cubicBezTo>
                    <a:pt x="152" y="2561"/>
                    <a:pt x="27" y="2588"/>
                    <a:pt x="90" y="2677"/>
                  </a:cubicBezTo>
                  <a:cubicBezTo>
                    <a:pt x="143" y="2775"/>
                    <a:pt x="0" y="2891"/>
                    <a:pt x="0" y="3070"/>
                  </a:cubicBezTo>
                  <a:lnTo>
                    <a:pt x="348" y="3070"/>
                  </a:lnTo>
                  <a:lnTo>
                    <a:pt x="3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2"/>
            <p:cNvSpPr/>
            <p:nvPr/>
          </p:nvSpPr>
          <p:spPr>
            <a:xfrm>
              <a:off x="6541591" y="1902450"/>
              <a:ext cx="12677" cy="111510"/>
            </a:xfrm>
            <a:custGeom>
              <a:rect b="b" l="l" r="r" t="t"/>
              <a:pathLst>
                <a:path extrusionOk="0" h="3070" w="349">
                  <a:moveTo>
                    <a:pt x="0" y="1"/>
                  </a:moveTo>
                  <a:lnTo>
                    <a:pt x="0" y="3070"/>
                  </a:lnTo>
                  <a:lnTo>
                    <a:pt x="348" y="3070"/>
                  </a:lnTo>
                  <a:cubicBezTo>
                    <a:pt x="348" y="2891"/>
                    <a:pt x="214" y="2775"/>
                    <a:pt x="268" y="2677"/>
                  </a:cubicBezTo>
                  <a:cubicBezTo>
                    <a:pt x="321" y="2588"/>
                    <a:pt x="197" y="2561"/>
                    <a:pt x="250" y="2481"/>
                  </a:cubicBezTo>
                  <a:cubicBezTo>
                    <a:pt x="304" y="2392"/>
                    <a:pt x="197" y="2285"/>
                    <a:pt x="241" y="2187"/>
                  </a:cubicBezTo>
                  <a:cubicBezTo>
                    <a:pt x="286" y="2088"/>
                    <a:pt x="161" y="2008"/>
                    <a:pt x="214" y="1937"/>
                  </a:cubicBezTo>
                  <a:cubicBezTo>
                    <a:pt x="268" y="1865"/>
                    <a:pt x="170" y="1776"/>
                    <a:pt x="205" y="1714"/>
                  </a:cubicBezTo>
                  <a:cubicBezTo>
                    <a:pt x="241" y="1651"/>
                    <a:pt x="134" y="1580"/>
                    <a:pt x="188" y="1491"/>
                  </a:cubicBezTo>
                  <a:cubicBezTo>
                    <a:pt x="241" y="1410"/>
                    <a:pt x="116" y="1321"/>
                    <a:pt x="152" y="1250"/>
                  </a:cubicBezTo>
                  <a:cubicBezTo>
                    <a:pt x="188" y="1179"/>
                    <a:pt x="81" y="1125"/>
                    <a:pt x="134" y="1018"/>
                  </a:cubicBezTo>
                  <a:cubicBezTo>
                    <a:pt x="188" y="911"/>
                    <a:pt x="81" y="840"/>
                    <a:pt x="116" y="777"/>
                  </a:cubicBezTo>
                  <a:cubicBezTo>
                    <a:pt x="152" y="715"/>
                    <a:pt x="72" y="688"/>
                    <a:pt x="107" y="608"/>
                  </a:cubicBezTo>
                  <a:cubicBezTo>
                    <a:pt x="143" y="536"/>
                    <a:pt x="54" y="456"/>
                    <a:pt x="90" y="393"/>
                  </a:cubicBezTo>
                  <a:cubicBezTo>
                    <a:pt x="125" y="322"/>
                    <a:pt x="45" y="304"/>
                    <a:pt x="72" y="251"/>
                  </a:cubicBezTo>
                  <a:cubicBezTo>
                    <a:pt x="98" y="206"/>
                    <a:pt x="36" y="179"/>
                    <a:pt x="45" y="117"/>
                  </a:cubicBezTo>
                  <a:cubicBezTo>
                    <a:pt x="45" y="46"/>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2"/>
            <p:cNvSpPr/>
            <p:nvPr/>
          </p:nvSpPr>
          <p:spPr>
            <a:xfrm>
              <a:off x="6244119" y="1770930"/>
              <a:ext cx="634191" cy="385636"/>
            </a:xfrm>
            <a:custGeom>
              <a:rect b="b" l="l" r="r" t="t"/>
              <a:pathLst>
                <a:path extrusionOk="0" h="10617" w="17460">
                  <a:moveTo>
                    <a:pt x="17459" y="0"/>
                  </a:moveTo>
                  <a:lnTo>
                    <a:pt x="16094" y="1472"/>
                  </a:lnTo>
                  <a:lnTo>
                    <a:pt x="15711" y="2953"/>
                  </a:lnTo>
                  <a:lnTo>
                    <a:pt x="14266" y="3774"/>
                  </a:lnTo>
                  <a:lnTo>
                    <a:pt x="13855" y="4478"/>
                  </a:lnTo>
                  <a:lnTo>
                    <a:pt x="13052" y="4719"/>
                  </a:lnTo>
                  <a:lnTo>
                    <a:pt x="12687" y="5995"/>
                  </a:lnTo>
                  <a:lnTo>
                    <a:pt x="11304" y="6164"/>
                  </a:lnTo>
                  <a:lnTo>
                    <a:pt x="10519" y="5692"/>
                  </a:lnTo>
                  <a:lnTo>
                    <a:pt x="10153" y="4951"/>
                  </a:lnTo>
                  <a:lnTo>
                    <a:pt x="8806" y="5112"/>
                  </a:lnTo>
                  <a:lnTo>
                    <a:pt x="8253" y="5879"/>
                  </a:lnTo>
                  <a:lnTo>
                    <a:pt x="7370" y="5897"/>
                  </a:lnTo>
                  <a:lnTo>
                    <a:pt x="6130" y="4701"/>
                  </a:lnTo>
                  <a:lnTo>
                    <a:pt x="5059" y="4496"/>
                  </a:lnTo>
                  <a:lnTo>
                    <a:pt x="4363" y="4889"/>
                  </a:lnTo>
                  <a:lnTo>
                    <a:pt x="3596" y="3836"/>
                  </a:lnTo>
                  <a:lnTo>
                    <a:pt x="2748" y="3444"/>
                  </a:lnTo>
                  <a:lnTo>
                    <a:pt x="1749" y="5308"/>
                  </a:lnTo>
                  <a:lnTo>
                    <a:pt x="938" y="6075"/>
                  </a:lnTo>
                  <a:lnTo>
                    <a:pt x="777" y="7271"/>
                  </a:lnTo>
                  <a:lnTo>
                    <a:pt x="1" y="7868"/>
                  </a:lnTo>
                  <a:lnTo>
                    <a:pt x="1" y="8975"/>
                  </a:lnTo>
                  <a:lnTo>
                    <a:pt x="938" y="8983"/>
                  </a:lnTo>
                  <a:lnTo>
                    <a:pt x="2053" y="9091"/>
                  </a:lnTo>
                  <a:lnTo>
                    <a:pt x="2918" y="8859"/>
                  </a:lnTo>
                  <a:lnTo>
                    <a:pt x="5220" y="8859"/>
                  </a:lnTo>
                  <a:lnTo>
                    <a:pt x="5844" y="9091"/>
                  </a:lnTo>
                  <a:lnTo>
                    <a:pt x="7343" y="8903"/>
                  </a:lnTo>
                  <a:lnTo>
                    <a:pt x="8190" y="9091"/>
                  </a:lnTo>
                  <a:lnTo>
                    <a:pt x="7655" y="9813"/>
                  </a:lnTo>
                  <a:lnTo>
                    <a:pt x="9073" y="9974"/>
                  </a:lnTo>
                  <a:lnTo>
                    <a:pt x="10867" y="9626"/>
                  </a:lnTo>
                  <a:lnTo>
                    <a:pt x="11901" y="9626"/>
                  </a:lnTo>
                  <a:lnTo>
                    <a:pt x="12865" y="9974"/>
                  </a:lnTo>
                  <a:lnTo>
                    <a:pt x="14970" y="9974"/>
                  </a:lnTo>
                  <a:lnTo>
                    <a:pt x="15693" y="10616"/>
                  </a:lnTo>
                  <a:lnTo>
                    <a:pt x="17459" y="10616"/>
                  </a:lnTo>
                  <a:lnTo>
                    <a:pt x="1745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2"/>
            <p:cNvSpPr/>
            <p:nvPr/>
          </p:nvSpPr>
          <p:spPr>
            <a:xfrm>
              <a:off x="6704892" y="1770930"/>
              <a:ext cx="173404" cy="243034"/>
            </a:xfrm>
            <a:custGeom>
              <a:rect b="b" l="l" r="r" t="t"/>
              <a:pathLst>
                <a:path extrusionOk="0" h="6691" w="4774">
                  <a:moveTo>
                    <a:pt x="4773" y="0"/>
                  </a:moveTo>
                  <a:lnTo>
                    <a:pt x="3408" y="1472"/>
                  </a:lnTo>
                  <a:lnTo>
                    <a:pt x="3025" y="2953"/>
                  </a:lnTo>
                  <a:lnTo>
                    <a:pt x="1588" y="3774"/>
                  </a:lnTo>
                  <a:lnTo>
                    <a:pt x="1169" y="4478"/>
                  </a:lnTo>
                  <a:lnTo>
                    <a:pt x="366" y="4719"/>
                  </a:lnTo>
                  <a:lnTo>
                    <a:pt x="1" y="5995"/>
                  </a:lnTo>
                  <a:lnTo>
                    <a:pt x="1722" y="6691"/>
                  </a:lnTo>
                  <a:lnTo>
                    <a:pt x="580" y="5727"/>
                  </a:lnTo>
                  <a:lnTo>
                    <a:pt x="759" y="5255"/>
                  </a:lnTo>
                  <a:lnTo>
                    <a:pt x="1321" y="4844"/>
                  </a:lnTo>
                  <a:lnTo>
                    <a:pt x="1901" y="4692"/>
                  </a:lnTo>
                  <a:lnTo>
                    <a:pt x="2097" y="3916"/>
                  </a:lnTo>
                  <a:lnTo>
                    <a:pt x="3212" y="3765"/>
                  </a:lnTo>
                  <a:lnTo>
                    <a:pt x="3310" y="3015"/>
                  </a:lnTo>
                  <a:lnTo>
                    <a:pt x="3614" y="2373"/>
                  </a:lnTo>
                  <a:lnTo>
                    <a:pt x="4015" y="3916"/>
                  </a:lnTo>
                  <a:lnTo>
                    <a:pt x="3890" y="1490"/>
                  </a:lnTo>
                  <a:lnTo>
                    <a:pt x="4773"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2"/>
            <p:cNvSpPr/>
            <p:nvPr/>
          </p:nvSpPr>
          <p:spPr>
            <a:xfrm>
              <a:off x="6612854" y="1950757"/>
              <a:ext cx="92078" cy="79728"/>
            </a:xfrm>
            <a:custGeom>
              <a:rect b="b" l="l" r="r" t="t"/>
              <a:pathLst>
                <a:path extrusionOk="0" h="2195" w="2535">
                  <a:moveTo>
                    <a:pt x="1" y="0"/>
                  </a:moveTo>
                  <a:lnTo>
                    <a:pt x="170" y="1178"/>
                  </a:lnTo>
                  <a:lnTo>
                    <a:pt x="724" y="1454"/>
                  </a:lnTo>
                  <a:lnTo>
                    <a:pt x="724" y="2195"/>
                  </a:lnTo>
                  <a:lnTo>
                    <a:pt x="1089" y="1820"/>
                  </a:lnTo>
                  <a:lnTo>
                    <a:pt x="2535" y="1044"/>
                  </a:lnTo>
                  <a:lnTo>
                    <a:pt x="2535" y="1044"/>
                  </a:lnTo>
                  <a:lnTo>
                    <a:pt x="1152" y="1213"/>
                  </a:lnTo>
                  <a:lnTo>
                    <a:pt x="367" y="741"/>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2"/>
            <p:cNvSpPr/>
            <p:nvPr/>
          </p:nvSpPr>
          <p:spPr>
            <a:xfrm>
              <a:off x="6676380" y="2039200"/>
              <a:ext cx="64182" cy="94003"/>
            </a:xfrm>
            <a:custGeom>
              <a:rect b="b" l="l" r="r" t="t"/>
              <a:pathLst>
                <a:path extrusionOk="0" h="2588" w="1767">
                  <a:moveTo>
                    <a:pt x="1767" y="1"/>
                  </a:moveTo>
                  <a:lnTo>
                    <a:pt x="1276" y="652"/>
                  </a:lnTo>
                  <a:lnTo>
                    <a:pt x="786" y="1794"/>
                  </a:lnTo>
                  <a:lnTo>
                    <a:pt x="0" y="2240"/>
                  </a:lnTo>
                  <a:lnTo>
                    <a:pt x="964" y="2588"/>
                  </a:lnTo>
                  <a:lnTo>
                    <a:pt x="1410" y="1758"/>
                  </a:lnTo>
                  <a:lnTo>
                    <a:pt x="1410" y="1027"/>
                  </a:lnTo>
                  <a:lnTo>
                    <a:pt x="176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2"/>
            <p:cNvSpPr/>
            <p:nvPr/>
          </p:nvSpPr>
          <p:spPr>
            <a:xfrm>
              <a:off x="6778443" y="1943311"/>
              <a:ext cx="99851" cy="213249"/>
            </a:xfrm>
            <a:custGeom>
              <a:rect b="b" l="l" r="r" t="t"/>
              <a:pathLst>
                <a:path extrusionOk="0" h="5871" w="2749">
                  <a:moveTo>
                    <a:pt x="1089" y="0"/>
                  </a:moveTo>
                  <a:lnTo>
                    <a:pt x="661" y="1115"/>
                  </a:lnTo>
                  <a:lnTo>
                    <a:pt x="482" y="3212"/>
                  </a:lnTo>
                  <a:lnTo>
                    <a:pt x="1" y="4514"/>
                  </a:lnTo>
                  <a:lnTo>
                    <a:pt x="259" y="5228"/>
                  </a:lnTo>
                  <a:lnTo>
                    <a:pt x="982" y="5870"/>
                  </a:lnTo>
                  <a:lnTo>
                    <a:pt x="2748" y="5870"/>
                  </a:lnTo>
                  <a:lnTo>
                    <a:pt x="2748" y="3105"/>
                  </a:lnTo>
                  <a:lnTo>
                    <a:pt x="2133" y="4737"/>
                  </a:lnTo>
                  <a:lnTo>
                    <a:pt x="1678" y="4086"/>
                  </a:lnTo>
                  <a:lnTo>
                    <a:pt x="1544" y="2480"/>
                  </a:lnTo>
                  <a:lnTo>
                    <a:pt x="1071" y="1302"/>
                  </a:lnTo>
                  <a:lnTo>
                    <a:pt x="108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2"/>
            <p:cNvSpPr/>
            <p:nvPr/>
          </p:nvSpPr>
          <p:spPr>
            <a:xfrm>
              <a:off x="6787850" y="2079044"/>
              <a:ext cx="26261" cy="77512"/>
            </a:xfrm>
            <a:custGeom>
              <a:rect b="b" l="l" r="r" t="t"/>
              <a:pathLst>
                <a:path extrusionOk="0" h="2134" w="723">
                  <a:moveTo>
                    <a:pt x="607" y="1"/>
                  </a:moveTo>
                  <a:lnTo>
                    <a:pt x="437" y="1455"/>
                  </a:lnTo>
                  <a:lnTo>
                    <a:pt x="205" y="875"/>
                  </a:lnTo>
                  <a:lnTo>
                    <a:pt x="0" y="1491"/>
                  </a:lnTo>
                  <a:lnTo>
                    <a:pt x="723" y="2133"/>
                  </a:lnTo>
                  <a:lnTo>
                    <a:pt x="607"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2"/>
            <p:cNvSpPr/>
            <p:nvPr/>
          </p:nvSpPr>
          <p:spPr>
            <a:xfrm>
              <a:off x="6743139" y="2044067"/>
              <a:ext cx="23355" cy="89135"/>
            </a:xfrm>
            <a:custGeom>
              <a:rect b="b" l="l" r="r" t="t"/>
              <a:pathLst>
                <a:path extrusionOk="0" h="2454" w="643">
                  <a:moveTo>
                    <a:pt x="419" y="0"/>
                  </a:moveTo>
                  <a:lnTo>
                    <a:pt x="98" y="1410"/>
                  </a:lnTo>
                  <a:lnTo>
                    <a:pt x="188" y="1883"/>
                  </a:lnTo>
                  <a:lnTo>
                    <a:pt x="0" y="2454"/>
                  </a:lnTo>
                  <a:lnTo>
                    <a:pt x="643" y="2454"/>
                  </a:lnTo>
                  <a:lnTo>
                    <a:pt x="366" y="1232"/>
                  </a:lnTo>
                  <a:lnTo>
                    <a:pt x="419"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2"/>
            <p:cNvSpPr/>
            <p:nvPr/>
          </p:nvSpPr>
          <p:spPr>
            <a:xfrm>
              <a:off x="6522159" y="2039200"/>
              <a:ext cx="54447" cy="94003"/>
            </a:xfrm>
            <a:custGeom>
              <a:rect b="b" l="l" r="r" t="t"/>
              <a:pathLst>
                <a:path extrusionOk="0" h="2588" w="1499">
                  <a:moveTo>
                    <a:pt x="1187" y="1"/>
                  </a:moveTo>
                  <a:lnTo>
                    <a:pt x="1187" y="1455"/>
                  </a:lnTo>
                  <a:lnTo>
                    <a:pt x="0" y="2427"/>
                  </a:lnTo>
                  <a:lnTo>
                    <a:pt x="1418" y="2588"/>
                  </a:lnTo>
                  <a:lnTo>
                    <a:pt x="1499" y="1151"/>
                  </a:lnTo>
                  <a:lnTo>
                    <a:pt x="118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2"/>
            <p:cNvSpPr/>
            <p:nvPr/>
          </p:nvSpPr>
          <p:spPr>
            <a:xfrm>
              <a:off x="6573663" y="2047299"/>
              <a:ext cx="73262" cy="85903"/>
            </a:xfrm>
            <a:custGeom>
              <a:rect b="b" l="l" r="r" t="t"/>
              <a:pathLst>
                <a:path extrusionOk="0" h="2365" w="2017">
                  <a:moveTo>
                    <a:pt x="2017" y="1"/>
                  </a:moveTo>
                  <a:lnTo>
                    <a:pt x="1321" y="1214"/>
                  </a:lnTo>
                  <a:lnTo>
                    <a:pt x="1160" y="1785"/>
                  </a:lnTo>
                  <a:lnTo>
                    <a:pt x="0" y="2365"/>
                  </a:lnTo>
                  <a:lnTo>
                    <a:pt x="1794" y="2017"/>
                  </a:lnTo>
                  <a:lnTo>
                    <a:pt x="1695" y="1259"/>
                  </a:lnTo>
                  <a:lnTo>
                    <a:pt x="2017"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2"/>
            <p:cNvSpPr/>
            <p:nvPr/>
          </p:nvSpPr>
          <p:spPr>
            <a:xfrm>
              <a:off x="6510791" y="2044067"/>
              <a:ext cx="30838" cy="57063"/>
            </a:xfrm>
            <a:custGeom>
              <a:rect b="b" l="l" r="r" t="t"/>
              <a:pathLst>
                <a:path extrusionOk="0" h="1571" w="849">
                  <a:moveTo>
                    <a:pt x="545" y="0"/>
                  </a:moveTo>
                  <a:lnTo>
                    <a:pt x="393" y="848"/>
                  </a:lnTo>
                  <a:lnTo>
                    <a:pt x="1" y="1383"/>
                  </a:lnTo>
                  <a:lnTo>
                    <a:pt x="848" y="1571"/>
                  </a:lnTo>
                  <a:lnTo>
                    <a:pt x="54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2"/>
            <p:cNvSpPr/>
            <p:nvPr/>
          </p:nvSpPr>
          <p:spPr>
            <a:xfrm>
              <a:off x="6410362" y="1934231"/>
              <a:ext cx="133522" cy="94656"/>
            </a:xfrm>
            <a:custGeom>
              <a:rect b="b" l="l" r="r" t="t"/>
              <a:pathLst>
                <a:path extrusionOk="0" h="2606" w="3676">
                  <a:moveTo>
                    <a:pt x="482" y="0"/>
                  </a:moveTo>
                  <a:lnTo>
                    <a:pt x="901" y="375"/>
                  </a:lnTo>
                  <a:lnTo>
                    <a:pt x="955" y="812"/>
                  </a:lnTo>
                  <a:lnTo>
                    <a:pt x="1321" y="518"/>
                  </a:lnTo>
                  <a:lnTo>
                    <a:pt x="2061" y="1142"/>
                  </a:lnTo>
                  <a:lnTo>
                    <a:pt x="1267" y="1401"/>
                  </a:lnTo>
                  <a:lnTo>
                    <a:pt x="0" y="2605"/>
                  </a:lnTo>
                  <a:lnTo>
                    <a:pt x="1642" y="1677"/>
                  </a:lnTo>
                  <a:lnTo>
                    <a:pt x="2462" y="1481"/>
                  </a:lnTo>
                  <a:lnTo>
                    <a:pt x="2766" y="1909"/>
                  </a:lnTo>
                  <a:lnTo>
                    <a:pt x="2578" y="2605"/>
                  </a:lnTo>
                  <a:lnTo>
                    <a:pt x="3676" y="1383"/>
                  </a:lnTo>
                  <a:lnTo>
                    <a:pt x="2793" y="1401"/>
                  </a:lnTo>
                  <a:lnTo>
                    <a:pt x="1553" y="205"/>
                  </a:lnTo>
                  <a:lnTo>
                    <a:pt x="482"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2"/>
            <p:cNvSpPr/>
            <p:nvPr/>
          </p:nvSpPr>
          <p:spPr>
            <a:xfrm>
              <a:off x="6343930" y="1895985"/>
              <a:ext cx="58697" cy="52522"/>
            </a:xfrm>
            <a:custGeom>
              <a:rect b="b" l="l" r="r" t="t"/>
              <a:pathLst>
                <a:path extrusionOk="0" h="1446" w="1616">
                  <a:moveTo>
                    <a:pt x="0" y="1"/>
                  </a:moveTo>
                  <a:lnTo>
                    <a:pt x="1615" y="1446"/>
                  </a:lnTo>
                  <a:lnTo>
                    <a:pt x="848" y="393"/>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2"/>
            <p:cNvSpPr/>
            <p:nvPr/>
          </p:nvSpPr>
          <p:spPr>
            <a:xfrm>
              <a:off x="6244119" y="1963724"/>
              <a:ext cx="116704" cy="137408"/>
            </a:xfrm>
            <a:custGeom>
              <a:rect b="b" l="l" r="r" t="t"/>
              <a:pathLst>
                <a:path extrusionOk="0" h="3783" w="3213">
                  <a:moveTo>
                    <a:pt x="1749" y="0"/>
                  </a:moveTo>
                  <a:lnTo>
                    <a:pt x="938" y="767"/>
                  </a:lnTo>
                  <a:lnTo>
                    <a:pt x="777" y="1963"/>
                  </a:lnTo>
                  <a:lnTo>
                    <a:pt x="1" y="2560"/>
                  </a:lnTo>
                  <a:lnTo>
                    <a:pt x="1" y="3667"/>
                  </a:lnTo>
                  <a:lnTo>
                    <a:pt x="938" y="3675"/>
                  </a:lnTo>
                  <a:lnTo>
                    <a:pt x="2053" y="3783"/>
                  </a:lnTo>
                  <a:lnTo>
                    <a:pt x="2186" y="2212"/>
                  </a:lnTo>
                  <a:lnTo>
                    <a:pt x="1687" y="3426"/>
                  </a:lnTo>
                  <a:lnTo>
                    <a:pt x="688" y="3488"/>
                  </a:lnTo>
                  <a:lnTo>
                    <a:pt x="304" y="2917"/>
                  </a:lnTo>
                  <a:lnTo>
                    <a:pt x="1223" y="1963"/>
                  </a:lnTo>
                  <a:lnTo>
                    <a:pt x="1419" y="1258"/>
                  </a:lnTo>
                  <a:lnTo>
                    <a:pt x="2427" y="740"/>
                  </a:lnTo>
                  <a:lnTo>
                    <a:pt x="3212" y="54"/>
                  </a:lnTo>
                  <a:lnTo>
                    <a:pt x="2133" y="544"/>
                  </a:lnTo>
                  <a:lnTo>
                    <a:pt x="1348" y="669"/>
                  </a:lnTo>
                  <a:lnTo>
                    <a:pt x="174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2"/>
            <p:cNvSpPr/>
            <p:nvPr/>
          </p:nvSpPr>
          <p:spPr>
            <a:xfrm>
              <a:off x="6343930" y="2023654"/>
              <a:ext cx="31128" cy="69049"/>
            </a:xfrm>
            <a:custGeom>
              <a:rect b="b" l="l" r="r" t="t"/>
              <a:pathLst>
                <a:path extrusionOk="0" h="1901" w="857">
                  <a:moveTo>
                    <a:pt x="0" y="0"/>
                  </a:moveTo>
                  <a:lnTo>
                    <a:pt x="170" y="1901"/>
                  </a:lnTo>
                  <a:lnTo>
                    <a:pt x="857" y="190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2"/>
            <p:cNvSpPr/>
            <p:nvPr/>
          </p:nvSpPr>
          <p:spPr>
            <a:xfrm>
              <a:off x="6433681" y="2028848"/>
              <a:ext cx="26624" cy="72282"/>
            </a:xfrm>
            <a:custGeom>
              <a:rect b="b" l="l" r="r" t="t"/>
              <a:pathLst>
                <a:path extrusionOk="0" h="1990" w="733">
                  <a:moveTo>
                    <a:pt x="465" y="0"/>
                  </a:moveTo>
                  <a:lnTo>
                    <a:pt x="268" y="901"/>
                  </a:lnTo>
                  <a:lnTo>
                    <a:pt x="331" y="1303"/>
                  </a:lnTo>
                  <a:lnTo>
                    <a:pt x="1" y="1758"/>
                  </a:lnTo>
                  <a:lnTo>
                    <a:pt x="625" y="1990"/>
                  </a:lnTo>
                  <a:lnTo>
                    <a:pt x="732" y="1472"/>
                  </a:lnTo>
                  <a:lnTo>
                    <a:pt x="500" y="839"/>
                  </a:lnTo>
                  <a:lnTo>
                    <a:pt x="46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1" name="Google Shape;2161;p42"/>
          <p:cNvGrpSpPr/>
          <p:nvPr/>
        </p:nvGrpSpPr>
        <p:grpSpPr>
          <a:xfrm>
            <a:off x="1694749" y="-132157"/>
            <a:ext cx="1151601" cy="1147072"/>
            <a:chOff x="6089572" y="1894059"/>
            <a:chExt cx="91097" cy="90734"/>
          </a:xfrm>
        </p:grpSpPr>
        <p:sp>
          <p:nvSpPr>
            <p:cNvPr id="2162" name="Google Shape;2162;p42"/>
            <p:cNvSpPr/>
            <p:nvPr/>
          </p:nvSpPr>
          <p:spPr>
            <a:xfrm>
              <a:off x="6089572" y="1894059"/>
              <a:ext cx="91097" cy="90734"/>
            </a:xfrm>
            <a:custGeom>
              <a:rect b="b" l="l" r="r" t="t"/>
              <a:pathLst>
                <a:path extrusionOk="0" h="2498" w="2508">
                  <a:moveTo>
                    <a:pt x="1258" y="0"/>
                  </a:moveTo>
                  <a:cubicBezTo>
                    <a:pt x="562" y="0"/>
                    <a:pt x="0" y="553"/>
                    <a:pt x="0" y="1249"/>
                  </a:cubicBezTo>
                  <a:cubicBezTo>
                    <a:pt x="0" y="1936"/>
                    <a:pt x="562" y="2498"/>
                    <a:pt x="1258" y="2498"/>
                  </a:cubicBezTo>
                  <a:cubicBezTo>
                    <a:pt x="1945" y="2498"/>
                    <a:pt x="2507" y="1936"/>
                    <a:pt x="2507" y="1249"/>
                  </a:cubicBezTo>
                  <a:cubicBezTo>
                    <a:pt x="2507" y="553"/>
                    <a:pt x="1945" y="0"/>
                    <a:pt x="12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2"/>
            <p:cNvSpPr/>
            <p:nvPr/>
          </p:nvSpPr>
          <p:spPr>
            <a:xfrm>
              <a:off x="6096037" y="1900525"/>
              <a:ext cx="78130" cy="77803"/>
            </a:xfrm>
            <a:custGeom>
              <a:rect b="b" l="l" r="r" t="t"/>
              <a:pathLst>
                <a:path extrusionOk="0" h="2142" w="2151">
                  <a:moveTo>
                    <a:pt x="1080" y="0"/>
                  </a:moveTo>
                  <a:cubicBezTo>
                    <a:pt x="483" y="0"/>
                    <a:pt x="1" y="482"/>
                    <a:pt x="1" y="1071"/>
                  </a:cubicBezTo>
                  <a:cubicBezTo>
                    <a:pt x="1" y="1660"/>
                    <a:pt x="483" y="2141"/>
                    <a:pt x="1080" y="2141"/>
                  </a:cubicBezTo>
                  <a:cubicBezTo>
                    <a:pt x="1669" y="2141"/>
                    <a:pt x="2151" y="1660"/>
                    <a:pt x="2151" y="1071"/>
                  </a:cubicBezTo>
                  <a:cubicBezTo>
                    <a:pt x="2151" y="482"/>
                    <a:pt x="1669" y="0"/>
                    <a:pt x="1080" y="0"/>
                  </a:cubicBezTo>
                  <a:close/>
                </a:path>
              </a:pathLst>
            </a:custGeom>
            <a:solidFill>
              <a:srgbClr val="EA9B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CUSTOM_9_3">
    <p:spTree>
      <p:nvGrpSpPr>
        <p:cNvPr id="2164" name="Shape 2164"/>
        <p:cNvGrpSpPr/>
        <p:nvPr/>
      </p:nvGrpSpPr>
      <p:grpSpPr>
        <a:xfrm>
          <a:off x="0" y="0"/>
          <a:ext cx="0" cy="0"/>
          <a:chOff x="0" y="0"/>
          <a:chExt cx="0" cy="0"/>
        </a:xfrm>
      </p:grpSpPr>
      <p:sp>
        <p:nvSpPr>
          <p:cNvPr id="2165" name="Google Shape;2165;p43"/>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3"/>
          <p:cNvSpPr/>
          <p:nvPr/>
        </p:nvSpPr>
        <p:spPr>
          <a:xfrm flipH="1" rot="-27">
            <a:off x="6928297" y="4535828"/>
            <a:ext cx="5553997" cy="166108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3"/>
          <p:cNvSpPr/>
          <p:nvPr/>
        </p:nvSpPr>
        <p:spPr>
          <a:xfrm>
            <a:off x="-281248" y="4723350"/>
            <a:ext cx="1872395" cy="736075"/>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68" name="Google Shape;2168;p43"/>
          <p:cNvGrpSpPr/>
          <p:nvPr/>
        </p:nvGrpSpPr>
        <p:grpSpPr>
          <a:xfrm>
            <a:off x="-107222" y="3866483"/>
            <a:ext cx="1587377" cy="1306567"/>
            <a:chOff x="1352322" y="1338997"/>
            <a:chExt cx="415457" cy="676942"/>
          </a:xfrm>
        </p:grpSpPr>
        <p:sp>
          <p:nvSpPr>
            <p:cNvPr id="2169" name="Google Shape;2169;p43"/>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3"/>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3"/>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3"/>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3"/>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3"/>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3"/>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3"/>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3"/>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3"/>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3"/>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3"/>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3"/>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2" name="Google Shape;2182;p43"/>
          <p:cNvGrpSpPr/>
          <p:nvPr/>
        </p:nvGrpSpPr>
        <p:grpSpPr>
          <a:xfrm flipH="1">
            <a:off x="6989366" y="3989002"/>
            <a:ext cx="2154611" cy="785401"/>
            <a:chOff x="3363545" y="1399908"/>
            <a:chExt cx="240164" cy="87537"/>
          </a:xfrm>
        </p:grpSpPr>
        <p:sp>
          <p:nvSpPr>
            <p:cNvPr id="2183" name="Google Shape;2183;p43"/>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3"/>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3"/>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3"/>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3"/>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8" name="Google Shape;2188;p43"/>
          <p:cNvSpPr/>
          <p:nvPr/>
        </p:nvSpPr>
        <p:spPr>
          <a:xfrm flipH="1">
            <a:off x="-281246" y="195779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3"/>
          <p:cNvSpPr/>
          <p:nvPr/>
        </p:nvSpPr>
        <p:spPr>
          <a:xfrm flipH="1">
            <a:off x="7784522" y="8946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3"/>
          <p:cNvSpPr/>
          <p:nvPr/>
        </p:nvSpPr>
        <p:spPr>
          <a:xfrm flipH="1">
            <a:off x="8430904" y="1991707"/>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3"/>
          <p:cNvSpPr/>
          <p:nvPr/>
        </p:nvSpPr>
        <p:spPr>
          <a:xfrm flipH="1">
            <a:off x="-145626" y="239627"/>
            <a:ext cx="1255728" cy="238749"/>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2195" name="Shape 2195"/>
        <p:cNvGrpSpPr/>
        <p:nvPr/>
      </p:nvGrpSpPr>
      <p:grpSpPr>
        <a:xfrm>
          <a:off x="0" y="0"/>
          <a:ext cx="0" cy="0"/>
          <a:chOff x="0" y="0"/>
          <a:chExt cx="0" cy="0"/>
        </a:xfrm>
      </p:grpSpPr>
      <p:grpSp>
        <p:nvGrpSpPr>
          <p:cNvPr id="2196" name="Google Shape;2196;p45"/>
          <p:cNvGrpSpPr/>
          <p:nvPr/>
        </p:nvGrpSpPr>
        <p:grpSpPr>
          <a:xfrm>
            <a:off x="3949534" y="3203615"/>
            <a:ext cx="1363077" cy="1365145"/>
            <a:chOff x="3892384" y="3203615"/>
            <a:chExt cx="1363077" cy="1365145"/>
          </a:xfrm>
        </p:grpSpPr>
        <p:sp>
          <p:nvSpPr>
            <p:cNvPr id="2197" name="Google Shape;2197;p45"/>
            <p:cNvSpPr/>
            <p:nvPr/>
          </p:nvSpPr>
          <p:spPr>
            <a:xfrm>
              <a:off x="3892384" y="3203615"/>
              <a:ext cx="1363077" cy="1365145"/>
            </a:xfrm>
            <a:custGeom>
              <a:rect b="b" l="l" r="r" t="t"/>
              <a:pathLst>
                <a:path extrusionOk="0" h="5942" w="5933">
                  <a:moveTo>
                    <a:pt x="2971" y="0"/>
                  </a:moveTo>
                  <a:cubicBezTo>
                    <a:pt x="1330" y="0"/>
                    <a:pt x="0" y="1330"/>
                    <a:pt x="0" y="2971"/>
                  </a:cubicBezTo>
                  <a:cubicBezTo>
                    <a:pt x="0" y="4612"/>
                    <a:pt x="1330" y="5942"/>
                    <a:pt x="2971" y="5942"/>
                  </a:cubicBezTo>
                  <a:cubicBezTo>
                    <a:pt x="4604" y="5942"/>
                    <a:pt x="5933" y="4612"/>
                    <a:pt x="5933" y="2971"/>
                  </a:cubicBezTo>
                  <a:cubicBezTo>
                    <a:pt x="5933" y="1330"/>
                    <a:pt x="4604" y="0"/>
                    <a:pt x="29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5"/>
            <p:cNvSpPr/>
            <p:nvPr/>
          </p:nvSpPr>
          <p:spPr>
            <a:xfrm>
              <a:off x="3988647" y="3301946"/>
              <a:ext cx="1170551" cy="1168483"/>
            </a:xfrm>
            <a:custGeom>
              <a:rect b="b" l="l" r="r" t="t"/>
              <a:pathLst>
                <a:path extrusionOk="0" h="5086" w="5095">
                  <a:moveTo>
                    <a:pt x="2552" y="1"/>
                  </a:moveTo>
                  <a:cubicBezTo>
                    <a:pt x="1142" y="1"/>
                    <a:pt x="1" y="1142"/>
                    <a:pt x="1" y="2543"/>
                  </a:cubicBezTo>
                  <a:cubicBezTo>
                    <a:pt x="1" y="3953"/>
                    <a:pt x="1142" y="5085"/>
                    <a:pt x="2552" y="5085"/>
                  </a:cubicBezTo>
                  <a:cubicBezTo>
                    <a:pt x="3953" y="5085"/>
                    <a:pt x="5095" y="3953"/>
                    <a:pt x="5095" y="2543"/>
                  </a:cubicBezTo>
                  <a:cubicBezTo>
                    <a:pt x="5095" y="1142"/>
                    <a:pt x="3953" y="1"/>
                    <a:pt x="25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9" name="Google Shape;2199;p45"/>
          <p:cNvSpPr/>
          <p:nvPr/>
        </p:nvSpPr>
        <p:spPr>
          <a:xfrm>
            <a:off x="1900" y="3911424"/>
            <a:ext cx="9144017" cy="841679"/>
          </a:xfrm>
          <a:custGeom>
            <a:rect b="b" l="l" r="r" t="t"/>
            <a:pathLst>
              <a:path extrusionOk="0" h="9234" w="30422">
                <a:moveTo>
                  <a:pt x="1" y="0"/>
                </a:moveTo>
                <a:lnTo>
                  <a:pt x="1" y="9233"/>
                </a:lnTo>
                <a:lnTo>
                  <a:pt x="30422" y="9233"/>
                </a:lnTo>
                <a:lnTo>
                  <a:pt x="3042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5"/>
          <p:cNvSpPr/>
          <p:nvPr/>
        </p:nvSpPr>
        <p:spPr>
          <a:xfrm>
            <a:off x="-1276349" y="3911425"/>
            <a:ext cx="10422249" cy="841679"/>
          </a:xfrm>
          <a:custGeom>
            <a:rect b="b" l="l" r="r" t="t"/>
            <a:pathLst>
              <a:path extrusionOk="0" h="9234" w="27897">
                <a:moveTo>
                  <a:pt x="14337" y="0"/>
                </a:moveTo>
                <a:cubicBezTo>
                  <a:pt x="14337" y="0"/>
                  <a:pt x="12053" y="402"/>
                  <a:pt x="13222" y="633"/>
                </a:cubicBezTo>
                <a:cubicBezTo>
                  <a:pt x="14391" y="857"/>
                  <a:pt x="13704" y="1276"/>
                  <a:pt x="11001" y="1419"/>
                </a:cubicBezTo>
                <a:cubicBezTo>
                  <a:pt x="8289" y="1561"/>
                  <a:pt x="8164" y="2204"/>
                  <a:pt x="9529" y="2346"/>
                </a:cubicBezTo>
                <a:cubicBezTo>
                  <a:pt x="10885" y="2489"/>
                  <a:pt x="4131" y="3470"/>
                  <a:pt x="5808" y="4006"/>
                </a:cubicBezTo>
                <a:cubicBezTo>
                  <a:pt x="7495" y="4550"/>
                  <a:pt x="4961" y="5040"/>
                  <a:pt x="3257" y="5272"/>
                </a:cubicBezTo>
                <a:cubicBezTo>
                  <a:pt x="1553" y="5504"/>
                  <a:pt x="1375" y="6040"/>
                  <a:pt x="2365" y="6227"/>
                </a:cubicBezTo>
                <a:cubicBezTo>
                  <a:pt x="3355" y="6414"/>
                  <a:pt x="1" y="7271"/>
                  <a:pt x="1" y="7271"/>
                </a:cubicBezTo>
                <a:lnTo>
                  <a:pt x="1" y="9233"/>
                </a:lnTo>
                <a:lnTo>
                  <a:pt x="27897" y="9233"/>
                </a:lnTo>
                <a:lnTo>
                  <a:pt x="27897" y="7137"/>
                </a:lnTo>
                <a:cubicBezTo>
                  <a:pt x="27897" y="7137"/>
                  <a:pt x="23472" y="6361"/>
                  <a:pt x="24445" y="5504"/>
                </a:cubicBezTo>
                <a:cubicBezTo>
                  <a:pt x="25417" y="4648"/>
                  <a:pt x="20171" y="4434"/>
                  <a:pt x="21340" y="3925"/>
                </a:cubicBezTo>
                <a:cubicBezTo>
                  <a:pt x="22500" y="3417"/>
                  <a:pt x="21893" y="2917"/>
                  <a:pt x="20912" y="2721"/>
                </a:cubicBezTo>
                <a:cubicBezTo>
                  <a:pt x="19939" y="2534"/>
                  <a:pt x="18780" y="2034"/>
                  <a:pt x="19422" y="1481"/>
                </a:cubicBezTo>
                <a:cubicBezTo>
                  <a:pt x="20055" y="928"/>
                  <a:pt x="19288" y="732"/>
                  <a:pt x="18512" y="491"/>
                </a:cubicBezTo>
                <a:cubicBezTo>
                  <a:pt x="17727" y="259"/>
                  <a:pt x="18637" y="0"/>
                  <a:pt x="18637"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5"/>
          <p:cNvSpPr/>
          <p:nvPr/>
        </p:nvSpPr>
        <p:spPr>
          <a:xfrm>
            <a:off x="-16347" y="3911494"/>
            <a:ext cx="6351715" cy="796742"/>
          </a:xfrm>
          <a:custGeom>
            <a:rect b="b" l="l" r="r" t="t"/>
            <a:pathLst>
              <a:path extrusionOk="0" h="8741" w="19984">
                <a:moveTo>
                  <a:pt x="15406" y="1"/>
                </a:moveTo>
                <a:cubicBezTo>
                  <a:pt x="14566" y="1"/>
                  <a:pt x="13350" y="213"/>
                  <a:pt x="13953" y="506"/>
                </a:cubicBezTo>
                <a:cubicBezTo>
                  <a:pt x="14604" y="818"/>
                  <a:pt x="15033" y="1452"/>
                  <a:pt x="12722" y="1711"/>
                </a:cubicBezTo>
                <a:cubicBezTo>
                  <a:pt x="10420" y="1960"/>
                  <a:pt x="10304" y="2683"/>
                  <a:pt x="12347" y="3111"/>
                </a:cubicBezTo>
                <a:cubicBezTo>
                  <a:pt x="13739" y="3406"/>
                  <a:pt x="11669" y="4512"/>
                  <a:pt x="9635" y="4512"/>
                </a:cubicBezTo>
                <a:cubicBezTo>
                  <a:pt x="7601" y="4512"/>
                  <a:pt x="7245" y="4994"/>
                  <a:pt x="8413" y="5315"/>
                </a:cubicBezTo>
                <a:cubicBezTo>
                  <a:pt x="9350" y="5573"/>
                  <a:pt x="8922" y="6100"/>
                  <a:pt x="4827" y="6358"/>
                </a:cubicBezTo>
                <a:cubicBezTo>
                  <a:pt x="723" y="6617"/>
                  <a:pt x="3069" y="7670"/>
                  <a:pt x="4060" y="7866"/>
                </a:cubicBezTo>
                <a:cubicBezTo>
                  <a:pt x="4390" y="7929"/>
                  <a:pt x="4747" y="8125"/>
                  <a:pt x="3319" y="8339"/>
                </a:cubicBezTo>
                <a:cubicBezTo>
                  <a:pt x="1892" y="8544"/>
                  <a:pt x="1" y="8740"/>
                  <a:pt x="1" y="8740"/>
                </a:cubicBezTo>
                <a:lnTo>
                  <a:pt x="19984" y="8740"/>
                </a:lnTo>
                <a:cubicBezTo>
                  <a:pt x="19984" y="8740"/>
                  <a:pt x="17985" y="8464"/>
                  <a:pt x="18895" y="8000"/>
                </a:cubicBezTo>
                <a:cubicBezTo>
                  <a:pt x="19805" y="7527"/>
                  <a:pt x="19181" y="7393"/>
                  <a:pt x="17174" y="7143"/>
                </a:cubicBezTo>
                <a:cubicBezTo>
                  <a:pt x="15158" y="6903"/>
                  <a:pt x="15728" y="6358"/>
                  <a:pt x="17638" y="5877"/>
                </a:cubicBezTo>
                <a:cubicBezTo>
                  <a:pt x="19556" y="5395"/>
                  <a:pt x="18173" y="4735"/>
                  <a:pt x="16888" y="4512"/>
                </a:cubicBezTo>
                <a:cubicBezTo>
                  <a:pt x="15604" y="4289"/>
                  <a:pt x="15363" y="4084"/>
                  <a:pt x="16826" y="3513"/>
                </a:cubicBezTo>
                <a:cubicBezTo>
                  <a:pt x="18298" y="2951"/>
                  <a:pt x="17495" y="2344"/>
                  <a:pt x="16576" y="2121"/>
                </a:cubicBezTo>
                <a:cubicBezTo>
                  <a:pt x="15648" y="1898"/>
                  <a:pt x="15273" y="1532"/>
                  <a:pt x="16166" y="1211"/>
                </a:cubicBezTo>
                <a:cubicBezTo>
                  <a:pt x="17067" y="890"/>
                  <a:pt x="15639" y="604"/>
                  <a:pt x="15282" y="435"/>
                </a:cubicBezTo>
                <a:cubicBezTo>
                  <a:pt x="14926" y="274"/>
                  <a:pt x="16451" y="51"/>
                  <a:pt x="15630" y="7"/>
                </a:cubicBezTo>
                <a:cubicBezTo>
                  <a:pt x="15560" y="3"/>
                  <a:pt x="15485" y="1"/>
                  <a:pt x="15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5"/>
          <p:cNvSpPr/>
          <p:nvPr/>
        </p:nvSpPr>
        <p:spPr>
          <a:xfrm>
            <a:off x="6173255" y="493981"/>
            <a:ext cx="3505100" cy="3224379"/>
          </a:xfrm>
          <a:custGeom>
            <a:rect b="b" l="l" r="r" t="t"/>
            <a:pathLst>
              <a:path extrusionOk="0" h="10570" w="11491">
                <a:moveTo>
                  <a:pt x="9689" y="1"/>
                </a:moveTo>
                <a:cubicBezTo>
                  <a:pt x="9689" y="1"/>
                  <a:pt x="8226" y="242"/>
                  <a:pt x="8226" y="2374"/>
                </a:cubicBezTo>
                <a:cubicBezTo>
                  <a:pt x="8226" y="2374"/>
                  <a:pt x="7574" y="2499"/>
                  <a:pt x="7646" y="3230"/>
                </a:cubicBezTo>
                <a:cubicBezTo>
                  <a:pt x="7646" y="3230"/>
                  <a:pt x="7604" y="3225"/>
                  <a:pt x="7535" y="3225"/>
                </a:cubicBezTo>
                <a:cubicBezTo>
                  <a:pt x="7197" y="3225"/>
                  <a:pt x="6208" y="3348"/>
                  <a:pt x="6290" y="4800"/>
                </a:cubicBezTo>
                <a:cubicBezTo>
                  <a:pt x="6290" y="4800"/>
                  <a:pt x="6279" y="4800"/>
                  <a:pt x="6260" y="4800"/>
                </a:cubicBezTo>
                <a:cubicBezTo>
                  <a:pt x="6122" y="4800"/>
                  <a:pt x="5549" y="4841"/>
                  <a:pt x="5612" y="5532"/>
                </a:cubicBezTo>
                <a:cubicBezTo>
                  <a:pt x="5612" y="5532"/>
                  <a:pt x="5570" y="5526"/>
                  <a:pt x="5501" y="5526"/>
                </a:cubicBezTo>
                <a:cubicBezTo>
                  <a:pt x="5231" y="5526"/>
                  <a:pt x="4544" y="5617"/>
                  <a:pt x="4416" y="6522"/>
                </a:cubicBezTo>
                <a:cubicBezTo>
                  <a:pt x="4416" y="6522"/>
                  <a:pt x="4399" y="6521"/>
                  <a:pt x="4369" y="6521"/>
                </a:cubicBezTo>
                <a:cubicBezTo>
                  <a:pt x="4196" y="6521"/>
                  <a:pt x="3602" y="6573"/>
                  <a:pt x="3533" y="7280"/>
                </a:cubicBezTo>
                <a:cubicBezTo>
                  <a:pt x="3533" y="7280"/>
                  <a:pt x="3516" y="7279"/>
                  <a:pt x="3486" y="7279"/>
                </a:cubicBezTo>
                <a:cubicBezTo>
                  <a:pt x="3240" y="7279"/>
                  <a:pt x="2115" y="7350"/>
                  <a:pt x="1900" y="8627"/>
                </a:cubicBezTo>
                <a:cubicBezTo>
                  <a:pt x="1900" y="8627"/>
                  <a:pt x="1805" y="8601"/>
                  <a:pt x="1671" y="8601"/>
                </a:cubicBezTo>
                <a:cubicBezTo>
                  <a:pt x="1435" y="8601"/>
                  <a:pt x="1082" y="8684"/>
                  <a:pt x="928" y="9145"/>
                </a:cubicBezTo>
                <a:cubicBezTo>
                  <a:pt x="928" y="9145"/>
                  <a:pt x="891" y="9139"/>
                  <a:pt x="832" y="9139"/>
                </a:cubicBezTo>
                <a:cubicBezTo>
                  <a:pt x="599" y="9139"/>
                  <a:pt x="23" y="9224"/>
                  <a:pt x="9" y="10064"/>
                </a:cubicBezTo>
                <a:cubicBezTo>
                  <a:pt x="1" y="10429"/>
                  <a:pt x="309" y="10569"/>
                  <a:pt x="787" y="10569"/>
                </a:cubicBezTo>
                <a:cubicBezTo>
                  <a:pt x="2365" y="10569"/>
                  <a:pt x="5799" y="9045"/>
                  <a:pt x="5888" y="9038"/>
                </a:cubicBezTo>
                <a:cubicBezTo>
                  <a:pt x="6004" y="9029"/>
                  <a:pt x="8993" y="7530"/>
                  <a:pt x="8993" y="7530"/>
                </a:cubicBezTo>
                <a:lnTo>
                  <a:pt x="11491" y="5621"/>
                </a:lnTo>
                <a:lnTo>
                  <a:pt x="1149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03" name="Google Shape;2203;p45"/>
          <p:cNvGrpSpPr/>
          <p:nvPr/>
        </p:nvGrpSpPr>
        <p:grpSpPr>
          <a:xfrm>
            <a:off x="5981797" y="1158353"/>
            <a:ext cx="3174913" cy="2923743"/>
            <a:chOff x="6215098" y="1384881"/>
            <a:chExt cx="2928887" cy="2697429"/>
          </a:xfrm>
        </p:grpSpPr>
        <p:sp>
          <p:nvSpPr>
            <p:cNvPr id="2204" name="Google Shape;2204;p45"/>
            <p:cNvSpPr/>
            <p:nvPr/>
          </p:nvSpPr>
          <p:spPr>
            <a:xfrm>
              <a:off x="7190527" y="2719231"/>
              <a:ext cx="1039321" cy="619176"/>
            </a:xfrm>
            <a:custGeom>
              <a:rect b="b" l="l" r="r" t="t"/>
              <a:pathLst>
                <a:path extrusionOk="0" h="2695" w="4524">
                  <a:moveTo>
                    <a:pt x="3543" y="0"/>
                  </a:moveTo>
                  <a:cubicBezTo>
                    <a:pt x="2570" y="0"/>
                    <a:pt x="2508" y="848"/>
                    <a:pt x="2508" y="848"/>
                  </a:cubicBezTo>
                  <a:cubicBezTo>
                    <a:pt x="2482" y="845"/>
                    <a:pt x="2458" y="843"/>
                    <a:pt x="2435" y="843"/>
                  </a:cubicBezTo>
                  <a:cubicBezTo>
                    <a:pt x="2061" y="843"/>
                    <a:pt x="2053" y="1232"/>
                    <a:pt x="2053" y="1232"/>
                  </a:cubicBezTo>
                  <a:cubicBezTo>
                    <a:pt x="1979" y="1219"/>
                    <a:pt x="1910" y="1213"/>
                    <a:pt x="1845" y="1213"/>
                  </a:cubicBezTo>
                  <a:cubicBezTo>
                    <a:pt x="1122" y="1213"/>
                    <a:pt x="964" y="1927"/>
                    <a:pt x="964" y="1927"/>
                  </a:cubicBezTo>
                  <a:cubicBezTo>
                    <a:pt x="959" y="1927"/>
                    <a:pt x="954" y="1927"/>
                    <a:pt x="948" y="1927"/>
                  </a:cubicBezTo>
                  <a:cubicBezTo>
                    <a:pt x="27" y="1927"/>
                    <a:pt x="1" y="2695"/>
                    <a:pt x="1" y="2695"/>
                  </a:cubicBezTo>
                  <a:lnTo>
                    <a:pt x="946" y="2695"/>
                  </a:lnTo>
                  <a:cubicBezTo>
                    <a:pt x="946" y="2695"/>
                    <a:pt x="1901" y="2588"/>
                    <a:pt x="2151" y="2507"/>
                  </a:cubicBezTo>
                  <a:cubicBezTo>
                    <a:pt x="2392" y="2427"/>
                    <a:pt x="3739" y="1615"/>
                    <a:pt x="3739" y="1615"/>
                  </a:cubicBezTo>
                  <a:cubicBezTo>
                    <a:pt x="3739" y="1615"/>
                    <a:pt x="4524" y="0"/>
                    <a:pt x="35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5"/>
            <p:cNvSpPr/>
            <p:nvPr/>
          </p:nvSpPr>
          <p:spPr>
            <a:xfrm>
              <a:off x="8094511" y="1384881"/>
              <a:ext cx="1049429" cy="1855231"/>
            </a:xfrm>
            <a:custGeom>
              <a:rect b="b" l="l" r="r" t="t"/>
              <a:pathLst>
                <a:path extrusionOk="0" h="8075" w="4568">
                  <a:moveTo>
                    <a:pt x="4568" y="1"/>
                  </a:moveTo>
                  <a:cubicBezTo>
                    <a:pt x="4568" y="1"/>
                    <a:pt x="3042" y="224"/>
                    <a:pt x="2989" y="1803"/>
                  </a:cubicBezTo>
                  <a:cubicBezTo>
                    <a:pt x="2989" y="1803"/>
                    <a:pt x="2976" y="1802"/>
                    <a:pt x="2953" y="1802"/>
                  </a:cubicBezTo>
                  <a:cubicBezTo>
                    <a:pt x="2832" y="1802"/>
                    <a:pt x="2437" y="1840"/>
                    <a:pt x="2444" y="2338"/>
                  </a:cubicBezTo>
                  <a:cubicBezTo>
                    <a:pt x="2444" y="2338"/>
                    <a:pt x="2423" y="2336"/>
                    <a:pt x="2386" y="2336"/>
                  </a:cubicBezTo>
                  <a:cubicBezTo>
                    <a:pt x="2173" y="2336"/>
                    <a:pt x="1440" y="2414"/>
                    <a:pt x="1410" y="3480"/>
                  </a:cubicBezTo>
                  <a:cubicBezTo>
                    <a:pt x="1410" y="3480"/>
                    <a:pt x="553" y="3516"/>
                    <a:pt x="580" y="4604"/>
                  </a:cubicBezTo>
                  <a:cubicBezTo>
                    <a:pt x="606" y="5396"/>
                    <a:pt x="364" y="5501"/>
                    <a:pt x="232" y="5501"/>
                  </a:cubicBezTo>
                  <a:cubicBezTo>
                    <a:pt x="185" y="5501"/>
                    <a:pt x="152" y="5487"/>
                    <a:pt x="152" y="5487"/>
                  </a:cubicBezTo>
                  <a:lnTo>
                    <a:pt x="0" y="8074"/>
                  </a:lnTo>
                  <a:lnTo>
                    <a:pt x="4568" y="6433"/>
                  </a:lnTo>
                  <a:lnTo>
                    <a:pt x="456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5"/>
            <p:cNvSpPr/>
            <p:nvPr/>
          </p:nvSpPr>
          <p:spPr>
            <a:xfrm>
              <a:off x="6405773" y="1817488"/>
              <a:ext cx="2738211" cy="2144027"/>
            </a:xfrm>
            <a:custGeom>
              <a:rect b="b" l="l" r="r" t="t"/>
              <a:pathLst>
                <a:path extrusionOk="0" h="9332" w="11919">
                  <a:moveTo>
                    <a:pt x="11919" y="0"/>
                  </a:moveTo>
                  <a:lnTo>
                    <a:pt x="7217" y="3488"/>
                  </a:lnTo>
                  <a:lnTo>
                    <a:pt x="6004" y="5380"/>
                  </a:lnTo>
                  <a:lnTo>
                    <a:pt x="3997" y="6236"/>
                  </a:lnTo>
                  <a:lnTo>
                    <a:pt x="2837" y="7021"/>
                  </a:lnTo>
                  <a:lnTo>
                    <a:pt x="0" y="8092"/>
                  </a:lnTo>
                  <a:lnTo>
                    <a:pt x="1311" y="8868"/>
                  </a:lnTo>
                  <a:lnTo>
                    <a:pt x="5513" y="8698"/>
                  </a:lnTo>
                  <a:lnTo>
                    <a:pt x="8199" y="9010"/>
                  </a:lnTo>
                  <a:lnTo>
                    <a:pt x="11919" y="9332"/>
                  </a:lnTo>
                  <a:lnTo>
                    <a:pt x="119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5"/>
            <p:cNvSpPr/>
            <p:nvPr/>
          </p:nvSpPr>
          <p:spPr>
            <a:xfrm>
              <a:off x="7057284" y="3250168"/>
              <a:ext cx="1133742" cy="303500"/>
            </a:xfrm>
            <a:custGeom>
              <a:rect b="b" l="l" r="r" t="t"/>
              <a:pathLst>
                <a:path extrusionOk="0" h="1321" w="4935">
                  <a:moveTo>
                    <a:pt x="1161" y="0"/>
                  </a:moveTo>
                  <a:lnTo>
                    <a:pt x="1" y="785"/>
                  </a:lnTo>
                  <a:lnTo>
                    <a:pt x="4934" y="1320"/>
                  </a:lnTo>
                  <a:lnTo>
                    <a:pt x="116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5"/>
            <p:cNvSpPr/>
            <p:nvPr/>
          </p:nvSpPr>
          <p:spPr>
            <a:xfrm>
              <a:off x="7784836" y="2618833"/>
              <a:ext cx="1205420" cy="600796"/>
            </a:xfrm>
            <a:custGeom>
              <a:rect b="b" l="l" r="r" t="t"/>
              <a:pathLst>
                <a:path extrusionOk="0" h="2615" w="5247">
                  <a:moveTo>
                    <a:pt x="1214" y="0"/>
                  </a:moveTo>
                  <a:lnTo>
                    <a:pt x="1" y="1892"/>
                  </a:lnTo>
                  <a:lnTo>
                    <a:pt x="2526" y="2614"/>
                  </a:lnTo>
                  <a:lnTo>
                    <a:pt x="5247" y="875"/>
                  </a:lnTo>
                  <a:lnTo>
                    <a:pt x="121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5"/>
            <p:cNvSpPr/>
            <p:nvPr/>
          </p:nvSpPr>
          <p:spPr>
            <a:xfrm>
              <a:off x="6215098" y="3676342"/>
              <a:ext cx="492092" cy="405968"/>
            </a:xfrm>
            <a:custGeom>
              <a:rect b="b" l="l" r="r" t="t"/>
              <a:pathLst>
                <a:path extrusionOk="0" h="1767" w="2142">
                  <a:moveTo>
                    <a:pt x="830" y="1"/>
                  </a:moveTo>
                  <a:lnTo>
                    <a:pt x="0" y="1026"/>
                  </a:lnTo>
                  <a:lnTo>
                    <a:pt x="1918" y="1767"/>
                  </a:lnTo>
                  <a:lnTo>
                    <a:pt x="2141" y="777"/>
                  </a:lnTo>
                  <a:lnTo>
                    <a:pt x="83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5"/>
            <p:cNvSpPr/>
            <p:nvPr/>
          </p:nvSpPr>
          <p:spPr>
            <a:xfrm>
              <a:off x="6655718" y="3815796"/>
              <a:ext cx="1016807" cy="266510"/>
            </a:xfrm>
            <a:custGeom>
              <a:rect b="b" l="l" r="r" t="t"/>
              <a:pathLst>
                <a:path extrusionOk="0" h="1160" w="4426">
                  <a:moveTo>
                    <a:pt x="4425" y="0"/>
                  </a:moveTo>
                  <a:lnTo>
                    <a:pt x="223" y="170"/>
                  </a:lnTo>
                  <a:lnTo>
                    <a:pt x="0" y="1160"/>
                  </a:lnTo>
                  <a:lnTo>
                    <a:pt x="3105" y="1026"/>
                  </a:lnTo>
                  <a:lnTo>
                    <a:pt x="442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5"/>
            <p:cNvSpPr/>
            <p:nvPr/>
          </p:nvSpPr>
          <p:spPr>
            <a:xfrm>
              <a:off x="8614847" y="2395293"/>
              <a:ext cx="80178" cy="207235"/>
            </a:xfrm>
            <a:custGeom>
              <a:rect b="b" l="l" r="r" t="t"/>
              <a:pathLst>
                <a:path extrusionOk="0" h="902" w="349">
                  <a:moveTo>
                    <a:pt x="170" y="1"/>
                  </a:moveTo>
                  <a:lnTo>
                    <a:pt x="90" y="447"/>
                  </a:lnTo>
                  <a:lnTo>
                    <a:pt x="1" y="902"/>
                  </a:lnTo>
                  <a:lnTo>
                    <a:pt x="349" y="902"/>
                  </a:lnTo>
                  <a:lnTo>
                    <a:pt x="260" y="447"/>
                  </a:lnTo>
                  <a:lnTo>
                    <a:pt x="17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5"/>
            <p:cNvSpPr/>
            <p:nvPr/>
          </p:nvSpPr>
          <p:spPr>
            <a:xfrm>
              <a:off x="7543161" y="3042940"/>
              <a:ext cx="80178" cy="207235"/>
            </a:xfrm>
            <a:custGeom>
              <a:rect b="b" l="l" r="r" t="t"/>
              <a:pathLst>
                <a:path extrusionOk="0" h="902" w="349">
                  <a:moveTo>
                    <a:pt x="179" y="1"/>
                  </a:moveTo>
                  <a:lnTo>
                    <a:pt x="89" y="447"/>
                  </a:lnTo>
                  <a:lnTo>
                    <a:pt x="0" y="902"/>
                  </a:lnTo>
                  <a:lnTo>
                    <a:pt x="348" y="902"/>
                  </a:lnTo>
                  <a:lnTo>
                    <a:pt x="268" y="447"/>
                  </a:lnTo>
                  <a:lnTo>
                    <a:pt x="17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5"/>
            <p:cNvSpPr/>
            <p:nvPr/>
          </p:nvSpPr>
          <p:spPr>
            <a:xfrm>
              <a:off x="6876947" y="3420178"/>
              <a:ext cx="80178" cy="207235"/>
            </a:xfrm>
            <a:custGeom>
              <a:rect b="b" l="l" r="r" t="t"/>
              <a:pathLst>
                <a:path extrusionOk="0" h="902" w="349">
                  <a:moveTo>
                    <a:pt x="179" y="0"/>
                  </a:moveTo>
                  <a:lnTo>
                    <a:pt x="90" y="446"/>
                  </a:lnTo>
                  <a:lnTo>
                    <a:pt x="1" y="901"/>
                  </a:lnTo>
                  <a:lnTo>
                    <a:pt x="349" y="901"/>
                  </a:lnTo>
                  <a:lnTo>
                    <a:pt x="269" y="446"/>
                  </a:lnTo>
                  <a:lnTo>
                    <a:pt x="17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5"/>
            <p:cNvSpPr/>
            <p:nvPr/>
          </p:nvSpPr>
          <p:spPr>
            <a:xfrm>
              <a:off x="8985859" y="2497758"/>
              <a:ext cx="82245" cy="207464"/>
            </a:xfrm>
            <a:custGeom>
              <a:rect b="b" l="l" r="r" t="t"/>
              <a:pathLst>
                <a:path extrusionOk="0" h="903" w="358">
                  <a:moveTo>
                    <a:pt x="179" y="1"/>
                  </a:moveTo>
                  <a:lnTo>
                    <a:pt x="90" y="456"/>
                  </a:lnTo>
                  <a:lnTo>
                    <a:pt x="1" y="902"/>
                  </a:lnTo>
                  <a:lnTo>
                    <a:pt x="358" y="902"/>
                  </a:lnTo>
                  <a:lnTo>
                    <a:pt x="268" y="456"/>
                  </a:lnTo>
                  <a:lnTo>
                    <a:pt x="17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5"/>
            <p:cNvSpPr/>
            <p:nvPr/>
          </p:nvSpPr>
          <p:spPr>
            <a:xfrm>
              <a:off x="8985859" y="1964983"/>
              <a:ext cx="82245" cy="207235"/>
            </a:xfrm>
            <a:custGeom>
              <a:rect b="b" l="l" r="r" t="t"/>
              <a:pathLst>
                <a:path extrusionOk="0" h="902" w="358">
                  <a:moveTo>
                    <a:pt x="179" y="1"/>
                  </a:moveTo>
                  <a:lnTo>
                    <a:pt x="90" y="456"/>
                  </a:lnTo>
                  <a:lnTo>
                    <a:pt x="1" y="902"/>
                  </a:lnTo>
                  <a:lnTo>
                    <a:pt x="358" y="902"/>
                  </a:lnTo>
                  <a:lnTo>
                    <a:pt x="268" y="456"/>
                  </a:lnTo>
                  <a:lnTo>
                    <a:pt x="17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5"/>
            <p:cNvSpPr/>
            <p:nvPr/>
          </p:nvSpPr>
          <p:spPr>
            <a:xfrm>
              <a:off x="8729712" y="2460999"/>
              <a:ext cx="61799" cy="158068"/>
            </a:xfrm>
            <a:custGeom>
              <a:rect b="b" l="l" r="r" t="t"/>
              <a:pathLst>
                <a:path extrusionOk="0" h="688" w="269">
                  <a:moveTo>
                    <a:pt x="134" y="0"/>
                  </a:moveTo>
                  <a:lnTo>
                    <a:pt x="72" y="348"/>
                  </a:lnTo>
                  <a:lnTo>
                    <a:pt x="1" y="687"/>
                  </a:lnTo>
                  <a:lnTo>
                    <a:pt x="268" y="687"/>
                  </a:lnTo>
                  <a:lnTo>
                    <a:pt x="206" y="348"/>
                  </a:lnTo>
                  <a:lnTo>
                    <a:pt x="13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5"/>
            <p:cNvSpPr/>
            <p:nvPr/>
          </p:nvSpPr>
          <p:spPr>
            <a:xfrm>
              <a:off x="7778863" y="3096240"/>
              <a:ext cx="61569" cy="160136"/>
            </a:xfrm>
            <a:custGeom>
              <a:rect b="b" l="l" r="r" t="t"/>
              <a:pathLst>
                <a:path extrusionOk="0" h="697" w="268">
                  <a:moveTo>
                    <a:pt x="134" y="1"/>
                  </a:moveTo>
                  <a:lnTo>
                    <a:pt x="63" y="349"/>
                  </a:lnTo>
                  <a:lnTo>
                    <a:pt x="0" y="697"/>
                  </a:lnTo>
                  <a:lnTo>
                    <a:pt x="268" y="697"/>
                  </a:lnTo>
                  <a:lnTo>
                    <a:pt x="196" y="349"/>
                  </a:lnTo>
                  <a:lnTo>
                    <a:pt x="134"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5"/>
            <p:cNvSpPr/>
            <p:nvPr/>
          </p:nvSpPr>
          <p:spPr>
            <a:xfrm>
              <a:off x="8653901" y="2102370"/>
              <a:ext cx="61799" cy="158068"/>
            </a:xfrm>
            <a:custGeom>
              <a:rect b="b" l="l" r="r" t="t"/>
              <a:pathLst>
                <a:path extrusionOk="0" h="688" w="269">
                  <a:moveTo>
                    <a:pt x="134" y="0"/>
                  </a:moveTo>
                  <a:lnTo>
                    <a:pt x="63" y="339"/>
                  </a:lnTo>
                  <a:lnTo>
                    <a:pt x="0" y="687"/>
                  </a:lnTo>
                  <a:lnTo>
                    <a:pt x="268" y="687"/>
                  </a:lnTo>
                  <a:lnTo>
                    <a:pt x="197" y="339"/>
                  </a:lnTo>
                  <a:lnTo>
                    <a:pt x="13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5"/>
            <p:cNvSpPr/>
            <p:nvPr/>
          </p:nvSpPr>
          <p:spPr>
            <a:xfrm>
              <a:off x="8037079" y="3276589"/>
              <a:ext cx="61569" cy="160136"/>
            </a:xfrm>
            <a:custGeom>
              <a:rect b="b" l="l" r="r" t="t"/>
              <a:pathLst>
                <a:path extrusionOk="0" h="697" w="268">
                  <a:moveTo>
                    <a:pt x="134" y="1"/>
                  </a:moveTo>
                  <a:lnTo>
                    <a:pt x="63" y="349"/>
                  </a:lnTo>
                  <a:lnTo>
                    <a:pt x="0" y="697"/>
                  </a:lnTo>
                  <a:lnTo>
                    <a:pt x="268" y="697"/>
                  </a:lnTo>
                  <a:lnTo>
                    <a:pt x="197" y="349"/>
                  </a:lnTo>
                  <a:lnTo>
                    <a:pt x="134"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5"/>
            <p:cNvSpPr/>
            <p:nvPr/>
          </p:nvSpPr>
          <p:spPr>
            <a:xfrm>
              <a:off x="7512378" y="3553429"/>
              <a:ext cx="61799" cy="158068"/>
            </a:xfrm>
            <a:custGeom>
              <a:rect b="b" l="l" r="r" t="t"/>
              <a:pathLst>
                <a:path extrusionOk="0" h="688" w="269">
                  <a:moveTo>
                    <a:pt x="134" y="0"/>
                  </a:moveTo>
                  <a:lnTo>
                    <a:pt x="72" y="348"/>
                  </a:lnTo>
                  <a:lnTo>
                    <a:pt x="0" y="687"/>
                  </a:lnTo>
                  <a:lnTo>
                    <a:pt x="268" y="687"/>
                  </a:lnTo>
                  <a:lnTo>
                    <a:pt x="206" y="348"/>
                  </a:lnTo>
                  <a:lnTo>
                    <a:pt x="13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5"/>
            <p:cNvSpPr/>
            <p:nvPr/>
          </p:nvSpPr>
          <p:spPr>
            <a:xfrm>
              <a:off x="8842508" y="2415970"/>
              <a:ext cx="43190" cy="108672"/>
            </a:xfrm>
            <a:custGeom>
              <a:rect b="b" l="l" r="r" t="t"/>
              <a:pathLst>
                <a:path extrusionOk="0" h="473" w="188">
                  <a:moveTo>
                    <a:pt x="89" y="0"/>
                  </a:moveTo>
                  <a:lnTo>
                    <a:pt x="45" y="232"/>
                  </a:lnTo>
                  <a:lnTo>
                    <a:pt x="0" y="473"/>
                  </a:lnTo>
                  <a:lnTo>
                    <a:pt x="188" y="473"/>
                  </a:lnTo>
                  <a:lnTo>
                    <a:pt x="143" y="232"/>
                  </a:lnTo>
                  <a:lnTo>
                    <a:pt x="8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5"/>
            <p:cNvSpPr/>
            <p:nvPr/>
          </p:nvSpPr>
          <p:spPr>
            <a:xfrm>
              <a:off x="8366969" y="2469270"/>
              <a:ext cx="43190" cy="108672"/>
            </a:xfrm>
            <a:custGeom>
              <a:rect b="b" l="l" r="r" t="t"/>
              <a:pathLst>
                <a:path extrusionOk="0" h="473" w="188">
                  <a:moveTo>
                    <a:pt x="90" y="0"/>
                  </a:moveTo>
                  <a:lnTo>
                    <a:pt x="45" y="241"/>
                  </a:lnTo>
                  <a:lnTo>
                    <a:pt x="1" y="473"/>
                  </a:lnTo>
                  <a:lnTo>
                    <a:pt x="188" y="473"/>
                  </a:lnTo>
                  <a:lnTo>
                    <a:pt x="143" y="241"/>
                  </a:lnTo>
                  <a:lnTo>
                    <a:pt x="9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5"/>
            <p:cNvSpPr/>
            <p:nvPr/>
          </p:nvSpPr>
          <p:spPr>
            <a:xfrm>
              <a:off x="7684445" y="3186529"/>
              <a:ext cx="43420" cy="108902"/>
            </a:xfrm>
            <a:custGeom>
              <a:rect b="b" l="l" r="r" t="t"/>
              <a:pathLst>
                <a:path extrusionOk="0" h="474" w="189">
                  <a:moveTo>
                    <a:pt x="90" y="0"/>
                  </a:moveTo>
                  <a:lnTo>
                    <a:pt x="45" y="241"/>
                  </a:lnTo>
                  <a:lnTo>
                    <a:pt x="1" y="473"/>
                  </a:lnTo>
                  <a:lnTo>
                    <a:pt x="188" y="473"/>
                  </a:lnTo>
                  <a:lnTo>
                    <a:pt x="135" y="241"/>
                  </a:lnTo>
                  <a:lnTo>
                    <a:pt x="9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5"/>
            <p:cNvSpPr/>
            <p:nvPr/>
          </p:nvSpPr>
          <p:spPr>
            <a:xfrm>
              <a:off x="8211213" y="3223518"/>
              <a:ext cx="41123" cy="108672"/>
            </a:xfrm>
            <a:custGeom>
              <a:rect b="b" l="l" r="r" t="t"/>
              <a:pathLst>
                <a:path extrusionOk="0" h="473" w="179">
                  <a:moveTo>
                    <a:pt x="90" y="0"/>
                  </a:moveTo>
                  <a:lnTo>
                    <a:pt x="45" y="232"/>
                  </a:lnTo>
                  <a:lnTo>
                    <a:pt x="1" y="473"/>
                  </a:lnTo>
                  <a:lnTo>
                    <a:pt x="179" y="473"/>
                  </a:lnTo>
                  <a:lnTo>
                    <a:pt x="134" y="232"/>
                  </a:lnTo>
                  <a:lnTo>
                    <a:pt x="9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5"/>
            <p:cNvSpPr/>
            <p:nvPr/>
          </p:nvSpPr>
          <p:spPr>
            <a:xfrm>
              <a:off x="7350419" y="3631312"/>
              <a:ext cx="43420" cy="108901"/>
            </a:xfrm>
            <a:custGeom>
              <a:rect b="b" l="l" r="r" t="t"/>
              <a:pathLst>
                <a:path extrusionOk="0" h="474" w="189">
                  <a:moveTo>
                    <a:pt x="90" y="0"/>
                  </a:moveTo>
                  <a:lnTo>
                    <a:pt x="45" y="232"/>
                  </a:lnTo>
                  <a:lnTo>
                    <a:pt x="1" y="473"/>
                  </a:lnTo>
                  <a:lnTo>
                    <a:pt x="188" y="473"/>
                  </a:lnTo>
                  <a:lnTo>
                    <a:pt x="143" y="232"/>
                  </a:lnTo>
                  <a:lnTo>
                    <a:pt x="9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5"/>
            <p:cNvSpPr/>
            <p:nvPr/>
          </p:nvSpPr>
          <p:spPr>
            <a:xfrm>
              <a:off x="7192595" y="3481749"/>
              <a:ext cx="43420" cy="108672"/>
            </a:xfrm>
            <a:custGeom>
              <a:rect b="b" l="l" r="r" t="t"/>
              <a:pathLst>
                <a:path extrusionOk="0" h="473" w="189">
                  <a:moveTo>
                    <a:pt x="99" y="0"/>
                  </a:moveTo>
                  <a:lnTo>
                    <a:pt x="45" y="232"/>
                  </a:lnTo>
                  <a:lnTo>
                    <a:pt x="1" y="473"/>
                  </a:lnTo>
                  <a:lnTo>
                    <a:pt x="188" y="473"/>
                  </a:lnTo>
                  <a:lnTo>
                    <a:pt x="144" y="232"/>
                  </a:lnTo>
                  <a:lnTo>
                    <a:pt x="9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5"/>
            <p:cNvSpPr/>
            <p:nvPr/>
          </p:nvSpPr>
          <p:spPr>
            <a:xfrm>
              <a:off x="7057284" y="3535050"/>
              <a:ext cx="41352" cy="108672"/>
            </a:xfrm>
            <a:custGeom>
              <a:rect b="b" l="l" r="r" t="t"/>
              <a:pathLst>
                <a:path extrusionOk="0" h="473" w="180">
                  <a:moveTo>
                    <a:pt x="90" y="0"/>
                  </a:moveTo>
                  <a:lnTo>
                    <a:pt x="46" y="241"/>
                  </a:lnTo>
                  <a:lnTo>
                    <a:pt x="1" y="473"/>
                  </a:lnTo>
                  <a:lnTo>
                    <a:pt x="179" y="473"/>
                  </a:lnTo>
                  <a:lnTo>
                    <a:pt x="135" y="241"/>
                  </a:lnTo>
                  <a:lnTo>
                    <a:pt x="9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5"/>
            <p:cNvSpPr/>
            <p:nvPr/>
          </p:nvSpPr>
          <p:spPr>
            <a:xfrm>
              <a:off x="6635272" y="3623042"/>
              <a:ext cx="43190" cy="108901"/>
            </a:xfrm>
            <a:custGeom>
              <a:rect b="b" l="l" r="r" t="t"/>
              <a:pathLst>
                <a:path extrusionOk="0" h="474" w="188">
                  <a:moveTo>
                    <a:pt x="89" y="1"/>
                  </a:moveTo>
                  <a:lnTo>
                    <a:pt x="45" y="233"/>
                  </a:lnTo>
                  <a:lnTo>
                    <a:pt x="0" y="473"/>
                  </a:lnTo>
                  <a:lnTo>
                    <a:pt x="188" y="473"/>
                  </a:lnTo>
                  <a:lnTo>
                    <a:pt x="134" y="233"/>
                  </a:lnTo>
                  <a:lnTo>
                    <a:pt x="8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5"/>
            <p:cNvSpPr/>
            <p:nvPr/>
          </p:nvSpPr>
          <p:spPr>
            <a:xfrm>
              <a:off x="6791029" y="3684613"/>
              <a:ext cx="41123" cy="108901"/>
            </a:xfrm>
            <a:custGeom>
              <a:rect b="b" l="l" r="r" t="t"/>
              <a:pathLst>
                <a:path extrusionOk="0" h="474" w="179">
                  <a:moveTo>
                    <a:pt x="89" y="0"/>
                  </a:moveTo>
                  <a:lnTo>
                    <a:pt x="45" y="241"/>
                  </a:lnTo>
                  <a:lnTo>
                    <a:pt x="0" y="473"/>
                  </a:lnTo>
                  <a:lnTo>
                    <a:pt x="179" y="473"/>
                  </a:lnTo>
                  <a:lnTo>
                    <a:pt x="134" y="241"/>
                  </a:lnTo>
                  <a:lnTo>
                    <a:pt x="8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5"/>
            <p:cNvSpPr/>
            <p:nvPr/>
          </p:nvSpPr>
          <p:spPr>
            <a:xfrm>
              <a:off x="8832171" y="2180253"/>
              <a:ext cx="43190" cy="108901"/>
            </a:xfrm>
            <a:custGeom>
              <a:rect b="b" l="l" r="r" t="t"/>
              <a:pathLst>
                <a:path extrusionOk="0" h="474" w="188">
                  <a:moveTo>
                    <a:pt x="90" y="0"/>
                  </a:moveTo>
                  <a:lnTo>
                    <a:pt x="45" y="241"/>
                  </a:lnTo>
                  <a:lnTo>
                    <a:pt x="1" y="473"/>
                  </a:lnTo>
                  <a:lnTo>
                    <a:pt x="188" y="473"/>
                  </a:lnTo>
                  <a:lnTo>
                    <a:pt x="134" y="241"/>
                  </a:lnTo>
                  <a:lnTo>
                    <a:pt x="9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5"/>
            <p:cNvSpPr/>
            <p:nvPr/>
          </p:nvSpPr>
          <p:spPr>
            <a:xfrm>
              <a:off x="7737742" y="2782870"/>
              <a:ext cx="1406208" cy="1012508"/>
            </a:xfrm>
            <a:custGeom>
              <a:rect b="b" l="l" r="r" t="t"/>
              <a:pathLst>
                <a:path extrusionOk="0" h="4407" w="6121">
                  <a:moveTo>
                    <a:pt x="6121" y="0"/>
                  </a:moveTo>
                  <a:lnTo>
                    <a:pt x="3703" y="1650"/>
                  </a:lnTo>
                  <a:lnTo>
                    <a:pt x="3087" y="2542"/>
                  </a:lnTo>
                  <a:lnTo>
                    <a:pt x="2053" y="2944"/>
                  </a:lnTo>
                  <a:lnTo>
                    <a:pt x="1455" y="3310"/>
                  </a:lnTo>
                  <a:lnTo>
                    <a:pt x="1" y="3818"/>
                  </a:lnTo>
                  <a:lnTo>
                    <a:pt x="670" y="4184"/>
                  </a:lnTo>
                  <a:lnTo>
                    <a:pt x="2829" y="4104"/>
                  </a:lnTo>
                  <a:lnTo>
                    <a:pt x="4212" y="4255"/>
                  </a:lnTo>
                  <a:lnTo>
                    <a:pt x="6121" y="4407"/>
                  </a:lnTo>
                  <a:lnTo>
                    <a:pt x="6121" y="0"/>
                  </a:ln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5"/>
            <p:cNvSpPr/>
            <p:nvPr/>
          </p:nvSpPr>
          <p:spPr>
            <a:xfrm>
              <a:off x="8071768" y="3459005"/>
              <a:ext cx="582378" cy="143824"/>
            </a:xfrm>
            <a:custGeom>
              <a:rect b="b" l="l" r="r" t="t"/>
              <a:pathLst>
                <a:path extrusionOk="0" h="626" w="2535">
                  <a:moveTo>
                    <a:pt x="599" y="1"/>
                  </a:moveTo>
                  <a:lnTo>
                    <a:pt x="1" y="367"/>
                  </a:lnTo>
                  <a:lnTo>
                    <a:pt x="2534" y="625"/>
                  </a:lnTo>
                  <a:lnTo>
                    <a:pt x="59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5"/>
            <p:cNvSpPr/>
            <p:nvPr/>
          </p:nvSpPr>
          <p:spPr>
            <a:xfrm>
              <a:off x="8446915" y="3161947"/>
              <a:ext cx="379292" cy="291323"/>
            </a:xfrm>
            <a:custGeom>
              <a:rect b="b" l="l" r="r" t="t"/>
              <a:pathLst>
                <a:path extrusionOk="0" h="1268" w="1651">
                  <a:moveTo>
                    <a:pt x="616" y="0"/>
                  </a:moveTo>
                  <a:lnTo>
                    <a:pt x="0" y="892"/>
                  </a:lnTo>
                  <a:lnTo>
                    <a:pt x="1410" y="1267"/>
                  </a:lnTo>
                  <a:lnTo>
                    <a:pt x="1651" y="161"/>
                  </a:lnTo>
                  <a:lnTo>
                    <a:pt x="616"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5"/>
            <p:cNvSpPr/>
            <p:nvPr/>
          </p:nvSpPr>
          <p:spPr>
            <a:xfrm>
              <a:off x="8428537" y="3395596"/>
              <a:ext cx="32852" cy="80183"/>
            </a:xfrm>
            <a:custGeom>
              <a:rect b="b" l="l" r="r" t="t"/>
              <a:pathLst>
                <a:path extrusionOk="0" h="349" w="143">
                  <a:moveTo>
                    <a:pt x="72" y="0"/>
                  </a:moveTo>
                  <a:lnTo>
                    <a:pt x="36" y="170"/>
                  </a:lnTo>
                  <a:lnTo>
                    <a:pt x="0" y="348"/>
                  </a:lnTo>
                  <a:lnTo>
                    <a:pt x="143" y="348"/>
                  </a:lnTo>
                  <a:lnTo>
                    <a:pt x="107" y="170"/>
                  </a:lnTo>
                  <a:lnTo>
                    <a:pt x="72"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5"/>
            <p:cNvSpPr/>
            <p:nvPr/>
          </p:nvSpPr>
          <p:spPr>
            <a:xfrm>
              <a:off x="8799319" y="3073266"/>
              <a:ext cx="104759" cy="64330"/>
            </a:xfrm>
            <a:custGeom>
              <a:rect b="b" l="l" r="r" t="t"/>
              <a:pathLst>
                <a:path extrusionOk="0" h="280" w="456">
                  <a:moveTo>
                    <a:pt x="429" y="0"/>
                  </a:moveTo>
                  <a:cubicBezTo>
                    <a:pt x="394" y="0"/>
                    <a:pt x="335" y="13"/>
                    <a:pt x="304" y="92"/>
                  </a:cubicBezTo>
                  <a:cubicBezTo>
                    <a:pt x="304" y="92"/>
                    <a:pt x="293" y="89"/>
                    <a:pt x="278" y="89"/>
                  </a:cubicBezTo>
                  <a:cubicBezTo>
                    <a:pt x="256" y="89"/>
                    <a:pt x="226" y="96"/>
                    <a:pt x="215" y="128"/>
                  </a:cubicBezTo>
                  <a:cubicBezTo>
                    <a:pt x="215" y="128"/>
                    <a:pt x="182" y="114"/>
                    <a:pt x="140" y="114"/>
                  </a:cubicBezTo>
                  <a:cubicBezTo>
                    <a:pt x="93" y="114"/>
                    <a:pt x="34" y="132"/>
                    <a:pt x="1" y="208"/>
                  </a:cubicBezTo>
                  <a:lnTo>
                    <a:pt x="456" y="279"/>
                  </a:lnTo>
                  <a:lnTo>
                    <a:pt x="456" y="3"/>
                  </a:lnTo>
                  <a:cubicBezTo>
                    <a:pt x="456" y="3"/>
                    <a:pt x="445" y="0"/>
                    <a:pt x="429"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5"/>
            <p:cNvSpPr/>
            <p:nvPr/>
          </p:nvSpPr>
          <p:spPr>
            <a:xfrm>
              <a:off x="9047427" y="2868794"/>
              <a:ext cx="61569" cy="158068"/>
            </a:xfrm>
            <a:custGeom>
              <a:rect b="b" l="l" r="r" t="t"/>
              <a:pathLst>
                <a:path extrusionOk="0" h="688" w="268">
                  <a:moveTo>
                    <a:pt x="134" y="1"/>
                  </a:moveTo>
                  <a:lnTo>
                    <a:pt x="63" y="340"/>
                  </a:lnTo>
                  <a:lnTo>
                    <a:pt x="0" y="688"/>
                  </a:lnTo>
                  <a:lnTo>
                    <a:pt x="268" y="688"/>
                  </a:lnTo>
                  <a:lnTo>
                    <a:pt x="197" y="340"/>
                  </a:lnTo>
                  <a:lnTo>
                    <a:pt x="134"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5"/>
            <p:cNvSpPr/>
            <p:nvPr/>
          </p:nvSpPr>
          <p:spPr>
            <a:xfrm>
              <a:off x="8977819" y="2903715"/>
              <a:ext cx="61569" cy="158068"/>
            </a:xfrm>
            <a:custGeom>
              <a:rect b="b" l="l" r="r" t="t"/>
              <a:pathLst>
                <a:path extrusionOk="0" h="688" w="268">
                  <a:moveTo>
                    <a:pt x="134" y="0"/>
                  </a:moveTo>
                  <a:lnTo>
                    <a:pt x="71" y="339"/>
                  </a:lnTo>
                  <a:lnTo>
                    <a:pt x="0" y="687"/>
                  </a:lnTo>
                  <a:lnTo>
                    <a:pt x="268" y="687"/>
                  </a:lnTo>
                  <a:lnTo>
                    <a:pt x="205" y="339"/>
                  </a:lnTo>
                  <a:lnTo>
                    <a:pt x="13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5"/>
            <p:cNvSpPr/>
            <p:nvPr/>
          </p:nvSpPr>
          <p:spPr>
            <a:xfrm>
              <a:off x="8742117" y="3010316"/>
              <a:ext cx="61569" cy="158068"/>
            </a:xfrm>
            <a:custGeom>
              <a:rect b="b" l="l" r="r" t="t"/>
              <a:pathLst>
                <a:path extrusionOk="0" h="688" w="268">
                  <a:moveTo>
                    <a:pt x="134" y="0"/>
                  </a:moveTo>
                  <a:lnTo>
                    <a:pt x="71" y="348"/>
                  </a:lnTo>
                  <a:lnTo>
                    <a:pt x="0" y="687"/>
                  </a:lnTo>
                  <a:lnTo>
                    <a:pt x="268" y="687"/>
                  </a:lnTo>
                  <a:lnTo>
                    <a:pt x="205" y="348"/>
                  </a:lnTo>
                  <a:lnTo>
                    <a:pt x="13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5"/>
            <p:cNvSpPr/>
            <p:nvPr/>
          </p:nvSpPr>
          <p:spPr>
            <a:xfrm>
              <a:off x="8825968" y="2957015"/>
              <a:ext cx="35149" cy="90292"/>
            </a:xfrm>
            <a:custGeom>
              <a:rect b="b" l="l" r="r" t="t"/>
              <a:pathLst>
                <a:path extrusionOk="0" h="393" w="153">
                  <a:moveTo>
                    <a:pt x="81" y="0"/>
                  </a:moveTo>
                  <a:lnTo>
                    <a:pt x="37" y="197"/>
                  </a:lnTo>
                  <a:lnTo>
                    <a:pt x="1" y="393"/>
                  </a:lnTo>
                  <a:lnTo>
                    <a:pt x="153" y="393"/>
                  </a:lnTo>
                  <a:lnTo>
                    <a:pt x="117" y="197"/>
                  </a:lnTo>
                  <a:lnTo>
                    <a:pt x="8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5"/>
            <p:cNvSpPr/>
            <p:nvPr/>
          </p:nvSpPr>
          <p:spPr>
            <a:xfrm>
              <a:off x="8698928" y="3041102"/>
              <a:ext cx="61799" cy="159906"/>
            </a:xfrm>
            <a:custGeom>
              <a:rect b="b" l="l" r="r" t="t"/>
              <a:pathLst>
                <a:path extrusionOk="0" h="696" w="269">
                  <a:moveTo>
                    <a:pt x="135" y="0"/>
                  </a:moveTo>
                  <a:lnTo>
                    <a:pt x="63" y="348"/>
                  </a:lnTo>
                  <a:lnTo>
                    <a:pt x="1" y="696"/>
                  </a:lnTo>
                  <a:lnTo>
                    <a:pt x="268" y="696"/>
                  </a:lnTo>
                  <a:lnTo>
                    <a:pt x="197" y="348"/>
                  </a:lnTo>
                  <a:lnTo>
                    <a:pt x="13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5"/>
            <p:cNvSpPr/>
            <p:nvPr/>
          </p:nvSpPr>
          <p:spPr>
            <a:xfrm>
              <a:off x="8547307" y="3422246"/>
              <a:ext cx="57663" cy="121078"/>
            </a:xfrm>
            <a:custGeom>
              <a:rect b="b" l="l" r="r" t="t"/>
              <a:pathLst>
                <a:path extrusionOk="0" h="527" w="251">
                  <a:moveTo>
                    <a:pt x="125" y="0"/>
                  </a:moveTo>
                  <a:lnTo>
                    <a:pt x="63" y="259"/>
                  </a:lnTo>
                  <a:lnTo>
                    <a:pt x="1" y="527"/>
                  </a:lnTo>
                  <a:lnTo>
                    <a:pt x="250" y="527"/>
                  </a:lnTo>
                  <a:lnTo>
                    <a:pt x="188" y="259"/>
                  </a:lnTo>
                  <a:lnTo>
                    <a:pt x="12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5"/>
            <p:cNvSpPr/>
            <p:nvPr/>
          </p:nvSpPr>
          <p:spPr>
            <a:xfrm>
              <a:off x="8485739" y="3397663"/>
              <a:ext cx="47555" cy="121078"/>
            </a:xfrm>
            <a:custGeom>
              <a:rect b="b" l="l" r="r" t="t"/>
              <a:pathLst>
                <a:path extrusionOk="0" h="527" w="207">
                  <a:moveTo>
                    <a:pt x="108" y="0"/>
                  </a:moveTo>
                  <a:lnTo>
                    <a:pt x="54" y="268"/>
                  </a:lnTo>
                  <a:lnTo>
                    <a:pt x="1" y="527"/>
                  </a:lnTo>
                  <a:lnTo>
                    <a:pt x="206" y="527"/>
                  </a:lnTo>
                  <a:lnTo>
                    <a:pt x="162" y="268"/>
                  </a:lnTo>
                  <a:lnTo>
                    <a:pt x="10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5"/>
            <p:cNvSpPr/>
            <p:nvPr/>
          </p:nvSpPr>
          <p:spPr>
            <a:xfrm>
              <a:off x="8520658" y="3438558"/>
              <a:ext cx="47325" cy="121308"/>
            </a:xfrm>
            <a:custGeom>
              <a:rect b="b" l="l" r="r" t="t"/>
              <a:pathLst>
                <a:path extrusionOk="0" h="528" w="206">
                  <a:moveTo>
                    <a:pt x="99" y="1"/>
                  </a:moveTo>
                  <a:lnTo>
                    <a:pt x="54" y="268"/>
                  </a:lnTo>
                  <a:lnTo>
                    <a:pt x="1" y="527"/>
                  </a:lnTo>
                  <a:lnTo>
                    <a:pt x="206" y="527"/>
                  </a:lnTo>
                  <a:lnTo>
                    <a:pt x="152" y="268"/>
                  </a:lnTo>
                  <a:lnTo>
                    <a:pt x="9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5"/>
            <p:cNvSpPr/>
            <p:nvPr/>
          </p:nvSpPr>
          <p:spPr>
            <a:xfrm>
              <a:off x="8067862" y="3557565"/>
              <a:ext cx="47325" cy="121078"/>
            </a:xfrm>
            <a:custGeom>
              <a:rect b="b" l="l" r="r" t="t"/>
              <a:pathLst>
                <a:path extrusionOk="0" h="527" w="206">
                  <a:moveTo>
                    <a:pt x="98" y="0"/>
                  </a:moveTo>
                  <a:lnTo>
                    <a:pt x="54" y="268"/>
                  </a:lnTo>
                  <a:lnTo>
                    <a:pt x="0" y="526"/>
                  </a:lnTo>
                  <a:lnTo>
                    <a:pt x="205" y="526"/>
                  </a:lnTo>
                  <a:lnTo>
                    <a:pt x="152" y="268"/>
                  </a:lnTo>
                  <a:lnTo>
                    <a:pt x="9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5"/>
            <p:cNvSpPr/>
            <p:nvPr/>
          </p:nvSpPr>
          <p:spPr>
            <a:xfrm>
              <a:off x="8407861" y="3508400"/>
              <a:ext cx="211356" cy="170245"/>
            </a:xfrm>
            <a:custGeom>
              <a:rect b="b" l="l" r="r" t="t"/>
              <a:pathLst>
                <a:path extrusionOk="0" h="741" w="920">
                  <a:moveTo>
                    <a:pt x="1" y="0"/>
                  </a:moveTo>
                  <a:lnTo>
                    <a:pt x="1" y="740"/>
                  </a:lnTo>
                  <a:lnTo>
                    <a:pt x="920" y="740"/>
                  </a:lnTo>
                  <a:lnTo>
                    <a:pt x="920"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5"/>
            <p:cNvSpPr/>
            <p:nvPr/>
          </p:nvSpPr>
          <p:spPr>
            <a:xfrm>
              <a:off x="8407861" y="3508400"/>
              <a:ext cx="211356" cy="41125"/>
            </a:xfrm>
            <a:custGeom>
              <a:rect b="b" l="l" r="r" t="t"/>
              <a:pathLst>
                <a:path extrusionOk="0" h="179" w="920">
                  <a:moveTo>
                    <a:pt x="1" y="0"/>
                  </a:moveTo>
                  <a:lnTo>
                    <a:pt x="1" y="178"/>
                  </a:lnTo>
                  <a:lnTo>
                    <a:pt x="920" y="178"/>
                  </a:lnTo>
                  <a:lnTo>
                    <a:pt x="92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5"/>
            <p:cNvSpPr/>
            <p:nvPr/>
          </p:nvSpPr>
          <p:spPr>
            <a:xfrm>
              <a:off x="8092443" y="3586283"/>
              <a:ext cx="315656" cy="112807"/>
            </a:xfrm>
            <a:custGeom>
              <a:rect b="b" l="l" r="r" t="t"/>
              <a:pathLst>
                <a:path extrusionOk="0" h="491" w="1374">
                  <a:moveTo>
                    <a:pt x="0" y="0"/>
                  </a:moveTo>
                  <a:lnTo>
                    <a:pt x="0" y="491"/>
                  </a:lnTo>
                  <a:lnTo>
                    <a:pt x="1374" y="491"/>
                  </a:lnTo>
                  <a:lnTo>
                    <a:pt x="1374"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5"/>
            <p:cNvSpPr/>
            <p:nvPr/>
          </p:nvSpPr>
          <p:spPr>
            <a:xfrm>
              <a:off x="8092443" y="3553429"/>
              <a:ext cx="301412" cy="33084"/>
            </a:xfrm>
            <a:custGeom>
              <a:rect b="b" l="l" r="r" t="t"/>
              <a:pathLst>
                <a:path extrusionOk="0" h="144" w="1312">
                  <a:moveTo>
                    <a:pt x="143" y="0"/>
                  </a:moveTo>
                  <a:lnTo>
                    <a:pt x="0" y="143"/>
                  </a:lnTo>
                  <a:lnTo>
                    <a:pt x="1169" y="143"/>
                  </a:lnTo>
                  <a:lnTo>
                    <a:pt x="131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5"/>
            <p:cNvSpPr/>
            <p:nvPr/>
          </p:nvSpPr>
          <p:spPr>
            <a:xfrm>
              <a:off x="8502280" y="3698627"/>
              <a:ext cx="248114" cy="72142"/>
            </a:xfrm>
            <a:custGeom>
              <a:rect b="b" l="l" r="r" t="t"/>
              <a:pathLst>
                <a:path extrusionOk="0" h="314" w="1080">
                  <a:moveTo>
                    <a:pt x="1025" y="1"/>
                  </a:moveTo>
                  <a:cubicBezTo>
                    <a:pt x="988" y="1"/>
                    <a:pt x="906" y="11"/>
                    <a:pt x="892" y="100"/>
                  </a:cubicBezTo>
                  <a:cubicBezTo>
                    <a:pt x="892" y="100"/>
                    <a:pt x="884" y="97"/>
                    <a:pt x="873" y="97"/>
                  </a:cubicBezTo>
                  <a:cubicBezTo>
                    <a:pt x="853" y="97"/>
                    <a:pt x="824" y="105"/>
                    <a:pt x="812" y="144"/>
                  </a:cubicBezTo>
                  <a:cubicBezTo>
                    <a:pt x="812" y="144"/>
                    <a:pt x="766" y="108"/>
                    <a:pt x="703" y="108"/>
                  </a:cubicBezTo>
                  <a:cubicBezTo>
                    <a:pt x="663" y="108"/>
                    <a:pt x="616" y="123"/>
                    <a:pt x="571" y="171"/>
                  </a:cubicBezTo>
                  <a:cubicBezTo>
                    <a:pt x="571" y="171"/>
                    <a:pt x="536" y="126"/>
                    <a:pt x="477" y="126"/>
                  </a:cubicBezTo>
                  <a:cubicBezTo>
                    <a:pt x="458" y="126"/>
                    <a:pt x="435" y="131"/>
                    <a:pt x="411" y="144"/>
                  </a:cubicBezTo>
                  <a:cubicBezTo>
                    <a:pt x="411" y="144"/>
                    <a:pt x="325" y="80"/>
                    <a:pt x="213" y="80"/>
                  </a:cubicBezTo>
                  <a:cubicBezTo>
                    <a:pt x="147" y="80"/>
                    <a:pt x="73" y="102"/>
                    <a:pt x="0" y="171"/>
                  </a:cubicBezTo>
                  <a:lnTo>
                    <a:pt x="0" y="314"/>
                  </a:lnTo>
                  <a:lnTo>
                    <a:pt x="1080" y="314"/>
                  </a:lnTo>
                  <a:lnTo>
                    <a:pt x="1044" y="2"/>
                  </a:lnTo>
                  <a:cubicBezTo>
                    <a:pt x="1044" y="2"/>
                    <a:pt x="1037" y="1"/>
                    <a:pt x="1025"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5"/>
            <p:cNvSpPr/>
            <p:nvPr/>
          </p:nvSpPr>
          <p:spPr>
            <a:xfrm>
              <a:off x="8666306" y="3176191"/>
              <a:ext cx="237776" cy="383683"/>
            </a:xfrm>
            <a:custGeom>
              <a:rect b="b" l="l" r="r" t="t"/>
              <a:pathLst>
                <a:path extrusionOk="0" h="1670" w="1035">
                  <a:moveTo>
                    <a:pt x="0" y="1"/>
                  </a:moveTo>
                  <a:lnTo>
                    <a:pt x="0" y="1669"/>
                  </a:lnTo>
                  <a:lnTo>
                    <a:pt x="1035" y="1669"/>
                  </a:lnTo>
                  <a:lnTo>
                    <a:pt x="1035"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5"/>
            <p:cNvSpPr/>
            <p:nvPr/>
          </p:nvSpPr>
          <p:spPr>
            <a:xfrm>
              <a:off x="8838373" y="3215247"/>
              <a:ext cx="31014" cy="53532"/>
            </a:xfrm>
            <a:custGeom>
              <a:rect b="b" l="l" r="r" t="t"/>
              <a:pathLst>
                <a:path extrusionOk="0" h="233" w="135">
                  <a:moveTo>
                    <a:pt x="0" y="0"/>
                  </a:moveTo>
                  <a:lnTo>
                    <a:pt x="0" y="232"/>
                  </a:lnTo>
                  <a:lnTo>
                    <a:pt x="134" y="232"/>
                  </a:lnTo>
                  <a:lnTo>
                    <a:pt x="134"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5"/>
            <p:cNvSpPr/>
            <p:nvPr/>
          </p:nvSpPr>
          <p:spPr>
            <a:xfrm>
              <a:off x="8772671" y="3268548"/>
              <a:ext cx="28947" cy="53532"/>
            </a:xfrm>
            <a:custGeom>
              <a:rect b="b" l="l" r="r" t="t"/>
              <a:pathLst>
                <a:path extrusionOk="0" h="233" w="126">
                  <a:moveTo>
                    <a:pt x="1" y="0"/>
                  </a:moveTo>
                  <a:lnTo>
                    <a:pt x="1" y="232"/>
                  </a:lnTo>
                  <a:lnTo>
                    <a:pt x="126" y="232"/>
                  </a:lnTo>
                  <a:lnTo>
                    <a:pt x="12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5"/>
            <p:cNvSpPr/>
            <p:nvPr/>
          </p:nvSpPr>
          <p:spPr>
            <a:xfrm>
              <a:off x="8707198" y="3229491"/>
              <a:ext cx="31014" cy="53532"/>
            </a:xfrm>
            <a:custGeom>
              <a:rect b="b" l="l" r="r" t="t"/>
              <a:pathLst>
                <a:path extrusionOk="0" h="233" w="135">
                  <a:moveTo>
                    <a:pt x="0" y="1"/>
                  </a:moveTo>
                  <a:lnTo>
                    <a:pt x="0" y="233"/>
                  </a:lnTo>
                  <a:lnTo>
                    <a:pt x="134" y="233"/>
                  </a:lnTo>
                  <a:lnTo>
                    <a:pt x="13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5"/>
            <p:cNvSpPr/>
            <p:nvPr/>
          </p:nvSpPr>
          <p:spPr>
            <a:xfrm>
              <a:off x="8850549" y="3329889"/>
              <a:ext cx="28947" cy="53532"/>
            </a:xfrm>
            <a:custGeom>
              <a:rect b="b" l="l" r="r" t="t"/>
              <a:pathLst>
                <a:path extrusionOk="0" h="233" w="126">
                  <a:moveTo>
                    <a:pt x="1" y="1"/>
                  </a:moveTo>
                  <a:lnTo>
                    <a:pt x="1" y="233"/>
                  </a:lnTo>
                  <a:lnTo>
                    <a:pt x="126" y="233"/>
                  </a:lnTo>
                  <a:lnTo>
                    <a:pt x="12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5"/>
            <p:cNvSpPr/>
            <p:nvPr/>
          </p:nvSpPr>
          <p:spPr>
            <a:xfrm>
              <a:off x="8717536" y="3344363"/>
              <a:ext cx="28717" cy="53532"/>
            </a:xfrm>
            <a:custGeom>
              <a:rect b="b" l="l" r="r" t="t"/>
              <a:pathLst>
                <a:path extrusionOk="0" h="233" w="125">
                  <a:moveTo>
                    <a:pt x="0" y="0"/>
                  </a:moveTo>
                  <a:lnTo>
                    <a:pt x="0" y="232"/>
                  </a:lnTo>
                  <a:lnTo>
                    <a:pt x="125" y="232"/>
                  </a:lnTo>
                  <a:lnTo>
                    <a:pt x="12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5"/>
            <p:cNvSpPr/>
            <p:nvPr/>
          </p:nvSpPr>
          <p:spPr>
            <a:xfrm>
              <a:off x="8770603" y="3434422"/>
              <a:ext cx="59731" cy="115105"/>
            </a:xfrm>
            <a:custGeom>
              <a:rect b="b" l="l" r="r" t="t"/>
              <a:pathLst>
                <a:path extrusionOk="0" h="501" w="260">
                  <a:moveTo>
                    <a:pt x="1" y="1"/>
                  </a:moveTo>
                  <a:lnTo>
                    <a:pt x="1" y="500"/>
                  </a:lnTo>
                  <a:lnTo>
                    <a:pt x="260" y="500"/>
                  </a:lnTo>
                  <a:lnTo>
                    <a:pt x="260"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5"/>
            <p:cNvSpPr/>
            <p:nvPr/>
          </p:nvSpPr>
          <p:spPr>
            <a:xfrm>
              <a:off x="8635523" y="3118985"/>
              <a:ext cx="268560" cy="57438"/>
            </a:xfrm>
            <a:custGeom>
              <a:rect b="b" l="l" r="r" t="t"/>
              <a:pathLst>
                <a:path extrusionOk="0" h="250" w="1169">
                  <a:moveTo>
                    <a:pt x="250" y="0"/>
                  </a:moveTo>
                  <a:lnTo>
                    <a:pt x="0" y="250"/>
                  </a:lnTo>
                  <a:lnTo>
                    <a:pt x="1169" y="250"/>
                  </a:lnTo>
                  <a:lnTo>
                    <a:pt x="116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5"/>
            <p:cNvSpPr/>
            <p:nvPr/>
          </p:nvSpPr>
          <p:spPr>
            <a:xfrm>
              <a:off x="8625185" y="3377216"/>
              <a:ext cx="162193" cy="301432"/>
            </a:xfrm>
            <a:custGeom>
              <a:rect b="b" l="l" r="r" t="t"/>
              <a:pathLst>
                <a:path extrusionOk="0" h="1312" w="706">
                  <a:moveTo>
                    <a:pt x="1" y="0"/>
                  </a:moveTo>
                  <a:lnTo>
                    <a:pt x="1" y="1311"/>
                  </a:lnTo>
                  <a:lnTo>
                    <a:pt x="705" y="1311"/>
                  </a:lnTo>
                  <a:lnTo>
                    <a:pt x="705"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5"/>
            <p:cNvSpPr/>
            <p:nvPr/>
          </p:nvSpPr>
          <p:spPr>
            <a:xfrm>
              <a:off x="8588428" y="3338160"/>
              <a:ext cx="36987" cy="340489"/>
            </a:xfrm>
            <a:custGeom>
              <a:rect b="b" l="l" r="r" t="t"/>
              <a:pathLst>
                <a:path extrusionOk="0" h="1482" w="161">
                  <a:moveTo>
                    <a:pt x="0" y="1"/>
                  </a:moveTo>
                  <a:lnTo>
                    <a:pt x="0" y="1481"/>
                  </a:lnTo>
                  <a:lnTo>
                    <a:pt x="161" y="1481"/>
                  </a:lnTo>
                  <a:lnTo>
                    <a:pt x="161" y="170"/>
                  </a:lnTo>
                  <a:lnTo>
                    <a:pt x="0"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5"/>
            <p:cNvSpPr/>
            <p:nvPr/>
          </p:nvSpPr>
          <p:spPr>
            <a:xfrm>
              <a:off x="8742117" y="3403866"/>
              <a:ext cx="20676" cy="36990"/>
            </a:xfrm>
            <a:custGeom>
              <a:rect b="b" l="l" r="r" t="t"/>
              <a:pathLst>
                <a:path extrusionOk="0" h="161" w="90">
                  <a:moveTo>
                    <a:pt x="0" y="0"/>
                  </a:moveTo>
                  <a:lnTo>
                    <a:pt x="0" y="161"/>
                  </a:lnTo>
                  <a:lnTo>
                    <a:pt x="89" y="161"/>
                  </a:lnTo>
                  <a:lnTo>
                    <a:pt x="89"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5"/>
            <p:cNvSpPr/>
            <p:nvPr/>
          </p:nvSpPr>
          <p:spPr>
            <a:xfrm>
              <a:off x="8698928" y="3440625"/>
              <a:ext cx="20676" cy="35152"/>
            </a:xfrm>
            <a:custGeom>
              <a:rect b="b" l="l" r="r" t="t"/>
              <a:pathLst>
                <a:path extrusionOk="0" h="153" w="90">
                  <a:moveTo>
                    <a:pt x="1" y="1"/>
                  </a:moveTo>
                  <a:lnTo>
                    <a:pt x="1" y="152"/>
                  </a:lnTo>
                  <a:lnTo>
                    <a:pt x="90" y="152"/>
                  </a:lnTo>
                  <a:lnTo>
                    <a:pt x="90"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5"/>
            <p:cNvSpPr/>
            <p:nvPr/>
          </p:nvSpPr>
          <p:spPr>
            <a:xfrm>
              <a:off x="8653901" y="3413975"/>
              <a:ext cx="20676" cy="37219"/>
            </a:xfrm>
            <a:custGeom>
              <a:rect b="b" l="l" r="r" t="t"/>
              <a:pathLst>
                <a:path extrusionOk="0" h="162" w="90">
                  <a:moveTo>
                    <a:pt x="0" y="1"/>
                  </a:moveTo>
                  <a:lnTo>
                    <a:pt x="0" y="161"/>
                  </a:lnTo>
                  <a:lnTo>
                    <a:pt x="90" y="161"/>
                  </a:lnTo>
                  <a:lnTo>
                    <a:pt x="90"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5"/>
            <p:cNvSpPr/>
            <p:nvPr/>
          </p:nvSpPr>
          <p:spPr>
            <a:xfrm>
              <a:off x="8750157" y="3498061"/>
              <a:ext cx="20676" cy="35152"/>
            </a:xfrm>
            <a:custGeom>
              <a:rect b="b" l="l" r="r" t="t"/>
              <a:pathLst>
                <a:path extrusionOk="0" h="153" w="90">
                  <a:moveTo>
                    <a:pt x="1" y="0"/>
                  </a:moveTo>
                  <a:lnTo>
                    <a:pt x="1" y="152"/>
                  </a:lnTo>
                  <a:lnTo>
                    <a:pt x="90" y="152"/>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5"/>
            <p:cNvSpPr/>
            <p:nvPr/>
          </p:nvSpPr>
          <p:spPr>
            <a:xfrm>
              <a:off x="8643563" y="3481749"/>
              <a:ext cx="20906" cy="36990"/>
            </a:xfrm>
            <a:custGeom>
              <a:rect b="b" l="l" r="r" t="t"/>
              <a:pathLst>
                <a:path extrusionOk="0" h="161" w="91">
                  <a:moveTo>
                    <a:pt x="1" y="0"/>
                  </a:moveTo>
                  <a:lnTo>
                    <a:pt x="1" y="161"/>
                  </a:lnTo>
                  <a:lnTo>
                    <a:pt x="90" y="161"/>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5"/>
            <p:cNvSpPr/>
            <p:nvPr/>
          </p:nvSpPr>
          <p:spPr>
            <a:xfrm>
              <a:off x="8682617" y="3532982"/>
              <a:ext cx="20676" cy="34922"/>
            </a:xfrm>
            <a:custGeom>
              <a:rect b="b" l="l" r="r" t="t"/>
              <a:pathLst>
                <a:path extrusionOk="0" h="152" w="90">
                  <a:moveTo>
                    <a:pt x="0" y="0"/>
                  </a:moveTo>
                  <a:lnTo>
                    <a:pt x="0" y="152"/>
                  </a:lnTo>
                  <a:lnTo>
                    <a:pt x="90" y="152"/>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5"/>
            <p:cNvSpPr/>
            <p:nvPr/>
          </p:nvSpPr>
          <p:spPr>
            <a:xfrm>
              <a:off x="8662171" y="3602594"/>
              <a:ext cx="41123" cy="76047"/>
            </a:xfrm>
            <a:custGeom>
              <a:rect b="b" l="l" r="r" t="t"/>
              <a:pathLst>
                <a:path extrusionOk="0" h="331" w="179">
                  <a:moveTo>
                    <a:pt x="0" y="0"/>
                  </a:moveTo>
                  <a:lnTo>
                    <a:pt x="0" y="330"/>
                  </a:lnTo>
                  <a:lnTo>
                    <a:pt x="179" y="330"/>
                  </a:lnTo>
                  <a:lnTo>
                    <a:pt x="179"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5"/>
            <p:cNvSpPr/>
            <p:nvPr/>
          </p:nvSpPr>
          <p:spPr>
            <a:xfrm>
              <a:off x="8588428" y="3338160"/>
              <a:ext cx="198951" cy="39287"/>
            </a:xfrm>
            <a:custGeom>
              <a:rect b="b" l="l" r="r" t="t"/>
              <a:pathLst>
                <a:path extrusionOk="0" h="171" w="866">
                  <a:moveTo>
                    <a:pt x="0" y="1"/>
                  </a:moveTo>
                  <a:lnTo>
                    <a:pt x="161" y="170"/>
                  </a:lnTo>
                  <a:lnTo>
                    <a:pt x="865" y="170"/>
                  </a:lnTo>
                  <a:lnTo>
                    <a:pt x="69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5"/>
            <p:cNvSpPr/>
            <p:nvPr/>
          </p:nvSpPr>
          <p:spPr>
            <a:xfrm>
              <a:off x="8903846" y="3036966"/>
              <a:ext cx="240073" cy="383453"/>
            </a:xfrm>
            <a:custGeom>
              <a:rect b="b" l="l" r="r" t="t"/>
              <a:pathLst>
                <a:path extrusionOk="0" h="1669" w="1045">
                  <a:moveTo>
                    <a:pt x="1" y="0"/>
                  </a:moveTo>
                  <a:lnTo>
                    <a:pt x="1" y="1668"/>
                  </a:lnTo>
                  <a:lnTo>
                    <a:pt x="1045" y="1668"/>
                  </a:lnTo>
                  <a:lnTo>
                    <a:pt x="1045"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5"/>
            <p:cNvSpPr/>
            <p:nvPr/>
          </p:nvSpPr>
          <p:spPr>
            <a:xfrm>
              <a:off x="9078210" y="3075793"/>
              <a:ext cx="28947" cy="53532"/>
            </a:xfrm>
            <a:custGeom>
              <a:rect b="b" l="l" r="r" t="t"/>
              <a:pathLst>
                <a:path extrusionOk="0" h="233" w="126">
                  <a:moveTo>
                    <a:pt x="0" y="1"/>
                  </a:moveTo>
                  <a:lnTo>
                    <a:pt x="0" y="233"/>
                  </a:lnTo>
                  <a:lnTo>
                    <a:pt x="125" y="233"/>
                  </a:lnTo>
                  <a:lnTo>
                    <a:pt x="12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5"/>
            <p:cNvSpPr/>
            <p:nvPr/>
          </p:nvSpPr>
          <p:spPr>
            <a:xfrm>
              <a:off x="9012508" y="3127026"/>
              <a:ext cx="28947" cy="53532"/>
            </a:xfrm>
            <a:custGeom>
              <a:rect b="b" l="l" r="r" t="t"/>
              <a:pathLst>
                <a:path extrusionOk="0" h="233" w="126">
                  <a:moveTo>
                    <a:pt x="1" y="1"/>
                  </a:moveTo>
                  <a:lnTo>
                    <a:pt x="1" y="233"/>
                  </a:lnTo>
                  <a:lnTo>
                    <a:pt x="126" y="233"/>
                  </a:lnTo>
                  <a:lnTo>
                    <a:pt x="12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5"/>
            <p:cNvSpPr/>
            <p:nvPr/>
          </p:nvSpPr>
          <p:spPr>
            <a:xfrm>
              <a:off x="8947035" y="3088199"/>
              <a:ext cx="28947" cy="53532"/>
            </a:xfrm>
            <a:custGeom>
              <a:rect b="b" l="l" r="r" t="t"/>
              <a:pathLst>
                <a:path extrusionOk="0" h="233" w="126">
                  <a:moveTo>
                    <a:pt x="0" y="0"/>
                  </a:moveTo>
                  <a:lnTo>
                    <a:pt x="0" y="232"/>
                  </a:lnTo>
                  <a:lnTo>
                    <a:pt x="125" y="232"/>
                  </a:lnTo>
                  <a:lnTo>
                    <a:pt x="12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5"/>
            <p:cNvSpPr/>
            <p:nvPr/>
          </p:nvSpPr>
          <p:spPr>
            <a:xfrm>
              <a:off x="9090386" y="3190665"/>
              <a:ext cx="28947" cy="53532"/>
            </a:xfrm>
            <a:custGeom>
              <a:rect b="b" l="l" r="r" t="t"/>
              <a:pathLst>
                <a:path extrusionOk="0" h="233" w="126">
                  <a:moveTo>
                    <a:pt x="1" y="0"/>
                  </a:moveTo>
                  <a:lnTo>
                    <a:pt x="1" y="232"/>
                  </a:lnTo>
                  <a:lnTo>
                    <a:pt x="126" y="232"/>
                  </a:lnTo>
                  <a:lnTo>
                    <a:pt x="12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5"/>
            <p:cNvSpPr/>
            <p:nvPr/>
          </p:nvSpPr>
          <p:spPr>
            <a:xfrm>
              <a:off x="8955076" y="3204909"/>
              <a:ext cx="31014" cy="53532"/>
            </a:xfrm>
            <a:custGeom>
              <a:rect b="b" l="l" r="r" t="t"/>
              <a:pathLst>
                <a:path extrusionOk="0" h="233" w="135">
                  <a:moveTo>
                    <a:pt x="1" y="1"/>
                  </a:moveTo>
                  <a:lnTo>
                    <a:pt x="1" y="233"/>
                  </a:lnTo>
                  <a:lnTo>
                    <a:pt x="135" y="233"/>
                  </a:lnTo>
                  <a:lnTo>
                    <a:pt x="13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5"/>
            <p:cNvSpPr/>
            <p:nvPr/>
          </p:nvSpPr>
          <p:spPr>
            <a:xfrm>
              <a:off x="9008373" y="3295198"/>
              <a:ext cx="59731" cy="114875"/>
            </a:xfrm>
            <a:custGeom>
              <a:rect b="b" l="l" r="r" t="t"/>
              <a:pathLst>
                <a:path extrusionOk="0" h="500" w="260">
                  <a:moveTo>
                    <a:pt x="1" y="0"/>
                  </a:moveTo>
                  <a:lnTo>
                    <a:pt x="1" y="500"/>
                  </a:lnTo>
                  <a:lnTo>
                    <a:pt x="260" y="500"/>
                  </a:lnTo>
                  <a:lnTo>
                    <a:pt x="26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5"/>
            <p:cNvSpPr/>
            <p:nvPr/>
          </p:nvSpPr>
          <p:spPr>
            <a:xfrm>
              <a:off x="9039157" y="3327592"/>
              <a:ext cx="104759" cy="64100"/>
            </a:xfrm>
            <a:custGeom>
              <a:rect b="b" l="l" r="r" t="t"/>
              <a:pathLst>
                <a:path extrusionOk="0" h="279" w="456">
                  <a:moveTo>
                    <a:pt x="437" y="1"/>
                  </a:moveTo>
                  <a:cubicBezTo>
                    <a:pt x="403" y="1"/>
                    <a:pt x="331" y="11"/>
                    <a:pt x="304" y="91"/>
                  </a:cubicBezTo>
                  <a:cubicBezTo>
                    <a:pt x="304" y="91"/>
                    <a:pt x="293" y="88"/>
                    <a:pt x="277" y="88"/>
                  </a:cubicBezTo>
                  <a:cubicBezTo>
                    <a:pt x="254" y="88"/>
                    <a:pt x="222" y="95"/>
                    <a:pt x="206" y="127"/>
                  </a:cubicBezTo>
                  <a:cubicBezTo>
                    <a:pt x="206" y="127"/>
                    <a:pt x="173" y="113"/>
                    <a:pt x="132" y="113"/>
                  </a:cubicBezTo>
                  <a:cubicBezTo>
                    <a:pt x="86" y="113"/>
                    <a:pt x="29" y="131"/>
                    <a:pt x="1" y="207"/>
                  </a:cubicBezTo>
                  <a:lnTo>
                    <a:pt x="456" y="279"/>
                  </a:lnTo>
                  <a:lnTo>
                    <a:pt x="456" y="2"/>
                  </a:lnTo>
                  <a:cubicBezTo>
                    <a:pt x="456" y="2"/>
                    <a:pt x="448" y="1"/>
                    <a:pt x="437"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5"/>
            <p:cNvSpPr/>
            <p:nvPr/>
          </p:nvSpPr>
          <p:spPr>
            <a:xfrm>
              <a:off x="8875130" y="2979530"/>
              <a:ext cx="268790" cy="57667"/>
            </a:xfrm>
            <a:custGeom>
              <a:rect b="b" l="l" r="r" t="t"/>
              <a:pathLst>
                <a:path extrusionOk="0" h="251" w="1170">
                  <a:moveTo>
                    <a:pt x="251" y="0"/>
                  </a:moveTo>
                  <a:lnTo>
                    <a:pt x="1" y="250"/>
                  </a:lnTo>
                  <a:lnTo>
                    <a:pt x="1170" y="250"/>
                  </a:lnTo>
                  <a:lnTo>
                    <a:pt x="11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5"/>
            <p:cNvSpPr/>
            <p:nvPr/>
          </p:nvSpPr>
          <p:spPr>
            <a:xfrm>
              <a:off x="8862954" y="3237762"/>
              <a:ext cx="162193" cy="260537"/>
            </a:xfrm>
            <a:custGeom>
              <a:rect b="b" l="l" r="r" t="t"/>
              <a:pathLst>
                <a:path extrusionOk="0" h="1134" w="706">
                  <a:moveTo>
                    <a:pt x="0" y="0"/>
                  </a:moveTo>
                  <a:lnTo>
                    <a:pt x="0" y="1133"/>
                  </a:lnTo>
                  <a:lnTo>
                    <a:pt x="705" y="1133"/>
                  </a:lnTo>
                  <a:lnTo>
                    <a:pt x="705"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5"/>
            <p:cNvSpPr/>
            <p:nvPr/>
          </p:nvSpPr>
          <p:spPr>
            <a:xfrm>
              <a:off x="8825968" y="3198706"/>
              <a:ext cx="37217" cy="299594"/>
            </a:xfrm>
            <a:custGeom>
              <a:rect b="b" l="l" r="r" t="t"/>
              <a:pathLst>
                <a:path extrusionOk="0" h="1304" w="162">
                  <a:moveTo>
                    <a:pt x="1" y="1"/>
                  </a:moveTo>
                  <a:lnTo>
                    <a:pt x="1" y="1303"/>
                  </a:lnTo>
                  <a:lnTo>
                    <a:pt x="161" y="1303"/>
                  </a:lnTo>
                  <a:lnTo>
                    <a:pt x="161" y="170"/>
                  </a:lnTo>
                  <a:lnTo>
                    <a:pt x="1"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5"/>
            <p:cNvSpPr/>
            <p:nvPr/>
          </p:nvSpPr>
          <p:spPr>
            <a:xfrm>
              <a:off x="8981724" y="3264412"/>
              <a:ext cx="18838" cy="35152"/>
            </a:xfrm>
            <a:custGeom>
              <a:rect b="b" l="l" r="r" t="t"/>
              <a:pathLst>
                <a:path extrusionOk="0" h="153" w="82">
                  <a:moveTo>
                    <a:pt x="1" y="0"/>
                  </a:moveTo>
                  <a:lnTo>
                    <a:pt x="1" y="152"/>
                  </a:lnTo>
                  <a:lnTo>
                    <a:pt x="81" y="152"/>
                  </a:lnTo>
                  <a:lnTo>
                    <a:pt x="8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5"/>
            <p:cNvSpPr/>
            <p:nvPr/>
          </p:nvSpPr>
          <p:spPr>
            <a:xfrm>
              <a:off x="8936697" y="3299333"/>
              <a:ext cx="20676" cy="36990"/>
            </a:xfrm>
            <a:custGeom>
              <a:rect b="b" l="l" r="r" t="t"/>
              <a:pathLst>
                <a:path extrusionOk="0" h="161" w="90">
                  <a:moveTo>
                    <a:pt x="1" y="0"/>
                  </a:moveTo>
                  <a:lnTo>
                    <a:pt x="1" y="161"/>
                  </a:lnTo>
                  <a:lnTo>
                    <a:pt x="90" y="161"/>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5"/>
            <p:cNvSpPr/>
            <p:nvPr/>
          </p:nvSpPr>
          <p:spPr>
            <a:xfrm>
              <a:off x="8891670" y="3274751"/>
              <a:ext cx="20676" cy="34922"/>
            </a:xfrm>
            <a:custGeom>
              <a:rect b="b" l="l" r="r" t="t"/>
              <a:pathLst>
                <a:path extrusionOk="0" h="152" w="90">
                  <a:moveTo>
                    <a:pt x="0" y="0"/>
                  </a:moveTo>
                  <a:lnTo>
                    <a:pt x="0" y="152"/>
                  </a:lnTo>
                  <a:lnTo>
                    <a:pt x="90" y="152"/>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5"/>
            <p:cNvSpPr/>
            <p:nvPr/>
          </p:nvSpPr>
          <p:spPr>
            <a:xfrm>
              <a:off x="8987927" y="3342295"/>
              <a:ext cx="20676" cy="35152"/>
            </a:xfrm>
            <a:custGeom>
              <a:rect b="b" l="l" r="r" t="t"/>
              <a:pathLst>
                <a:path extrusionOk="0" h="153" w="90">
                  <a:moveTo>
                    <a:pt x="1" y="0"/>
                  </a:moveTo>
                  <a:lnTo>
                    <a:pt x="1" y="152"/>
                  </a:lnTo>
                  <a:lnTo>
                    <a:pt x="90" y="152"/>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5"/>
            <p:cNvSpPr/>
            <p:nvPr/>
          </p:nvSpPr>
          <p:spPr>
            <a:xfrm>
              <a:off x="8883400" y="3342295"/>
              <a:ext cx="18609" cy="35152"/>
            </a:xfrm>
            <a:custGeom>
              <a:rect b="b" l="l" r="r" t="t"/>
              <a:pathLst>
                <a:path extrusionOk="0" h="153" w="81">
                  <a:moveTo>
                    <a:pt x="1" y="0"/>
                  </a:moveTo>
                  <a:lnTo>
                    <a:pt x="1" y="152"/>
                  </a:lnTo>
                  <a:lnTo>
                    <a:pt x="81" y="152"/>
                  </a:lnTo>
                  <a:lnTo>
                    <a:pt x="8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5"/>
            <p:cNvSpPr/>
            <p:nvPr/>
          </p:nvSpPr>
          <p:spPr>
            <a:xfrm>
              <a:off x="8934630" y="3413975"/>
              <a:ext cx="41352" cy="76047"/>
            </a:xfrm>
            <a:custGeom>
              <a:rect b="b" l="l" r="r" t="t"/>
              <a:pathLst>
                <a:path extrusionOk="0" h="331" w="180">
                  <a:moveTo>
                    <a:pt x="1" y="1"/>
                  </a:moveTo>
                  <a:lnTo>
                    <a:pt x="1" y="331"/>
                  </a:lnTo>
                  <a:lnTo>
                    <a:pt x="179" y="331"/>
                  </a:lnTo>
                  <a:lnTo>
                    <a:pt x="179"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5"/>
            <p:cNvSpPr/>
            <p:nvPr/>
          </p:nvSpPr>
          <p:spPr>
            <a:xfrm>
              <a:off x="8825968" y="3198706"/>
              <a:ext cx="199180" cy="39287"/>
            </a:xfrm>
            <a:custGeom>
              <a:rect b="b" l="l" r="r" t="t"/>
              <a:pathLst>
                <a:path extrusionOk="0" h="171" w="867">
                  <a:moveTo>
                    <a:pt x="1" y="1"/>
                  </a:moveTo>
                  <a:lnTo>
                    <a:pt x="161" y="170"/>
                  </a:lnTo>
                  <a:lnTo>
                    <a:pt x="866" y="170"/>
                  </a:lnTo>
                  <a:lnTo>
                    <a:pt x="69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5"/>
            <p:cNvSpPr/>
            <p:nvPr/>
          </p:nvSpPr>
          <p:spPr>
            <a:xfrm>
              <a:off x="8807590" y="3440396"/>
              <a:ext cx="104759" cy="64100"/>
            </a:xfrm>
            <a:custGeom>
              <a:rect b="b" l="l" r="r" t="t"/>
              <a:pathLst>
                <a:path extrusionOk="0" h="279" w="456">
                  <a:moveTo>
                    <a:pt x="437" y="1"/>
                  </a:moveTo>
                  <a:cubicBezTo>
                    <a:pt x="403" y="1"/>
                    <a:pt x="331" y="11"/>
                    <a:pt x="304" y="91"/>
                  </a:cubicBezTo>
                  <a:cubicBezTo>
                    <a:pt x="304" y="91"/>
                    <a:pt x="292" y="88"/>
                    <a:pt x="277" y="88"/>
                  </a:cubicBezTo>
                  <a:cubicBezTo>
                    <a:pt x="254" y="88"/>
                    <a:pt x="222" y="94"/>
                    <a:pt x="206" y="127"/>
                  </a:cubicBezTo>
                  <a:cubicBezTo>
                    <a:pt x="206" y="127"/>
                    <a:pt x="173" y="113"/>
                    <a:pt x="132" y="113"/>
                  </a:cubicBezTo>
                  <a:cubicBezTo>
                    <a:pt x="86" y="113"/>
                    <a:pt x="29" y="131"/>
                    <a:pt x="1" y="207"/>
                  </a:cubicBezTo>
                  <a:lnTo>
                    <a:pt x="456" y="278"/>
                  </a:lnTo>
                  <a:lnTo>
                    <a:pt x="456" y="2"/>
                  </a:lnTo>
                  <a:cubicBezTo>
                    <a:pt x="456" y="2"/>
                    <a:pt x="448" y="1"/>
                    <a:pt x="437"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5"/>
            <p:cNvSpPr/>
            <p:nvPr/>
          </p:nvSpPr>
          <p:spPr>
            <a:xfrm>
              <a:off x="8742117" y="3522644"/>
              <a:ext cx="161963" cy="260536"/>
            </a:xfrm>
            <a:custGeom>
              <a:rect b="b" l="l" r="r" t="t"/>
              <a:pathLst>
                <a:path extrusionOk="0" h="1134" w="705">
                  <a:moveTo>
                    <a:pt x="0" y="0"/>
                  </a:moveTo>
                  <a:lnTo>
                    <a:pt x="0" y="1133"/>
                  </a:lnTo>
                  <a:lnTo>
                    <a:pt x="705" y="1133"/>
                  </a:lnTo>
                  <a:lnTo>
                    <a:pt x="705"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5"/>
            <p:cNvSpPr/>
            <p:nvPr/>
          </p:nvSpPr>
          <p:spPr>
            <a:xfrm>
              <a:off x="8860887" y="3549294"/>
              <a:ext cx="18609" cy="37219"/>
            </a:xfrm>
            <a:custGeom>
              <a:rect b="b" l="l" r="r" t="t"/>
              <a:pathLst>
                <a:path extrusionOk="0" h="162" w="81">
                  <a:moveTo>
                    <a:pt x="1" y="0"/>
                  </a:moveTo>
                  <a:lnTo>
                    <a:pt x="1" y="161"/>
                  </a:lnTo>
                  <a:lnTo>
                    <a:pt x="81" y="161"/>
                  </a:lnTo>
                  <a:lnTo>
                    <a:pt x="8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5"/>
            <p:cNvSpPr/>
            <p:nvPr/>
          </p:nvSpPr>
          <p:spPr>
            <a:xfrm>
              <a:off x="8815860" y="3586283"/>
              <a:ext cx="20676" cy="34922"/>
            </a:xfrm>
            <a:custGeom>
              <a:rect b="b" l="l" r="r" t="t"/>
              <a:pathLst>
                <a:path extrusionOk="0" h="152" w="90">
                  <a:moveTo>
                    <a:pt x="0" y="0"/>
                  </a:moveTo>
                  <a:lnTo>
                    <a:pt x="0" y="152"/>
                  </a:lnTo>
                  <a:lnTo>
                    <a:pt x="89" y="152"/>
                  </a:lnTo>
                  <a:lnTo>
                    <a:pt x="89"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5"/>
            <p:cNvSpPr/>
            <p:nvPr/>
          </p:nvSpPr>
          <p:spPr>
            <a:xfrm>
              <a:off x="8770603" y="3559632"/>
              <a:ext cx="20906" cy="34922"/>
            </a:xfrm>
            <a:custGeom>
              <a:rect b="b" l="l" r="r" t="t"/>
              <a:pathLst>
                <a:path extrusionOk="0" h="152" w="91">
                  <a:moveTo>
                    <a:pt x="1" y="0"/>
                  </a:moveTo>
                  <a:lnTo>
                    <a:pt x="1" y="152"/>
                  </a:lnTo>
                  <a:lnTo>
                    <a:pt x="90" y="152"/>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5"/>
            <p:cNvSpPr/>
            <p:nvPr/>
          </p:nvSpPr>
          <p:spPr>
            <a:xfrm>
              <a:off x="8867089" y="3627177"/>
              <a:ext cx="20676" cy="35152"/>
            </a:xfrm>
            <a:custGeom>
              <a:rect b="b" l="l" r="r" t="t"/>
              <a:pathLst>
                <a:path extrusionOk="0" h="153" w="90">
                  <a:moveTo>
                    <a:pt x="0" y="0"/>
                  </a:moveTo>
                  <a:lnTo>
                    <a:pt x="0" y="152"/>
                  </a:lnTo>
                  <a:lnTo>
                    <a:pt x="89" y="152"/>
                  </a:lnTo>
                  <a:lnTo>
                    <a:pt x="89"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5"/>
            <p:cNvSpPr/>
            <p:nvPr/>
          </p:nvSpPr>
          <p:spPr>
            <a:xfrm>
              <a:off x="8776806" y="3637515"/>
              <a:ext cx="20676" cy="34922"/>
            </a:xfrm>
            <a:custGeom>
              <a:rect b="b" l="l" r="r" t="t"/>
              <a:pathLst>
                <a:path extrusionOk="0" h="152" w="90">
                  <a:moveTo>
                    <a:pt x="1" y="0"/>
                  </a:moveTo>
                  <a:lnTo>
                    <a:pt x="1" y="152"/>
                  </a:lnTo>
                  <a:lnTo>
                    <a:pt x="90" y="152"/>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5"/>
            <p:cNvSpPr/>
            <p:nvPr/>
          </p:nvSpPr>
          <p:spPr>
            <a:xfrm>
              <a:off x="8813792" y="3698857"/>
              <a:ext cx="41123" cy="76047"/>
            </a:xfrm>
            <a:custGeom>
              <a:rect b="b" l="l" r="r" t="t"/>
              <a:pathLst>
                <a:path extrusionOk="0" h="331" w="179">
                  <a:moveTo>
                    <a:pt x="0" y="1"/>
                  </a:moveTo>
                  <a:lnTo>
                    <a:pt x="0" y="331"/>
                  </a:lnTo>
                  <a:lnTo>
                    <a:pt x="179" y="331"/>
                  </a:lnTo>
                  <a:lnTo>
                    <a:pt x="179"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5"/>
            <p:cNvSpPr/>
            <p:nvPr/>
          </p:nvSpPr>
          <p:spPr>
            <a:xfrm>
              <a:off x="8721441" y="3483587"/>
              <a:ext cx="182639" cy="39287"/>
            </a:xfrm>
            <a:custGeom>
              <a:rect b="b" l="l" r="r" t="t"/>
              <a:pathLst>
                <a:path extrusionOk="0" h="171" w="795">
                  <a:moveTo>
                    <a:pt x="170" y="1"/>
                  </a:moveTo>
                  <a:lnTo>
                    <a:pt x="1" y="170"/>
                  </a:lnTo>
                  <a:lnTo>
                    <a:pt x="795" y="170"/>
                  </a:lnTo>
                  <a:lnTo>
                    <a:pt x="79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5"/>
            <p:cNvSpPr/>
            <p:nvPr/>
          </p:nvSpPr>
          <p:spPr>
            <a:xfrm>
              <a:off x="8342388" y="3483587"/>
              <a:ext cx="135544" cy="215506"/>
            </a:xfrm>
            <a:custGeom>
              <a:rect b="b" l="l" r="r" t="t"/>
              <a:pathLst>
                <a:path extrusionOk="0" h="938" w="590">
                  <a:moveTo>
                    <a:pt x="0" y="1"/>
                  </a:moveTo>
                  <a:lnTo>
                    <a:pt x="0" y="938"/>
                  </a:lnTo>
                  <a:lnTo>
                    <a:pt x="589" y="938"/>
                  </a:lnTo>
                  <a:lnTo>
                    <a:pt x="589"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5"/>
            <p:cNvSpPr/>
            <p:nvPr/>
          </p:nvSpPr>
          <p:spPr>
            <a:xfrm>
              <a:off x="8477699" y="3450964"/>
              <a:ext cx="31014" cy="248130"/>
            </a:xfrm>
            <a:custGeom>
              <a:rect b="b" l="l" r="r" t="t"/>
              <a:pathLst>
                <a:path extrusionOk="0" h="1080" w="135">
                  <a:moveTo>
                    <a:pt x="134" y="0"/>
                  </a:moveTo>
                  <a:lnTo>
                    <a:pt x="0" y="143"/>
                  </a:lnTo>
                  <a:lnTo>
                    <a:pt x="0" y="1080"/>
                  </a:lnTo>
                  <a:lnTo>
                    <a:pt x="134" y="1080"/>
                  </a:lnTo>
                  <a:lnTo>
                    <a:pt x="134"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5"/>
            <p:cNvSpPr/>
            <p:nvPr/>
          </p:nvSpPr>
          <p:spPr>
            <a:xfrm>
              <a:off x="8362834" y="3506332"/>
              <a:ext cx="16771" cy="28949"/>
            </a:xfrm>
            <a:custGeom>
              <a:rect b="b" l="l" r="r" t="t"/>
              <a:pathLst>
                <a:path extrusionOk="0" h="126" w="73">
                  <a:moveTo>
                    <a:pt x="1" y="0"/>
                  </a:moveTo>
                  <a:lnTo>
                    <a:pt x="1" y="125"/>
                  </a:lnTo>
                  <a:lnTo>
                    <a:pt x="72" y="125"/>
                  </a:lnTo>
                  <a:lnTo>
                    <a:pt x="7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5"/>
            <p:cNvSpPr/>
            <p:nvPr/>
          </p:nvSpPr>
          <p:spPr>
            <a:xfrm>
              <a:off x="8399821" y="3535050"/>
              <a:ext cx="16541" cy="30786"/>
            </a:xfrm>
            <a:custGeom>
              <a:rect b="b" l="l" r="r" t="t"/>
              <a:pathLst>
                <a:path extrusionOk="0" h="134" w="72">
                  <a:moveTo>
                    <a:pt x="0" y="0"/>
                  </a:moveTo>
                  <a:lnTo>
                    <a:pt x="0" y="134"/>
                  </a:lnTo>
                  <a:lnTo>
                    <a:pt x="72" y="134"/>
                  </a:lnTo>
                  <a:lnTo>
                    <a:pt x="7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5"/>
            <p:cNvSpPr/>
            <p:nvPr/>
          </p:nvSpPr>
          <p:spPr>
            <a:xfrm>
              <a:off x="8436577" y="3514373"/>
              <a:ext cx="16771" cy="28949"/>
            </a:xfrm>
            <a:custGeom>
              <a:rect b="b" l="l" r="r" t="t"/>
              <a:pathLst>
                <a:path extrusionOk="0" h="126" w="73">
                  <a:moveTo>
                    <a:pt x="1" y="1"/>
                  </a:moveTo>
                  <a:lnTo>
                    <a:pt x="1" y="126"/>
                  </a:lnTo>
                  <a:lnTo>
                    <a:pt x="72" y="126"/>
                  </a:lnTo>
                  <a:lnTo>
                    <a:pt x="7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5"/>
            <p:cNvSpPr/>
            <p:nvPr/>
          </p:nvSpPr>
          <p:spPr>
            <a:xfrm>
              <a:off x="8356632" y="3569741"/>
              <a:ext cx="16771" cy="31016"/>
            </a:xfrm>
            <a:custGeom>
              <a:rect b="b" l="l" r="r" t="t"/>
              <a:pathLst>
                <a:path extrusionOk="0" h="135" w="73">
                  <a:moveTo>
                    <a:pt x="1" y="1"/>
                  </a:moveTo>
                  <a:lnTo>
                    <a:pt x="1" y="134"/>
                  </a:lnTo>
                  <a:lnTo>
                    <a:pt x="72" y="134"/>
                  </a:lnTo>
                  <a:lnTo>
                    <a:pt x="7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5"/>
            <p:cNvSpPr/>
            <p:nvPr/>
          </p:nvSpPr>
          <p:spPr>
            <a:xfrm>
              <a:off x="8559712" y="3598459"/>
              <a:ext cx="16541" cy="28949"/>
            </a:xfrm>
            <a:custGeom>
              <a:rect b="b" l="l" r="r" t="t"/>
              <a:pathLst>
                <a:path extrusionOk="0" h="126" w="72">
                  <a:moveTo>
                    <a:pt x="0" y="1"/>
                  </a:moveTo>
                  <a:lnTo>
                    <a:pt x="0" y="125"/>
                  </a:lnTo>
                  <a:lnTo>
                    <a:pt x="71" y="125"/>
                  </a:lnTo>
                  <a:lnTo>
                    <a:pt x="7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5"/>
            <p:cNvSpPr/>
            <p:nvPr/>
          </p:nvSpPr>
          <p:spPr>
            <a:xfrm>
              <a:off x="8524793" y="3567673"/>
              <a:ext cx="16541" cy="28949"/>
            </a:xfrm>
            <a:custGeom>
              <a:rect b="b" l="l" r="r" t="t"/>
              <a:pathLst>
                <a:path extrusionOk="0" h="126" w="72">
                  <a:moveTo>
                    <a:pt x="0" y="1"/>
                  </a:moveTo>
                  <a:lnTo>
                    <a:pt x="0" y="126"/>
                  </a:lnTo>
                  <a:lnTo>
                    <a:pt x="72" y="126"/>
                  </a:lnTo>
                  <a:lnTo>
                    <a:pt x="7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5"/>
            <p:cNvSpPr/>
            <p:nvPr/>
          </p:nvSpPr>
          <p:spPr>
            <a:xfrm>
              <a:off x="8305402" y="3606730"/>
              <a:ext cx="16771" cy="28949"/>
            </a:xfrm>
            <a:custGeom>
              <a:rect b="b" l="l" r="r" t="t"/>
              <a:pathLst>
                <a:path extrusionOk="0" h="126" w="73">
                  <a:moveTo>
                    <a:pt x="1" y="0"/>
                  </a:moveTo>
                  <a:lnTo>
                    <a:pt x="1" y="125"/>
                  </a:lnTo>
                  <a:lnTo>
                    <a:pt x="72" y="125"/>
                  </a:lnTo>
                  <a:lnTo>
                    <a:pt x="7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45"/>
            <p:cNvSpPr/>
            <p:nvPr/>
          </p:nvSpPr>
          <p:spPr>
            <a:xfrm>
              <a:off x="8172389" y="3598459"/>
              <a:ext cx="16541" cy="28949"/>
            </a:xfrm>
            <a:custGeom>
              <a:rect b="b" l="l" r="r" t="t"/>
              <a:pathLst>
                <a:path extrusionOk="0" h="126" w="72">
                  <a:moveTo>
                    <a:pt x="0" y="1"/>
                  </a:moveTo>
                  <a:lnTo>
                    <a:pt x="0" y="125"/>
                  </a:lnTo>
                  <a:lnTo>
                    <a:pt x="71" y="125"/>
                  </a:lnTo>
                  <a:lnTo>
                    <a:pt x="7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5"/>
            <p:cNvSpPr/>
            <p:nvPr/>
          </p:nvSpPr>
          <p:spPr>
            <a:xfrm>
              <a:off x="8262443" y="3635448"/>
              <a:ext cx="16541" cy="28949"/>
            </a:xfrm>
            <a:custGeom>
              <a:rect b="b" l="l" r="r" t="t"/>
              <a:pathLst>
                <a:path extrusionOk="0" h="126" w="72">
                  <a:moveTo>
                    <a:pt x="1" y="0"/>
                  </a:moveTo>
                  <a:lnTo>
                    <a:pt x="1" y="125"/>
                  </a:lnTo>
                  <a:lnTo>
                    <a:pt x="72" y="125"/>
                  </a:lnTo>
                  <a:lnTo>
                    <a:pt x="7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5"/>
            <p:cNvSpPr/>
            <p:nvPr/>
          </p:nvSpPr>
          <p:spPr>
            <a:xfrm>
              <a:off x="8119092" y="3602594"/>
              <a:ext cx="16541" cy="31016"/>
            </a:xfrm>
            <a:custGeom>
              <a:rect b="b" l="l" r="r" t="t"/>
              <a:pathLst>
                <a:path extrusionOk="0" h="135" w="72">
                  <a:moveTo>
                    <a:pt x="0" y="0"/>
                  </a:moveTo>
                  <a:lnTo>
                    <a:pt x="0" y="134"/>
                  </a:lnTo>
                  <a:lnTo>
                    <a:pt x="71" y="134"/>
                  </a:lnTo>
                  <a:lnTo>
                    <a:pt x="7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5"/>
            <p:cNvSpPr/>
            <p:nvPr/>
          </p:nvSpPr>
          <p:spPr>
            <a:xfrm>
              <a:off x="8145740" y="3649692"/>
              <a:ext cx="16541" cy="31016"/>
            </a:xfrm>
            <a:custGeom>
              <a:rect b="b" l="l" r="r" t="t"/>
              <a:pathLst>
                <a:path extrusionOk="0" h="135" w="72">
                  <a:moveTo>
                    <a:pt x="0" y="1"/>
                  </a:moveTo>
                  <a:lnTo>
                    <a:pt x="0" y="134"/>
                  </a:lnTo>
                  <a:lnTo>
                    <a:pt x="71" y="134"/>
                  </a:lnTo>
                  <a:lnTo>
                    <a:pt x="7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5"/>
            <p:cNvSpPr/>
            <p:nvPr/>
          </p:nvSpPr>
          <p:spPr>
            <a:xfrm>
              <a:off x="8444848" y="3569741"/>
              <a:ext cx="16541" cy="31016"/>
            </a:xfrm>
            <a:custGeom>
              <a:rect b="b" l="l" r="r" t="t"/>
              <a:pathLst>
                <a:path extrusionOk="0" h="135" w="72">
                  <a:moveTo>
                    <a:pt x="1" y="1"/>
                  </a:moveTo>
                  <a:lnTo>
                    <a:pt x="1" y="134"/>
                  </a:lnTo>
                  <a:lnTo>
                    <a:pt x="72" y="134"/>
                  </a:lnTo>
                  <a:lnTo>
                    <a:pt x="7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5"/>
            <p:cNvSpPr/>
            <p:nvPr/>
          </p:nvSpPr>
          <p:spPr>
            <a:xfrm>
              <a:off x="8385348" y="3635448"/>
              <a:ext cx="33082" cy="63641"/>
            </a:xfrm>
            <a:custGeom>
              <a:rect b="b" l="l" r="r" t="t"/>
              <a:pathLst>
                <a:path extrusionOk="0" h="277" w="144">
                  <a:moveTo>
                    <a:pt x="1" y="0"/>
                  </a:moveTo>
                  <a:lnTo>
                    <a:pt x="1" y="277"/>
                  </a:lnTo>
                  <a:lnTo>
                    <a:pt x="144" y="277"/>
                  </a:lnTo>
                  <a:lnTo>
                    <a:pt x="144"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5"/>
            <p:cNvSpPr/>
            <p:nvPr/>
          </p:nvSpPr>
          <p:spPr>
            <a:xfrm>
              <a:off x="8200875" y="3635448"/>
              <a:ext cx="33082" cy="63641"/>
            </a:xfrm>
            <a:custGeom>
              <a:rect b="b" l="l" r="r" t="t"/>
              <a:pathLst>
                <a:path extrusionOk="0" h="277" w="144">
                  <a:moveTo>
                    <a:pt x="1" y="0"/>
                  </a:moveTo>
                  <a:lnTo>
                    <a:pt x="1" y="277"/>
                  </a:lnTo>
                  <a:lnTo>
                    <a:pt x="144" y="277"/>
                  </a:lnTo>
                  <a:lnTo>
                    <a:pt x="144"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5"/>
            <p:cNvSpPr/>
            <p:nvPr/>
          </p:nvSpPr>
          <p:spPr>
            <a:xfrm>
              <a:off x="8342388" y="3450964"/>
              <a:ext cx="166328" cy="32854"/>
            </a:xfrm>
            <a:custGeom>
              <a:rect b="b" l="l" r="r" t="t"/>
              <a:pathLst>
                <a:path extrusionOk="0" h="143" w="724">
                  <a:moveTo>
                    <a:pt x="143" y="0"/>
                  </a:moveTo>
                  <a:lnTo>
                    <a:pt x="0" y="143"/>
                  </a:lnTo>
                  <a:lnTo>
                    <a:pt x="589" y="143"/>
                  </a:lnTo>
                  <a:lnTo>
                    <a:pt x="72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5"/>
            <p:cNvSpPr/>
            <p:nvPr/>
          </p:nvSpPr>
          <p:spPr>
            <a:xfrm>
              <a:off x="8319875" y="3618906"/>
              <a:ext cx="45258" cy="121308"/>
            </a:xfrm>
            <a:custGeom>
              <a:rect b="b" l="l" r="r" t="t"/>
              <a:pathLst>
                <a:path extrusionOk="0" h="528" w="197">
                  <a:moveTo>
                    <a:pt x="98" y="1"/>
                  </a:moveTo>
                  <a:lnTo>
                    <a:pt x="45" y="259"/>
                  </a:lnTo>
                  <a:lnTo>
                    <a:pt x="0" y="527"/>
                  </a:lnTo>
                  <a:lnTo>
                    <a:pt x="197" y="527"/>
                  </a:lnTo>
                  <a:lnTo>
                    <a:pt x="152" y="259"/>
                  </a:lnTo>
                  <a:lnTo>
                    <a:pt x="9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5"/>
            <p:cNvSpPr/>
            <p:nvPr/>
          </p:nvSpPr>
          <p:spPr>
            <a:xfrm>
              <a:off x="8010430" y="3518508"/>
              <a:ext cx="47325" cy="121078"/>
            </a:xfrm>
            <a:custGeom>
              <a:rect b="b" l="l" r="r" t="t"/>
              <a:pathLst>
                <a:path extrusionOk="0" h="527" w="206">
                  <a:moveTo>
                    <a:pt x="98" y="1"/>
                  </a:moveTo>
                  <a:lnTo>
                    <a:pt x="54" y="268"/>
                  </a:lnTo>
                  <a:lnTo>
                    <a:pt x="0" y="527"/>
                  </a:lnTo>
                  <a:lnTo>
                    <a:pt x="205" y="527"/>
                  </a:lnTo>
                  <a:lnTo>
                    <a:pt x="152" y="268"/>
                  </a:lnTo>
                  <a:lnTo>
                    <a:pt x="9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5"/>
            <p:cNvSpPr/>
            <p:nvPr/>
          </p:nvSpPr>
          <p:spPr>
            <a:xfrm>
              <a:off x="7944728" y="3602594"/>
              <a:ext cx="59731" cy="153932"/>
            </a:xfrm>
            <a:custGeom>
              <a:rect b="b" l="l" r="r" t="t"/>
              <a:pathLst>
                <a:path extrusionOk="0" h="670" w="260">
                  <a:moveTo>
                    <a:pt x="135" y="0"/>
                  </a:moveTo>
                  <a:lnTo>
                    <a:pt x="63" y="330"/>
                  </a:lnTo>
                  <a:lnTo>
                    <a:pt x="1" y="669"/>
                  </a:lnTo>
                  <a:lnTo>
                    <a:pt x="260" y="669"/>
                  </a:lnTo>
                  <a:lnTo>
                    <a:pt x="197" y="330"/>
                  </a:lnTo>
                  <a:lnTo>
                    <a:pt x="13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5"/>
            <p:cNvSpPr/>
            <p:nvPr/>
          </p:nvSpPr>
          <p:spPr>
            <a:xfrm>
              <a:off x="7840201" y="3569741"/>
              <a:ext cx="43420" cy="108901"/>
            </a:xfrm>
            <a:custGeom>
              <a:rect b="b" l="l" r="r" t="t"/>
              <a:pathLst>
                <a:path extrusionOk="0" h="474" w="189">
                  <a:moveTo>
                    <a:pt x="90" y="1"/>
                  </a:moveTo>
                  <a:lnTo>
                    <a:pt x="45" y="233"/>
                  </a:lnTo>
                  <a:lnTo>
                    <a:pt x="1" y="473"/>
                  </a:lnTo>
                  <a:lnTo>
                    <a:pt x="188" y="473"/>
                  </a:lnTo>
                  <a:lnTo>
                    <a:pt x="135" y="233"/>
                  </a:lnTo>
                  <a:lnTo>
                    <a:pt x="9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5"/>
            <p:cNvSpPr/>
            <p:nvPr/>
          </p:nvSpPr>
          <p:spPr>
            <a:xfrm>
              <a:off x="8287024" y="3346431"/>
              <a:ext cx="47325" cy="121078"/>
            </a:xfrm>
            <a:custGeom>
              <a:rect b="b" l="l" r="r" t="t"/>
              <a:pathLst>
                <a:path extrusionOk="0" h="527" w="206">
                  <a:moveTo>
                    <a:pt x="99" y="0"/>
                  </a:moveTo>
                  <a:lnTo>
                    <a:pt x="54" y="268"/>
                  </a:lnTo>
                  <a:lnTo>
                    <a:pt x="1" y="527"/>
                  </a:lnTo>
                  <a:lnTo>
                    <a:pt x="206" y="527"/>
                  </a:lnTo>
                  <a:lnTo>
                    <a:pt x="152" y="268"/>
                  </a:lnTo>
                  <a:lnTo>
                    <a:pt x="9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5"/>
            <p:cNvSpPr/>
            <p:nvPr/>
          </p:nvSpPr>
          <p:spPr>
            <a:xfrm>
              <a:off x="8344456" y="3360675"/>
              <a:ext cx="31014" cy="82250"/>
            </a:xfrm>
            <a:custGeom>
              <a:rect b="b" l="l" r="r" t="t"/>
              <a:pathLst>
                <a:path extrusionOk="0" h="358" w="135">
                  <a:moveTo>
                    <a:pt x="72" y="1"/>
                  </a:moveTo>
                  <a:lnTo>
                    <a:pt x="36" y="179"/>
                  </a:lnTo>
                  <a:lnTo>
                    <a:pt x="0" y="358"/>
                  </a:lnTo>
                  <a:lnTo>
                    <a:pt x="134" y="358"/>
                  </a:lnTo>
                  <a:lnTo>
                    <a:pt x="99" y="179"/>
                  </a:lnTo>
                  <a:lnTo>
                    <a:pt x="72"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5"/>
            <p:cNvSpPr/>
            <p:nvPr/>
          </p:nvSpPr>
          <p:spPr>
            <a:xfrm>
              <a:off x="8903846" y="3426381"/>
              <a:ext cx="240073" cy="383453"/>
            </a:xfrm>
            <a:custGeom>
              <a:rect b="b" l="l" r="r" t="t"/>
              <a:pathLst>
                <a:path extrusionOk="0" h="1669" w="1045">
                  <a:moveTo>
                    <a:pt x="1" y="0"/>
                  </a:moveTo>
                  <a:lnTo>
                    <a:pt x="1" y="1668"/>
                  </a:lnTo>
                  <a:lnTo>
                    <a:pt x="1045" y="1668"/>
                  </a:lnTo>
                  <a:lnTo>
                    <a:pt x="1045"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5"/>
            <p:cNvSpPr/>
            <p:nvPr/>
          </p:nvSpPr>
          <p:spPr>
            <a:xfrm>
              <a:off x="9078210" y="3465208"/>
              <a:ext cx="28947" cy="53532"/>
            </a:xfrm>
            <a:custGeom>
              <a:rect b="b" l="l" r="r" t="t"/>
              <a:pathLst>
                <a:path extrusionOk="0" h="233" w="126">
                  <a:moveTo>
                    <a:pt x="0" y="1"/>
                  </a:moveTo>
                  <a:lnTo>
                    <a:pt x="0" y="233"/>
                  </a:lnTo>
                  <a:lnTo>
                    <a:pt x="125" y="233"/>
                  </a:lnTo>
                  <a:lnTo>
                    <a:pt x="12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5"/>
            <p:cNvSpPr/>
            <p:nvPr/>
          </p:nvSpPr>
          <p:spPr>
            <a:xfrm>
              <a:off x="9012508" y="3518508"/>
              <a:ext cx="28947" cy="53532"/>
            </a:xfrm>
            <a:custGeom>
              <a:rect b="b" l="l" r="r" t="t"/>
              <a:pathLst>
                <a:path extrusionOk="0" h="233" w="126">
                  <a:moveTo>
                    <a:pt x="1" y="1"/>
                  </a:moveTo>
                  <a:lnTo>
                    <a:pt x="1" y="233"/>
                  </a:lnTo>
                  <a:lnTo>
                    <a:pt x="126" y="233"/>
                  </a:lnTo>
                  <a:lnTo>
                    <a:pt x="12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5"/>
            <p:cNvSpPr/>
            <p:nvPr/>
          </p:nvSpPr>
          <p:spPr>
            <a:xfrm>
              <a:off x="8947035" y="3479682"/>
              <a:ext cx="28947" cy="53532"/>
            </a:xfrm>
            <a:custGeom>
              <a:rect b="b" l="l" r="r" t="t"/>
              <a:pathLst>
                <a:path extrusionOk="0" h="233" w="126">
                  <a:moveTo>
                    <a:pt x="0" y="0"/>
                  </a:moveTo>
                  <a:lnTo>
                    <a:pt x="0" y="232"/>
                  </a:lnTo>
                  <a:lnTo>
                    <a:pt x="125" y="232"/>
                  </a:lnTo>
                  <a:lnTo>
                    <a:pt x="12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5"/>
            <p:cNvSpPr/>
            <p:nvPr/>
          </p:nvSpPr>
          <p:spPr>
            <a:xfrm>
              <a:off x="9090386" y="3580080"/>
              <a:ext cx="28947" cy="53532"/>
            </a:xfrm>
            <a:custGeom>
              <a:rect b="b" l="l" r="r" t="t"/>
              <a:pathLst>
                <a:path extrusionOk="0" h="233" w="126">
                  <a:moveTo>
                    <a:pt x="1" y="0"/>
                  </a:moveTo>
                  <a:lnTo>
                    <a:pt x="1" y="232"/>
                  </a:lnTo>
                  <a:lnTo>
                    <a:pt x="126" y="232"/>
                  </a:lnTo>
                  <a:lnTo>
                    <a:pt x="12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5"/>
            <p:cNvSpPr/>
            <p:nvPr/>
          </p:nvSpPr>
          <p:spPr>
            <a:xfrm>
              <a:off x="8955076" y="3594324"/>
              <a:ext cx="31014" cy="53532"/>
            </a:xfrm>
            <a:custGeom>
              <a:rect b="b" l="l" r="r" t="t"/>
              <a:pathLst>
                <a:path extrusionOk="0" h="233" w="135">
                  <a:moveTo>
                    <a:pt x="1" y="1"/>
                  </a:moveTo>
                  <a:lnTo>
                    <a:pt x="1" y="233"/>
                  </a:lnTo>
                  <a:lnTo>
                    <a:pt x="135" y="233"/>
                  </a:lnTo>
                  <a:lnTo>
                    <a:pt x="13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5"/>
            <p:cNvSpPr/>
            <p:nvPr/>
          </p:nvSpPr>
          <p:spPr>
            <a:xfrm>
              <a:off x="9008373" y="3684613"/>
              <a:ext cx="59731" cy="114875"/>
            </a:xfrm>
            <a:custGeom>
              <a:rect b="b" l="l" r="r" t="t"/>
              <a:pathLst>
                <a:path extrusionOk="0" h="500" w="260">
                  <a:moveTo>
                    <a:pt x="1" y="0"/>
                  </a:moveTo>
                  <a:lnTo>
                    <a:pt x="1" y="500"/>
                  </a:lnTo>
                  <a:lnTo>
                    <a:pt x="260" y="500"/>
                  </a:lnTo>
                  <a:lnTo>
                    <a:pt x="26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5"/>
            <p:cNvSpPr/>
            <p:nvPr/>
          </p:nvSpPr>
          <p:spPr>
            <a:xfrm>
              <a:off x="8875130" y="3368945"/>
              <a:ext cx="268790" cy="57667"/>
            </a:xfrm>
            <a:custGeom>
              <a:rect b="b" l="l" r="r" t="t"/>
              <a:pathLst>
                <a:path extrusionOk="0" h="251" w="1170">
                  <a:moveTo>
                    <a:pt x="251" y="0"/>
                  </a:moveTo>
                  <a:lnTo>
                    <a:pt x="1" y="250"/>
                  </a:lnTo>
                  <a:lnTo>
                    <a:pt x="1170" y="250"/>
                  </a:lnTo>
                  <a:lnTo>
                    <a:pt x="11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5"/>
            <p:cNvSpPr/>
            <p:nvPr/>
          </p:nvSpPr>
          <p:spPr>
            <a:xfrm>
              <a:off x="9039157" y="3739751"/>
              <a:ext cx="104759" cy="63871"/>
            </a:xfrm>
            <a:custGeom>
              <a:rect b="b" l="l" r="r" t="t"/>
              <a:pathLst>
                <a:path extrusionOk="0" h="278" w="456">
                  <a:moveTo>
                    <a:pt x="437" y="0"/>
                  </a:moveTo>
                  <a:cubicBezTo>
                    <a:pt x="403" y="0"/>
                    <a:pt x="331" y="10"/>
                    <a:pt x="304" y="90"/>
                  </a:cubicBezTo>
                  <a:cubicBezTo>
                    <a:pt x="304" y="90"/>
                    <a:pt x="293" y="87"/>
                    <a:pt x="277" y="87"/>
                  </a:cubicBezTo>
                  <a:cubicBezTo>
                    <a:pt x="254" y="87"/>
                    <a:pt x="222" y="94"/>
                    <a:pt x="206" y="126"/>
                  </a:cubicBezTo>
                  <a:cubicBezTo>
                    <a:pt x="206" y="126"/>
                    <a:pt x="173" y="112"/>
                    <a:pt x="132" y="112"/>
                  </a:cubicBezTo>
                  <a:cubicBezTo>
                    <a:pt x="86" y="112"/>
                    <a:pt x="29" y="130"/>
                    <a:pt x="1" y="206"/>
                  </a:cubicBezTo>
                  <a:lnTo>
                    <a:pt x="456" y="278"/>
                  </a:lnTo>
                  <a:lnTo>
                    <a:pt x="456" y="1"/>
                  </a:lnTo>
                  <a:cubicBezTo>
                    <a:pt x="456" y="1"/>
                    <a:pt x="448" y="0"/>
                    <a:pt x="437"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5"/>
            <p:cNvSpPr/>
            <p:nvPr/>
          </p:nvSpPr>
          <p:spPr>
            <a:xfrm>
              <a:off x="7852606" y="3694262"/>
              <a:ext cx="104759" cy="64330"/>
            </a:xfrm>
            <a:custGeom>
              <a:rect b="b" l="l" r="r" t="t"/>
              <a:pathLst>
                <a:path extrusionOk="0" h="280" w="456">
                  <a:moveTo>
                    <a:pt x="427" y="0"/>
                  </a:moveTo>
                  <a:cubicBezTo>
                    <a:pt x="390" y="0"/>
                    <a:pt x="328" y="13"/>
                    <a:pt x="304" y="92"/>
                  </a:cubicBezTo>
                  <a:cubicBezTo>
                    <a:pt x="304" y="92"/>
                    <a:pt x="288" y="86"/>
                    <a:pt x="269" y="86"/>
                  </a:cubicBezTo>
                  <a:cubicBezTo>
                    <a:pt x="247" y="86"/>
                    <a:pt x="220" y="94"/>
                    <a:pt x="206" y="128"/>
                  </a:cubicBezTo>
                  <a:cubicBezTo>
                    <a:pt x="206" y="128"/>
                    <a:pt x="173" y="114"/>
                    <a:pt x="132" y="114"/>
                  </a:cubicBezTo>
                  <a:cubicBezTo>
                    <a:pt x="85" y="114"/>
                    <a:pt x="29" y="132"/>
                    <a:pt x="0" y="208"/>
                  </a:cubicBezTo>
                  <a:lnTo>
                    <a:pt x="455" y="279"/>
                  </a:lnTo>
                  <a:lnTo>
                    <a:pt x="455" y="3"/>
                  </a:lnTo>
                  <a:cubicBezTo>
                    <a:pt x="455" y="3"/>
                    <a:pt x="444" y="0"/>
                    <a:pt x="427"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5"/>
            <p:cNvSpPr/>
            <p:nvPr/>
          </p:nvSpPr>
          <p:spPr>
            <a:xfrm>
              <a:off x="8879265" y="3674274"/>
              <a:ext cx="47325" cy="121078"/>
            </a:xfrm>
            <a:custGeom>
              <a:rect b="b" l="l" r="r" t="t"/>
              <a:pathLst>
                <a:path extrusionOk="0" h="527" w="206">
                  <a:moveTo>
                    <a:pt x="99" y="1"/>
                  </a:moveTo>
                  <a:lnTo>
                    <a:pt x="54" y="259"/>
                  </a:lnTo>
                  <a:lnTo>
                    <a:pt x="1" y="527"/>
                  </a:lnTo>
                  <a:lnTo>
                    <a:pt x="206" y="527"/>
                  </a:lnTo>
                  <a:lnTo>
                    <a:pt x="152" y="259"/>
                  </a:lnTo>
                  <a:lnTo>
                    <a:pt x="9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5"/>
            <p:cNvSpPr/>
            <p:nvPr/>
          </p:nvSpPr>
          <p:spPr>
            <a:xfrm>
              <a:off x="9112900" y="2819629"/>
              <a:ext cx="31014" cy="160136"/>
            </a:xfrm>
            <a:custGeom>
              <a:rect b="b" l="l" r="r" t="t"/>
              <a:pathLst>
                <a:path extrusionOk="0" h="697" w="135">
                  <a:moveTo>
                    <a:pt x="135" y="1"/>
                  </a:moveTo>
                  <a:lnTo>
                    <a:pt x="72" y="349"/>
                  </a:lnTo>
                  <a:lnTo>
                    <a:pt x="1" y="696"/>
                  </a:lnTo>
                  <a:lnTo>
                    <a:pt x="135" y="696"/>
                  </a:lnTo>
                  <a:lnTo>
                    <a:pt x="135"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5"/>
            <p:cNvSpPr/>
            <p:nvPr/>
          </p:nvSpPr>
          <p:spPr>
            <a:xfrm>
              <a:off x="7639418" y="3660030"/>
              <a:ext cx="252249" cy="192760"/>
            </a:xfrm>
            <a:custGeom>
              <a:rect b="b" l="l" r="r" t="t"/>
              <a:pathLst>
                <a:path extrusionOk="0" h="839" w="1098">
                  <a:moveTo>
                    <a:pt x="429" y="0"/>
                  </a:moveTo>
                  <a:lnTo>
                    <a:pt x="1" y="491"/>
                  </a:lnTo>
                  <a:lnTo>
                    <a:pt x="991" y="839"/>
                  </a:lnTo>
                  <a:lnTo>
                    <a:pt x="1098" y="366"/>
                  </a:lnTo>
                  <a:lnTo>
                    <a:pt x="42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5"/>
            <p:cNvSpPr/>
            <p:nvPr/>
          </p:nvSpPr>
          <p:spPr>
            <a:xfrm>
              <a:off x="7866849" y="3725507"/>
              <a:ext cx="520809" cy="127282"/>
            </a:xfrm>
            <a:custGeom>
              <a:rect b="b" l="l" r="r" t="t"/>
              <a:pathLst>
                <a:path extrusionOk="0" h="554" w="2267">
                  <a:moveTo>
                    <a:pt x="2267" y="1"/>
                  </a:moveTo>
                  <a:lnTo>
                    <a:pt x="108" y="81"/>
                  </a:lnTo>
                  <a:lnTo>
                    <a:pt x="1" y="554"/>
                  </a:lnTo>
                  <a:lnTo>
                    <a:pt x="1589" y="491"/>
                  </a:lnTo>
                  <a:lnTo>
                    <a:pt x="2267"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5"/>
            <p:cNvSpPr/>
            <p:nvPr/>
          </p:nvSpPr>
          <p:spPr>
            <a:xfrm>
              <a:off x="7350419" y="3725507"/>
              <a:ext cx="1793541" cy="197125"/>
            </a:xfrm>
            <a:custGeom>
              <a:rect b="b" l="l" r="r" t="t"/>
              <a:pathLst>
                <a:path extrusionOk="0" h="858" w="7807">
                  <a:moveTo>
                    <a:pt x="4515" y="1"/>
                  </a:moveTo>
                  <a:lnTo>
                    <a:pt x="3837" y="491"/>
                  </a:lnTo>
                  <a:lnTo>
                    <a:pt x="2249" y="554"/>
                  </a:lnTo>
                  <a:lnTo>
                    <a:pt x="1259" y="206"/>
                  </a:lnTo>
                  <a:lnTo>
                    <a:pt x="384" y="366"/>
                  </a:lnTo>
                  <a:lnTo>
                    <a:pt x="1" y="857"/>
                  </a:lnTo>
                  <a:lnTo>
                    <a:pt x="7807" y="857"/>
                  </a:lnTo>
                  <a:lnTo>
                    <a:pt x="7807" y="554"/>
                  </a:lnTo>
                  <a:lnTo>
                    <a:pt x="7807" y="304"/>
                  </a:lnTo>
                  <a:lnTo>
                    <a:pt x="5898" y="152"/>
                  </a:lnTo>
                  <a:lnTo>
                    <a:pt x="451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5"/>
            <p:cNvSpPr/>
            <p:nvPr/>
          </p:nvSpPr>
          <p:spPr>
            <a:xfrm>
              <a:off x="8684685" y="3659801"/>
              <a:ext cx="57663" cy="18839"/>
            </a:xfrm>
            <a:custGeom>
              <a:rect b="b" l="l" r="r" t="t"/>
              <a:pathLst>
                <a:path extrusionOk="0" h="82" w="251">
                  <a:moveTo>
                    <a:pt x="143" y="0"/>
                  </a:moveTo>
                  <a:cubicBezTo>
                    <a:pt x="100" y="0"/>
                    <a:pt x="48" y="19"/>
                    <a:pt x="0" y="81"/>
                  </a:cubicBezTo>
                  <a:lnTo>
                    <a:pt x="250" y="81"/>
                  </a:lnTo>
                  <a:lnTo>
                    <a:pt x="250" y="37"/>
                  </a:lnTo>
                  <a:cubicBezTo>
                    <a:pt x="250" y="37"/>
                    <a:pt x="204" y="0"/>
                    <a:pt x="143"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5"/>
            <p:cNvSpPr/>
            <p:nvPr/>
          </p:nvSpPr>
          <p:spPr>
            <a:xfrm>
              <a:off x="8498145" y="3645556"/>
              <a:ext cx="145652" cy="33084"/>
            </a:xfrm>
            <a:custGeom>
              <a:rect b="b" l="l" r="r" t="t"/>
              <a:pathLst>
                <a:path extrusionOk="0" h="144" w="634">
                  <a:moveTo>
                    <a:pt x="313" y="1"/>
                  </a:moveTo>
                  <a:cubicBezTo>
                    <a:pt x="197" y="1"/>
                    <a:pt x="152" y="81"/>
                    <a:pt x="152" y="81"/>
                  </a:cubicBezTo>
                  <a:cubicBezTo>
                    <a:pt x="152" y="81"/>
                    <a:pt x="136" y="77"/>
                    <a:pt x="114" y="77"/>
                  </a:cubicBezTo>
                  <a:cubicBezTo>
                    <a:pt x="76" y="77"/>
                    <a:pt x="23" y="88"/>
                    <a:pt x="0" y="143"/>
                  </a:cubicBezTo>
                  <a:lnTo>
                    <a:pt x="634" y="143"/>
                  </a:lnTo>
                  <a:cubicBezTo>
                    <a:pt x="634" y="143"/>
                    <a:pt x="607" y="94"/>
                    <a:pt x="548" y="94"/>
                  </a:cubicBezTo>
                  <a:cubicBezTo>
                    <a:pt x="531" y="94"/>
                    <a:pt x="512" y="98"/>
                    <a:pt x="491" y="108"/>
                  </a:cubicBezTo>
                  <a:cubicBezTo>
                    <a:pt x="491" y="108"/>
                    <a:pt x="438" y="1"/>
                    <a:pt x="313"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5"/>
            <p:cNvSpPr/>
            <p:nvPr/>
          </p:nvSpPr>
          <p:spPr>
            <a:xfrm>
              <a:off x="8016633" y="3666004"/>
              <a:ext cx="147720" cy="33084"/>
            </a:xfrm>
            <a:custGeom>
              <a:rect b="b" l="l" r="r" t="t"/>
              <a:pathLst>
                <a:path extrusionOk="0" h="144" w="643">
                  <a:moveTo>
                    <a:pt x="321" y="1"/>
                  </a:moveTo>
                  <a:cubicBezTo>
                    <a:pt x="205" y="1"/>
                    <a:pt x="161" y="81"/>
                    <a:pt x="161" y="81"/>
                  </a:cubicBezTo>
                  <a:cubicBezTo>
                    <a:pt x="161" y="81"/>
                    <a:pt x="144" y="77"/>
                    <a:pt x="122" y="77"/>
                  </a:cubicBezTo>
                  <a:cubicBezTo>
                    <a:pt x="84" y="77"/>
                    <a:pt x="28" y="88"/>
                    <a:pt x="0" y="144"/>
                  </a:cubicBezTo>
                  <a:lnTo>
                    <a:pt x="642" y="144"/>
                  </a:lnTo>
                  <a:cubicBezTo>
                    <a:pt x="642" y="144"/>
                    <a:pt x="615" y="95"/>
                    <a:pt x="556" y="95"/>
                  </a:cubicBezTo>
                  <a:cubicBezTo>
                    <a:pt x="540" y="95"/>
                    <a:pt x="521" y="98"/>
                    <a:pt x="500" y="108"/>
                  </a:cubicBezTo>
                  <a:cubicBezTo>
                    <a:pt x="500" y="108"/>
                    <a:pt x="437" y="1"/>
                    <a:pt x="32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5"/>
            <p:cNvSpPr/>
            <p:nvPr/>
          </p:nvSpPr>
          <p:spPr>
            <a:xfrm>
              <a:off x="8424402" y="3672207"/>
              <a:ext cx="123138" cy="26881"/>
            </a:xfrm>
            <a:custGeom>
              <a:rect b="b" l="l" r="r" t="t"/>
              <a:pathLst>
                <a:path extrusionOk="0" h="117" w="536">
                  <a:moveTo>
                    <a:pt x="268" y="1"/>
                  </a:moveTo>
                  <a:cubicBezTo>
                    <a:pt x="161" y="1"/>
                    <a:pt x="125" y="72"/>
                    <a:pt x="125" y="72"/>
                  </a:cubicBezTo>
                  <a:cubicBezTo>
                    <a:pt x="125" y="72"/>
                    <a:pt x="107" y="67"/>
                    <a:pt x="85" y="67"/>
                  </a:cubicBezTo>
                  <a:cubicBezTo>
                    <a:pt x="54" y="67"/>
                    <a:pt x="16" y="76"/>
                    <a:pt x="0" y="117"/>
                  </a:cubicBezTo>
                  <a:lnTo>
                    <a:pt x="536" y="117"/>
                  </a:lnTo>
                  <a:cubicBezTo>
                    <a:pt x="536" y="117"/>
                    <a:pt x="505" y="74"/>
                    <a:pt x="450" y="74"/>
                  </a:cubicBezTo>
                  <a:cubicBezTo>
                    <a:pt x="438" y="74"/>
                    <a:pt x="425" y="76"/>
                    <a:pt x="411" y="81"/>
                  </a:cubicBezTo>
                  <a:cubicBezTo>
                    <a:pt x="411" y="81"/>
                    <a:pt x="366" y="1"/>
                    <a:pt x="26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5"/>
            <p:cNvSpPr/>
            <p:nvPr/>
          </p:nvSpPr>
          <p:spPr>
            <a:xfrm>
              <a:off x="7440702" y="3725507"/>
              <a:ext cx="1703255" cy="164271"/>
            </a:xfrm>
            <a:custGeom>
              <a:rect b="b" l="l" r="r" t="t"/>
              <a:pathLst>
                <a:path extrusionOk="0" h="715" w="7414">
                  <a:moveTo>
                    <a:pt x="4122" y="1"/>
                  </a:moveTo>
                  <a:lnTo>
                    <a:pt x="3444" y="491"/>
                  </a:lnTo>
                  <a:lnTo>
                    <a:pt x="1856" y="554"/>
                  </a:lnTo>
                  <a:lnTo>
                    <a:pt x="866" y="206"/>
                  </a:lnTo>
                  <a:lnTo>
                    <a:pt x="0" y="366"/>
                  </a:lnTo>
                  <a:cubicBezTo>
                    <a:pt x="9" y="366"/>
                    <a:pt x="45" y="375"/>
                    <a:pt x="161" y="429"/>
                  </a:cubicBezTo>
                  <a:cubicBezTo>
                    <a:pt x="312" y="509"/>
                    <a:pt x="402" y="509"/>
                    <a:pt x="402" y="509"/>
                  </a:cubicBezTo>
                  <a:lnTo>
                    <a:pt x="580" y="429"/>
                  </a:lnTo>
                  <a:cubicBezTo>
                    <a:pt x="580" y="429"/>
                    <a:pt x="509" y="402"/>
                    <a:pt x="678" y="402"/>
                  </a:cubicBezTo>
                  <a:cubicBezTo>
                    <a:pt x="848" y="402"/>
                    <a:pt x="928" y="393"/>
                    <a:pt x="928" y="393"/>
                  </a:cubicBezTo>
                  <a:lnTo>
                    <a:pt x="1106" y="482"/>
                  </a:lnTo>
                  <a:lnTo>
                    <a:pt x="1249" y="482"/>
                  </a:lnTo>
                  <a:cubicBezTo>
                    <a:pt x="1249" y="482"/>
                    <a:pt x="1338" y="491"/>
                    <a:pt x="1419" y="554"/>
                  </a:cubicBezTo>
                  <a:cubicBezTo>
                    <a:pt x="1499" y="607"/>
                    <a:pt x="1588" y="670"/>
                    <a:pt x="1588" y="670"/>
                  </a:cubicBezTo>
                  <a:lnTo>
                    <a:pt x="2123" y="714"/>
                  </a:lnTo>
                  <a:lnTo>
                    <a:pt x="3355" y="714"/>
                  </a:lnTo>
                  <a:lnTo>
                    <a:pt x="3649" y="670"/>
                  </a:lnTo>
                  <a:cubicBezTo>
                    <a:pt x="3649" y="670"/>
                    <a:pt x="3702" y="616"/>
                    <a:pt x="3836" y="536"/>
                  </a:cubicBezTo>
                  <a:cubicBezTo>
                    <a:pt x="3970" y="465"/>
                    <a:pt x="4086" y="366"/>
                    <a:pt x="4086" y="366"/>
                  </a:cubicBezTo>
                  <a:lnTo>
                    <a:pt x="4282" y="250"/>
                  </a:lnTo>
                  <a:cubicBezTo>
                    <a:pt x="4282" y="250"/>
                    <a:pt x="4479" y="259"/>
                    <a:pt x="4702" y="295"/>
                  </a:cubicBezTo>
                  <a:cubicBezTo>
                    <a:pt x="4925" y="331"/>
                    <a:pt x="4996" y="340"/>
                    <a:pt x="4996" y="340"/>
                  </a:cubicBezTo>
                  <a:cubicBezTo>
                    <a:pt x="4996" y="340"/>
                    <a:pt x="4916" y="393"/>
                    <a:pt x="5326" y="429"/>
                  </a:cubicBezTo>
                  <a:cubicBezTo>
                    <a:pt x="5466" y="441"/>
                    <a:pt x="5571" y="445"/>
                    <a:pt x="5649" y="445"/>
                  </a:cubicBezTo>
                  <a:cubicBezTo>
                    <a:pt x="5805" y="445"/>
                    <a:pt x="5852" y="429"/>
                    <a:pt x="5852" y="429"/>
                  </a:cubicBezTo>
                  <a:cubicBezTo>
                    <a:pt x="5852" y="429"/>
                    <a:pt x="5913" y="338"/>
                    <a:pt x="5965" y="338"/>
                  </a:cubicBezTo>
                  <a:cubicBezTo>
                    <a:pt x="5969" y="338"/>
                    <a:pt x="5973" y="338"/>
                    <a:pt x="5977" y="340"/>
                  </a:cubicBezTo>
                  <a:cubicBezTo>
                    <a:pt x="6031" y="358"/>
                    <a:pt x="6263" y="482"/>
                    <a:pt x="6361" y="482"/>
                  </a:cubicBezTo>
                  <a:cubicBezTo>
                    <a:pt x="6397" y="479"/>
                    <a:pt x="6429" y="478"/>
                    <a:pt x="6457" y="478"/>
                  </a:cubicBezTo>
                  <a:cubicBezTo>
                    <a:pt x="6513" y="478"/>
                    <a:pt x="6548" y="482"/>
                    <a:pt x="6548" y="482"/>
                  </a:cubicBezTo>
                  <a:lnTo>
                    <a:pt x="7191" y="554"/>
                  </a:lnTo>
                  <a:lnTo>
                    <a:pt x="7414" y="482"/>
                  </a:lnTo>
                  <a:lnTo>
                    <a:pt x="7414" y="304"/>
                  </a:lnTo>
                  <a:lnTo>
                    <a:pt x="5505" y="152"/>
                  </a:lnTo>
                  <a:lnTo>
                    <a:pt x="412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5"/>
            <p:cNvSpPr/>
            <p:nvPr/>
          </p:nvSpPr>
          <p:spPr>
            <a:xfrm>
              <a:off x="8356632" y="3869097"/>
              <a:ext cx="453267" cy="53532"/>
            </a:xfrm>
            <a:custGeom>
              <a:rect b="b" l="l" r="r" t="t"/>
              <a:pathLst>
                <a:path extrusionOk="0" h="233" w="1973">
                  <a:moveTo>
                    <a:pt x="670" y="0"/>
                  </a:moveTo>
                  <a:cubicBezTo>
                    <a:pt x="670" y="0"/>
                    <a:pt x="634" y="0"/>
                    <a:pt x="590" y="9"/>
                  </a:cubicBezTo>
                  <a:cubicBezTo>
                    <a:pt x="554" y="18"/>
                    <a:pt x="385" y="89"/>
                    <a:pt x="385" y="89"/>
                  </a:cubicBezTo>
                  <a:cubicBezTo>
                    <a:pt x="385" y="89"/>
                    <a:pt x="331" y="116"/>
                    <a:pt x="233" y="125"/>
                  </a:cubicBezTo>
                  <a:cubicBezTo>
                    <a:pt x="144" y="134"/>
                    <a:pt x="28" y="223"/>
                    <a:pt x="1" y="232"/>
                  </a:cubicBezTo>
                  <a:lnTo>
                    <a:pt x="1972" y="232"/>
                  </a:lnTo>
                  <a:cubicBezTo>
                    <a:pt x="1928" y="232"/>
                    <a:pt x="1812" y="179"/>
                    <a:pt x="1812" y="179"/>
                  </a:cubicBezTo>
                  <a:cubicBezTo>
                    <a:pt x="1812" y="179"/>
                    <a:pt x="1776" y="170"/>
                    <a:pt x="1678" y="116"/>
                  </a:cubicBezTo>
                  <a:cubicBezTo>
                    <a:pt x="1648" y="101"/>
                    <a:pt x="1606" y="96"/>
                    <a:pt x="1562" y="96"/>
                  </a:cubicBezTo>
                  <a:cubicBezTo>
                    <a:pt x="1475" y="96"/>
                    <a:pt x="1384" y="116"/>
                    <a:pt x="1384" y="116"/>
                  </a:cubicBezTo>
                  <a:cubicBezTo>
                    <a:pt x="1384" y="116"/>
                    <a:pt x="1340" y="120"/>
                    <a:pt x="1277" y="120"/>
                  </a:cubicBezTo>
                  <a:cubicBezTo>
                    <a:pt x="1245" y="120"/>
                    <a:pt x="1208" y="119"/>
                    <a:pt x="1170" y="116"/>
                  </a:cubicBezTo>
                  <a:cubicBezTo>
                    <a:pt x="1063" y="107"/>
                    <a:pt x="1098" y="98"/>
                    <a:pt x="902" y="89"/>
                  </a:cubicBezTo>
                  <a:cubicBezTo>
                    <a:pt x="706" y="80"/>
                    <a:pt x="670" y="0"/>
                    <a:pt x="670" y="0"/>
                  </a:cubicBez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5"/>
            <p:cNvSpPr/>
            <p:nvPr/>
          </p:nvSpPr>
          <p:spPr>
            <a:xfrm>
              <a:off x="8809657" y="3888625"/>
              <a:ext cx="334264" cy="34003"/>
            </a:xfrm>
            <a:custGeom>
              <a:rect b="b" l="l" r="r" t="t"/>
              <a:pathLst>
                <a:path extrusionOk="0" h="148" w="1455">
                  <a:moveTo>
                    <a:pt x="716" y="0"/>
                  </a:moveTo>
                  <a:cubicBezTo>
                    <a:pt x="681" y="0"/>
                    <a:pt x="705" y="4"/>
                    <a:pt x="705" y="4"/>
                  </a:cubicBezTo>
                  <a:lnTo>
                    <a:pt x="589" y="4"/>
                  </a:lnTo>
                  <a:cubicBezTo>
                    <a:pt x="589" y="4"/>
                    <a:pt x="45" y="147"/>
                    <a:pt x="0" y="147"/>
                  </a:cubicBezTo>
                  <a:lnTo>
                    <a:pt x="1455" y="147"/>
                  </a:lnTo>
                  <a:lnTo>
                    <a:pt x="1455" y="31"/>
                  </a:lnTo>
                  <a:lnTo>
                    <a:pt x="1312" y="31"/>
                  </a:lnTo>
                  <a:cubicBezTo>
                    <a:pt x="1296" y="34"/>
                    <a:pt x="1277" y="35"/>
                    <a:pt x="1259" y="35"/>
                  </a:cubicBezTo>
                  <a:cubicBezTo>
                    <a:pt x="1165" y="35"/>
                    <a:pt x="1053" y="4"/>
                    <a:pt x="1053" y="4"/>
                  </a:cubicBezTo>
                  <a:cubicBezTo>
                    <a:pt x="1053" y="4"/>
                    <a:pt x="1029" y="8"/>
                    <a:pt x="961" y="8"/>
                  </a:cubicBezTo>
                  <a:cubicBezTo>
                    <a:pt x="926" y="8"/>
                    <a:pt x="881" y="7"/>
                    <a:pt x="821" y="4"/>
                  </a:cubicBezTo>
                  <a:cubicBezTo>
                    <a:pt x="765" y="1"/>
                    <a:pt x="733" y="0"/>
                    <a:pt x="716" y="0"/>
                  </a:cubicBez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5"/>
            <p:cNvSpPr/>
            <p:nvPr/>
          </p:nvSpPr>
          <p:spPr>
            <a:xfrm>
              <a:off x="6844326" y="1852179"/>
              <a:ext cx="1190946" cy="174610"/>
            </a:xfrm>
            <a:custGeom>
              <a:rect b="b" l="l" r="r" t="t"/>
              <a:pathLst>
                <a:path extrusionOk="0" h="760" w="5184">
                  <a:moveTo>
                    <a:pt x="2650" y="1"/>
                  </a:moveTo>
                  <a:cubicBezTo>
                    <a:pt x="2070" y="1"/>
                    <a:pt x="1767" y="376"/>
                    <a:pt x="1767" y="376"/>
                  </a:cubicBezTo>
                  <a:cubicBezTo>
                    <a:pt x="1701" y="352"/>
                    <a:pt x="1641" y="342"/>
                    <a:pt x="1587" y="342"/>
                  </a:cubicBezTo>
                  <a:cubicBezTo>
                    <a:pt x="1358" y="342"/>
                    <a:pt x="1240" y="518"/>
                    <a:pt x="1240" y="518"/>
                  </a:cubicBezTo>
                  <a:cubicBezTo>
                    <a:pt x="1069" y="450"/>
                    <a:pt x="914" y="423"/>
                    <a:pt x="775" y="423"/>
                  </a:cubicBezTo>
                  <a:cubicBezTo>
                    <a:pt x="282" y="423"/>
                    <a:pt x="0" y="759"/>
                    <a:pt x="0" y="759"/>
                  </a:cubicBezTo>
                  <a:lnTo>
                    <a:pt x="5183" y="759"/>
                  </a:lnTo>
                  <a:cubicBezTo>
                    <a:pt x="5002" y="491"/>
                    <a:pt x="4743" y="422"/>
                    <a:pt x="4524" y="422"/>
                  </a:cubicBezTo>
                  <a:cubicBezTo>
                    <a:pt x="4291" y="422"/>
                    <a:pt x="4104" y="500"/>
                    <a:pt x="4104" y="500"/>
                  </a:cubicBezTo>
                  <a:cubicBezTo>
                    <a:pt x="3997" y="383"/>
                    <a:pt x="3876" y="348"/>
                    <a:pt x="3767" y="348"/>
                  </a:cubicBezTo>
                  <a:cubicBezTo>
                    <a:pt x="3603" y="348"/>
                    <a:pt x="3470" y="429"/>
                    <a:pt x="3470" y="429"/>
                  </a:cubicBezTo>
                  <a:cubicBezTo>
                    <a:pt x="3470" y="429"/>
                    <a:pt x="3239" y="1"/>
                    <a:pt x="2650" y="1"/>
                  </a:cubicBezTo>
                  <a:close/>
                </a:path>
              </a:pathLst>
            </a:custGeom>
            <a:solidFill>
              <a:srgbClr val="6BC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41" name="Google Shape;2341;p45"/>
          <p:cNvSpPr/>
          <p:nvPr/>
        </p:nvSpPr>
        <p:spPr>
          <a:xfrm>
            <a:off x="-782526" y="627749"/>
            <a:ext cx="3564955" cy="3010780"/>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42" name="Google Shape;2342;p45"/>
          <p:cNvGrpSpPr/>
          <p:nvPr/>
        </p:nvGrpSpPr>
        <p:grpSpPr>
          <a:xfrm>
            <a:off x="-76302" y="1381098"/>
            <a:ext cx="3312319" cy="2537760"/>
            <a:chOff x="-102" y="1381098"/>
            <a:chExt cx="3312319" cy="2537760"/>
          </a:xfrm>
        </p:grpSpPr>
        <p:sp>
          <p:nvSpPr>
            <p:cNvPr id="2343" name="Google Shape;2343;p45"/>
            <p:cNvSpPr/>
            <p:nvPr/>
          </p:nvSpPr>
          <p:spPr>
            <a:xfrm>
              <a:off x="-102" y="1381098"/>
              <a:ext cx="2150090" cy="2042707"/>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5"/>
            <p:cNvSpPr/>
            <p:nvPr/>
          </p:nvSpPr>
          <p:spPr>
            <a:xfrm>
              <a:off x="-102" y="1813705"/>
              <a:ext cx="2596924" cy="1869476"/>
            </a:xfrm>
            <a:custGeom>
              <a:rect b="b" l="l" r="r" t="t"/>
              <a:pathLst>
                <a:path extrusionOk="0" h="8137" w="11304">
                  <a:moveTo>
                    <a:pt x="1" y="0"/>
                  </a:moveTo>
                  <a:lnTo>
                    <a:pt x="1" y="8136"/>
                  </a:lnTo>
                  <a:lnTo>
                    <a:pt x="3534" y="7860"/>
                  </a:lnTo>
                  <a:lnTo>
                    <a:pt x="6076" y="7583"/>
                  </a:lnTo>
                  <a:lnTo>
                    <a:pt x="10064" y="7735"/>
                  </a:lnTo>
                  <a:lnTo>
                    <a:pt x="11304" y="7057"/>
                  </a:lnTo>
                  <a:lnTo>
                    <a:pt x="8619" y="6120"/>
                  </a:lnTo>
                  <a:lnTo>
                    <a:pt x="7512" y="5433"/>
                  </a:lnTo>
                  <a:lnTo>
                    <a:pt x="5612" y="4693"/>
                  </a:lnTo>
                  <a:lnTo>
                    <a:pt x="4470" y="3042"/>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5"/>
            <p:cNvSpPr/>
            <p:nvPr/>
          </p:nvSpPr>
          <p:spPr>
            <a:xfrm>
              <a:off x="903881" y="3061901"/>
              <a:ext cx="1076079" cy="264442"/>
            </a:xfrm>
            <a:custGeom>
              <a:rect b="b" l="l" r="r" t="t"/>
              <a:pathLst>
                <a:path extrusionOk="0" h="1151" w="4684">
                  <a:moveTo>
                    <a:pt x="3577" y="0"/>
                  </a:moveTo>
                  <a:lnTo>
                    <a:pt x="0" y="1151"/>
                  </a:lnTo>
                  <a:lnTo>
                    <a:pt x="4684" y="687"/>
                  </a:lnTo>
                  <a:lnTo>
                    <a:pt x="3577"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5"/>
            <p:cNvSpPr/>
            <p:nvPr/>
          </p:nvSpPr>
          <p:spPr>
            <a:xfrm>
              <a:off x="588234" y="2512584"/>
              <a:ext cx="701151" cy="537156"/>
            </a:xfrm>
            <a:custGeom>
              <a:rect b="b" l="l" r="r" t="t"/>
              <a:pathLst>
                <a:path extrusionOk="0" h="2338" w="3052">
                  <a:moveTo>
                    <a:pt x="1909" y="0"/>
                  </a:moveTo>
                  <a:lnTo>
                    <a:pt x="0" y="304"/>
                  </a:lnTo>
                  <a:lnTo>
                    <a:pt x="437" y="2338"/>
                  </a:lnTo>
                  <a:lnTo>
                    <a:pt x="3051" y="1651"/>
                  </a:lnTo>
                  <a:lnTo>
                    <a:pt x="190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5"/>
            <p:cNvSpPr/>
            <p:nvPr/>
          </p:nvSpPr>
          <p:spPr>
            <a:xfrm>
              <a:off x="1262488" y="2944961"/>
              <a:ext cx="57434" cy="147729"/>
            </a:xfrm>
            <a:custGeom>
              <a:rect b="b" l="l" r="r" t="t"/>
              <a:pathLst>
                <a:path extrusionOk="0" h="643" w="250">
                  <a:moveTo>
                    <a:pt x="125" y="1"/>
                  </a:moveTo>
                  <a:lnTo>
                    <a:pt x="63" y="322"/>
                  </a:lnTo>
                  <a:lnTo>
                    <a:pt x="0" y="643"/>
                  </a:lnTo>
                  <a:lnTo>
                    <a:pt x="250" y="643"/>
                  </a:lnTo>
                  <a:lnTo>
                    <a:pt x="188" y="322"/>
                  </a:lnTo>
                  <a:lnTo>
                    <a:pt x="125"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5"/>
            <p:cNvSpPr/>
            <p:nvPr/>
          </p:nvSpPr>
          <p:spPr>
            <a:xfrm>
              <a:off x="442585" y="2349926"/>
              <a:ext cx="195045" cy="119700"/>
            </a:xfrm>
            <a:custGeom>
              <a:rect b="b" l="l" r="r" t="t"/>
              <a:pathLst>
                <a:path extrusionOk="0" h="521" w="849">
                  <a:moveTo>
                    <a:pt x="38" y="1"/>
                  </a:moveTo>
                  <a:cubicBezTo>
                    <a:pt x="15" y="1"/>
                    <a:pt x="1" y="4"/>
                    <a:pt x="1" y="4"/>
                  </a:cubicBezTo>
                  <a:lnTo>
                    <a:pt x="1" y="521"/>
                  </a:lnTo>
                  <a:lnTo>
                    <a:pt x="848" y="378"/>
                  </a:lnTo>
                  <a:cubicBezTo>
                    <a:pt x="792" y="242"/>
                    <a:pt x="686" y="210"/>
                    <a:pt x="598" y="210"/>
                  </a:cubicBezTo>
                  <a:cubicBezTo>
                    <a:pt x="520" y="210"/>
                    <a:pt x="456" y="235"/>
                    <a:pt x="456" y="235"/>
                  </a:cubicBezTo>
                  <a:cubicBezTo>
                    <a:pt x="434" y="171"/>
                    <a:pt x="378" y="158"/>
                    <a:pt x="336" y="158"/>
                  </a:cubicBezTo>
                  <a:cubicBezTo>
                    <a:pt x="308" y="158"/>
                    <a:pt x="286" y="164"/>
                    <a:pt x="286" y="164"/>
                  </a:cubicBezTo>
                  <a:cubicBezTo>
                    <a:pt x="227" y="20"/>
                    <a:pt x="101" y="1"/>
                    <a:pt x="3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5"/>
            <p:cNvSpPr/>
            <p:nvPr/>
          </p:nvSpPr>
          <p:spPr>
            <a:xfrm>
              <a:off x="65600" y="1971539"/>
              <a:ext cx="114868" cy="293161"/>
            </a:xfrm>
            <a:custGeom>
              <a:rect b="b" l="l" r="r" t="t"/>
              <a:pathLst>
                <a:path extrusionOk="0" h="1276" w="500">
                  <a:moveTo>
                    <a:pt x="250" y="0"/>
                  </a:moveTo>
                  <a:lnTo>
                    <a:pt x="125" y="642"/>
                  </a:lnTo>
                  <a:lnTo>
                    <a:pt x="0" y="1276"/>
                  </a:lnTo>
                  <a:lnTo>
                    <a:pt x="500" y="1276"/>
                  </a:lnTo>
                  <a:lnTo>
                    <a:pt x="375" y="642"/>
                  </a:lnTo>
                  <a:lnTo>
                    <a:pt x="25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5"/>
            <p:cNvSpPr/>
            <p:nvPr/>
          </p:nvSpPr>
          <p:spPr>
            <a:xfrm>
              <a:off x="192640" y="2034948"/>
              <a:ext cx="113030" cy="293391"/>
            </a:xfrm>
            <a:custGeom>
              <a:rect b="b" l="l" r="r" t="t"/>
              <a:pathLst>
                <a:path extrusionOk="0" h="1277" w="492">
                  <a:moveTo>
                    <a:pt x="250" y="1"/>
                  </a:moveTo>
                  <a:lnTo>
                    <a:pt x="125" y="634"/>
                  </a:lnTo>
                  <a:lnTo>
                    <a:pt x="0" y="1276"/>
                  </a:lnTo>
                  <a:lnTo>
                    <a:pt x="491" y="1276"/>
                  </a:lnTo>
                  <a:lnTo>
                    <a:pt x="375" y="634"/>
                  </a:lnTo>
                  <a:lnTo>
                    <a:pt x="25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5"/>
            <p:cNvSpPr/>
            <p:nvPr/>
          </p:nvSpPr>
          <p:spPr>
            <a:xfrm>
              <a:off x="629125" y="2233906"/>
              <a:ext cx="113030" cy="293161"/>
            </a:xfrm>
            <a:custGeom>
              <a:rect b="b" l="l" r="r" t="t"/>
              <a:pathLst>
                <a:path extrusionOk="0" h="1276" w="492">
                  <a:moveTo>
                    <a:pt x="241" y="0"/>
                  </a:moveTo>
                  <a:lnTo>
                    <a:pt x="117" y="642"/>
                  </a:lnTo>
                  <a:lnTo>
                    <a:pt x="1" y="1276"/>
                  </a:lnTo>
                  <a:lnTo>
                    <a:pt x="491" y="1276"/>
                  </a:lnTo>
                  <a:lnTo>
                    <a:pt x="366" y="642"/>
                  </a:lnTo>
                  <a:lnTo>
                    <a:pt x="24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5"/>
            <p:cNvSpPr/>
            <p:nvPr/>
          </p:nvSpPr>
          <p:spPr>
            <a:xfrm>
              <a:off x="522531" y="2135346"/>
              <a:ext cx="65934" cy="166339"/>
            </a:xfrm>
            <a:custGeom>
              <a:rect b="b" l="l" r="r" t="t"/>
              <a:pathLst>
                <a:path extrusionOk="0" h="724" w="287">
                  <a:moveTo>
                    <a:pt x="143" y="1"/>
                  </a:moveTo>
                  <a:lnTo>
                    <a:pt x="72" y="358"/>
                  </a:lnTo>
                  <a:lnTo>
                    <a:pt x="1" y="723"/>
                  </a:lnTo>
                  <a:lnTo>
                    <a:pt x="286" y="723"/>
                  </a:lnTo>
                  <a:lnTo>
                    <a:pt x="215" y="358"/>
                  </a:lnTo>
                  <a:lnTo>
                    <a:pt x="143"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5"/>
            <p:cNvSpPr/>
            <p:nvPr/>
          </p:nvSpPr>
          <p:spPr>
            <a:xfrm>
              <a:off x="711139" y="2291112"/>
              <a:ext cx="113030" cy="293391"/>
            </a:xfrm>
            <a:custGeom>
              <a:rect b="b" l="l" r="r" t="t"/>
              <a:pathLst>
                <a:path extrusionOk="0" h="1277" w="492">
                  <a:moveTo>
                    <a:pt x="241" y="1"/>
                  </a:moveTo>
                  <a:lnTo>
                    <a:pt x="125" y="643"/>
                  </a:lnTo>
                  <a:lnTo>
                    <a:pt x="0" y="1277"/>
                  </a:lnTo>
                  <a:lnTo>
                    <a:pt x="491" y="1277"/>
                  </a:lnTo>
                  <a:lnTo>
                    <a:pt x="366" y="643"/>
                  </a:lnTo>
                  <a:lnTo>
                    <a:pt x="241"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5"/>
            <p:cNvSpPr/>
            <p:nvPr/>
          </p:nvSpPr>
          <p:spPr>
            <a:xfrm>
              <a:off x="996002" y="2994127"/>
              <a:ext cx="108894" cy="223776"/>
            </a:xfrm>
            <a:custGeom>
              <a:rect b="b" l="l" r="r" t="t"/>
              <a:pathLst>
                <a:path extrusionOk="0" h="974" w="474">
                  <a:moveTo>
                    <a:pt x="232" y="1"/>
                  </a:moveTo>
                  <a:lnTo>
                    <a:pt x="116" y="491"/>
                  </a:lnTo>
                  <a:lnTo>
                    <a:pt x="0" y="973"/>
                  </a:lnTo>
                  <a:lnTo>
                    <a:pt x="473" y="973"/>
                  </a:lnTo>
                  <a:lnTo>
                    <a:pt x="348" y="491"/>
                  </a:lnTo>
                  <a:lnTo>
                    <a:pt x="232"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5"/>
            <p:cNvSpPr/>
            <p:nvPr/>
          </p:nvSpPr>
          <p:spPr>
            <a:xfrm>
              <a:off x="1127178" y="2951165"/>
              <a:ext cx="88448" cy="223547"/>
            </a:xfrm>
            <a:custGeom>
              <a:rect b="b" l="l" r="r" t="t"/>
              <a:pathLst>
                <a:path extrusionOk="0" h="973" w="385">
                  <a:moveTo>
                    <a:pt x="188" y="0"/>
                  </a:moveTo>
                  <a:lnTo>
                    <a:pt x="99" y="482"/>
                  </a:lnTo>
                  <a:lnTo>
                    <a:pt x="0" y="973"/>
                  </a:lnTo>
                  <a:lnTo>
                    <a:pt x="384" y="973"/>
                  </a:lnTo>
                  <a:lnTo>
                    <a:pt x="286" y="482"/>
                  </a:lnTo>
                  <a:lnTo>
                    <a:pt x="18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5"/>
            <p:cNvSpPr/>
            <p:nvPr/>
          </p:nvSpPr>
          <p:spPr>
            <a:xfrm>
              <a:off x="1065610" y="3026980"/>
              <a:ext cx="86380" cy="223547"/>
            </a:xfrm>
            <a:custGeom>
              <a:rect b="b" l="l" r="r" t="t"/>
              <a:pathLst>
                <a:path extrusionOk="0" h="973" w="376">
                  <a:moveTo>
                    <a:pt x="188" y="0"/>
                  </a:moveTo>
                  <a:lnTo>
                    <a:pt x="90" y="482"/>
                  </a:lnTo>
                  <a:lnTo>
                    <a:pt x="1" y="973"/>
                  </a:lnTo>
                  <a:lnTo>
                    <a:pt x="375" y="973"/>
                  </a:lnTo>
                  <a:lnTo>
                    <a:pt x="286" y="482"/>
                  </a:lnTo>
                  <a:lnTo>
                    <a:pt x="18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5"/>
            <p:cNvSpPr/>
            <p:nvPr/>
          </p:nvSpPr>
          <p:spPr>
            <a:xfrm>
              <a:off x="1901824" y="3244317"/>
              <a:ext cx="86380" cy="223547"/>
            </a:xfrm>
            <a:custGeom>
              <a:rect b="b" l="l" r="r" t="t"/>
              <a:pathLst>
                <a:path extrusionOk="0" h="973" w="376">
                  <a:moveTo>
                    <a:pt x="188" y="0"/>
                  </a:moveTo>
                  <a:lnTo>
                    <a:pt x="99" y="491"/>
                  </a:lnTo>
                  <a:lnTo>
                    <a:pt x="1" y="972"/>
                  </a:lnTo>
                  <a:lnTo>
                    <a:pt x="375" y="972"/>
                  </a:lnTo>
                  <a:lnTo>
                    <a:pt x="286" y="491"/>
                  </a:lnTo>
                  <a:lnTo>
                    <a:pt x="18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5"/>
            <p:cNvSpPr/>
            <p:nvPr/>
          </p:nvSpPr>
          <p:spPr>
            <a:xfrm>
              <a:off x="971421" y="3156096"/>
              <a:ext cx="387563" cy="313838"/>
            </a:xfrm>
            <a:custGeom>
              <a:rect b="b" l="l" r="r" t="t"/>
              <a:pathLst>
                <a:path extrusionOk="0" h="1366" w="1687">
                  <a:moveTo>
                    <a:pt x="0" y="0"/>
                  </a:moveTo>
                  <a:lnTo>
                    <a:pt x="0" y="1365"/>
                  </a:lnTo>
                  <a:lnTo>
                    <a:pt x="1687" y="1365"/>
                  </a:lnTo>
                  <a:lnTo>
                    <a:pt x="1687"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5"/>
            <p:cNvSpPr/>
            <p:nvPr/>
          </p:nvSpPr>
          <p:spPr>
            <a:xfrm>
              <a:off x="971421" y="3156096"/>
              <a:ext cx="387563" cy="73979"/>
            </a:xfrm>
            <a:custGeom>
              <a:rect b="b" l="l" r="r" t="t"/>
              <a:pathLst>
                <a:path extrusionOk="0" h="322" w="1687">
                  <a:moveTo>
                    <a:pt x="0" y="0"/>
                  </a:moveTo>
                  <a:lnTo>
                    <a:pt x="0" y="322"/>
                  </a:lnTo>
                  <a:lnTo>
                    <a:pt x="1687" y="322"/>
                  </a:lnTo>
                  <a:lnTo>
                    <a:pt x="16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5"/>
            <p:cNvSpPr/>
            <p:nvPr/>
          </p:nvSpPr>
          <p:spPr>
            <a:xfrm>
              <a:off x="1358745" y="3295550"/>
              <a:ext cx="584216" cy="211140"/>
            </a:xfrm>
            <a:custGeom>
              <a:rect b="b" l="l" r="r" t="t"/>
              <a:pathLst>
                <a:path extrusionOk="0" h="919" w="2543">
                  <a:moveTo>
                    <a:pt x="1" y="0"/>
                  </a:moveTo>
                  <a:lnTo>
                    <a:pt x="1" y="919"/>
                  </a:lnTo>
                  <a:lnTo>
                    <a:pt x="2543" y="919"/>
                  </a:lnTo>
                  <a:lnTo>
                    <a:pt x="2543"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5"/>
            <p:cNvSpPr/>
            <p:nvPr/>
          </p:nvSpPr>
          <p:spPr>
            <a:xfrm>
              <a:off x="1387461" y="3236046"/>
              <a:ext cx="555499" cy="59735"/>
            </a:xfrm>
            <a:custGeom>
              <a:rect b="b" l="l" r="r" t="t"/>
              <a:pathLst>
                <a:path extrusionOk="0" h="260" w="2418">
                  <a:moveTo>
                    <a:pt x="0" y="0"/>
                  </a:moveTo>
                  <a:lnTo>
                    <a:pt x="259" y="259"/>
                  </a:lnTo>
                  <a:lnTo>
                    <a:pt x="2418" y="259"/>
                  </a:lnTo>
                  <a:lnTo>
                    <a:pt x="215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5"/>
            <p:cNvSpPr/>
            <p:nvPr/>
          </p:nvSpPr>
          <p:spPr>
            <a:xfrm>
              <a:off x="725382" y="3504157"/>
              <a:ext cx="459470" cy="135782"/>
            </a:xfrm>
            <a:custGeom>
              <a:rect b="b" l="l" r="r" t="t"/>
              <a:pathLst>
                <a:path extrusionOk="0" h="591" w="2000">
                  <a:moveTo>
                    <a:pt x="100" y="1"/>
                  </a:moveTo>
                  <a:cubicBezTo>
                    <a:pt x="83" y="1"/>
                    <a:pt x="72" y="2"/>
                    <a:pt x="72" y="2"/>
                  </a:cubicBezTo>
                  <a:lnTo>
                    <a:pt x="1" y="591"/>
                  </a:lnTo>
                  <a:lnTo>
                    <a:pt x="1999" y="591"/>
                  </a:lnTo>
                  <a:lnTo>
                    <a:pt x="1999" y="323"/>
                  </a:lnTo>
                  <a:cubicBezTo>
                    <a:pt x="1867" y="194"/>
                    <a:pt x="1728" y="153"/>
                    <a:pt x="1606" y="153"/>
                  </a:cubicBezTo>
                  <a:cubicBezTo>
                    <a:pt x="1400" y="153"/>
                    <a:pt x="1241" y="270"/>
                    <a:pt x="1241" y="270"/>
                  </a:cubicBezTo>
                  <a:cubicBezTo>
                    <a:pt x="1199" y="247"/>
                    <a:pt x="1160" y="239"/>
                    <a:pt x="1125" y="239"/>
                  </a:cubicBezTo>
                  <a:cubicBezTo>
                    <a:pt x="1021" y="239"/>
                    <a:pt x="955" y="314"/>
                    <a:pt x="955" y="314"/>
                  </a:cubicBezTo>
                  <a:cubicBezTo>
                    <a:pt x="873" y="229"/>
                    <a:pt x="787" y="202"/>
                    <a:pt x="712" y="202"/>
                  </a:cubicBezTo>
                  <a:cubicBezTo>
                    <a:pt x="592" y="202"/>
                    <a:pt x="500" y="270"/>
                    <a:pt x="500" y="270"/>
                  </a:cubicBezTo>
                  <a:cubicBezTo>
                    <a:pt x="487" y="189"/>
                    <a:pt x="414" y="179"/>
                    <a:pt x="378" y="179"/>
                  </a:cubicBezTo>
                  <a:cubicBezTo>
                    <a:pt x="366" y="179"/>
                    <a:pt x="358" y="180"/>
                    <a:pt x="358" y="180"/>
                  </a:cubicBezTo>
                  <a:cubicBezTo>
                    <a:pt x="329" y="18"/>
                    <a:pt x="166" y="1"/>
                    <a:pt x="1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5"/>
            <p:cNvSpPr/>
            <p:nvPr/>
          </p:nvSpPr>
          <p:spPr>
            <a:xfrm>
              <a:off x="442585" y="2541302"/>
              <a:ext cx="442929" cy="707170"/>
            </a:xfrm>
            <a:custGeom>
              <a:rect b="b" l="l" r="r" t="t"/>
              <a:pathLst>
                <a:path extrusionOk="0" h="3078" w="1928">
                  <a:moveTo>
                    <a:pt x="1" y="0"/>
                  </a:moveTo>
                  <a:lnTo>
                    <a:pt x="1" y="3078"/>
                  </a:lnTo>
                  <a:lnTo>
                    <a:pt x="1928" y="3078"/>
                  </a:lnTo>
                  <a:lnTo>
                    <a:pt x="1928"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5"/>
            <p:cNvSpPr/>
            <p:nvPr/>
          </p:nvSpPr>
          <p:spPr>
            <a:xfrm>
              <a:off x="510355" y="2612982"/>
              <a:ext cx="55596" cy="96495"/>
            </a:xfrm>
            <a:custGeom>
              <a:rect b="b" l="l" r="r" t="t"/>
              <a:pathLst>
                <a:path extrusionOk="0" h="420" w="242">
                  <a:moveTo>
                    <a:pt x="0" y="0"/>
                  </a:moveTo>
                  <a:lnTo>
                    <a:pt x="0" y="420"/>
                  </a:lnTo>
                  <a:lnTo>
                    <a:pt x="241" y="420"/>
                  </a:lnTo>
                  <a:lnTo>
                    <a:pt x="24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5"/>
            <p:cNvSpPr/>
            <p:nvPr/>
          </p:nvSpPr>
          <p:spPr>
            <a:xfrm>
              <a:off x="631193" y="2709245"/>
              <a:ext cx="55596" cy="98563"/>
            </a:xfrm>
            <a:custGeom>
              <a:rect b="b" l="l" r="r" t="t"/>
              <a:pathLst>
                <a:path extrusionOk="0" h="429" w="242">
                  <a:moveTo>
                    <a:pt x="1" y="1"/>
                  </a:moveTo>
                  <a:lnTo>
                    <a:pt x="1" y="429"/>
                  </a:lnTo>
                  <a:lnTo>
                    <a:pt x="241" y="429"/>
                  </a:lnTo>
                  <a:lnTo>
                    <a:pt x="24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5"/>
            <p:cNvSpPr/>
            <p:nvPr/>
          </p:nvSpPr>
          <p:spPr>
            <a:xfrm>
              <a:off x="752030" y="2637565"/>
              <a:ext cx="55596" cy="98563"/>
            </a:xfrm>
            <a:custGeom>
              <a:rect b="b" l="l" r="r" t="t"/>
              <a:pathLst>
                <a:path extrusionOk="0" h="429" w="242">
                  <a:moveTo>
                    <a:pt x="1" y="0"/>
                  </a:moveTo>
                  <a:lnTo>
                    <a:pt x="1" y="429"/>
                  </a:lnTo>
                  <a:lnTo>
                    <a:pt x="242" y="429"/>
                  </a:lnTo>
                  <a:lnTo>
                    <a:pt x="24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5"/>
            <p:cNvSpPr/>
            <p:nvPr/>
          </p:nvSpPr>
          <p:spPr>
            <a:xfrm>
              <a:off x="487842" y="2824116"/>
              <a:ext cx="55366" cy="98563"/>
            </a:xfrm>
            <a:custGeom>
              <a:rect b="b" l="l" r="r" t="t"/>
              <a:pathLst>
                <a:path extrusionOk="0" h="429" w="241">
                  <a:moveTo>
                    <a:pt x="0" y="0"/>
                  </a:moveTo>
                  <a:lnTo>
                    <a:pt x="0" y="428"/>
                  </a:lnTo>
                  <a:lnTo>
                    <a:pt x="241" y="428"/>
                  </a:lnTo>
                  <a:lnTo>
                    <a:pt x="24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5"/>
            <p:cNvSpPr/>
            <p:nvPr/>
          </p:nvSpPr>
          <p:spPr>
            <a:xfrm>
              <a:off x="735720" y="2850767"/>
              <a:ext cx="55596" cy="98563"/>
            </a:xfrm>
            <a:custGeom>
              <a:rect b="b" l="l" r="r" t="t"/>
              <a:pathLst>
                <a:path extrusionOk="0" h="429" w="242">
                  <a:moveTo>
                    <a:pt x="1" y="0"/>
                  </a:moveTo>
                  <a:lnTo>
                    <a:pt x="1" y="428"/>
                  </a:lnTo>
                  <a:lnTo>
                    <a:pt x="241" y="428"/>
                  </a:lnTo>
                  <a:lnTo>
                    <a:pt x="24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5"/>
            <p:cNvSpPr/>
            <p:nvPr/>
          </p:nvSpPr>
          <p:spPr>
            <a:xfrm>
              <a:off x="582031" y="3018709"/>
              <a:ext cx="108894" cy="211370"/>
            </a:xfrm>
            <a:custGeom>
              <a:rect b="b" l="l" r="r" t="t"/>
              <a:pathLst>
                <a:path extrusionOk="0" h="920" w="474">
                  <a:moveTo>
                    <a:pt x="0" y="1"/>
                  </a:moveTo>
                  <a:lnTo>
                    <a:pt x="0" y="920"/>
                  </a:lnTo>
                  <a:lnTo>
                    <a:pt x="473" y="920"/>
                  </a:lnTo>
                  <a:lnTo>
                    <a:pt x="47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5"/>
            <p:cNvSpPr/>
            <p:nvPr/>
          </p:nvSpPr>
          <p:spPr>
            <a:xfrm>
              <a:off x="442585" y="2434701"/>
              <a:ext cx="498295" cy="106834"/>
            </a:xfrm>
            <a:custGeom>
              <a:rect b="b" l="l" r="r" t="t"/>
              <a:pathLst>
                <a:path extrusionOk="0" h="465" w="2169">
                  <a:moveTo>
                    <a:pt x="1" y="0"/>
                  </a:moveTo>
                  <a:lnTo>
                    <a:pt x="1" y="464"/>
                  </a:lnTo>
                  <a:lnTo>
                    <a:pt x="2169" y="464"/>
                  </a:lnTo>
                  <a:lnTo>
                    <a:pt x="170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5"/>
            <p:cNvSpPr/>
            <p:nvPr/>
          </p:nvSpPr>
          <p:spPr>
            <a:xfrm>
              <a:off x="657841" y="2914176"/>
              <a:ext cx="299345" cy="555765"/>
            </a:xfrm>
            <a:custGeom>
              <a:rect b="b" l="l" r="r" t="t"/>
              <a:pathLst>
                <a:path extrusionOk="0" h="2419" w="1303">
                  <a:moveTo>
                    <a:pt x="1" y="1"/>
                  </a:moveTo>
                  <a:lnTo>
                    <a:pt x="1" y="2418"/>
                  </a:lnTo>
                  <a:lnTo>
                    <a:pt x="1303" y="2418"/>
                  </a:lnTo>
                  <a:lnTo>
                    <a:pt x="1303"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5"/>
            <p:cNvSpPr/>
            <p:nvPr/>
          </p:nvSpPr>
          <p:spPr>
            <a:xfrm>
              <a:off x="956949" y="2840428"/>
              <a:ext cx="70069" cy="629515"/>
            </a:xfrm>
            <a:custGeom>
              <a:rect b="b" l="l" r="r" t="t"/>
              <a:pathLst>
                <a:path extrusionOk="0" h="2740" w="305">
                  <a:moveTo>
                    <a:pt x="304" y="1"/>
                  </a:moveTo>
                  <a:lnTo>
                    <a:pt x="1" y="322"/>
                  </a:lnTo>
                  <a:lnTo>
                    <a:pt x="1" y="2739"/>
                  </a:lnTo>
                  <a:lnTo>
                    <a:pt x="304" y="2739"/>
                  </a:lnTo>
                  <a:lnTo>
                    <a:pt x="304"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5"/>
            <p:cNvSpPr/>
            <p:nvPr/>
          </p:nvSpPr>
          <p:spPr>
            <a:xfrm>
              <a:off x="704936" y="2961273"/>
              <a:ext cx="37217" cy="68006"/>
            </a:xfrm>
            <a:custGeom>
              <a:rect b="b" l="l" r="r" t="t"/>
              <a:pathLst>
                <a:path extrusionOk="0" h="296" w="162">
                  <a:moveTo>
                    <a:pt x="1" y="1"/>
                  </a:moveTo>
                  <a:lnTo>
                    <a:pt x="1"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5"/>
            <p:cNvSpPr/>
            <p:nvPr/>
          </p:nvSpPr>
          <p:spPr>
            <a:xfrm>
              <a:off x="786949" y="3029048"/>
              <a:ext cx="37217" cy="65708"/>
            </a:xfrm>
            <a:custGeom>
              <a:rect b="b" l="l" r="r" t="t"/>
              <a:pathLst>
                <a:path extrusionOk="0" h="286" w="162">
                  <a:moveTo>
                    <a:pt x="1" y="0"/>
                  </a:moveTo>
                  <a:lnTo>
                    <a:pt x="1"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5"/>
            <p:cNvSpPr/>
            <p:nvPr/>
          </p:nvSpPr>
          <p:spPr>
            <a:xfrm>
              <a:off x="866895" y="2979882"/>
              <a:ext cx="37217" cy="65708"/>
            </a:xfrm>
            <a:custGeom>
              <a:rect b="b" l="l" r="r" t="t"/>
              <a:pathLst>
                <a:path extrusionOk="0" h="286" w="162">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5"/>
            <p:cNvSpPr/>
            <p:nvPr/>
          </p:nvSpPr>
          <p:spPr>
            <a:xfrm>
              <a:off x="688625" y="3133581"/>
              <a:ext cx="36987" cy="6570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5"/>
            <p:cNvSpPr/>
            <p:nvPr/>
          </p:nvSpPr>
          <p:spPr>
            <a:xfrm>
              <a:off x="885273" y="3104863"/>
              <a:ext cx="37217" cy="67776"/>
            </a:xfrm>
            <a:custGeom>
              <a:rect b="b" l="l" r="r" t="t"/>
              <a:pathLst>
                <a:path extrusionOk="0" h="295" w="162">
                  <a:moveTo>
                    <a:pt x="1" y="0"/>
                  </a:moveTo>
                  <a:lnTo>
                    <a:pt x="1"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5"/>
            <p:cNvSpPr/>
            <p:nvPr/>
          </p:nvSpPr>
          <p:spPr>
            <a:xfrm>
              <a:off x="815665" y="3199058"/>
              <a:ext cx="36987" cy="65938"/>
            </a:xfrm>
            <a:custGeom>
              <a:rect b="b" l="l" r="r" t="t"/>
              <a:pathLst>
                <a:path extrusionOk="0" h="287" w="161">
                  <a:moveTo>
                    <a:pt x="0" y="1"/>
                  </a:moveTo>
                  <a:lnTo>
                    <a:pt x="0" y="286"/>
                  </a:lnTo>
                  <a:lnTo>
                    <a:pt x="161" y="286"/>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5"/>
            <p:cNvSpPr/>
            <p:nvPr/>
          </p:nvSpPr>
          <p:spPr>
            <a:xfrm>
              <a:off x="815665" y="3326106"/>
              <a:ext cx="73975" cy="143824"/>
            </a:xfrm>
            <a:custGeom>
              <a:rect b="b" l="l" r="r" t="t"/>
              <a:pathLst>
                <a:path extrusionOk="0" h="626" w="322">
                  <a:moveTo>
                    <a:pt x="0" y="1"/>
                  </a:moveTo>
                  <a:lnTo>
                    <a:pt x="0" y="625"/>
                  </a:lnTo>
                  <a:lnTo>
                    <a:pt x="322" y="625"/>
                  </a:lnTo>
                  <a:lnTo>
                    <a:pt x="32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5"/>
            <p:cNvSpPr/>
            <p:nvPr/>
          </p:nvSpPr>
          <p:spPr>
            <a:xfrm>
              <a:off x="657841" y="2840428"/>
              <a:ext cx="369184" cy="73979"/>
            </a:xfrm>
            <a:custGeom>
              <a:rect b="b" l="l" r="r" t="t"/>
              <a:pathLst>
                <a:path extrusionOk="0" h="322" w="1607">
                  <a:moveTo>
                    <a:pt x="313" y="1"/>
                  </a:moveTo>
                  <a:lnTo>
                    <a:pt x="1" y="322"/>
                  </a:lnTo>
                  <a:lnTo>
                    <a:pt x="1303" y="322"/>
                  </a:lnTo>
                  <a:lnTo>
                    <a:pt x="160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5"/>
            <p:cNvSpPr/>
            <p:nvPr/>
          </p:nvSpPr>
          <p:spPr>
            <a:xfrm>
              <a:off x="-102" y="2281003"/>
              <a:ext cx="442929" cy="709238"/>
            </a:xfrm>
            <a:custGeom>
              <a:rect b="b" l="l" r="r" t="t"/>
              <a:pathLst>
                <a:path extrusionOk="0" h="3087" w="1928">
                  <a:moveTo>
                    <a:pt x="1" y="0"/>
                  </a:moveTo>
                  <a:lnTo>
                    <a:pt x="1" y="3087"/>
                  </a:lnTo>
                  <a:lnTo>
                    <a:pt x="1928" y="3087"/>
                  </a:lnTo>
                  <a:lnTo>
                    <a:pt x="1928"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5"/>
            <p:cNvSpPr/>
            <p:nvPr/>
          </p:nvSpPr>
          <p:spPr>
            <a:xfrm>
              <a:off x="67668" y="2352683"/>
              <a:ext cx="55596" cy="98563"/>
            </a:xfrm>
            <a:custGeom>
              <a:rect b="b" l="l" r="r" t="t"/>
              <a:pathLst>
                <a:path extrusionOk="0" h="429" w="242">
                  <a:moveTo>
                    <a:pt x="0" y="0"/>
                  </a:moveTo>
                  <a:lnTo>
                    <a:pt x="0" y="429"/>
                  </a:lnTo>
                  <a:lnTo>
                    <a:pt x="241" y="429"/>
                  </a:lnTo>
                  <a:lnTo>
                    <a:pt x="24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5"/>
            <p:cNvSpPr/>
            <p:nvPr/>
          </p:nvSpPr>
          <p:spPr>
            <a:xfrm>
              <a:off x="190573" y="2451013"/>
              <a:ext cx="53528" cy="98563"/>
            </a:xfrm>
            <a:custGeom>
              <a:rect b="b" l="l" r="r" t="t"/>
              <a:pathLst>
                <a:path extrusionOk="0" h="429" w="233">
                  <a:moveTo>
                    <a:pt x="1" y="1"/>
                  </a:moveTo>
                  <a:lnTo>
                    <a:pt x="1" y="429"/>
                  </a:lnTo>
                  <a:lnTo>
                    <a:pt x="232" y="429"/>
                  </a:lnTo>
                  <a:lnTo>
                    <a:pt x="23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5"/>
            <p:cNvSpPr/>
            <p:nvPr/>
          </p:nvSpPr>
          <p:spPr>
            <a:xfrm>
              <a:off x="309343" y="2379333"/>
              <a:ext cx="55596" cy="98563"/>
            </a:xfrm>
            <a:custGeom>
              <a:rect b="b" l="l" r="r" t="t"/>
              <a:pathLst>
                <a:path extrusionOk="0" h="429" w="242">
                  <a:moveTo>
                    <a:pt x="1" y="0"/>
                  </a:moveTo>
                  <a:lnTo>
                    <a:pt x="1" y="429"/>
                  </a:lnTo>
                  <a:lnTo>
                    <a:pt x="242" y="429"/>
                  </a:lnTo>
                  <a:lnTo>
                    <a:pt x="24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5"/>
            <p:cNvSpPr/>
            <p:nvPr/>
          </p:nvSpPr>
          <p:spPr>
            <a:xfrm>
              <a:off x="47222" y="2565885"/>
              <a:ext cx="53299" cy="98563"/>
            </a:xfrm>
            <a:custGeom>
              <a:rect b="b" l="l" r="r" t="t"/>
              <a:pathLst>
                <a:path extrusionOk="0" h="429" w="232">
                  <a:moveTo>
                    <a:pt x="0" y="0"/>
                  </a:moveTo>
                  <a:lnTo>
                    <a:pt x="0" y="428"/>
                  </a:lnTo>
                  <a:lnTo>
                    <a:pt x="232" y="428"/>
                  </a:lnTo>
                  <a:lnTo>
                    <a:pt x="23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5"/>
            <p:cNvSpPr/>
            <p:nvPr/>
          </p:nvSpPr>
          <p:spPr>
            <a:xfrm>
              <a:off x="293032" y="2592535"/>
              <a:ext cx="55596" cy="98563"/>
            </a:xfrm>
            <a:custGeom>
              <a:rect b="b" l="l" r="r" t="t"/>
              <a:pathLst>
                <a:path extrusionOk="0" h="429" w="242">
                  <a:moveTo>
                    <a:pt x="1" y="0"/>
                  </a:moveTo>
                  <a:lnTo>
                    <a:pt x="1" y="428"/>
                  </a:lnTo>
                  <a:lnTo>
                    <a:pt x="241" y="428"/>
                  </a:lnTo>
                  <a:lnTo>
                    <a:pt x="24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5"/>
            <p:cNvSpPr/>
            <p:nvPr/>
          </p:nvSpPr>
          <p:spPr>
            <a:xfrm>
              <a:off x="139343" y="2760477"/>
              <a:ext cx="110962" cy="211370"/>
            </a:xfrm>
            <a:custGeom>
              <a:rect b="b" l="l" r="r" t="t"/>
              <a:pathLst>
                <a:path extrusionOk="0" h="920" w="483">
                  <a:moveTo>
                    <a:pt x="0" y="1"/>
                  </a:moveTo>
                  <a:lnTo>
                    <a:pt x="0" y="920"/>
                  </a:lnTo>
                  <a:lnTo>
                    <a:pt x="482" y="920"/>
                  </a:lnTo>
                  <a:lnTo>
                    <a:pt x="48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5"/>
            <p:cNvSpPr/>
            <p:nvPr/>
          </p:nvSpPr>
          <p:spPr>
            <a:xfrm>
              <a:off x="-102" y="2819522"/>
              <a:ext cx="195045" cy="119470"/>
            </a:xfrm>
            <a:custGeom>
              <a:rect b="b" l="l" r="r" t="t"/>
              <a:pathLst>
                <a:path extrusionOk="0" h="520" w="849">
                  <a:moveTo>
                    <a:pt x="38" y="0"/>
                  </a:moveTo>
                  <a:cubicBezTo>
                    <a:pt x="15" y="0"/>
                    <a:pt x="1" y="2"/>
                    <a:pt x="1" y="2"/>
                  </a:cubicBezTo>
                  <a:lnTo>
                    <a:pt x="1" y="520"/>
                  </a:lnTo>
                  <a:lnTo>
                    <a:pt x="848" y="386"/>
                  </a:lnTo>
                  <a:cubicBezTo>
                    <a:pt x="792" y="250"/>
                    <a:pt x="688" y="217"/>
                    <a:pt x="603" y="217"/>
                  </a:cubicBezTo>
                  <a:cubicBezTo>
                    <a:pt x="527" y="217"/>
                    <a:pt x="465" y="243"/>
                    <a:pt x="465" y="243"/>
                  </a:cubicBezTo>
                  <a:cubicBezTo>
                    <a:pt x="438" y="179"/>
                    <a:pt x="379" y="166"/>
                    <a:pt x="336" y="166"/>
                  </a:cubicBezTo>
                  <a:cubicBezTo>
                    <a:pt x="308" y="166"/>
                    <a:pt x="286" y="172"/>
                    <a:pt x="286" y="172"/>
                  </a:cubicBezTo>
                  <a:cubicBezTo>
                    <a:pt x="233" y="20"/>
                    <a:pt x="102" y="0"/>
                    <a:pt x="38"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5"/>
            <p:cNvSpPr/>
            <p:nvPr/>
          </p:nvSpPr>
          <p:spPr>
            <a:xfrm>
              <a:off x="-102" y="2176470"/>
              <a:ext cx="498295" cy="104766"/>
            </a:xfrm>
            <a:custGeom>
              <a:rect b="b" l="l" r="r" t="t"/>
              <a:pathLst>
                <a:path extrusionOk="0" h="456" w="2169">
                  <a:moveTo>
                    <a:pt x="1" y="0"/>
                  </a:moveTo>
                  <a:lnTo>
                    <a:pt x="1" y="455"/>
                  </a:lnTo>
                  <a:lnTo>
                    <a:pt x="2169" y="455"/>
                  </a:lnTo>
                  <a:lnTo>
                    <a:pt x="170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5"/>
            <p:cNvSpPr/>
            <p:nvPr/>
          </p:nvSpPr>
          <p:spPr>
            <a:xfrm>
              <a:off x="219289" y="2653877"/>
              <a:ext cx="299345" cy="479948"/>
            </a:xfrm>
            <a:custGeom>
              <a:rect b="b" l="l" r="r" t="t"/>
              <a:pathLst>
                <a:path extrusionOk="0" h="2089" w="1303">
                  <a:moveTo>
                    <a:pt x="0" y="1"/>
                  </a:moveTo>
                  <a:lnTo>
                    <a:pt x="0" y="2088"/>
                  </a:lnTo>
                  <a:lnTo>
                    <a:pt x="1303" y="2088"/>
                  </a:lnTo>
                  <a:lnTo>
                    <a:pt x="1303"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5"/>
            <p:cNvSpPr/>
            <p:nvPr/>
          </p:nvSpPr>
          <p:spPr>
            <a:xfrm>
              <a:off x="518396" y="2582197"/>
              <a:ext cx="70069" cy="551630"/>
            </a:xfrm>
            <a:custGeom>
              <a:rect b="b" l="l" r="r" t="t"/>
              <a:pathLst>
                <a:path extrusionOk="0" h="2401" w="305">
                  <a:moveTo>
                    <a:pt x="304" y="1"/>
                  </a:moveTo>
                  <a:lnTo>
                    <a:pt x="1" y="313"/>
                  </a:lnTo>
                  <a:lnTo>
                    <a:pt x="1" y="2400"/>
                  </a:lnTo>
                  <a:lnTo>
                    <a:pt x="304" y="2400"/>
                  </a:lnTo>
                  <a:lnTo>
                    <a:pt x="304"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5"/>
            <p:cNvSpPr/>
            <p:nvPr/>
          </p:nvSpPr>
          <p:spPr>
            <a:xfrm>
              <a:off x="264316" y="2703042"/>
              <a:ext cx="37217" cy="65938"/>
            </a:xfrm>
            <a:custGeom>
              <a:rect b="b" l="l" r="r" t="t"/>
              <a:pathLst>
                <a:path extrusionOk="0" h="287" w="162">
                  <a:moveTo>
                    <a:pt x="1" y="1"/>
                  </a:moveTo>
                  <a:lnTo>
                    <a:pt x="1" y="286"/>
                  </a:lnTo>
                  <a:lnTo>
                    <a:pt x="161" y="286"/>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5"/>
            <p:cNvSpPr/>
            <p:nvPr/>
          </p:nvSpPr>
          <p:spPr>
            <a:xfrm>
              <a:off x="346329" y="2768748"/>
              <a:ext cx="37217" cy="67776"/>
            </a:xfrm>
            <a:custGeom>
              <a:rect b="b" l="l" r="r" t="t"/>
              <a:pathLst>
                <a:path extrusionOk="0" h="295" w="162">
                  <a:moveTo>
                    <a:pt x="1" y="0"/>
                  </a:moveTo>
                  <a:lnTo>
                    <a:pt x="1"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5"/>
            <p:cNvSpPr/>
            <p:nvPr/>
          </p:nvSpPr>
          <p:spPr>
            <a:xfrm>
              <a:off x="428342" y="2721651"/>
              <a:ext cx="36987" cy="6570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5"/>
            <p:cNvSpPr/>
            <p:nvPr/>
          </p:nvSpPr>
          <p:spPr>
            <a:xfrm>
              <a:off x="250072" y="2846631"/>
              <a:ext cx="36987" cy="6570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5"/>
            <p:cNvSpPr/>
            <p:nvPr/>
          </p:nvSpPr>
          <p:spPr>
            <a:xfrm>
              <a:off x="446720" y="2846631"/>
              <a:ext cx="37217" cy="65708"/>
            </a:xfrm>
            <a:custGeom>
              <a:rect b="b" l="l" r="r" t="t"/>
              <a:pathLst>
                <a:path extrusionOk="0" h="286" w="162">
                  <a:moveTo>
                    <a:pt x="1" y="0"/>
                  </a:moveTo>
                  <a:lnTo>
                    <a:pt x="1"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5"/>
            <p:cNvSpPr/>
            <p:nvPr/>
          </p:nvSpPr>
          <p:spPr>
            <a:xfrm>
              <a:off x="313478" y="2977815"/>
              <a:ext cx="73975" cy="143594"/>
            </a:xfrm>
            <a:custGeom>
              <a:rect b="b" l="l" r="r" t="t"/>
              <a:pathLst>
                <a:path extrusionOk="0" h="625" w="322">
                  <a:moveTo>
                    <a:pt x="1" y="0"/>
                  </a:moveTo>
                  <a:lnTo>
                    <a:pt x="1" y="625"/>
                  </a:lnTo>
                  <a:lnTo>
                    <a:pt x="322" y="625"/>
                  </a:lnTo>
                  <a:lnTo>
                    <a:pt x="32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5"/>
            <p:cNvSpPr/>
            <p:nvPr/>
          </p:nvSpPr>
          <p:spPr>
            <a:xfrm>
              <a:off x="219289" y="2582197"/>
              <a:ext cx="369184" cy="71912"/>
            </a:xfrm>
            <a:custGeom>
              <a:rect b="b" l="l" r="r" t="t"/>
              <a:pathLst>
                <a:path extrusionOk="0" h="313" w="1607">
                  <a:moveTo>
                    <a:pt x="313" y="1"/>
                  </a:moveTo>
                  <a:lnTo>
                    <a:pt x="0" y="313"/>
                  </a:lnTo>
                  <a:lnTo>
                    <a:pt x="1303" y="313"/>
                  </a:lnTo>
                  <a:lnTo>
                    <a:pt x="160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5"/>
            <p:cNvSpPr/>
            <p:nvPr/>
          </p:nvSpPr>
          <p:spPr>
            <a:xfrm>
              <a:off x="428342" y="3028358"/>
              <a:ext cx="194815" cy="119700"/>
            </a:xfrm>
            <a:custGeom>
              <a:rect b="b" l="l" r="r" t="t"/>
              <a:pathLst>
                <a:path extrusionOk="0" h="521" w="848">
                  <a:moveTo>
                    <a:pt x="38" y="1"/>
                  </a:moveTo>
                  <a:cubicBezTo>
                    <a:pt x="15" y="1"/>
                    <a:pt x="0" y="3"/>
                    <a:pt x="0" y="3"/>
                  </a:cubicBezTo>
                  <a:lnTo>
                    <a:pt x="0" y="521"/>
                  </a:lnTo>
                  <a:lnTo>
                    <a:pt x="848" y="378"/>
                  </a:lnTo>
                  <a:cubicBezTo>
                    <a:pt x="792" y="249"/>
                    <a:pt x="689" y="217"/>
                    <a:pt x="602" y="217"/>
                  </a:cubicBezTo>
                  <a:cubicBezTo>
                    <a:pt x="522" y="217"/>
                    <a:pt x="455" y="244"/>
                    <a:pt x="455" y="244"/>
                  </a:cubicBezTo>
                  <a:cubicBezTo>
                    <a:pt x="433" y="172"/>
                    <a:pt x="374" y="159"/>
                    <a:pt x="331" y="159"/>
                  </a:cubicBezTo>
                  <a:cubicBezTo>
                    <a:pt x="305" y="159"/>
                    <a:pt x="286" y="164"/>
                    <a:pt x="286" y="164"/>
                  </a:cubicBezTo>
                  <a:cubicBezTo>
                    <a:pt x="227" y="20"/>
                    <a:pt x="101" y="1"/>
                    <a:pt x="3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5"/>
            <p:cNvSpPr/>
            <p:nvPr/>
          </p:nvSpPr>
          <p:spPr>
            <a:xfrm>
              <a:off x="442585" y="3180678"/>
              <a:ext cx="299574" cy="479948"/>
            </a:xfrm>
            <a:custGeom>
              <a:rect b="b" l="l" r="r" t="t"/>
              <a:pathLst>
                <a:path extrusionOk="0" h="2089" w="1304">
                  <a:moveTo>
                    <a:pt x="1" y="1"/>
                  </a:moveTo>
                  <a:lnTo>
                    <a:pt x="1" y="2088"/>
                  </a:lnTo>
                  <a:lnTo>
                    <a:pt x="1303" y="2088"/>
                  </a:lnTo>
                  <a:lnTo>
                    <a:pt x="1303"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5"/>
            <p:cNvSpPr/>
            <p:nvPr/>
          </p:nvSpPr>
          <p:spPr>
            <a:xfrm>
              <a:off x="487842" y="3229843"/>
              <a:ext cx="36987" cy="65938"/>
            </a:xfrm>
            <a:custGeom>
              <a:rect b="b" l="l" r="r" t="t"/>
              <a:pathLst>
                <a:path extrusionOk="0" h="287" w="161">
                  <a:moveTo>
                    <a:pt x="0" y="1"/>
                  </a:moveTo>
                  <a:lnTo>
                    <a:pt x="0" y="286"/>
                  </a:lnTo>
                  <a:lnTo>
                    <a:pt x="161" y="286"/>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5"/>
            <p:cNvSpPr/>
            <p:nvPr/>
          </p:nvSpPr>
          <p:spPr>
            <a:xfrm>
              <a:off x="569625" y="3295550"/>
              <a:ext cx="37217" cy="67776"/>
            </a:xfrm>
            <a:custGeom>
              <a:rect b="b" l="l" r="r" t="t"/>
              <a:pathLst>
                <a:path extrusionOk="0" h="295" w="162">
                  <a:moveTo>
                    <a:pt x="1" y="0"/>
                  </a:moveTo>
                  <a:lnTo>
                    <a:pt x="1" y="294"/>
                  </a:lnTo>
                  <a:lnTo>
                    <a:pt x="161" y="294"/>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5"/>
            <p:cNvSpPr/>
            <p:nvPr/>
          </p:nvSpPr>
          <p:spPr>
            <a:xfrm>
              <a:off x="651639" y="3246385"/>
              <a:ext cx="37217" cy="67776"/>
            </a:xfrm>
            <a:custGeom>
              <a:rect b="b" l="l" r="r" t="t"/>
              <a:pathLst>
                <a:path extrusionOk="0" h="295" w="162">
                  <a:moveTo>
                    <a:pt x="1" y="0"/>
                  </a:moveTo>
                  <a:lnTo>
                    <a:pt x="1" y="294"/>
                  </a:lnTo>
                  <a:lnTo>
                    <a:pt x="161" y="294"/>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5"/>
            <p:cNvSpPr/>
            <p:nvPr/>
          </p:nvSpPr>
          <p:spPr>
            <a:xfrm>
              <a:off x="473369" y="3373433"/>
              <a:ext cx="37217" cy="65708"/>
            </a:xfrm>
            <a:custGeom>
              <a:rect b="b" l="l" r="r" t="t"/>
              <a:pathLst>
                <a:path extrusionOk="0" h="286" w="162">
                  <a:moveTo>
                    <a:pt x="1" y="0"/>
                  </a:moveTo>
                  <a:lnTo>
                    <a:pt x="1"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5"/>
            <p:cNvSpPr/>
            <p:nvPr/>
          </p:nvSpPr>
          <p:spPr>
            <a:xfrm>
              <a:off x="641531" y="3391812"/>
              <a:ext cx="36987" cy="6570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5"/>
            <p:cNvSpPr/>
            <p:nvPr/>
          </p:nvSpPr>
          <p:spPr>
            <a:xfrm>
              <a:off x="537004" y="3504616"/>
              <a:ext cx="73975" cy="143594"/>
            </a:xfrm>
            <a:custGeom>
              <a:rect b="b" l="l" r="r" t="t"/>
              <a:pathLst>
                <a:path extrusionOk="0" h="625" w="322">
                  <a:moveTo>
                    <a:pt x="0" y="0"/>
                  </a:moveTo>
                  <a:lnTo>
                    <a:pt x="0" y="625"/>
                  </a:lnTo>
                  <a:lnTo>
                    <a:pt x="321" y="625"/>
                  </a:lnTo>
                  <a:lnTo>
                    <a:pt x="32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5"/>
            <p:cNvSpPr/>
            <p:nvPr/>
          </p:nvSpPr>
          <p:spPr>
            <a:xfrm>
              <a:off x="442585" y="3108998"/>
              <a:ext cx="336332" cy="71912"/>
            </a:xfrm>
            <a:custGeom>
              <a:rect b="b" l="l" r="r" t="t"/>
              <a:pathLst>
                <a:path extrusionOk="0" h="313" w="1464">
                  <a:moveTo>
                    <a:pt x="1" y="0"/>
                  </a:moveTo>
                  <a:lnTo>
                    <a:pt x="1" y="313"/>
                  </a:lnTo>
                  <a:lnTo>
                    <a:pt x="1464" y="313"/>
                  </a:lnTo>
                  <a:lnTo>
                    <a:pt x="115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5"/>
            <p:cNvSpPr/>
            <p:nvPr/>
          </p:nvSpPr>
          <p:spPr>
            <a:xfrm>
              <a:off x="1231704" y="3108998"/>
              <a:ext cx="250181" cy="397697"/>
            </a:xfrm>
            <a:custGeom>
              <a:rect b="b" l="l" r="r" t="t"/>
              <a:pathLst>
                <a:path extrusionOk="0" h="1731" w="1089">
                  <a:moveTo>
                    <a:pt x="0" y="0"/>
                  </a:moveTo>
                  <a:lnTo>
                    <a:pt x="0" y="1731"/>
                  </a:lnTo>
                  <a:lnTo>
                    <a:pt x="1089" y="1731"/>
                  </a:lnTo>
                  <a:lnTo>
                    <a:pt x="1089"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5"/>
            <p:cNvSpPr/>
            <p:nvPr/>
          </p:nvSpPr>
          <p:spPr>
            <a:xfrm>
              <a:off x="1174272" y="3049495"/>
              <a:ext cx="57663" cy="457203"/>
            </a:xfrm>
            <a:custGeom>
              <a:rect b="b" l="l" r="r" t="t"/>
              <a:pathLst>
                <a:path extrusionOk="0" h="1990" w="251">
                  <a:moveTo>
                    <a:pt x="1" y="1"/>
                  </a:moveTo>
                  <a:lnTo>
                    <a:pt x="1" y="1990"/>
                  </a:lnTo>
                  <a:lnTo>
                    <a:pt x="250" y="1990"/>
                  </a:lnTo>
                  <a:lnTo>
                    <a:pt x="250" y="259"/>
                  </a:lnTo>
                  <a:lnTo>
                    <a:pt x="1"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5"/>
            <p:cNvSpPr/>
            <p:nvPr/>
          </p:nvSpPr>
          <p:spPr>
            <a:xfrm>
              <a:off x="1412042" y="3149893"/>
              <a:ext cx="31014" cy="55599"/>
            </a:xfrm>
            <a:custGeom>
              <a:rect b="b" l="l" r="r" t="t"/>
              <a:pathLst>
                <a:path extrusionOk="0" h="242" w="135">
                  <a:moveTo>
                    <a:pt x="0" y="1"/>
                  </a:moveTo>
                  <a:lnTo>
                    <a:pt x="0" y="242"/>
                  </a:lnTo>
                  <a:lnTo>
                    <a:pt x="134" y="242"/>
                  </a:lnTo>
                  <a:lnTo>
                    <a:pt x="13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5"/>
            <p:cNvSpPr/>
            <p:nvPr/>
          </p:nvSpPr>
          <p:spPr>
            <a:xfrm>
              <a:off x="1344501" y="3205261"/>
              <a:ext cx="30784" cy="53532"/>
            </a:xfrm>
            <a:custGeom>
              <a:rect b="b" l="l" r="r" t="t"/>
              <a:pathLst>
                <a:path extrusionOk="0" h="233" w="134">
                  <a:moveTo>
                    <a:pt x="0" y="1"/>
                  </a:moveTo>
                  <a:lnTo>
                    <a:pt x="0" y="233"/>
                  </a:lnTo>
                  <a:lnTo>
                    <a:pt x="134" y="233"/>
                  </a:lnTo>
                  <a:lnTo>
                    <a:pt x="13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5"/>
            <p:cNvSpPr/>
            <p:nvPr/>
          </p:nvSpPr>
          <p:spPr>
            <a:xfrm>
              <a:off x="1276731" y="3164366"/>
              <a:ext cx="31014" cy="55599"/>
            </a:xfrm>
            <a:custGeom>
              <a:rect b="b" l="l" r="r" t="t"/>
              <a:pathLst>
                <a:path extrusionOk="0" h="242" w="135">
                  <a:moveTo>
                    <a:pt x="1" y="0"/>
                  </a:moveTo>
                  <a:lnTo>
                    <a:pt x="1" y="241"/>
                  </a:lnTo>
                  <a:lnTo>
                    <a:pt x="134" y="241"/>
                  </a:lnTo>
                  <a:lnTo>
                    <a:pt x="134"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5"/>
            <p:cNvSpPr/>
            <p:nvPr/>
          </p:nvSpPr>
          <p:spPr>
            <a:xfrm>
              <a:off x="1424217" y="3268900"/>
              <a:ext cx="31014" cy="55370"/>
            </a:xfrm>
            <a:custGeom>
              <a:rect b="b" l="l" r="r" t="t"/>
              <a:pathLst>
                <a:path extrusionOk="0" h="241" w="135">
                  <a:moveTo>
                    <a:pt x="1" y="0"/>
                  </a:moveTo>
                  <a:lnTo>
                    <a:pt x="1" y="241"/>
                  </a:lnTo>
                  <a:lnTo>
                    <a:pt x="135" y="241"/>
                  </a:lnTo>
                  <a:lnTo>
                    <a:pt x="13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5"/>
            <p:cNvSpPr/>
            <p:nvPr/>
          </p:nvSpPr>
          <p:spPr>
            <a:xfrm>
              <a:off x="1049300" y="3320132"/>
              <a:ext cx="31014" cy="55600"/>
            </a:xfrm>
            <a:custGeom>
              <a:rect b="b" l="l" r="r" t="t"/>
              <a:pathLst>
                <a:path extrusionOk="0" h="242" w="135">
                  <a:moveTo>
                    <a:pt x="0" y="0"/>
                  </a:moveTo>
                  <a:lnTo>
                    <a:pt x="0" y="241"/>
                  </a:lnTo>
                  <a:lnTo>
                    <a:pt x="134" y="241"/>
                  </a:lnTo>
                  <a:lnTo>
                    <a:pt x="134"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5"/>
            <p:cNvSpPr/>
            <p:nvPr/>
          </p:nvSpPr>
          <p:spPr>
            <a:xfrm>
              <a:off x="1112705" y="3262697"/>
              <a:ext cx="31014" cy="55599"/>
            </a:xfrm>
            <a:custGeom>
              <a:rect b="b" l="l" r="r" t="t"/>
              <a:pathLst>
                <a:path extrusionOk="0" h="242" w="135">
                  <a:moveTo>
                    <a:pt x="1" y="0"/>
                  </a:moveTo>
                  <a:lnTo>
                    <a:pt x="1" y="241"/>
                  </a:lnTo>
                  <a:lnTo>
                    <a:pt x="135" y="241"/>
                  </a:lnTo>
                  <a:lnTo>
                    <a:pt x="13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5"/>
            <p:cNvSpPr/>
            <p:nvPr/>
          </p:nvSpPr>
          <p:spPr>
            <a:xfrm>
              <a:off x="1518636" y="3334377"/>
              <a:ext cx="31014" cy="55600"/>
            </a:xfrm>
            <a:custGeom>
              <a:rect b="b" l="l" r="r" t="t"/>
              <a:pathLst>
                <a:path extrusionOk="0" h="242" w="135">
                  <a:moveTo>
                    <a:pt x="0" y="1"/>
                  </a:moveTo>
                  <a:lnTo>
                    <a:pt x="0" y="241"/>
                  </a:lnTo>
                  <a:lnTo>
                    <a:pt x="134" y="241"/>
                  </a:lnTo>
                  <a:lnTo>
                    <a:pt x="13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5"/>
            <p:cNvSpPr/>
            <p:nvPr/>
          </p:nvSpPr>
          <p:spPr>
            <a:xfrm>
              <a:off x="1764446" y="3320132"/>
              <a:ext cx="31014" cy="55600"/>
            </a:xfrm>
            <a:custGeom>
              <a:rect b="b" l="l" r="r" t="t"/>
              <a:pathLst>
                <a:path extrusionOk="0" h="242" w="135">
                  <a:moveTo>
                    <a:pt x="1" y="0"/>
                  </a:moveTo>
                  <a:lnTo>
                    <a:pt x="1" y="241"/>
                  </a:lnTo>
                  <a:lnTo>
                    <a:pt x="135" y="241"/>
                  </a:lnTo>
                  <a:lnTo>
                    <a:pt x="13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5"/>
            <p:cNvSpPr/>
            <p:nvPr/>
          </p:nvSpPr>
          <p:spPr>
            <a:xfrm>
              <a:off x="1598582" y="3387677"/>
              <a:ext cx="31014" cy="55600"/>
            </a:xfrm>
            <a:custGeom>
              <a:rect b="b" l="l" r="r" t="t"/>
              <a:pathLst>
                <a:path extrusionOk="0" h="242" w="135">
                  <a:moveTo>
                    <a:pt x="0" y="1"/>
                  </a:moveTo>
                  <a:lnTo>
                    <a:pt x="0" y="241"/>
                  </a:lnTo>
                  <a:lnTo>
                    <a:pt x="134" y="241"/>
                  </a:lnTo>
                  <a:lnTo>
                    <a:pt x="13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5"/>
            <p:cNvSpPr/>
            <p:nvPr/>
          </p:nvSpPr>
          <p:spPr>
            <a:xfrm>
              <a:off x="1863000" y="3328173"/>
              <a:ext cx="30784" cy="55600"/>
            </a:xfrm>
            <a:custGeom>
              <a:rect b="b" l="l" r="r" t="t"/>
              <a:pathLst>
                <a:path extrusionOk="0" h="242" w="134">
                  <a:moveTo>
                    <a:pt x="0" y="1"/>
                  </a:moveTo>
                  <a:lnTo>
                    <a:pt x="0" y="242"/>
                  </a:lnTo>
                  <a:lnTo>
                    <a:pt x="134" y="242"/>
                  </a:lnTo>
                  <a:lnTo>
                    <a:pt x="13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5"/>
            <p:cNvSpPr/>
            <p:nvPr/>
          </p:nvSpPr>
          <p:spPr>
            <a:xfrm>
              <a:off x="1813608" y="3414327"/>
              <a:ext cx="31014" cy="55600"/>
            </a:xfrm>
            <a:custGeom>
              <a:rect b="b" l="l" r="r" t="t"/>
              <a:pathLst>
                <a:path extrusionOk="0" h="242" w="135">
                  <a:moveTo>
                    <a:pt x="1" y="1"/>
                  </a:moveTo>
                  <a:lnTo>
                    <a:pt x="1" y="241"/>
                  </a:lnTo>
                  <a:lnTo>
                    <a:pt x="135" y="241"/>
                  </a:lnTo>
                  <a:lnTo>
                    <a:pt x="13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5"/>
            <p:cNvSpPr/>
            <p:nvPr/>
          </p:nvSpPr>
          <p:spPr>
            <a:xfrm>
              <a:off x="1260421" y="3268900"/>
              <a:ext cx="31014" cy="55370"/>
            </a:xfrm>
            <a:custGeom>
              <a:rect b="b" l="l" r="r" t="t"/>
              <a:pathLst>
                <a:path extrusionOk="0" h="241" w="135">
                  <a:moveTo>
                    <a:pt x="0" y="0"/>
                  </a:moveTo>
                  <a:lnTo>
                    <a:pt x="0" y="241"/>
                  </a:lnTo>
                  <a:lnTo>
                    <a:pt x="134" y="241"/>
                  </a:lnTo>
                  <a:lnTo>
                    <a:pt x="134"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5"/>
            <p:cNvSpPr/>
            <p:nvPr/>
          </p:nvSpPr>
          <p:spPr>
            <a:xfrm>
              <a:off x="1340366" y="3387677"/>
              <a:ext cx="61569" cy="119011"/>
            </a:xfrm>
            <a:custGeom>
              <a:rect b="b" l="l" r="r" t="t"/>
              <a:pathLst>
                <a:path extrusionOk="0" h="518" w="268">
                  <a:moveTo>
                    <a:pt x="0" y="1"/>
                  </a:moveTo>
                  <a:lnTo>
                    <a:pt x="0" y="518"/>
                  </a:lnTo>
                  <a:lnTo>
                    <a:pt x="268" y="518"/>
                  </a:lnTo>
                  <a:lnTo>
                    <a:pt x="26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5"/>
            <p:cNvSpPr/>
            <p:nvPr/>
          </p:nvSpPr>
          <p:spPr>
            <a:xfrm>
              <a:off x="1680595" y="3387677"/>
              <a:ext cx="61569" cy="119011"/>
            </a:xfrm>
            <a:custGeom>
              <a:rect b="b" l="l" r="r" t="t"/>
              <a:pathLst>
                <a:path extrusionOk="0" h="518" w="268">
                  <a:moveTo>
                    <a:pt x="0" y="1"/>
                  </a:moveTo>
                  <a:lnTo>
                    <a:pt x="0" y="518"/>
                  </a:lnTo>
                  <a:lnTo>
                    <a:pt x="268" y="518"/>
                  </a:lnTo>
                  <a:lnTo>
                    <a:pt x="26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5"/>
            <p:cNvSpPr/>
            <p:nvPr/>
          </p:nvSpPr>
          <p:spPr>
            <a:xfrm>
              <a:off x="1174272" y="3049495"/>
              <a:ext cx="307615" cy="59735"/>
            </a:xfrm>
            <a:custGeom>
              <a:rect b="b" l="l" r="r" t="t"/>
              <a:pathLst>
                <a:path extrusionOk="0" h="260" w="1339">
                  <a:moveTo>
                    <a:pt x="1" y="1"/>
                  </a:moveTo>
                  <a:lnTo>
                    <a:pt x="250" y="259"/>
                  </a:lnTo>
                  <a:lnTo>
                    <a:pt x="1339" y="259"/>
                  </a:lnTo>
                  <a:lnTo>
                    <a:pt x="107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5"/>
            <p:cNvSpPr/>
            <p:nvPr/>
          </p:nvSpPr>
          <p:spPr>
            <a:xfrm>
              <a:off x="1436623" y="3356891"/>
              <a:ext cx="88448" cy="223776"/>
            </a:xfrm>
            <a:custGeom>
              <a:rect b="b" l="l" r="r" t="t"/>
              <a:pathLst>
                <a:path extrusionOk="0" h="974" w="385">
                  <a:moveTo>
                    <a:pt x="197" y="1"/>
                  </a:moveTo>
                  <a:lnTo>
                    <a:pt x="99" y="482"/>
                  </a:lnTo>
                  <a:lnTo>
                    <a:pt x="1" y="973"/>
                  </a:lnTo>
                  <a:lnTo>
                    <a:pt x="384" y="973"/>
                  </a:lnTo>
                  <a:lnTo>
                    <a:pt x="286" y="482"/>
                  </a:lnTo>
                  <a:lnTo>
                    <a:pt x="197"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5"/>
            <p:cNvSpPr/>
            <p:nvPr/>
          </p:nvSpPr>
          <p:spPr>
            <a:xfrm>
              <a:off x="2008418" y="3174475"/>
              <a:ext cx="86380" cy="223777"/>
            </a:xfrm>
            <a:custGeom>
              <a:rect b="b" l="l" r="r" t="t"/>
              <a:pathLst>
                <a:path extrusionOk="0" h="974" w="376">
                  <a:moveTo>
                    <a:pt x="188" y="1"/>
                  </a:moveTo>
                  <a:lnTo>
                    <a:pt x="90" y="483"/>
                  </a:lnTo>
                  <a:lnTo>
                    <a:pt x="0" y="973"/>
                  </a:lnTo>
                  <a:lnTo>
                    <a:pt x="375" y="973"/>
                  </a:lnTo>
                  <a:lnTo>
                    <a:pt x="277" y="483"/>
                  </a:lnTo>
                  <a:lnTo>
                    <a:pt x="18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5"/>
            <p:cNvSpPr/>
            <p:nvPr/>
          </p:nvSpPr>
          <p:spPr>
            <a:xfrm>
              <a:off x="2104675" y="3326106"/>
              <a:ext cx="110962" cy="285120"/>
            </a:xfrm>
            <a:custGeom>
              <a:rect b="b" l="l" r="r" t="t"/>
              <a:pathLst>
                <a:path extrusionOk="0" h="1241" w="483">
                  <a:moveTo>
                    <a:pt x="242" y="1"/>
                  </a:moveTo>
                  <a:lnTo>
                    <a:pt x="126" y="625"/>
                  </a:lnTo>
                  <a:lnTo>
                    <a:pt x="1" y="1241"/>
                  </a:lnTo>
                  <a:lnTo>
                    <a:pt x="483" y="1241"/>
                  </a:lnTo>
                  <a:lnTo>
                    <a:pt x="358" y="625"/>
                  </a:lnTo>
                  <a:lnTo>
                    <a:pt x="242"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5"/>
            <p:cNvSpPr/>
            <p:nvPr/>
          </p:nvSpPr>
          <p:spPr>
            <a:xfrm>
              <a:off x="2330268" y="3266832"/>
              <a:ext cx="78110" cy="203099"/>
            </a:xfrm>
            <a:custGeom>
              <a:rect b="b" l="l" r="r" t="t"/>
              <a:pathLst>
                <a:path extrusionOk="0" h="884" w="340">
                  <a:moveTo>
                    <a:pt x="170" y="0"/>
                  </a:moveTo>
                  <a:lnTo>
                    <a:pt x="80" y="437"/>
                  </a:lnTo>
                  <a:lnTo>
                    <a:pt x="0" y="883"/>
                  </a:lnTo>
                  <a:lnTo>
                    <a:pt x="339" y="883"/>
                  </a:lnTo>
                  <a:lnTo>
                    <a:pt x="259" y="437"/>
                  </a:lnTo>
                  <a:lnTo>
                    <a:pt x="17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5"/>
            <p:cNvSpPr/>
            <p:nvPr/>
          </p:nvSpPr>
          <p:spPr>
            <a:xfrm>
              <a:off x="1496122" y="2854902"/>
              <a:ext cx="88218" cy="223547"/>
            </a:xfrm>
            <a:custGeom>
              <a:rect b="b" l="l" r="r" t="t"/>
              <a:pathLst>
                <a:path extrusionOk="0" h="973" w="384">
                  <a:moveTo>
                    <a:pt x="196" y="0"/>
                  </a:moveTo>
                  <a:lnTo>
                    <a:pt x="98" y="491"/>
                  </a:lnTo>
                  <a:lnTo>
                    <a:pt x="0" y="972"/>
                  </a:lnTo>
                  <a:lnTo>
                    <a:pt x="384" y="972"/>
                  </a:lnTo>
                  <a:lnTo>
                    <a:pt x="286" y="491"/>
                  </a:lnTo>
                  <a:lnTo>
                    <a:pt x="196"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5"/>
            <p:cNvSpPr/>
            <p:nvPr/>
          </p:nvSpPr>
          <p:spPr>
            <a:xfrm>
              <a:off x="1420312" y="2883390"/>
              <a:ext cx="57434" cy="147959"/>
            </a:xfrm>
            <a:custGeom>
              <a:rect b="b" l="l" r="r" t="t"/>
              <a:pathLst>
                <a:path extrusionOk="0" h="644" w="250">
                  <a:moveTo>
                    <a:pt x="125" y="1"/>
                  </a:moveTo>
                  <a:lnTo>
                    <a:pt x="63" y="322"/>
                  </a:lnTo>
                  <a:lnTo>
                    <a:pt x="0" y="643"/>
                  </a:lnTo>
                  <a:lnTo>
                    <a:pt x="250" y="643"/>
                  </a:lnTo>
                  <a:lnTo>
                    <a:pt x="187" y="322"/>
                  </a:lnTo>
                  <a:lnTo>
                    <a:pt x="125"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5"/>
            <p:cNvSpPr/>
            <p:nvPr/>
          </p:nvSpPr>
          <p:spPr>
            <a:xfrm>
              <a:off x="-102" y="3002397"/>
              <a:ext cx="442929" cy="707400"/>
            </a:xfrm>
            <a:custGeom>
              <a:rect b="b" l="l" r="r" t="t"/>
              <a:pathLst>
                <a:path extrusionOk="0" h="3079" w="1928">
                  <a:moveTo>
                    <a:pt x="1" y="0"/>
                  </a:moveTo>
                  <a:lnTo>
                    <a:pt x="1" y="3078"/>
                  </a:lnTo>
                  <a:lnTo>
                    <a:pt x="1928" y="3078"/>
                  </a:lnTo>
                  <a:lnTo>
                    <a:pt x="1928"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5"/>
            <p:cNvSpPr/>
            <p:nvPr/>
          </p:nvSpPr>
          <p:spPr>
            <a:xfrm>
              <a:off x="67668" y="3074077"/>
              <a:ext cx="55596" cy="98563"/>
            </a:xfrm>
            <a:custGeom>
              <a:rect b="b" l="l" r="r" t="t"/>
              <a:pathLst>
                <a:path extrusionOk="0" h="429" w="242">
                  <a:moveTo>
                    <a:pt x="0" y="1"/>
                  </a:moveTo>
                  <a:lnTo>
                    <a:pt x="0" y="429"/>
                  </a:lnTo>
                  <a:lnTo>
                    <a:pt x="241" y="429"/>
                  </a:lnTo>
                  <a:lnTo>
                    <a:pt x="24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5"/>
            <p:cNvSpPr/>
            <p:nvPr/>
          </p:nvSpPr>
          <p:spPr>
            <a:xfrm>
              <a:off x="190573" y="3172407"/>
              <a:ext cx="53528" cy="98792"/>
            </a:xfrm>
            <a:custGeom>
              <a:rect b="b" l="l" r="r" t="t"/>
              <a:pathLst>
                <a:path extrusionOk="0" h="430" w="233">
                  <a:moveTo>
                    <a:pt x="1" y="1"/>
                  </a:moveTo>
                  <a:lnTo>
                    <a:pt x="1" y="429"/>
                  </a:lnTo>
                  <a:lnTo>
                    <a:pt x="232" y="429"/>
                  </a:lnTo>
                  <a:lnTo>
                    <a:pt x="23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5"/>
            <p:cNvSpPr/>
            <p:nvPr/>
          </p:nvSpPr>
          <p:spPr>
            <a:xfrm>
              <a:off x="309343" y="3100727"/>
              <a:ext cx="55596" cy="98563"/>
            </a:xfrm>
            <a:custGeom>
              <a:rect b="b" l="l" r="r" t="t"/>
              <a:pathLst>
                <a:path extrusionOk="0" h="429" w="242">
                  <a:moveTo>
                    <a:pt x="1" y="1"/>
                  </a:moveTo>
                  <a:lnTo>
                    <a:pt x="1" y="429"/>
                  </a:lnTo>
                  <a:lnTo>
                    <a:pt x="242" y="429"/>
                  </a:lnTo>
                  <a:lnTo>
                    <a:pt x="24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5"/>
            <p:cNvSpPr/>
            <p:nvPr/>
          </p:nvSpPr>
          <p:spPr>
            <a:xfrm>
              <a:off x="47222" y="3285211"/>
              <a:ext cx="53299" cy="98563"/>
            </a:xfrm>
            <a:custGeom>
              <a:rect b="b" l="l" r="r" t="t"/>
              <a:pathLst>
                <a:path extrusionOk="0" h="429" w="232">
                  <a:moveTo>
                    <a:pt x="0" y="1"/>
                  </a:moveTo>
                  <a:lnTo>
                    <a:pt x="0" y="429"/>
                  </a:lnTo>
                  <a:lnTo>
                    <a:pt x="232" y="429"/>
                  </a:lnTo>
                  <a:lnTo>
                    <a:pt x="23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5"/>
            <p:cNvSpPr/>
            <p:nvPr/>
          </p:nvSpPr>
          <p:spPr>
            <a:xfrm>
              <a:off x="293032" y="3313929"/>
              <a:ext cx="55596" cy="98563"/>
            </a:xfrm>
            <a:custGeom>
              <a:rect b="b" l="l" r="r" t="t"/>
              <a:pathLst>
                <a:path extrusionOk="0" h="429" w="242">
                  <a:moveTo>
                    <a:pt x="1" y="0"/>
                  </a:moveTo>
                  <a:lnTo>
                    <a:pt x="1" y="429"/>
                  </a:lnTo>
                  <a:lnTo>
                    <a:pt x="241" y="429"/>
                  </a:lnTo>
                  <a:lnTo>
                    <a:pt x="24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5"/>
            <p:cNvSpPr/>
            <p:nvPr/>
          </p:nvSpPr>
          <p:spPr>
            <a:xfrm>
              <a:off x="139343" y="3481872"/>
              <a:ext cx="110962" cy="209302"/>
            </a:xfrm>
            <a:custGeom>
              <a:rect b="b" l="l" r="r" t="t"/>
              <a:pathLst>
                <a:path extrusionOk="0" h="911" w="483">
                  <a:moveTo>
                    <a:pt x="0" y="1"/>
                  </a:moveTo>
                  <a:lnTo>
                    <a:pt x="0" y="911"/>
                  </a:lnTo>
                  <a:lnTo>
                    <a:pt x="482" y="911"/>
                  </a:lnTo>
                  <a:lnTo>
                    <a:pt x="48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5"/>
            <p:cNvSpPr/>
            <p:nvPr/>
          </p:nvSpPr>
          <p:spPr>
            <a:xfrm>
              <a:off x="-102" y="2895796"/>
              <a:ext cx="498295" cy="106834"/>
            </a:xfrm>
            <a:custGeom>
              <a:rect b="b" l="l" r="r" t="t"/>
              <a:pathLst>
                <a:path extrusionOk="0" h="465" w="2169">
                  <a:moveTo>
                    <a:pt x="1" y="1"/>
                  </a:moveTo>
                  <a:lnTo>
                    <a:pt x="1" y="464"/>
                  </a:lnTo>
                  <a:lnTo>
                    <a:pt x="2169" y="464"/>
                  </a:lnTo>
                  <a:lnTo>
                    <a:pt x="17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5"/>
            <p:cNvSpPr/>
            <p:nvPr/>
          </p:nvSpPr>
          <p:spPr>
            <a:xfrm>
              <a:off x="-102" y="3579742"/>
              <a:ext cx="195045" cy="119700"/>
            </a:xfrm>
            <a:custGeom>
              <a:rect b="b" l="l" r="r" t="t"/>
              <a:pathLst>
                <a:path extrusionOk="0" h="521" w="849">
                  <a:moveTo>
                    <a:pt x="38" y="1"/>
                  </a:moveTo>
                  <a:cubicBezTo>
                    <a:pt x="15" y="1"/>
                    <a:pt x="1" y="3"/>
                    <a:pt x="1" y="3"/>
                  </a:cubicBezTo>
                  <a:lnTo>
                    <a:pt x="1" y="521"/>
                  </a:lnTo>
                  <a:lnTo>
                    <a:pt x="848" y="387"/>
                  </a:lnTo>
                  <a:cubicBezTo>
                    <a:pt x="792" y="250"/>
                    <a:pt x="688" y="218"/>
                    <a:pt x="603" y="218"/>
                  </a:cubicBezTo>
                  <a:cubicBezTo>
                    <a:pt x="527" y="218"/>
                    <a:pt x="465" y="244"/>
                    <a:pt x="465" y="244"/>
                  </a:cubicBezTo>
                  <a:cubicBezTo>
                    <a:pt x="438" y="180"/>
                    <a:pt x="379" y="167"/>
                    <a:pt x="336" y="167"/>
                  </a:cubicBezTo>
                  <a:cubicBezTo>
                    <a:pt x="308" y="167"/>
                    <a:pt x="286" y="173"/>
                    <a:pt x="286" y="173"/>
                  </a:cubicBezTo>
                  <a:cubicBezTo>
                    <a:pt x="233" y="20"/>
                    <a:pt x="102" y="1"/>
                    <a:pt x="3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5"/>
            <p:cNvSpPr/>
            <p:nvPr/>
          </p:nvSpPr>
          <p:spPr>
            <a:xfrm>
              <a:off x="2192891" y="3495656"/>
              <a:ext cx="192748" cy="119700"/>
            </a:xfrm>
            <a:custGeom>
              <a:rect b="b" l="l" r="r" t="t"/>
              <a:pathLst>
                <a:path extrusionOk="0" h="521" w="839">
                  <a:moveTo>
                    <a:pt x="36" y="1"/>
                  </a:moveTo>
                  <a:cubicBezTo>
                    <a:pt x="14" y="1"/>
                    <a:pt x="0" y="3"/>
                    <a:pt x="0" y="3"/>
                  </a:cubicBezTo>
                  <a:lnTo>
                    <a:pt x="0" y="521"/>
                  </a:lnTo>
                  <a:lnTo>
                    <a:pt x="839" y="387"/>
                  </a:lnTo>
                  <a:cubicBezTo>
                    <a:pt x="783" y="251"/>
                    <a:pt x="679" y="218"/>
                    <a:pt x="594" y="218"/>
                  </a:cubicBezTo>
                  <a:cubicBezTo>
                    <a:pt x="517" y="218"/>
                    <a:pt x="455" y="244"/>
                    <a:pt x="455" y="244"/>
                  </a:cubicBezTo>
                  <a:cubicBezTo>
                    <a:pt x="429" y="180"/>
                    <a:pt x="373" y="167"/>
                    <a:pt x="333" y="167"/>
                  </a:cubicBezTo>
                  <a:cubicBezTo>
                    <a:pt x="306" y="167"/>
                    <a:pt x="286" y="173"/>
                    <a:pt x="286" y="173"/>
                  </a:cubicBezTo>
                  <a:cubicBezTo>
                    <a:pt x="226" y="21"/>
                    <a:pt x="98" y="1"/>
                    <a:pt x="36"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5"/>
            <p:cNvSpPr/>
            <p:nvPr/>
          </p:nvSpPr>
          <p:spPr>
            <a:xfrm>
              <a:off x="403761" y="3459357"/>
              <a:ext cx="86151" cy="223776"/>
            </a:xfrm>
            <a:custGeom>
              <a:rect b="b" l="l" r="r" t="t"/>
              <a:pathLst>
                <a:path extrusionOk="0" h="974" w="375">
                  <a:moveTo>
                    <a:pt x="188" y="1"/>
                  </a:moveTo>
                  <a:lnTo>
                    <a:pt x="90" y="491"/>
                  </a:lnTo>
                  <a:lnTo>
                    <a:pt x="0" y="973"/>
                  </a:lnTo>
                  <a:lnTo>
                    <a:pt x="375" y="973"/>
                  </a:lnTo>
                  <a:lnTo>
                    <a:pt x="277" y="491"/>
                  </a:lnTo>
                  <a:lnTo>
                    <a:pt x="18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5"/>
            <p:cNvSpPr/>
            <p:nvPr/>
          </p:nvSpPr>
          <p:spPr>
            <a:xfrm>
              <a:off x="-102" y="1883317"/>
              <a:ext cx="57663" cy="293391"/>
            </a:xfrm>
            <a:custGeom>
              <a:rect b="b" l="l" r="r" t="t"/>
              <a:pathLst>
                <a:path extrusionOk="0" h="1277" w="251">
                  <a:moveTo>
                    <a:pt x="1" y="1"/>
                  </a:moveTo>
                  <a:lnTo>
                    <a:pt x="1" y="1276"/>
                  </a:lnTo>
                  <a:lnTo>
                    <a:pt x="251" y="1276"/>
                  </a:lnTo>
                  <a:lnTo>
                    <a:pt x="126" y="634"/>
                  </a:lnTo>
                  <a:lnTo>
                    <a:pt x="1"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5"/>
            <p:cNvSpPr/>
            <p:nvPr/>
          </p:nvSpPr>
          <p:spPr>
            <a:xfrm>
              <a:off x="-102" y="3434774"/>
              <a:ext cx="3312319" cy="484083"/>
            </a:xfrm>
            <a:custGeom>
              <a:rect b="b" l="l" r="r" t="t"/>
              <a:pathLst>
                <a:path extrusionOk="0" h="2107" w="14418">
                  <a:moveTo>
                    <a:pt x="11304" y="1"/>
                  </a:moveTo>
                  <a:lnTo>
                    <a:pt x="10064" y="679"/>
                  </a:lnTo>
                  <a:lnTo>
                    <a:pt x="6076" y="527"/>
                  </a:lnTo>
                  <a:lnTo>
                    <a:pt x="3534" y="804"/>
                  </a:lnTo>
                  <a:lnTo>
                    <a:pt x="1" y="1080"/>
                  </a:lnTo>
                  <a:lnTo>
                    <a:pt x="1" y="1535"/>
                  </a:lnTo>
                  <a:lnTo>
                    <a:pt x="1" y="2106"/>
                  </a:lnTo>
                  <a:lnTo>
                    <a:pt x="14417" y="2106"/>
                  </a:lnTo>
                  <a:lnTo>
                    <a:pt x="13704" y="1196"/>
                  </a:lnTo>
                  <a:lnTo>
                    <a:pt x="12098" y="893"/>
                  </a:lnTo>
                  <a:lnTo>
                    <a:pt x="1130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5"/>
            <p:cNvSpPr/>
            <p:nvPr/>
          </p:nvSpPr>
          <p:spPr>
            <a:xfrm>
              <a:off x="741922" y="3433166"/>
              <a:ext cx="108894" cy="36760"/>
            </a:xfrm>
            <a:custGeom>
              <a:rect b="b" l="l" r="r" t="t"/>
              <a:pathLst>
                <a:path extrusionOk="0" h="160" w="474">
                  <a:moveTo>
                    <a:pt x="191" y="1"/>
                  </a:moveTo>
                  <a:cubicBezTo>
                    <a:pt x="81" y="1"/>
                    <a:pt x="0" y="61"/>
                    <a:pt x="0" y="61"/>
                  </a:cubicBezTo>
                  <a:lnTo>
                    <a:pt x="0" y="159"/>
                  </a:lnTo>
                  <a:lnTo>
                    <a:pt x="473" y="159"/>
                  </a:lnTo>
                  <a:cubicBezTo>
                    <a:pt x="377" y="36"/>
                    <a:pt x="275" y="1"/>
                    <a:pt x="19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5"/>
            <p:cNvSpPr/>
            <p:nvPr/>
          </p:nvSpPr>
          <p:spPr>
            <a:xfrm>
              <a:off x="922259" y="3406056"/>
              <a:ext cx="272695" cy="63871"/>
            </a:xfrm>
            <a:custGeom>
              <a:rect b="b" l="l" r="r" t="t"/>
              <a:pathLst>
                <a:path extrusionOk="0" h="278" w="1187">
                  <a:moveTo>
                    <a:pt x="598" y="1"/>
                  </a:moveTo>
                  <a:cubicBezTo>
                    <a:pt x="375" y="1"/>
                    <a:pt x="268" y="197"/>
                    <a:pt x="268" y="197"/>
                  </a:cubicBezTo>
                  <a:cubicBezTo>
                    <a:pt x="234" y="181"/>
                    <a:pt x="203" y="175"/>
                    <a:pt x="175" y="175"/>
                  </a:cubicBezTo>
                  <a:cubicBezTo>
                    <a:pt x="63" y="175"/>
                    <a:pt x="0" y="277"/>
                    <a:pt x="0" y="277"/>
                  </a:cubicBezTo>
                  <a:lnTo>
                    <a:pt x="1187" y="277"/>
                  </a:lnTo>
                  <a:cubicBezTo>
                    <a:pt x="1143" y="174"/>
                    <a:pt x="1046" y="153"/>
                    <a:pt x="977" y="153"/>
                  </a:cubicBezTo>
                  <a:cubicBezTo>
                    <a:pt x="933" y="153"/>
                    <a:pt x="901" y="161"/>
                    <a:pt x="901" y="161"/>
                  </a:cubicBezTo>
                  <a:cubicBezTo>
                    <a:pt x="901" y="161"/>
                    <a:pt x="821" y="1"/>
                    <a:pt x="59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5"/>
            <p:cNvSpPr/>
            <p:nvPr/>
          </p:nvSpPr>
          <p:spPr>
            <a:xfrm>
              <a:off x="1809703" y="3445113"/>
              <a:ext cx="270628" cy="61573"/>
            </a:xfrm>
            <a:custGeom>
              <a:rect b="b" l="l" r="r" t="t"/>
              <a:pathLst>
                <a:path extrusionOk="0" h="268" w="1178">
                  <a:moveTo>
                    <a:pt x="598" y="0"/>
                  </a:moveTo>
                  <a:cubicBezTo>
                    <a:pt x="375" y="0"/>
                    <a:pt x="268" y="197"/>
                    <a:pt x="268" y="197"/>
                  </a:cubicBezTo>
                  <a:cubicBezTo>
                    <a:pt x="230" y="180"/>
                    <a:pt x="197" y="173"/>
                    <a:pt x="167" y="173"/>
                  </a:cubicBezTo>
                  <a:cubicBezTo>
                    <a:pt x="56" y="173"/>
                    <a:pt x="0" y="268"/>
                    <a:pt x="0" y="268"/>
                  </a:cubicBezTo>
                  <a:lnTo>
                    <a:pt x="1178" y="268"/>
                  </a:lnTo>
                  <a:cubicBezTo>
                    <a:pt x="1138" y="165"/>
                    <a:pt x="1031" y="146"/>
                    <a:pt x="960" y="146"/>
                  </a:cubicBezTo>
                  <a:cubicBezTo>
                    <a:pt x="921" y="146"/>
                    <a:pt x="892" y="152"/>
                    <a:pt x="892" y="152"/>
                  </a:cubicBezTo>
                  <a:cubicBezTo>
                    <a:pt x="892" y="152"/>
                    <a:pt x="812" y="0"/>
                    <a:pt x="598"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5"/>
            <p:cNvSpPr/>
            <p:nvPr/>
          </p:nvSpPr>
          <p:spPr>
            <a:xfrm>
              <a:off x="1104664" y="3455222"/>
              <a:ext cx="225600" cy="51464"/>
            </a:xfrm>
            <a:custGeom>
              <a:rect b="b" l="l" r="r" t="t"/>
              <a:pathLst>
                <a:path extrusionOk="0" h="224" w="982">
                  <a:moveTo>
                    <a:pt x="491" y="1"/>
                  </a:moveTo>
                  <a:cubicBezTo>
                    <a:pt x="313" y="1"/>
                    <a:pt x="214" y="162"/>
                    <a:pt x="214" y="162"/>
                  </a:cubicBezTo>
                  <a:cubicBezTo>
                    <a:pt x="186" y="149"/>
                    <a:pt x="160" y="144"/>
                    <a:pt x="137" y="144"/>
                  </a:cubicBezTo>
                  <a:cubicBezTo>
                    <a:pt x="46" y="144"/>
                    <a:pt x="0" y="224"/>
                    <a:pt x="0" y="224"/>
                  </a:cubicBezTo>
                  <a:lnTo>
                    <a:pt x="982" y="224"/>
                  </a:lnTo>
                  <a:cubicBezTo>
                    <a:pt x="944" y="144"/>
                    <a:pt x="865" y="128"/>
                    <a:pt x="808" y="128"/>
                  </a:cubicBezTo>
                  <a:cubicBezTo>
                    <a:pt x="769" y="128"/>
                    <a:pt x="741" y="135"/>
                    <a:pt x="741" y="135"/>
                  </a:cubicBezTo>
                  <a:cubicBezTo>
                    <a:pt x="741" y="135"/>
                    <a:pt x="678" y="1"/>
                    <a:pt x="49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5"/>
            <p:cNvSpPr/>
            <p:nvPr/>
          </p:nvSpPr>
          <p:spPr>
            <a:xfrm>
              <a:off x="-102" y="3434774"/>
              <a:ext cx="3312319" cy="484083"/>
            </a:xfrm>
            <a:custGeom>
              <a:rect b="b" l="l" r="r" t="t"/>
              <a:pathLst>
                <a:path extrusionOk="0" h="2107" w="14418">
                  <a:moveTo>
                    <a:pt x="11304" y="1"/>
                  </a:moveTo>
                  <a:lnTo>
                    <a:pt x="10064" y="679"/>
                  </a:lnTo>
                  <a:lnTo>
                    <a:pt x="6076" y="527"/>
                  </a:lnTo>
                  <a:lnTo>
                    <a:pt x="3534" y="804"/>
                  </a:lnTo>
                  <a:lnTo>
                    <a:pt x="1" y="1080"/>
                  </a:lnTo>
                  <a:lnTo>
                    <a:pt x="1" y="1535"/>
                  </a:lnTo>
                  <a:lnTo>
                    <a:pt x="429" y="1392"/>
                  </a:lnTo>
                  <a:lnTo>
                    <a:pt x="688" y="1366"/>
                  </a:lnTo>
                  <a:cubicBezTo>
                    <a:pt x="688" y="1366"/>
                    <a:pt x="1022" y="1498"/>
                    <a:pt x="1137" y="1498"/>
                  </a:cubicBezTo>
                  <a:cubicBezTo>
                    <a:pt x="1152" y="1498"/>
                    <a:pt x="1163" y="1496"/>
                    <a:pt x="1170" y="1491"/>
                  </a:cubicBezTo>
                  <a:cubicBezTo>
                    <a:pt x="1223" y="1446"/>
                    <a:pt x="1312" y="1366"/>
                    <a:pt x="1312" y="1366"/>
                  </a:cubicBezTo>
                  <a:lnTo>
                    <a:pt x="1758" y="1214"/>
                  </a:lnTo>
                  <a:lnTo>
                    <a:pt x="3337" y="1214"/>
                  </a:lnTo>
                  <a:cubicBezTo>
                    <a:pt x="3337" y="1214"/>
                    <a:pt x="3712" y="1160"/>
                    <a:pt x="3935" y="1116"/>
                  </a:cubicBezTo>
                  <a:cubicBezTo>
                    <a:pt x="4167" y="1080"/>
                    <a:pt x="4470" y="1036"/>
                    <a:pt x="4470" y="1036"/>
                  </a:cubicBezTo>
                  <a:lnTo>
                    <a:pt x="5014" y="1036"/>
                  </a:lnTo>
                  <a:lnTo>
                    <a:pt x="5362" y="982"/>
                  </a:lnTo>
                  <a:lnTo>
                    <a:pt x="5969" y="786"/>
                  </a:lnTo>
                  <a:lnTo>
                    <a:pt x="6219" y="786"/>
                  </a:lnTo>
                  <a:lnTo>
                    <a:pt x="6790" y="1196"/>
                  </a:lnTo>
                  <a:cubicBezTo>
                    <a:pt x="6790" y="1196"/>
                    <a:pt x="6995" y="1089"/>
                    <a:pt x="7031" y="1053"/>
                  </a:cubicBezTo>
                  <a:cubicBezTo>
                    <a:pt x="7057" y="1018"/>
                    <a:pt x="8369" y="982"/>
                    <a:pt x="8369" y="982"/>
                  </a:cubicBezTo>
                  <a:lnTo>
                    <a:pt x="8851" y="929"/>
                  </a:lnTo>
                  <a:lnTo>
                    <a:pt x="9645" y="1116"/>
                  </a:lnTo>
                  <a:lnTo>
                    <a:pt x="9868" y="1116"/>
                  </a:lnTo>
                  <a:cubicBezTo>
                    <a:pt x="9868" y="1116"/>
                    <a:pt x="10135" y="1107"/>
                    <a:pt x="10287" y="1036"/>
                  </a:cubicBezTo>
                  <a:cubicBezTo>
                    <a:pt x="10447" y="973"/>
                    <a:pt x="10394" y="964"/>
                    <a:pt x="10572" y="786"/>
                  </a:cubicBezTo>
                  <a:cubicBezTo>
                    <a:pt x="10653" y="705"/>
                    <a:pt x="10720" y="683"/>
                    <a:pt x="10768" y="683"/>
                  </a:cubicBezTo>
                  <a:cubicBezTo>
                    <a:pt x="10826" y="683"/>
                    <a:pt x="10858" y="714"/>
                    <a:pt x="10858" y="714"/>
                  </a:cubicBezTo>
                  <a:lnTo>
                    <a:pt x="11161" y="527"/>
                  </a:lnTo>
                  <a:lnTo>
                    <a:pt x="11161" y="313"/>
                  </a:lnTo>
                  <a:lnTo>
                    <a:pt x="11455" y="447"/>
                  </a:lnTo>
                  <a:lnTo>
                    <a:pt x="11491" y="598"/>
                  </a:lnTo>
                  <a:lnTo>
                    <a:pt x="11536" y="786"/>
                  </a:lnTo>
                  <a:cubicBezTo>
                    <a:pt x="11536" y="786"/>
                    <a:pt x="11491" y="857"/>
                    <a:pt x="11598" y="893"/>
                  </a:cubicBezTo>
                  <a:cubicBezTo>
                    <a:pt x="11705" y="920"/>
                    <a:pt x="11777" y="982"/>
                    <a:pt x="11777" y="982"/>
                  </a:cubicBezTo>
                  <a:lnTo>
                    <a:pt x="11777" y="1143"/>
                  </a:lnTo>
                  <a:lnTo>
                    <a:pt x="11982" y="1276"/>
                  </a:lnTo>
                  <a:lnTo>
                    <a:pt x="12535" y="1276"/>
                  </a:lnTo>
                  <a:lnTo>
                    <a:pt x="12936" y="1312"/>
                  </a:lnTo>
                  <a:cubicBezTo>
                    <a:pt x="12936" y="1312"/>
                    <a:pt x="12951" y="1306"/>
                    <a:pt x="12974" y="1306"/>
                  </a:cubicBezTo>
                  <a:cubicBezTo>
                    <a:pt x="13006" y="1306"/>
                    <a:pt x="13054" y="1318"/>
                    <a:pt x="13106" y="1375"/>
                  </a:cubicBezTo>
                  <a:cubicBezTo>
                    <a:pt x="13186" y="1464"/>
                    <a:pt x="13177" y="1535"/>
                    <a:pt x="13284" y="1535"/>
                  </a:cubicBezTo>
                  <a:lnTo>
                    <a:pt x="13472" y="1535"/>
                  </a:lnTo>
                  <a:lnTo>
                    <a:pt x="14417" y="2106"/>
                  </a:lnTo>
                  <a:lnTo>
                    <a:pt x="13704" y="1196"/>
                  </a:lnTo>
                  <a:lnTo>
                    <a:pt x="12098" y="893"/>
                  </a:lnTo>
                  <a:lnTo>
                    <a:pt x="11304" y="1"/>
                  </a:lnTo>
                  <a:close/>
                  <a:moveTo>
                    <a:pt x="14417" y="2106"/>
                  </a:moveTo>
                  <a:lnTo>
                    <a:pt x="14417" y="2106"/>
                  </a:lnTo>
                  <a:lnTo>
                    <a:pt x="14417" y="2106"/>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5"/>
            <p:cNvSpPr/>
            <p:nvPr/>
          </p:nvSpPr>
          <p:spPr>
            <a:xfrm>
              <a:off x="-102" y="3717589"/>
              <a:ext cx="1836731" cy="201261"/>
            </a:xfrm>
            <a:custGeom>
              <a:rect b="b" l="l" r="r" t="t"/>
              <a:pathLst>
                <a:path extrusionOk="0" h="876" w="7995">
                  <a:moveTo>
                    <a:pt x="5501" y="1"/>
                  </a:moveTo>
                  <a:cubicBezTo>
                    <a:pt x="5473" y="1"/>
                    <a:pt x="5466" y="51"/>
                    <a:pt x="5457" y="51"/>
                  </a:cubicBezTo>
                  <a:cubicBezTo>
                    <a:pt x="5455" y="51"/>
                    <a:pt x="5454" y="49"/>
                    <a:pt x="5452" y="45"/>
                  </a:cubicBezTo>
                  <a:cubicBezTo>
                    <a:pt x="5451" y="43"/>
                    <a:pt x="5449" y="42"/>
                    <a:pt x="5445" y="42"/>
                  </a:cubicBezTo>
                  <a:cubicBezTo>
                    <a:pt x="5401" y="42"/>
                    <a:pt x="5131" y="246"/>
                    <a:pt x="5014" y="304"/>
                  </a:cubicBezTo>
                  <a:cubicBezTo>
                    <a:pt x="4919" y="348"/>
                    <a:pt x="4044" y="423"/>
                    <a:pt x="3563" y="423"/>
                  </a:cubicBezTo>
                  <a:cubicBezTo>
                    <a:pt x="3460" y="423"/>
                    <a:pt x="3375" y="419"/>
                    <a:pt x="3319" y="411"/>
                  </a:cubicBezTo>
                  <a:cubicBezTo>
                    <a:pt x="3289" y="407"/>
                    <a:pt x="3256" y="405"/>
                    <a:pt x="3222" y="405"/>
                  </a:cubicBezTo>
                  <a:cubicBezTo>
                    <a:pt x="2921" y="405"/>
                    <a:pt x="2526" y="563"/>
                    <a:pt x="2526" y="563"/>
                  </a:cubicBezTo>
                  <a:lnTo>
                    <a:pt x="1928" y="688"/>
                  </a:lnTo>
                  <a:lnTo>
                    <a:pt x="1401" y="759"/>
                  </a:lnTo>
                  <a:lnTo>
                    <a:pt x="1223" y="759"/>
                  </a:lnTo>
                  <a:lnTo>
                    <a:pt x="1" y="875"/>
                  </a:lnTo>
                  <a:lnTo>
                    <a:pt x="7994" y="875"/>
                  </a:lnTo>
                  <a:lnTo>
                    <a:pt x="7450" y="741"/>
                  </a:lnTo>
                  <a:lnTo>
                    <a:pt x="7164" y="688"/>
                  </a:lnTo>
                  <a:cubicBezTo>
                    <a:pt x="7164" y="688"/>
                    <a:pt x="6879" y="616"/>
                    <a:pt x="6763" y="616"/>
                  </a:cubicBezTo>
                  <a:cubicBezTo>
                    <a:pt x="6656" y="616"/>
                    <a:pt x="6433" y="688"/>
                    <a:pt x="6433" y="688"/>
                  </a:cubicBezTo>
                  <a:lnTo>
                    <a:pt x="6183" y="634"/>
                  </a:lnTo>
                  <a:lnTo>
                    <a:pt x="5791" y="411"/>
                  </a:lnTo>
                  <a:cubicBezTo>
                    <a:pt x="5791" y="411"/>
                    <a:pt x="5648" y="161"/>
                    <a:pt x="5559" y="45"/>
                  </a:cubicBezTo>
                  <a:cubicBezTo>
                    <a:pt x="5533" y="12"/>
                    <a:pt x="5515" y="1"/>
                    <a:pt x="5501" y="1"/>
                  </a:cubicBez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5"/>
            <p:cNvSpPr/>
            <p:nvPr/>
          </p:nvSpPr>
          <p:spPr>
            <a:xfrm>
              <a:off x="2160039" y="3770889"/>
              <a:ext cx="881493" cy="147959"/>
            </a:xfrm>
            <a:custGeom>
              <a:rect b="b" l="l" r="r" t="t"/>
              <a:pathLst>
                <a:path extrusionOk="0" h="644" w="3837">
                  <a:moveTo>
                    <a:pt x="1366" y="1"/>
                  </a:moveTo>
                  <a:lnTo>
                    <a:pt x="1" y="643"/>
                  </a:lnTo>
                  <a:lnTo>
                    <a:pt x="3837" y="643"/>
                  </a:lnTo>
                  <a:lnTo>
                    <a:pt x="3248" y="331"/>
                  </a:lnTo>
                  <a:lnTo>
                    <a:pt x="3114" y="286"/>
                  </a:lnTo>
                  <a:lnTo>
                    <a:pt x="2383" y="277"/>
                  </a:lnTo>
                  <a:cubicBezTo>
                    <a:pt x="2383" y="277"/>
                    <a:pt x="2219" y="169"/>
                    <a:pt x="2147" y="169"/>
                  </a:cubicBezTo>
                  <a:cubicBezTo>
                    <a:pt x="2142" y="169"/>
                    <a:pt x="2137" y="169"/>
                    <a:pt x="2133" y="170"/>
                  </a:cubicBezTo>
                  <a:cubicBezTo>
                    <a:pt x="2123" y="172"/>
                    <a:pt x="2113" y="172"/>
                    <a:pt x="2102" y="172"/>
                  </a:cubicBezTo>
                  <a:cubicBezTo>
                    <a:pt x="2060" y="172"/>
                    <a:pt x="2009" y="164"/>
                    <a:pt x="1961" y="164"/>
                  </a:cubicBezTo>
                  <a:cubicBezTo>
                    <a:pt x="1940" y="164"/>
                    <a:pt x="1919" y="166"/>
                    <a:pt x="1901" y="170"/>
                  </a:cubicBezTo>
                  <a:cubicBezTo>
                    <a:pt x="1897" y="171"/>
                    <a:pt x="1892" y="171"/>
                    <a:pt x="1888" y="171"/>
                  </a:cubicBezTo>
                  <a:cubicBezTo>
                    <a:pt x="1821" y="171"/>
                    <a:pt x="1758" y="108"/>
                    <a:pt x="1758" y="108"/>
                  </a:cubicBezTo>
                  <a:lnTo>
                    <a:pt x="145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1" name="Google Shape;2451;p45"/>
          <p:cNvSpPr txBox="1"/>
          <p:nvPr>
            <p:ph type="ctrTitle"/>
          </p:nvPr>
        </p:nvSpPr>
        <p:spPr>
          <a:xfrm>
            <a:off x="2307650" y="557775"/>
            <a:ext cx="4528800" cy="2177700"/>
          </a:xfrm>
          <a:prstGeom prst="rect">
            <a:avLst/>
          </a:prstGeom>
        </p:spPr>
        <p:txBody>
          <a:bodyPr anchorCtr="0" anchor="b" bIns="91425" lIns="91425" spcFirstLastPara="1" rIns="91425" wrap="square" tIns="91425">
            <a:noAutofit/>
          </a:bodyPr>
          <a:lstStyle>
            <a:lvl1pPr lvl="0" algn="ctr">
              <a:lnSpc>
                <a:spcPct val="90000"/>
              </a:lnSpc>
              <a:spcBef>
                <a:spcPts val="0"/>
              </a:spcBef>
              <a:spcAft>
                <a:spcPts val="0"/>
              </a:spcAft>
              <a:buSzPts val="5200"/>
              <a:buNone/>
              <a:defRPr sz="60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2452" name="Google Shape;2452;p45"/>
          <p:cNvSpPr txBox="1"/>
          <p:nvPr>
            <p:ph idx="1" type="subTitle"/>
          </p:nvPr>
        </p:nvSpPr>
        <p:spPr>
          <a:xfrm>
            <a:off x="2307550" y="2591825"/>
            <a:ext cx="4528800" cy="475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453" name="Shape 2453"/>
        <p:cNvGrpSpPr/>
        <p:nvPr/>
      </p:nvGrpSpPr>
      <p:grpSpPr>
        <a:xfrm>
          <a:off x="0" y="0"/>
          <a:ext cx="0" cy="0"/>
          <a:chOff x="0" y="0"/>
          <a:chExt cx="0" cy="0"/>
        </a:xfrm>
      </p:grpSpPr>
      <p:grpSp>
        <p:nvGrpSpPr>
          <p:cNvPr id="2454" name="Google Shape;2454;p46"/>
          <p:cNvGrpSpPr/>
          <p:nvPr/>
        </p:nvGrpSpPr>
        <p:grpSpPr>
          <a:xfrm flipH="1">
            <a:off x="5450022" y="533274"/>
            <a:ext cx="1459252" cy="1306586"/>
            <a:chOff x="-1060420" y="-1293523"/>
            <a:chExt cx="4335270" cy="4271283"/>
          </a:xfrm>
        </p:grpSpPr>
        <p:sp>
          <p:nvSpPr>
            <p:cNvPr id="2455" name="Google Shape;2455;p46"/>
            <p:cNvSpPr/>
            <p:nvPr/>
          </p:nvSpPr>
          <p:spPr>
            <a:xfrm rot="-1453189">
              <a:off x="-701967" y="-644389"/>
              <a:ext cx="3618363" cy="2973015"/>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6"/>
            <p:cNvSpPr/>
            <p:nvPr/>
          </p:nvSpPr>
          <p:spPr>
            <a:xfrm rot="-1453179">
              <a:off x="-427456" y="-119118"/>
              <a:ext cx="2182302" cy="2017081"/>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7" name="Google Shape;2457;p46"/>
          <p:cNvGrpSpPr/>
          <p:nvPr/>
        </p:nvGrpSpPr>
        <p:grpSpPr>
          <a:xfrm flipH="1">
            <a:off x="6541668" y="-480735"/>
            <a:ext cx="2756067" cy="2115374"/>
            <a:chOff x="-675270" y="-663276"/>
            <a:chExt cx="3564955" cy="3010780"/>
          </a:xfrm>
        </p:grpSpPr>
        <p:sp>
          <p:nvSpPr>
            <p:cNvPr id="2458" name="Google Shape;2458;p46"/>
            <p:cNvSpPr/>
            <p:nvPr/>
          </p:nvSpPr>
          <p:spPr>
            <a:xfrm>
              <a:off x="-675270" y="-663276"/>
              <a:ext cx="3564955" cy="3010780"/>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6"/>
            <p:cNvSpPr/>
            <p:nvPr/>
          </p:nvSpPr>
          <p:spPr>
            <a:xfrm>
              <a:off x="-394641" y="-320127"/>
              <a:ext cx="2150090" cy="2042707"/>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60" name="Google Shape;2460;p46"/>
          <p:cNvSpPr/>
          <p:nvPr/>
        </p:nvSpPr>
        <p:spPr>
          <a:xfrm>
            <a:off x="0" y="1153675"/>
            <a:ext cx="9144017" cy="3989753"/>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61" name="Google Shape;2461;p46"/>
          <p:cNvGrpSpPr/>
          <p:nvPr/>
        </p:nvGrpSpPr>
        <p:grpSpPr>
          <a:xfrm>
            <a:off x="4687471" y="2856122"/>
            <a:ext cx="4978898" cy="2287219"/>
            <a:chOff x="3941272" y="2174315"/>
            <a:chExt cx="694107" cy="322470"/>
          </a:xfrm>
        </p:grpSpPr>
        <p:sp>
          <p:nvSpPr>
            <p:cNvPr id="2462" name="Google Shape;2462;p46"/>
            <p:cNvSpPr/>
            <p:nvPr/>
          </p:nvSpPr>
          <p:spPr>
            <a:xfrm>
              <a:off x="3941272" y="2269259"/>
              <a:ext cx="624456" cy="227524"/>
            </a:xfrm>
            <a:custGeom>
              <a:rect b="b" l="l" r="r" t="t"/>
              <a:pathLst>
                <a:path extrusionOk="0" h="6264" w="17192">
                  <a:moveTo>
                    <a:pt x="17192" y="1"/>
                  </a:moveTo>
                  <a:lnTo>
                    <a:pt x="14453" y="1178"/>
                  </a:lnTo>
                  <a:lnTo>
                    <a:pt x="13008" y="2454"/>
                  </a:lnTo>
                  <a:lnTo>
                    <a:pt x="10626" y="2989"/>
                  </a:lnTo>
                  <a:lnTo>
                    <a:pt x="9600" y="3364"/>
                  </a:lnTo>
                  <a:lnTo>
                    <a:pt x="7655" y="3569"/>
                  </a:lnTo>
                  <a:lnTo>
                    <a:pt x="6290" y="4648"/>
                  </a:lnTo>
                  <a:lnTo>
                    <a:pt x="2499" y="5103"/>
                  </a:lnTo>
                  <a:lnTo>
                    <a:pt x="1" y="6263"/>
                  </a:lnTo>
                  <a:lnTo>
                    <a:pt x="17192" y="6263"/>
                  </a:lnTo>
                  <a:lnTo>
                    <a:pt x="1719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6"/>
            <p:cNvSpPr/>
            <p:nvPr/>
          </p:nvSpPr>
          <p:spPr>
            <a:xfrm>
              <a:off x="4064111" y="2380402"/>
              <a:ext cx="501614" cy="116377"/>
            </a:xfrm>
            <a:custGeom>
              <a:rect b="b" l="l" r="r" t="t"/>
              <a:pathLst>
                <a:path extrusionOk="0" h="3204" w="13810">
                  <a:moveTo>
                    <a:pt x="12249" y="0"/>
                  </a:moveTo>
                  <a:lnTo>
                    <a:pt x="10268" y="250"/>
                  </a:lnTo>
                  <a:lnTo>
                    <a:pt x="7565" y="616"/>
                  </a:lnTo>
                  <a:lnTo>
                    <a:pt x="5647" y="1472"/>
                  </a:lnTo>
                  <a:lnTo>
                    <a:pt x="1133" y="2427"/>
                  </a:lnTo>
                  <a:lnTo>
                    <a:pt x="0" y="3203"/>
                  </a:lnTo>
                  <a:lnTo>
                    <a:pt x="3229" y="3203"/>
                  </a:lnTo>
                  <a:lnTo>
                    <a:pt x="5219" y="2704"/>
                  </a:lnTo>
                  <a:lnTo>
                    <a:pt x="6637" y="1927"/>
                  </a:lnTo>
                  <a:lnTo>
                    <a:pt x="7333" y="1687"/>
                  </a:lnTo>
                  <a:lnTo>
                    <a:pt x="7815" y="1472"/>
                  </a:lnTo>
                  <a:lnTo>
                    <a:pt x="9260" y="1954"/>
                  </a:lnTo>
                  <a:lnTo>
                    <a:pt x="10438" y="1838"/>
                  </a:lnTo>
                  <a:lnTo>
                    <a:pt x="10812" y="1767"/>
                  </a:lnTo>
                  <a:lnTo>
                    <a:pt x="11597" y="1472"/>
                  </a:lnTo>
                  <a:lnTo>
                    <a:pt x="13810" y="1562"/>
                  </a:lnTo>
                  <a:lnTo>
                    <a:pt x="13810" y="0"/>
                  </a:lnTo>
                  <a:lnTo>
                    <a:pt x="12989" y="72"/>
                  </a:lnTo>
                  <a:lnTo>
                    <a:pt x="1224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6"/>
            <p:cNvSpPr/>
            <p:nvPr/>
          </p:nvSpPr>
          <p:spPr>
            <a:xfrm>
              <a:off x="3941272" y="2269259"/>
              <a:ext cx="624456" cy="227524"/>
            </a:xfrm>
            <a:custGeom>
              <a:rect b="b" l="l" r="r" t="t"/>
              <a:pathLst>
                <a:path extrusionOk="0" h="6264" w="17192">
                  <a:moveTo>
                    <a:pt x="17192" y="1"/>
                  </a:moveTo>
                  <a:lnTo>
                    <a:pt x="14453" y="1178"/>
                  </a:lnTo>
                  <a:lnTo>
                    <a:pt x="13008" y="2454"/>
                  </a:lnTo>
                  <a:lnTo>
                    <a:pt x="10626" y="2989"/>
                  </a:lnTo>
                  <a:lnTo>
                    <a:pt x="9600" y="3364"/>
                  </a:lnTo>
                  <a:lnTo>
                    <a:pt x="7655" y="3569"/>
                  </a:lnTo>
                  <a:lnTo>
                    <a:pt x="6290" y="4648"/>
                  </a:lnTo>
                  <a:lnTo>
                    <a:pt x="2499" y="5103"/>
                  </a:lnTo>
                  <a:lnTo>
                    <a:pt x="1" y="6263"/>
                  </a:lnTo>
                  <a:lnTo>
                    <a:pt x="3614" y="6263"/>
                  </a:lnTo>
                  <a:lnTo>
                    <a:pt x="7718" y="5701"/>
                  </a:lnTo>
                  <a:lnTo>
                    <a:pt x="10947" y="4354"/>
                  </a:lnTo>
                  <a:lnTo>
                    <a:pt x="13632" y="4604"/>
                  </a:lnTo>
                  <a:lnTo>
                    <a:pt x="14819" y="4229"/>
                  </a:lnTo>
                  <a:lnTo>
                    <a:pt x="17192" y="4622"/>
                  </a:lnTo>
                  <a:lnTo>
                    <a:pt x="1719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6"/>
            <p:cNvSpPr/>
            <p:nvPr/>
          </p:nvSpPr>
          <p:spPr>
            <a:xfrm>
              <a:off x="4072501" y="2392061"/>
              <a:ext cx="493223" cy="104718"/>
            </a:xfrm>
            <a:custGeom>
              <a:rect b="b" l="l" r="r" t="t"/>
              <a:pathLst>
                <a:path extrusionOk="0" h="2883" w="13579">
                  <a:moveTo>
                    <a:pt x="13579" y="1"/>
                  </a:moveTo>
                  <a:lnTo>
                    <a:pt x="12392" y="357"/>
                  </a:lnTo>
                  <a:lnTo>
                    <a:pt x="11108" y="250"/>
                  </a:lnTo>
                  <a:lnTo>
                    <a:pt x="9100" y="848"/>
                  </a:lnTo>
                  <a:lnTo>
                    <a:pt x="7013" y="536"/>
                  </a:lnTo>
                  <a:lnTo>
                    <a:pt x="5354" y="1473"/>
                  </a:lnTo>
                  <a:lnTo>
                    <a:pt x="4105" y="2052"/>
                  </a:lnTo>
                  <a:lnTo>
                    <a:pt x="2499" y="2052"/>
                  </a:lnTo>
                  <a:lnTo>
                    <a:pt x="1" y="2882"/>
                  </a:lnTo>
                  <a:lnTo>
                    <a:pt x="4105" y="2320"/>
                  </a:lnTo>
                  <a:lnTo>
                    <a:pt x="7334" y="973"/>
                  </a:lnTo>
                  <a:lnTo>
                    <a:pt x="10019" y="1223"/>
                  </a:lnTo>
                  <a:lnTo>
                    <a:pt x="11206" y="848"/>
                  </a:lnTo>
                  <a:lnTo>
                    <a:pt x="13579" y="1241"/>
                  </a:lnTo>
                  <a:lnTo>
                    <a:pt x="1357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6"/>
            <p:cNvSpPr/>
            <p:nvPr/>
          </p:nvSpPr>
          <p:spPr>
            <a:xfrm>
              <a:off x="4314874" y="2449413"/>
              <a:ext cx="207765" cy="47365"/>
            </a:xfrm>
            <a:custGeom>
              <a:rect b="b" l="l" r="r" t="t"/>
              <a:pathLst>
                <a:path extrusionOk="0" h="1304" w="5720">
                  <a:moveTo>
                    <a:pt x="188" y="375"/>
                  </a:moveTo>
                  <a:lnTo>
                    <a:pt x="1" y="1303"/>
                  </a:lnTo>
                  <a:lnTo>
                    <a:pt x="304" y="1303"/>
                  </a:lnTo>
                  <a:lnTo>
                    <a:pt x="188" y="375"/>
                  </a:lnTo>
                  <a:close/>
                  <a:moveTo>
                    <a:pt x="4533" y="1"/>
                  </a:moveTo>
                  <a:lnTo>
                    <a:pt x="4167" y="1303"/>
                  </a:lnTo>
                  <a:lnTo>
                    <a:pt x="5719" y="1303"/>
                  </a:lnTo>
                  <a:lnTo>
                    <a:pt x="4845" y="857"/>
                  </a:lnTo>
                  <a:lnTo>
                    <a:pt x="4533"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6"/>
            <p:cNvSpPr/>
            <p:nvPr/>
          </p:nvSpPr>
          <p:spPr>
            <a:xfrm>
              <a:off x="4120809" y="2209002"/>
              <a:ext cx="444914" cy="22048"/>
            </a:xfrm>
            <a:custGeom>
              <a:rect b="b" l="l" r="r" t="t"/>
              <a:pathLst>
                <a:path extrusionOk="0" h="607" w="12249">
                  <a:moveTo>
                    <a:pt x="0" y="0"/>
                  </a:moveTo>
                  <a:lnTo>
                    <a:pt x="0" y="607"/>
                  </a:lnTo>
                  <a:lnTo>
                    <a:pt x="12249" y="607"/>
                  </a:lnTo>
                  <a:lnTo>
                    <a:pt x="12249"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6"/>
            <p:cNvSpPr/>
            <p:nvPr/>
          </p:nvSpPr>
          <p:spPr>
            <a:xfrm>
              <a:off x="4120809" y="2223240"/>
              <a:ext cx="444914" cy="7809"/>
            </a:xfrm>
            <a:custGeom>
              <a:rect b="b" l="l" r="r" t="t"/>
              <a:pathLst>
                <a:path extrusionOk="0" h="215" w="12249">
                  <a:moveTo>
                    <a:pt x="0" y="1"/>
                  </a:moveTo>
                  <a:lnTo>
                    <a:pt x="0" y="215"/>
                  </a:lnTo>
                  <a:lnTo>
                    <a:pt x="12249" y="215"/>
                  </a:lnTo>
                  <a:lnTo>
                    <a:pt x="12249"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6"/>
            <p:cNvSpPr/>
            <p:nvPr/>
          </p:nvSpPr>
          <p:spPr>
            <a:xfrm>
              <a:off x="4007377" y="2420901"/>
              <a:ext cx="558349" cy="22084"/>
            </a:xfrm>
            <a:custGeom>
              <a:rect b="b" l="l" r="r" t="t"/>
              <a:pathLst>
                <a:path extrusionOk="0" h="608" w="15372">
                  <a:moveTo>
                    <a:pt x="1" y="1"/>
                  </a:moveTo>
                  <a:lnTo>
                    <a:pt x="1" y="607"/>
                  </a:lnTo>
                  <a:lnTo>
                    <a:pt x="15372" y="607"/>
                  </a:lnTo>
                  <a:lnTo>
                    <a:pt x="15372"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6"/>
            <p:cNvSpPr/>
            <p:nvPr/>
          </p:nvSpPr>
          <p:spPr>
            <a:xfrm>
              <a:off x="4007377" y="2420901"/>
              <a:ext cx="558349" cy="4577"/>
            </a:xfrm>
            <a:custGeom>
              <a:rect b="b" l="l" r="r" t="t"/>
              <a:pathLst>
                <a:path extrusionOk="0" h="126" w="15372">
                  <a:moveTo>
                    <a:pt x="1" y="1"/>
                  </a:moveTo>
                  <a:lnTo>
                    <a:pt x="1" y="125"/>
                  </a:lnTo>
                  <a:lnTo>
                    <a:pt x="15372" y="125"/>
                  </a:lnTo>
                  <a:lnTo>
                    <a:pt x="1537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6"/>
            <p:cNvSpPr/>
            <p:nvPr/>
          </p:nvSpPr>
          <p:spPr>
            <a:xfrm>
              <a:off x="4007377" y="2442948"/>
              <a:ext cx="558349" cy="53830"/>
            </a:xfrm>
            <a:custGeom>
              <a:rect b="b" l="l" r="r" t="t"/>
              <a:pathLst>
                <a:path extrusionOk="0" h="1482" w="15372">
                  <a:moveTo>
                    <a:pt x="1" y="0"/>
                  </a:moveTo>
                  <a:lnTo>
                    <a:pt x="1" y="1481"/>
                  </a:lnTo>
                  <a:lnTo>
                    <a:pt x="15372" y="1481"/>
                  </a:lnTo>
                  <a:lnTo>
                    <a:pt x="1537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6"/>
            <p:cNvSpPr/>
            <p:nvPr/>
          </p:nvSpPr>
          <p:spPr>
            <a:xfrm>
              <a:off x="4007377" y="2434848"/>
              <a:ext cx="558349" cy="8136"/>
            </a:xfrm>
            <a:custGeom>
              <a:rect b="b" l="l" r="r" t="t"/>
              <a:pathLst>
                <a:path extrusionOk="0" h="224" w="15372">
                  <a:moveTo>
                    <a:pt x="1" y="0"/>
                  </a:moveTo>
                  <a:lnTo>
                    <a:pt x="1" y="223"/>
                  </a:lnTo>
                  <a:lnTo>
                    <a:pt x="15372" y="223"/>
                  </a:lnTo>
                  <a:lnTo>
                    <a:pt x="15372" y="0"/>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6"/>
            <p:cNvSpPr/>
            <p:nvPr/>
          </p:nvSpPr>
          <p:spPr>
            <a:xfrm>
              <a:off x="4139914" y="2241401"/>
              <a:ext cx="50597" cy="10388"/>
            </a:xfrm>
            <a:custGeom>
              <a:rect b="b" l="l" r="r" t="t"/>
              <a:pathLst>
                <a:path extrusionOk="0" h="286" w="1393">
                  <a:moveTo>
                    <a:pt x="1" y="0"/>
                  </a:moveTo>
                  <a:lnTo>
                    <a:pt x="1"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6"/>
            <p:cNvSpPr/>
            <p:nvPr/>
          </p:nvSpPr>
          <p:spPr>
            <a:xfrm>
              <a:off x="4165193" y="2251752"/>
              <a:ext cx="30801" cy="148450"/>
            </a:xfrm>
            <a:custGeom>
              <a:rect b="b" l="l" r="r" t="t"/>
              <a:pathLst>
                <a:path extrusionOk="0" h="4087" w="848">
                  <a:moveTo>
                    <a:pt x="0" y="1"/>
                  </a:moveTo>
                  <a:lnTo>
                    <a:pt x="0" y="4087"/>
                  </a:lnTo>
                  <a:lnTo>
                    <a:pt x="464" y="4087"/>
                  </a:lnTo>
                  <a:cubicBezTo>
                    <a:pt x="848" y="2927"/>
                    <a:pt x="536" y="2249"/>
                    <a:pt x="384" y="1473"/>
                  </a:cubicBezTo>
                  <a:cubicBezTo>
                    <a:pt x="232" y="706"/>
                    <a:pt x="464" y="1"/>
                    <a:pt x="464"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6"/>
            <p:cNvSpPr/>
            <p:nvPr/>
          </p:nvSpPr>
          <p:spPr>
            <a:xfrm>
              <a:off x="4134393" y="2251752"/>
              <a:ext cx="30838" cy="148450"/>
            </a:xfrm>
            <a:custGeom>
              <a:rect b="b" l="l" r="r" t="t"/>
              <a:pathLst>
                <a:path extrusionOk="0" h="4087" w="849">
                  <a:moveTo>
                    <a:pt x="384" y="1"/>
                  </a:moveTo>
                  <a:cubicBezTo>
                    <a:pt x="384" y="1"/>
                    <a:pt x="616" y="706"/>
                    <a:pt x="465" y="1473"/>
                  </a:cubicBezTo>
                  <a:cubicBezTo>
                    <a:pt x="313" y="2249"/>
                    <a:pt x="1"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6"/>
            <p:cNvSpPr/>
            <p:nvPr/>
          </p:nvSpPr>
          <p:spPr>
            <a:xfrm>
              <a:off x="4134066" y="2231013"/>
              <a:ext cx="62257" cy="10425"/>
            </a:xfrm>
            <a:custGeom>
              <a:rect b="b" l="l" r="r" t="t"/>
              <a:pathLst>
                <a:path extrusionOk="0" h="287" w="1714">
                  <a:moveTo>
                    <a:pt x="1" y="1"/>
                  </a:moveTo>
                  <a:lnTo>
                    <a:pt x="1" y="286"/>
                  </a:lnTo>
                  <a:lnTo>
                    <a:pt x="1714" y="286"/>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6"/>
            <p:cNvSpPr/>
            <p:nvPr/>
          </p:nvSpPr>
          <p:spPr>
            <a:xfrm>
              <a:off x="4013879" y="2174315"/>
              <a:ext cx="100141" cy="10425"/>
            </a:xfrm>
            <a:custGeom>
              <a:rect b="b" l="l" r="r" t="t"/>
              <a:pathLst>
                <a:path extrusionOk="0" h="287" w="2757">
                  <a:moveTo>
                    <a:pt x="0" y="1"/>
                  </a:moveTo>
                  <a:lnTo>
                    <a:pt x="0" y="286"/>
                  </a:lnTo>
                  <a:lnTo>
                    <a:pt x="2757" y="286"/>
                  </a:lnTo>
                  <a:lnTo>
                    <a:pt x="2757"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6"/>
            <p:cNvSpPr/>
            <p:nvPr/>
          </p:nvSpPr>
          <p:spPr>
            <a:xfrm>
              <a:off x="4002837" y="2184703"/>
              <a:ext cx="122552" cy="10388"/>
            </a:xfrm>
            <a:custGeom>
              <a:rect b="b" l="l" r="r" t="t"/>
              <a:pathLst>
                <a:path extrusionOk="0" h="286" w="3374">
                  <a:moveTo>
                    <a:pt x="1" y="0"/>
                  </a:moveTo>
                  <a:lnTo>
                    <a:pt x="1" y="286"/>
                  </a:lnTo>
                  <a:lnTo>
                    <a:pt x="3373" y="286"/>
                  </a:lnTo>
                  <a:lnTo>
                    <a:pt x="3373" y="0"/>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6"/>
            <p:cNvSpPr/>
            <p:nvPr/>
          </p:nvSpPr>
          <p:spPr>
            <a:xfrm>
              <a:off x="4139914" y="2400161"/>
              <a:ext cx="50597" cy="10425"/>
            </a:xfrm>
            <a:custGeom>
              <a:rect b="b" l="l" r="r" t="t"/>
              <a:pathLst>
                <a:path extrusionOk="0" h="287" w="1393">
                  <a:moveTo>
                    <a:pt x="1" y="1"/>
                  </a:moveTo>
                  <a:lnTo>
                    <a:pt x="1"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6"/>
            <p:cNvSpPr/>
            <p:nvPr/>
          </p:nvSpPr>
          <p:spPr>
            <a:xfrm>
              <a:off x="4134066" y="2410549"/>
              <a:ext cx="62257" cy="10388"/>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6"/>
            <p:cNvSpPr/>
            <p:nvPr/>
          </p:nvSpPr>
          <p:spPr>
            <a:xfrm>
              <a:off x="4232279" y="2241401"/>
              <a:ext cx="50561" cy="10388"/>
            </a:xfrm>
            <a:custGeom>
              <a:rect b="b" l="l" r="r" t="t"/>
              <a:pathLst>
                <a:path extrusionOk="0" h="286" w="1392">
                  <a:moveTo>
                    <a:pt x="0" y="0"/>
                  </a:moveTo>
                  <a:lnTo>
                    <a:pt x="0"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6"/>
            <p:cNvSpPr/>
            <p:nvPr/>
          </p:nvSpPr>
          <p:spPr>
            <a:xfrm>
              <a:off x="4257522" y="2251752"/>
              <a:ext cx="30838" cy="148450"/>
            </a:xfrm>
            <a:custGeom>
              <a:rect b="b" l="l" r="r" t="t"/>
              <a:pathLst>
                <a:path extrusionOk="0" h="4087" w="849">
                  <a:moveTo>
                    <a:pt x="1" y="1"/>
                  </a:moveTo>
                  <a:lnTo>
                    <a:pt x="1" y="4087"/>
                  </a:lnTo>
                  <a:lnTo>
                    <a:pt x="465" y="4087"/>
                  </a:lnTo>
                  <a:cubicBezTo>
                    <a:pt x="848" y="2927"/>
                    <a:pt x="536" y="2249"/>
                    <a:pt x="384" y="1473"/>
                  </a:cubicBezTo>
                  <a:cubicBezTo>
                    <a:pt x="233" y="706"/>
                    <a:pt x="465" y="1"/>
                    <a:pt x="465"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6"/>
            <p:cNvSpPr/>
            <p:nvPr/>
          </p:nvSpPr>
          <p:spPr>
            <a:xfrm>
              <a:off x="4226758" y="2251752"/>
              <a:ext cx="30801" cy="148450"/>
            </a:xfrm>
            <a:custGeom>
              <a:rect b="b" l="l" r="r" t="t"/>
              <a:pathLst>
                <a:path extrusionOk="0" h="4087" w="848">
                  <a:moveTo>
                    <a:pt x="384" y="1"/>
                  </a:moveTo>
                  <a:cubicBezTo>
                    <a:pt x="384" y="1"/>
                    <a:pt x="616" y="706"/>
                    <a:pt x="464" y="1473"/>
                  </a:cubicBezTo>
                  <a:cubicBezTo>
                    <a:pt x="313" y="2249"/>
                    <a:pt x="0"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6"/>
            <p:cNvSpPr/>
            <p:nvPr/>
          </p:nvSpPr>
          <p:spPr>
            <a:xfrm>
              <a:off x="4226431" y="2231013"/>
              <a:ext cx="62257" cy="10425"/>
            </a:xfrm>
            <a:custGeom>
              <a:rect b="b" l="l" r="r" t="t"/>
              <a:pathLst>
                <a:path extrusionOk="0" h="287" w="1714">
                  <a:moveTo>
                    <a:pt x="0" y="1"/>
                  </a:moveTo>
                  <a:lnTo>
                    <a:pt x="0" y="286"/>
                  </a:lnTo>
                  <a:lnTo>
                    <a:pt x="1713" y="286"/>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6"/>
            <p:cNvSpPr/>
            <p:nvPr/>
          </p:nvSpPr>
          <p:spPr>
            <a:xfrm>
              <a:off x="4232279" y="2400161"/>
              <a:ext cx="50561" cy="10425"/>
            </a:xfrm>
            <a:custGeom>
              <a:rect b="b" l="l" r="r" t="t"/>
              <a:pathLst>
                <a:path extrusionOk="0" h="287" w="1392">
                  <a:moveTo>
                    <a:pt x="0" y="1"/>
                  </a:moveTo>
                  <a:lnTo>
                    <a:pt x="0"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6"/>
            <p:cNvSpPr/>
            <p:nvPr/>
          </p:nvSpPr>
          <p:spPr>
            <a:xfrm>
              <a:off x="4226431" y="2410549"/>
              <a:ext cx="62257" cy="10388"/>
            </a:xfrm>
            <a:custGeom>
              <a:rect b="b" l="l" r="r" t="t"/>
              <a:pathLst>
                <a:path extrusionOk="0" h="286" w="1714">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6"/>
            <p:cNvSpPr/>
            <p:nvPr/>
          </p:nvSpPr>
          <p:spPr>
            <a:xfrm>
              <a:off x="4324608" y="2241401"/>
              <a:ext cx="50924" cy="10388"/>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6"/>
            <p:cNvSpPr/>
            <p:nvPr/>
          </p:nvSpPr>
          <p:spPr>
            <a:xfrm>
              <a:off x="4349888" y="2251752"/>
              <a:ext cx="31128" cy="148450"/>
            </a:xfrm>
            <a:custGeom>
              <a:rect b="b" l="l" r="r" t="t"/>
              <a:pathLst>
                <a:path extrusionOk="0" h="4087" w="857">
                  <a:moveTo>
                    <a:pt x="0" y="1"/>
                  </a:moveTo>
                  <a:lnTo>
                    <a:pt x="0" y="4087"/>
                  </a:lnTo>
                  <a:lnTo>
                    <a:pt x="473" y="4087"/>
                  </a:lnTo>
                  <a:cubicBezTo>
                    <a:pt x="857" y="2927"/>
                    <a:pt x="536" y="2249"/>
                    <a:pt x="384" y="1473"/>
                  </a:cubicBezTo>
                  <a:cubicBezTo>
                    <a:pt x="232" y="706"/>
                    <a:pt x="473" y="1"/>
                    <a:pt x="473"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6"/>
            <p:cNvSpPr/>
            <p:nvPr/>
          </p:nvSpPr>
          <p:spPr>
            <a:xfrm>
              <a:off x="4319087" y="2251752"/>
              <a:ext cx="30838" cy="148450"/>
            </a:xfrm>
            <a:custGeom>
              <a:rect b="b" l="l" r="r" t="t"/>
              <a:pathLst>
                <a:path extrusionOk="0" h="4087" w="849">
                  <a:moveTo>
                    <a:pt x="384" y="1"/>
                  </a:moveTo>
                  <a:cubicBezTo>
                    <a:pt x="384" y="1"/>
                    <a:pt x="616" y="706"/>
                    <a:pt x="465" y="1473"/>
                  </a:cubicBezTo>
                  <a:cubicBezTo>
                    <a:pt x="313" y="2249"/>
                    <a:pt x="1"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6"/>
            <p:cNvSpPr/>
            <p:nvPr/>
          </p:nvSpPr>
          <p:spPr>
            <a:xfrm>
              <a:off x="4318760" y="2231013"/>
              <a:ext cx="62257" cy="10425"/>
            </a:xfrm>
            <a:custGeom>
              <a:rect b="b" l="l" r="r" t="t"/>
              <a:pathLst>
                <a:path extrusionOk="0" h="287" w="1714">
                  <a:moveTo>
                    <a:pt x="1" y="1"/>
                  </a:moveTo>
                  <a:lnTo>
                    <a:pt x="1" y="286"/>
                  </a:lnTo>
                  <a:lnTo>
                    <a:pt x="1714" y="286"/>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6"/>
            <p:cNvSpPr/>
            <p:nvPr/>
          </p:nvSpPr>
          <p:spPr>
            <a:xfrm>
              <a:off x="4324608" y="2400161"/>
              <a:ext cx="50924" cy="10425"/>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6"/>
            <p:cNvSpPr/>
            <p:nvPr/>
          </p:nvSpPr>
          <p:spPr>
            <a:xfrm>
              <a:off x="4318760" y="2410549"/>
              <a:ext cx="62257" cy="10388"/>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6"/>
            <p:cNvSpPr/>
            <p:nvPr/>
          </p:nvSpPr>
          <p:spPr>
            <a:xfrm>
              <a:off x="4416973" y="2241401"/>
              <a:ext cx="50888" cy="10388"/>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6"/>
            <p:cNvSpPr/>
            <p:nvPr/>
          </p:nvSpPr>
          <p:spPr>
            <a:xfrm>
              <a:off x="4442216" y="2251752"/>
              <a:ext cx="31165" cy="148450"/>
            </a:xfrm>
            <a:custGeom>
              <a:rect b="b" l="l" r="r" t="t"/>
              <a:pathLst>
                <a:path extrusionOk="0" h="4087" w="858">
                  <a:moveTo>
                    <a:pt x="1" y="1"/>
                  </a:moveTo>
                  <a:lnTo>
                    <a:pt x="1" y="4087"/>
                  </a:lnTo>
                  <a:lnTo>
                    <a:pt x="474" y="4087"/>
                  </a:lnTo>
                  <a:cubicBezTo>
                    <a:pt x="857" y="2927"/>
                    <a:pt x="536" y="2249"/>
                    <a:pt x="384" y="1473"/>
                  </a:cubicBezTo>
                  <a:cubicBezTo>
                    <a:pt x="233" y="706"/>
                    <a:pt x="474" y="1"/>
                    <a:pt x="474"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6"/>
            <p:cNvSpPr/>
            <p:nvPr/>
          </p:nvSpPr>
          <p:spPr>
            <a:xfrm>
              <a:off x="4411452" y="2251752"/>
              <a:ext cx="30801" cy="148450"/>
            </a:xfrm>
            <a:custGeom>
              <a:rect b="b" l="l" r="r" t="t"/>
              <a:pathLst>
                <a:path extrusionOk="0" h="4087" w="848">
                  <a:moveTo>
                    <a:pt x="384" y="1"/>
                  </a:moveTo>
                  <a:cubicBezTo>
                    <a:pt x="384" y="1"/>
                    <a:pt x="625" y="706"/>
                    <a:pt x="473" y="1473"/>
                  </a:cubicBezTo>
                  <a:cubicBezTo>
                    <a:pt x="322" y="2249"/>
                    <a:pt x="0"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6"/>
            <p:cNvSpPr/>
            <p:nvPr/>
          </p:nvSpPr>
          <p:spPr>
            <a:xfrm>
              <a:off x="4411125" y="2231013"/>
              <a:ext cx="62257" cy="10425"/>
            </a:xfrm>
            <a:custGeom>
              <a:rect b="b" l="l" r="r" t="t"/>
              <a:pathLst>
                <a:path extrusionOk="0" h="287" w="1714">
                  <a:moveTo>
                    <a:pt x="0" y="1"/>
                  </a:moveTo>
                  <a:lnTo>
                    <a:pt x="0" y="286"/>
                  </a:lnTo>
                  <a:lnTo>
                    <a:pt x="1713" y="286"/>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6"/>
            <p:cNvSpPr/>
            <p:nvPr/>
          </p:nvSpPr>
          <p:spPr>
            <a:xfrm>
              <a:off x="4416973" y="2400161"/>
              <a:ext cx="50888" cy="10425"/>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6"/>
            <p:cNvSpPr/>
            <p:nvPr/>
          </p:nvSpPr>
          <p:spPr>
            <a:xfrm>
              <a:off x="4411125" y="2410549"/>
              <a:ext cx="62257" cy="10388"/>
            </a:xfrm>
            <a:custGeom>
              <a:rect b="b" l="l" r="r" t="t"/>
              <a:pathLst>
                <a:path extrusionOk="0" h="286" w="1714">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6"/>
            <p:cNvSpPr/>
            <p:nvPr/>
          </p:nvSpPr>
          <p:spPr>
            <a:xfrm>
              <a:off x="4509302" y="2241401"/>
              <a:ext cx="50924" cy="10388"/>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6"/>
            <p:cNvSpPr/>
            <p:nvPr/>
          </p:nvSpPr>
          <p:spPr>
            <a:xfrm>
              <a:off x="4534582" y="2251752"/>
              <a:ext cx="31128" cy="148450"/>
            </a:xfrm>
            <a:custGeom>
              <a:rect b="b" l="l" r="r" t="t"/>
              <a:pathLst>
                <a:path extrusionOk="0" h="4087" w="857">
                  <a:moveTo>
                    <a:pt x="0" y="1"/>
                  </a:moveTo>
                  <a:lnTo>
                    <a:pt x="0" y="4087"/>
                  </a:lnTo>
                  <a:lnTo>
                    <a:pt x="473" y="4087"/>
                  </a:lnTo>
                  <a:cubicBezTo>
                    <a:pt x="857" y="2927"/>
                    <a:pt x="536" y="2249"/>
                    <a:pt x="384" y="1473"/>
                  </a:cubicBezTo>
                  <a:cubicBezTo>
                    <a:pt x="232" y="706"/>
                    <a:pt x="473" y="1"/>
                    <a:pt x="473"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6"/>
            <p:cNvSpPr/>
            <p:nvPr/>
          </p:nvSpPr>
          <p:spPr>
            <a:xfrm>
              <a:off x="4503781" y="2251752"/>
              <a:ext cx="30838" cy="148450"/>
            </a:xfrm>
            <a:custGeom>
              <a:rect b="b" l="l" r="r" t="t"/>
              <a:pathLst>
                <a:path extrusionOk="0" h="4087" w="849">
                  <a:moveTo>
                    <a:pt x="384" y="1"/>
                  </a:moveTo>
                  <a:cubicBezTo>
                    <a:pt x="384" y="1"/>
                    <a:pt x="625" y="706"/>
                    <a:pt x="474" y="1473"/>
                  </a:cubicBezTo>
                  <a:cubicBezTo>
                    <a:pt x="322" y="2249"/>
                    <a:pt x="1"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6"/>
            <p:cNvSpPr/>
            <p:nvPr/>
          </p:nvSpPr>
          <p:spPr>
            <a:xfrm>
              <a:off x="4503454" y="2231013"/>
              <a:ext cx="62257" cy="10425"/>
            </a:xfrm>
            <a:custGeom>
              <a:rect b="b" l="l" r="r" t="t"/>
              <a:pathLst>
                <a:path extrusionOk="0" h="287" w="1714">
                  <a:moveTo>
                    <a:pt x="1" y="1"/>
                  </a:moveTo>
                  <a:lnTo>
                    <a:pt x="1" y="286"/>
                  </a:lnTo>
                  <a:lnTo>
                    <a:pt x="1714" y="286"/>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6"/>
            <p:cNvSpPr/>
            <p:nvPr/>
          </p:nvSpPr>
          <p:spPr>
            <a:xfrm>
              <a:off x="4509302" y="2400161"/>
              <a:ext cx="50924" cy="10425"/>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6"/>
            <p:cNvSpPr/>
            <p:nvPr/>
          </p:nvSpPr>
          <p:spPr>
            <a:xfrm>
              <a:off x="4503454" y="2410549"/>
              <a:ext cx="62257" cy="10388"/>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6"/>
            <p:cNvSpPr/>
            <p:nvPr/>
          </p:nvSpPr>
          <p:spPr>
            <a:xfrm>
              <a:off x="4007377" y="2195054"/>
              <a:ext cx="113471" cy="301731"/>
            </a:xfrm>
            <a:custGeom>
              <a:rect b="b" l="l" r="r" t="t"/>
              <a:pathLst>
                <a:path extrusionOk="0" h="8307" w="3124">
                  <a:moveTo>
                    <a:pt x="1" y="1"/>
                  </a:moveTo>
                  <a:lnTo>
                    <a:pt x="1" y="8306"/>
                  </a:lnTo>
                  <a:lnTo>
                    <a:pt x="3123" y="8306"/>
                  </a:lnTo>
                  <a:lnTo>
                    <a:pt x="3123" y="1"/>
                  </a:ln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6"/>
            <p:cNvSpPr/>
            <p:nvPr/>
          </p:nvSpPr>
          <p:spPr>
            <a:xfrm>
              <a:off x="4007377" y="2195054"/>
              <a:ext cx="56736" cy="301731"/>
            </a:xfrm>
            <a:custGeom>
              <a:rect b="b" l="l" r="r" t="t"/>
              <a:pathLst>
                <a:path extrusionOk="0" h="8307" w="1562">
                  <a:moveTo>
                    <a:pt x="1" y="1"/>
                  </a:moveTo>
                  <a:lnTo>
                    <a:pt x="1" y="8306"/>
                  </a:lnTo>
                  <a:lnTo>
                    <a:pt x="1562" y="8306"/>
                  </a:lnTo>
                  <a:lnTo>
                    <a:pt x="1562"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6"/>
            <p:cNvSpPr/>
            <p:nvPr/>
          </p:nvSpPr>
          <p:spPr>
            <a:xfrm>
              <a:off x="4190473" y="2289672"/>
              <a:ext cx="375248" cy="65163"/>
            </a:xfrm>
            <a:custGeom>
              <a:rect b="b" l="l" r="r" t="t"/>
              <a:pathLst>
                <a:path extrusionOk="0" h="1794" w="10331">
                  <a:moveTo>
                    <a:pt x="1891" y="1"/>
                  </a:moveTo>
                  <a:lnTo>
                    <a:pt x="0" y="1794"/>
                  </a:lnTo>
                  <a:lnTo>
                    <a:pt x="10331" y="1794"/>
                  </a:lnTo>
                  <a:lnTo>
                    <a:pt x="1033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46"/>
            <p:cNvSpPr/>
            <p:nvPr/>
          </p:nvSpPr>
          <p:spPr>
            <a:xfrm>
              <a:off x="4190473" y="2354796"/>
              <a:ext cx="375248" cy="10425"/>
            </a:xfrm>
            <a:custGeom>
              <a:rect b="b" l="l" r="r" t="t"/>
              <a:pathLst>
                <a:path extrusionOk="0" h="287" w="10331">
                  <a:moveTo>
                    <a:pt x="0" y="1"/>
                  </a:moveTo>
                  <a:lnTo>
                    <a:pt x="0" y="286"/>
                  </a:lnTo>
                  <a:lnTo>
                    <a:pt x="10331" y="286"/>
                  </a:lnTo>
                  <a:lnTo>
                    <a:pt x="1033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6"/>
            <p:cNvSpPr/>
            <p:nvPr/>
          </p:nvSpPr>
          <p:spPr>
            <a:xfrm>
              <a:off x="4463283" y="2429654"/>
              <a:ext cx="15582" cy="67124"/>
            </a:xfrm>
            <a:custGeom>
              <a:rect b="b" l="l" r="r" t="t"/>
              <a:pathLst>
                <a:path extrusionOk="0" h="1848" w="429">
                  <a:moveTo>
                    <a:pt x="1" y="0"/>
                  </a:moveTo>
                  <a:lnTo>
                    <a:pt x="1"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6"/>
            <p:cNvSpPr/>
            <p:nvPr/>
          </p:nvSpPr>
          <p:spPr>
            <a:xfrm>
              <a:off x="4473344" y="2429654"/>
              <a:ext cx="5521" cy="67124"/>
            </a:xfrm>
            <a:custGeom>
              <a:rect b="b" l="l" r="r" t="t"/>
              <a:pathLst>
                <a:path extrusionOk="0" h="1848" w="152">
                  <a:moveTo>
                    <a:pt x="0" y="0"/>
                  </a:moveTo>
                  <a:lnTo>
                    <a:pt x="0" y="1847"/>
                  </a:lnTo>
                  <a:lnTo>
                    <a:pt x="152" y="1847"/>
                  </a:lnTo>
                  <a:lnTo>
                    <a:pt x="152"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6"/>
            <p:cNvSpPr/>
            <p:nvPr/>
          </p:nvSpPr>
          <p:spPr>
            <a:xfrm>
              <a:off x="4457798" y="2415707"/>
              <a:ext cx="177581" cy="42824"/>
            </a:xfrm>
            <a:custGeom>
              <a:rect b="b" l="l" r="r" t="t"/>
              <a:pathLst>
                <a:path extrusionOk="0" h="1179" w="4889">
                  <a:moveTo>
                    <a:pt x="0" y="1"/>
                  </a:moveTo>
                  <a:lnTo>
                    <a:pt x="1240" y="1178"/>
                  </a:lnTo>
                  <a:lnTo>
                    <a:pt x="4889" y="1178"/>
                  </a:lnTo>
                  <a:lnTo>
                    <a:pt x="3649"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46"/>
            <p:cNvSpPr/>
            <p:nvPr/>
          </p:nvSpPr>
          <p:spPr>
            <a:xfrm>
              <a:off x="4605844" y="2469825"/>
              <a:ext cx="15619" cy="26951"/>
            </a:xfrm>
            <a:custGeom>
              <a:rect b="b" l="l" r="r" t="t"/>
              <a:pathLst>
                <a:path extrusionOk="0" h="742" w="430">
                  <a:moveTo>
                    <a:pt x="1" y="1"/>
                  </a:moveTo>
                  <a:lnTo>
                    <a:pt x="1" y="741"/>
                  </a:lnTo>
                  <a:lnTo>
                    <a:pt x="429" y="741"/>
                  </a:lnTo>
                  <a:lnTo>
                    <a:pt x="429"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6"/>
            <p:cNvSpPr/>
            <p:nvPr/>
          </p:nvSpPr>
          <p:spPr>
            <a:xfrm>
              <a:off x="4605844" y="2469825"/>
              <a:ext cx="5557" cy="26951"/>
            </a:xfrm>
            <a:custGeom>
              <a:rect b="b" l="l" r="r" t="t"/>
              <a:pathLst>
                <a:path extrusionOk="0" h="742" w="153">
                  <a:moveTo>
                    <a:pt x="1" y="1"/>
                  </a:moveTo>
                  <a:lnTo>
                    <a:pt x="1" y="741"/>
                  </a:lnTo>
                  <a:lnTo>
                    <a:pt x="153" y="741"/>
                  </a:lnTo>
                  <a:lnTo>
                    <a:pt x="153"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6"/>
            <p:cNvSpPr/>
            <p:nvPr/>
          </p:nvSpPr>
          <p:spPr>
            <a:xfrm>
              <a:off x="4516421" y="2469825"/>
              <a:ext cx="15582" cy="26951"/>
            </a:xfrm>
            <a:custGeom>
              <a:rect b="b" l="l" r="r" t="t"/>
              <a:pathLst>
                <a:path extrusionOk="0" h="742" w="429">
                  <a:moveTo>
                    <a:pt x="1" y="1"/>
                  </a:moveTo>
                  <a:lnTo>
                    <a:pt x="1" y="741"/>
                  </a:lnTo>
                  <a:lnTo>
                    <a:pt x="429" y="741"/>
                  </a:lnTo>
                  <a:lnTo>
                    <a:pt x="429"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6"/>
            <p:cNvSpPr/>
            <p:nvPr/>
          </p:nvSpPr>
          <p:spPr>
            <a:xfrm>
              <a:off x="4526482" y="2469825"/>
              <a:ext cx="5521" cy="26951"/>
            </a:xfrm>
            <a:custGeom>
              <a:rect b="b" l="l" r="r" t="t"/>
              <a:pathLst>
                <a:path extrusionOk="0" h="742" w="152">
                  <a:moveTo>
                    <a:pt x="0" y="1"/>
                  </a:moveTo>
                  <a:lnTo>
                    <a:pt x="0" y="741"/>
                  </a:lnTo>
                  <a:lnTo>
                    <a:pt x="152" y="741"/>
                  </a:lnTo>
                  <a:lnTo>
                    <a:pt x="152"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6"/>
            <p:cNvSpPr/>
            <p:nvPr/>
          </p:nvSpPr>
          <p:spPr>
            <a:xfrm>
              <a:off x="4561133" y="2429654"/>
              <a:ext cx="15619" cy="67124"/>
            </a:xfrm>
            <a:custGeom>
              <a:rect b="b" l="l" r="r" t="t"/>
              <a:pathLst>
                <a:path extrusionOk="0" h="1848" w="430">
                  <a:moveTo>
                    <a:pt x="1" y="0"/>
                  </a:moveTo>
                  <a:lnTo>
                    <a:pt x="1"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6"/>
            <p:cNvSpPr/>
            <p:nvPr/>
          </p:nvSpPr>
          <p:spPr>
            <a:xfrm>
              <a:off x="4571194" y="2429654"/>
              <a:ext cx="5557" cy="67124"/>
            </a:xfrm>
            <a:custGeom>
              <a:rect b="b" l="l" r="r" t="t"/>
              <a:pathLst>
                <a:path extrusionOk="0" h="1848" w="153">
                  <a:moveTo>
                    <a:pt x="0" y="0"/>
                  </a:moveTo>
                  <a:lnTo>
                    <a:pt x="0" y="1847"/>
                  </a:lnTo>
                  <a:lnTo>
                    <a:pt x="152" y="1847"/>
                  </a:lnTo>
                  <a:lnTo>
                    <a:pt x="152"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6"/>
            <p:cNvSpPr/>
            <p:nvPr/>
          </p:nvSpPr>
          <p:spPr>
            <a:xfrm>
              <a:off x="4508975" y="2319491"/>
              <a:ext cx="119937" cy="139043"/>
            </a:xfrm>
            <a:custGeom>
              <a:rect b="b" l="l" r="r" t="t"/>
              <a:pathLst>
                <a:path extrusionOk="0" h="3828" w="3302">
                  <a:moveTo>
                    <a:pt x="1" y="0"/>
                  </a:moveTo>
                  <a:lnTo>
                    <a:pt x="1" y="3827"/>
                  </a:lnTo>
                  <a:lnTo>
                    <a:pt x="3301" y="3827"/>
                  </a:lnTo>
                  <a:lnTo>
                    <a:pt x="3301"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6"/>
            <p:cNvSpPr/>
            <p:nvPr/>
          </p:nvSpPr>
          <p:spPr>
            <a:xfrm>
              <a:off x="4516421" y="2326937"/>
              <a:ext cx="105045" cy="131596"/>
            </a:xfrm>
            <a:custGeom>
              <a:rect b="b" l="l" r="r" t="t"/>
              <a:pathLst>
                <a:path extrusionOk="0" h="3623" w="2892">
                  <a:moveTo>
                    <a:pt x="1" y="0"/>
                  </a:moveTo>
                  <a:lnTo>
                    <a:pt x="1" y="3622"/>
                  </a:lnTo>
                  <a:lnTo>
                    <a:pt x="2891" y="3622"/>
                  </a:lnTo>
                  <a:lnTo>
                    <a:pt x="2891"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6"/>
            <p:cNvSpPr/>
            <p:nvPr/>
          </p:nvSpPr>
          <p:spPr>
            <a:xfrm>
              <a:off x="4502837" y="2458493"/>
              <a:ext cx="132541" cy="12023"/>
            </a:xfrm>
            <a:custGeom>
              <a:rect b="b" l="l" r="r" t="t"/>
              <a:pathLst>
                <a:path extrusionOk="0" h="331" w="3649">
                  <a:moveTo>
                    <a:pt x="0" y="0"/>
                  </a:moveTo>
                  <a:lnTo>
                    <a:pt x="0" y="330"/>
                  </a:lnTo>
                  <a:lnTo>
                    <a:pt x="3649" y="330"/>
                  </a:lnTo>
                  <a:lnTo>
                    <a:pt x="3649"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6"/>
            <p:cNvSpPr/>
            <p:nvPr/>
          </p:nvSpPr>
          <p:spPr>
            <a:xfrm>
              <a:off x="4457798" y="2415707"/>
              <a:ext cx="45076" cy="54811"/>
            </a:xfrm>
            <a:custGeom>
              <a:rect b="b" l="l" r="r" t="t"/>
              <a:pathLst>
                <a:path extrusionOk="0" h="1509" w="1241">
                  <a:moveTo>
                    <a:pt x="0" y="1"/>
                  </a:moveTo>
                  <a:lnTo>
                    <a:pt x="0" y="331"/>
                  </a:lnTo>
                  <a:lnTo>
                    <a:pt x="1240" y="1508"/>
                  </a:lnTo>
                  <a:lnTo>
                    <a:pt x="1240" y="1178"/>
                  </a:lnTo>
                  <a:lnTo>
                    <a:pt x="0"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6"/>
            <p:cNvSpPr/>
            <p:nvPr/>
          </p:nvSpPr>
          <p:spPr>
            <a:xfrm>
              <a:off x="4621426" y="2306198"/>
              <a:ext cx="7482" cy="152337"/>
            </a:xfrm>
            <a:custGeom>
              <a:rect b="b" l="l" r="r" t="t"/>
              <a:pathLst>
                <a:path extrusionOk="0" h="4194" w="206">
                  <a:moveTo>
                    <a:pt x="0" y="1"/>
                  </a:moveTo>
                  <a:lnTo>
                    <a:pt x="0" y="4193"/>
                  </a:lnTo>
                  <a:lnTo>
                    <a:pt x="205" y="4193"/>
                  </a:lnTo>
                  <a:lnTo>
                    <a:pt x="205"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6"/>
            <p:cNvSpPr/>
            <p:nvPr/>
          </p:nvSpPr>
          <p:spPr>
            <a:xfrm>
              <a:off x="4616232" y="2297117"/>
              <a:ext cx="17871" cy="18198"/>
            </a:xfrm>
            <a:custGeom>
              <a:rect b="b" l="l" r="r" t="t"/>
              <a:pathLst>
                <a:path extrusionOk="0" h="501" w="492">
                  <a:moveTo>
                    <a:pt x="241" y="1"/>
                  </a:moveTo>
                  <a:cubicBezTo>
                    <a:pt x="108" y="1"/>
                    <a:pt x="0" y="117"/>
                    <a:pt x="0" y="251"/>
                  </a:cubicBezTo>
                  <a:cubicBezTo>
                    <a:pt x="0" y="384"/>
                    <a:pt x="108" y="500"/>
                    <a:pt x="241" y="500"/>
                  </a:cubicBezTo>
                  <a:cubicBezTo>
                    <a:pt x="384" y="500"/>
                    <a:pt x="491" y="384"/>
                    <a:pt x="491" y="251"/>
                  </a:cubicBezTo>
                  <a:cubicBezTo>
                    <a:pt x="491" y="117"/>
                    <a:pt x="384" y="1"/>
                    <a:pt x="241"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6"/>
            <p:cNvSpPr/>
            <p:nvPr/>
          </p:nvSpPr>
          <p:spPr>
            <a:xfrm>
              <a:off x="4616232" y="2299733"/>
              <a:ext cx="17544" cy="15582"/>
            </a:xfrm>
            <a:custGeom>
              <a:rect b="b" l="l" r="r" t="t"/>
              <a:pathLst>
                <a:path extrusionOk="0" h="429" w="483">
                  <a:moveTo>
                    <a:pt x="72" y="0"/>
                  </a:moveTo>
                  <a:cubicBezTo>
                    <a:pt x="27" y="45"/>
                    <a:pt x="0" y="107"/>
                    <a:pt x="0" y="179"/>
                  </a:cubicBezTo>
                  <a:cubicBezTo>
                    <a:pt x="0" y="312"/>
                    <a:pt x="108" y="428"/>
                    <a:pt x="241" y="428"/>
                  </a:cubicBezTo>
                  <a:cubicBezTo>
                    <a:pt x="366" y="428"/>
                    <a:pt x="464" y="339"/>
                    <a:pt x="482" y="223"/>
                  </a:cubicBezTo>
                  <a:lnTo>
                    <a:pt x="482" y="223"/>
                  </a:lnTo>
                  <a:cubicBezTo>
                    <a:pt x="447" y="268"/>
                    <a:pt x="384" y="295"/>
                    <a:pt x="313" y="295"/>
                  </a:cubicBezTo>
                  <a:cubicBezTo>
                    <a:pt x="179" y="295"/>
                    <a:pt x="72" y="187"/>
                    <a:pt x="72" y="45"/>
                  </a:cubicBezTo>
                  <a:cubicBezTo>
                    <a:pt x="72" y="27"/>
                    <a:pt x="72" y="18"/>
                    <a:pt x="72"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6"/>
            <p:cNvSpPr/>
            <p:nvPr/>
          </p:nvSpPr>
          <p:spPr>
            <a:xfrm>
              <a:off x="4508975" y="2306198"/>
              <a:ext cx="7482" cy="152337"/>
            </a:xfrm>
            <a:custGeom>
              <a:rect b="b" l="l" r="r" t="t"/>
              <a:pathLst>
                <a:path extrusionOk="0" h="4194" w="206">
                  <a:moveTo>
                    <a:pt x="1" y="1"/>
                  </a:moveTo>
                  <a:lnTo>
                    <a:pt x="1" y="4193"/>
                  </a:lnTo>
                  <a:lnTo>
                    <a:pt x="206" y="4193"/>
                  </a:lnTo>
                  <a:lnTo>
                    <a:pt x="206"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6"/>
            <p:cNvSpPr/>
            <p:nvPr/>
          </p:nvSpPr>
          <p:spPr>
            <a:xfrm>
              <a:off x="4503781" y="2297117"/>
              <a:ext cx="17871" cy="18198"/>
            </a:xfrm>
            <a:custGeom>
              <a:rect b="b" l="l" r="r" t="t"/>
              <a:pathLst>
                <a:path extrusionOk="0" h="501" w="492">
                  <a:moveTo>
                    <a:pt x="242" y="1"/>
                  </a:moveTo>
                  <a:cubicBezTo>
                    <a:pt x="108" y="1"/>
                    <a:pt x="1" y="117"/>
                    <a:pt x="1" y="251"/>
                  </a:cubicBezTo>
                  <a:cubicBezTo>
                    <a:pt x="1" y="384"/>
                    <a:pt x="108" y="500"/>
                    <a:pt x="242" y="500"/>
                  </a:cubicBezTo>
                  <a:cubicBezTo>
                    <a:pt x="384" y="500"/>
                    <a:pt x="492" y="384"/>
                    <a:pt x="492" y="251"/>
                  </a:cubicBezTo>
                  <a:cubicBezTo>
                    <a:pt x="492" y="117"/>
                    <a:pt x="384" y="1"/>
                    <a:pt x="242"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6"/>
            <p:cNvSpPr/>
            <p:nvPr/>
          </p:nvSpPr>
          <p:spPr>
            <a:xfrm>
              <a:off x="4503781" y="2299733"/>
              <a:ext cx="17544" cy="15582"/>
            </a:xfrm>
            <a:custGeom>
              <a:rect b="b" l="l" r="r" t="t"/>
              <a:pathLst>
                <a:path extrusionOk="0" h="429" w="483">
                  <a:moveTo>
                    <a:pt x="72" y="0"/>
                  </a:moveTo>
                  <a:cubicBezTo>
                    <a:pt x="28" y="45"/>
                    <a:pt x="1" y="107"/>
                    <a:pt x="1" y="179"/>
                  </a:cubicBezTo>
                  <a:cubicBezTo>
                    <a:pt x="1" y="312"/>
                    <a:pt x="108" y="428"/>
                    <a:pt x="242" y="428"/>
                  </a:cubicBezTo>
                  <a:cubicBezTo>
                    <a:pt x="367" y="428"/>
                    <a:pt x="465" y="339"/>
                    <a:pt x="483" y="223"/>
                  </a:cubicBezTo>
                  <a:lnTo>
                    <a:pt x="483" y="223"/>
                  </a:lnTo>
                  <a:cubicBezTo>
                    <a:pt x="447" y="268"/>
                    <a:pt x="384" y="295"/>
                    <a:pt x="313" y="295"/>
                  </a:cubicBezTo>
                  <a:cubicBezTo>
                    <a:pt x="179" y="295"/>
                    <a:pt x="72" y="187"/>
                    <a:pt x="72" y="45"/>
                  </a:cubicBezTo>
                  <a:cubicBezTo>
                    <a:pt x="72" y="27"/>
                    <a:pt x="72" y="18"/>
                    <a:pt x="72"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6"/>
            <p:cNvSpPr/>
            <p:nvPr/>
          </p:nvSpPr>
          <p:spPr>
            <a:xfrm>
              <a:off x="4410799" y="2429654"/>
              <a:ext cx="15582" cy="67124"/>
            </a:xfrm>
            <a:custGeom>
              <a:rect b="b" l="l" r="r" t="t"/>
              <a:pathLst>
                <a:path extrusionOk="0" h="1848" w="429">
                  <a:moveTo>
                    <a:pt x="1" y="0"/>
                  </a:moveTo>
                  <a:lnTo>
                    <a:pt x="1"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6"/>
            <p:cNvSpPr/>
            <p:nvPr/>
          </p:nvSpPr>
          <p:spPr>
            <a:xfrm>
              <a:off x="4410799" y="2429654"/>
              <a:ext cx="5884" cy="67124"/>
            </a:xfrm>
            <a:custGeom>
              <a:rect b="b" l="l" r="r" t="t"/>
              <a:pathLst>
                <a:path extrusionOk="0" h="1848" w="162">
                  <a:moveTo>
                    <a:pt x="1" y="0"/>
                  </a:moveTo>
                  <a:lnTo>
                    <a:pt x="1" y="1847"/>
                  </a:lnTo>
                  <a:lnTo>
                    <a:pt x="161" y="1847"/>
                  </a:lnTo>
                  <a:lnTo>
                    <a:pt x="161"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6"/>
            <p:cNvSpPr/>
            <p:nvPr/>
          </p:nvSpPr>
          <p:spPr>
            <a:xfrm>
              <a:off x="4254617" y="2415707"/>
              <a:ext cx="177290" cy="42824"/>
            </a:xfrm>
            <a:custGeom>
              <a:rect b="b" l="l" r="r" t="t"/>
              <a:pathLst>
                <a:path extrusionOk="0" h="1179" w="4881">
                  <a:moveTo>
                    <a:pt x="1232" y="1"/>
                  </a:moveTo>
                  <a:lnTo>
                    <a:pt x="1" y="1178"/>
                  </a:lnTo>
                  <a:lnTo>
                    <a:pt x="3649" y="1178"/>
                  </a:lnTo>
                  <a:lnTo>
                    <a:pt x="4880"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6"/>
            <p:cNvSpPr/>
            <p:nvPr/>
          </p:nvSpPr>
          <p:spPr>
            <a:xfrm>
              <a:off x="4268237" y="2469825"/>
              <a:ext cx="15582" cy="26951"/>
            </a:xfrm>
            <a:custGeom>
              <a:rect b="b" l="l" r="r" t="t"/>
              <a:pathLst>
                <a:path extrusionOk="0" h="742" w="429">
                  <a:moveTo>
                    <a:pt x="0" y="1"/>
                  </a:moveTo>
                  <a:lnTo>
                    <a:pt x="0" y="741"/>
                  </a:lnTo>
                  <a:lnTo>
                    <a:pt x="428" y="741"/>
                  </a:lnTo>
                  <a:lnTo>
                    <a:pt x="428"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6"/>
            <p:cNvSpPr/>
            <p:nvPr/>
          </p:nvSpPr>
          <p:spPr>
            <a:xfrm>
              <a:off x="4278262" y="2469825"/>
              <a:ext cx="5557" cy="26951"/>
            </a:xfrm>
            <a:custGeom>
              <a:rect b="b" l="l" r="r" t="t"/>
              <a:pathLst>
                <a:path extrusionOk="0" h="742" w="153">
                  <a:moveTo>
                    <a:pt x="1" y="1"/>
                  </a:moveTo>
                  <a:lnTo>
                    <a:pt x="1" y="741"/>
                  </a:lnTo>
                  <a:lnTo>
                    <a:pt x="152" y="741"/>
                  </a:lnTo>
                  <a:lnTo>
                    <a:pt x="152"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6"/>
            <p:cNvSpPr/>
            <p:nvPr/>
          </p:nvSpPr>
          <p:spPr>
            <a:xfrm>
              <a:off x="4357660" y="2469825"/>
              <a:ext cx="15909" cy="26951"/>
            </a:xfrm>
            <a:custGeom>
              <a:rect b="b" l="l" r="r" t="t"/>
              <a:pathLst>
                <a:path extrusionOk="0" h="742" w="438">
                  <a:moveTo>
                    <a:pt x="0" y="1"/>
                  </a:moveTo>
                  <a:lnTo>
                    <a:pt x="0" y="741"/>
                  </a:lnTo>
                  <a:lnTo>
                    <a:pt x="438" y="741"/>
                  </a:lnTo>
                  <a:lnTo>
                    <a:pt x="438"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6"/>
            <p:cNvSpPr/>
            <p:nvPr/>
          </p:nvSpPr>
          <p:spPr>
            <a:xfrm>
              <a:off x="4357660" y="2469825"/>
              <a:ext cx="5884" cy="26951"/>
            </a:xfrm>
            <a:custGeom>
              <a:rect b="b" l="l" r="r" t="t"/>
              <a:pathLst>
                <a:path extrusionOk="0" h="742" w="162">
                  <a:moveTo>
                    <a:pt x="0" y="1"/>
                  </a:moveTo>
                  <a:lnTo>
                    <a:pt x="0" y="741"/>
                  </a:lnTo>
                  <a:lnTo>
                    <a:pt x="161" y="741"/>
                  </a:lnTo>
                  <a:lnTo>
                    <a:pt x="161"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6"/>
            <p:cNvSpPr/>
            <p:nvPr/>
          </p:nvSpPr>
          <p:spPr>
            <a:xfrm>
              <a:off x="4312949" y="2429654"/>
              <a:ext cx="15582" cy="67124"/>
            </a:xfrm>
            <a:custGeom>
              <a:rect b="b" l="l" r="r" t="t"/>
              <a:pathLst>
                <a:path extrusionOk="0" h="1848" w="429">
                  <a:moveTo>
                    <a:pt x="0" y="0"/>
                  </a:moveTo>
                  <a:lnTo>
                    <a:pt x="0"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6"/>
            <p:cNvSpPr/>
            <p:nvPr/>
          </p:nvSpPr>
          <p:spPr>
            <a:xfrm>
              <a:off x="4312949" y="2429654"/>
              <a:ext cx="5848" cy="67124"/>
            </a:xfrm>
            <a:custGeom>
              <a:rect b="b" l="l" r="r" t="t"/>
              <a:pathLst>
                <a:path extrusionOk="0" h="1848" w="161">
                  <a:moveTo>
                    <a:pt x="0" y="0"/>
                  </a:moveTo>
                  <a:lnTo>
                    <a:pt x="0" y="1847"/>
                  </a:lnTo>
                  <a:lnTo>
                    <a:pt x="161" y="1847"/>
                  </a:lnTo>
                  <a:lnTo>
                    <a:pt x="161"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6"/>
            <p:cNvSpPr/>
            <p:nvPr/>
          </p:nvSpPr>
          <p:spPr>
            <a:xfrm>
              <a:off x="4261082" y="2319491"/>
              <a:ext cx="119610" cy="139043"/>
            </a:xfrm>
            <a:custGeom>
              <a:rect b="b" l="l" r="r" t="t"/>
              <a:pathLst>
                <a:path extrusionOk="0" h="3828" w="3293">
                  <a:moveTo>
                    <a:pt x="1" y="0"/>
                  </a:moveTo>
                  <a:lnTo>
                    <a:pt x="1" y="3827"/>
                  </a:lnTo>
                  <a:lnTo>
                    <a:pt x="3293" y="3827"/>
                  </a:lnTo>
                  <a:lnTo>
                    <a:pt x="3293"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6"/>
            <p:cNvSpPr/>
            <p:nvPr/>
          </p:nvSpPr>
          <p:spPr>
            <a:xfrm>
              <a:off x="4268237" y="2326937"/>
              <a:ext cx="105335" cy="131596"/>
            </a:xfrm>
            <a:custGeom>
              <a:rect b="b" l="l" r="r" t="t"/>
              <a:pathLst>
                <a:path extrusionOk="0" h="3623" w="2900">
                  <a:moveTo>
                    <a:pt x="0" y="0"/>
                  </a:moveTo>
                  <a:lnTo>
                    <a:pt x="0" y="3622"/>
                  </a:lnTo>
                  <a:lnTo>
                    <a:pt x="2900" y="3622"/>
                  </a:lnTo>
                  <a:lnTo>
                    <a:pt x="2900"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6"/>
            <p:cNvSpPr/>
            <p:nvPr/>
          </p:nvSpPr>
          <p:spPr>
            <a:xfrm>
              <a:off x="4254617" y="2458493"/>
              <a:ext cx="132577" cy="12023"/>
            </a:xfrm>
            <a:custGeom>
              <a:rect b="b" l="l" r="r" t="t"/>
              <a:pathLst>
                <a:path extrusionOk="0" h="331" w="3650">
                  <a:moveTo>
                    <a:pt x="1" y="0"/>
                  </a:moveTo>
                  <a:lnTo>
                    <a:pt x="1" y="330"/>
                  </a:lnTo>
                  <a:lnTo>
                    <a:pt x="3649" y="330"/>
                  </a:lnTo>
                  <a:lnTo>
                    <a:pt x="3649"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6"/>
            <p:cNvSpPr/>
            <p:nvPr/>
          </p:nvSpPr>
          <p:spPr>
            <a:xfrm>
              <a:off x="4387153" y="2415707"/>
              <a:ext cx="44749" cy="54811"/>
            </a:xfrm>
            <a:custGeom>
              <a:rect b="b" l="l" r="r" t="t"/>
              <a:pathLst>
                <a:path extrusionOk="0" h="1509" w="1232">
                  <a:moveTo>
                    <a:pt x="1231" y="1"/>
                  </a:moveTo>
                  <a:lnTo>
                    <a:pt x="0" y="1178"/>
                  </a:lnTo>
                  <a:lnTo>
                    <a:pt x="0" y="1508"/>
                  </a:lnTo>
                  <a:lnTo>
                    <a:pt x="1231" y="331"/>
                  </a:lnTo>
                  <a:lnTo>
                    <a:pt x="1231"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6"/>
            <p:cNvSpPr/>
            <p:nvPr/>
          </p:nvSpPr>
          <p:spPr>
            <a:xfrm>
              <a:off x="4261082" y="2306198"/>
              <a:ext cx="7192" cy="152337"/>
            </a:xfrm>
            <a:custGeom>
              <a:rect b="b" l="l" r="r" t="t"/>
              <a:pathLst>
                <a:path extrusionOk="0" h="4194" w="198">
                  <a:moveTo>
                    <a:pt x="1" y="1"/>
                  </a:moveTo>
                  <a:lnTo>
                    <a:pt x="1" y="4193"/>
                  </a:lnTo>
                  <a:lnTo>
                    <a:pt x="197" y="4193"/>
                  </a:lnTo>
                  <a:lnTo>
                    <a:pt x="197"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6"/>
            <p:cNvSpPr/>
            <p:nvPr/>
          </p:nvSpPr>
          <p:spPr>
            <a:xfrm>
              <a:off x="4255597" y="2297117"/>
              <a:ext cx="18161" cy="18198"/>
            </a:xfrm>
            <a:custGeom>
              <a:rect b="b" l="l" r="r" t="t"/>
              <a:pathLst>
                <a:path extrusionOk="0" h="501" w="500">
                  <a:moveTo>
                    <a:pt x="250" y="1"/>
                  </a:moveTo>
                  <a:cubicBezTo>
                    <a:pt x="116" y="1"/>
                    <a:pt x="0" y="117"/>
                    <a:pt x="0" y="251"/>
                  </a:cubicBezTo>
                  <a:cubicBezTo>
                    <a:pt x="0" y="384"/>
                    <a:pt x="116" y="500"/>
                    <a:pt x="250" y="500"/>
                  </a:cubicBezTo>
                  <a:cubicBezTo>
                    <a:pt x="384" y="500"/>
                    <a:pt x="500" y="384"/>
                    <a:pt x="500" y="251"/>
                  </a:cubicBezTo>
                  <a:cubicBezTo>
                    <a:pt x="500" y="117"/>
                    <a:pt x="384" y="1"/>
                    <a:pt x="250"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6"/>
            <p:cNvSpPr/>
            <p:nvPr/>
          </p:nvSpPr>
          <p:spPr>
            <a:xfrm>
              <a:off x="4255924" y="2299733"/>
              <a:ext cx="17834" cy="15582"/>
            </a:xfrm>
            <a:custGeom>
              <a:rect b="b" l="l" r="r" t="t"/>
              <a:pathLst>
                <a:path extrusionOk="0" h="429" w="491">
                  <a:moveTo>
                    <a:pt x="411" y="0"/>
                  </a:moveTo>
                  <a:cubicBezTo>
                    <a:pt x="411" y="18"/>
                    <a:pt x="420" y="27"/>
                    <a:pt x="420" y="45"/>
                  </a:cubicBezTo>
                  <a:cubicBezTo>
                    <a:pt x="420" y="187"/>
                    <a:pt x="304" y="295"/>
                    <a:pt x="170" y="295"/>
                  </a:cubicBezTo>
                  <a:cubicBezTo>
                    <a:pt x="98" y="295"/>
                    <a:pt x="45" y="268"/>
                    <a:pt x="0" y="223"/>
                  </a:cubicBezTo>
                  <a:lnTo>
                    <a:pt x="0" y="223"/>
                  </a:lnTo>
                  <a:cubicBezTo>
                    <a:pt x="18" y="339"/>
                    <a:pt x="116" y="428"/>
                    <a:pt x="241" y="428"/>
                  </a:cubicBezTo>
                  <a:cubicBezTo>
                    <a:pt x="375" y="428"/>
                    <a:pt x="491" y="312"/>
                    <a:pt x="491" y="179"/>
                  </a:cubicBezTo>
                  <a:cubicBezTo>
                    <a:pt x="491" y="107"/>
                    <a:pt x="455" y="45"/>
                    <a:pt x="411"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6"/>
            <p:cNvSpPr/>
            <p:nvPr/>
          </p:nvSpPr>
          <p:spPr>
            <a:xfrm>
              <a:off x="4373533" y="2306198"/>
              <a:ext cx="7156" cy="152337"/>
            </a:xfrm>
            <a:custGeom>
              <a:rect b="b" l="l" r="r" t="t"/>
              <a:pathLst>
                <a:path extrusionOk="0" h="4194" w="197">
                  <a:moveTo>
                    <a:pt x="1" y="1"/>
                  </a:moveTo>
                  <a:lnTo>
                    <a:pt x="1" y="4193"/>
                  </a:lnTo>
                  <a:lnTo>
                    <a:pt x="197" y="4193"/>
                  </a:lnTo>
                  <a:lnTo>
                    <a:pt x="197"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6"/>
            <p:cNvSpPr/>
            <p:nvPr/>
          </p:nvSpPr>
          <p:spPr>
            <a:xfrm>
              <a:off x="4368012" y="2297117"/>
              <a:ext cx="18198" cy="18198"/>
            </a:xfrm>
            <a:custGeom>
              <a:rect b="b" l="l" r="r" t="t"/>
              <a:pathLst>
                <a:path extrusionOk="0" h="501" w="501">
                  <a:moveTo>
                    <a:pt x="251" y="1"/>
                  </a:moveTo>
                  <a:cubicBezTo>
                    <a:pt x="117" y="1"/>
                    <a:pt x="1" y="117"/>
                    <a:pt x="1" y="251"/>
                  </a:cubicBezTo>
                  <a:cubicBezTo>
                    <a:pt x="1" y="384"/>
                    <a:pt x="117" y="500"/>
                    <a:pt x="251" y="500"/>
                  </a:cubicBezTo>
                  <a:cubicBezTo>
                    <a:pt x="385" y="500"/>
                    <a:pt x="501" y="384"/>
                    <a:pt x="501" y="251"/>
                  </a:cubicBezTo>
                  <a:cubicBezTo>
                    <a:pt x="501" y="117"/>
                    <a:pt x="385" y="1"/>
                    <a:pt x="251"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6"/>
            <p:cNvSpPr/>
            <p:nvPr/>
          </p:nvSpPr>
          <p:spPr>
            <a:xfrm>
              <a:off x="4368339" y="2299733"/>
              <a:ext cx="17871" cy="15582"/>
            </a:xfrm>
            <a:custGeom>
              <a:rect b="b" l="l" r="r" t="t"/>
              <a:pathLst>
                <a:path extrusionOk="0" h="429" w="492">
                  <a:moveTo>
                    <a:pt x="411" y="0"/>
                  </a:moveTo>
                  <a:cubicBezTo>
                    <a:pt x="411" y="18"/>
                    <a:pt x="411" y="27"/>
                    <a:pt x="411" y="45"/>
                  </a:cubicBezTo>
                  <a:cubicBezTo>
                    <a:pt x="411" y="187"/>
                    <a:pt x="304" y="295"/>
                    <a:pt x="170" y="295"/>
                  </a:cubicBezTo>
                  <a:cubicBezTo>
                    <a:pt x="99" y="295"/>
                    <a:pt x="45" y="268"/>
                    <a:pt x="1" y="223"/>
                  </a:cubicBezTo>
                  <a:lnTo>
                    <a:pt x="1" y="223"/>
                  </a:lnTo>
                  <a:cubicBezTo>
                    <a:pt x="19" y="339"/>
                    <a:pt x="117" y="428"/>
                    <a:pt x="242" y="428"/>
                  </a:cubicBezTo>
                  <a:cubicBezTo>
                    <a:pt x="376" y="428"/>
                    <a:pt x="492" y="312"/>
                    <a:pt x="492" y="179"/>
                  </a:cubicBezTo>
                  <a:cubicBezTo>
                    <a:pt x="492" y="107"/>
                    <a:pt x="456" y="45"/>
                    <a:pt x="411"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6"/>
            <p:cNvSpPr/>
            <p:nvPr/>
          </p:nvSpPr>
          <p:spPr>
            <a:xfrm>
              <a:off x="4402372" y="2236207"/>
              <a:ext cx="21757" cy="43769"/>
            </a:xfrm>
            <a:custGeom>
              <a:rect b="b" l="l" r="r" t="t"/>
              <a:pathLst>
                <a:path extrusionOk="0" h="1205" w="599">
                  <a:moveTo>
                    <a:pt x="1" y="1"/>
                  </a:moveTo>
                  <a:lnTo>
                    <a:pt x="1" y="911"/>
                  </a:lnTo>
                  <a:cubicBezTo>
                    <a:pt x="1" y="1071"/>
                    <a:pt x="134" y="1205"/>
                    <a:pt x="304" y="1205"/>
                  </a:cubicBezTo>
                  <a:cubicBezTo>
                    <a:pt x="464" y="1205"/>
                    <a:pt x="598" y="1071"/>
                    <a:pt x="598" y="911"/>
                  </a:cubicBezTo>
                  <a:lnTo>
                    <a:pt x="5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6"/>
            <p:cNvSpPr/>
            <p:nvPr/>
          </p:nvSpPr>
          <p:spPr>
            <a:xfrm>
              <a:off x="4401064" y="2234572"/>
              <a:ext cx="24663" cy="47038"/>
            </a:xfrm>
            <a:custGeom>
              <a:rect b="b" l="l" r="r" t="t"/>
              <a:pathLst>
                <a:path extrusionOk="0" h="1295" w="679">
                  <a:moveTo>
                    <a:pt x="599" y="81"/>
                  </a:moveTo>
                  <a:lnTo>
                    <a:pt x="599" y="956"/>
                  </a:lnTo>
                  <a:cubicBezTo>
                    <a:pt x="599" y="1098"/>
                    <a:pt x="483" y="1214"/>
                    <a:pt x="340" y="1214"/>
                  </a:cubicBezTo>
                  <a:cubicBezTo>
                    <a:pt x="197" y="1214"/>
                    <a:pt x="81" y="1098"/>
                    <a:pt x="81" y="956"/>
                  </a:cubicBezTo>
                  <a:lnTo>
                    <a:pt x="81" y="81"/>
                  </a:lnTo>
                  <a:close/>
                  <a:moveTo>
                    <a:pt x="1" y="1"/>
                  </a:moveTo>
                  <a:lnTo>
                    <a:pt x="1" y="956"/>
                  </a:lnTo>
                  <a:cubicBezTo>
                    <a:pt x="1" y="1143"/>
                    <a:pt x="153" y="1295"/>
                    <a:pt x="340" y="1295"/>
                  </a:cubicBezTo>
                  <a:cubicBezTo>
                    <a:pt x="527" y="1295"/>
                    <a:pt x="679" y="1143"/>
                    <a:pt x="679" y="956"/>
                  </a:cubicBezTo>
                  <a:lnTo>
                    <a:pt x="67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6"/>
            <p:cNvSpPr/>
            <p:nvPr/>
          </p:nvSpPr>
          <p:spPr>
            <a:xfrm>
              <a:off x="4413377" y="2279937"/>
              <a:ext cx="36" cy="46711"/>
            </a:xfrm>
            <a:custGeom>
              <a:rect b="b" l="l" r="r" t="t"/>
              <a:pathLst>
                <a:path extrusionOk="0" h="1286" w="1">
                  <a:moveTo>
                    <a:pt x="1" y="1"/>
                  </a:moveTo>
                  <a:lnTo>
                    <a:pt x="1" y="1286"/>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6"/>
            <p:cNvSpPr/>
            <p:nvPr/>
          </p:nvSpPr>
          <p:spPr>
            <a:xfrm>
              <a:off x="4411779" y="2279937"/>
              <a:ext cx="2942" cy="46711"/>
            </a:xfrm>
            <a:custGeom>
              <a:rect b="b" l="l" r="r" t="t"/>
              <a:pathLst>
                <a:path extrusionOk="0" h="1286" w="81">
                  <a:moveTo>
                    <a:pt x="0" y="1"/>
                  </a:moveTo>
                  <a:lnTo>
                    <a:pt x="0" y="1286"/>
                  </a:lnTo>
                  <a:lnTo>
                    <a:pt x="81" y="1286"/>
                  </a:lnTo>
                  <a:lnTo>
                    <a:pt x="8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6"/>
            <p:cNvSpPr/>
            <p:nvPr/>
          </p:nvSpPr>
          <p:spPr>
            <a:xfrm>
              <a:off x="4402045" y="2325957"/>
              <a:ext cx="22084" cy="36"/>
            </a:xfrm>
            <a:custGeom>
              <a:rect b="b" l="l" r="r" t="t"/>
              <a:pathLst>
                <a:path extrusionOk="0" h="1" w="608">
                  <a:moveTo>
                    <a:pt x="1" y="1"/>
                  </a:moveTo>
                  <a:lnTo>
                    <a:pt x="607" y="1"/>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6"/>
            <p:cNvSpPr/>
            <p:nvPr/>
          </p:nvSpPr>
          <p:spPr>
            <a:xfrm>
              <a:off x="4402045" y="2324358"/>
              <a:ext cx="22084" cy="2942"/>
            </a:xfrm>
            <a:custGeom>
              <a:rect b="b" l="l" r="r" t="t"/>
              <a:pathLst>
                <a:path extrusionOk="0" h="81" w="608">
                  <a:moveTo>
                    <a:pt x="1" y="0"/>
                  </a:moveTo>
                  <a:lnTo>
                    <a:pt x="1" y="80"/>
                  </a:lnTo>
                  <a:lnTo>
                    <a:pt x="607" y="80"/>
                  </a:lnTo>
                  <a:lnTo>
                    <a:pt x="6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6"/>
            <p:cNvSpPr/>
            <p:nvPr/>
          </p:nvSpPr>
          <p:spPr>
            <a:xfrm>
              <a:off x="4460704" y="2236207"/>
              <a:ext cx="21757" cy="43769"/>
            </a:xfrm>
            <a:custGeom>
              <a:rect b="b" l="l" r="r" t="t"/>
              <a:pathLst>
                <a:path extrusionOk="0" h="1205" w="599">
                  <a:moveTo>
                    <a:pt x="0" y="1"/>
                  </a:moveTo>
                  <a:lnTo>
                    <a:pt x="0" y="911"/>
                  </a:lnTo>
                  <a:cubicBezTo>
                    <a:pt x="0" y="1071"/>
                    <a:pt x="134" y="1205"/>
                    <a:pt x="295" y="1205"/>
                  </a:cubicBezTo>
                  <a:cubicBezTo>
                    <a:pt x="464" y="1205"/>
                    <a:pt x="598" y="1071"/>
                    <a:pt x="598" y="911"/>
                  </a:cubicBezTo>
                  <a:lnTo>
                    <a:pt x="5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6"/>
            <p:cNvSpPr/>
            <p:nvPr/>
          </p:nvSpPr>
          <p:spPr>
            <a:xfrm>
              <a:off x="4459070" y="2234572"/>
              <a:ext cx="24990" cy="47038"/>
            </a:xfrm>
            <a:custGeom>
              <a:rect b="b" l="l" r="r" t="t"/>
              <a:pathLst>
                <a:path extrusionOk="0" h="1295" w="688">
                  <a:moveTo>
                    <a:pt x="598" y="81"/>
                  </a:moveTo>
                  <a:lnTo>
                    <a:pt x="598" y="956"/>
                  </a:lnTo>
                  <a:cubicBezTo>
                    <a:pt x="598" y="1098"/>
                    <a:pt x="482" y="1214"/>
                    <a:pt x="340" y="1214"/>
                  </a:cubicBezTo>
                  <a:cubicBezTo>
                    <a:pt x="197" y="1214"/>
                    <a:pt x="81" y="1098"/>
                    <a:pt x="81" y="956"/>
                  </a:cubicBezTo>
                  <a:lnTo>
                    <a:pt x="81" y="81"/>
                  </a:lnTo>
                  <a:close/>
                  <a:moveTo>
                    <a:pt x="1" y="1"/>
                  </a:moveTo>
                  <a:lnTo>
                    <a:pt x="1" y="956"/>
                  </a:lnTo>
                  <a:cubicBezTo>
                    <a:pt x="1" y="1143"/>
                    <a:pt x="152" y="1295"/>
                    <a:pt x="340" y="1295"/>
                  </a:cubicBezTo>
                  <a:cubicBezTo>
                    <a:pt x="527" y="1295"/>
                    <a:pt x="688" y="1143"/>
                    <a:pt x="688" y="956"/>
                  </a:cubicBezTo>
                  <a:lnTo>
                    <a:pt x="68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6"/>
            <p:cNvSpPr/>
            <p:nvPr/>
          </p:nvSpPr>
          <p:spPr>
            <a:xfrm>
              <a:off x="4471383" y="2279937"/>
              <a:ext cx="36" cy="46711"/>
            </a:xfrm>
            <a:custGeom>
              <a:rect b="b" l="l" r="r" t="t"/>
              <a:pathLst>
                <a:path extrusionOk="0" h="1286" w="1">
                  <a:moveTo>
                    <a:pt x="1" y="1"/>
                  </a:moveTo>
                  <a:lnTo>
                    <a:pt x="1" y="1286"/>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6"/>
            <p:cNvSpPr/>
            <p:nvPr/>
          </p:nvSpPr>
          <p:spPr>
            <a:xfrm>
              <a:off x="4470111" y="2279937"/>
              <a:ext cx="2942" cy="46711"/>
            </a:xfrm>
            <a:custGeom>
              <a:rect b="b" l="l" r="r" t="t"/>
              <a:pathLst>
                <a:path extrusionOk="0" h="1286" w="81">
                  <a:moveTo>
                    <a:pt x="0" y="1"/>
                  </a:moveTo>
                  <a:lnTo>
                    <a:pt x="0" y="1286"/>
                  </a:lnTo>
                  <a:lnTo>
                    <a:pt x="80" y="1286"/>
                  </a:lnTo>
                  <a:lnTo>
                    <a:pt x="8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6"/>
            <p:cNvSpPr/>
            <p:nvPr/>
          </p:nvSpPr>
          <p:spPr>
            <a:xfrm>
              <a:off x="4460377" y="2325957"/>
              <a:ext cx="22084" cy="36"/>
            </a:xfrm>
            <a:custGeom>
              <a:rect b="b" l="l" r="r" t="t"/>
              <a:pathLst>
                <a:path extrusionOk="0" h="1" w="608">
                  <a:moveTo>
                    <a:pt x="0" y="1"/>
                  </a:moveTo>
                  <a:lnTo>
                    <a:pt x="607" y="1"/>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6"/>
            <p:cNvSpPr/>
            <p:nvPr/>
          </p:nvSpPr>
          <p:spPr>
            <a:xfrm>
              <a:off x="4460377" y="2324358"/>
              <a:ext cx="22084" cy="2942"/>
            </a:xfrm>
            <a:custGeom>
              <a:rect b="b" l="l" r="r" t="t"/>
              <a:pathLst>
                <a:path extrusionOk="0" h="81" w="608">
                  <a:moveTo>
                    <a:pt x="0" y="0"/>
                  </a:moveTo>
                  <a:lnTo>
                    <a:pt x="0" y="80"/>
                  </a:lnTo>
                  <a:lnTo>
                    <a:pt x="607" y="80"/>
                  </a:lnTo>
                  <a:lnTo>
                    <a:pt x="6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9" name="Google Shape;2559;p46"/>
          <p:cNvGrpSpPr/>
          <p:nvPr/>
        </p:nvGrpSpPr>
        <p:grpSpPr>
          <a:xfrm>
            <a:off x="6" y="-563981"/>
            <a:ext cx="2234140" cy="1721439"/>
            <a:chOff x="3363545" y="1191568"/>
            <a:chExt cx="384038" cy="295876"/>
          </a:xfrm>
        </p:grpSpPr>
        <p:sp>
          <p:nvSpPr>
            <p:cNvPr id="2560" name="Google Shape;2560;p46"/>
            <p:cNvSpPr/>
            <p:nvPr/>
          </p:nvSpPr>
          <p:spPr>
            <a:xfrm>
              <a:off x="3363545"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6"/>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6"/>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6"/>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6"/>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6"/>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6"/>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67" name="Google Shape;2567;p46"/>
          <p:cNvSpPr/>
          <p:nvPr/>
        </p:nvSpPr>
        <p:spPr>
          <a:xfrm flipH="1">
            <a:off x="5789030" y="1415776"/>
            <a:ext cx="4663845" cy="1823457"/>
          </a:xfrm>
          <a:custGeom>
            <a:rect b="b" l="l" r="r" t="t"/>
            <a:pathLst>
              <a:path extrusionOk="0" h="7498" w="18102">
                <a:moveTo>
                  <a:pt x="13695" y="1"/>
                </a:moveTo>
                <a:cubicBezTo>
                  <a:pt x="13227" y="1"/>
                  <a:pt x="10064" y="334"/>
                  <a:pt x="10064" y="334"/>
                </a:cubicBezTo>
                <a:lnTo>
                  <a:pt x="7352" y="763"/>
                </a:lnTo>
                <a:lnTo>
                  <a:pt x="4497" y="2056"/>
                </a:lnTo>
                <a:lnTo>
                  <a:pt x="670" y="4420"/>
                </a:lnTo>
                <a:cubicBezTo>
                  <a:pt x="670" y="4420"/>
                  <a:pt x="269" y="5642"/>
                  <a:pt x="135" y="6552"/>
                </a:cubicBezTo>
                <a:cubicBezTo>
                  <a:pt x="1" y="7462"/>
                  <a:pt x="4756" y="7498"/>
                  <a:pt x="4756" y="7498"/>
                </a:cubicBezTo>
                <a:cubicBezTo>
                  <a:pt x="4756" y="7498"/>
                  <a:pt x="6542" y="5062"/>
                  <a:pt x="7773" y="5062"/>
                </a:cubicBezTo>
                <a:cubicBezTo>
                  <a:pt x="7776" y="5062"/>
                  <a:pt x="7778" y="5062"/>
                  <a:pt x="7780" y="5062"/>
                </a:cubicBezTo>
                <a:cubicBezTo>
                  <a:pt x="7810" y="5063"/>
                  <a:pt x="7839" y="5063"/>
                  <a:pt x="7869" y="5063"/>
                </a:cubicBezTo>
                <a:cubicBezTo>
                  <a:pt x="9064" y="5063"/>
                  <a:pt x="10272" y="4719"/>
                  <a:pt x="9323" y="4527"/>
                </a:cubicBezTo>
                <a:cubicBezTo>
                  <a:pt x="8351" y="4331"/>
                  <a:pt x="9609" y="4063"/>
                  <a:pt x="11063" y="3956"/>
                </a:cubicBezTo>
                <a:cubicBezTo>
                  <a:pt x="12508" y="3840"/>
                  <a:pt x="12562" y="3341"/>
                  <a:pt x="11884" y="3287"/>
                </a:cubicBezTo>
                <a:cubicBezTo>
                  <a:pt x="11197" y="3234"/>
                  <a:pt x="11447" y="2913"/>
                  <a:pt x="13275" y="2814"/>
                </a:cubicBezTo>
                <a:cubicBezTo>
                  <a:pt x="15104" y="2707"/>
                  <a:pt x="16228" y="2136"/>
                  <a:pt x="15390" y="2127"/>
                </a:cubicBezTo>
                <a:cubicBezTo>
                  <a:pt x="14551" y="2119"/>
                  <a:pt x="14979" y="1753"/>
                  <a:pt x="15515" y="1628"/>
                </a:cubicBezTo>
                <a:cubicBezTo>
                  <a:pt x="16059" y="1503"/>
                  <a:pt x="16514" y="1369"/>
                  <a:pt x="16023" y="1226"/>
                </a:cubicBezTo>
                <a:cubicBezTo>
                  <a:pt x="15541" y="1084"/>
                  <a:pt x="16656" y="1102"/>
                  <a:pt x="17379" y="789"/>
                </a:cubicBezTo>
                <a:cubicBezTo>
                  <a:pt x="18102" y="468"/>
                  <a:pt x="16888" y="272"/>
                  <a:pt x="16888" y="272"/>
                </a:cubicBezTo>
                <a:cubicBezTo>
                  <a:pt x="16888" y="272"/>
                  <a:pt x="13882" y="49"/>
                  <a:pt x="13748" y="4"/>
                </a:cubicBezTo>
                <a:cubicBezTo>
                  <a:pt x="13741" y="2"/>
                  <a:pt x="13722" y="1"/>
                  <a:pt x="136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6"/>
          <p:cNvSpPr/>
          <p:nvPr/>
        </p:nvSpPr>
        <p:spPr>
          <a:xfrm flipH="1">
            <a:off x="6056834" y="1230804"/>
            <a:ext cx="3179081" cy="1680765"/>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69" name="Google Shape;2569;p46"/>
          <p:cNvGrpSpPr/>
          <p:nvPr/>
        </p:nvGrpSpPr>
        <p:grpSpPr>
          <a:xfrm>
            <a:off x="7163263" y="-717771"/>
            <a:ext cx="2073052" cy="3334299"/>
            <a:chOff x="7163263" y="-717771"/>
            <a:chExt cx="2073052" cy="3334299"/>
          </a:xfrm>
        </p:grpSpPr>
        <p:sp>
          <p:nvSpPr>
            <p:cNvPr id="2570" name="Google Shape;2570;p46"/>
            <p:cNvSpPr/>
            <p:nvPr/>
          </p:nvSpPr>
          <p:spPr>
            <a:xfrm flipH="1">
              <a:off x="7163263" y="-717771"/>
              <a:ext cx="2073052" cy="3334299"/>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6"/>
            <p:cNvSpPr/>
            <p:nvPr/>
          </p:nvSpPr>
          <p:spPr>
            <a:xfrm flipH="1">
              <a:off x="8406586" y="-261395"/>
              <a:ext cx="829728" cy="2877906"/>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6"/>
            <p:cNvSpPr/>
            <p:nvPr/>
          </p:nvSpPr>
          <p:spPr>
            <a:xfrm flipH="1">
              <a:off x="7622547" y="-61921"/>
              <a:ext cx="1161039" cy="1390469"/>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6"/>
            <p:cNvSpPr/>
            <p:nvPr/>
          </p:nvSpPr>
          <p:spPr>
            <a:xfrm flipH="1">
              <a:off x="8490683" y="-717771"/>
              <a:ext cx="745632" cy="801327"/>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6"/>
            <p:cNvSpPr/>
            <p:nvPr/>
          </p:nvSpPr>
          <p:spPr>
            <a:xfrm flipH="1">
              <a:off x="9113251" y="2434282"/>
              <a:ext cx="123064" cy="182128"/>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6"/>
            <p:cNvSpPr/>
            <p:nvPr/>
          </p:nvSpPr>
          <p:spPr>
            <a:xfrm flipH="1">
              <a:off x="8288622" y="1771991"/>
              <a:ext cx="233078" cy="451741"/>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6"/>
            <p:cNvSpPr/>
            <p:nvPr/>
          </p:nvSpPr>
          <p:spPr>
            <a:xfrm flipH="1">
              <a:off x="7844017" y="97659"/>
              <a:ext cx="1169195" cy="1803745"/>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6"/>
            <p:cNvSpPr/>
            <p:nvPr/>
          </p:nvSpPr>
          <p:spPr>
            <a:xfrm flipH="1">
              <a:off x="8167371" y="1500599"/>
              <a:ext cx="323518" cy="598624"/>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6"/>
            <p:cNvSpPr/>
            <p:nvPr/>
          </p:nvSpPr>
          <p:spPr>
            <a:xfrm flipH="1">
              <a:off x="8869121" y="1732096"/>
              <a:ext cx="252290" cy="711873"/>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6"/>
            <p:cNvSpPr/>
            <p:nvPr/>
          </p:nvSpPr>
          <p:spPr>
            <a:xfrm flipH="1">
              <a:off x="8586024" y="1312216"/>
              <a:ext cx="427189" cy="1002598"/>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6"/>
            <p:cNvSpPr/>
            <p:nvPr/>
          </p:nvSpPr>
          <p:spPr>
            <a:xfrm flipH="1">
              <a:off x="7653201" y="1176610"/>
              <a:ext cx="425376" cy="664105"/>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6"/>
            <p:cNvSpPr/>
            <p:nvPr/>
          </p:nvSpPr>
          <p:spPr>
            <a:xfrm flipH="1">
              <a:off x="7530334" y="1519741"/>
              <a:ext cx="92434" cy="191789"/>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6"/>
            <p:cNvSpPr/>
            <p:nvPr/>
          </p:nvSpPr>
          <p:spPr>
            <a:xfrm flipH="1">
              <a:off x="7237631" y="1443172"/>
              <a:ext cx="270233" cy="147062"/>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3" name="Google Shape;2583;p46"/>
          <p:cNvGrpSpPr/>
          <p:nvPr/>
        </p:nvGrpSpPr>
        <p:grpSpPr>
          <a:xfrm>
            <a:off x="6265925" y="857009"/>
            <a:ext cx="897347" cy="659149"/>
            <a:chOff x="6123718" y="525411"/>
            <a:chExt cx="1395563" cy="1024955"/>
          </a:xfrm>
        </p:grpSpPr>
        <p:grpSp>
          <p:nvGrpSpPr>
            <p:cNvPr id="2584" name="Google Shape;2584;p46"/>
            <p:cNvGrpSpPr/>
            <p:nvPr/>
          </p:nvGrpSpPr>
          <p:grpSpPr>
            <a:xfrm flipH="1">
              <a:off x="6123718" y="525411"/>
              <a:ext cx="1395563" cy="1024955"/>
              <a:chOff x="1696430" y="1591394"/>
              <a:chExt cx="279683" cy="208092"/>
            </a:xfrm>
          </p:grpSpPr>
          <p:sp>
            <p:nvSpPr>
              <p:cNvPr id="2585" name="Google Shape;2585;p46"/>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6"/>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6"/>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6"/>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6"/>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6"/>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6"/>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6"/>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6"/>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6"/>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6"/>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96" name="Google Shape;2596;p46"/>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97" name="Google Shape;2597;p46"/>
          <p:cNvSpPr txBox="1"/>
          <p:nvPr>
            <p:ph type="title"/>
          </p:nvPr>
        </p:nvSpPr>
        <p:spPr>
          <a:xfrm>
            <a:off x="713100" y="2281313"/>
            <a:ext cx="3500100" cy="8418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598" name="Google Shape;2598;p46"/>
          <p:cNvSpPr txBox="1"/>
          <p:nvPr>
            <p:ph hasCustomPrompt="1" idx="2" type="title"/>
          </p:nvPr>
        </p:nvSpPr>
        <p:spPr>
          <a:xfrm>
            <a:off x="1858800" y="1447686"/>
            <a:ext cx="1208700" cy="8418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2599" name="Google Shape;2599;p46"/>
          <p:cNvSpPr txBox="1"/>
          <p:nvPr>
            <p:ph idx="1" type="subTitle"/>
          </p:nvPr>
        </p:nvSpPr>
        <p:spPr>
          <a:xfrm>
            <a:off x="1180075" y="3110238"/>
            <a:ext cx="2565900" cy="659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1600"/>
              </a:spcBef>
              <a:spcAft>
                <a:spcPts val="0"/>
              </a:spcAft>
              <a:buSzPts val="1600"/>
              <a:buNone/>
              <a:defRPr sz="1600"/>
            </a:lvl2pPr>
            <a:lvl3pPr lvl="2" algn="ctr">
              <a:lnSpc>
                <a:spcPct val="100000"/>
              </a:lnSpc>
              <a:spcBef>
                <a:spcPts val="1600"/>
              </a:spcBef>
              <a:spcAft>
                <a:spcPts val="0"/>
              </a:spcAft>
              <a:buSzPts val="1600"/>
              <a:buNone/>
              <a:defRPr sz="1600"/>
            </a:lvl3pPr>
            <a:lvl4pPr lvl="3" algn="ctr">
              <a:lnSpc>
                <a:spcPct val="100000"/>
              </a:lnSpc>
              <a:spcBef>
                <a:spcPts val="1600"/>
              </a:spcBef>
              <a:spcAft>
                <a:spcPts val="0"/>
              </a:spcAft>
              <a:buSzPts val="1600"/>
              <a:buNone/>
              <a:defRPr sz="1600"/>
            </a:lvl4pPr>
            <a:lvl5pPr lvl="4" algn="ctr">
              <a:lnSpc>
                <a:spcPct val="100000"/>
              </a:lnSpc>
              <a:spcBef>
                <a:spcPts val="1600"/>
              </a:spcBef>
              <a:spcAft>
                <a:spcPts val="0"/>
              </a:spcAft>
              <a:buSzPts val="1600"/>
              <a:buNone/>
              <a:defRPr sz="1600"/>
            </a:lvl5pPr>
            <a:lvl6pPr lvl="5" algn="ctr">
              <a:lnSpc>
                <a:spcPct val="100000"/>
              </a:lnSpc>
              <a:spcBef>
                <a:spcPts val="1600"/>
              </a:spcBef>
              <a:spcAft>
                <a:spcPts val="0"/>
              </a:spcAft>
              <a:buSzPts val="1600"/>
              <a:buNone/>
              <a:defRPr sz="1600"/>
            </a:lvl6pPr>
            <a:lvl7pPr lvl="6" algn="ctr">
              <a:lnSpc>
                <a:spcPct val="100000"/>
              </a:lnSpc>
              <a:spcBef>
                <a:spcPts val="1600"/>
              </a:spcBef>
              <a:spcAft>
                <a:spcPts val="0"/>
              </a:spcAft>
              <a:buSzPts val="1600"/>
              <a:buNone/>
              <a:defRPr sz="1600"/>
            </a:lvl7pPr>
            <a:lvl8pPr lvl="7" algn="ctr">
              <a:lnSpc>
                <a:spcPct val="100000"/>
              </a:lnSpc>
              <a:spcBef>
                <a:spcPts val="1600"/>
              </a:spcBef>
              <a:spcAft>
                <a:spcPts val="0"/>
              </a:spcAft>
              <a:buSzPts val="1600"/>
              <a:buNone/>
              <a:defRPr sz="1600"/>
            </a:lvl8pPr>
            <a:lvl9pPr lvl="8" algn="ctr">
              <a:lnSpc>
                <a:spcPct val="100000"/>
              </a:lnSpc>
              <a:spcBef>
                <a:spcPts val="1600"/>
              </a:spcBef>
              <a:spcAft>
                <a:spcPts val="1600"/>
              </a:spcAft>
              <a:buSzPts val="1600"/>
              <a:buNone/>
              <a:defRPr sz="1600"/>
            </a:lvl9pPr>
          </a:lstStyle>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600" name="Shape 2600"/>
        <p:cNvGrpSpPr/>
        <p:nvPr/>
      </p:nvGrpSpPr>
      <p:grpSpPr>
        <a:xfrm>
          <a:off x="0" y="0"/>
          <a:ext cx="0" cy="0"/>
          <a:chOff x="0" y="0"/>
          <a:chExt cx="0" cy="0"/>
        </a:xfrm>
      </p:grpSpPr>
      <p:sp>
        <p:nvSpPr>
          <p:cNvPr id="2601" name="Google Shape;2601;p47"/>
          <p:cNvSpPr/>
          <p:nvPr/>
        </p:nvSpPr>
        <p:spPr>
          <a:xfrm flipH="1">
            <a:off x="-1" y="4762490"/>
            <a:ext cx="9173906"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7"/>
          <p:cNvSpPr/>
          <p:nvPr/>
        </p:nvSpPr>
        <p:spPr>
          <a:xfrm flipH="1" rot="-238332">
            <a:off x="6822298" y="4242312"/>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03" name="Google Shape;2603;p47"/>
          <p:cNvGrpSpPr/>
          <p:nvPr/>
        </p:nvGrpSpPr>
        <p:grpSpPr>
          <a:xfrm flipH="1">
            <a:off x="5788734" y="1911751"/>
            <a:ext cx="3692024" cy="2844763"/>
            <a:chOff x="3331840" y="1191568"/>
            <a:chExt cx="384038" cy="295876"/>
          </a:xfrm>
        </p:grpSpPr>
        <p:sp>
          <p:nvSpPr>
            <p:cNvPr id="2604" name="Google Shape;2604;p47"/>
            <p:cNvSpPr/>
            <p:nvPr/>
          </p:nvSpPr>
          <p:spPr>
            <a:xfrm>
              <a:off x="3331840"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7"/>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7"/>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7"/>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7"/>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7"/>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7"/>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11" name="Google Shape;2611;p47"/>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2612" name="Google Shape;2612;p47"/>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SzPts val="1200"/>
              <a:buAutoNum type="arabicPeriod"/>
              <a:defRPr sz="1200"/>
            </a:lvl1pPr>
            <a:lvl2pPr indent="-304800" lvl="1" marL="914400">
              <a:lnSpc>
                <a:spcPct val="115000"/>
              </a:lnSpc>
              <a:spcBef>
                <a:spcPts val="1600"/>
              </a:spcBef>
              <a:spcAft>
                <a:spcPts val="0"/>
              </a:spcAft>
              <a:buSzPts val="1200"/>
              <a:buFont typeface="Roboto Condensed Light"/>
              <a:buAutoNum type="alphaLcPeriod"/>
              <a:defRPr/>
            </a:lvl2pPr>
            <a:lvl3pPr indent="-304800" lvl="2" marL="1371600">
              <a:lnSpc>
                <a:spcPct val="115000"/>
              </a:lnSpc>
              <a:spcBef>
                <a:spcPts val="1600"/>
              </a:spcBef>
              <a:spcAft>
                <a:spcPts val="0"/>
              </a:spcAft>
              <a:buSzPts val="1200"/>
              <a:buFont typeface="Roboto Condensed Light"/>
              <a:buAutoNum type="romanLcPeriod"/>
              <a:defRPr/>
            </a:lvl3pPr>
            <a:lvl4pPr indent="-304800" lvl="3" marL="1828800">
              <a:lnSpc>
                <a:spcPct val="115000"/>
              </a:lnSpc>
              <a:spcBef>
                <a:spcPts val="1600"/>
              </a:spcBef>
              <a:spcAft>
                <a:spcPts val="0"/>
              </a:spcAft>
              <a:buSzPts val="1200"/>
              <a:buFont typeface="Roboto Condensed Light"/>
              <a:buAutoNum type="arabicPeriod"/>
              <a:defRPr/>
            </a:lvl4pPr>
            <a:lvl5pPr indent="-304800" lvl="4" marL="2286000">
              <a:lnSpc>
                <a:spcPct val="115000"/>
              </a:lnSpc>
              <a:spcBef>
                <a:spcPts val="1600"/>
              </a:spcBef>
              <a:spcAft>
                <a:spcPts val="0"/>
              </a:spcAft>
              <a:buSzPts val="1200"/>
              <a:buFont typeface="Roboto Condensed Light"/>
              <a:buAutoNum type="alphaLcPeriod"/>
              <a:defRPr/>
            </a:lvl5pPr>
            <a:lvl6pPr indent="-304800" lvl="5" marL="2743200">
              <a:lnSpc>
                <a:spcPct val="115000"/>
              </a:lnSpc>
              <a:spcBef>
                <a:spcPts val="1600"/>
              </a:spcBef>
              <a:spcAft>
                <a:spcPts val="0"/>
              </a:spcAft>
              <a:buSzPts val="1200"/>
              <a:buFont typeface="Roboto Condensed Light"/>
              <a:buAutoNum type="romanLcPeriod"/>
              <a:defRPr/>
            </a:lvl6pPr>
            <a:lvl7pPr indent="-304800" lvl="6" marL="3200400">
              <a:lnSpc>
                <a:spcPct val="115000"/>
              </a:lnSpc>
              <a:spcBef>
                <a:spcPts val="1600"/>
              </a:spcBef>
              <a:spcAft>
                <a:spcPts val="0"/>
              </a:spcAft>
              <a:buSzPts val="1200"/>
              <a:buFont typeface="Roboto Condensed Light"/>
              <a:buAutoNum type="arabicPeriod"/>
              <a:defRPr/>
            </a:lvl7pPr>
            <a:lvl8pPr indent="-304800" lvl="7" marL="3657600">
              <a:lnSpc>
                <a:spcPct val="115000"/>
              </a:lnSpc>
              <a:spcBef>
                <a:spcPts val="1600"/>
              </a:spcBef>
              <a:spcAft>
                <a:spcPts val="0"/>
              </a:spcAft>
              <a:buSzPts val="1200"/>
              <a:buFont typeface="Roboto Condensed Light"/>
              <a:buAutoNum type="alphaLcPeriod"/>
              <a:defRPr/>
            </a:lvl8pPr>
            <a:lvl9pPr indent="-304800" lvl="8" marL="4114800">
              <a:lnSpc>
                <a:spcPct val="115000"/>
              </a:lnSpc>
              <a:spcBef>
                <a:spcPts val="1600"/>
              </a:spcBef>
              <a:spcAft>
                <a:spcPts val="1600"/>
              </a:spcAft>
              <a:buSzPts val="1200"/>
              <a:buFont typeface="Roboto Condensed Light"/>
              <a:buAutoNum type="romanLcPeriod"/>
              <a:defRPr/>
            </a:lvl9pPr>
          </a:lstStyle>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613" name="Shape 2613"/>
        <p:cNvGrpSpPr/>
        <p:nvPr/>
      </p:nvGrpSpPr>
      <p:grpSpPr>
        <a:xfrm>
          <a:off x="0" y="0"/>
          <a:ext cx="0" cy="0"/>
          <a:chOff x="0" y="0"/>
          <a:chExt cx="0" cy="0"/>
        </a:xfrm>
      </p:grpSpPr>
      <p:sp>
        <p:nvSpPr>
          <p:cNvPr id="2614" name="Google Shape;2614;p48"/>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8"/>
          <p:cNvSpPr/>
          <p:nvPr/>
        </p:nvSpPr>
        <p:spPr>
          <a:xfrm flipH="1" rot="-238332">
            <a:off x="6971149" y="4242317"/>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8"/>
          <p:cNvSpPr/>
          <p:nvPr/>
        </p:nvSpPr>
        <p:spPr>
          <a:xfrm>
            <a:off x="4" y="4864136"/>
            <a:ext cx="1665423" cy="78539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8"/>
          <p:cNvSpPr/>
          <p:nvPr/>
        </p:nvSpPr>
        <p:spPr>
          <a:xfrm>
            <a:off x="96226" y="4775056"/>
            <a:ext cx="1043455" cy="549114"/>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18" name="Google Shape;2618;p48"/>
          <p:cNvGrpSpPr/>
          <p:nvPr/>
        </p:nvGrpSpPr>
        <p:grpSpPr>
          <a:xfrm>
            <a:off x="-114735" y="3498258"/>
            <a:ext cx="1159291" cy="1855702"/>
            <a:chOff x="1352322" y="1338997"/>
            <a:chExt cx="415457" cy="676942"/>
          </a:xfrm>
        </p:grpSpPr>
        <p:sp>
          <p:nvSpPr>
            <p:cNvPr id="2619" name="Google Shape;2619;p48"/>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48"/>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8"/>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8"/>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8"/>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8"/>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8"/>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8"/>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8"/>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8"/>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8"/>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8"/>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8"/>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2" name="Google Shape;2632;p48"/>
          <p:cNvGrpSpPr/>
          <p:nvPr/>
        </p:nvGrpSpPr>
        <p:grpSpPr>
          <a:xfrm flipH="1">
            <a:off x="939877" y="4497343"/>
            <a:ext cx="746626" cy="545891"/>
            <a:chOff x="6123718" y="525411"/>
            <a:chExt cx="1395563" cy="1024955"/>
          </a:xfrm>
        </p:grpSpPr>
        <p:grpSp>
          <p:nvGrpSpPr>
            <p:cNvPr id="2633" name="Google Shape;2633;p48"/>
            <p:cNvGrpSpPr/>
            <p:nvPr/>
          </p:nvGrpSpPr>
          <p:grpSpPr>
            <a:xfrm flipH="1">
              <a:off x="6123718" y="525411"/>
              <a:ext cx="1395563" cy="1024955"/>
              <a:chOff x="1696430" y="1591394"/>
              <a:chExt cx="279683" cy="208092"/>
            </a:xfrm>
          </p:grpSpPr>
          <p:sp>
            <p:nvSpPr>
              <p:cNvPr id="2634" name="Google Shape;2634;p48"/>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8"/>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8"/>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8"/>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8"/>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8"/>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8"/>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8"/>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8"/>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8"/>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8"/>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45" name="Google Shape;2645;p48"/>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6" name="Google Shape;2646;p48"/>
          <p:cNvGrpSpPr/>
          <p:nvPr/>
        </p:nvGrpSpPr>
        <p:grpSpPr>
          <a:xfrm flipH="1">
            <a:off x="6989366" y="3989002"/>
            <a:ext cx="2154611" cy="785401"/>
            <a:chOff x="3363545" y="1399908"/>
            <a:chExt cx="240164" cy="87537"/>
          </a:xfrm>
        </p:grpSpPr>
        <p:sp>
          <p:nvSpPr>
            <p:cNvPr id="2647" name="Google Shape;2647;p48"/>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8"/>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8"/>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8"/>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48"/>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52" name="Google Shape;2652;p48"/>
          <p:cNvSpPr/>
          <p:nvPr/>
        </p:nvSpPr>
        <p:spPr>
          <a:xfrm flipH="1">
            <a:off x="8527104" y="1855882"/>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8"/>
          <p:cNvSpPr/>
          <p:nvPr/>
        </p:nvSpPr>
        <p:spPr>
          <a:xfrm flipH="1">
            <a:off x="-367166" y="2571757"/>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8"/>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2655" name="Google Shape;2655;p48"/>
          <p:cNvSpPr txBox="1"/>
          <p:nvPr>
            <p:ph idx="2" type="title"/>
          </p:nvPr>
        </p:nvSpPr>
        <p:spPr>
          <a:xfrm>
            <a:off x="1686500" y="1772075"/>
            <a:ext cx="25056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b="0" sz="22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2656" name="Google Shape;2656;p48"/>
          <p:cNvSpPr txBox="1"/>
          <p:nvPr>
            <p:ph idx="3" type="title"/>
          </p:nvPr>
        </p:nvSpPr>
        <p:spPr>
          <a:xfrm>
            <a:off x="4951900" y="1772075"/>
            <a:ext cx="25056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b="0" sz="22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2657" name="Google Shape;2657;p48"/>
          <p:cNvSpPr txBox="1"/>
          <p:nvPr>
            <p:ph idx="1" type="subTitle"/>
          </p:nvPr>
        </p:nvSpPr>
        <p:spPr>
          <a:xfrm>
            <a:off x="4951897" y="2097310"/>
            <a:ext cx="2505600" cy="1010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b="0" sz="14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2658" name="Google Shape;2658;p48"/>
          <p:cNvSpPr txBox="1"/>
          <p:nvPr>
            <p:ph idx="4" type="subTitle"/>
          </p:nvPr>
        </p:nvSpPr>
        <p:spPr>
          <a:xfrm>
            <a:off x="1686500" y="2097310"/>
            <a:ext cx="2505600" cy="1010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b="0" sz="14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659" name="Shape 2659"/>
        <p:cNvGrpSpPr/>
        <p:nvPr/>
      </p:nvGrpSpPr>
      <p:grpSpPr>
        <a:xfrm>
          <a:off x="0" y="0"/>
          <a:ext cx="0" cy="0"/>
          <a:chOff x="0" y="0"/>
          <a:chExt cx="0" cy="0"/>
        </a:xfrm>
      </p:grpSpPr>
      <p:sp>
        <p:nvSpPr>
          <p:cNvPr id="2660" name="Google Shape;2660;p49"/>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9"/>
          <p:cNvSpPr/>
          <p:nvPr/>
        </p:nvSpPr>
        <p:spPr>
          <a:xfrm flipH="1">
            <a:off x="8452048" y="4570199"/>
            <a:ext cx="2576451" cy="136094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49"/>
          <p:cNvSpPr/>
          <p:nvPr/>
        </p:nvSpPr>
        <p:spPr>
          <a:xfrm>
            <a:off x="0" y="4852503"/>
            <a:ext cx="9144009" cy="289809"/>
          </a:xfrm>
          <a:custGeom>
            <a:rect b="b" l="l" r="r" t="t"/>
            <a:pathLst>
              <a:path extrusionOk="0" h="9234" w="27897">
                <a:moveTo>
                  <a:pt x="14337" y="0"/>
                </a:moveTo>
                <a:cubicBezTo>
                  <a:pt x="14337" y="0"/>
                  <a:pt x="12053" y="402"/>
                  <a:pt x="13222" y="633"/>
                </a:cubicBezTo>
                <a:cubicBezTo>
                  <a:pt x="14391" y="857"/>
                  <a:pt x="13704" y="1276"/>
                  <a:pt x="11001" y="1419"/>
                </a:cubicBezTo>
                <a:cubicBezTo>
                  <a:pt x="8289" y="1561"/>
                  <a:pt x="8164" y="2204"/>
                  <a:pt x="9529" y="2346"/>
                </a:cubicBezTo>
                <a:cubicBezTo>
                  <a:pt x="10885" y="2489"/>
                  <a:pt x="4131" y="3470"/>
                  <a:pt x="5808" y="4006"/>
                </a:cubicBezTo>
                <a:cubicBezTo>
                  <a:pt x="7495" y="4550"/>
                  <a:pt x="4961" y="5040"/>
                  <a:pt x="3257" y="5272"/>
                </a:cubicBezTo>
                <a:cubicBezTo>
                  <a:pt x="1553" y="5504"/>
                  <a:pt x="1375" y="6040"/>
                  <a:pt x="2365" y="6227"/>
                </a:cubicBezTo>
                <a:cubicBezTo>
                  <a:pt x="3355" y="6414"/>
                  <a:pt x="1" y="7271"/>
                  <a:pt x="1" y="7271"/>
                </a:cubicBezTo>
                <a:lnTo>
                  <a:pt x="1" y="9233"/>
                </a:lnTo>
                <a:lnTo>
                  <a:pt x="27897" y="9233"/>
                </a:lnTo>
                <a:lnTo>
                  <a:pt x="27897" y="7137"/>
                </a:lnTo>
                <a:cubicBezTo>
                  <a:pt x="27897" y="7137"/>
                  <a:pt x="23472" y="6361"/>
                  <a:pt x="24445" y="5504"/>
                </a:cubicBezTo>
                <a:cubicBezTo>
                  <a:pt x="25417" y="4648"/>
                  <a:pt x="20171" y="4434"/>
                  <a:pt x="21340" y="3925"/>
                </a:cubicBezTo>
                <a:cubicBezTo>
                  <a:pt x="22500" y="3417"/>
                  <a:pt x="21893" y="2917"/>
                  <a:pt x="20912" y="2721"/>
                </a:cubicBezTo>
                <a:cubicBezTo>
                  <a:pt x="19939" y="2534"/>
                  <a:pt x="18780" y="2034"/>
                  <a:pt x="19422" y="1481"/>
                </a:cubicBezTo>
                <a:cubicBezTo>
                  <a:pt x="20055" y="928"/>
                  <a:pt x="19288" y="732"/>
                  <a:pt x="18512" y="491"/>
                </a:cubicBezTo>
                <a:cubicBezTo>
                  <a:pt x="17727" y="259"/>
                  <a:pt x="18637" y="0"/>
                  <a:pt x="18637"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63" name="Google Shape;2663;p49"/>
          <p:cNvGrpSpPr/>
          <p:nvPr/>
        </p:nvGrpSpPr>
        <p:grpSpPr>
          <a:xfrm>
            <a:off x="-409527" y="3734044"/>
            <a:ext cx="1176845" cy="1035418"/>
            <a:chOff x="3650956" y="1757963"/>
            <a:chExt cx="258943" cy="227815"/>
          </a:xfrm>
        </p:grpSpPr>
        <p:sp>
          <p:nvSpPr>
            <p:cNvPr id="2664" name="Google Shape;2664;p49"/>
            <p:cNvSpPr/>
            <p:nvPr/>
          </p:nvSpPr>
          <p:spPr>
            <a:xfrm>
              <a:off x="3650956" y="1757963"/>
              <a:ext cx="258943" cy="227815"/>
            </a:xfrm>
            <a:custGeom>
              <a:rect b="b" l="l" r="r" t="t"/>
              <a:pathLst>
                <a:path extrusionOk="0" h="6272" w="7129">
                  <a:moveTo>
                    <a:pt x="5416" y="0"/>
                  </a:moveTo>
                  <a:lnTo>
                    <a:pt x="3828" y="411"/>
                  </a:lnTo>
                  <a:lnTo>
                    <a:pt x="3337" y="1499"/>
                  </a:lnTo>
                  <a:lnTo>
                    <a:pt x="2320" y="1945"/>
                  </a:lnTo>
                  <a:lnTo>
                    <a:pt x="1642" y="3016"/>
                  </a:lnTo>
                  <a:lnTo>
                    <a:pt x="1535" y="4095"/>
                  </a:lnTo>
                  <a:lnTo>
                    <a:pt x="1018" y="5219"/>
                  </a:lnTo>
                  <a:lnTo>
                    <a:pt x="1" y="6272"/>
                  </a:lnTo>
                  <a:lnTo>
                    <a:pt x="3846" y="6272"/>
                  </a:lnTo>
                  <a:lnTo>
                    <a:pt x="3417" y="5255"/>
                  </a:lnTo>
                  <a:lnTo>
                    <a:pt x="3623" y="4461"/>
                  </a:lnTo>
                  <a:lnTo>
                    <a:pt x="4390" y="3408"/>
                  </a:lnTo>
                  <a:lnTo>
                    <a:pt x="4898" y="3533"/>
                  </a:lnTo>
                  <a:lnTo>
                    <a:pt x="5327" y="4505"/>
                  </a:lnTo>
                  <a:lnTo>
                    <a:pt x="5077" y="5522"/>
                  </a:lnTo>
                  <a:lnTo>
                    <a:pt x="5228" y="6272"/>
                  </a:lnTo>
                  <a:lnTo>
                    <a:pt x="7129" y="6272"/>
                  </a:lnTo>
                  <a:lnTo>
                    <a:pt x="6745" y="5174"/>
                  </a:lnTo>
                  <a:lnTo>
                    <a:pt x="7066" y="4211"/>
                  </a:lnTo>
                  <a:lnTo>
                    <a:pt x="6593" y="2837"/>
                  </a:lnTo>
                  <a:lnTo>
                    <a:pt x="6308" y="1196"/>
                  </a:lnTo>
                  <a:lnTo>
                    <a:pt x="54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9"/>
            <p:cNvSpPr/>
            <p:nvPr/>
          </p:nvSpPr>
          <p:spPr>
            <a:xfrm>
              <a:off x="3710595" y="1757963"/>
              <a:ext cx="169481" cy="109549"/>
            </a:xfrm>
            <a:custGeom>
              <a:rect b="b" l="l" r="r" t="t"/>
              <a:pathLst>
                <a:path extrusionOk="0" h="3016" w="4666">
                  <a:moveTo>
                    <a:pt x="3774" y="0"/>
                  </a:moveTo>
                  <a:lnTo>
                    <a:pt x="2186" y="411"/>
                  </a:lnTo>
                  <a:lnTo>
                    <a:pt x="1695" y="1499"/>
                  </a:lnTo>
                  <a:lnTo>
                    <a:pt x="678" y="1945"/>
                  </a:lnTo>
                  <a:lnTo>
                    <a:pt x="0" y="3016"/>
                  </a:lnTo>
                  <a:lnTo>
                    <a:pt x="0" y="3016"/>
                  </a:lnTo>
                  <a:lnTo>
                    <a:pt x="794" y="2346"/>
                  </a:lnTo>
                  <a:lnTo>
                    <a:pt x="1401" y="2257"/>
                  </a:lnTo>
                  <a:lnTo>
                    <a:pt x="1918" y="2552"/>
                  </a:lnTo>
                  <a:lnTo>
                    <a:pt x="1570" y="1927"/>
                  </a:lnTo>
                  <a:lnTo>
                    <a:pt x="2186" y="2061"/>
                  </a:lnTo>
                  <a:lnTo>
                    <a:pt x="2025" y="1579"/>
                  </a:lnTo>
                  <a:lnTo>
                    <a:pt x="2560" y="866"/>
                  </a:lnTo>
                  <a:lnTo>
                    <a:pt x="3649" y="803"/>
                  </a:lnTo>
                  <a:lnTo>
                    <a:pt x="4666" y="1196"/>
                  </a:lnTo>
                  <a:lnTo>
                    <a:pt x="3774"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49"/>
            <p:cNvSpPr/>
            <p:nvPr/>
          </p:nvSpPr>
          <p:spPr>
            <a:xfrm>
              <a:off x="3768600" y="1867472"/>
              <a:ext cx="141295" cy="118302"/>
            </a:xfrm>
            <a:custGeom>
              <a:rect b="b" l="l" r="r" t="t"/>
              <a:pathLst>
                <a:path extrusionOk="0" h="3257" w="3890">
                  <a:moveTo>
                    <a:pt x="1534" y="1"/>
                  </a:moveTo>
                  <a:lnTo>
                    <a:pt x="856" y="116"/>
                  </a:lnTo>
                  <a:lnTo>
                    <a:pt x="259" y="1196"/>
                  </a:lnTo>
                  <a:lnTo>
                    <a:pt x="71" y="447"/>
                  </a:lnTo>
                  <a:lnTo>
                    <a:pt x="0" y="1767"/>
                  </a:lnTo>
                  <a:lnTo>
                    <a:pt x="178" y="2240"/>
                  </a:lnTo>
                  <a:lnTo>
                    <a:pt x="384" y="1446"/>
                  </a:lnTo>
                  <a:lnTo>
                    <a:pt x="1151" y="393"/>
                  </a:lnTo>
                  <a:lnTo>
                    <a:pt x="1659" y="518"/>
                  </a:lnTo>
                  <a:lnTo>
                    <a:pt x="2088" y="1490"/>
                  </a:lnTo>
                  <a:lnTo>
                    <a:pt x="1838" y="2507"/>
                  </a:lnTo>
                  <a:lnTo>
                    <a:pt x="1989" y="3257"/>
                  </a:lnTo>
                  <a:lnTo>
                    <a:pt x="3890" y="3257"/>
                  </a:lnTo>
                  <a:lnTo>
                    <a:pt x="3506" y="2159"/>
                  </a:lnTo>
                  <a:lnTo>
                    <a:pt x="3488" y="3087"/>
                  </a:lnTo>
                  <a:lnTo>
                    <a:pt x="2935" y="2820"/>
                  </a:lnTo>
                  <a:lnTo>
                    <a:pt x="2882" y="1767"/>
                  </a:lnTo>
                  <a:lnTo>
                    <a:pt x="2614" y="2820"/>
                  </a:lnTo>
                  <a:lnTo>
                    <a:pt x="2177" y="2382"/>
                  </a:lnTo>
                  <a:lnTo>
                    <a:pt x="2543" y="973"/>
                  </a:lnTo>
                  <a:lnTo>
                    <a:pt x="1534"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9"/>
            <p:cNvSpPr/>
            <p:nvPr/>
          </p:nvSpPr>
          <p:spPr>
            <a:xfrm>
              <a:off x="3722908" y="1895331"/>
              <a:ext cx="23682" cy="90443"/>
            </a:xfrm>
            <a:custGeom>
              <a:rect b="b" l="l" r="r" t="t"/>
              <a:pathLst>
                <a:path extrusionOk="0" h="2490" w="652">
                  <a:moveTo>
                    <a:pt x="179" y="1"/>
                  </a:moveTo>
                  <a:lnTo>
                    <a:pt x="286" y="1856"/>
                  </a:lnTo>
                  <a:lnTo>
                    <a:pt x="0" y="2490"/>
                  </a:lnTo>
                  <a:lnTo>
                    <a:pt x="651" y="2490"/>
                  </a:lnTo>
                  <a:lnTo>
                    <a:pt x="598" y="1910"/>
                  </a:lnTo>
                  <a:lnTo>
                    <a:pt x="598" y="1348"/>
                  </a:lnTo>
                  <a:lnTo>
                    <a:pt x="179"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9"/>
            <p:cNvSpPr/>
            <p:nvPr/>
          </p:nvSpPr>
          <p:spPr>
            <a:xfrm>
              <a:off x="3650956" y="1906663"/>
              <a:ext cx="57390" cy="79110"/>
            </a:xfrm>
            <a:custGeom>
              <a:rect b="b" l="l" r="r" t="t"/>
              <a:pathLst>
                <a:path extrusionOk="0" h="2178" w="1580">
                  <a:moveTo>
                    <a:pt x="1535" y="1"/>
                  </a:moveTo>
                  <a:lnTo>
                    <a:pt x="1018" y="1125"/>
                  </a:lnTo>
                  <a:lnTo>
                    <a:pt x="1" y="2178"/>
                  </a:lnTo>
                  <a:lnTo>
                    <a:pt x="1250" y="2178"/>
                  </a:lnTo>
                  <a:lnTo>
                    <a:pt x="795" y="1839"/>
                  </a:lnTo>
                  <a:lnTo>
                    <a:pt x="1428" y="1303"/>
                  </a:lnTo>
                  <a:lnTo>
                    <a:pt x="1580" y="643"/>
                  </a:lnTo>
                  <a:lnTo>
                    <a:pt x="153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9"/>
            <p:cNvSpPr/>
            <p:nvPr/>
          </p:nvSpPr>
          <p:spPr>
            <a:xfrm>
              <a:off x="3857370" y="1801367"/>
              <a:ext cx="50270" cy="109549"/>
            </a:xfrm>
            <a:custGeom>
              <a:rect b="b" l="l" r="r" t="t"/>
              <a:pathLst>
                <a:path extrusionOk="0" h="3016" w="1384">
                  <a:moveTo>
                    <a:pt x="625" y="1"/>
                  </a:moveTo>
                  <a:lnTo>
                    <a:pt x="580" y="1357"/>
                  </a:lnTo>
                  <a:lnTo>
                    <a:pt x="0" y="402"/>
                  </a:lnTo>
                  <a:lnTo>
                    <a:pt x="411" y="1874"/>
                  </a:lnTo>
                  <a:lnTo>
                    <a:pt x="1383" y="3016"/>
                  </a:lnTo>
                  <a:lnTo>
                    <a:pt x="910" y="1642"/>
                  </a:lnTo>
                  <a:lnTo>
                    <a:pt x="62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0" name="Google Shape;2670;p49"/>
          <p:cNvGrpSpPr/>
          <p:nvPr/>
        </p:nvGrpSpPr>
        <p:grpSpPr>
          <a:xfrm>
            <a:off x="8481443" y="3817100"/>
            <a:ext cx="839321" cy="1035407"/>
            <a:chOff x="4171005" y="1331224"/>
            <a:chExt cx="356505" cy="439757"/>
          </a:xfrm>
        </p:grpSpPr>
        <p:sp>
          <p:nvSpPr>
            <p:cNvPr id="2671" name="Google Shape;2671;p49"/>
            <p:cNvSpPr/>
            <p:nvPr/>
          </p:nvSpPr>
          <p:spPr>
            <a:xfrm>
              <a:off x="4171005" y="1331224"/>
              <a:ext cx="356505" cy="439757"/>
            </a:xfrm>
            <a:custGeom>
              <a:rect b="b" l="l" r="r" t="t"/>
              <a:pathLst>
                <a:path extrusionOk="0" h="12107" w="9815">
                  <a:moveTo>
                    <a:pt x="3337" y="0"/>
                  </a:moveTo>
                  <a:lnTo>
                    <a:pt x="2320" y="464"/>
                  </a:lnTo>
                  <a:lnTo>
                    <a:pt x="2320" y="2525"/>
                  </a:lnTo>
                  <a:lnTo>
                    <a:pt x="1562" y="2257"/>
                  </a:lnTo>
                  <a:lnTo>
                    <a:pt x="964" y="2793"/>
                  </a:lnTo>
                  <a:lnTo>
                    <a:pt x="1152" y="5505"/>
                  </a:lnTo>
                  <a:lnTo>
                    <a:pt x="920" y="7182"/>
                  </a:lnTo>
                  <a:lnTo>
                    <a:pt x="1152" y="9510"/>
                  </a:lnTo>
                  <a:lnTo>
                    <a:pt x="1" y="11152"/>
                  </a:lnTo>
                  <a:lnTo>
                    <a:pt x="3266" y="11152"/>
                  </a:lnTo>
                  <a:lnTo>
                    <a:pt x="4238" y="11571"/>
                  </a:lnTo>
                  <a:lnTo>
                    <a:pt x="5282" y="11571"/>
                  </a:lnTo>
                  <a:lnTo>
                    <a:pt x="5452" y="12106"/>
                  </a:lnTo>
                  <a:lnTo>
                    <a:pt x="6522" y="12106"/>
                  </a:lnTo>
                  <a:lnTo>
                    <a:pt x="7352" y="11036"/>
                  </a:lnTo>
                  <a:lnTo>
                    <a:pt x="9814" y="11036"/>
                  </a:lnTo>
                  <a:lnTo>
                    <a:pt x="9814" y="9831"/>
                  </a:lnTo>
                  <a:lnTo>
                    <a:pt x="9341" y="9394"/>
                  </a:lnTo>
                  <a:lnTo>
                    <a:pt x="9341" y="8404"/>
                  </a:lnTo>
                  <a:lnTo>
                    <a:pt x="8467" y="6530"/>
                  </a:lnTo>
                  <a:lnTo>
                    <a:pt x="8369" y="5005"/>
                  </a:lnTo>
                  <a:lnTo>
                    <a:pt x="7138" y="3515"/>
                  </a:lnTo>
                  <a:lnTo>
                    <a:pt x="5407" y="304"/>
                  </a:lnTo>
                  <a:lnTo>
                    <a:pt x="4595" y="464"/>
                  </a:lnTo>
                  <a:lnTo>
                    <a:pt x="333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9"/>
            <p:cNvSpPr/>
            <p:nvPr/>
          </p:nvSpPr>
          <p:spPr>
            <a:xfrm>
              <a:off x="4345021" y="1403794"/>
              <a:ext cx="149431" cy="367184"/>
            </a:xfrm>
            <a:custGeom>
              <a:rect b="b" l="l" r="r" t="t"/>
              <a:pathLst>
                <a:path extrusionOk="0" h="10109" w="4114">
                  <a:moveTo>
                    <a:pt x="652" y="1"/>
                  </a:moveTo>
                  <a:lnTo>
                    <a:pt x="652" y="1669"/>
                  </a:lnTo>
                  <a:lnTo>
                    <a:pt x="1116" y="2266"/>
                  </a:lnTo>
                  <a:lnTo>
                    <a:pt x="741" y="2882"/>
                  </a:lnTo>
                  <a:lnTo>
                    <a:pt x="910" y="3890"/>
                  </a:lnTo>
                  <a:lnTo>
                    <a:pt x="812" y="5059"/>
                  </a:lnTo>
                  <a:lnTo>
                    <a:pt x="982" y="5862"/>
                  </a:lnTo>
                  <a:lnTo>
                    <a:pt x="812" y="6682"/>
                  </a:lnTo>
                  <a:lnTo>
                    <a:pt x="277" y="7325"/>
                  </a:lnTo>
                  <a:lnTo>
                    <a:pt x="224" y="9038"/>
                  </a:lnTo>
                  <a:lnTo>
                    <a:pt x="1" y="9573"/>
                  </a:lnTo>
                  <a:lnTo>
                    <a:pt x="491" y="9573"/>
                  </a:lnTo>
                  <a:lnTo>
                    <a:pt x="661" y="10108"/>
                  </a:lnTo>
                  <a:lnTo>
                    <a:pt x="1731" y="10108"/>
                  </a:lnTo>
                  <a:lnTo>
                    <a:pt x="2561" y="9038"/>
                  </a:lnTo>
                  <a:lnTo>
                    <a:pt x="4113" y="9038"/>
                  </a:lnTo>
                  <a:lnTo>
                    <a:pt x="3765" y="8172"/>
                  </a:lnTo>
                  <a:lnTo>
                    <a:pt x="3846" y="6798"/>
                  </a:lnTo>
                  <a:cubicBezTo>
                    <a:pt x="3846" y="6798"/>
                    <a:pt x="2855" y="5879"/>
                    <a:pt x="2846" y="5835"/>
                  </a:cubicBezTo>
                  <a:cubicBezTo>
                    <a:pt x="2837" y="5790"/>
                    <a:pt x="2846" y="4961"/>
                    <a:pt x="2846" y="4961"/>
                  </a:cubicBezTo>
                  <a:lnTo>
                    <a:pt x="2418" y="4185"/>
                  </a:lnTo>
                  <a:lnTo>
                    <a:pt x="1990" y="2391"/>
                  </a:lnTo>
                  <a:lnTo>
                    <a:pt x="946" y="1214"/>
                  </a:lnTo>
                  <a:lnTo>
                    <a:pt x="652"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9"/>
            <p:cNvSpPr/>
            <p:nvPr/>
          </p:nvSpPr>
          <p:spPr>
            <a:xfrm>
              <a:off x="4430230" y="1458893"/>
              <a:ext cx="97272" cy="237549"/>
            </a:xfrm>
            <a:custGeom>
              <a:rect b="b" l="l" r="r" t="t"/>
              <a:pathLst>
                <a:path extrusionOk="0" h="6540" w="2678">
                  <a:moveTo>
                    <a:pt x="1" y="0"/>
                  </a:moveTo>
                  <a:lnTo>
                    <a:pt x="661" y="1490"/>
                  </a:lnTo>
                  <a:lnTo>
                    <a:pt x="982" y="1775"/>
                  </a:lnTo>
                  <a:lnTo>
                    <a:pt x="697" y="2926"/>
                  </a:lnTo>
                  <a:lnTo>
                    <a:pt x="1401" y="3872"/>
                  </a:lnTo>
                  <a:lnTo>
                    <a:pt x="1357" y="4505"/>
                  </a:lnTo>
                  <a:lnTo>
                    <a:pt x="1803" y="4844"/>
                  </a:lnTo>
                  <a:lnTo>
                    <a:pt x="2035" y="5879"/>
                  </a:lnTo>
                  <a:lnTo>
                    <a:pt x="1999" y="6405"/>
                  </a:lnTo>
                  <a:lnTo>
                    <a:pt x="2677" y="6539"/>
                  </a:lnTo>
                  <a:lnTo>
                    <a:pt x="2677" y="6316"/>
                  </a:lnTo>
                  <a:lnTo>
                    <a:pt x="2204" y="5879"/>
                  </a:lnTo>
                  <a:lnTo>
                    <a:pt x="2204" y="4889"/>
                  </a:lnTo>
                  <a:lnTo>
                    <a:pt x="1330" y="3015"/>
                  </a:lnTo>
                  <a:lnTo>
                    <a:pt x="1276" y="2257"/>
                  </a:lnTo>
                  <a:lnTo>
                    <a:pt x="1232" y="1490"/>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49"/>
            <p:cNvSpPr/>
            <p:nvPr/>
          </p:nvSpPr>
          <p:spPr>
            <a:xfrm>
              <a:off x="4255270" y="1331224"/>
              <a:ext cx="112164" cy="220042"/>
            </a:xfrm>
            <a:custGeom>
              <a:rect b="b" l="l" r="r" t="t"/>
              <a:pathLst>
                <a:path extrusionOk="0" h="6058" w="3088">
                  <a:moveTo>
                    <a:pt x="1017" y="0"/>
                  </a:moveTo>
                  <a:lnTo>
                    <a:pt x="0" y="464"/>
                  </a:lnTo>
                  <a:lnTo>
                    <a:pt x="330" y="955"/>
                  </a:lnTo>
                  <a:lnTo>
                    <a:pt x="1008" y="1044"/>
                  </a:lnTo>
                  <a:lnTo>
                    <a:pt x="1740" y="2338"/>
                  </a:lnTo>
                  <a:lnTo>
                    <a:pt x="1571" y="3738"/>
                  </a:lnTo>
                  <a:cubicBezTo>
                    <a:pt x="1571" y="3738"/>
                    <a:pt x="2637" y="6058"/>
                    <a:pt x="2641" y="6058"/>
                  </a:cubicBezTo>
                  <a:cubicBezTo>
                    <a:pt x="2641" y="6058"/>
                    <a:pt x="2641" y="6058"/>
                    <a:pt x="2641" y="6058"/>
                  </a:cubicBezTo>
                  <a:cubicBezTo>
                    <a:pt x="2641" y="6040"/>
                    <a:pt x="2043" y="3631"/>
                    <a:pt x="2025" y="3542"/>
                  </a:cubicBezTo>
                  <a:cubicBezTo>
                    <a:pt x="2017" y="3453"/>
                    <a:pt x="2454" y="2320"/>
                    <a:pt x="2454" y="2320"/>
                  </a:cubicBezTo>
                  <a:lnTo>
                    <a:pt x="2382" y="1704"/>
                  </a:lnTo>
                  <a:lnTo>
                    <a:pt x="3087" y="304"/>
                  </a:lnTo>
                  <a:lnTo>
                    <a:pt x="2275" y="464"/>
                  </a:lnTo>
                  <a:lnTo>
                    <a:pt x="1017"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9"/>
            <p:cNvSpPr/>
            <p:nvPr/>
          </p:nvSpPr>
          <p:spPr>
            <a:xfrm>
              <a:off x="4206019" y="1413201"/>
              <a:ext cx="76495" cy="154915"/>
            </a:xfrm>
            <a:custGeom>
              <a:rect b="b" l="l" r="r" t="t"/>
              <a:pathLst>
                <a:path extrusionOk="0" h="4265" w="2106">
                  <a:moveTo>
                    <a:pt x="598" y="0"/>
                  </a:moveTo>
                  <a:lnTo>
                    <a:pt x="0" y="536"/>
                  </a:lnTo>
                  <a:lnTo>
                    <a:pt x="0" y="536"/>
                  </a:lnTo>
                  <a:lnTo>
                    <a:pt x="812" y="393"/>
                  </a:lnTo>
                  <a:lnTo>
                    <a:pt x="1740" y="1767"/>
                  </a:lnTo>
                  <a:lnTo>
                    <a:pt x="2106" y="4265"/>
                  </a:lnTo>
                  <a:lnTo>
                    <a:pt x="2106" y="1883"/>
                  </a:lnTo>
                  <a:lnTo>
                    <a:pt x="1356" y="268"/>
                  </a:lnTo>
                  <a:lnTo>
                    <a:pt x="598"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9"/>
            <p:cNvSpPr/>
            <p:nvPr/>
          </p:nvSpPr>
          <p:spPr>
            <a:xfrm>
              <a:off x="4367394" y="1342229"/>
              <a:ext cx="62874" cy="116704"/>
            </a:xfrm>
            <a:custGeom>
              <a:rect b="b" l="l" r="r" t="t"/>
              <a:pathLst>
                <a:path extrusionOk="0" h="3213" w="1731">
                  <a:moveTo>
                    <a:pt x="0" y="1"/>
                  </a:moveTo>
                  <a:lnTo>
                    <a:pt x="803" y="2605"/>
                  </a:lnTo>
                  <a:lnTo>
                    <a:pt x="1731" y="3212"/>
                  </a:lnTo>
                  <a:lnTo>
                    <a:pt x="0" y="1"/>
                  </a:lnTo>
                  <a:close/>
                  <a:moveTo>
                    <a:pt x="1731" y="3212"/>
                  </a:moveTo>
                  <a:lnTo>
                    <a:pt x="1731" y="3212"/>
                  </a:lnTo>
                  <a:lnTo>
                    <a:pt x="1731" y="3212"/>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49"/>
            <p:cNvSpPr/>
            <p:nvPr/>
          </p:nvSpPr>
          <p:spPr>
            <a:xfrm>
              <a:off x="4362854" y="1675659"/>
              <a:ext cx="11696" cy="95310"/>
            </a:xfrm>
            <a:custGeom>
              <a:rect b="b" l="l" r="r" t="t"/>
              <a:pathLst>
                <a:path extrusionOk="0" h="2624" w="322">
                  <a:moveTo>
                    <a:pt x="321" y="0"/>
                  </a:moveTo>
                  <a:lnTo>
                    <a:pt x="0" y="2088"/>
                  </a:lnTo>
                  <a:lnTo>
                    <a:pt x="170" y="2623"/>
                  </a:lnTo>
                  <a:lnTo>
                    <a:pt x="32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49"/>
            <p:cNvSpPr/>
            <p:nvPr/>
          </p:nvSpPr>
          <p:spPr>
            <a:xfrm>
              <a:off x="4385519" y="1551222"/>
              <a:ext cx="52522" cy="219751"/>
            </a:xfrm>
            <a:custGeom>
              <a:rect b="b" l="l" r="r" t="t"/>
              <a:pathLst>
                <a:path extrusionOk="0" h="6050" w="1446">
                  <a:moveTo>
                    <a:pt x="1" y="1"/>
                  </a:moveTo>
                  <a:lnTo>
                    <a:pt x="331" y="1642"/>
                  </a:lnTo>
                  <a:lnTo>
                    <a:pt x="366" y="2855"/>
                  </a:lnTo>
                  <a:lnTo>
                    <a:pt x="616" y="4880"/>
                  </a:lnTo>
                  <a:lnTo>
                    <a:pt x="545" y="5442"/>
                  </a:lnTo>
                  <a:lnTo>
                    <a:pt x="616" y="6049"/>
                  </a:lnTo>
                  <a:lnTo>
                    <a:pt x="1446" y="4979"/>
                  </a:lnTo>
                  <a:lnTo>
                    <a:pt x="670" y="2748"/>
                  </a:lnTo>
                  <a:lnTo>
                    <a:pt x="670" y="1901"/>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9"/>
            <p:cNvSpPr/>
            <p:nvPr/>
          </p:nvSpPr>
          <p:spPr>
            <a:xfrm>
              <a:off x="4251384" y="1576502"/>
              <a:ext cx="38284" cy="159783"/>
            </a:xfrm>
            <a:custGeom>
              <a:rect b="b" l="l" r="r" t="t"/>
              <a:pathLst>
                <a:path extrusionOk="0" h="4399" w="1054">
                  <a:moveTo>
                    <a:pt x="0" y="0"/>
                  </a:moveTo>
                  <a:lnTo>
                    <a:pt x="366" y="2918"/>
                  </a:lnTo>
                  <a:lnTo>
                    <a:pt x="54" y="4399"/>
                  </a:lnTo>
                  <a:lnTo>
                    <a:pt x="1053" y="4399"/>
                  </a:lnTo>
                  <a:lnTo>
                    <a:pt x="928" y="2730"/>
                  </a:lnTo>
                  <a:lnTo>
                    <a:pt x="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9"/>
            <p:cNvSpPr/>
            <p:nvPr/>
          </p:nvSpPr>
          <p:spPr>
            <a:xfrm>
              <a:off x="4455510" y="1650706"/>
              <a:ext cx="29203" cy="81362"/>
            </a:xfrm>
            <a:custGeom>
              <a:rect b="b" l="l" r="r" t="t"/>
              <a:pathLst>
                <a:path extrusionOk="0" h="2240" w="804">
                  <a:moveTo>
                    <a:pt x="90" y="0"/>
                  </a:moveTo>
                  <a:lnTo>
                    <a:pt x="1" y="1017"/>
                  </a:lnTo>
                  <a:lnTo>
                    <a:pt x="170" y="2240"/>
                  </a:lnTo>
                  <a:lnTo>
                    <a:pt x="804" y="2240"/>
                  </a:lnTo>
                  <a:lnTo>
                    <a:pt x="224" y="1035"/>
                  </a:lnTo>
                  <a:lnTo>
                    <a:pt x="9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9"/>
            <p:cNvSpPr/>
            <p:nvPr/>
          </p:nvSpPr>
          <p:spPr>
            <a:xfrm>
              <a:off x="4171005" y="1592047"/>
              <a:ext cx="82343" cy="144237"/>
            </a:xfrm>
            <a:custGeom>
              <a:rect b="b" l="l" r="r" t="t"/>
              <a:pathLst>
                <a:path extrusionOk="0" h="3971" w="2267">
                  <a:moveTo>
                    <a:pt x="920" y="1"/>
                  </a:moveTo>
                  <a:lnTo>
                    <a:pt x="1152" y="2329"/>
                  </a:lnTo>
                  <a:lnTo>
                    <a:pt x="1" y="3971"/>
                  </a:lnTo>
                  <a:lnTo>
                    <a:pt x="2267" y="3971"/>
                  </a:lnTo>
                  <a:lnTo>
                    <a:pt x="1366" y="3248"/>
                  </a:lnTo>
                  <a:lnTo>
                    <a:pt x="1607" y="2124"/>
                  </a:lnTo>
                  <a:lnTo>
                    <a:pt x="92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49"/>
            <p:cNvSpPr/>
            <p:nvPr/>
          </p:nvSpPr>
          <p:spPr>
            <a:xfrm>
              <a:off x="4289630" y="1649726"/>
              <a:ext cx="38248" cy="101776"/>
            </a:xfrm>
            <a:custGeom>
              <a:rect b="b" l="l" r="r" t="t"/>
              <a:pathLst>
                <a:path extrusionOk="0" h="2802" w="1053">
                  <a:moveTo>
                    <a:pt x="723" y="1"/>
                  </a:moveTo>
                  <a:lnTo>
                    <a:pt x="446" y="1490"/>
                  </a:lnTo>
                  <a:lnTo>
                    <a:pt x="0" y="2383"/>
                  </a:lnTo>
                  <a:lnTo>
                    <a:pt x="972" y="2802"/>
                  </a:lnTo>
                  <a:lnTo>
                    <a:pt x="1053" y="1357"/>
                  </a:lnTo>
                  <a:lnTo>
                    <a:pt x="758" y="2070"/>
                  </a:lnTo>
                  <a:lnTo>
                    <a:pt x="723"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3" name="Google Shape;2683;p49"/>
          <p:cNvSpPr/>
          <p:nvPr/>
        </p:nvSpPr>
        <p:spPr>
          <a:xfrm rot="557657">
            <a:off x="-310305" y="4705705"/>
            <a:ext cx="1351433" cy="380974"/>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9"/>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2685" name="Google Shape;2685;p49"/>
          <p:cNvSpPr/>
          <p:nvPr/>
        </p:nvSpPr>
        <p:spPr>
          <a:xfrm flipH="1">
            <a:off x="-494818" y="616313"/>
            <a:ext cx="1273905" cy="24222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9"/>
          <p:cNvSpPr/>
          <p:nvPr/>
        </p:nvSpPr>
        <p:spPr>
          <a:xfrm flipH="1">
            <a:off x="8488479" y="180342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9"/>
          <p:cNvSpPr/>
          <p:nvPr/>
        </p:nvSpPr>
        <p:spPr>
          <a:xfrm flipH="1">
            <a:off x="-302196" y="283509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688" name="Shape 2688"/>
        <p:cNvGrpSpPr/>
        <p:nvPr/>
      </p:nvGrpSpPr>
      <p:grpSpPr>
        <a:xfrm>
          <a:off x="0" y="0"/>
          <a:ext cx="0" cy="0"/>
          <a:chOff x="0" y="0"/>
          <a:chExt cx="0" cy="0"/>
        </a:xfrm>
      </p:grpSpPr>
      <p:grpSp>
        <p:nvGrpSpPr>
          <p:cNvPr id="2689" name="Google Shape;2689;p50"/>
          <p:cNvGrpSpPr/>
          <p:nvPr/>
        </p:nvGrpSpPr>
        <p:grpSpPr>
          <a:xfrm>
            <a:off x="3" y="539392"/>
            <a:ext cx="1519945" cy="1171138"/>
            <a:chOff x="3363545" y="1191568"/>
            <a:chExt cx="384038" cy="295876"/>
          </a:xfrm>
        </p:grpSpPr>
        <p:sp>
          <p:nvSpPr>
            <p:cNvPr id="2690" name="Google Shape;2690;p50"/>
            <p:cNvSpPr/>
            <p:nvPr/>
          </p:nvSpPr>
          <p:spPr>
            <a:xfrm>
              <a:off x="3363545"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0"/>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0"/>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0"/>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0"/>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0"/>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0"/>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97" name="Google Shape;2697;p50"/>
          <p:cNvSpPr/>
          <p:nvPr/>
        </p:nvSpPr>
        <p:spPr>
          <a:xfrm>
            <a:off x="0" y="1690722"/>
            <a:ext cx="9144017" cy="3452722"/>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0"/>
          <p:cNvSpPr/>
          <p:nvPr/>
        </p:nvSpPr>
        <p:spPr>
          <a:xfrm flipH="1">
            <a:off x="-479041" y="2121950"/>
            <a:ext cx="5269441" cy="3021487"/>
          </a:xfrm>
          <a:custGeom>
            <a:rect b="b" l="l" r="r" t="t"/>
            <a:pathLst>
              <a:path extrusionOk="0" h="10225" w="22134">
                <a:moveTo>
                  <a:pt x="15068" y="1"/>
                </a:moveTo>
                <a:cubicBezTo>
                  <a:pt x="15068" y="1"/>
                  <a:pt x="10937" y="170"/>
                  <a:pt x="11678" y="813"/>
                </a:cubicBezTo>
                <a:cubicBezTo>
                  <a:pt x="12427" y="1464"/>
                  <a:pt x="10554" y="1615"/>
                  <a:pt x="9662" y="1714"/>
                </a:cubicBezTo>
                <a:cubicBezTo>
                  <a:pt x="8779" y="1812"/>
                  <a:pt x="6245" y="2240"/>
                  <a:pt x="7405" y="2739"/>
                </a:cubicBezTo>
                <a:cubicBezTo>
                  <a:pt x="8564" y="3230"/>
                  <a:pt x="5585" y="3525"/>
                  <a:pt x="4487" y="3551"/>
                </a:cubicBezTo>
                <a:cubicBezTo>
                  <a:pt x="3381" y="3578"/>
                  <a:pt x="0" y="3837"/>
                  <a:pt x="1080" y="5068"/>
                </a:cubicBezTo>
                <a:cubicBezTo>
                  <a:pt x="2150" y="6299"/>
                  <a:pt x="6281" y="10224"/>
                  <a:pt x="6281" y="10224"/>
                </a:cubicBezTo>
                <a:lnTo>
                  <a:pt x="8966" y="10224"/>
                </a:lnTo>
                <a:cubicBezTo>
                  <a:pt x="8966" y="10224"/>
                  <a:pt x="8368" y="8672"/>
                  <a:pt x="10536" y="8413"/>
                </a:cubicBezTo>
                <a:cubicBezTo>
                  <a:pt x="12695" y="8146"/>
                  <a:pt x="11446" y="7432"/>
                  <a:pt x="10786" y="7093"/>
                </a:cubicBezTo>
                <a:cubicBezTo>
                  <a:pt x="10126" y="6754"/>
                  <a:pt x="8734" y="6040"/>
                  <a:pt x="11972" y="5443"/>
                </a:cubicBezTo>
                <a:cubicBezTo>
                  <a:pt x="15211" y="4845"/>
                  <a:pt x="17735" y="4203"/>
                  <a:pt x="16415" y="3373"/>
                </a:cubicBezTo>
                <a:cubicBezTo>
                  <a:pt x="15095" y="2543"/>
                  <a:pt x="18859" y="2802"/>
                  <a:pt x="18351" y="2249"/>
                </a:cubicBezTo>
                <a:cubicBezTo>
                  <a:pt x="17842" y="1705"/>
                  <a:pt x="19555" y="1660"/>
                  <a:pt x="20670" y="1553"/>
                </a:cubicBezTo>
                <a:cubicBezTo>
                  <a:pt x="21785" y="1437"/>
                  <a:pt x="22133" y="884"/>
                  <a:pt x="21018" y="554"/>
                </a:cubicBezTo>
                <a:cubicBezTo>
                  <a:pt x="20233" y="323"/>
                  <a:pt x="18557" y="289"/>
                  <a:pt x="17617" y="289"/>
                </a:cubicBezTo>
                <a:cubicBezTo>
                  <a:pt x="17210" y="289"/>
                  <a:pt x="16941" y="295"/>
                  <a:pt x="16941" y="295"/>
                </a:cubicBezTo>
                <a:lnTo>
                  <a:pt x="15068"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0"/>
          <p:cNvSpPr/>
          <p:nvPr/>
        </p:nvSpPr>
        <p:spPr>
          <a:xfrm flipH="1">
            <a:off x="183754" y="2409469"/>
            <a:ext cx="3933393" cy="1949414"/>
          </a:xfrm>
          <a:custGeom>
            <a:rect b="b" l="l" r="r" t="t"/>
            <a:pathLst>
              <a:path extrusionOk="0" h="6597" w="16522">
                <a:moveTo>
                  <a:pt x="11294" y="0"/>
                </a:moveTo>
                <a:cubicBezTo>
                  <a:pt x="11294" y="0"/>
                  <a:pt x="9260" y="303"/>
                  <a:pt x="10126" y="491"/>
                </a:cubicBezTo>
                <a:cubicBezTo>
                  <a:pt x="10991" y="678"/>
                  <a:pt x="10839" y="1071"/>
                  <a:pt x="9207" y="1383"/>
                </a:cubicBezTo>
                <a:cubicBezTo>
                  <a:pt x="7565" y="1695"/>
                  <a:pt x="5638" y="1954"/>
                  <a:pt x="7021" y="2284"/>
                </a:cubicBezTo>
                <a:cubicBezTo>
                  <a:pt x="8395" y="2623"/>
                  <a:pt x="6254" y="3283"/>
                  <a:pt x="4443" y="3569"/>
                </a:cubicBezTo>
                <a:cubicBezTo>
                  <a:pt x="2641" y="3863"/>
                  <a:pt x="678" y="4309"/>
                  <a:pt x="2346" y="4746"/>
                </a:cubicBezTo>
                <a:cubicBezTo>
                  <a:pt x="4006" y="5183"/>
                  <a:pt x="0" y="5665"/>
                  <a:pt x="1401" y="6182"/>
                </a:cubicBezTo>
                <a:cubicBezTo>
                  <a:pt x="2073" y="6428"/>
                  <a:pt x="3408" y="6597"/>
                  <a:pt x="4495" y="6597"/>
                </a:cubicBezTo>
                <a:cubicBezTo>
                  <a:pt x="5658" y="6597"/>
                  <a:pt x="6538" y="6404"/>
                  <a:pt x="6022" y="5906"/>
                </a:cubicBezTo>
                <a:cubicBezTo>
                  <a:pt x="5032" y="4942"/>
                  <a:pt x="5085" y="3997"/>
                  <a:pt x="8118" y="3337"/>
                </a:cubicBezTo>
                <a:cubicBezTo>
                  <a:pt x="11160" y="2668"/>
                  <a:pt x="12989" y="2676"/>
                  <a:pt x="12088" y="2114"/>
                </a:cubicBezTo>
                <a:cubicBezTo>
                  <a:pt x="11187" y="1552"/>
                  <a:pt x="11294" y="1267"/>
                  <a:pt x="13203" y="1062"/>
                </a:cubicBezTo>
                <a:cubicBezTo>
                  <a:pt x="15112" y="848"/>
                  <a:pt x="15416" y="839"/>
                  <a:pt x="14747" y="535"/>
                </a:cubicBezTo>
                <a:cubicBezTo>
                  <a:pt x="14087" y="232"/>
                  <a:pt x="16522" y="0"/>
                  <a:pt x="1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00" name="Google Shape;2700;p50"/>
          <p:cNvGrpSpPr/>
          <p:nvPr/>
        </p:nvGrpSpPr>
        <p:grpSpPr>
          <a:xfrm>
            <a:off x="171" y="2384955"/>
            <a:ext cx="3193244" cy="2759461"/>
            <a:chOff x="3460777" y="2171409"/>
            <a:chExt cx="376544" cy="325374"/>
          </a:xfrm>
        </p:grpSpPr>
        <p:sp>
          <p:nvSpPr>
            <p:cNvPr id="2701" name="Google Shape;2701;p50"/>
            <p:cNvSpPr/>
            <p:nvPr/>
          </p:nvSpPr>
          <p:spPr>
            <a:xfrm>
              <a:off x="3467569" y="2171409"/>
              <a:ext cx="12677" cy="111510"/>
            </a:xfrm>
            <a:custGeom>
              <a:rect b="b" l="l" r="r" t="t"/>
              <a:pathLst>
                <a:path extrusionOk="0" h="3070" w="349">
                  <a:moveTo>
                    <a:pt x="348" y="0"/>
                  </a:moveTo>
                  <a:cubicBezTo>
                    <a:pt x="348" y="0"/>
                    <a:pt x="304" y="45"/>
                    <a:pt x="313" y="116"/>
                  </a:cubicBezTo>
                  <a:cubicBezTo>
                    <a:pt x="322" y="179"/>
                    <a:pt x="259" y="197"/>
                    <a:pt x="286" y="250"/>
                  </a:cubicBezTo>
                  <a:cubicBezTo>
                    <a:pt x="313" y="304"/>
                    <a:pt x="232" y="322"/>
                    <a:pt x="268" y="393"/>
                  </a:cubicBezTo>
                  <a:cubicBezTo>
                    <a:pt x="304" y="455"/>
                    <a:pt x="214" y="536"/>
                    <a:pt x="250" y="607"/>
                  </a:cubicBezTo>
                  <a:cubicBezTo>
                    <a:pt x="277" y="678"/>
                    <a:pt x="206" y="714"/>
                    <a:pt x="241" y="777"/>
                  </a:cubicBezTo>
                  <a:cubicBezTo>
                    <a:pt x="277" y="839"/>
                    <a:pt x="161" y="910"/>
                    <a:pt x="214" y="1017"/>
                  </a:cubicBezTo>
                  <a:cubicBezTo>
                    <a:pt x="268" y="1116"/>
                    <a:pt x="170" y="1169"/>
                    <a:pt x="206" y="1249"/>
                  </a:cubicBezTo>
                  <a:cubicBezTo>
                    <a:pt x="232" y="1321"/>
                    <a:pt x="107" y="1410"/>
                    <a:pt x="170" y="1490"/>
                  </a:cubicBezTo>
                  <a:cubicBezTo>
                    <a:pt x="223" y="1579"/>
                    <a:pt x="116" y="1651"/>
                    <a:pt x="152" y="1713"/>
                  </a:cubicBezTo>
                  <a:cubicBezTo>
                    <a:pt x="188" y="1776"/>
                    <a:pt x="90" y="1865"/>
                    <a:pt x="143" y="1936"/>
                  </a:cubicBezTo>
                  <a:cubicBezTo>
                    <a:pt x="197" y="2008"/>
                    <a:pt x="72" y="2088"/>
                    <a:pt x="116" y="2186"/>
                  </a:cubicBezTo>
                  <a:cubicBezTo>
                    <a:pt x="152" y="2284"/>
                    <a:pt x="54" y="2391"/>
                    <a:pt x="107" y="2480"/>
                  </a:cubicBezTo>
                  <a:cubicBezTo>
                    <a:pt x="152" y="2561"/>
                    <a:pt x="36" y="2587"/>
                    <a:pt x="90" y="2677"/>
                  </a:cubicBezTo>
                  <a:cubicBezTo>
                    <a:pt x="143" y="2775"/>
                    <a:pt x="0" y="2891"/>
                    <a:pt x="0" y="3069"/>
                  </a:cubicBezTo>
                  <a:lnTo>
                    <a:pt x="348" y="3069"/>
                  </a:lnTo>
                  <a:lnTo>
                    <a:pt x="3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0"/>
            <p:cNvSpPr/>
            <p:nvPr/>
          </p:nvSpPr>
          <p:spPr>
            <a:xfrm>
              <a:off x="3480209" y="2171409"/>
              <a:ext cx="13003" cy="111510"/>
            </a:xfrm>
            <a:custGeom>
              <a:rect b="b" l="l" r="r" t="t"/>
              <a:pathLst>
                <a:path extrusionOk="0" h="3070" w="358">
                  <a:moveTo>
                    <a:pt x="0" y="0"/>
                  </a:moveTo>
                  <a:lnTo>
                    <a:pt x="0" y="3069"/>
                  </a:lnTo>
                  <a:lnTo>
                    <a:pt x="357" y="3069"/>
                  </a:lnTo>
                  <a:cubicBezTo>
                    <a:pt x="357" y="2891"/>
                    <a:pt x="214" y="2775"/>
                    <a:pt x="268" y="2677"/>
                  </a:cubicBezTo>
                  <a:cubicBezTo>
                    <a:pt x="321" y="2587"/>
                    <a:pt x="205" y="2561"/>
                    <a:pt x="250" y="2480"/>
                  </a:cubicBezTo>
                  <a:cubicBezTo>
                    <a:pt x="304" y="2391"/>
                    <a:pt x="205" y="2284"/>
                    <a:pt x="241" y="2186"/>
                  </a:cubicBezTo>
                  <a:cubicBezTo>
                    <a:pt x="286" y="2088"/>
                    <a:pt x="161" y="2008"/>
                    <a:pt x="214" y="1936"/>
                  </a:cubicBezTo>
                  <a:cubicBezTo>
                    <a:pt x="268" y="1865"/>
                    <a:pt x="170" y="1776"/>
                    <a:pt x="205" y="1713"/>
                  </a:cubicBezTo>
                  <a:cubicBezTo>
                    <a:pt x="241" y="1651"/>
                    <a:pt x="134" y="1579"/>
                    <a:pt x="188" y="1490"/>
                  </a:cubicBezTo>
                  <a:cubicBezTo>
                    <a:pt x="250" y="1410"/>
                    <a:pt x="125" y="1321"/>
                    <a:pt x="152" y="1249"/>
                  </a:cubicBezTo>
                  <a:cubicBezTo>
                    <a:pt x="188" y="1169"/>
                    <a:pt x="89" y="1116"/>
                    <a:pt x="143" y="1017"/>
                  </a:cubicBezTo>
                  <a:cubicBezTo>
                    <a:pt x="197" y="910"/>
                    <a:pt x="81" y="839"/>
                    <a:pt x="116" y="777"/>
                  </a:cubicBezTo>
                  <a:cubicBezTo>
                    <a:pt x="152" y="714"/>
                    <a:pt x="81" y="678"/>
                    <a:pt x="107" y="607"/>
                  </a:cubicBezTo>
                  <a:cubicBezTo>
                    <a:pt x="143" y="536"/>
                    <a:pt x="54" y="455"/>
                    <a:pt x="89" y="393"/>
                  </a:cubicBezTo>
                  <a:cubicBezTo>
                    <a:pt x="125" y="322"/>
                    <a:pt x="45" y="304"/>
                    <a:pt x="72" y="250"/>
                  </a:cubicBezTo>
                  <a:cubicBezTo>
                    <a:pt x="98" y="197"/>
                    <a:pt x="36" y="179"/>
                    <a:pt x="45" y="116"/>
                  </a:cubicBezTo>
                  <a:cubicBezTo>
                    <a:pt x="54" y="45"/>
                    <a:pt x="0" y="0"/>
                    <a:pt x="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0"/>
            <p:cNvSpPr/>
            <p:nvPr/>
          </p:nvSpPr>
          <p:spPr>
            <a:xfrm>
              <a:off x="3560879" y="2222586"/>
              <a:ext cx="13003" cy="111510"/>
            </a:xfrm>
            <a:custGeom>
              <a:rect b="b" l="l" r="r" t="t"/>
              <a:pathLst>
                <a:path extrusionOk="0" h="3070" w="358">
                  <a:moveTo>
                    <a:pt x="357" y="1"/>
                  </a:moveTo>
                  <a:cubicBezTo>
                    <a:pt x="357" y="1"/>
                    <a:pt x="304" y="54"/>
                    <a:pt x="313" y="117"/>
                  </a:cubicBezTo>
                  <a:cubicBezTo>
                    <a:pt x="322" y="179"/>
                    <a:pt x="259" y="206"/>
                    <a:pt x="286" y="251"/>
                  </a:cubicBezTo>
                  <a:cubicBezTo>
                    <a:pt x="313" y="304"/>
                    <a:pt x="233" y="331"/>
                    <a:pt x="268" y="393"/>
                  </a:cubicBezTo>
                  <a:cubicBezTo>
                    <a:pt x="304" y="456"/>
                    <a:pt x="215" y="536"/>
                    <a:pt x="250" y="608"/>
                  </a:cubicBezTo>
                  <a:cubicBezTo>
                    <a:pt x="277" y="688"/>
                    <a:pt x="206" y="715"/>
                    <a:pt x="241" y="777"/>
                  </a:cubicBezTo>
                  <a:cubicBezTo>
                    <a:pt x="277" y="839"/>
                    <a:pt x="161" y="911"/>
                    <a:pt x="215" y="1018"/>
                  </a:cubicBezTo>
                  <a:cubicBezTo>
                    <a:pt x="268" y="1125"/>
                    <a:pt x="170" y="1178"/>
                    <a:pt x="206" y="1250"/>
                  </a:cubicBezTo>
                  <a:cubicBezTo>
                    <a:pt x="233" y="1321"/>
                    <a:pt x="108" y="1410"/>
                    <a:pt x="170" y="1491"/>
                  </a:cubicBezTo>
                  <a:cubicBezTo>
                    <a:pt x="224" y="1580"/>
                    <a:pt x="117" y="1651"/>
                    <a:pt x="152" y="1714"/>
                  </a:cubicBezTo>
                  <a:cubicBezTo>
                    <a:pt x="188" y="1776"/>
                    <a:pt x="90" y="1865"/>
                    <a:pt x="143" y="1937"/>
                  </a:cubicBezTo>
                  <a:cubicBezTo>
                    <a:pt x="197" y="2008"/>
                    <a:pt x="72" y="2097"/>
                    <a:pt x="117" y="2187"/>
                  </a:cubicBezTo>
                  <a:cubicBezTo>
                    <a:pt x="152" y="2285"/>
                    <a:pt x="54" y="2392"/>
                    <a:pt x="108" y="2481"/>
                  </a:cubicBezTo>
                  <a:cubicBezTo>
                    <a:pt x="152" y="2561"/>
                    <a:pt x="36" y="2588"/>
                    <a:pt x="90" y="2677"/>
                  </a:cubicBezTo>
                  <a:cubicBezTo>
                    <a:pt x="143" y="2775"/>
                    <a:pt x="1" y="2900"/>
                    <a:pt x="1" y="3070"/>
                  </a:cubicBezTo>
                  <a:lnTo>
                    <a:pt x="357" y="3070"/>
                  </a:lnTo>
                  <a:lnTo>
                    <a:pt x="35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0"/>
            <p:cNvSpPr/>
            <p:nvPr/>
          </p:nvSpPr>
          <p:spPr>
            <a:xfrm>
              <a:off x="3573845" y="2222586"/>
              <a:ext cx="12677" cy="111510"/>
            </a:xfrm>
            <a:custGeom>
              <a:rect b="b" l="l" r="r" t="t"/>
              <a:pathLst>
                <a:path extrusionOk="0" h="3070" w="349">
                  <a:moveTo>
                    <a:pt x="0" y="1"/>
                  </a:moveTo>
                  <a:lnTo>
                    <a:pt x="0" y="3070"/>
                  </a:lnTo>
                  <a:lnTo>
                    <a:pt x="348" y="3070"/>
                  </a:lnTo>
                  <a:cubicBezTo>
                    <a:pt x="348" y="2900"/>
                    <a:pt x="206" y="2775"/>
                    <a:pt x="259" y="2677"/>
                  </a:cubicBezTo>
                  <a:cubicBezTo>
                    <a:pt x="313" y="2588"/>
                    <a:pt x="197" y="2561"/>
                    <a:pt x="241" y="2481"/>
                  </a:cubicBezTo>
                  <a:cubicBezTo>
                    <a:pt x="295" y="2392"/>
                    <a:pt x="197" y="2285"/>
                    <a:pt x="232" y="2187"/>
                  </a:cubicBezTo>
                  <a:cubicBezTo>
                    <a:pt x="277" y="2097"/>
                    <a:pt x="152" y="2008"/>
                    <a:pt x="206" y="1937"/>
                  </a:cubicBezTo>
                  <a:cubicBezTo>
                    <a:pt x="259" y="1865"/>
                    <a:pt x="161" y="1776"/>
                    <a:pt x="197" y="1714"/>
                  </a:cubicBezTo>
                  <a:cubicBezTo>
                    <a:pt x="232" y="1651"/>
                    <a:pt x="125" y="1580"/>
                    <a:pt x="188" y="1491"/>
                  </a:cubicBezTo>
                  <a:cubicBezTo>
                    <a:pt x="241" y="1410"/>
                    <a:pt x="116" y="1321"/>
                    <a:pt x="143" y="1250"/>
                  </a:cubicBezTo>
                  <a:cubicBezTo>
                    <a:pt x="179" y="1178"/>
                    <a:pt x="81" y="1125"/>
                    <a:pt x="134" y="1018"/>
                  </a:cubicBezTo>
                  <a:cubicBezTo>
                    <a:pt x="188" y="911"/>
                    <a:pt x="72" y="839"/>
                    <a:pt x="108" y="777"/>
                  </a:cubicBezTo>
                  <a:cubicBezTo>
                    <a:pt x="143" y="715"/>
                    <a:pt x="72" y="688"/>
                    <a:pt x="99" y="608"/>
                  </a:cubicBezTo>
                  <a:cubicBezTo>
                    <a:pt x="134" y="536"/>
                    <a:pt x="45" y="456"/>
                    <a:pt x="81" y="393"/>
                  </a:cubicBezTo>
                  <a:cubicBezTo>
                    <a:pt x="116" y="331"/>
                    <a:pt x="45" y="304"/>
                    <a:pt x="63" y="251"/>
                  </a:cubicBezTo>
                  <a:cubicBezTo>
                    <a:pt x="90" y="206"/>
                    <a:pt x="27" y="179"/>
                    <a:pt x="36" y="117"/>
                  </a:cubicBezTo>
                  <a:cubicBezTo>
                    <a:pt x="45" y="54"/>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0"/>
            <p:cNvSpPr/>
            <p:nvPr/>
          </p:nvSpPr>
          <p:spPr>
            <a:xfrm>
              <a:off x="3487001" y="2207367"/>
              <a:ext cx="12677" cy="111183"/>
            </a:xfrm>
            <a:custGeom>
              <a:rect b="b" l="l" r="r" t="t"/>
              <a:pathLst>
                <a:path extrusionOk="0" h="3061" w="349">
                  <a:moveTo>
                    <a:pt x="349" y="1"/>
                  </a:moveTo>
                  <a:cubicBezTo>
                    <a:pt x="349" y="1"/>
                    <a:pt x="304" y="45"/>
                    <a:pt x="313" y="108"/>
                  </a:cubicBezTo>
                  <a:cubicBezTo>
                    <a:pt x="322" y="170"/>
                    <a:pt x="259" y="197"/>
                    <a:pt x="286" y="250"/>
                  </a:cubicBezTo>
                  <a:cubicBezTo>
                    <a:pt x="304" y="304"/>
                    <a:pt x="224" y="322"/>
                    <a:pt x="268" y="384"/>
                  </a:cubicBezTo>
                  <a:cubicBezTo>
                    <a:pt x="304" y="456"/>
                    <a:pt x="215" y="527"/>
                    <a:pt x="241" y="607"/>
                  </a:cubicBezTo>
                  <a:cubicBezTo>
                    <a:pt x="277" y="679"/>
                    <a:pt x="206" y="714"/>
                    <a:pt x="241" y="777"/>
                  </a:cubicBezTo>
                  <a:cubicBezTo>
                    <a:pt x="268" y="839"/>
                    <a:pt x="161" y="911"/>
                    <a:pt x="215" y="1009"/>
                  </a:cubicBezTo>
                  <a:cubicBezTo>
                    <a:pt x="268" y="1116"/>
                    <a:pt x="170" y="1169"/>
                    <a:pt x="197" y="1241"/>
                  </a:cubicBezTo>
                  <a:cubicBezTo>
                    <a:pt x="233" y="1321"/>
                    <a:pt x="108" y="1401"/>
                    <a:pt x="161" y="1490"/>
                  </a:cubicBezTo>
                  <a:cubicBezTo>
                    <a:pt x="224" y="1571"/>
                    <a:pt x="117" y="1642"/>
                    <a:pt x="152" y="1705"/>
                  </a:cubicBezTo>
                  <a:cubicBezTo>
                    <a:pt x="188" y="1776"/>
                    <a:pt x="90" y="1865"/>
                    <a:pt x="143" y="1936"/>
                  </a:cubicBezTo>
                  <a:cubicBezTo>
                    <a:pt x="197" y="2008"/>
                    <a:pt x="72" y="2088"/>
                    <a:pt x="108" y="2186"/>
                  </a:cubicBezTo>
                  <a:cubicBezTo>
                    <a:pt x="152" y="2284"/>
                    <a:pt x="54" y="2391"/>
                    <a:pt x="99" y="2472"/>
                  </a:cubicBezTo>
                  <a:cubicBezTo>
                    <a:pt x="152" y="2561"/>
                    <a:pt x="36" y="2579"/>
                    <a:pt x="90" y="2677"/>
                  </a:cubicBezTo>
                  <a:cubicBezTo>
                    <a:pt x="143" y="2766"/>
                    <a:pt x="1" y="2891"/>
                    <a:pt x="1" y="3061"/>
                  </a:cubicBezTo>
                  <a:lnTo>
                    <a:pt x="349" y="3061"/>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0"/>
            <p:cNvSpPr/>
            <p:nvPr/>
          </p:nvSpPr>
          <p:spPr>
            <a:xfrm>
              <a:off x="3499641" y="2207367"/>
              <a:ext cx="12677" cy="111183"/>
            </a:xfrm>
            <a:custGeom>
              <a:rect b="b" l="l" r="r" t="t"/>
              <a:pathLst>
                <a:path extrusionOk="0" h="3061" w="349">
                  <a:moveTo>
                    <a:pt x="1" y="1"/>
                  </a:moveTo>
                  <a:lnTo>
                    <a:pt x="1" y="3061"/>
                  </a:lnTo>
                  <a:lnTo>
                    <a:pt x="348" y="3061"/>
                  </a:lnTo>
                  <a:cubicBezTo>
                    <a:pt x="348" y="2891"/>
                    <a:pt x="215" y="2766"/>
                    <a:pt x="268" y="2677"/>
                  </a:cubicBezTo>
                  <a:cubicBezTo>
                    <a:pt x="322" y="2579"/>
                    <a:pt x="197" y="2561"/>
                    <a:pt x="250" y="2472"/>
                  </a:cubicBezTo>
                  <a:cubicBezTo>
                    <a:pt x="304" y="2391"/>
                    <a:pt x="197" y="2284"/>
                    <a:pt x="241" y="2186"/>
                  </a:cubicBezTo>
                  <a:cubicBezTo>
                    <a:pt x="286" y="2088"/>
                    <a:pt x="161" y="2008"/>
                    <a:pt x="215" y="1936"/>
                  </a:cubicBezTo>
                  <a:cubicBezTo>
                    <a:pt x="268" y="1865"/>
                    <a:pt x="170" y="1776"/>
                    <a:pt x="206" y="1705"/>
                  </a:cubicBezTo>
                  <a:cubicBezTo>
                    <a:pt x="241" y="1642"/>
                    <a:pt x="134" y="1571"/>
                    <a:pt x="188" y="1490"/>
                  </a:cubicBezTo>
                  <a:cubicBezTo>
                    <a:pt x="241" y="1401"/>
                    <a:pt x="117" y="1321"/>
                    <a:pt x="152" y="1241"/>
                  </a:cubicBezTo>
                  <a:cubicBezTo>
                    <a:pt x="188" y="1169"/>
                    <a:pt x="81" y="1116"/>
                    <a:pt x="134" y="1009"/>
                  </a:cubicBezTo>
                  <a:cubicBezTo>
                    <a:pt x="188" y="911"/>
                    <a:pt x="81" y="839"/>
                    <a:pt x="117" y="777"/>
                  </a:cubicBezTo>
                  <a:cubicBezTo>
                    <a:pt x="152" y="714"/>
                    <a:pt x="72" y="679"/>
                    <a:pt x="108" y="607"/>
                  </a:cubicBezTo>
                  <a:cubicBezTo>
                    <a:pt x="143" y="527"/>
                    <a:pt x="54" y="456"/>
                    <a:pt x="90" y="384"/>
                  </a:cubicBezTo>
                  <a:cubicBezTo>
                    <a:pt x="125" y="322"/>
                    <a:pt x="45" y="304"/>
                    <a:pt x="72" y="250"/>
                  </a:cubicBezTo>
                  <a:cubicBezTo>
                    <a:pt x="99" y="197"/>
                    <a:pt x="36" y="170"/>
                    <a:pt x="45" y="108"/>
                  </a:cubicBezTo>
                  <a:cubicBezTo>
                    <a:pt x="45" y="45"/>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0"/>
            <p:cNvSpPr/>
            <p:nvPr/>
          </p:nvSpPr>
          <p:spPr>
            <a:xfrm>
              <a:off x="3666174" y="2309104"/>
              <a:ext cx="12677" cy="111510"/>
            </a:xfrm>
            <a:custGeom>
              <a:rect b="b" l="l" r="r" t="t"/>
              <a:pathLst>
                <a:path extrusionOk="0" h="3070" w="349">
                  <a:moveTo>
                    <a:pt x="349" y="1"/>
                  </a:moveTo>
                  <a:cubicBezTo>
                    <a:pt x="349" y="1"/>
                    <a:pt x="304" y="54"/>
                    <a:pt x="304" y="117"/>
                  </a:cubicBezTo>
                  <a:cubicBezTo>
                    <a:pt x="313" y="179"/>
                    <a:pt x="251" y="206"/>
                    <a:pt x="278" y="251"/>
                  </a:cubicBezTo>
                  <a:cubicBezTo>
                    <a:pt x="304" y="304"/>
                    <a:pt x="224" y="322"/>
                    <a:pt x="260" y="393"/>
                  </a:cubicBezTo>
                  <a:cubicBezTo>
                    <a:pt x="295" y="456"/>
                    <a:pt x="206" y="536"/>
                    <a:pt x="242" y="607"/>
                  </a:cubicBezTo>
                  <a:cubicBezTo>
                    <a:pt x="278" y="688"/>
                    <a:pt x="197" y="715"/>
                    <a:pt x="233" y="777"/>
                  </a:cubicBezTo>
                  <a:cubicBezTo>
                    <a:pt x="269" y="839"/>
                    <a:pt x="162" y="911"/>
                    <a:pt x="215" y="1018"/>
                  </a:cubicBezTo>
                  <a:cubicBezTo>
                    <a:pt x="269" y="1125"/>
                    <a:pt x="162" y="1178"/>
                    <a:pt x="197" y="1250"/>
                  </a:cubicBezTo>
                  <a:cubicBezTo>
                    <a:pt x="233" y="1321"/>
                    <a:pt x="108" y="1410"/>
                    <a:pt x="162" y="1491"/>
                  </a:cubicBezTo>
                  <a:cubicBezTo>
                    <a:pt x="215" y="1580"/>
                    <a:pt x="108" y="1651"/>
                    <a:pt x="144" y="1714"/>
                  </a:cubicBezTo>
                  <a:cubicBezTo>
                    <a:pt x="179" y="1776"/>
                    <a:pt x="81" y="1865"/>
                    <a:pt x="135" y="1937"/>
                  </a:cubicBezTo>
                  <a:cubicBezTo>
                    <a:pt x="188" y="2008"/>
                    <a:pt x="63" y="2088"/>
                    <a:pt x="108" y="2186"/>
                  </a:cubicBezTo>
                  <a:cubicBezTo>
                    <a:pt x="153" y="2285"/>
                    <a:pt x="46" y="2392"/>
                    <a:pt x="99" y="2481"/>
                  </a:cubicBezTo>
                  <a:cubicBezTo>
                    <a:pt x="153" y="2561"/>
                    <a:pt x="28" y="2588"/>
                    <a:pt x="81" y="2677"/>
                  </a:cubicBezTo>
                  <a:cubicBezTo>
                    <a:pt x="135" y="2775"/>
                    <a:pt x="1" y="2891"/>
                    <a:pt x="1" y="3070"/>
                  </a:cubicBezTo>
                  <a:lnTo>
                    <a:pt x="349" y="3070"/>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0"/>
            <p:cNvSpPr/>
            <p:nvPr/>
          </p:nvSpPr>
          <p:spPr>
            <a:xfrm>
              <a:off x="3678814" y="2309104"/>
              <a:ext cx="12677" cy="111510"/>
            </a:xfrm>
            <a:custGeom>
              <a:rect b="b" l="l" r="r" t="t"/>
              <a:pathLst>
                <a:path extrusionOk="0" h="3070" w="349">
                  <a:moveTo>
                    <a:pt x="1" y="1"/>
                  </a:moveTo>
                  <a:lnTo>
                    <a:pt x="1" y="3070"/>
                  </a:lnTo>
                  <a:lnTo>
                    <a:pt x="349" y="3070"/>
                  </a:lnTo>
                  <a:cubicBezTo>
                    <a:pt x="349" y="2891"/>
                    <a:pt x="206" y="2775"/>
                    <a:pt x="260" y="2677"/>
                  </a:cubicBezTo>
                  <a:cubicBezTo>
                    <a:pt x="322" y="2588"/>
                    <a:pt x="197" y="2561"/>
                    <a:pt x="251" y="2481"/>
                  </a:cubicBezTo>
                  <a:cubicBezTo>
                    <a:pt x="295" y="2392"/>
                    <a:pt x="197" y="2285"/>
                    <a:pt x="242" y="2186"/>
                  </a:cubicBezTo>
                  <a:cubicBezTo>
                    <a:pt x="277" y="2088"/>
                    <a:pt x="153" y="2008"/>
                    <a:pt x="206" y="1937"/>
                  </a:cubicBezTo>
                  <a:cubicBezTo>
                    <a:pt x="260" y="1865"/>
                    <a:pt x="161" y="1776"/>
                    <a:pt x="197" y="1714"/>
                  </a:cubicBezTo>
                  <a:cubicBezTo>
                    <a:pt x="233" y="1651"/>
                    <a:pt x="135" y="1580"/>
                    <a:pt x="188" y="1491"/>
                  </a:cubicBezTo>
                  <a:cubicBezTo>
                    <a:pt x="242" y="1410"/>
                    <a:pt x="117" y="1321"/>
                    <a:pt x="153" y="1250"/>
                  </a:cubicBezTo>
                  <a:cubicBezTo>
                    <a:pt x="179" y="1178"/>
                    <a:pt x="81" y="1125"/>
                    <a:pt x="135" y="1018"/>
                  </a:cubicBezTo>
                  <a:cubicBezTo>
                    <a:pt x="188" y="911"/>
                    <a:pt x="81" y="839"/>
                    <a:pt x="117" y="777"/>
                  </a:cubicBezTo>
                  <a:cubicBezTo>
                    <a:pt x="144" y="715"/>
                    <a:pt x="72" y="688"/>
                    <a:pt x="108" y="607"/>
                  </a:cubicBezTo>
                  <a:cubicBezTo>
                    <a:pt x="135" y="536"/>
                    <a:pt x="45" y="456"/>
                    <a:pt x="90" y="393"/>
                  </a:cubicBezTo>
                  <a:cubicBezTo>
                    <a:pt x="126" y="322"/>
                    <a:pt x="45" y="304"/>
                    <a:pt x="63" y="251"/>
                  </a:cubicBezTo>
                  <a:cubicBezTo>
                    <a:pt x="90" y="206"/>
                    <a:pt x="28" y="179"/>
                    <a:pt x="37" y="117"/>
                  </a:cubicBezTo>
                  <a:cubicBezTo>
                    <a:pt x="45" y="54"/>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0"/>
            <p:cNvSpPr/>
            <p:nvPr/>
          </p:nvSpPr>
          <p:spPr>
            <a:xfrm>
              <a:off x="3666501" y="2389156"/>
              <a:ext cx="61276" cy="107624"/>
            </a:xfrm>
            <a:custGeom>
              <a:rect b="b" l="l" r="r" t="t"/>
              <a:pathLst>
                <a:path extrusionOk="0" h="2963" w="1687">
                  <a:moveTo>
                    <a:pt x="1" y="0"/>
                  </a:moveTo>
                  <a:lnTo>
                    <a:pt x="1" y="2962"/>
                  </a:lnTo>
                  <a:lnTo>
                    <a:pt x="1687" y="2962"/>
                  </a:lnTo>
                  <a:lnTo>
                    <a:pt x="1687"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0"/>
            <p:cNvSpPr/>
            <p:nvPr/>
          </p:nvSpPr>
          <p:spPr>
            <a:xfrm>
              <a:off x="3652263" y="2374555"/>
              <a:ext cx="14275" cy="122225"/>
            </a:xfrm>
            <a:custGeom>
              <a:rect b="b" l="l" r="r" t="t"/>
              <a:pathLst>
                <a:path extrusionOk="0" h="3365" w="393">
                  <a:moveTo>
                    <a:pt x="0" y="1"/>
                  </a:moveTo>
                  <a:lnTo>
                    <a:pt x="0" y="3364"/>
                  </a:lnTo>
                  <a:lnTo>
                    <a:pt x="393" y="3364"/>
                  </a:lnTo>
                  <a:lnTo>
                    <a:pt x="393" y="402"/>
                  </a:lnTo>
                  <a:lnTo>
                    <a:pt x="0"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0"/>
            <p:cNvSpPr/>
            <p:nvPr/>
          </p:nvSpPr>
          <p:spPr>
            <a:xfrm>
              <a:off x="3710922" y="2399180"/>
              <a:ext cx="7482" cy="13657"/>
            </a:xfrm>
            <a:custGeom>
              <a:rect b="b" l="l" r="r" t="t"/>
              <a:pathLst>
                <a:path extrusionOk="0" h="376" w="206">
                  <a:moveTo>
                    <a:pt x="0" y="1"/>
                  </a:moveTo>
                  <a:lnTo>
                    <a:pt x="0" y="376"/>
                  </a:lnTo>
                  <a:lnTo>
                    <a:pt x="205" y="376"/>
                  </a:lnTo>
                  <a:lnTo>
                    <a:pt x="20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0"/>
            <p:cNvSpPr/>
            <p:nvPr/>
          </p:nvSpPr>
          <p:spPr>
            <a:xfrm>
              <a:off x="3677216" y="2402740"/>
              <a:ext cx="7809" cy="13657"/>
            </a:xfrm>
            <a:custGeom>
              <a:rect b="b" l="l" r="r" t="t"/>
              <a:pathLst>
                <a:path extrusionOk="0" h="376" w="215">
                  <a:moveTo>
                    <a:pt x="0" y="1"/>
                  </a:moveTo>
                  <a:lnTo>
                    <a:pt x="0" y="376"/>
                  </a:lnTo>
                  <a:lnTo>
                    <a:pt x="214" y="376"/>
                  </a:lnTo>
                  <a:lnTo>
                    <a:pt x="21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0"/>
            <p:cNvSpPr/>
            <p:nvPr/>
          </p:nvSpPr>
          <p:spPr>
            <a:xfrm>
              <a:off x="3713828" y="2428673"/>
              <a:ext cx="7809" cy="13657"/>
            </a:xfrm>
            <a:custGeom>
              <a:rect b="b" l="l" r="r" t="t"/>
              <a:pathLst>
                <a:path extrusionOk="0" h="376" w="215">
                  <a:moveTo>
                    <a:pt x="0" y="1"/>
                  </a:moveTo>
                  <a:lnTo>
                    <a:pt x="0" y="375"/>
                  </a:lnTo>
                  <a:lnTo>
                    <a:pt x="214" y="375"/>
                  </a:lnTo>
                  <a:lnTo>
                    <a:pt x="21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0"/>
            <p:cNvSpPr/>
            <p:nvPr/>
          </p:nvSpPr>
          <p:spPr>
            <a:xfrm>
              <a:off x="3691454" y="2433214"/>
              <a:ext cx="7809" cy="13657"/>
            </a:xfrm>
            <a:custGeom>
              <a:rect b="b" l="l" r="r" t="t"/>
              <a:pathLst>
                <a:path extrusionOk="0" h="376" w="215">
                  <a:moveTo>
                    <a:pt x="1" y="1"/>
                  </a:moveTo>
                  <a:lnTo>
                    <a:pt x="1" y="375"/>
                  </a:lnTo>
                  <a:lnTo>
                    <a:pt x="215" y="375"/>
                  </a:lnTo>
                  <a:lnTo>
                    <a:pt x="21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0"/>
            <p:cNvSpPr/>
            <p:nvPr/>
          </p:nvSpPr>
          <p:spPr>
            <a:xfrm>
              <a:off x="3693415" y="2467574"/>
              <a:ext cx="15255" cy="29203"/>
            </a:xfrm>
            <a:custGeom>
              <a:rect b="b" l="l" r="r" t="t"/>
              <a:pathLst>
                <a:path extrusionOk="0" h="804" w="420">
                  <a:moveTo>
                    <a:pt x="0" y="0"/>
                  </a:moveTo>
                  <a:lnTo>
                    <a:pt x="0" y="803"/>
                  </a:lnTo>
                  <a:lnTo>
                    <a:pt x="420" y="803"/>
                  </a:lnTo>
                  <a:lnTo>
                    <a:pt x="42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0"/>
            <p:cNvSpPr/>
            <p:nvPr/>
          </p:nvSpPr>
          <p:spPr>
            <a:xfrm>
              <a:off x="3652263" y="2374555"/>
              <a:ext cx="75514" cy="14638"/>
            </a:xfrm>
            <a:custGeom>
              <a:rect b="b" l="l" r="r" t="t"/>
              <a:pathLst>
                <a:path extrusionOk="0" h="403" w="2079">
                  <a:moveTo>
                    <a:pt x="0" y="1"/>
                  </a:moveTo>
                  <a:lnTo>
                    <a:pt x="393" y="402"/>
                  </a:lnTo>
                  <a:lnTo>
                    <a:pt x="2079" y="402"/>
                  </a:lnTo>
                  <a:lnTo>
                    <a:pt x="16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0"/>
            <p:cNvSpPr/>
            <p:nvPr/>
          </p:nvSpPr>
          <p:spPr>
            <a:xfrm>
              <a:off x="3551471" y="2334056"/>
              <a:ext cx="101812" cy="162725"/>
            </a:xfrm>
            <a:custGeom>
              <a:rect b="b" l="l" r="r" t="t"/>
              <a:pathLst>
                <a:path extrusionOk="0" h="4480" w="2803">
                  <a:moveTo>
                    <a:pt x="1" y="1"/>
                  </a:moveTo>
                  <a:lnTo>
                    <a:pt x="1" y="4479"/>
                  </a:lnTo>
                  <a:lnTo>
                    <a:pt x="2802" y="4479"/>
                  </a:lnTo>
                  <a:lnTo>
                    <a:pt x="2802"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0"/>
            <p:cNvSpPr/>
            <p:nvPr/>
          </p:nvSpPr>
          <p:spPr>
            <a:xfrm>
              <a:off x="3567053" y="2350582"/>
              <a:ext cx="12677" cy="22411"/>
            </a:xfrm>
            <a:custGeom>
              <a:rect b="b" l="l" r="r" t="t"/>
              <a:pathLst>
                <a:path extrusionOk="0" h="617" w="349">
                  <a:moveTo>
                    <a:pt x="0" y="1"/>
                  </a:moveTo>
                  <a:lnTo>
                    <a:pt x="0" y="616"/>
                  </a:lnTo>
                  <a:lnTo>
                    <a:pt x="348" y="616"/>
                  </a:lnTo>
                  <a:lnTo>
                    <a:pt x="34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0"/>
            <p:cNvSpPr/>
            <p:nvPr/>
          </p:nvSpPr>
          <p:spPr>
            <a:xfrm>
              <a:off x="3581291" y="2372956"/>
              <a:ext cx="12677" cy="22702"/>
            </a:xfrm>
            <a:custGeom>
              <a:rect b="b" l="l" r="r" t="t"/>
              <a:pathLst>
                <a:path extrusionOk="0" h="625" w="349">
                  <a:moveTo>
                    <a:pt x="1" y="0"/>
                  </a:moveTo>
                  <a:lnTo>
                    <a:pt x="1" y="625"/>
                  </a:lnTo>
                  <a:lnTo>
                    <a:pt x="349" y="625"/>
                  </a:lnTo>
                  <a:lnTo>
                    <a:pt x="349"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0"/>
            <p:cNvSpPr/>
            <p:nvPr/>
          </p:nvSpPr>
          <p:spPr>
            <a:xfrm>
              <a:off x="3622770" y="2356430"/>
              <a:ext cx="12677" cy="22702"/>
            </a:xfrm>
            <a:custGeom>
              <a:rect b="b" l="l" r="r" t="t"/>
              <a:pathLst>
                <a:path extrusionOk="0" h="625" w="349">
                  <a:moveTo>
                    <a:pt x="1" y="0"/>
                  </a:moveTo>
                  <a:lnTo>
                    <a:pt x="1" y="625"/>
                  </a:lnTo>
                  <a:lnTo>
                    <a:pt x="348" y="625"/>
                  </a:lnTo>
                  <a:lnTo>
                    <a:pt x="34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0"/>
            <p:cNvSpPr/>
            <p:nvPr/>
          </p:nvSpPr>
          <p:spPr>
            <a:xfrm>
              <a:off x="3562186" y="2399180"/>
              <a:ext cx="12677" cy="22738"/>
            </a:xfrm>
            <a:custGeom>
              <a:rect b="b" l="l" r="r" t="t"/>
              <a:pathLst>
                <a:path extrusionOk="0" h="626" w="349">
                  <a:moveTo>
                    <a:pt x="0" y="1"/>
                  </a:moveTo>
                  <a:lnTo>
                    <a:pt x="0" y="625"/>
                  </a:lnTo>
                  <a:lnTo>
                    <a:pt x="348" y="625"/>
                  </a:lnTo>
                  <a:lnTo>
                    <a:pt x="34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0"/>
            <p:cNvSpPr/>
            <p:nvPr/>
          </p:nvSpPr>
          <p:spPr>
            <a:xfrm>
              <a:off x="3618884" y="2405682"/>
              <a:ext cx="12677" cy="22375"/>
            </a:xfrm>
            <a:custGeom>
              <a:rect b="b" l="l" r="r" t="t"/>
              <a:pathLst>
                <a:path extrusionOk="0" h="616" w="349">
                  <a:moveTo>
                    <a:pt x="0" y="0"/>
                  </a:moveTo>
                  <a:lnTo>
                    <a:pt x="0" y="616"/>
                  </a:lnTo>
                  <a:lnTo>
                    <a:pt x="348" y="616"/>
                  </a:lnTo>
                  <a:lnTo>
                    <a:pt x="34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0"/>
            <p:cNvSpPr/>
            <p:nvPr/>
          </p:nvSpPr>
          <p:spPr>
            <a:xfrm>
              <a:off x="3579693" y="2444219"/>
              <a:ext cx="25280" cy="52559"/>
            </a:xfrm>
            <a:custGeom>
              <a:rect b="b" l="l" r="r" t="t"/>
              <a:pathLst>
                <a:path extrusionOk="0" h="1447" w="696">
                  <a:moveTo>
                    <a:pt x="0" y="1"/>
                  </a:moveTo>
                  <a:lnTo>
                    <a:pt x="0" y="1446"/>
                  </a:lnTo>
                  <a:lnTo>
                    <a:pt x="696" y="1446"/>
                  </a:lnTo>
                  <a:lnTo>
                    <a:pt x="69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0"/>
            <p:cNvSpPr/>
            <p:nvPr/>
          </p:nvSpPr>
          <p:spPr>
            <a:xfrm>
              <a:off x="3551471" y="2309430"/>
              <a:ext cx="114743" cy="24663"/>
            </a:xfrm>
            <a:custGeom>
              <a:rect b="b" l="l" r="r" t="t"/>
              <a:pathLst>
                <a:path extrusionOk="0" h="679" w="3159">
                  <a:moveTo>
                    <a:pt x="1" y="1"/>
                  </a:moveTo>
                  <a:lnTo>
                    <a:pt x="1" y="679"/>
                  </a:lnTo>
                  <a:lnTo>
                    <a:pt x="3159" y="679"/>
                  </a:lnTo>
                  <a:lnTo>
                    <a:pt x="248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0"/>
            <p:cNvSpPr/>
            <p:nvPr/>
          </p:nvSpPr>
          <p:spPr>
            <a:xfrm>
              <a:off x="3460777" y="2278339"/>
              <a:ext cx="90734" cy="218444"/>
            </a:xfrm>
            <a:custGeom>
              <a:rect b="b" l="l" r="r" t="t"/>
              <a:pathLst>
                <a:path extrusionOk="0" h="6014" w="2498">
                  <a:moveTo>
                    <a:pt x="0" y="0"/>
                  </a:moveTo>
                  <a:lnTo>
                    <a:pt x="0" y="6013"/>
                  </a:lnTo>
                  <a:lnTo>
                    <a:pt x="2498" y="6013"/>
                  </a:lnTo>
                  <a:lnTo>
                    <a:pt x="2498"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0"/>
            <p:cNvSpPr/>
            <p:nvPr/>
          </p:nvSpPr>
          <p:spPr>
            <a:xfrm>
              <a:off x="3474688" y="2292904"/>
              <a:ext cx="11369" cy="20450"/>
            </a:xfrm>
            <a:custGeom>
              <a:rect b="b" l="l" r="r" t="t"/>
              <a:pathLst>
                <a:path extrusionOk="0" h="563" w="313">
                  <a:moveTo>
                    <a:pt x="1" y="1"/>
                  </a:moveTo>
                  <a:lnTo>
                    <a:pt x="1" y="563"/>
                  </a:lnTo>
                  <a:lnTo>
                    <a:pt x="313" y="563"/>
                  </a:lnTo>
                  <a:lnTo>
                    <a:pt x="31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0"/>
            <p:cNvSpPr/>
            <p:nvPr/>
          </p:nvSpPr>
          <p:spPr>
            <a:xfrm>
              <a:off x="3499641" y="2313317"/>
              <a:ext cx="11369" cy="20123"/>
            </a:xfrm>
            <a:custGeom>
              <a:rect b="b" l="l" r="r" t="t"/>
              <a:pathLst>
                <a:path extrusionOk="0" h="554" w="313">
                  <a:moveTo>
                    <a:pt x="1" y="1"/>
                  </a:moveTo>
                  <a:lnTo>
                    <a:pt x="1" y="554"/>
                  </a:lnTo>
                  <a:lnTo>
                    <a:pt x="313" y="554"/>
                  </a:lnTo>
                  <a:lnTo>
                    <a:pt x="31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0"/>
            <p:cNvSpPr/>
            <p:nvPr/>
          </p:nvSpPr>
          <p:spPr>
            <a:xfrm>
              <a:off x="3524267" y="2298425"/>
              <a:ext cx="11369" cy="20123"/>
            </a:xfrm>
            <a:custGeom>
              <a:rect b="b" l="l" r="r" t="t"/>
              <a:pathLst>
                <a:path extrusionOk="0" h="554" w="313">
                  <a:moveTo>
                    <a:pt x="1" y="0"/>
                  </a:moveTo>
                  <a:lnTo>
                    <a:pt x="1" y="554"/>
                  </a:lnTo>
                  <a:lnTo>
                    <a:pt x="313" y="554"/>
                  </a:lnTo>
                  <a:lnTo>
                    <a:pt x="31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0"/>
            <p:cNvSpPr/>
            <p:nvPr/>
          </p:nvSpPr>
          <p:spPr>
            <a:xfrm>
              <a:off x="3470148" y="2336671"/>
              <a:ext cx="11369" cy="20123"/>
            </a:xfrm>
            <a:custGeom>
              <a:rect b="b" l="l" r="r" t="t"/>
              <a:pathLst>
                <a:path extrusionOk="0" h="554" w="313">
                  <a:moveTo>
                    <a:pt x="1" y="0"/>
                  </a:moveTo>
                  <a:lnTo>
                    <a:pt x="1" y="553"/>
                  </a:lnTo>
                  <a:lnTo>
                    <a:pt x="313" y="553"/>
                  </a:lnTo>
                  <a:lnTo>
                    <a:pt x="31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0"/>
            <p:cNvSpPr/>
            <p:nvPr/>
          </p:nvSpPr>
          <p:spPr>
            <a:xfrm>
              <a:off x="3486020" y="2385596"/>
              <a:ext cx="11405" cy="20123"/>
            </a:xfrm>
            <a:custGeom>
              <a:rect b="b" l="l" r="r" t="t"/>
              <a:pathLst>
                <a:path extrusionOk="0" h="554" w="314">
                  <a:moveTo>
                    <a:pt x="1" y="0"/>
                  </a:moveTo>
                  <a:lnTo>
                    <a:pt x="1" y="553"/>
                  </a:lnTo>
                  <a:lnTo>
                    <a:pt x="313" y="553"/>
                  </a:lnTo>
                  <a:lnTo>
                    <a:pt x="31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0"/>
            <p:cNvSpPr/>
            <p:nvPr/>
          </p:nvSpPr>
          <p:spPr>
            <a:xfrm>
              <a:off x="3469167" y="2415707"/>
              <a:ext cx="11078" cy="20123"/>
            </a:xfrm>
            <a:custGeom>
              <a:rect b="b" l="l" r="r" t="t"/>
              <a:pathLst>
                <a:path extrusionOk="0" h="554" w="305">
                  <a:moveTo>
                    <a:pt x="1" y="1"/>
                  </a:moveTo>
                  <a:lnTo>
                    <a:pt x="1" y="554"/>
                  </a:lnTo>
                  <a:lnTo>
                    <a:pt x="304" y="554"/>
                  </a:lnTo>
                  <a:lnTo>
                    <a:pt x="30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0"/>
            <p:cNvSpPr/>
            <p:nvPr/>
          </p:nvSpPr>
          <p:spPr>
            <a:xfrm>
              <a:off x="3521034" y="2342156"/>
              <a:ext cx="11369" cy="20123"/>
            </a:xfrm>
            <a:custGeom>
              <a:rect b="b" l="l" r="r" t="t"/>
              <a:pathLst>
                <a:path extrusionOk="0" h="554" w="313">
                  <a:moveTo>
                    <a:pt x="0" y="1"/>
                  </a:moveTo>
                  <a:lnTo>
                    <a:pt x="0" y="554"/>
                  </a:lnTo>
                  <a:lnTo>
                    <a:pt x="313" y="554"/>
                  </a:lnTo>
                  <a:lnTo>
                    <a:pt x="31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0"/>
            <p:cNvSpPr/>
            <p:nvPr/>
          </p:nvSpPr>
          <p:spPr>
            <a:xfrm>
              <a:off x="3489289" y="2449740"/>
              <a:ext cx="22702" cy="47038"/>
            </a:xfrm>
            <a:custGeom>
              <a:rect b="b" l="l" r="r" t="t"/>
              <a:pathLst>
                <a:path extrusionOk="0" h="1295" w="625">
                  <a:moveTo>
                    <a:pt x="0" y="1"/>
                  </a:moveTo>
                  <a:lnTo>
                    <a:pt x="0" y="1294"/>
                  </a:lnTo>
                  <a:lnTo>
                    <a:pt x="625" y="1294"/>
                  </a:lnTo>
                  <a:lnTo>
                    <a:pt x="62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0"/>
            <p:cNvSpPr/>
            <p:nvPr/>
          </p:nvSpPr>
          <p:spPr>
            <a:xfrm>
              <a:off x="3460777" y="2469135"/>
              <a:ext cx="39882" cy="27641"/>
            </a:xfrm>
            <a:custGeom>
              <a:rect b="b" l="l" r="r" t="t"/>
              <a:pathLst>
                <a:path extrusionOk="0" h="761" w="1098">
                  <a:moveTo>
                    <a:pt x="32" y="0"/>
                  </a:moveTo>
                  <a:cubicBezTo>
                    <a:pt x="12" y="0"/>
                    <a:pt x="0" y="2"/>
                    <a:pt x="0" y="2"/>
                  </a:cubicBezTo>
                  <a:lnTo>
                    <a:pt x="0" y="760"/>
                  </a:lnTo>
                  <a:lnTo>
                    <a:pt x="1097" y="760"/>
                  </a:lnTo>
                  <a:cubicBezTo>
                    <a:pt x="1061" y="508"/>
                    <a:pt x="901" y="455"/>
                    <a:pt x="771" y="455"/>
                  </a:cubicBezTo>
                  <a:cubicBezTo>
                    <a:pt x="676" y="455"/>
                    <a:pt x="598" y="484"/>
                    <a:pt x="598" y="484"/>
                  </a:cubicBezTo>
                  <a:cubicBezTo>
                    <a:pt x="582" y="355"/>
                    <a:pt x="505" y="329"/>
                    <a:pt x="445" y="329"/>
                  </a:cubicBezTo>
                  <a:cubicBezTo>
                    <a:pt x="406" y="329"/>
                    <a:pt x="375" y="341"/>
                    <a:pt x="375" y="341"/>
                  </a:cubicBezTo>
                  <a:cubicBezTo>
                    <a:pt x="346" y="30"/>
                    <a:pt x="117" y="0"/>
                    <a:pt x="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0"/>
            <p:cNvSpPr/>
            <p:nvPr/>
          </p:nvSpPr>
          <p:spPr>
            <a:xfrm>
              <a:off x="3653244" y="2473966"/>
              <a:ext cx="33090" cy="22811"/>
            </a:xfrm>
            <a:custGeom>
              <a:rect b="b" l="l" r="r" t="t"/>
              <a:pathLst>
                <a:path extrusionOk="0" h="628" w="911">
                  <a:moveTo>
                    <a:pt x="34" y="0"/>
                  </a:moveTo>
                  <a:cubicBezTo>
                    <a:pt x="13" y="0"/>
                    <a:pt x="0" y="3"/>
                    <a:pt x="0" y="3"/>
                  </a:cubicBezTo>
                  <a:lnTo>
                    <a:pt x="0" y="627"/>
                  </a:lnTo>
                  <a:lnTo>
                    <a:pt x="910" y="627"/>
                  </a:lnTo>
                  <a:cubicBezTo>
                    <a:pt x="879" y="417"/>
                    <a:pt x="739" y="374"/>
                    <a:pt x="629" y="374"/>
                  </a:cubicBezTo>
                  <a:cubicBezTo>
                    <a:pt x="553" y="374"/>
                    <a:pt x="491" y="395"/>
                    <a:pt x="491" y="395"/>
                  </a:cubicBezTo>
                  <a:cubicBezTo>
                    <a:pt x="474" y="291"/>
                    <a:pt x="411" y="271"/>
                    <a:pt x="364" y="271"/>
                  </a:cubicBezTo>
                  <a:cubicBezTo>
                    <a:pt x="335" y="271"/>
                    <a:pt x="312" y="279"/>
                    <a:pt x="312" y="279"/>
                  </a:cubicBezTo>
                  <a:cubicBezTo>
                    <a:pt x="284" y="28"/>
                    <a:pt x="109" y="0"/>
                    <a:pt x="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0"/>
            <p:cNvSpPr/>
            <p:nvPr/>
          </p:nvSpPr>
          <p:spPr>
            <a:xfrm>
              <a:off x="3460777" y="2256292"/>
              <a:ext cx="102429" cy="22084"/>
            </a:xfrm>
            <a:custGeom>
              <a:rect b="b" l="l" r="r" t="t"/>
              <a:pathLst>
                <a:path extrusionOk="0" h="608" w="2820">
                  <a:moveTo>
                    <a:pt x="0" y="1"/>
                  </a:moveTo>
                  <a:lnTo>
                    <a:pt x="0" y="607"/>
                  </a:lnTo>
                  <a:lnTo>
                    <a:pt x="2819" y="607"/>
                  </a:lnTo>
                  <a:lnTo>
                    <a:pt x="221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0"/>
            <p:cNvSpPr/>
            <p:nvPr/>
          </p:nvSpPr>
          <p:spPr>
            <a:xfrm>
              <a:off x="3505815" y="2354796"/>
              <a:ext cx="61276" cy="141985"/>
            </a:xfrm>
            <a:custGeom>
              <a:rect b="b" l="l" r="r" t="t"/>
              <a:pathLst>
                <a:path extrusionOk="0" h="3909" w="1687">
                  <a:moveTo>
                    <a:pt x="0" y="1"/>
                  </a:moveTo>
                  <a:lnTo>
                    <a:pt x="0" y="3908"/>
                  </a:lnTo>
                  <a:lnTo>
                    <a:pt x="1686" y="3908"/>
                  </a:lnTo>
                  <a:lnTo>
                    <a:pt x="1686"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0"/>
            <p:cNvSpPr/>
            <p:nvPr/>
          </p:nvSpPr>
          <p:spPr>
            <a:xfrm>
              <a:off x="3567053" y="2340231"/>
              <a:ext cx="14275" cy="156550"/>
            </a:xfrm>
            <a:custGeom>
              <a:rect b="b" l="l" r="r" t="t"/>
              <a:pathLst>
                <a:path extrusionOk="0" h="4310" w="393">
                  <a:moveTo>
                    <a:pt x="393" y="0"/>
                  </a:moveTo>
                  <a:lnTo>
                    <a:pt x="0" y="402"/>
                  </a:lnTo>
                  <a:lnTo>
                    <a:pt x="0" y="4309"/>
                  </a:lnTo>
                  <a:lnTo>
                    <a:pt x="393" y="4309"/>
                  </a:lnTo>
                  <a:lnTo>
                    <a:pt x="393"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0"/>
            <p:cNvSpPr/>
            <p:nvPr/>
          </p:nvSpPr>
          <p:spPr>
            <a:xfrm>
              <a:off x="3515186" y="2364857"/>
              <a:ext cx="7482" cy="13621"/>
            </a:xfrm>
            <a:custGeom>
              <a:rect b="b" l="l" r="r" t="t"/>
              <a:pathLst>
                <a:path extrusionOk="0" h="375" w="206">
                  <a:moveTo>
                    <a:pt x="1" y="0"/>
                  </a:moveTo>
                  <a:lnTo>
                    <a:pt x="1" y="375"/>
                  </a:lnTo>
                  <a:lnTo>
                    <a:pt x="206" y="375"/>
                  </a:lnTo>
                  <a:lnTo>
                    <a:pt x="20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0"/>
            <p:cNvSpPr/>
            <p:nvPr/>
          </p:nvSpPr>
          <p:spPr>
            <a:xfrm>
              <a:off x="3532039" y="2378441"/>
              <a:ext cx="7482" cy="13657"/>
            </a:xfrm>
            <a:custGeom>
              <a:rect b="b" l="l" r="r" t="t"/>
              <a:pathLst>
                <a:path extrusionOk="0" h="376" w="206">
                  <a:moveTo>
                    <a:pt x="1" y="1"/>
                  </a:moveTo>
                  <a:lnTo>
                    <a:pt x="1" y="376"/>
                  </a:lnTo>
                  <a:lnTo>
                    <a:pt x="206" y="376"/>
                  </a:lnTo>
                  <a:lnTo>
                    <a:pt x="20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0"/>
            <p:cNvSpPr/>
            <p:nvPr/>
          </p:nvSpPr>
          <p:spPr>
            <a:xfrm>
              <a:off x="3545006" y="2438734"/>
              <a:ext cx="7482" cy="13621"/>
            </a:xfrm>
            <a:custGeom>
              <a:rect b="b" l="l" r="r" t="t"/>
              <a:pathLst>
                <a:path extrusionOk="0" h="375" w="206">
                  <a:moveTo>
                    <a:pt x="0" y="0"/>
                  </a:moveTo>
                  <a:lnTo>
                    <a:pt x="0" y="375"/>
                  </a:lnTo>
                  <a:lnTo>
                    <a:pt x="206" y="375"/>
                  </a:lnTo>
                  <a:lnTo>
                    <a:pt x="20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0"/>
            <p:cNvSpPr/>
            <p:nvPr/>
          </p:nvSpPr>
          <p:spPr>
            <a:xfrm>
              <a:off x="3548566" y="2368416"/>
              <a:ext cx="7809" cy="13657"/>
            </a:xfrm>
            <a:custGeom>
              <a:rect b="b" l="l" r="r" t="t"/>
              <a:pathLst>
                <a:path extrusionOk="0" h="376" w="215">
                  <a:moveTo>
                    <a:pt x="1" y="0"/>
                  </a:moveTo>
                  <a:lnTo>
                    <a:pt x="1" y="375"/>
                  </a:lnTo>
                  <a:lnTo>
                    <a:pt x="215" y="375"/>
                  </a:lnTo>
                  <a:lnTo>
                    <a:pt x="21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0"/>
            <p:cNvSpPr/>
            <p:nvPr/>
          </p:nvSpPr>
          <p:spPr>
            <a:xfrm>
              <a:off x="3511954" y="2394350"/>
              <a:ext cx="7809" cy="13621"/>
            </a:xfrm>
            <a:custGeom>
              <a:rect b="b" l="l" r="r" t="t"/>
              <a:pathLst>
                <a:path extrusionOk="0" h="375" w="215">
                  <a:moveTo>
                    <a:pt x="1" y="0"/>
                  </a:moveTo>
                  <a:lnTo>
                    <a:pt x="1" y="375"/>
                  </a:lnTo>
                  <a:lnTo>
                    <a:pt x="215" y="375"/>
                  </a:lnTo>
                  <a:lnTo>
                    <a:pt x="21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0"/>
            <p:cNvSpPr/>
            <p:nvPr/>
          </p:nvSpPr>
          <p:spPr>
            <a:xfrm>
              <a:off x="3552452" y="2404701"/>
              <a:ext cx="7809" cy="13984"/>
            </a:xfrm>
            <a:custGeom>
              <a:rect b="b" l="l" r="r" t="t"/>
              <a:pathLst>
                <a:path extrusionOk="0" h="385" w="215">
                  <a:moveTo>
                    <a:pt x="1" y="1"/>
                  </a:moveTo>
                  <a:lnTo>
                    <a:pt x="1" y="384"/>
                  </a:lnTo>
                  <a:lnTo>
                    <a:pt x="215" y="384"/>
                  </a:lnTo>
                  <a:lnTo>
                    <a:pt x="21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0"/>
            <p:cNvSpPr/>
            <p:nvPr/>
          </p:nvSpPr>
          <p:spPr>
            <a:xfrm>
              <a:off x="3521361" y="2421228"/>
              <a:ext cx="7482" cy="13984"/>
            </a:xfrm>
            <a:custGeom>
              <a:rect b="b" l="l" r="r" t="t"/>
              <a:pathLst>
                <a:path extrusionOk="0" h="385" w="206">
                  <a:moveTo>
                    <a:pt x="0" y="0"/>
                  </a:moveTo>
                  <a:lnTo>
                    <a:pt x="0" y="384"/>
                  </a:lnTo>
                  <a:lnTo>
                    <a:pt x="205" y="384"/>
                  </a:lnTo>
                  <a:lnTo>
                    <a:pt x="20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0"/>
            <p:cNvSpPr/>
            <p:nvPr/>
          </p:nvSpPr>
          <p:spPr>
            <a:xfrm>
              <a:off x="3524920" y="2467574"/>
              <a:ext cx="15255" cy="29203"/>
            </a:xfrm>
            <a:custGeom>
              <a:rect b="b" l="l" r="r" t="t"/>
              <a:pathLst>
                <a:path extrusionOk="0" h="804" w="420">
                  <a:moveTo>
                    <a:pt x="0" y="0"/>
                  </a:moveTo>
                  <a:lnTo>
                    <a:pt x="0" y="803"/>
                  </a:lnTo>
                  <a:lnTo>
                    <a:pt x="420" y="803"/>
                  </a:lnTo>
                  <a:lnTo>
                    <a:pt x="42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0"/>
            <p:cNvSpPr/>
            <p:nvPr/>
          </p:nvSpPr>
          <p:spPr>
            <a:xfrm>
              <a:off x="3505815" y="2340231"/>
              <a:ext cx="75514" cy="14602"/>
            </a:xfrm>
            <a:custGeom>
              <a:rect b="b" l="l" r="r" t="t"/>
              <a:pathLst>
                <a:path extrusionOk="0" h="402" w="2079">
                  <a:moveTo>
                    <a:pt x="401" y="0"/>
                  </a:moveTo>
                  <a:lnTo>
                    <a:pt x="0" y="402"/>
                  </a:lnTo>
                  <a:lnTo>
                    <a:pt x="1686" y="402"/>
                  </a:lnTo>
                  <a:lnTo>
                    <a:pt x="207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0"/>
            <p:cNvSpPr/>
            <p:nvPr/>
          </p:nvSpPr>
          <p:spPr>
            <a:xfrm>
              <a:off x="3727739" y="2385596"/>
              <a:ext cx="12677" cy="111183"/>
            </a:xfrm>
            <a:custGeom>
              <a:rect b="b" l="l" r="r" t="t"/>
              <a:pathLst>
                <a:path extrusionOk="0" h="3061" w="349">
                  <a:moveTo>
                    <a:pt x="349" y="0"/>
                  </a:moveTo>
                  <a:cubicBezTo>
                    <a:pt x="349" y="0"/>
                    <a:pt x="304" y="45"/>
                    <a:pt x="313" y="107"/>
                  </a:cubicBezTo>
                  <a:cubicBezTo>
                    <a:pt x="322" y="179"/>
                    <a:pt x="260" y="196"/>
                    <a:pt x="286" y="250"/>
                  </a:cubicBezTo>
                  <a:cubicBezTo>
                    <a:pt x="304" y="303"/>
                    <a:pt x="224" y="321"/>
                    <a:pt x="269" y="393"/>
                  </a:cubicBezTo>
                  <a:cubicBezTo>
                    <a:pt x="304" y="455"/>
                    <a:pt x="215" y="535"/>
                    <a:pt x="251" y="607"/>
                  </a:cubicBezTo>
                  <a:cubicBezTo>
                    <a:pt x="278" y="678"/>
                    <a:pt x="206" y="714"/>
                    <a:pt x="242" y="776"/>
                  </a:cubicBezTo>
                  <a:cubicBezTo>
                    <a:pt x="269" y="839"/>
                    <a:pt x="162" y="910"/>
                    <a:pt x="215" y="1017"/>
                  </a:cubicBezTo>
                  <a:cubicBezTo>
                    <a:pt x="269" y="1115"/>
                    <a:pt x="170" y="1169"/>
                    <a:pt x="197" y="1249"/>
                  </a:cubicBezTo>
                  <a:cubicBezTo>
                    <a:pt x="233" y="1320"/>
                    <a:pt x="108" y="1410"/>
                    <a:pt x="162" y="1490"/>
                  </a:cubicBezTo>
                  <a:cubicBezTo>
                    <a:pt x="224" y="1579"/>
                    <a:pt x="117" y="1651"/>
                    <a:pt x="153" y="1713"/>
                  </a:cubicBezTo>
                  <a:cubicBezTo>
                    <a:pt x="188" y="1775"/>
                    <a:pt x="90" y="1865"/>
                    <a:pt x="144" y="1936"/>
                  </a:cubicBezTo>
                  <a:cubicBezTo>
                    <a:pt x="197" y="2007"/>
                    <a:pt x="72" y="2088"/>
                    <a:pt x="108" y="2186"/>
                  </a:cubicBezTo>
                  <a:cubicBezTo>
                    <a:pt x="153" y="2284"/>
                    <a:pt x="54" y="2391"/>
                    <a:pt x="99" y="2480"/>
                  </a:cubicBezTo>
                  <a:cubicBezTo>
                    <a:pt x="153" y="2561"/>
                    <a:pt x="37" y="2587"/>
                    <a:pt x="90" y="2676"/>
                  </a:cubicBezTo>
                  <a:cubicBezTo>
                    <a:pt x="144" y="2775"/>
                    <a:pt x="1" y="2891"/>
                    <a:pt x="1" y="3060"/>
                  </a:cubicBezTo>
                  <a:lnTo>
                    <a:pt x="349" y="3060"/>
                  </a:lnTo>
                  <a:lnTo>
                    <a:pt x="349" y="0"/>
                  </a:ln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0"/>
            <p:cNvSpPr/>
            <p:nvPr/>
          </p:nvSpPr>
          <p:spPr>
            <a:xfrm>
              <a:off x="3740379" y="2385596"/>
              <a:ext cx="12677" cy="111183"/>
            </a:xfrm>
            <a:custGeom>
              <a:rect b="b" l="l" r="r" t="t"/>
              <a:pathLst>
                <a:path extrusionOk="0" h="3061" w="349">
                  <a:moveTo>
                    <a:pt x="1" y="0"/>
                  </a:moveTo>
                  <a:lnTo>
                    <a:pt x="1" y="3060"/>
                  </a:lnTo>
                  <a:lnTo>
                    <a:pt x="349" y="3060"/>
                  </a:lnTo>
                  <a:cubicBezTo>
                    <a:pt x="349" y="2891"/>
                    <a:pt x="215" y="2775"/>
                    <a:pt x="269" y="2676"/>
                  </a:cubicBezTo>
                  <a:cubicBezTo>
                    <a:pt x="322" y="2587"/>
                    <a:pt x="206" y="2561"/>
                    <a:pt x="251" y="2480"/>
                  </a:cubicBezTo>
                  <a:cubicBezTo>
                    <a:pt x="304" y="2391"/>
                    <a:pt x="206" y="2284"/>
                    <a:pt x="242" y="2186"/>
                  </a:cubicBezTo>
                  <a:cubicBezTo>
                    <a:pt x="286" y="2088"/>
                    <a:pt x="161" y="2007"/>
                    <a:pt x="215" y="1936"/>
                  </a:cubicBezTo>
                  <a:cubicBezTo>
                    <a:pt x="269" y="1865"/>
                    <a:pt x="170" y="1775"/>
                    <a:pt x="206" y="1713"/>
                  </a:cubicBezTo>
                  <a:cubicBezTo>
                    <a:pt x="242" y="1651"/>
                    <a:pt x="135" y="1579"/>
                    <a:pt x="188" y="1490"/>
                  </a:cubicBezTo>
                  <a:cubicBezTo>
                    <a:pt x="251" y="1410"/>
                    <a:pt x="117" y="1320"/>
                    <a:pt x="153" y="1249"/>
                  </a:cubicBezTo>
                  <a:cubicBezTo>
                    <a:pt x="188" y="1169"/>
                    <a:pt x="81" y="1115"/>
                    <a:pt x="144" y="1017"/>
                  </a:cubicBezTo>
                  <a:cubicBezTo>
                    <a:pt x="197" y="910"/>
                    <a:pt x="81" y="839"/>
                    <a:pt x="117" y="776"/>
                  </a:cubicBezTo>
                  <a:cubicBezTo>
                    <a:pt x="153" y="714"/>
                    <a:pt x="72" y="678"/>
                    <a:pt x="108" y="607"/>
                  </a:cubicBezTo>
                  <a:cubicBezTo>
                    <a:pt x="144" y="535"/>
                    <a:pt x="54" y="455"/>
                    <a:pt x="90" y="393"/>
                  </a:cubicBezTo>
                  <a:cubicBezTo>
                    <a:pt x="126" y="321"/>
                    <a:pt x="45" y="303"/>
                    <a:pt x="72" y="250"/>
                  </a:cubicBezTo>
                  <a:cubicBezTo>
                    <a:pt x="99" y="196"/>
                    <a:pt x="37" y="179"/>
                    <a:pt x="45" y="107"/>
                  </a:cubicBezTo>
                  <a:cubicBezTo>
                    <a:pt x="54" y="45"/>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0"/>
            <p:cNvSpPr/>
            <p:nvPr/>
          </p:nvSpPr>
          <p:spPr>
            <a:xfrm>
              <a:off x="3811678" y="2385596"/>
              <a:ext cx="12677" cy="111183"/>
            </a:xfrm>
            <a:custGeom>
              <a:rect b="b" l="l" r="r" t="t"/>
              <a:pathLst>
                <a:path extrusionOk="0" h="3061" w="349">
                  <a:moveTo>
                    <a:pt x="348" y="0"/>
                  </a:moveTo>
                  <a:cubicBezTo>
                    <a:pt x="348" y="0"/>
                    <a:pt x="304" y="45"/>
                    <a:pt x="313" y="107"/>
                  </a:cubicBezTo>
                  <a:cubicBezTo>
                    <a:pt x="322" y="179"/>
                    <a:pt x="259" y="196"/>
                    <a:pt x="286" y="250"/>
                  </a:cubicBezTo>
                  <a:cubicBezTo>
                    <a:pt x="304" y="303"/>
                    <a:pt x="232" y="321"/>
                    <a:pt x="268" y="393"/>
                  </a:cubicBezTo>
                  <a:cubicBezTo>
                    <a:pt x="304" y="455"/>
                    <a:pt x="215" y="535"/>
                    <a:pt x="250" y="607"/>
                  </a:cubicBezTo>
                  <a:cubicBezTo>
                    <a:pt x="277" y="678"/>
                    <a:pt x="206" y="714"/>
                    <a:pt x="241" y="776"/>
                  </a:cubicBezTo>
                  <a:cubicBezTo>
                    <a:pt x="277" y="839"/>
                    <a:pt x="161" y="910"/>
                    <a:pt x="215" y="1017"/>
                  </a:cubicBezTo>
                  <a:cubicBezTo>
                    <a:pt x="268" y="1115"/>
                    <a:pt x="170" y="1169"/>
                    <a:pt x="206" y="1249"/>
                  </a:cubicBezTo>
                  <a:cubicBezTo>
                    <a:pt x="232" y="1320"/>
                    <a:pt x="108" y="1410"/>
                    <a:pt x="161" y="1490"/>
                  </a:cubicBezTo>
                  <a:cubicBezTo>
                    <a:pt x="224" y="1579"/>
                    <a:pt x="116" y="1651"/>
                    <a:pt x="152" y="1713"/>
                  </a:cubicBezTo>
                  <a:cubicBezTo>
                    <a:pt x="188" y="1775"/>
                    <a:pt x="90" y="1865"/>
                    <a:pt x="143" y="1936"/>
                  </a:cubicBezTo>
                  <a:cubicBezTo>
                    <a:pt x="197" y="2007"/>
                    <a:pt x="72" y="2088"/>
                    <a:pt x="116" y="2186"/>
                  </a:cubicBezTo>
                  <a:cubicBezTo>
                    <a:pt x="152" y="2284"/>
                    <a:pt x="54" y="2391"/>
                    <a:pt x="108" y="2480"/>
                  </a:cubicBezTo>
                  <a:cubicBezTo>
                    <a:pt x="152" y="2561"/>
                    <a:pt x="36" y="2587"/>
                    <a:pt x="90" y="2676"/>
                  </a:cubicBezTo>
                  <a:cubicBezTo>
                    <a:pt x="143" y="2775"/>
                    <a:pt x="1" y="2891"/>
                    <a:pt x="1" y="3060"/>
                  </a:cubicBezTo>
                  <a:lnTo>
                    <a:pt x="348" y="3060"/>
                  </a:lnTo>
                  <a:lnTo>
                    <a:pt x="3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0"/>
            <p:cNvSpPr/>
            <p:nvPr/>
          </p:nvSpPr>
          <p:spPr>
            <a:xfrm>
              <a:off x="3824317" y="2385596"/>
              <a:ext cx="13003" cy="111183"/>
            </a:xfrm>
            <a:custGeom>
              <a:rect b="b" l="l" r="r" t="t"/>
              <a:pathLst>
                <a:path extrusionOk="0" h="3061" w="358">
                  <a:moveTo>
                    <a:pt x="0" y="0"/>
                  </a:moveTo>
                  <a:lnTo>
                    <a:pt x="0" y="3060"/>
                  </a:lnTo>
                  <a:lnTo>
                    <a:pt x="357" y="3060"/>
                  </a:lnTo>
                  <a:cubicBezTo>
                    <a:pt x="357" y="2891"/>
                    <a:pt x="215" y="2775"/>
                    <a:pt x="268" y="2676"/>
                  </a:cubicBezTo>
                  <a:cubicBezTo>
                    <a:pt x="322" y="2587"/>
                    <a:pt x="206" y="2561"/>
                    <a:pt x="250" y="2480"/>
                  </a:cubicBezTo>
                  <a:cubicBezTo>
                    <a:pt x="304" y="2391"/>
                    <a:pt x="206" y="2284"/>
                    <a:pt x="241" y="2186"/>
                  </a:cubicBezTo>
                  <a:cubicBezTo>
                    <a:pt x="286" y="2088"/>
                    <a:pt x="161" y="2007"/>
                    <a:pt x="215" y="1936"/>
                  </a:cubicBezTo>
                  <a:cubicBezTo>
                    <a:pt x="268" y="1865"/>
                    <a:pt x="170" y="1775"/>
                    <a:pt x="206" y="1713"/>
                  </a:cubicBezTo>
                  <a:cubicBezTo>
                    <a:pt x="241" y="1651"/>
                    <a:pt x="134" y="1579"/>
                    <a:pt x="188" y="1490"/>
                  </a:cubicBezTo>
                  <a:cubicBezTo>
                    <a:pt x="250" y="1410"/>
                    <a:pt x="125" y="1320"/>
                    <a:pt x="152" y="1249"/>
                  </a:cubicBezTo>
                  <a:cubicBezTo>
                    <a:pt x="188" y="1169"/>
                    <a:pt x="90" y="1115"/>
                    <a:pt x="143" y="1017"/>
                  </a:cubicBezTo>
                  <a:cubicBezTo>
                    <a:pt x="197" y="910"/>
                    <a:pt x="81" y="839"/>
                    <a:pt x="116" y="776"/>
                  </a:cubicBezTo>
                  <a:cubicBezTo>
                    <a:pt x="152" y="714"/>
                    <a:pt x="81" y="678"/>
                    <a:pt x="107" y="607"/>
                  </a:cubicBezTo>
                  <a:cubicBezTo>
                    <a:pt x="143" y="535"/>
                    <a:pt x="54" y="455"/>
                    <a:pt x="90" y="393"/>
                  </a:cubicBezTo>
                  <a:cubicBezTo>
                    <a:pt x="125" y="321"/>
                    <a:pt x="45" y="303"/>
                    <a:pt x="72" y="250"/>
                  </a:cubicBezTo>
                  <a:cubicBezTo>
                    <a:pt x="99" y="196"/>
                    <a:pt x="36" y="179"/>
                    <a:pt x="45" y="107"/>
                  </a:cubicBezTo>
                  <a:cubicBezTo>
                    <a:pt x="54" y="45"/>
                    <a:pt x="0" y="0"/>
                    <a:pt x="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0"/>
            <p:cNvSpPr/>
            <p:nvPr/>
          </p:nvSpPr>
          <p:spPr>
            <a:xfrm>
              <a:off x="3783492" y="2418649"/>
              <a:ext cx="8790" cy="78130"/>
            </a:xfrm>
            <a:custGeom>
              <a:rect b="b" l="l" r="r" t="t"/>
              <a:pathLst>
                <a:path extrusionOk="0" h="2151" w="242">
                  <a:moveTo>
                    <a:pt x="241" y="0"/>
                  </a:moveTo>
                  <a:cubicBezTo>
                    <a:pt x="241" y="0"/>
                    <a:pt x="214" y="27"/>
                    <a:pt x="214" y="71"/>
                  </a:cubicBezTo>
                  <a:cubicBezTo>
                    <a:pt x="223" y="116"/>
                    <a:pt x="179" y="134"/>
                    <a:pt x="197" y="170"/>
                  </a:cubicBezTo>
                  <a:cubicBezTo>
                    <a:pt x="214" y="205"/>
                    <a:pt x="161" y="223"/>
                    <a:pt x="188" y="268"/>
                  </a:cubicBezTo>
                  <a:cubicBezTo>
                    <a:pt x="206" y="312"/>
                    <a:pt x="143" y="375"/>
                    <a:pt x="170" y="419"/>
                  </a:cubicBezTo>
                  <a:cubicBezTo>
                    <a:pt x="197" y="473"/>
                    <a:pt x="143" y="500"/>
                    <a:pt x="161" y="544"/>
                  </a:cubicBezTo>
                  <a:cubicBezTo>
                    <a:pt x="188" y="589"/>
                    <a:pt x="107" y="634"/>
                    <a:pt x="152" y="714"/>
                  </a:cubicBezTo>
                  <a:cubicBezTo>
                    <a:pt x="188" y="785"/>
                    <a:pt x="116" y="821"/>
                    <a:pt x="143" y="874"/>
                  </a:cubicBezTo>
                  <a:cubicBezTo>
                    <a:pt x="161" y="928"/>
                    <a:pt x="72" y="990"/>
                    <a:pt x="116" y="1044"/>
                  </a:cubicBezTo>
                  <a:cubicBezTo>
                    <a:pt x="152" y="1106"/>
                    <a:pt x="81" y="1160"/>
                    <a:pt x="99" y="1204"/>
                  </a:cubicBezTo>
                  <a:cubicBezTo>
                    <a:pt x="125" y="1249"/>
                    <a:pt x="63" y="1312"/>
                    <a:pt x="99" y="1356"/>
                  </a:cubicBezTo>
                  <a:cubicBezTo>
                    <a:pt x="134" y="1410"/>
                    <a:pt x="45" y="1472"/>
                    <a:pt x="72" y="1535"/>
                  </a:cubicBezTo>
                  <a:cubicBezTo>
                    <a:pt x="107" y="1606"/>
                    <a:pt x="36" y="1677"/>
                    <a:pt x="72" y="1740"/>
                  </a:cubicBezTo>
                  <a:cubicBezTo>
                    <a:pt x="107" y="1802"/>
                    <a:pt x="18" y="1820"/>
                    <a:pt x="63" y="1882"/>
                  </a:cubicBezTo>
                  <a:cubicBezTo>
                    <a:pt x="99" y="1945"/>
                    <a:pt x="0" y="2034"/>
                    <a:pt x="0" y="2150"/>
                  </a:cubicBezTo>
                  <a:lnTo>
                    <a:pt x="241" y="2150"/>
                  </a:lnTo>
                  <a:lnTo>
                    <a:pt x="2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0"/>
            <p:cNvSpPr/>
            <p:nvPr/>
          </p:nvSpPr>
          <p:spPr>
            <a:xfrm>
              <a:off x="3792246" y="2418649"/>
              <a:ext cx="9117" cy="78130"/>
            </a:xfrm>
            <a:custGeom>
              <a:rect b="b" l="l" r="r" t="t"/>
              <a:pathLst>
                <a:path extrusionOk="0" h="2151" w="251">
                  <a:moveTo>
                    <a:pt x="0" y="0"/>
                  </a:moveTo>
                  <a:lnTo>
                    <a:pt x="0" y="2150"/>
                  </a:lnTo>
                  <a:lnTo>
                    <a:pt x="250" y="2150"/>
                  </a:lnTo>
                  <a:cubicBezTo>
                    <a:pt x="250" y="2034"/>
                    <a:pt x="152" y="1945"/>
                    <a:pt x="188" y="1882"/>
                  </a:cubicBezTo>
                  <a:cubicBezTo>
                    <a:pt x="232" y="1820"/>
                    <a:pt x="143" y="1802"/>
                    <a:pt x="179" y="1740"/>
                  </a:cubicBezTo>
                  <a:cubicBezTo>
                    <a:pt x="214" y="1677"/>
                    <a:pt x="143" y="1606"/>
                    <a:pt x="170" y="1535"/>
                  </a:cubicBezTo>
                  <a:cubicBezTo>
                    <a:pt x="205" y="1472"/>
                    <a:pt x="116" y="1410"/>
                    <a:pt x="152" y="1356"/>
                  </a:cubicBezTo>
                  <a:cubicBezTo>
                    <a:pt x="188" y="1312"/>
                    <a:pt x="125" y="1249"/>
                    <a:pt x="143" y="1204"/>
                  </a:cubicBezTo>
                  <a:cubicBezTo>
                    <a:pt x="170" y="1160"/>
                    <a:pt x="98" y="1106"/>
                    <a:pt x="134" y="1044"/>
                  </a:cubicBezTo>
                  <a:cubicBezTo>
                    <a:pt x="179" y="990"/>
                    <a:pt x="89" y="928"/>
                    <a:pt x="107" y="874"/>
                  </a:cubicBezTo>
                  <a:cubicBezTo>
                    <a:pt x="134" y="821"/>
                    <a:pt x="63" y="785"/>
                    <a:pt x="98" y="714"/>
                  </a:cubicBezTo>
                  <a:cubicBezTo>
                    <a:pt x="134" y="634"/>
                    <a:pt x="63" y="589"/>
                    <a:pt x="81" y="544"/>
                  </a:cubicBezTo>
                  <a:cubicBezTo>
                    <a:pt x="107" y="500"/>
                    <a:pt x="54" y="473"/>
                    <a:pt x="81" y="419"/>
                  </a:cubicBezTo>
                  <a:cubicBezTo>
                    <a:pt x="98" y="375"/>
                    <a:pt x="36" y="312"/>
                    <a:pt x="63" y="268"/>
                  </a:cubicBezTo>
                  <a:cubicBezTo>
                    <a:pt x="89" y="223"/>
                    <a:pt x="36" y="205"/>
                    <a:pt x="54" y="170"/>
                  </a:cubicBezTo>
                  <a:cubicBezTo>
                    <a:pt x="72" y="134"/>
                    <a:pt x="27" y="116"/>
                    <a:pt x="27" y="71"/>
                  </a:cubicBezTo>
                  <a:cubicBezTo>
                    <a:pt x="36" y="27"/>
                    <a:pt x="0" y="0"/>
                    <a:pt x="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4" name="Google Shape;2754;p50"/>
          <p:cNvGrpSpPr/>
          <p:nvPr/>
        </p:nvGrpSpPr>
        <p:grpSpPr>
          <a:xfrm>
            <a:off x="1625044" y="817756"/>
            <a:ext cx="2727215" cy="4882361"/>
            <a:chOff x="3812879" y="2405538"/>
            <a:chExt cx="723975" cy="1296087"/>
          </a:xfrm>
        </p:grpSpPr>
        <p:sp>
          <p:nvSpPr>
            <p:cNvPr id="2755" name="Google Shape;2755;p50"/>
            <p:cNvSpPr/>
            <p:nvPr/>
          </p:nvSpPr>
          <p:spPr>
            <a:xfrm>
              <a:off x="4165461" y="2658422"/>
              <a:ext cx="79464" cy="1039936"/>
            </a:xfrm>
            <a:custGeom>
              <a:rect b="b" l="l" r="r" t="t"/>
              <a:pathLst>
                <a:path extrusionOk="0" h="19735" w="1508">
                  <a:moveTo>
                    <a:pt x="357" y="1"/>
                  </a:moveTo>
                  <a:cubicBezTo>
                    <a:pt x="357" y="1"/>
                    <a:pt x="0" y="982"/>
                    <a:pt x="357" y="3088"/>
                  </a:cubicBezTo>
                  <a:cubicBezTo>
                    <a:pt x="634" y="4720"/>
                    <a:pt x="357" y="19734"/>
                    <a:pt x="357" y="19734"/>
                  </a:cubicBezTo>
                  <a:lnTo>
                    <a:pt x="1151" y="19734"/>
                  </a:lnTo>
                  <a:cubicBezTo>
                    <a:pt x="1151" y="19734"/>
                    <a:pt x="874" y="4720"/>
                    <a:pt x="1151" y="3088"/>
                  </a:cubicBezTo>
                  <a:cubicBezTo>
                    <a:pt x="1508" y="982"/>
                    <a:pt x="1151" y="1"/>
                    <a:pt x="1151"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0"/>
            <p:cNvSpPr/>
            <p:nvPr/>
          </p:nvSpPr>
          <p:spPr>
            <a:xfrm>
              <a:off x="4201188" y="2658422"/>
              <a:ext cx="43737" cy="1039936"/>
            </a:xfrm>
            <a:custGeom>
              <a:rect b="b" l="l" r="r" t="t"/>
              <a:pathLst>
                <a:path extrusionOk="0" h="19735" w="830">
                  <a:moveTo>
                    <a:pt x="277" y="1"/>
                  </a:moveTo>
                  <a:cubicBezTo>
                    <a:pt x="277" y="1"/>
                    <a:pt x="634" y="982"/>
                    <a:pt x="277" y="3088"/>
                  </a:cubicBezTo>
                  <a:cubicBezTo>
                    <a:pt x="0" y="4720"/>
                    <a:pt x="277" y="19734"/>
                    <a:pt x="277" y="19734"/>
                  </a:cubicBezTo>
                  <a:lnTo>
                    <a:pt x="473" y="19734"/>
                  </a:lnTo>
                  <a:cubicBezTo>
                    <a:pt x="473" y="19734"/>
                    <a:pt x="196" y="4720"/>
                    <a:pt x="473" y="3088"/>
                  </a:cubicBezTo>
                  <a:cubicBezTo>
                    <a:pt x="830" y="982"/>
                    <a:pt x="473" y="1"/>
                    <a:pt x="473"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0"/>
            <p:cNvSpPr/>
            <p:nvPr/>
          </p:nvSpPr>
          <p:spPr>
            <a:xfrm>
              <a:off x="3954365" y="2405538"/>
              <a:ext cx="501656" cy="392578"/>
            </a:xfrm>
            <a:custGeom>
              <a:rect b="b" l="l" r="r" t="t"/>
              <a:pathLst>
                <a:path extrusionOk="0" h="7450" w="9520">
                  <a:moveTo>
                    <a:pt x="3712" y="0"/>
                  </a:moveTo>
                  <a:lnTo>
                    <a:pt x="3712" y="0"/>
                  </a:lnTo>
                  <a:cubicBezTo>
                    <a:pt x="3944" y="830"/>
                    <a:pt x="4042" y="1481"/>
                    <a:pt x="4042" y="1481"/>
                  </a:cubicBezTo>
                  <a:cubicBezTo>
                    <a:pt x="3426" y="456"/>
                    <a:pt x="2436" y="125"/>
                    <a:pt x="2436" y="125"/>
                  </a:cubicBezTo>
                  <a:lnTo>
                    <a:pt x="2436" y="125"/>
                  </a:lnTo>
                  <a:cubicBezTo>
                    <a:pt x="3533" y="884"/>
                    <a:pt x="3748" y="1945"/>
                    <a:pt x="3748" y="1945"/>
                  </a:cubicBezTo>
                  <a:cubicBezTo>
                    <a:pt x="2998" y="937"/>
                    <a:pt x="1562" y="919"/>
                    <a:pt x="1562" y="919"/>
                  </a:cubicBezTo>
                  <a:lnTo>
                    <a:pt x="1562" y="919"/>
                  </a:lnTo>
                  <a:cubicBezTo>
                    <a:pt x="2481" y="1214"/>
                    <a:pt x="3087" y="2017"/>
                    <a:pt x="3087" y="2017"/>
                  </a:cubicBezTo>
                  <a:cubicBezTo>
                    <a:pt x="3087" y="2017"/>
                    <a:pt x="2561" y="1597"/>
                    <a:pt x="1758" y="1526"/>
                  </a:cubicBezTo>
                  <a:cubicBezTo>
                    <a:pt x="1614" y="1513"/>
                    <a:pt x="1482" y="1508"/>
                    <a:pt x="1362" y="1508"/>
                  </a:cubicBezTo>
                  <a:cubicBezTo>
                    <a:pt x="826" y="1508"/>
                    <a:pt x="545" y="1615"/>
                    <a:pt x="545" y="1615"/>
                  </a:cubicBezTo>
                  <a:cubicBezTo>
                    <a:pt x="1954" y="1651"/>
                    <a:pt x="2436" y="2302"/>
                    <a:pt x="2436" y="2302"/>
                  </a:cubicBezTo>
                  <a:cubicBezTo>
                    <a:pt x="2107" y="2194"/>
                    <a:pt x="1771" y="2170"/>
                    <a:pt x="1534" y="2170"/>
                  </a:cubicBezTo>
                  <a:cubicBezTo>
                    <a:pt x="1340" y="2170"/>
                    <a:pt x="1214" y="2186"/>
                    <a:pt x="1214" y="2186"/>
                  </a:cubicBezTo>
                  <a:cubicBezTo>
                    <a:pt x="2186" y="2347"/>
                    <a:pt x="2606" y="2837"/>
                    <a:pt x="2606" y="2837"/>
                  </a:cubicBezTo>
                  <a:cubicBezTo>
                    <a:pt x="2606" y="2837"/>
                    <a:pt x="2146" y="2706"/>
                    <a:pt x="1646" y="2706"/>
                  </a:cubicBezTo>
                  <a:cubicBezTo>
                    <a:pt x="1396" y="2706"/>
                    <a:pt x="1137" y="2739"/>
                    <a:pt x="920" y="2837"/>
                  </a:cubicBezTo>
                  <a:cubicBezTo>
                    <a:pt x="259" y="3132"/>
                    <a:pt x="134" y="3720"/>
                    <a:pt x="134" y="3720"/>
                  </a:cubicBezTo>
                  <a:cubicBezTo>
                    <a:pt x="439" y="3339"/>
                    <a:pt x="929" y="3103"/>
                    <a:pt x="1520" y="3103"/>
                  </a:cubicBezTo>
                  <a:cubicBezTo>
                    <a:pt x="1552" y="3103"/>
                    <a:pt x="1583" y="3104"/>
                    <a:pt x="1615" y="3105"/>
                  </a:cubicBezTo>
                  <a:cubicBezTo>
                    <a:pt x="2168" y="3123"/>
                    <a:pt x="2436" y="3364"/>
                    <a:pt x="2436" y="3364"/>
                  </a:cubicBezTo>
                  <a:cubicBezTo>
                    <a:pt x="2436" y="3364"/>
                    <a:pt x="2270" y="3337"/>
                    <a:pt x="2019" y="3337"/>
                  </a:cubicBezTo>
                  <a:cubicBezTo>
                    <a:pt x="1709" y="3337"/>
                    <a:pt x="1271" y="3378"/>
                    <a:pt x="857" y="3560"/>
                  </a:cubicBezTo>
                  <a:cubicBezTo>
                    <a:pt x="108" y="3890"/>
                    <a:pt x="1" y="4488"/>
                    <a:pt x="1" y="4488"/>
                  </a:cubicBezTo>
                  <a:cubicBezTo>
                    <a:pt x="500" y="3935"/>
                    <a:pt x="1383" y="3828"/>
                    <a:pt x="1383" y="3828"/>
                  </a:cubicBezTo>
                  <a:lnTo>
                    <a:pt x="1383" y="3828"/>
                  </a:lnTo>
                  <a:cubicBezTo>
                    <a:pt x="242" y="4390"/>
                    <a:pt x="63" y="5362"/>
                    <a:pt x="63" y="5362"/>
                  </a:cubicBezTo>
                  <a:cubicBezTo>
                    <a:pt x="429" y="4969"/>
                    <a:pt x="1134" y="4755"/>
                    <a:pt x="1134" y="4755"/>
                  </a:cubicBezTo>
                  <a:lnTo>
                    <a:pt x="1134" y="4755"/>
                  </a:lnTo>
                  <a:cubicBezTo>
                    <a:pt x="384" y="5335"/>
                    <a:pt x="152" y="6156"/>
                    <a:pt x="152" y="6156"/>
                  </a:cubicBezTo>
                  <a:cubicBezTo>
                    <a:pt x="652" y="5469"/>
                    <a:pt x="1544" y="5157"/>
                    <a:pt x="1544" y="5157"/>
                  </a:cubicBezTo>
                  <a:lnTo>
                    <a:pt x="1544" y="5157"/>
                  </a:lnTo>
                  <a:cubicBezTo>
                    <a:pt x="1160" y="5630"/>
                    <a:pt x="1044" y="6272"/>
                    <a:pt x="1044" y="6272"/>
                  </a:cubicBezTo>
                  <a:cubicBezTo>
                    <a:pt x="1624" y="4961"/>
                    <a:pt x="2659" y="4755"/>
                    <a:pt x="2659" y="4755"/>
                  </a:cubicBezTo>
                  <a:lnTo>
                    <a:pt x="2659" y="4755"/>
                  </a:lnTo>
                  <a:cubicBezTo>
                    <a:pt x="1642" y="5273"/>
                    <a:pt x="1473" y="6647"/>
                    <a:pt x="1473" y="6647"/>
                  </a:cubicBezTo>
                  <a:cubicBezTo>
                    <a:pt x="1963" y="5362"/>
                    <a:pt x="2891" y="4969"/>
                    <a:pt x="2891" y="4969"/>
                  </a:cubicBezTo>
                  <a:lnTo>
                    <a:pt x="2891" y="4969"/>
                  </a:lnTo>
                  <a:cubicBezTo>
                    <a:pt x="1892" y="6067"/>
                    <a:pt x="2284" y="7316"/>
                    <a:pt x="2284" y="7316"/>
                  </a:cubicBezTo>
                  <a:cubicBezTo>
                    <a:pt x="2284" y="6236"/>
                    <a:pt x="2802" y="5674"/>
                    <a:pt x="2802" y="5674"/>
                  </a:cubicBezTo>
                  <a:lnTo>
                    <a:pt x="2802" y="5674"/>
                  </a:lnTo>
                  <a:cubicBezTo>
                    <a:pt x="2579" y="6272"/>
                    <a:pt x="2686" y="6780"/>
                    <a:pt x="2686" y="6780"/>
                  </a:cubicBezTo>
                  <a:cubicBezTo>
                    <a:pt x="2900" y="5630"/>
                    <a:pt x="3533" y="5166"/>
                    <a:pt x="3533" y="5166"/>
                  </a:cubicBezTo>
                  <a:lnTo>
                    <a:pt x="3533" y="5166"/>
                  </a:lnTo>
                  <a:cubicBezTo>
                    <a:pt x="3150" y="5853"/>
                    <a:pt x="3221" y="6896"/>
                    <a:pt x="3221" y="6896"/>
                  </a:cubicBezTo>
                  <a:cubicBezTo>
                    <a:pt x="3408" y="5701"/>
                    <a:pt x="4015" y="5023"/>
                    <a:pt x="4015" y="5023"/>
                  </a:cubicBezTo>
                  <a:lnTo>
                    <a:pt x="4015" y="5023"/>
                  </a:lnTo>
                  <a:cubicBezTo>
                    <a:pt x="3542" y="6192"/>
                    <a:pt x="4033" y="7449"/>
                    <a:pt x="4033" y="7449"/>
                  </a:cubicBezTo>
                  <a:cubicBezTo>
                    <a:pt x="3872" y="5415"/>
                    <a:pt x="4756" y="4800"/>
                    <a:pt x="4756" y="4800"/>
                  </a:cubicBezTo>
                  <a:cubicBezTo>
                    <a:pt x="4756" y="4800"/>
                    <a:pt x="5639" y="5415"/>
                    <a:pt x="5487" y="7449"/>
                  </a:cubicBezTo>
                  <a:cubicBezTo>
                    <a:pt x="5487" y="7449"/>
                    <a:pt x="5978" y="6192"/>
                    <a:pt x="5505" y="5023"/>
                  </a:cubicBezTo>
                  <a:lnTo>
                    <a:pt x="5505" y="5023"/>
                  </a:lnTo>
                  <a:cubicBezTo>
                    <a:pt x="5505" y="5023"/>
                    <a:pt x="6103" y="5701"/>
                    <a:pt x="6299" y="6896"/>
                  </a:cubicBezTo>
                  <a:cubicBezTo>
                    <a:pt x="6299" y="6896"/>
                    <a:pt x="6361" y="5853"/>
                    <a:pt x="5987" y="5166"/>
                  </a:cubicBezTo>
                  <a:lnTo>
                    <a:pt x="5987" y="5166"/>
                  </a:lnTo>
                  <a:cubicBezTo>
                    <a:pt x="5987" y="5166"/>
                    <a:pt x="6620" y="5630"/>
                    <a:pt x="6834" y="6780"/>
                  </a:cubicBezTo>
                  <a:cubicBezTo>
                    <a:pt x="6834" y="6780"/>
                    <a:pt x="6941" y="6272"/>
                    <a:pt x="6718" y="5674"/>
                  </a:cubicBezTo>
                  <a:lnTo>
                    <a:pt x="6718" y="5674"/>
                  </a:lnTo>
                  <a:cubicBezTo>
                    <a:pt x="6718" y="5674"/>
                    <a:pt x="7236" y="6236"/>
                    <a:pt x="7236" y="7316"/>
                  </a:cubicBezTo>
                  <a:cubicBezTo>
                    <a:pt x="7236" y="7316"/>
                    <a:pt x="7628" y="6067"/>
                    <a:pt x="6629" y="4969"/>
                  </a:cubicBezTo>
                  <a:lnTo>
                    <a:pt x="6629" y="4969"/>
                  </a:lnTo>
                  <a:cubicBezTo>
                    <a:pt x="6629" y="4969"/>
                    <a:pt x="7557" y="5362"/>
                    <a:pt x="8047" y="6647"/>
                  </a:cubicBezTo>
                  <a:cubicBezTo>
                    <a:pt x="8047" y="6647"/>
                    <a:pt x="7878" y="5273"/>
                    <a:pt x="6861" y="4755"/>
                  </a:cubicBezTo>
                  <a:lnTo>
                    <a:pt x="6861" y="4755"/>
                  </a:lnTo>
                  <a:cubicBezTo>
                    <a:pt x="6861" y="4755"/>
                    <a:pt x="7896" y="4961"/>
                    <a:pt x="8467" y="6272"/>
                  </a:cubicBezTo>
                  <a:cubicBezTo>
                    <a:pt x="8467" y="6272"/>
                    <a:pt x="8351" y="5630"/>
                    <a:pt x="7976" y="5157"/>
                  </a:cubicBezTo>
                  <a:lnTo>
                    <a:pt x="7976" y="5157"/>
                  </a:lnTo>
                  <a:cubicBezTo>
                    <a:pt x="7976" y="5157"/>
                    <a:pt x="8868" y="5469"/>
                    <a:pt x="9368" y="6156"/>
                  </a:cubicBezTo>
                  <a:cubicBezTo>
                    <a:pt x="9368" y="6156"/>
                    <a:pt x="9136" y="5335"/>
                    <a:pt x="8386" y="4755"/>
                  </a:cubicBezTo>
                  <a:lnTo>
                    <a:pt x="8386" y="4755"/>
                  </a:lnTo>
                  <a:cubicBezTo>
                    <a:pt x="8387" y="4755"/>
                    <a:pt x="9091" y="4969"/>
                    <a:pt x="9457" y="5362"/>
                  </a:cubicBezTo>
                  <a:cubicBezTo>
                    <a:pt x="9457" y="5362"/>
                    <a:pt x="9270" y="4390"/>
                    <a:pt x="8128" y="3828"/>
                  </a:cubicBezTo>
                  <a:lnTo>
                    <a:pt x="8128" y="3828"/>
                  </a:lnTo>
                  <a:cubicBezTo>
                    <a:pt x="8128" y="3828"/>
                    <a:pt x="9020" y="3935"/>
                    <a:pt x="9519" y="4488"/>
                  </a:cubicBezTo>
                  <a:cubicBezTo>
                    <a:pt x="9519" y="4488"/>
                    <a:pt x="9412" y="3890"/>
                    <a:pt x="8663" y="3560"/>
                  </a:cubicBezTo>
                  <a:cubicBezTo>
                    <a:pt x="8249" y="3378"/>
                    <a:pt x="7811" y="3337"/>
                    <a:pt x="7501" y="3337"/>
                  </a:cubicBezTo>
                  <a:cubicBezTo>
                    <a:pt x="7250" y="3337"/>
                    <a:pt x="7084" y="3364"/>
                    <a:pt x="7084" y="3364"/>
                  </a:cubicBezTo>
                  <a:cubicBezTo>
                    <a:pt x="7084" y="3364"/>
                    <a:pt x="7352" y="3123"/>
                    <a:pt x="7905" y="3105"/>
                  </a:cubicBezTo>
                  <a:cubicBezTo>
                    <a:pt x="7937" y="3104"/>
                    <a:pt x="7968" y="3103"/>
                    <a:pt x="8000" y="3103"/>
                  </a:cubicBezTo>
                  <a:cubicBezTo>
                    <a:pt x="8590" y="3103"/>
                    <a:pt x="9072" y="3339"/>
                    <a:pt x="9386" y="3720"/>
                  </a:cubicBezTo>
                  <a:cubicBezTo>
                    <a:pt x="9386" y="3720"/>
                    <a:pt x="9261" y="3132"/>
                    <a:pt x="8601" y="2837"/>
                  </a:cubicBezTo>
                  <a:cubicBezTo>
                    <a:pt x="8383" y="2739"/>
                    <a:pt x="8123" y="2706"/>
                    <a:pt x="7872" y="2706"/>
                  </a:cubicBezTo>
                  <a:cubicBezTo>
                    <a:pt x="7369" y="2706"/>
                    <a:pt x="6906" y="2837"/>
                    <a:pt x="6906" y="2837"/>
                  </a:cubicBezTo>
                  <a:cubicBezTo>
                    <a:pt x="6906" y="2837"/>
                    <a:pt x="7334" y="2347"/>
                    <a:pt x="8306" y="2186"/>
                  </a:cubicBezTo>
                  <a:cubicBezTo>
                    <a:pt x="8306" y="2186"/>
                    <a:pt x="8180" y="2170"/>
                    <a:pt x="7985" y="2170"/>
                  </a:cubicBezTo>
                  <a:cubicBezTo>
                    <a:pt x="7748" y="2170"/>
                    <a:pt x="7409" y="2194"/>
                    <a:pt x="7075" y="2302"/>
                  </a:cubicBezTo>
                  <a:cubicBezTo>
                    <a:pt x="7075" y="2302"/>
                    <a:pt x="7566" y="1651"/>
                    <a:pt x="8975" y="1615"/>
                  </a:cubicBezTo>
                  <a:cubicBezTo>
                    <a:pt x="8975" y="1615"/>
                    <a:pt x="8689" y="1508"/>
                    <a:pt x="8149" y="1508"/>
                  </a:cubicBezTo>
                  <a:cubicBezTo>
                    <a:pt x="8030" y="1508"/>
                    <a:pt x="7897" y="1513"/>
                    <a:pt x="7753" y="1526"/>
                  </a:cubicBezTo>
                  <a:cubicBezTo>
                    <a:pt x="6959" y="1597"/>
                    <a:pt x="6433" y="2017"/>
                    <a:pt x="6433" y="2017"/>
                  </a:cubicBezTo>
                  <a:cubicBezTo>
                    <a:pt x="6433" y="2017"/>
                    <a:pt x="7030" y="1214"/>
                    <a:pt x="7958" y="919"/>
                  </a:cubicBezTo>
                  <a:lnTo>
                    <a:pt x="7958" y="919"/>
                  </a:lnTo>
                  <a:cubicBezTo>
                    <a:pt x="7958" y="919"/>
                    <a:pt x="6522" y="937"/>
                    <a:pt x="5773" y="1945"/>
                  </a:cubicBezTo>
                  <a:cubicBezTo>
                    <a:pt x="5773" y="1945"/>
                    <a:pt x="5978" y="884"/>
                    <a:pt x="7084" y="125"/>
                  </a:cubicBezTo>
                  <a:lnTo>
                    <a:pt x="7084" y="125"/>
                  </a:lnTo>
                  <a:cubicBezTo>
                    <a:pt x="7084" y="125"/>
                    <a:pt x="6094" y="456"/>
                    <a:pt x="5469" y="1481"/>
                  </a:cubicBezTo>
                  <a:cubicBezTo>
                    <a:pt x="5469" y="1481"/>
                    <a:pt x="5576" y="830"/>
                    <a:pt x="5808" y="0"/>
                  </a:cubicBezTo>
                  <a:lnTo>
                    <a:pt x="5808" y="0"/>
                  </a:lnTo>
                  <a:cubicBezTo>
                    <a:pt x="5808" y="1"/>
                    <a:pt x="5014" y="518"/>
                    <a:pt x="4756" y="1633"/>
                  </a:cubicBezTo>
                  <a:cubicBezTo>
                    <a:pt x="4506" y="518"/>
                    <a:pt x="3712" y="1"/>
                    <a:pt x="37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0"/>
            <p:cNvSpPr/>
            <p:nvPr/>
          </p:nvSpPr>
          <p:spPr>
            <a:xfrm>
              <a:off x="4055434" y="2498123"/>
              <a:ext cx="299518" cy="234177"/>
            </a:xfrm>
            <a:custGeom>
              <a:rect b="b" l="l" r="r" t="t"/>
              <a:pathLst>
                <a:path extrusionOk="0" h="4444" w="5684">
                  <a:moveTo>
                    <a:pt x="2213" y="1"/>
                  </a:moveTo>
                  <a:lnTo>
                    <a:pt x="2213" y="1"/>
                  </a:lnTo>
                  <a:cubicBezTo>
                    <a:pt x="2356" y="492"/>
                    <a:pt x="2418" y="884"/>
                    <a:pt x="2418" y="884"/>
                  </a:cubicBezTo>
                  <a:cubicBezTo>
                    <a:pt x="2044" y="269"/>
                    <a:pt x="1455" y="72"/>
                    <a:pt x="1455" y="72"/>
                  </a:cubicBezTo>
                  <a:lnTo>
                    <a:pt x="1455" y="72"/>
                  </a:lnTo>
                  <a:cubicBezTo>
                    <a:pt x="2115" y="527"/>
                    <a:pt x="2231" y="1161"/>
                    <a:pt x="2231" y="1161"/>
                  </a:cubicBezTo>
                  <a:cubicBezTo>
                    <a:pt x="1794" y="554"/>
                    <a:pt x="938" y="545"/>
                    <a:pt x="937" y="545"/>
                  </a:cubicBezTo>
                  <a:lnTo>
                    <a:pt x="937" y="545"/>
                  </a:lnTo>
                  <a:cubicBezTo>
                    <a:pt x="1482" y="715"/>
                    <a:pt x="1847" y="1205"/>
                    <a:pt x="1847" y="1205"/>
                  </a:cubicBezTo>
                  <a:cubicBezTo>
                    <a:pt x="1847" y="1205"/>
                    <a:pt x="1526" y="955"/>
                    <a:pt x="1053" y="911"/>
                  </a:cubicBezTo>
                  <a:cubicBezTo>
                    <a:pt x="966" y="903"/>
                    <a:pt x="886" y="899"/>
                    <a:pt x="814" y="899"/>
                  </a:cubicBezTo>
                  <a:cubicBezTo>
                    <a:pt x="497" y="899"/>
                    <a:pt x="331" y="964"/>
                    <a:pt x="331" y="964"/>
                  </a:cubicBezTo>
                  <a:cubicBezTo>
                    <a:pt x="1169" y="982"/>
                    <a:pt x="1455" y="1366"/>
                    <a:pt x="1455" y="1366"/>
                  </a:cubicBezTo>
                  <a:cubicBezTo>
                    <a:pt x="1241" y="1302"/>
                    <a:pt x="1020" y="1289"/>
                    <a:pt x="878" y="1289"/>
                  </a:cubicBezTo>
                  <a:cubicBezTo>
                    <a:pt x="783" y="1289"/>
                    <a:pt x="723" y="1294"/>
                    <a:pt x="723" y="1294"/>
                  </a:cubicBezTo>
                  <a:cubicBezTo>
                    <a:pt x="1303" y="1393"/>
                    <a:pt x="1562" y="1687"/>
                    <a:pt x="1562" y="1687"/>
                  </a:cubicBezTo>
                  <a:cubicBezTo>
                    <a:pt x="1562" y="1687"/>
                    <a:pt x="1284" y="1612"/>
                    <a:pt x="983" y="1612"/>
                  </a:cubicBezTo>
                  <a:cubicBezTo>
                    <a:pt x="832" y="1612"/>
                    <a:pt x="676" y="1630"/>
                    <a:pt x="545" y="1687"/>
                  </a:cubicBezTo>
                  <a:cubicBezTo>
                    <a:pt x="161" y="1865"/>
                    <a:pt x="81" y="2213"/>
                    <a:pt x="81" y="2213"/>
                  </a:cubicBezTo>
                  <a:cubicBezTo>
                    <a:pt x="267" y="1994"/>
                    <a:pt x="556" y="1846"/>
                    <a:pt x="905" y="1846"/>
                  </a:cubicBezTo>
                  <a:cubicBezTo>
                    <a:pt x="924" y="1846"/>
                    <a:pt x="944" y="1847"/>
                    <a:pt x="964" y="1848"/>
                  </a:cubicBezTo>
                  <a:cubicBezTo>
                    <a:pt x="1294" y="1856"/>
                    <a:pt x="1455" y="2008"/>
                    <a:pt x="1455" y="2008"/>
                  </a:cubicBezTo>
                  <a:cubicBezTo>
                    <a:pt x="1455" y="2008"/>
                    <a:pt x="1349" y="1989"/>
                    <a:pt x="1189" y="1989"/>
                  </a:cubicBezTo>
                  <a:cubicBezTo>
                    <a:pt x="1006" y="1989"/>
                    <a:pt x="753" y="2014"/>
                    <a:pt x="509" y="2124"/>
                  </a:cubicBezTo>
                  <a:cubicBezTo>
                    <a:pt x="63" y="2320"/>
                    <a:pt x="1" y="2677"/>
                    <a:pt x="1" y="2677"/>
                  </a:cubicBezTo>
                  <a:cubicBezTo>
                    <a:pt x="295" y="2347"/>
                    <a:pt x="830" y="2276"/>
                    <a:pt x="830" y="2276"/>
                  </a:cubicBezTo>
                  <a:lnTo>
                    <a:pt x="830" y="2276"/>
                  </a:lnTo>
                  <a:cubicBezTo>
                    <a:pt x="152" y="2615"/>
                    <a:pt x="36" y="3195"/>
                    <a:pt x="36" y="3195"/>
                  </a:cubicBezTo>
                  <a:cubicBezTo>
                    <a:pt x="259" y="2963"/>
                    <a:pt x="679" y="2829"/>
                    <a:pt x="679" y="2829"/>
                  </a:cubicBezTo>
                  <a:lnTo>
                    <a:pt x="679" y="2829"/>
                  </a:lnTo>
                  <a:cubicBezTo>
                    <a:pt x="233" y="3177"/>
                    <a:pt x="90" y="3667"/>
                    <a:pt x="90" y="3667"/>
                  </a:cubicBezTo>
                  <a:cubicBezTo>
                    <a:pt x="393" y="3266"/>
                    <a:pt x="919" y="3079"/>
                    <a:pt x="920" y="3079"/>
                  </a:cubicBezTo>
                  <a:lnTo>
                    <a:pt x="920" y="3079"/>
                  </a:lnTo>
                  <a:cubicBezTo>
                    <a:pt x="697" y="3355"/>
                    <a:pt x="625" y="3739"/>
                    <a:pt x="625" y="3739"/>
                  </a:cubicBezTo>
                  <a:cubicBezTo>
                    <a:pt x="973" y="2954"/>
                    <a:pt x="1589" y="2829"/>
                    <a:pt x="1589" y="2829"/>
                  </a:cubicBezTo>
                  <a:lnTo>
                    <a:pt x="1589" y="2829"/>
                  </a:lnTo>
                  <a:cubicBezTo>
                    <a:pt x="982" y="3141"/>
                    <a:pt x="884" y="3962"/>
                    <a:pt x="884" y="3962"/>
                  </a:cubicBezTo>
                  <a:cubicBezTo>
                    <a:pt x="1169" y="3195"/>
                    <a:pt x="1722" y="2963"/>
                    <a:pt x="1722" y="2963"/>
                  </a:cubicBezTo>
                  <a:lnTo>
                    <a:pt x="1722" y="2963"/>
                  </a:lnTo>
                  <a:cubicBezTo>
                    <a:pt x="1125" y="3614"/>
                    <a:pt x="1366" y="4363"/>
                    <a:pt x="1366" y="4363"/>
                  </a:cubicBezTo>
                  <a:cubicBezTo>
                    <a:pt x="1366" y="3712"/>
                    <a:pt x="1669" y="3382"/>
                    <a:pt x="1669" y="3382"/>
                  </a:cubicBezTo>
                  <a:lnTo>
                    <a:pt x="1669" y="3382"/>
                  </a:lnTo>
                  <a:cubicBezTo>
                    <a:pt x="1544" y="3739"/>
                    <a:pt x="1606" y="4042"/>
                    <a:pt x="1606" y="4042"/>
                  </a:cubicBezTo>
                  <a:cubicBezTo>
                    <a:pt x="1731" y="3355"/>
                    <a:pt x="2106" y="3079"/>
                    <a:pt x="2106" y="3079"/>
                  </a:cubicBezTo>
                  <a:lnTo>
                    <a:pt x="2106" y="3079"/>
                  </a:lnTo>
                  <a:cubicBezTo>
                    <a:pt x="1883" y="3489"/>
                    <a:pt x="1919" y="4113"/>
                    <a:pt x="1919" y="4113"/>
                  </a:cubicBezTo>
                  <a:cubicBezTo>
                    <a:pt x="2035" y="3400"/>
                    <a:pt x="2391" y="2990"/>
                    <a:pt x="2392" y="2989"/>
                  </a:cubicBezTo>
                  <a:lnTo>
                    <a:pt x="2392" y="2989"/>
                  </a:lnTo>
                  <a:cubicBezTo>
                    <a:pt x="2115" y="3694"/>
                    <a:pt x="2409" y="4444"/>
                    <a:pt x="2409" y="4444"/>
                  </a:cubicBezTo>
                  <a:cubicBezTo>
                    <a:pt x="2311" y="3230"/>
                    <a:pt x="2838" y="2856"/>
                    <a:pt x="2838" y="2856"/>
                  </a:cubicBezTo>
                  <a:cubicBezTo>
                    <a:pt x="2838" y="2856"/>
                    <a:pt x="3364" y="3230"/>
                    <a:pt x="3275" y="4444"/>
                  </a:cubicBezTo>
                  <a:cubicBezTo>
                    <a:pt x="3275" y="4444"/>
                    <a:pt x="3569" y="3694"/>
                    <a:pt x="3284" y="2989"/>
                  </a:cubicBezTo>
                  <a:lnTo>
                    <a:pt x="3284" y="2989"/>
                  </a:lnTo>
                  <a:cubicBezTo>
                    <a:pt x="3284" y="2990"/>
                    <a:pt x="3649" y="3400"/>
                    <a:pt x="3756" y="4113"/>
                  </a:cubicBezTo>
                  <a:cubicBezTo>
                    <a:pt x="3756" y="4113"/>
                    <a:pt x="3801" y="3489"/>
                    <a:pt x="3578" y="3079"/>
                  </a:cubicBezTo>
                  <a:lnTo>
                    <a:pt x="3578" y="3079"/>
                  </a:lnTo>
                  <a:cubicBezTo>
                    <a:pt x="3578" y="3079"/>
                    <a:pt x="3953" y="3355"/>
                    <a:pt x="4078" y="4042"/>
                  </a:cubicBezTo>
                  <a:cubicBezTo>
                    <a:pt x="4078" y="4042"/>
                    <a:pt x="4140" y="3739"/>
                    <a:pt x="4006" y="3382"/>
                  </a:cubicBezTo>
                  <a:lnTo>
                    <a:pt x="4006" y="3382"/>
                  </a:lnTo>
                  <a:cubicBezTo>
                    <a:pt x="4006" y="3382"/>
                    <a:pt x="4318" y="3712"/>
                    <a:pt x="4318" y="4363"/>
                  </a:cubicBezTo>
                  <a:cubicBezTo>
                    <a:pt x="4318" y="4363"/>
                    <a:pt x="4550" y="3614"/>
                    <a:pt x="3953" y="2963"/>
                  </a:cubicBezTo>
                  <a:lnTo>
                    <a:pt x="3953" y="2963"/>
                  </a:lnTo>
                  <a:cubicBezTo>
                    <a:pt x="3953" y="2963"/>
                    <a:pt x="4515" y="3195"/>
                    <a:pt x="4800" y="3962"/>
                  </a:cubicBezTo>
                  <a:cubicBezTo>
                    <a:pt x="4800" y="3962"/>
                    <a:pt x="4702" y="3141"/>
                    <a:pt x="4095" y="2829"/>
                  </a:cubicBezTo>
                  <a:lnTo>
                    <a:pt x="4095" y="2829"/>
                  </a:lnTo>
                  <a:cubicBezTo>
                    <a:pt x="4096" y="2829"/>
                    <a:pt x="4711" y="2954"/>
                    <a:pt x="5059" y="3739"/>
                  </a:cubicBezTo>
                  <a:cubicBezTo>
                    <a:pt x="5059" y="3739"/>
                    <a:pt x="4988" y="3355"/>
                    <a:pt x="4765" y="3079"/>
                  </a:cubicBezTo>
                  <a:lnTo>
                    <a:pt x="4765" y="3079"/>
                  </a:lnTo>
                  <a:cubicBezTo>
                    <a:pt x="4765" y="3079"/>
                    <a:pt x="5291" y="3266"/>
                    <a:pt x="5585" y="3667"/>
                  </a:cubicBezTo>
                  <a:cubicBezTo>
                    <a:pt x="5585" y="3667"/>
                    <a:pt x="5451" y="3177"/>
                    <a:pt x="5005" y="2829"/>
                  </a:cubicBezTo>
                  <a:lnTo>
                    <a:pt x="5005" y="2829"/>
                  </a:lnTo>
                  <a:cubicBezTo>
                    <a:pt x="5006" y="2829"/>
                    <a:pt x="5425" y="2963"/>
                    <a:pt x="5648" y="3195"/>
                  </a:cubicBezTo>
                  <a:cubicBezTo>
                    <a:pt x="5648" y="3195"/>
                    <a:pt x="5532" y="2615"/>
                    <a:pt x="4854" y="2276"/>
                  </a:cubicBezTo>
                  <a:lnTo>
                    <a:pt x="4854" y="2276"/>
                  </a:lnTo>
                  <a:cubicBezTo>
                    <a:pt x="4854" y="2276"/>
                    <a:pt x="5389" y="2347"/>
                    <a:pt x="5683" y="2677"/>
                  </a:cubicBezTo>
                  <a:cubicBezTo>
                    <a:pt x="5683" y="2677"/>
                    <a:pt x="5621" y="2320"/>
                    <a:pt x="5166" y="2124"/>
                  </a:cubicBezTo>
                  <a:cubicBezTo>
                    <a:pt x="4927" y="2014"/>
                    <a:pt x="4676" y="1989"/>
                    <a:pt x="4494" y="1989"/>
                  </a:cubicBezTo>
                  <a:cubicBezTo>
                    <a:pt x="4335" y="1989"/>
                    <a:pt x="4229" y="2008"/>
                    <a:pt x="4229" y="2008"/>
                  </a:cubicBezTo>
                  <a:cubicBezTo>
                    <a:pt x="4229" y="2008"/>
                    <a:pt x="4390" y="1856"/>
                    <a:pt x="4720" y="1848"/>
                  </a:cubicBezTo>
                  <a:cubicBezTo>
                    <a:pt x="4740" y="1847"/>
                    <a:pt x="4760" y="1846"/>
                    <a:pt x="4779" y="1846"/>
                  </a:cubicBezTo>
                  <a:cubicBezTo>
                    <a:pt x="5128" y="1846"/>
                    <a:pt x="5417" y="1994"/>
                    <a:pt x="5603" y="2213"/>
                  </a:cubicBezTo>
                  <a:cubicBezTo>
                    <a:pt x="5603" y="2213"/>
                    <a:pt x="5523" y="1865"/>
                    <a:pt x="5130" y="1687"/>
                  </a:cubicBezTo>
                  <a:cubicBezTo>
                    <a:pt x="5002" y="1630"/>
                    <a:pt x="4848" y="1612"/>
                    <a:pt x="4698" y="1612"/>
                  </a:cubicBezTo>
                  <a:cubicBezTo>
                    <a:pt x="4400" y="1612"/>
                    <a:pt x="4122" y="1687"/>
                    <a:pt x="4122" y="1687"/>
                  </a:cubicBezTo>
                  <a:cubicBezTo>
                    <a:pt x="4122" y="1687"/>
                    <a:pt x="4381" y="1393"/>
                    <a:pt x="4961" y="1294"/>
                  </a:cubicBezTo>
                  <a:cubicBezTo>
                    <a:pt x="4961" y="1294"/>
                    <a:pt x="4901" y="1289"/>
                    <a:pt x="4806" y="1289"/>
                  </a:cubicBezTo>
                  <a:cubicBezTo>
                    <a:pt x="4664" y="1289"/>
                    <a:pt x="4443" y="1302"/>
                    <a:pt x="4229" y="1366"/>
                  </a:cubicBezTo>
                  <a:cubicBezTo>
                    <a:pt x="4229" y="1366"/>
                    <a:pt x="4515" y="982"/>
                    <a:pt x="5353" y="964"/>
                  </a:cubicBezTo>
                  <a:cubicBezTo>
                    <a:pt x="5353" y="964"/>
                    <a:pt x="5187" y="899"/>
                    <a:pt x="4870" y="899"/>
                  </a:cubicBezTo>
                  <a:cubicBezTo>
                    <a:pt x="4798" y="899"/>
                    <a:pt x="4718" y="903"/>
                    <a:pt x="4631" y="911"/>
                  </a:cubicBezTo>
                  <a:cubicBezTo>
                    <a:pt x="4158" y="955"/>
                    <a:pt x="3837" y="1205"/>
                    <a:pt x="3837" y="1205"/>
                  </a:cubicBezTo>
                  <a:cubicBezTo>
                    <a:pt x="3837" y="1205"/>
                    <a:pt x="4203" y="715"/>
                    <a:pt x="4747" y="545"/>
                  </a:cubicBezTo>
                  <a:lnTo>
                    <a:pt x="4747" y="545"/>
                  </a:lnTo>
                  <a:cubicBezTo>
                    <a:pt x="4747" y="545"/>
                    <a:pt x="3890" y="554"/>
                    <a:pt x="3444" y="1161"/>
                  </a:cubicBezTo>
                  <a:cubicBezTo>
                    <a:pt x="3444" y="1161"/>
                    <a:pt x="3569" y="527"/>
                    <a:pt x="4229" y="72"/>
                  </a:cubicBezTo>
                  <a:lnTo>
                    <a:pt x="4229" y="72"/>
                  </a:lnTo>
                  <a:cubicBezTo>
                    <a:pt x="4229" y="72"/>
                    <a:pt x="3640" y="269"/>
                    <a:pt x="3266" y="884"/>
                  </a:cubicBezTo>
                  <a:cubicBezTo>
                    <a:pt x="3266" y="884"/>
                    <a:pt x="3328" y="492"/>
                    <a:pt x="3462" y="1"/>
                  </a:cubicBezTo>
                  <a:lnTo>
                    <a:pt x="3462" y="1"/>
                  </a:lnTo>
                  <a:cubicBezTo>
                    <a:pt x="3462" y="1"/>
                    <a:pt x="2989" y="304"/>
                    <a:pt x="2838" y="973"/>
                  </a:cubicBezTo>
                  <a:cubicBezTo>
                    <a:pt x="2686" y="304"/>
                    <a:pt x="2213" y="1"/>
                    <a:pt x="2213"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0"/>
            <p:cNvSpPr/>
            <p:nvPr/>
          </p:nvSpPr>
          <p:spPr>
            <a:xfrm>
              <a:off x="3956262" y="2952724"/>
              <a:ext cx="54592" cy="707536"/>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0"/>
            <p:cNvSpPr/>
            <p:nvPr/>
          </p:nvSpPr>
          <p:spPr>
            <a:xfrm>
              <a:off x="3979290" y="2952724"/>
              <a:ext cx="31564" cy="707536"/>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0"/>
            <p:cNvSpPr/>
            <p:nvPr/>
          </p:nvSpPr>
          <p:spPr>
            <a:xfrm>
              <a:off x="3812879" y="2781148"/>
              <a:ext cx="341358" cy="266584"/>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0"/>
            <p:cNvSpPr/>
            <p:nvPr/>
          </p:nvSpPr>
          <p:spPr>
            <a:xfrm>
              <a:off x="3881962" y="2843645"/>
              <a:ext cx="203139" cy="159455"/>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0"/>
            <p:cNvSpPr/>
            <p:nvPr/>
          </p:nvSpPr>
          <p:spPr>
            <a:xfrm>
              <a:off x="4372762" y="3113022"/>
              <a:ext cx="45160" cy="588603"/>
            </a:xfrm>
            <a:custGeom>
              <a:rect b="b" l="l" r="r" t="t"/>
              <a:pathLst>
                <a:path extrusionOk="0" h="11170" w="857">
                  <a:moveTo>
                    <a:pt x="206" y="1"/>
                  </a:moveTo>
                  <a:cubicBezTo>
                    <a:pt x="206" y="1"/>
                    <a:pt x="0" y="563"/>
                    <a:pt x="206" y="1749"/>
                  </a:cubicBezTo>
                  <a:cubicBezTo>
                    <a:pt x="357" y="2677"/>
                    <a:pt x="206" y="11170"/>
                    <a:pt x="206" y="11170"/>
                  </a:cubicBezTo>
                  <a:lnTo>
                    <a:pt x="652" y="11170"/>
                  </a:lnTo>
                  <a:cubicBezTo>
                    <a:pt x="652" y="11170"/>
                    <a:pt x="500" y="2677"/>
                    <a:pt x="652" y="1749"/>
                  </a:cubicBezTo>
                  <a:cubicBezTo>
                    <a:pt x="857" y="563"/>
                    <a:pt x="652" y="1"/>
                    <a:pt x="652"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0"/>
            <p:cNvSpPr/>
            <p:nvPr/>
          </p:nvSpPr>
          <p:spPr>
            <a:xfrm>
              <a:off x="4392048" y="3113022"/>
              <a:ext cx="25873" cy="588603"/>
            </a:xfrm>
            <a:custGeom>
              <a:rect b="b" l="l" r="r" t="t"/>
              <a:pathLst>
                <a:path extrusionOk="0" h="11170" w="491">
                  <a:moveTo>
                    <a:pt x="161" y="1"/>
                  </a:moveTo>
                  <a:cubicBezTo>
                    <a:pt x="161" y="1"/>
                    <a:pt x="357" y="563"/>
                    <a:pt x="161" y="1749"/>
                  </a:cubicBezTo>
                  <a:cubicBezTo>
                    <a:pt x="0" y="2677"/>
                    <a:pt x="161" y="11170"/>
                    <a:pt x="161" y="11170"/>
                  </a:cubicBezTo>
                  <a:lnTo>
                    <a:pt x="286" y="11170"/>
                  </a:lnTo>
                  <a:cubicBezTo>
                    <a:pt x="286" y="11170"/>
                    <a:pt x="134" y="2677"/>
                    <a:pt x="286" y="1749"/>
                  </a:cubicBezTo>
                  <a:cubicBezTo>
                    <a:pt x="491" y="563"/>
                    <a:pt x="286" y="1"/>
                    <a:pt x="286"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0"/>
            <p:cNvSpPr/>
            <p:nvPr/>
          </p:nvSpPr>
          <p:spPr>
            <a:xfrm>
              <a:off x="4253356" y="2970113"/>
              <a:ext cx="283499" cy="221951"/>
            </a:xfrm>
            <a:custGeom>
              <a:rect b="b" l="l" r="r" t="t"/>
              <a:pathLst>
                <a:path extrusionOk="0" h="4212" w="5380">
                  <a:moveTo>
                    <a:pt x="2106" y="1"/>
                  </a:moveTo>
                  <a:cubicBezTo>
                    <a:pt x="2231" y="473"/>
                    <a:pt x="2293" y="839"/>
                    <a:pt x="2293" y="839"/>
                  </a:cubicBezTo>
                  <a:cubicBezTo>
                    <a:pt x="1936" y="259"/>
                    <a:pt x="1374" y="72"/>
                    <a:pt x="1374" y="72"/>
                  </a:cubicBezTo>
                  <a:lnTo>
                    <a:pt x="1374" y="72"/>
                  </a:lnTo>
                  <a:cubicBezTo>
                    <a:pt x="1999" y="500"/>
                    <a:pt x="2115" y="1098"/>
                    <a:pt x="2115" y="1098"/>
                  </a:cubicBezTo>
                  <a:cubicBezTo>
                    <a:pt x="1695" y="527"/>
                    <a:pt x="884" y="527"/>
                    <a:pt x="884" y="527"/>
                  </a:cubicBezTo>
                  <a:lnTo>
                    <a:pt x="884" y="527"/>
                  </a:lnTo>
                  <a:cubicBezTo>
                    <a:pt x="1410" y="687"/>
                    <a:pt x="1749" y="1142"/>
                    <a:pt x="1749" y="1142"/>
                  </a:cubicBezTo>
                  <a:cubicBezTo>
                    <a:pt x="1749" y="1142"/>
                    <a:pt x="1446" y="902"/>
                    <a:pt x="1000" y="866"/>
                  </a:cubicBezTo>
                  <a:cubicBezTo>
                    <a:pt x="909" y="857"/>
                    <a:pt x="827" y="853"/>
                    <a:pt x="753" y="853"/>
                  </a:cubicBezTo>
                  <a:cubicBezTo>
                    <a:pt x="461" y="853"/>
                    <a:pt x="313" y="910"/>
                    <a:pt x="313" y="910"/>
                  </a:cubicBezTo>
                  <a:cubicBezTo>
                    <a:pt x="1107" y="937"/>
                    <a:pt x="1383" y="1303"/>
                    <a:pt x="1383" y="1303"/>
                  </a:cubicBezTo>
                  <a:cubicBezTo>
                    <a:pt x="1174" y="1239"/>
                    <a:pt x="966" y="1226"/>
                    <a:pt x="832" y="1226"/>
                  </a:cubicBezTo>
                  <a:cubicBezTo>
                    <a:pt x="743" y="1226"/>
                    <a:pt x="687" y="1232"/>
                    <a:pt x="687" y="1232"/>
                  </a:cubicBezTo>
                  <a:cubicBezTo>
                    <a:pt x="1232" y="1330"/>
                    <a:pt x="1481" y="1606"/>
                    <a:pt x="1481" y="1606"/>
                  </a:cubicBezTo>
                  <a:cubicBezTo>
                    <a:pt x="1481" y="1606"/>
                    <a:pt x="1220" y="1531"/>
                    <a:pt x="934" y="1531"/>
                  </a:cubicBezTo>
                  <a:cubicBezTo>
                    <a:pt x="791" y="1531"/>
                    <a:pt x="643" y="1550"/>
                    <a:pt x="518" y="1606"/>
                  </a:cubicBezTo>
                  <a:cubicBezTo>
                    <a:pt x="152" y="1776"/>
                    <a:pt x="81" y="2106"/>
                    <a:pt x="81" y="2106"/>
                  </a:cubicBezTo>
                  <a:cubicBezTo>
                    <a:pt x="249" y="1895"/>
                    <a:pt x="521" y="1756"/>
                    <a:pt x="851" y="1756"/>
                  </a:cubicBezTo>
                  <a:cubicBezTo>
                    <a:pt x="870" y="1756"/>
                    <a:pt x="890" y="1757"/>
                    <a:pt x="910" y="1758"/>
                  </a:cubicBezTo>
                  <a:cubicBezTo>
                    <a:pt x="1223" y="1767"/>
                    <a:pt x="1374" y="1910"/>
                    <a:pt x="1374" y="1910"/>
                  </a:cubicBezTo>
                  <a:cubicBezTo>
                    <a:pt x="1374" y="1910"/>
                    <a:pt x="1275" y="1893"/>
                    <a:pt x="1127" y="1893"/>
                  </a:cubicBezTo>
                  <a:cubicBezTo>
                    <a:pt x="954" y="1893"/>
                    <a:pt x="713" y="1916"/>
                    <a:pt x="482" y="2017"/>
                  </a:cubicBezTo>
                  <a:cubicBezTo>
                    <a:pt x="63" y="2204"/>
                    <a:pt x="0" y="2543"/>
                    <a:pt x="0" y="2543"/>
                  </a:cubicBezTo>
                  <a:cubicBezTo>
                    <a:pt x="277" y="2231"/>
                    <a:pt x="785" y="2168"/>
                    <a:pt x="786" y="2168"/>
                  </a:cubicBezTo>
                  <a:lnTo>
                    <a:pt x="786" y="2168"/>
                  </a:lnTo>
                  <a:cubicBezTo>
                    <a:pt x="143" y="2481"/>
                    <a:pt x="36" y="3034"/>
                    <a:pt x="36" y="3034"/>
                  </a:cubicBezTo>
                  <a:cubicBezTo>
                    <a:pt x="241" y="2811"/>
                    <a:pt x="643" y="2686"/>
                    <a:pt x="643" y="2686"/>
                  </a:cubicBezTo>
                  <a:lnTo>
                    <a:pt x="643" y="2686"/>
                  </a:lnTo>
                  <a:cubicBezTo>
                    <a:pt x="215" y="3016"/>
                    <a:pt x="90" y="3489"/>
                    <a:pt x="90" y="3489"/>
                  </a:cubicBezTo>
                  <a:cubicBezTo>
                    <a:pt x="366" y="3096"/>
                    <a:pt x="875" y="2918"/>
                    <a:pt x="875" y="2918"/>
                  </a:cubicBezTo>
                  <a:lnTo>
                    <a:pt x="875" y="2918"/>
                  </a:lnTo>
                  <a:cubicBezTo>
                    <a:pt x="661" y="3185"/>
                    <a:pt x="598" y="3551"/>
                    <a:pt x="598" y="3551"/>
                  </a:cubicBezTo>
                  <a:cubicBezTo>
                    <a:pt x="919" y="2802"/>
                    <a:pt x="1508" y="2686"/>
                    <a:pt x="1508" y="2686"/>
                  </a:cubicBezTo>
                  <a:lnTo>
                    <a:pt x="1508" y="2686"/>
                  </a:lnTo>
                  <a:cubicBezTo>
                    <a:pt x="928" y="2980"/>
                    <a:pt x="839" y="3756"/>
                    <a:pt x="839" y="3756"/>
                  </a:cubicBezTo>
                  <a:cubicBezTo>
                    <a:pt x="1107" y="3034"/>
                    <a:pt x="1633" y="2811"/>
                    <a:pt x="1633" y="2811"/>
                  </a:cubicBezTo>
                  <a:lnTo>
                    <a:pt x="1633" y="2811"/>
                  </a:lnTo>
                  <a:cubicBezTo>
                    <a:pt x="1071" y="3426"/>
                    <a:pt x="1294" y="4140"/>
                    <a:pt x="1294" y="4140"/>
                  </a:cubicBezTo>
                  <a:cubicBezTo>
                    <a:pt x="1294" y="3524"/>
                    <a:pt x="1588" y="3212"/>
                    <a:pt x="1588" y="3212"/>
                  </a:cubicBezTo>
                  <a:lnTo>
                    <a:pt x="1588" y="3212"/>
                  </a:lnTo>
                  <a:cubicBezTo>
                    <a:pt x="1464" y="3551"/>
                    <a:pt x="1517" y="3837"/>
                    <a:pt x="1517" y="3837"/>
                  </a:cubicBezTo>
                  <a:cubicBezTo>
                    <a:pt x="1642" y="3185"/>
                    <a:pt x="1999" y="2918"/>
                    <a:pt x="1999" y="2918"/>
                  </a:cubicBezTo>
                  <a:lnTo>
                    <a:pt x="1999" y="2918"/>
                  </a:lnTo>
                  <a:cubicBezTo>
                    <a:pt x="1785" y="3310"/>
                    <a:pt x="1820" y="3899"/>
                    <a:pt x="1820" y="3899"/>
                  </a:cubicBezTo>
                  <a:cubicBezTo>
                    <a:pt x="1927" y="3230"/>
                    <a:pt x="2266" y="2838"/>
                    <a:pt x="2266" y="2837"/>
                  </a:cubicBezTo>
                  <a:lnTo>
                    <a:pt x="2266" y="2837"/>
                  </a:lnTo>
                  <a:cubicBezTo>
                    <a:pt x="2008" y="3507"/>
                    <a:pt x="2284" y="4211"/>
                    <a:pt x="2284" y="4211"/>
                  </a:cubicBezTo>
                  <a:cubicBezTo>
                    <a:pt x="2195" y="3069"/>
                    <a:pt x="2695" y="2713"/>
                    <a:pt x="2695" y="2713"/>
                  </a:cubicBezTo>
                  <a:cubicBezTo>
                    <a:pt x="2695" y="2713"/>
                    <a:pt x="3194" y="3069"/>
                    <a:pt x="3105" y="4211"/>
                  </a:cubicBezTo>
                  <a:cubicBezTo>
                    <a:pt x="3105" y="4211"/>
                    <a:pt x="3382" y="3507"/>
                    <a:pt x="3114" y="2837"/>
                  </a:cubicBezTo>
                  <a:lnTo>
                    <a:pt x="3114" y="2837"/>
                  </a:lnTo>
                  <a:cubicBezTo>
                    <a:pt x="3114" y="2838"/>
                    <a:pt x="3453" y="3230"/>
                    <a:pt x="3560" y="3899"/>
                  </a:cubicBezTo>
                  <a:cubicBezTo>
                    <a:pt x="3560" y="3899"/>
                    <a:pt x="3605" y="3310"/>
                    <a:pt x="3390" y="2918"/>
                  </a:cubicBezTo>
                  <a:lnTo>
                    <a:pt x="3390" y="2918"/>
                  </a:lnTo>
                  <a:cubicBezTo>
                    <a:pt x="3391" y="2918"/>
                    <a:pt x="3747" y="3185"/>
                    <a:pt x="3872" y="3837"/>
                  </a:cubicBezTo>
                  <a:cubicBezTo>
                    <a:pt x="3872" y="3837"/>
                    <a:pt x="3926" y="3551"/>
                    <a:pt x="3801" y="3212"/>
                  </a:cubicBezTo>
                  <a:lnTo>
                    <a:pt x="3801" y="3212"/>
                  </a:lnTo>
                  <a:cubicBezTo>
                    <a:pt x="3801" y="3212"/>
                    <a:pt x="4095" y="3524"/>
                    <a:pt x="4095" y="4140"/>
                  </a:cubicBezTo>
                  <a:cubicBezTo>
                    <a:pt x="4095" y="4140"/>
                    <a:pt x="4318" y="3426"/>
                    <a:pt x="3747" y="2811"/>
                  </a:cubicBezTo>
                  <a:lnTo>
                    <a:pt x="3747" y="2811"/>
                  </a:lnTo>
                  <a:cubicBezTo>
                    <a:pt x="3747" y="2811"/>
                    <a:pt x="4274" y="3034"/>
                    <a:pt x="4550" y="3756"/>
                  </a:cubicBezTo>
                  <a:cubicBezTo>
                    <a:pt x="4550" y="3756"/>
                    <a:pt x="4452" y="2980"/>
                    <a:pt x="3881" y="2686"/>
                  </a:cubicBezTo>
                  <a:lnTo>
                    <a:pt x="3881" y="2686"/>
                  </a:lnTo>
                  <a:cubicBezTo>
                    <a:pt x="3881" y="2686"/>
                    <a:pt x="4470" y="2802"/>
                    <a:pt x="4791" y="3551"/>
                  </a:cubicBezTo>
                  <a:cubicBezTo>
                    <a:pt x="4791" y="3551"/>
                    <a:pt x="4729" y="3185"/>
                    <a:pt x="4515" y="2918"/>
                  </a:cubicBezTo>
                  <a:lnTo>
                    <a:pt x="4515" y="2918"/>
                  </a:lnTo>
                  <a:cubicBezTo>
                    <a:pt x="4515" y="2918"/>
                    <a:pt x="5014" y="3096"/>
                    <a:pt x="5300" y="3489"/>
                  </a:cubicBezTo>
                  <a:cubicBezTo>
                    <a:pt x="5300" y="3489"/>
                    <a:pt x="5166" y="3016"/>
                    <a:pt x="4746" y="2686"/>
                  </a:cubicBezTo>
                  <a:lnTo>
                    <a:pt x="4746" y="2686"/>
                  </a:lnTo>
                  <a:cubicBezTo>
                    <a:pt x="4747" y="2686"/>
                    <a:pt x="5139" y="2811"/>
                    <a:pt x="5353" y="3034"/>
                  </a:cubicBezTo>
                  <a:cubicBezTo>
                    <a:pt x="5353" y="3034"/>
                    <a:pt x="5246" y="2481"/>
                    <a:pt x="4604" y="2168"/>
                  </a:cubicBezTo>
                  <a:lnTo>
                    <a:pt x="4604" y="2168"/>
                  </a:lnTo>
                  <a:cubicBezTo>
                    <a:pt x="4604" y="2168"/>
                    <a:pt x="5103" y="2231"/>
                    <a:pt x="5380" y="2543"/>
                  </a:cubicBezTo>
                  <a:cubicBezTo>
                    <a:pt x="5380" y="2543"/>
                    <a:pt x="5326" y="2204"/>
                    <a:pt x="4898" y="2017"/>
                  </a:cubicBezTo>
                  <a:cubicBezTo>
                    <a:pt x="4672" y="1916"/>
                    <a:pt x="4431" y="1893"/>
                    <a:pt x="4256" y="1893"/>
                  </a:cubicBezTo>
                  <a:cubicBezTo>
                    <a:pt x="4107" y="1893"/>
                    <a:pt x="4006" y="1910"/>
                    <a:pt x="4006" y="1910"/>
                  </a:cubicBezTo>
                  <a:cubicBezTo>
                    <a:pt x="4006" y="1910"/>
                    <a:pt x="4158" y="1767"/>
                    <a:pt x="4470" y="1758"/>
                  </a:cubicBezTo>
                  <a:cubicBezTo>
                    <a:pt x="4490" y="1757"/>
                    <a:pt x="4510" y="1756"/>
                    <a:pt x="4530" y="1756"/>
                  </a:cubicBezTo>
                  <a:cubicBezTo>
                    <a:pt x="4861" y="1756"/>
                    <a:pt x="5140" y="1895"/>
                    <a:pt x="5308" y="2106"/>
                  </a:cubicBezTo>
                  <a:cubicBezTo>
                    <a:pt x="5308" y="2106"/>
                    <a:pt x="5237" y="1776"/>
                    <a:pt x="4871" y="1606"/>
                  </a:cubicBezTo>
                  <a:cubicBezTo>
                    <a:pt x="4746" y="1550"/>
                    <a:pt x="4598" y="1531"/>
                    <a:pt x="4455" y="1531"/>
                  </a:cubicBezTo>
                  <a:cubicBezTo>
                    <a:pt x="4170" y="1531"/>
                    <a:pt x="3908" y="1606"/>
                    <a:pt x="3908" y="1606"/>
                  </a:cubicBezTo>
                  <a:cubicBezTo>
                    <a:pt x="3908" y="1606"/>
                    <a:pt x="4149" y="1330"/>
                    <a:pt x="4702" y="1232"/>
                  </a:cubicBezTo>
                  <a:cubicBezTo>
                    <a:pt x="4702" y="1232"/>
                    <a:pt x="4645" y="1226"/>
                    <a:pt x="4555" y="1226"/>
                  </a:cubicBezTo>
                  <a:cubicBezTo>
                    <a:pt x="4419" y="1226"/>
                    <a:pt x="4209" y="1239"/>
                    <a:pt x="4006" y="1303"/>
                  </a:cubicBezTo>
                  <a:cubicBezTo>
                    <a:pt x="4006" y="1303"/>
                    <a:pt x="4283" y="937"/>
                    <a:pt x="5077" y="910"/>
                  </a:cubicBezTo>
                  <a:cubicBezTo>
                    <a:pt x="5077" y="910"/>
                    <a:pt x="4922" y="853"/>
                    <a:pt x="4632" y="853"/>
                  </a:cubicBezTo>
                  <a:cubicBezTo>
                    <a:pt x="4560" y="853"/>
                    <a:pt x="4479" y="857"/>
                    <a:pt x="4390" y="866"/>
                  </a:cubicBezTo>
                  <a:cubicBezTo>
                    <a:pt x="3935" y="902"/>
                    <a:pt x="3640" y="1142"/>
                    <a:pt x="3640" y="1142"/>
                  </a:cubicBezTo>
                  <a:cubicBezTo>
                    <a:pt x="3640" y="1142"/>
                    <a:pt x="3979" y="687"/>
                    <a:pt x="4506" y="527"/>
                  </a:cubicBezTo>
                  <a:lnTo>
                    <a:pt x="4506" y="527"/>
                  </a:lnTo>
                  <a:cubicBezTo>
                    <a:pt x="4505" y="527"/>
                    <a:pt x="3685" y="527"/>
                    <a:pt x="3266" y="1098"/>
                  </a:cubicBezTo>
                  <a:cubicBezTo>
                    <a:pt x="3266" y="1098"/>
                    <a:pt x="3382" y="500"/>
                    <a:pt x="4006" y="72"/>
                  </a:cubicBezTo>
                  <a:lnTo>
                    <a:pt x="4006" y="72"/>
                  </a:lnTo>
                  <a:cubicBezTo>
                    <a:pt x="4006" y="72"/>
                    <a:pt x="3444" y="259"/>
                    <a:pt x="3096" y="839"/>
                  </a:cubicBezTo>
                  <a:cubicBezTo>
                    <a:pt x="3096" y="839"/>
                    <a:pt x="3159" y="473"/>
                    <a:pt x="3283" y="1"/>
                  </a:cubicBezTo>
                  <a:lnTo>
                    <a:pt x="3283" y="1"/>
                  </a:lnTo>
                  <a:cubicBezTo>
                    <a:pt x="3283" y="1"/>
                    <a:pt x="2837" y="295"/>
                    <a:pt x="2695" y="919"/>
                  </a:cubicBezTo>
                  <a:cubicBezTo>
                    <a:pt x="2552" y="295"/>
                    <a:pt x="2106" y="1"/>
                    <a:pt x="2106" y="1"/>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0"/>
            <p:cNvSpPr/>
            <p:nvPr/>
          </p:nvSpPr>
          <p:spPr>
            <a:xfrm>
              <a:off x="4310688" y="3022281"/>
              <a:ext cx="169309" cy="132633"/>
            </a:xfrm>
            <a:custGeom>
              <a:rect b="b" l="l" r="r" t="t"/>
              <a:pathLst>
                <a:path extrusionOk="0" h="2517" w="3213">
                  <a:moveTo>
                    <a:pt x="1955" y="1"/>
                  </a:moveTo>
                  <a:cubicBezTo>
                    <a:pt x="1954" y="1"/>
                    <a:pt x="1687" y="179"/>
                    <a:pt x="1607" y="554"/>
                  </a:cubicBezTo>
                  <a:cubicBezTo>
                    <a:pt x="1517" y="179"/>
                    <a:pt x="1250" y="1"/>
                    <a:pt x="1250" y="1"/>
                  </a:cubicBezTo>
                  <a:lnTo>
                    <a:pt x="1250" y="1"/>
                  </a:lnTo>
                  <a:cubicBezTo>
                    <a:pt x="1330" y="286"/>
                    <a:pt x="1366" y="500"/>
                    <a:pt x="1366" y="500"/>
                  </a:cubicBezTo>
                  <a:cubicBezTo>
                    <a:pt x="1152" y="161"/>
                    <a:pt x="822" y="45"/>
                    <a:pt x="822" y="45"/>
                  </a:cubicBezTo>
                  <a:lnTo>
                    <a:pt x="822" y="45"/>
                  </a:lnTo>
                  <a:cubicBezTo>
                    <a:pt x="1196" y="304"/>
                    <a:pt x="1259" y="661"/>
                    <a:pt x="1259" y="661"/>
                  </a:cubicBezTo>
                  <a:cubicBezTo>
                    <a:pt x="1009" y="322"/>
                    <a:pt x="527" y="313"/>
                    <a:pt x="527" y="313"/>
                  </a:cubicBezTo>
                  <a:lnTo>
                    <a:pt x="527" y="313"/>
                  </a:lnTo>
                  <a:cubicBezTo>
                    <a:pt x="839" y="411"/>
                    <a:pt x="1045" y="688"/>
                    <a:pt x="1045" y="688"/>
                  </a:cubicBezTo>
                  <a:cubicBezTo>
                    <a:pt x="1045" y="688"/>
                    <a:pt x="866" y="545"/>
                    <a:pt x="590" y="518"/>
                  </a:cubicBezTo>
                  <a:cubicBezTo>
                    <a:pt x="536" y="513"/>
                    <a:pt x="488" y="511"/>
                    <a:pt x="444" y="511"/>
                  </a:cubicBezTo>
                  <a:cubicBezTo>
                    <a:pt x="271" y="511"/>
                    <a:pt x="179" y="545"/>
                    <a:pt x="179" y="545"/>
                  </a:cubicBezTo>
                  <a:cubicBezTo>
                    <a:pt x="661" y="563"/>
                    <a:pt x="822" y="777"/>
                    <a:pt x="822" y="777"/>
                  </a:cubicBezTo>
                  <a:cubicBezTo>
                    <a:pt x="711" y="743"/>
                    <a:pt x="601" y="736"/>
                    <a:pt x="522" y="736"/>
                  </a:cubicBezTo>
                  <a:cubicBezTo>
                    <a:pt x="455" y="736"/>
                    <a:pt x="411" y="741"/>
                    <a:pt x="411" y="741"/>
                  </a:cubicBezTo>
                  <a:cubicBezTo>
                    <a:pt x="732" y="795"/>
                    <a:pt x="875" y="964"/>
                    <a:pt x="875" y="964"/>
                  </a:cubicBezTo>
                  <a:cubicBezTo>
                    <a:pt x="875" y="964"/>
                    <a:pt x="720" y="917"/>
                    <a:pt x="551" y="917"/>
                  </a:cubicBezTo>
                  <a:cubicBezTo>
                    <a:pt x="467" y="917"/>
                    <a:pt x="378" y="929"/>
                    <a:pt x="304" y="964"/>
                  </a:cubicBezTo>
                  <a:cubicBezTo>
                    <a:pt x="90" y="1062"/>
                    <a:pt x="45" y="1259"/>
                    <a:pt x="45" y="1259"/>
                  </a:cubicBezTo>
                  <a:cubicBezTo>
                    <a:pt x="147" y="1132"/>
                    <a:pt x="313" y="1053"/>
                    <a:pt x="513" y="1053"/>
                  </a:cubicBezTo>
                  <a:cubicBezTo>
                    <a:pt x="523" y="1053"/>
                    <a:pt x="534" y="1053"/>
                    <a:pt x="545" y="1053"/>
                  </a:cubicBezTo>
                  <a:cubicBezTo>
                    <a:pt x="732" y="1053"/>
                    <a:pt x="822" y="1143"/>
                    <a:pt x="822" y="1143"/>
                  </a:cubicBezTo>
                  <a:cubicBezTo>
                    <a:pt x="822" y="1143"/>
                    <a:pt x="758" y="1130"/>
                    <a:pt x="663" y="1130"/>
                  </a:cubicBezTo>
                  <a:cubicBezTo>
                    <a:pt x="560" y="1130"/>
                    <a:pt x="421" y="1145"/>
                    <a:pt x="286" y="1205"/>
                  </a:cubicBezTo>
                  <a:cubicBezTo>
                    <a:pt x="37" y="1312"/>
                    <a:pt x="1" y="1517"/>
                    <a:pt x="1" y="1517"/>
                  </a:cubicBezTo>
                  <a:cubicBezTo>
                    <a:pt x="170" y="1330"/>
                    <a:pt x="465" y="1294"/>
                    <a:pt x="465" y="1294"/>
                  </a:cubicBezTo>
                  <a:lnTo>
                    <a:pt x="465" y="1294"/>
                  </a:lnTo>
                  <a:cubicBezTo>
                    <a:pt x="81" y="1482"/>
                    <a:pt x="19" y="1812"/>
                    <a:pt x="19" y="1812"/>
                  </a:cubicBezTo>
                  <a:cubicBezTo>
                    <a:pt x="144" y="1678"/>
                    <a:pt x="384" y="1607"/>
                    <a:pt x="384" y="1607"/>
                  </a:cubicBezTo>
                  <a:lnTo>
                    <a:pt x="384" y="1607"/>
                  </a:lnTo>
                  <a:cubicBezTo>
                    <a:pt x="126" y="1803"/>
                    <a:pt x="54" y="2079"/>
                    <a:pt x="54" y="2079"/>
                  </a:cubicBezTo>
                  <a:cubicBezTo>
                    <a:pt x="215" y="1847"/>
                    <a:pt x="518" y="1740"/>
                    <a:pt x="518" y="1740"/>
                  </a:cubicBezTo>
                  <a:lnTo>
                    <a:pt x="518" y="1740"/>
                  </a:lnTo>
                  <a:cubicBezTo>
                    <a:pt x="393" y="1901"/>
                    <a:pt x="349" y="2115"/>
                    <a:pt x="349" y="2115"/>
                  </a:cubicBezTo>
                  <a:cubicBezTo>
                    <a:pt x="545" y="1678"/>
                    <a:pt x="893" y="1607"/>
                    <a:pt x="893" y="1607"/>
                  </a:cubicBezTo>
                  <a:lnTo>
                    <a:pt x="893" y="1607"/>
                  </a:lnTo>
                  <a:cubicBezTo>
                    <a:pt x="554" y="1785"/>
                    <a:pt x="500" y="2249"/>
                    <a:pt x="500" y="2249"/>
                  </a:cubicBezTo>
                  <a:cubicBezTo>
                    <a:pt x="661" y="1812"/>
                    <a:pt x="973" y="1678"/>
                    <a:pt x="973" y="1678"/>
                  </a:cubicBezTo>
                  <a:lnTo>
                    <a:pt x="973" y="1678"/>
                  </a:lnTo>
                  <a:cubicBezTo>
                    <a:pt x="634" y="2053"/>
                    <a:pt x="768" y="2472"/>
                    <a:pt x="768" y="2472"/>
                  </a:cubicBezTo>
                  <a:cubicBezTo>
                    <a:pt x="768" y="2106"/>
                    <a:pt x="946" y="1919"/>
                    <a:pt x="946" y="1919"/>
                  </a:cubicBezTo>
                  <a:lnTo>
                    <a:pt x="946" y="1919"/>
                  </a:lnTo>
                  <a:cubicBezTo>
                    <a:pt x="866" y="2124"/>
                    <a:pt x="902" y="2293"/>
                    <a:pt x="902" y="2293"/>
                  </a:cubicBezTo>
                  <a:cubicBezTo>
                    <a:pt x="973" y="1901"/>
                    <a:pt x="1187" y="1749"/>
                    <a:pt x="1187" y="1749"/>
                  </a:cubicBezTo>
                  <a:lnTo>
                    <a:pt x="1187" y="1749"/>
                  </a:lnTo>
                  <a:cubicBezTo>
                    <a:pt x="1062" y="1972"/>
                    <a:pt x="1089" y="2329"/>
                    <a:pt x="1089" y="2329"/>
                  </a:cubicBezTo>
                  <a:cubicBezTo>
                    <a:pt x="1152" y="1928"/>
                    <a:pt x="1357" y="1696"/>
                    <a:pt x="1357" y="1696"/>
                  </a:cubicBezTo>
                  <a:lnTo>
                    <a:pt x="1357" y="1696"/>
                  </a:lnTo>
                  <a:cubicBezTo>
                    <a:pt x="1196" y="2088"/>
                    <a:pt x="1357" y="2517"/>
                    <a:pt x="1357" y="2517"/>
                  </a:cubicBezTo>
                  <a:cubicBezTo>
                    <a:pt x="1303" y="1830"/>
                    <a:pt x="1607" y="1624"/>
                    <a:pt x="1607" y="1624"/>
                  </a:cubicBezTo>
                  <a:cubicBezTo>
                    <a:pt x="1607" y="1624"/>
                    <a:pt x="1901" y="1830"/>
                    <a:pt x="1847" y="2517"/>
                  </a:cubicBezTo>
                  <a:cubicBezTo>
                    <a:pt x="1847" y="2517"/>
                    <a:pt x="2017" y="2088"/>
                    <a:pt x="1856" y="1696"/>
                  </a:cubicBezTo>
                  <a:lnTo>
                    <a:pt x="1856" y="1696"/>
                  </a:lnTo>
                  <a:cubicBezTo>
                    <a:pt x="1856" y="1696"/>
                    <a:pt x="2062" y="1928"/>
                    <a:pt x="2124" y="2329"/>
                  </a:cubicBezTo>
                  <a:cubicBezTo>
                    <a:pt x="2124" y="2329"/>
                    <a:pt x="2151" y="1972"/>
                    <a:pt x="2017" y="1749"/>
                  </a:cubicBezTo>
                  <a:lnTo>
                    <a:pt x="2017" y="1749"/>
                  </a:lnTo>
                  <a:cubicBezTo>
                    <a:pt x="2017" y="1749"/>
                    <a:pt x="2231" y="1901"/>
                    <a:pt x="2302" y="2293"/>
                  </a:cubicBezTo>
                  <a:cubicBezTo>
                    <a:pt x="2302" y="2293"/>
                    <a:pt x="2338" y="2124"/>
                    <a:pt x="2267" y="1919"/>
                  </a:cubicBezTo>
                  <a:lnTo>
                    <a:pt x="2267" y="1919"/>
                  </a:lnTo>
                  <a:cubicBezTo>
                    <a:pt x="2267" y="1919"/>
                    <a:pt x="2436" y="2106"/>
                    <a:pt x="2436" y="2472"/>
                  </a:cubicBezTo>
                  <a:cubicBezTo>
                    <a:pt x="2436" y="2472"/>
                    <a:pt x="2570" y="2053"/>
                    <a:pt x="2240" y="1678"/>
                  </a:cubicBezTo>
                  <a:lnTo>
                    <a:pt x="2240" y="1678"/>
                  </a:lnTo>
                  <a:cubicBezTo>
                    <a:pt x="2240" y="1678"/>
                    <a:pt x="2552" y="1812"/>
                    <a:pt x="2713" y="2249"/>
                  </a:cubicBezTo>
                  <a:cubicBezTo>
                    <a:pt x="2713" y="2249"/>
                    <a:pt x="2659" y="1785"/>
                    <a:pt x="2311" y="1607"/>
                  </a:cubicBezTo>
                  <a:lnTo>
                    <a:pt x="2311" y="1607"/>
                  </a:lnTo>
                  <a:cubicBezTo>
                    <a:pt x="2311" y="1607"/>
                    <a:pt x="2668" y="1678"/>
                    <a:pt x="2856" y="2115"/>
                  </a:cubicBezTo>
                  <a:cubicBezTo>
                    <a:pt x="2856" y="2115"/>
                    <a:pt x="2820" y="1901"/>
                    <a:pt x="2695" y="1740"/>
                  </a:cubicBezTo>
                  <a:lnTo>
                    <a:pt x="2695" y="1740"/>
                  </a:lnTo>
                  <a:cubicBezTo>
                    <a:pt x="2695" y="1740"/>
                    <a:pt x="2989" y="1847"/>
                    <a:pt x="3159" y="2079"/>
                  </a:cubicBezTo>
                  <a:cubicBezTo>
                    <a:pt x="3159" y="2079"/>
                    <a:pt x="3079" y="1803"/>
                    <a:pt x="2829" y="1607"/>
                  </a:cubicBezTo>
                  <a:lnTo>
                    <a:pt x="2829" y="1607"/>
                  </a:lnTo>
                  <a:cubicBezTo>
                    <a:pt x="2829" y="1607"/>
                    <a:pt x="3070" y="1678"/>
                    <a:pt x="3195" y="1812"/>
                  </a:cubicBezTo>
                  <a:cubicBezTo>
                    <a:pt x="3195" y="1812"/>
                    <a:pt x="3132" y="1482"/>
                    <a:pt x="2740" y="1294"/>
                  </a:cubicBezTo>
                  <a:lnTo>
                    <a:pt x="2740" y="1294"/>
                  </a:lnTo>
                  <a:cubicBezTo>
                    <a:pt x="2740" y="1294"/>
                    <a:pt x="3043" y="1330"/>
                    <a:pt x="3212" y="1517"/>
                  </a:cubicBezTo>
                  <a:cubicBezTo>
                    <a:pt x="3212" y="1517"/>
                    <a:pt x="3177" y="1312"/>
                    <a:pt x="2927" y="1205"/>
                  </a:cubicBezTo>
                  <a:cubicBezTo>
                    <a:pt x="2792" y="1145"/>
                    <a:pt x="2653" y="1130"/>
                    <a:pt x="2550" y="1130"/>
                  </a:cubicBezTo>
                  <a:cubicBezTo>
                    <a:pt x="2455" y="1130"/>
                    <a:pt x="2392" y="1143"/>
                    <a:pt x="2392" y="1143"/>
                  </a:cubicBezTo>
                  <a:cubicBezTo>
                    <a:pt x="2392" y="1143"/>
                    <a:pt x="2481" y="1053"/>
                    <a:pt x="2668" y="1053"/>
                  </a:cubicBezTo>
                  <a:cubicBezTo>
                    <a:pt x="2679" y="1053"/>
                    <a:pt x="2690" y="1053"/>
                    <a:pt x="2700" y="1053"/>
                  </a:cubicBezTo>
                  <a:cubicBezTo>
                    <a:pt x="2900" y="1053"/>
                    <a:pt x="3066" y="1132"/>
                    <a:pt x="3168" y="1259"/>
                  </a:cubicBezTo>
                  <a:cubicBezTo>
                    <a:pt x="3168" y="1259"/>
                    <a:pt x="3123" y="1062"/>
                    <a:pt x="2900" y="964"/>
                  </a:cubicBezTo>
                  <a:cubicBezTo>
                    <a:pt x="2826" y="929"/>
                    <a:pt x="2738" y="917"/>
                    <a:pt x="2653" y="917"/>
                  </a:cubicBezTo>
                  <a:cubicBezTo>
                    <a:pt x="2484" y="917"/>
                    <a:pt x="2329" y="964"/>
                    <a:pt x="2329" y="964"/>
                  </a:cubicBezTo>
                  <a:cubicBezTo>
                    <a:pt x="2329" y="964"/>
                    <a:pt x="2472" y="795"/>
                    <a:pt x="2802" y="741"/>
                  </a:cubicBezTo>
                  <a:cubicBezTo>
                    <a:pt x="2802" y="741"/>
                    <a:pt x="2756" y="736"/>
                    <a:pt x="2688" y="736"/>
                  </a:cubicBezTo>
                  <a:cubicBezTo>
                    <a:pt x="2608" y="736"/>
                    <a:pt x="2497" y="743"/>
                    <a:pt x="2392" y="777"/>
                  </a:cubicBezTo>
                  <a:cubicBezTo>
                    <a:pt x="2392" y="777"/>
                    <a:pt x="2552" y="563"/>
                    <a:pt x="3025" y="545"/>
                  </a:cubicBezTo>
                  <a:cubicBezTo>
                    <a:pt x="3025" y="545"/>
                    <a:pt x="2934" y="511"/>
                    <a:pt x="2760" y="511"/>
                  </a:cubicBezTo>
                  <a:cubicBezTo>
                    <a:pt x="2717" y="511"/>
                    <a:pt x="2668" y="513"/>
                    <a:pt x="2615" y="518"/>
                  </a:cubicBezTo>
                  <a:cubicBezTo>
                    <a:pt x="2347" y="545"/>
                    <a:pt x="2169" y="688"/>
                    <a:pt x="2169" y="688"/>
                  </a:cubicBezTo>
                  <a:cubicBezTo>
                    <a:pt x="2169" y="688"/>
                    <a:pt x="2374" y="411"/>
                    <a:pt x="2686" y="313"/>
                  </a:cubicBezTo>
                  <a:lnTo>
                    <a:pt x="2686" y="313"/>
                  </a:lnTo>
                  <a:cubicBezTo>
                    <a:pt x="2686" y="313"/>
                    <a:pt x="2195" y="322"/>
                    <a:pt x="1946" y="661"/>
                  </a:cubicBezTo>
                  <a:cubicBezTo>
                    <a:pt x="1946" y="661"/>
                    <a:pt x="2017" y="304"/>
                    <a:pt x="2392" y="45"/>
                  </a:cubicBezTo>
                  <a:lnTo>
                    <a:pt x="2392" y="45"/>
                  </a:lnTo>
                  <a:cubicBezTo>
                    <a:pt x="2392" y="45"/>
                    <a:pt x="2053" y="161"/>
                    <a:pt x="1847" y="500"/>
                  </a:cubicBezTo>
                  <a:cubicBezTo>
                    <a:pt x="1847" y="500"/>
                    <a:pt x="1883" y="286"/>
                    <a:pt x="1955"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7" name="Google Shape;2767;p50"/>
          <p:cNvGrpSpPr/>
          <p:nvPr/>
        </p:nvGrpSpPr>
        <p:grpSpPr>
          <a:xfrm>
            <a:off x="5596745" y="4042879"/>
            <a:ext cx="3640486" cy="1607892"/>
            <a:chOff x="5913356" y="2221642"/>
            <a:chExt cx="537881" cy="237545"/>
          </a:xfrm>
        </p:grpSpPr>
        <p:sp>
          <p:nvSpPr>
            <p:cNvPr id="2768" name="Google Shape;2768;p50"/>
            <p:cNvSpPr/>
            <p:nvPr/>
          </p:nvSpPr>
          <p:spPr>
            <a:xfrm>
              <a:off x="6119392" y="2269913"/>
              <a:ext cx="175329" cy="148777"/>
            </a:xfrm>
            <a:custGeom>
              <a:rect b="b" l="l" r="r" t="t"/>
              <a:pathLst>
                <a:path extrusionOk="0" h="4096" w="4827">
                  <a:moveTo>
                    <a:pt x="3381" y="0"/>
                  </a:moveTo>
                  <a:lnTo>
                    <a:pt x="3381" y="0"/>
                  </a:lnTo>
                  <a:cubicBezTo>
                    <a:pt x="3381" y="0"/>
                    <a:pt x="2757" y="322"/>
                    <a:pt x="2605" y="1356"/>
                  </a:cubicBezTo>
                  <a:cubicBezTo>
                    <a:pt x="2605" y="1356"/>
                    <a:pt x="2418" y="616"/>
                    <a:pt x="2436" y="223"/>
                  </a:cubicBezTo>
                  <a:lnTo>
                    <a:pt x="2436" y="223"/>
                  </a:lnTo>
                  <a:cubicBezTo>
                    <a:pt x="2436" y="224"/>
                    <a:pt x="2204" y="589"/>
                    <a:pt x="2239" y="1321"/>
                  </a:cubicBezTo>
                  <a:cubicBezTo>
                    <a:pt x="1874" y="687"/>
                    <a:pt x="1481" y="500"/>
                    <a:pt x="1481" y="500"/>
                  </a:cubicBezTo>
                  <a:lnTo>
                    <a:pt x="1481" y="500"/>
                  </a:lnTo>
                  <a:cubicBezTo>
                    <a:pt x="1713" y="821"/>
                    <a:pt x="1954" y="1553"/>
                    <a:pt x="1954" y="1553"/>
                  </a:cubicBezTo>
                  <a:cubicBezTo>
                    <a:pt x="1360" y="867"/>
                    <a:pt x="760" y="820"/>
                    <a:pt x="608" y="820"/>
                  </a:cubicBezTo>
                  <a:cubicBezTo>
                    <a:pt x="584" y="820"/>
                    <a:pt x="571" y="821"/>
                    <a:pt x="571" y="821"/>
                  </a:cubicBezTo>
                  <a:cubicBezTo>
                    <a:pt x="1249" y="1267"/>
                    <a:pt x="1544" y="1731"/>
                    <a:pt x="1544" y="1731"/>
                  </a:cubicBezTo>
                  <a:cubicBezTo>
                    <a:pt x="1318" y="1609"/>
                    <a:pt x="1073" y="1569"/>
                    <a:pt x="851" y="1569"/>
                  </a:cubicBezTo>
                  <a:cubicBezTo>
                    <a:pt x="441" y="1569"/>
                    <a:pt x="107" y="1704"/>
                    <a:pt x="107" y="1704"/>
                  </a:cubicBezTo>
                  <a:cubicBezTo>
                    <a:pt x="126" y="1704"/>
                    <a:pt x="144" y="1703"/>
                    <a:pt x="163" y="1703"/>
                  </a:cubicBezTo>
                  <a:cubicBezTo>
                    <a:pt x="716" y="1703"/>
                    <a:pt x="1276" y="1954"/>
                    <a:pt x="1276" y="1954"/>
                  </a:cubicBezTo>
                  <a:cubicBezTo>
                    <a:pt x="455" y="2017"/>
                    <a:pt x="0" y="2471"/>
                    <a:pt x="0" y="2471"/>
                  </a:cubicBezTo>
                  <a:cubicBezTo>
                    <a:pt x="609" y="2283"/>
                    <a:pt x="1035" y="2265"/>
                    <a:pt x="1174" y="2265"/>
                  </a:cubicBezTo>
                  <a:cubicBezTo>
                    <a:pt x="1206" y="2265"/>
                    <a:pt x="1222" y="2266"/>
                    <a:pt x="1222" y="2266"/>
                  </a:cubicBezTo>
                  <a:cubicBezTo>
                    <a:pt x="553" y="2543"/>
                    <a:pt x="411" y="3042"/>
                    <a:pt x="411" y="3042"/>
                  </a:cubicBezTo>
                  <a:cubicBezTo>
                    <a:pt x="687" y="2784"/>
                    <a:pt x="1329" y="2534"/>
                    <a:pt x="1329" y="2534"/>
                  </a:cubicBezTo>
                  <a:lnTo>
                    <a:pt x="1329" y="2534"/>
                  </a:lnTo>
                  <a:cubicBezTo>
                    <a:pt x="812" y="3007"/>
                    <a:pt x="616" y="3569"/>
                    <a:pt x="616" y="3569"/>
                  </a:cubicBezTo>
                  <a:cubicBezTo>
                    <a:pt x="865" y="3221"/>
                    <a:pt x="1436" y="2811"/>
                    <a:pt x="1436" y="2810"/>
                  </a:cubicBezTo>
                  <a:lnTo>
                    <a:pt x="1436" y="2810"/>
                  </a:lnTo>
                  <a:cubicBezTo>
                    <a:pt x="1026" y="3337"/>
                    <a:pt x="1026" y="4095"/>
                    <a:pt x="1026" y="4095"/>
                  </a:cubicBezTo>
                  <a:cubicBezTo>
                    <a:pt x="1205" y="3747"/>
                    <a:pt x="1606" y="3489"/>
                    <a:pt x="1606" y="3488"/>
                  </a:cubicBezTo>
                  <a:lnTo>
                    <a:pt x="1606" y="3488"/>
                  </a:lnTo>
                  <a:cubicBezTo>
                    <a:pt x="1445" y="3783"/>
                    <a:pt x="1401" y="4086"/>
                    <a:pt x="1401" y="4086"/>
                  </a:cubicBezTo>
                  <a:cubicBezTo>
                    <a:pt x="1793" y="3390"/>
                    <a:pt x="2266" y="3158"/>
                    <a:pt x="2266" y="3158"/>
                  </a:cubicBezTo>
                  <a:lnTo>
                    <a:pt x="2266" y="3158"/>
                  </a:lnTo>
                  <a:cubicBezTo>
                    <a:pt x="2168" y="3444"/>
                    <a:pt x="2204" y="3926"/>
                    <a:pt x="2204" y="3926"/>
                  </a:cubicBezTo>
                  <a:cubicBezTo>
                    <a:pt x="2284" y="3381"/>
                    <a:pt x="2766" y="3105"/>
                    <a:pt x="2766" y="3105"/>
                  </a:cubicBezTo>
                  <a:cubicBezTo>
                    <a:pt x="2766" y="3105"/>
                    <a:pt x="2773" y="3105"/>
                    <a:pt x="2787" y="3105"/>
                  </a:cubicBezTo>
                  <a:cubicBezTo>
                    <a:pt x="2891" y="3105"/>
                    <a:pt x="3361" y="3125"/>
                    <a:pt x="3685" y="3488"/>
                  </a:cubicBezTo>
                  <a:cubicBezTo>
                    <a:pt x="3685" y="3488"/>
                    <a:pt x="3453" y="3069"/>
                    <a:pt x="3221" y="2882"/>
                  </a:cubicBezTo>
                  <a:cubicBezTo>
                    <a:pt x="3221" y="2882"/>
                    <a:pt x="3254" y="2878"/>
                    <a:pt x="3316" y="2878"/>
                  </a:cubicBezTo>
                  <a:cubicBezTo>
                    <a:pt x="3497" y="2878"/>
                    <a:pt x="3920" y="2913"/>
                    <a:pt x="4452" y="3185"/>
                  </a:cubicBezTo>
                  <a:cubicBezTo>
                    <a:pt x="4452" y="3185"/>
                    <a:pt x="4247" y="2953"/>
                    <a:pt x="3952" y="2793"/>
                  </a:cubicBezTo>
                  <a:lnTo>
                    <a:pt x="3952" y="2793"/>
                  </a:lnTo>
                  <a:cubicBezTo>
                    <a:pt x="3952" y="2793"/>
                    <a:pt x="4425" y="2793"/>
                    <a:pt x="4764" y="2989"/>
                  </a:cubicBezTo>
                  <a:cubicBezTo>
                    <a:pt x="4764" y="2989"/>
                    <a:pt x="4363" y="2364"/>
                    <a:pt x="3720" y="2132"/>
                  </a:cubicBezTo>
                  <a:lnTo>
                    <a:pt x="3720" y="2132"/>
                  </a:lnTo>
                  <a:cubicBezTo>
                    <a:pt x="3720" y="2133"/>
                    <a:pt x="4434" y="2177"/>
                    <a:pt x="4826" y="2338"/>
                  </a:cubicBezTo>
                  <a:cubicBezTo>
                    <a:pt x="4826" y="2338"/>
                    <a:pt x="4354" y="1963"/>
                    <a:pt x="3658" y="1847"/>
                  </a:cubicBezTo>
                  <a:cubicBezTo>
                    <a:pt x="3658" y="1847"/>
                    <a:pt x="4086" y="1764"/>
                    <a:pt x="4451" y="1764"/>
                  </a:cubicBezTo>
                  <a:cubicBezTo>
                    <a:pt x="4548" y="1764"/>
                    <a:pt x="4641" y="1770"/>
                    <a:pt x="4719" y="1785"/>
                  </a:cubicBezTo>
                  <a:cubicBezTo>
                    <a:pt x="4719" y="1785"/>
                    <a:pt x="4443" y="1540"/>
                    <a:pt x="3933" y="1540"/>
                  </a:cubicBezTo>
                  <a:cubicBezTo>
                    <a:pt x="3835" y="1540"/>
                    <a:pt x="3728" y="1549"/>
                    <a:pt x="3613" y="1570"/>
                  </a:cubicBezTo>
                  <a:cubicBezTo>
                    <a:pt x="3613" y="1570"/>
                    <a:pt x="3997" y="1285"/>
                    <a:pt x="4746" y="1071"/>
                  </a:cubicBezTo>
                  <a:cubicBezTo>
                    <a:pt x="4746" y="1071"/>
                    <a:pt x="4642" y="1049"/>
                    <a:pt x="4471" y="1049"/>
                  </a:cubicBezTo>
                  <a:cubicBezTo>
                    <a:pt x="4219" y="1049"/>
                    <a:pt x="3823" y="1096"/>
                    <a:pt x="3399" y="1330"/>
                  </a:cubicBezTo>
                  <a:cubicBezTo>
                    <a:pt x="3399" y="1330"/>
                    <a:pt x="3756" y="777"/>
                    <a:pt x="4247" y="482"/>
                  </a:cubicBezTo>
                  <a:lnTo>
                    <a:pt x="4247" y="482"/>
                  </a:lnTo>
                  <a:cubicBezTo>
                    <a:pt x="4246" y="482"/>
                    <a:pt x="3408" y="652"/>
                    <a:pt x="3051" y="1294"/>
                  </a:cubicBezTo>
                  <a:cubicBezTo>
                    <a:pt x="3051" y="1294"/>
                    <a:pt x="3051" y="732"/>
                    <a:pt x="338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0"/>
            <p:cNvSpPr/>
            <p:nvPr/>
          </p:nvSpPr>
          <p:spPr>
            <a:xfrm>
              <a:off x="6167009" y="2322397"/>
              <a:ext cx="91424" cy="77476"/>
            </a:xfrm>
            <a:custGeom>
              <a:rect b="b" l="l" r="r" t="t"/>
              <a:pathLst>
                <a:path extrusionOk="0" h="2133" w="2517">
                  <a:moveTo>
                    <a:pt x="1758" y="1"/>
                  </a:moveTo>
                  <a:cubicBezTo>
                    <a:pt x="1758" y="1"/>
                    <a:pt x="1437" y="170"/>
                    <a:pt x="1357" y="705"/>
                  </a:cubicBezTo>
                  <a:cubicBezTo>
                    <a:pt x="1357" y="705"/>
                    <a:pt x="1258" y="313"/>
                    <a:pt x="1267" y="108"/>
                  </a:cubicBezTo>
                  <a:lnTo>
                    <a:pt x="1267" y="108"/>
                  </a:lnTo>
                  <a:cubicBezTo>
                    <a:pt x="1267" y="108"/>
                    <a:pt x="1151" y="304"/>
                    <a:pt x="1169" y="687"/>
                  </a:cubicBezTo>
                  <a:cubicBezTo>
                    <a:pt x="973" y="357"/>
                    <a:pt x="777" y="259"/>
                    <a:pt x="777" y="259"/>
                  </a:cubicBezTo>
                  <a:lnTo>
                    <a:pt x="777" y="259"/>
                  </a:lnTo>
                  <a:cubicBezTo>
                    <a:pt x="893" y="420"/>
                    <a:pt x="1018" y="803"/>
                    <a:pt x="1018" y="803"/>
                  </a:cubicBezTo>
                  <a:cubicBezTo>
                    <a:pt x="714" y="454"/>
                    <a:pt x="410" y="428"/>
                    <a:pt x="326" y="428"/>
                  </a:cubicBezTo>
                  <a:cubicBezTo>
                    <a:pt x="312" y="428"/>
                    <a:pt x="304" y="429"/>
                    <a:pt x="304" y="429"/>
                  </a:cubicBezTo>
                  <a:cubicBezTo>
                    <a:pt x="652" y="661"/>
                    <a:pt x="803" y="902"/>
                    <a:pt x="803" y="902"/>
                  </a:cubicBezTo>
                  <a:cubicBezTo>
                    <a:pt x="686" y="835"/>
                    <a:pt x="557" y="813"/>
                    <a:pt x="440" y="813"/>
                  </a:cubicBezTo>
                  <a:cubicBezTo>
                    <a:pt x="228" y="813"/>
                    <a:pt x="54" y="884"/>
                    <a:pt x="54" y="884"/>
                  </a:cubicBezTo>
                  <a:cubicBezTo>
                    <a:pt x="63" y="883"/>
                    <a:pt x="72" y="883"/>
                    <a:pt x="81" y="883"/>
                  </a:cubicBezTo>
                  <a:cubicBezTo>
                    <a:pt x="367" y="883"/>
                    <a:pt x="661" y="1018"/>
                    <a:pt x="661" y="1018"/>
                  </a:cubicBezTo>
                  <a:cubicBezTo>
                    <a:pt x="241" y="1044"/>
                    <a:pt x="1" y="1285"/>
                    <a:pt x="1" y="1285"/>
                  </a:cubicBezTo>
                  <a:cubicBezTo>
                    <a:pt x="341" y="1185"/>
                    <a:pt x="574" y="1178"/>
                    <a:pt x="630" y="1178"/>
                  </a:cubicBezTo>
                  <a:cubicBezTo>
                    <a:pt x="638" y="1178"/>
                    <a:pt x="643" y="1178"/>
                    <a:pt x="643" y="1178"/>
                  </a:cubicBezTo>
                  <a:cubicBezTo>
                    <a:pt x="286" y="1321"/>
                    <a:pt x="215" y="1589"/>
                    <a:pt x="215" y="1589"/>
                  </a:cubicBezTo>
                  <a:cubicBezTo>
                    <a:pt x="357" y="1446"/>
                    <a:pt x="696" y="1312"/>
                    <a:pt x="696" y="1312"/>
                  </a:cubicBezTo>
                  <a:lnTo>
                    <a:pt x="696" y="1312"/>
                  </a:lnTo>
                  <a:cubicBezTo>
                    <a:pt x="429" y="1562"/>
                    <a:pt x="322" y="1856"/>
                    <a:pt x="322" y="1856"/>
                  </a:cubicBezTo>
                  <a:cubicBezTo>
                    <a:pt x="447" y="1678"/>
                    <a:pt x="750" y="1464"/>
                    <a:pt x="750" y="1464"/>
                  </a:cubicBezTo>
                  <a:lnTo>
                    <a:pt x="750" y="1464"/>
                  </a:lnTo>
                  <a:cubicBezTo>
                    <a:pt x="536" y="1740"/>
                    <a:pt x="536" y="2133"/>
                    <a:pt x="536" y="2133"/>
                  </a:cubicBezTo>
                  <a:cubicBezTo>
                    <a:pt x="625" y="1945"/>
                    <a:pt x="839" y="1812"/>
                    <a:pt x="839" y="1812"/>
                  </a:cubicBezTo>
                  <a:lnTo>
                    <a:pt x="839" y="1812"/>
                  </a:lnTo>
                  <a:cubicBezTo>
                    <a:pt x="750" y="1963"/>
                    <a:pt x="732" y="2124"/>
                    <a:pt x="732" y="2124"/>
                  </a:cubicBezTo>
                  <a:cubicBezTo>
                    <a:pt x="937" y="1767"/>
                    <a:pt x="1178" y="1642"/>
                    <a:pt x="1178" y="1642"/>
                  </a:cubicBezTo>
                  <a:lnTo>
                    <a:pt x="1178" y="1642"/>
                  </a:lnTo>
                  <a:cubicBezTo>
                    <a:pt x="1134" y="1794"/>
                    <a:pt x="1151" y="2043"/>
                    <a:pt x="1151" y="2043"/>
                  </a:cubicBezTo>
                  <a:cubicBezTo>
                    <a:pt x="1196" y="1758"/>
                    <a:pt x="1446" y="1615"/>
                    <a:pt x="1446" y="1615"/>
                  </a:cubicBezTo>
                  <a:cubicBezTo>
                    <a:pt x="1446" y="1615"/>
                    <a:pt x="1452" y="1615"/>
                    <a:pt x="1462" y="1615"/>
                  </a:cubicBezTo>
                  <a:cubicBezTo>
                    <a:pt x="1525" y="1615"/>
                    <a:pt x="1758" y="1628"/>
                    <a:pt x="1919" y="1812"/>
                  </a:cubicBezTo>
                  <a:cubicBezTo>
                    <a:pt x="1919" y="1812"/>
                    <a:pt x="1803" y="1597"/>
                    <a:pt x="1678" y="1499"/>
                  </a:cubicBezTo>
                  <a:cubicBezTo>
                    <a:pt x="1678" y="1499"/>
                    <a:pt x="1697" y="1497"/>
                    <a:pt x="1732" y="1497"/>
                  </a:cubicBezTo>
                  <a:cubicBezTo>
                    <a:pt x="1828" y="1497"/>
                    <a:pt x="2045" y="1516"/>
                    <a:pt x="2320" y="1660"/>
                  </a:cubicBezTo>
                  <a:cubicBezTo>
                    <a:pt x="2320" y="1660"/>
                    <a:pt x="2213" y="1535"/>
                    <a:pt x="2061" y="1455"/>
                  </a:cubicBezTo>
                  <a:lnTo>
                    <a:pt x="2061" y="1455"/>
                  </a:lnTo>
                  <a:cubicBezTo>
                    <a:pt x="2061" y="1455"/>
                    <a:pt x="2311" y="1455"/>
                    <a:pt x="2481" y="1553"/>
                  </a:cubicBezTo>
                  <a:cubicBezTo>
                    <a:pt x="2481" y="1553"/>
                    <a:pt x="2275" y="1223"/>
                    <a:pt x="1945" y="1107"/>
                  </a:cubicBezTo>
                  <a:lnTo>
                    <a:pt x="1945" y="1107"/>
                  </a:lnTo>
                  <a:cubicBezTo>
                    <a:pt x="1945" y="1107"/>
                    <a:pt x="2311" y="1134"/>
                    <a:pt x="2516" y="1214"/>
                  </a:cubicBezTo>
                  <a:cubicBezTo>
                    <a:pt x="2516" y="1214"/>
                    <a:pt x="2267" y="1018"/>
                    <a:pt x="1910" y="955"/>
                  </a:cubicBezTo>
                  <a:cubicBezTo>
                    <a:pt x="1910" y="955"/>
                    <a:pt x="2117" y="914"/>
                    <a:pt x="2298" y="914"/>
                  </a:cubicBezTo>
                  <a:cubicBezTo>
                    <a:pt x="2355" y="914"/>
                    <a:pt x="2409" y="918"/>
                    <a:pt x="2454" y="928"/>
                  </a:cubicBezTo>
                  <a:cubicBezTo>
                    <a:pt x="2454" y="928"/>
                    <a:pt x="2315" y="796"/>
                    <a:pt x="2049" y="796"/>
                  </a:cubicBezTo>
                  <a:cubicBezTo>
                    <a:pt x="1998" y="796"/>
                    <a:pt x="1943" y="801"/>
                    <a:pt x="1883" y="812"/>
                  </a:cubicBezTo>
                  <a:cubicBezTo>
                    <a:pt x="1883" y="812"/>
                    <a:pt x="2079" y="670"/>
                    <a:pt x="2472" y="554"/>
                  </a:cubicBezTo>
                  <a:cubicBezTo>
                    <a:pt x="2472" y="554"/>
                    <a:pt x="2416" y="542"/>
                    <a:pt x="2325" y="542"/>
                  </a:cubicBezTo>
                  <a:cubicBezTo>
                    <a:pt x="2195" y="542"/>
                    <a:pt x="1992" y="566"/>
                    <a:pt x="1776" y="687"/>
                  </a:cubicBezTo>
                  <a:cubicBezTo>
                    <a:pt x="1776" y="687"/>
                    <a:pt x="1963" y="402"/>
                    <a:pt x="2213" y="250"/>
                  </a:cubicBezTo>
                  <a:lnTo>
                    <a:pt x="2213" y="250"/>
                  </a:lnTo>
                  <a:cubicBezTo>
                    <a:pt x="2213" y="250"/>
                    <a:pt x="1776" y="340"/>
                    <a:pt x="1589" y="670"/>
                  </a:cubicBezTo>
                  <a:cubicBezTo>
                    <a:pt x="1589" y="670"/>
                    <a:pt x="1589" y="384"/>
                    <a:pt x="17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0"/>
            <p:cNvSpPr/>
            <p:nvPr/>
          </p:nvSpPr>
          <p:spPr>
            <a:xfrm>
              <a:off x="6297584" y="2236533"/>
              <a:ext cx="139043" cy="121862"/>
            </a:xfrm>
            <a:custGeom>
              <a:rect b="b" l="l" r="r" t="t"/>
              <a:pathLst>
                <a:path extrusionOk="0" h="3355" w="3828">
                  <a:moveTo>
                    <a:pt x="2570" y="1"/>
                  </a:moveTo>
                  <a:lnTo>
                    <a:pt x="2570" y="1"/>
                  </a:lnTo>
                  <a:cubicBezTo>
                    <a:pt x="2570" y="1"/>
                    <a:pt x="2097" y="286"/>
                    <a:pt x="2017" y="1116"/>
                  </a:cubicBezTo>
                  <a:cubicBezTo>
                    <a:pt x="2017" y="1116"/>
                    <a:pt x="1839" y="527"/>
                    <a:pt x="1830" y="215"/>
                  </a:cubicBezTo>
                  <a:cubicBezTo>
                    <a:pt x="1830" y="215"/>
                    <a:pt x="1669" y="518"/>
                    <a:pt x="1731" y="1098"/>
                  </a:cubicBezTo>
                  <a:cubicBezTo>
                    <a:pt x="1410" y="616"/>
                    <a:pt x="1089" y="482"/>
                    <a:pt x="1089" y="482"/>
                  </a:cubicBezTo>
                  <a:lnTo>
                    <a:pt x="1089" y="482"/>
                  </a:lnTo>
                  <a:cubicBezTo>
                    <a:pt x="1285" y="723"/>
                    <a:pt x="1517" y="1294"/>
                    <a:pt x="1517" y="1294"/>
                  </a:cubicBezTo>
                  <a:cubicBezTo>
                    <a:pt x="1055" y="831"/>
                    <a:pt x="620" y="782"/>
                    <a:pt x="454" y="782"/>
                  </a:cubicBezTo>
                  <a:cubicBezTo>
                    <a:pt x="409" y="782"/>
                    <a:pt x="384" y="786"/>
                    <a:pt x="384" y="786"/>
                  </a:cubicBezTo>
                  <a:cubicBezTo>
                    <a:pt x="937" y="1107"/>
                    <a:pt x="1196" y="1464"/>
                    <a:pt x="1196" y="1464"/>
                  </a:cubicBezTo>
                  <a:cubicBezTo>
                    <a:pt x="1036" y="1388"/>
                    <a:pt x="867" y="1361"/>
                    <a:pt x="709" y="1361"/>
                  </a:cubicBezTo>
                  <a:cubicBezTo>
                    <a:pt x="348" y="1361"/>
                    <a:pt x="45" y="1499"/>
                    <a:pt x="45" y="1499"/>
                  </a:cubicBezTo>
                  <a:cubicBezTo>
                    <a:pt x="85" y="1496"/>
                    <a:pt x="125" y="1495"/>
                    <a:pt x="165" y="1495"/>
                  </a:cubicBezTo>
                  <a:cubicBezTo>
                    <a:pt x="582" y="1495"/>
                    <a:pt x="991" y="1651"/>
                    <a:pt x="991" y="1651"/>
                  </a:cubicBezTo>
                  <a:cubicBezTo>
                    <a:pt x="349" y="1731"/>
                    <a:pt x="1" y="2115"/>
                    <a:pt x="1" y="2115"/>
                  </a:cubicBezTo>
                  <a:cubicBezTo>
                    <a:pt x="589" y="1901"/>
                    <a:pt x="964" y="1901"/>
                    <a:pt x="964" y="1901"/>
                  </a:cubicBezTo>
                  <a:lnTo>
                    <a:pt x="964" y="1901"/>
                  </a:lnTo>
                  <a:cubicBezTo>
                    <a:pt x="438" y="2150"/>
                    <a:pt x="349" y="2552"/>
                    <a:pt x="349" y="2552"/>
                  </a:cubicBezTo>
                  <a:cubicBezTo>
                    <a:pt x="563" y="2338"/>
                    <a:pt x="1062" y="2106"/>
                    <a:pt x="1062" y="2106"/>
                  </a:cubicBezTo>
                  <a:lnTo>
                    <a:pt x="1062" y="2106"/>
                  </a:lnTo>
                  <a:cubicBezTo>
                    <a:pt x="670" y="2498"/>
                    <a:pt x="536" y="2962"/>
                    <a:pt x="536" y="2962"/>
                  </a:cubicBezTo>
                  <a:cubicBezTo>
                    <a:pt x="714" y="2677"/>
                    <a:pt x="1160" y="2320"/>
                    <a:pt x="1161" y="2320"/>
                  </a:cubicBezTo>
                  <a:lnTo>
                    <a:pt x="1161" y="2320"/>
                  </a:lnTo>
                  <a:cubicBezTo>
                    <a:pt x="857" y="2757"/>
                    <a:pt x="884" y="3355"/>
                    <a:pt x="884" y="3355"/>
                  </a:cubicBezTo>
                  <a:cubicBezTo>
                    <a:pt x="1009" y="3078"/>
                    <a:pt x="1321" y="2855"/>
                    <a:pt x="1321" y="2855"/>
                  </a:cubicBezTo>
                  <a:lnTo>
                    <a:pt x="1321" y="2855"/>
                  </a:lnTo>
                  <a:cubicBezTo>
                    <a:pt x="1205" y="3087"/>
                    <a:pt x="1178" y="3337"/>
                    <a:pt x="1178" y="3337"/>
                  </a:cubicBezTo>
                  <a:cubicBezTo>
                    <a:pt x="1464" y="2766"/>
                    <a:pt x="1829" y="2561"/>
                    <a:pt x="1830" y="2561"/>
                  </a:cubicBezTo>
                  <a:lnTo>
                    <a:pt x="1830" y="2561"/>
                  </a:lnTo>
                  <a:cubicBezTo>
                    <a:pt x="1767" y="2793"/>
                    <a:pt x="1821" y="3176"/>
                    <a:pt x="1821" y="3176"/>
                  </a:cubicBezTo>
                  <a:cubicBezTo>
                    <a:pt x="1856" y="2739"/>
                    <a:pt x="2222" y="2489"/>
                    <a:pt x="2222" y="2489"/>
                  </a:cubicBezTo>
                  <a:cubicBezTo>
                    <a:pt x="2222" y="2489"/>
                    <a:pt x="2244" y="2487"/>
                    <a:pt x="2282" y="2487"/>
                  </a:cubicBezTo>
                  <a:cubicBezTo>
                    <a:pt x="2413" y="2487"/>
                    <a:pt x="2736" y="2514"/>
                    <a:pt x="2971" y="2757"/>
                  </a:cubicBezTo>
                  <a:cubicBezTo>
                    <a:pt x="2971" y="2757"/>
                    <a:pt x="2766" y="2436"/>
                    <a:pt x="2570" y="2302"/>
                  </a:cubicBezTo>
                  <a:cubicBezTo>
                    <a:pt x="2570" y="2302"/>
                    <a:pt x="2629" y="2291"/>
                    <a:pt x="2733" y="2291"/>
                  </a:cubicBezTo>
                  <a:cubicBezTo>
                    <a:pt x="2907" y="2291"/>
                    <a:pt x="3207" y="2322"/>
                    <a:pt x="3569" y="2489"/>
                  </a:cubicBezTo>
                  <a:cubicBezTo>
                    <a:pt x="3569" y="2489"/>
                    <a:pt x="3391" y="2311"/>
                    <a:pt x="3159" y="2195"/>
                  </a:cubicBezTo>
                  <a:cubicBezTo>
                    <a:pt x="3159" y="2195"/>
                    <a:pt x="3174" y="2194"/>
                    <a:pt x="3200" y="2194"/>
                  </a:cubicBezTo>
                  <a:cubicBezTo>
                    <a:pt x="3305" y="2194"/>
                    <a:pt x="3589" y="2206"/>
                    <a:pt x="3810" y="2320"/>
                  </a:cubicBezTo>
                  <a:cubicBezTo>
                    <a:pt x="3810" y="2320"/>
                    <a:pt x="3453" y="1829"/>
                    <a:pt x="2945" y="1687"/>
                  </a:cubicBezTo>
                  <a:lnTo>
                    <a:pt x="2945" y="1687"/>
                  </a:lnTo>
                  <a:cubicBezTo>
                    <a:pt x="2945" y="1687"/>
                    <a:pt x="3507" y="1687"/>
                    <a:pt x="3828" y="1794"/>
                  </a:cubicBezTo>
                  <a:cubicBezTo>
                    <a:pt x="3828" y="1794"/>
                    <a:pt x="3435" y="1517"/>
                    <a:pt x="2882" y="1455"/>
                  </a:cubicBezTo>
                  <a:cubicBezTo>
                    <a:pt x="2882" y="1455"/>
                    <a:pt x="3299" y="1350"/>
                    <a:pt x="3599" y="1350"/>
                  </a:cubicBezTo>
                  <a:cubicBezTo>
                    <a:pt x="3639" y="1350"/>
                    <a:pt x="3677" y="1352"/>
                    <a:pt x="3712" y="1357"/>
                  </a:cubicBezTo>
                  <a:cubicBezTo>
                    <a:pt x="3712" y="1357"/>
                    <a:pt x="3515" y="1198"/>
                    <a:pt x="3159" y="1198"/>
                  </a:cubicBezTo>
                  <a:cubicBezTo>
                    <a:pt x="3061" y="1198"/>
                    <a:pt x="2950" y="1210"/>
                    <a:pt x="2829" y="1241"/>
                  </a:cubicBezTo>
                  <a:cubicBezTo>
                    <a:pt x="2829" y="1241"/>
                    <a:pt x="3123" y="1000"/>
                    <a:pt x="3712" y="794"/>
                  </a:cubicBezTo>
                  <a:cubicBezTo>
                    <a:pt x="3712" y="794"/>
                    <a:pt x="3661" y="786"/>
                    <a:pt x="3574" y="786"/>
                  </a:cubicBezTo>
                  <a:cubicBezTo>
                    <a:pt x="3386" y="786"/>
                    <a:pt x="3029" y="824"/>
                    <a:pt x="2650" y="1062"/>
                  </a:cubicBezTo>
                  <a:cubicBezTo>
                    <a:pt x="2650" y="1062"/>
                    <a:pt x="2909" y="607"/>
                    <a:pt x="3284" y="348"/>
                  </a:cubicBezTo>
                  <a:lnTo>
                    <a:pt x="3284" y="348"/>
                  </a:lnTo>
                  <a:cubicBezTo>
                    <a:pt x="3284" y="348"/>
                    <a:pt x="2624" y="518"/>
                    <a:pt x="2374" y="1044"/>
                  </a:cubicBezTo>
                  <a:cubicBezTo>
                    <a:pt x="2374" y="1044"/>
                    <a:pt x="2347" y="598"/>
                    <a:pt x="257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0"/>
            <p:cNvSpPr/>
            <p:nvPr/>
          </p:nvSpPr>
          <p:spPr>
            <a:xfrm>
              <a:off x="5913356" y="2295530"/>
              <a:ext cx="265735" cy="136137"/>
            </a:xfrm>
            <a:custGeom>
              <a:rect b="b" l="l" r="r" t="t"/>
              <a:pathLst>
                <a:path extrusionOk="0" h="3748" w="7316">
                  <a:moveTo>
                    <a:pt x="3658" y="1"/>
                  </a:moveTo>
                  <a:cubicBezTo>
                    <a:pt x="3310" y="54"/>
                    <a:pt x="3292" y="723"/>
                    <a:pt x="3292" y="723"/>
                  </a:cubicBezTo>
                  <a:cubicBezTo>
                    <a:pt x="3292" y="723"/>
                    <a:pt x="3013" y="188"/>
                    <a:pt x="2773" y="188"/>
                  </a:cubicBezTo>
                  <a:cubicBezTo>
                    <a:pt x="2756" y="188"/>
                    <a:pt x="2738" y="191"/>
                    <a:pt x="2721" y="197"/>
                  </a:cubicBezTo>
                  <a:cubicBezTo>
                    <a:pt x="2472" y="286"/>
                    <a:pt x="2525" y="1062"/>
                    <a:pt x="2525" y="1062"/>
                  </a:cubicBezTo>
                  <a:cubicBezTo>
                    <a:pt x="2525" y="1062"/>
                    <a:pt x="2182" y="572"/>
                    <a:pt x="1964" y="572"/>
                  </a:cubicBezTo>
                  <a:cubicBezTo>
                    <a:pt x="1941" y="572"/>
                    <a:pt x="1920" y="578"/>
                    <a:pt x="1901" y="589"/>
                  </a:cubicBezTo>
                  <a:cubicBezTo>
                    <a:pt x="1687" y="705"/>
                    <a:pt x="1901" y="1473"/>
                    <a:pt x="1901" y="1473"/>
                  </a:cubicBezTo>
                  <a:cubicBezTo>
                    <a:pt x="1901" y="1473"/>
                    <a:pt x="1501" y="1158"/>
                    <a:pt x="1274" y="1158"/>
                  </a:cubicBezTo>
                  <a:cubicBezTo>
                    <a:pt x="1237" y="1158"/>
                    <a:pt x="1204" y="1167"/>
                    <a:pt x="1178" y="1187"/>
                  </a:cubicBezTo>
                  <a:cubicBezTo>
                    <a:pt x="991" y="1330"/>
                    <a:pt x="1330" y="2177"/>
                    <a:pt x="1330" y="2177"/>
                  </a:cubicBezTo>
                  <a:cubicBezTo>
                    <a:pt x="1330" y="2177"/>
                    <a:pt x="902" y="1809"/>
                    <a:pt x="643" y="1809"/>
                  </a:cubicBezTo>
                  <a:cubicBezTo>
                    <a:pt x="618" y="1809"/>
                    <a:pt x="593" y="1812"/>
                    <a:pt x="572" y="1821"/>
                  </a:cubicBezTo>
                  <a:cubicBezTo>
                    <a:pt x="340" y="1910"/>
                    <a:pt x="795" y="2980"/>
                    <a:pt x="795" y="2980"/>
                  </a:cubicBezTo>
                  <a:cubicBezTo>
                    <a:pt x="795" y="2980"/>
                    <a:pt x="518" y="2721"/>
                    <a:pt x="312" y="2721"/>
                  </a:cubicBezTo>
                  <a:cubicBezTo>
                    <a:pt x="262" y="2721"/>
                    <a:pt x="216" y="2737"/>
                    <a:pt x="179" y="2775"/>
                  </a:cubicBezTo>
                  <a:cubicBezTo>
                    <a:pt x="1" y="2971"/>
                    <a:pt x="438" y="3748"/>
                    <a:pt x="438" y="3748"/>
                  </a:cubicBezTo>
                  <a:lnTo>
                    <a:pt x="6879" y="3748"/>
                  </a:lnTo>
                  <a:cubicBezTo>
                    <a:pt x="6879" y="3748"/>
                    <a:pt x="7316" y="2971"/>
                    <a:pt x="7137" y="2775"/>
                  </a:cubicBezTo>
                  <a:cubicBezTo>
                    <a:pt x="7101" y="2737"/>
                    <a:pt x="7055" y="2721"/>
                    <a:pt x="7004" y="2721"/>
                  </a:cubicBezTo>
                  <a:cubicBezTo>
                    <a:pt x="6798" y="2721"/>
                    <a:pt x="6522" y="2980"/>
                    <a:pt x="6522" y="2980"/>
                  </a:cubicBezTo>
                  <a:cubicBezTo>
                    <a:pt x="6522" y="2980"/>
                    <a:pt x="6977" y="1910"/>
                    <a:pt x="6745" y="1821"/>
                  </a:cubicBezTo>
                  <a:cubicBezTo>
                    <a:pt x="6724" y="1812"/>
                    <a:pt x="6700" y="1809"/>
                    <a:pt x="6675" y="1809"/>
                  </a:cubicBezTo>
                  <a:cubicBezTo>
                    <a:pt x="6422" y="1809"/>
                    <a:pt x="5987" y="2177"/>
                    <a:pt x="5987" y="2177"/>
                  </a:cubicBezTo>
                  <a:cubicBezTo>
                    <a:pt x="5987" y="2177"/>
                    <a:pt x="6326" y="1330"/>
                    <a:pt x="6147" y="1187"/>
                  </a:cubicBezTo>
                  <a:cubicBezTo>
                    <a:pt x="6120" y="1167"/>
                    <a:pt x="6086" y="1158"/>
                    <a:pt x="6048" y="1158"/>
                  </a:cubicBezTo>
                  <a:cubicBezTo>
                    <a:pt x="5815" y="1158"/>
                    <a:pt x="5416" y="1473"/>
                    <a:pt x="5416" y="1473"/>
                  </a:cubicBezTo>
                  <a:cubicBezTo>
                    <a:pt x="5416" y="1473"/>
                    <a:pt x="5630" y="705"/>
                    <a:pt x="5416" y="589"/>
                  </a:cubicBezTo>
                  <a:cubicBezTo>
                    <a:pt x="5396" y="578"/>
                    <a:pt x="5375" y="572"/>
                    <a:pt x="5352" y="572"/>
                  </a:cubicBezTo>
                  <a:cubicBezTo>
                    <a:pt x="5136" y="572"/>
                    <a:pt x="4800" y="1062"/>
                    <a:pt x="4800" y="1062"/>
                  </a:cubicBezTo>
                  <a:cubicBezTo>
                    <a:pt x="4800" y="1062"/>
                    <a:pt x="4845" y="286"/>
                    <a:pt x="4595" y="197"/>
                  </a:cubicBezTo>
                  <a:cubicBezTo>
                    <a:pt x="4578" y="191"/>
                    <a:pt x="4561" y="188"/>
                    <a:pt x="4543" y="188"/>
                  </a:cubicBezTo>
                  <a:cubicBezTo>
                    <a:pt x="4303" y="188"/>
                    <a:pt x="4024" y="723"/>
                    <a:pt x="4024" y="723"/>
                  </a:cubicBezTo>
                  <a:cubicBezTo>
                    <a:pt x="4024" y="723"/>
                    <a:pt x="4006" y="54"/>
                    <a:pt x="3658" y="1"/>
                  </a:cubicBezTo>
                  <a:close/>
                </a:path>
              </a:pathLst>
            </a:custGeom>
            <a:solidFill>
              <a:srgbClr val="8E8E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0"/>
            <p:cNvSpPr/>
            <p:nvPr/>
          </p:nvSpPr>
          <p:spPr>
            <a:xfrm>
              <a:off x="5956760" y="2339914"/>
              <a:ext cx="178925" cy="91751"/>
            </a:xfrm>
            <a:custGeom>
              <a:rect b="b" l="l" r="r" t="t"/>
              <a:pathLst>
                <a:path extrusionOk="0" h="2526" w="4926">
                  <a:moveTo>
                    <a:pt x="2463" y="1"/>
                  </a:moveTo>
                  <a:cubicBezTo>
                    <a:pt x="2231" y="45"/>
                    <a:pt x="2222" y="492"/>
                    <a:pt x="2222" y="492"/>
                  </a:cubicBezTo>
                  <a:cubicBezTo>
                    <a:pt x="2222" y="492"/>
                    <a:pt x="2030" y="137"/>
                    <a:pt x="1874" y="137"/>
                  </a:cubicBezTo>
                  <a:cubicBezTo>
                    <a:pt x="1862" y="137"/>
                    <a:pt x="1850" y="139"/>
                    <a:pt x="1839" y="144"/>
                  </a:cubicBezTo>
                  <a:cubicBezTo>
                    <a:pt x="1669" y="197"/>
                    <a:pt x="1696" y="723"/>
                    <a:pt x="1696" y="723"/>
                  </a:cubicBezTo>
                  <a:cubicBezTo>
                    <a:pt x="1696" y="723"/>
                    <a:pt x="1467" y="392"/>
                    <a:pt x="1319" y="392"/>
                  </a:cubicBezTo>
                  <a:cubicBezTo>
                    <a:pt x="1304" y="392"/>
                    <a:pt x="1290" y="395"/>
                    <a:pt x="1277" y="402"/>
                  </a:cubicBezTo>
                  <a:cubicBezTo>
                    <a:pt x="1143" y="483"/>
                    <a:pt x="1277" y="1000"/>
                    <a:pt x="1277" y="1000"/>
                  </a:cubicBezTo>
                  <a:cubicBezTo>
                    <a:pt x="1277" y="1000"/>
                    <a:pt x="1015" y="784"/>
                    <a:pt x="861" y="784"/>
                  </a:cubicBezTo>
                  <a:cubicBezTo>
                    <a:pt x="835" y="784"/>
                    <a:pt x="813" y="790"/>
                    <a:pt x="795" y="804"/>
                  </a:cubicBezTo>
                  <a:cubicBezTo>
                    <a:pt x="670" y="902"/>
                    <a:pt x="902" y="1464"/>
                    <a:pt x="902" y="1464"/>
                  </a:cubicBezTo>
                  <a:cubicBezTo>
                    <a:pt x="902" y="1464"/>
                    <a:pt x="610" y="1223"/>
                    <a:pt x="436" y="1223"/>
                  </a:cubicBezTo>
                  <a:cubicBezTo>
                    <a:pt x="417" y="1223"/>
                    <a:pt x="400" y="1226"/>
                    <a:pt x="385" y="1232"/>
                  </a:cubicBezTo>
                  <a:cubicBezTo>
                    <a:pt x="233" y="1294"/>
                    <a:pt x="536" y="2017"/>
                    <a:pt x="536" y="2017"/>
                  </a:cubicBezTo>
                  <a:cubicBezTo>
                    <a:pt x="536" y="2017"/>
                    <a:pt x="351" y="1838"/>
                    <a:pt x="214" y="1838"/>
                  </a:cubicBezTo>
                  <a:cubicBezTo>
                    <a:pt x="181" y="1838"/>
                    <a:pt x="150" y="1848"/>
                    <a:pt x="126" y="1874"/>
                  </a:cubicBezTo>
                  <a:cubicBezTo>
                    <a:pt x="1" y="2008"/>
                    <a:pt x="304" y="2526"/>
                    <a:pt x="304" y="2526"/>
                  </a:cubicBezTo>
                  <a:lnTo>
                    <a:pt x="4622" y="2526"/>
                  </a:lnTo>
                  <a:cubicBezTo>
                    <a:pt x="4622" y="2526"/>
                    <a:pt x="4925" y="2008"/>
                    <a:pt x="4801" y="1874"/>
                  </a:cubicBezTo>
                  <a:cubicBezTo>
                    <a:pt x="4776" y="1848"/>
                    <a:pt x="4746" y="1838"/>
                    <a:pt x="4713" y="1838"/>
                  </a:cubicBezTo>
                  <a:cubicBezTo>
                    <a:pt x="4575" y="1838"/>
                    <a:pt x="4390" y="2017"/>
                    <a:pt x="4390" y="2017"/>
                  </a:cubicBezTo>
                  <a:cubicBezTo>
                    <a:pt x="4390" y="2017"/>
                    <a:pt x="4693" y="1294"/>
                    <a:pt x="4542" y="1232"/>
                  </a:cubicBezTo>
                  <a:cubicBezTo>
                    <a:pt x="4526" y="1226"/>
                    <a:pt x="4509" y="1223"/>
                    <a:pt x="4491" y="1223"/>
                  </a:cubicBezTo>
                  <a:cubicBezTo>
                    <a:pt x="4316" y="1223"/>
                    <a:pt x="4024" y="1464"/>
                    <a:pt x="4024" y="1464"/>
                  </a:cubicBezTo>
                  <a:cubicBezTo>
                    <a:pt x="4024" y="1464"/>
                    <a:pt x="4256" y="902"/>
                    <a:pt x="4131" y="804"/>
                  </a:cubicBezTo>
                  <a:cubicBezTo>
                    <a:pt x="4114" y="790"/>
                    <a:pt x="4091" y="784"/>
                    <a:pt x="4065" y="784"/>
                  </a:cubicBezTo>
                  <a:cubicBezTo>
                    <a:pt x="3912" y="784"/>
                    <a:pt x="3650" y="1000"/>
                    <a:pt x="3650" y="1000"/>
                  </a:cubicBezTo>
                  <a:cubicBezTo>
                    <a:pt x="3650" y="1000"/>
                    <a:pt x="3792" y="483"/>
                    <a:pt x="3650" y="402"/>
                  </a:cubicBezTo>
                  <a:cubicBezTo>
                    <a:pt x="3637" y="395"/>
                    <a:pt x="3623" y="392"/>
                    <a:pt x="3608" y="392"/>
                  </a:cubicBezTo>
                  <a:cubicBezTo>
                    <a:pt x="3459" y="392"/>
                    <a:pt x="3230" y="723"/>
                    <a:pt x="3230" y="723"/>
                  </a:cubicBezTo>
                  <a:cubicBezTo>
                    <a:pt x="3230" y="723"/>
                    <a:pt x="3257" y="197"/>
                    <a:pt x="3088" y="144"/>
                  </a:cubicBezTo>
                  <a:cubicBezTo>
                    <a:pt x="3076" y="139"/>
                    <a:pt x="3065" y="137"/>
                    <a:pt x="3053" y="137"/>
                  </a:cubicBezTo>
                  <a:cubicBezTo>
                    <a:pt x="2897" y="137"/>
                    <a:pt x="2704" y="492"/>
                    <a:pt x="2704" y="492"/>
                  </a:cubicBezTo>
                  <a:cubicBezTo>
                    <a:pt x="2704" y="492"/>
                    <a:pt x="2695" y="45"/>
                    <a:pt x="24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0"/>
            <p:cNvSpPr/>
            <p:nvPr/>
          </p:nvSpPr>
          <p:spPr>
            <a:xfrm>
              <a:off x="6018927" y="2221642"/>
              <a:ext cx="432310" cy="230721"/>
            </a:xfrm>
            <a:custGeom>
              <a:rect b="b" l="l" r="r" t="t"/>
              <a:pathLst>
                <a:path extrusionOk="0" h="6352" w="11902">
                  <a:moveTo>
                    <a:pt x="11901" y="0"/>
                  </a:moveTo>
                  <a:lnTo>
                    <a:pt x="10501" y="750"/>
                  </a:lnTo>
                  <a:lnTo>
                    <a:pt x="9484" y="1865"/>
                  </a:lnTo>
                  <a:lnTo>
                    <a:pt x="8181" y="2061"/>
                  </a:lnTo>
                  <a:lnTo>
                    <a:pt x="7423" y="2560"/>
                  </a:lnTo>
                  <a:lnTo>
                    <a:pt x="6335" y="2560"/>
                  </a:lnTo>
                  <a:lnTo>
                    <a:pt x="5523" y="3060"/>
                  </a:lnTo>
                  <a:lnTo>
                    <a:pt x="4586" y="4309"/>
                  </a:lnTo>
                  <a:lnTo>
                    <a:pt x="4015" y="4389"/>
                  </a:lnTo>
                  <a:lnTo>
                    <a:pt x="3177" y="4853"/>
                  </a:lnTo>
                  <a:lnTo>
                    <a:pt x="2204" y="4817"/>
                  </a:lnTo>
                  <a:lnTo>
                    <a:pt x="1" y="6352"/>
                  </a:lnTo>
                  <a:lnTo>
                    <a:pt x="1" y="6352"/>
                  </a:lnTo>
                  <a:lnTo>
                    <a:pt x="11901" y="4541"/>
                  </a:lnTo>
                  <a:lnTo>
                    <a:pt x="1190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0"/>
            <p:cNvSpPr/>
            <p:nvPr/>
          </p:nvSpPr>
          <p:spPr>
            <a:xfrm>
              <a:off x="6045841" y="2365184"/>
              <a:ext cx="343829" cy="94003"/>
            </a:xfrm>
            <a:custGeom>
              <a:rect b="b" l="l" r="r" t="t"/>
              <a:pathLst>
                <a:path extrusionOk="0" h="2588" w="9466">
                  <a:moveTo>
                    <a:pt x="6111" y="0"/>
                  </a:moveTo>
                  <a:lnTo>
                    <a:pt x="5888" y="687"/>
                  </a:lnTo>
                  <a:lnTo>
                    <a:pt x="5968" y="1240"/>
                  </a:lnTo>
                  <a:lnTo>
                    <a:pt x="5576" y="1303"/>
                  </a:lnTo>
                  <a:lnTo>
                    <a:pt x="5041" y="1401"/>
                  </a:lnTo>
                  <a:lnTo>
                    <a:pt x="4782" y="785"/>
                  </a:lnTo>
                  <a:lnTo>
                    <a:pt x="4514" y="1517"/>
                  </a:lnTo>
                  <a:lnTo>
                    <a:pt x="3934" y="1579"/>
                  </a:lnTo>
                  <a:lnTo>
                    <a:pt x="3702" y="1249"/>
                  </a:lnTo>
                  <a:lnTo>
                    <a:pt x="3649" y="1633"/>
                  </a:lnTo>
                  <a:lnTo>
                    <a:pt x="2159" y="1882"/>
                  </a:lnTo>
                  <a:lnTo>
                    <a:pt x="1900" y="1651"/>
                  </a:lnTo>
                  <a:lnTo>
                    <a:pt x="1829" y="1945"/>
                  </a:lnTo>
                  <a:lnTo>
                    <a:pt x="1535" y="1990"/>
                  </a:lnTo>
                  <a:lnTo>
                    <a:pt x="1436" y="1820"/>
                  </a:lnTo>
                  <a:lnTo>
                    <a:pt x="1508" y="1552"/>
                  </a:lnTo>
                  <a:lnTo>
                    <a:pt x="0" y="2266"/>
                  </a:lnTo>
                  <a:lnTo>
                    <a:pt x="571" y="2587"/>
                  </a:lnTo>
                  <a:cubicBezTo>
                    <a:pt x="571" y="2587"/>
                    <a:pt x="3024" y="2436"/>
                    <a:pt x="3131" y="2427"/>
                  </a:cubicBezTo>
                  <a:cubicBezTo>
                    <a:pt x="3230" y="2409"/>
                    <a:pt x="9028" y="1633"/>
                    <a:pt x="9251" y="1615"/>
                  </a:cubicBezTo>
                  <a:cubicBezTo>
                    <a:pt x="9465" y="1597"/>
                    <a:pt x="7797" y="928"/>
                    <a:pt x="7797" y="928"/>
                  </a:cubicBezTo>
                  <a:lnTo>
                    <a:pt x="7431" y="0"/>
                  </a:lnTo>
                  <a:lnTo>
                    <a:pt x="7262" y="1062"/>
                  </a:lnTo>
                  <a:lnTo>
                    <a:pt x="6691" y="1115"/>
                  </a:lnTo>
                  <a:lnTo>
                    <a:pt x="6343" y="973"/>
                  </a:lnTo>
                  <a:lnTo>
                    <a:pt x="611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0"/>
            <p:cNvSpPr/>
            <p:nvPr/>
          </p:nvSpPr>
          <p:spPr>
            <a:xfrm>
              <a:off x="6018927" y="2221642"/>
              <a:ext cx="432310" cy="230721"/>
            </a:xfrm>
            <a:custGeom>
              <a:rect b="b" l="l" r="r" t="t"/>
              <a:pathLst>
                <a:path extrusionOk="0" h="6352" w="11902">
                  <a:moveTo>
                    <a:pt x="11901" y="0"/>
                  </a:moveTo>
                  <a:lnTo>
                    <a:pt x="10501" y="750"/>
                  </a:lnTo>
                  <a:lnTo>
                    <a:pt x="9484" y="1865"/>
                  </a:lnTo>
                  <a:lnTo>
                    <a:pt x="8181" y="2061"/>
                  </a:lnTo>
                  <a:lnTo>
                    <a:pt x="7423" y="2560"/>
                  </a:lnTo>
                  <a:lnTo>
                    <a:pt x="6335" y="2560"/>
                  </a:lnTo>
                  <a:lnTo>
                    <a:pt x="5523" y="3060"/>
                  </a:lnTo>
                  <a:lnTo>
                    <a:pt x="4586" y="4309"/>
                  </a:lnTo>
                  <a:lnTo>
                    <a:pt x="4015" y="4389"/>
                  </a:lnTo>
                  <a:lnTo>
                    <a:pt x="3177" y="4853"/>
                  </a:lnTo>
                  <a:lnTo>
                    <a:pt x="2204" y="4817"/>
                  </a:lnTo>
                  <a:lnTo>
                    <a:pt x="1" y="6352"/>
                  </a:lnTo>
                  <a:lnTo>
                    <a:pt x="1" y="6352"/>
                  </a:lnTo>
                  <a:lnTo>
                    <a:pt x="2329" y="5156"/>
                  </a:lnTo>
                  <a:lnTo>
                    <a:pt x="3221" y="5380"/>
                  </a:lnTo>
                  <a:cubicBezTo>
                    <a:pt x="3221" y="5380"/>
                    <a:pt x="3346" y="5049"/>
                    <a:pt x="3489" y="4880"/>
                  </a:cubicBezTo>
                  <a:cubicBezTo>
                    <a:pt x="3547" y="4802"/>
                    <a:pt x="3775" y="4780"/>
                    <a:pt x="4015" y="4780"/>
                  </a:cubicBezTo>
                  <a:cubicBezTo>
                    <a:pt x="4327" y="4780"/>
                    <a:pt x="4657" y="4817"/>
                    <a:pt x="4657" y="4817"/>
                  </a:cubicBezTo>
                  <a:lnTo>
                    <a:pt x="5077" y="4220"/>
                  </a:lnTo>
                  <a:lnTo>
                    <a:pt x="6192" y="4880"/>
                  </a:lnTo>
                  <a:lnTo>
                    <a:pt x="5853" y="4309"/>
                  </a:lnTo>
                  <a:lnTo>
                    <a:pt x="6103" y="3176"/>
                  </a:lnTo>
                  <a:lnTo>
                    <a:pt x="7209" y="3533"/>
                  </a:lnTo>
                  <a:lnTo>
                    <a:pt x="8101" y="2418"/>
                  </a:lnTo>
                  <a:lnTo>
                    <a:pt x="9270" y="2123"/>
                  </a:lnTo>
                  <a:lnTo>
                    <a:pt x="10304" y="2534"/>
                  </a:lnTo>
                  <a:lnTo>
                    <a:pt x="10367" y="1793"/>
                  </a:lnTo>
                  <a:lnTo>
                    <a:pt x="10697" y="1071"/>
                  </a:lnTo>
                  <a:lnTo>
                    <a:pt x="11232" y="1713"/>
                  </a:lnTo>
                  <a:lnTo>
                    <a:pt x="11098" y="865"/>
                  </a:lnTo>
                  <a:lnTo>
                    <a:pt x="1190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76" name="Google Shape;2776;p50"/>
          <p:cNvSpPr/>
          <p:nvPr/>
        </p:nvSpPr>
        <p:spPr>
          <a:xfrm>
            <a:off x="8033056" y="626579"/>
            <a:ext cx="1826264" cy="289825"/>
          </a:xfrm>
          <a:custGeom>
            <a:rect b="b" l="l" r="r" t="t"/>
            <a:pathLst>
              <a:path extrusionOk="0" h="769" w="4846">
                <a:moveTo>
                  <a:pt x="2481" y="1"/>
                </a:moveTo>
                <a:cubicBezTo>
                  <a:pt x="1937" y="1"/>
                  <a:pt x="1660" y="384"/>
                  <a:pt x="1660" y="384"/>
                </a:cubicBezTo>
                <a:cubicBezTo>
                  <a:pt x="1598" y="361"/>
                  <a:pt x="1541" y="351"/>
                  <a:pt x="1490" y="351"/>
                </a:cubicBezTo>
                <a:cubicBezTo>
                  <a:pt x="1272" y="351"/>
                  <a:pt x="1161" y="527"/>
                  <a:pt x="1161" y="527"/>
                </a:cubicBezTo>
                <a:cubicBezTo>
                  <a:pt x="1000" y="456"/>
                  <a:pt x="854" y="428"/>
                  <a:pt x="723" y="428"/>
                </a:cubicBezTo>
                <a:cubicBezTo>
                  <a:pt x="265" y="428"/>
                  <a:pt x="1" y="768"/>
                  <a:pt x="1" y="768"/>
                </a:cubicBezTo>
                <a:lnTo>
                  <a:pt x="4845" y="768"/>
                </a:lnTo>
                <a:cubicBezTo>
                  <a:pt x="4678" y="498"/>
                  <a:pt x="4438" y="428"/>
                  <a:pt x="4235" y="428"/>
                </a:cubicBezTo>
                <a:cubicBezTo>
                  <a:pt x="4015" y="428"/>
                  <a:pt x="3837" y="509"/>
                  <a:pt x="3837" y="509"/>
                </a:cubicBezTo>
                <a:cubicBezTo>
                  <a:pt x="3739" y="387"/>
                  <a:pt x="3623" y="350"/>
                  <a:pt x="3519" y="350"/>
                </a:cubicBezTo>
                <a:cubicBezTo>
                  <a:pt x="3366" y="350"/>
                  <a:pt x="3239" y="429"/>
                  <a:pt x="3239" y="429"/>
                </a:cubicBezTo>
                <a:cubicBezTo>
                  <a:pt x="3239" y="429"/>
                  <a:pt x="3025" y="1"/>
                  <a:pt x="24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0"/>
          <p:cNvSpPr txBox="1"/>
          <p:nvPr>
            <p:ph idx="1" type="body"/>
          </p:nvPr>
        </p:nvSpPr>
        <p:spPr>
          <a:xfrm>
            <a:off x="4790400" y="1711314"/>
            <a:ext cx="3640500" cy="2285100"/>
          </a:xfrm>
          <a:prstGeom prst="rect">
            <a:avLst/>
          </a:prstGeom>
        </p:spPr>
        <p:txBody>
          <a:bodyPr anchorCtr="0" anchor="t" bIns="91425" lIns="91425" spcFirstLastPara="1" rIns="91425" wrap="square" tIns="91425">
            <a:noAutofit/>
          </a:bodyPr>
          <a:lstStyle>
            <a:lvl1pPr indent="-317500" lvl="0" marL="457200">
              <a:lnSpc>
                <a:spcPct val="100000"/>
              </a:lnSpc>
              <a:spcBef>
                <a:spcPts val="0"/>
              </a:spcBef>
              <a:spcAft>
                <a:spcPts val="0"/>
              </a:spcAft>
              <a:buSzPts val="1400"/>
              <a:buChar char="●"/>
              <a:defRPr/>
            </a:lvl1pPr>
            <a:lvl2pPr indent="-317500" lvl="1" marL="914400">
              <a:lnSpc>
                <a:spcPct val="115000"/>
              </a:lnSpc>
              <a:spcBef>
                <a:spcPts val="0"/>
              </a:spcBef>
              <a:spcAft>
                <a:spcPts val="0"/>
              </a:spcAft>
              <a:buSzPts val="1400"/>
              <a:buChar char="○"/>
              <a:defRPr/>
            </a:lvl2pPr>
            <a:lvl3pPr indent="-317500" lvl="2" marL="1371600">
              <a:lnSpc>
                <a:spcPct val="115000"/>
              </a:lnSpc>
              <a:spcBef>
                <a:spcPts val="1600"/>
              </a:spcBef>
              <a:spcAft>
                <a:spcPts val="0"/>
              </a:spcAft>
              <a:buSzPts val="1400"/>
              <a:buChar char="■"/>
              <a:defRPr/>
            </a:lvl3pPr>
            <a:lvl4pPr indent="-317500" lvl="3" marL="1828800">
              <a:lnSpc>
                <a:spcPct val="115000"/>
              </a:lnSpc>
              <a:spcBef>
                <a:spcPts val="1600"/>
              </a:spcBef>
              <a:spcAft>
                <a:spcPts val="0"/>
              </a:spcAft>
              <a:buSzPts val="1400"/>
              <a:buChar char="●"/>
              <a:defRPr/>
            </a:lvl4pPr>
            <a:lvl5pPr indent="-317500" lvl="4" marL="2286000">
              <a:lnSpc>
                <a:spcPct val="115000"/>
              </a:lnSpc>
              <a:spcBef>
                <a:spcPts val="1600"/>
              </a:spcBef>
              <a:spcAft>
                <a:spcPts val="0"/>
              </a:spcAft>
              <a:buSzPts val="1400"/>
              <a:buChar char="○"/>
              <a:defRPr/>
            </a:lvl5pPr>
            <a:lvl6pPr indent="-317500" lvl="5" marL="2743200">
              <a:lnSpc>
                <a:spcPct val="115000"/>
              </a:lnSpc>
              <a:spcBef>
                <a:spcPts val="1600"/>
              </a:spcBef>
              <a:spcAft>
                <a:spcPts val="0"/>
              </a:spcAft>
              <a:buSzPts val="1400"/>
              <a:buChar char="■"/>
              <a:defRPr/>
            </a:lvl6pPr>
            <a:lvl7pPr indent="-317500" lvl="6" marL="3200400">
              <a:lnSpc>
                <a:spcPct val="115000"/>
              </a:lnSpc>
              <a:spcBef>
                <a:spcPts val="1600"/>
              </a:spcBef>
              <a:spcAft>
                <a:spcPts val="0"/>
              </a:spcAft>
              <a:buSzPts val="1400"/>
              <a:buChar char="●"/>
              <a:defRPr/>
            </a:lvl7pPr>
            <a:lvl8pPr indent="-317500" lvl="7" marL="3657600">
              <a:lnSpc>
                <a:spcPct val="115000"/>
              </a:lnSpc>
              <a:spcBef>
                <a:spcPts val="1600"/>
              </a:spcBef>
              <a:spcAft>
                <a:spcPts val="0"/>
              </a:spcAft>
              <a:buSzPts val="1400"/>
              <a:buChar char="○"/>
              <a:defRPr/>
            </a:lvl8pPr>
            <a:lvl9pPr indent="-317500" lvl="8" marL="4114800">
              <a:lnSpc>
                <a:spcPct val="115000"/>
              </a:lnSpc>
              <a:spcBef>
                <a:spcPts val="1600"/>
              </a:spcBef>
              <a:spcAft>
                <a:spcPts val="1600"/>
              </a:spcAft>
              <a:buSzPts val="1400"/>
              <a:buChar char="■"/>
              <a:defRPr/>
            </a:lvl9pPr>
          </a:lstStyle>
          <a:p/>
        </p:txBody>
      </p:sp>
      <p:sp>
        <p:nvSpPr>
          <p:cNvPr id="2778" name="Google Shape;2778;p50"/>
          <p:cNvSpPr txBox="1"/>
          <p:nvPr>
            <p:ph type="title"/>
          </p:nvPr>
        </p:nvSpPr>
        <p:spPr>
          <a:xfrm>
            <a:off x="4790400" y="1112089"/>
            <a:ext cx="3497100" cy="5229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2779" name="Shape 2779"/>
        <p:cNvGrpSpPr/>
        <p:nvPr/>
      </p:nvGrpSpPr>
      <p:grpSpPr>
        <a:xfrm>
          <a:off x="0" y="0"/>
          <a:ext cx="0" cy="0"/>
          <a:chOff x="0" y="0"/>
          <a:chExt cx="0" cy="0"/>
        </a:xfrm>
      </p:grpSpPr>
      <p:grpSp>
        <p:nvGrpSpPr>
          <p:cNvPr id="2780" name="Google Shape;2780;p51"/>
          <p:cNvGrpSpPr/>
          <p:nvPr/>
        </p:nvGrpSpPr>
        <p:grpSpPr>
          <a:xfrm>
            <a:off x="-487100" y="2708672"/>
            <a:ext cx="9631141" cy="3077307"/>
            <a:chOff x="-487100" y="2708672"/>
            <a:chExt cx="9631141" cy="3077307"/>
          </a:xfrm>
        </p:grpSpPr>
        <p:sp>
          <p:nvSpPr>
            <p:cNvPr id="2781" name="Google Shape;2781;p51"/>
            <p:cNvSpPr/>
            <p:nvPr/>
          </p:nvSpPr>
          <p:spPr>
            <a:xfrm>
              <a:off x="25" y="2708672"/>
              <a:ext cx="9138617" cy="2458691"/>
            </a:xfrm>
            <a:custGeom>
              <a:rect b="b" l="l" r="r" t="t"/>
              <a:pathLst>
                <a:path extrusionOk="0" h="10831" w="30422">
                  <a:moveTo>
                    <a:pt x="1" y="1"/>
                  </a:moveTo>
                  <a:lnTo>
                    <a:pt x="1" y="10831"/>
                  </a:lnTo>
                  <a:lnTo>
                    <a:pt x="30422" y="10831"/>
                  </a:lnTo>
                  <a:lnTo>
                    <a:pt x="3042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1"/>
            <p:cNvSpPr/>
            <p:nvPr/>
          </p:nvSpPr>
          <p:spPr>
            <a:xfrm rot="-452031">
              <a:off x="-434959" y="3829110"/>
              <a:ext cx="8885158" cy="1380354"/>
            </a:xfrm>
            <a:custGeom>
              <a:rect b="b" l="l" r="r" t="t"/>
              <a:pathLst>
                <a:path extrusionOk="0" h="4392" w="19699">
                  <a:moveTo>
                    <a:pt x="4995" y="1"/>
                  </a:moveTo>
                  <a:cubicBezTo>
                    <a:pt x="3919" y="1"/>
                    <a:pt x="4301" y="735"/>
                    <a:pt x="4568" y="1249"/>
                  </a:cubicBezTo>
                  <a:cubicBezTo>
                    <a:pt x="4660" y="1423"/>
                    <a:pt x="4631" y="1480"/>
                    <a:pt x="4542" y="1480"/>
                  </a:cubicBezTo>
                  <a:cubicBezTo>
                    <a:pt x="4369" y="1480"/>
                    <a:pt x="3971" y="1264"/>
                    <a:pt x="3803" y="1264"/>
                  </a:cubicBezTo>
                  <a:cubicBezTo>
                    <a:pt x="3706" y="1264"/>
                    <a:pt x="3685" y="1335"/>
                    <a:pt x="3828" y="1562"/>
                  </a:cubicBezTo>
                  <a:cubicBezTo>
                    <a:pt x="4013" y="1864"/>
                    <a:pt x="3581" y="1960"/>
                    <a:pt x="2958" y="1960"/>
                  </a:cubicBezTo>
                  <a:cubicBezTo>
                    <a:pt x="1873" y="1960"/>
                    <a:pt x="206" y="1669"/>
                    <a:pt x="206" y="1669"/>
                  </a:cubicBezTo>
                  <a:lnTo>
                    <a:pt x="0" y="3239"/>
                  </a:lnTo>
                  <a:cubicBezTo>
                    <a:pt x="0" y="3239"/>
                    <a:pt x="3194" y="3845"/>
                    <a:pt x="3667" y="4104"/>
                  </a:cubicBezTo>
                  <a:cubicBezTo>
                    <a:pt x="3878" y="4221"/>
                    <a:pt x="4325" y="4236"/>
                    <a:pt x="4971" y="4236"/>
                  </a:cubicBezTo>
                  <a:cubicBezTo>
                    <a:pt x="5183" y="4236"/>
                    <a:pt x="5415" y="4234"/>
                    <a:pt x="5667" y="4234"/>
                  </a:cubicBezTo>
                  <a:cubicBezTo>
                    <a:pt x="6343" y="4234"/>
                    <a:pt x="7159" y="4246"/>
                    <a:pt x="8092" y="4327"/>
                  </a:cubicBezTo>
                  <a:cubicBezTo>
                    <a:pt x="8653" y="4374"/>
                    <a:pt x="9403" y="4392"/>
                    <a:pt x="10220" y="4392"/>
                  </a:cubicBezTo>
                  <a:cubicBezTo>
                    <a:pt x="12820" y="4392"/>
                    <a:pt x="16094" y="4211"/>
                    <a:pt x="16094" y="4211"/>
                  </a:cubicBezTo>
                  <a:lnTo>
                    <a:pt x="19698" y="2570"/>
                  </a:lnTo>
                  <a:cubicBezTo>
                    <a:pt x="19698" y="2570"/>
                    <a:pt x="16180" y="926"/>
                    <a:pt x="15253" y="926"/>
                  </a:cubicBezTo>
                  <a:cubicBezTo>
                    <a:pt x="15086" y="926"/>
                    <a:pt x="15003" y="979"/>
                    <a:pt x="15041" y="1107"/>
                  </a:cubicBezTo>
                  <a:cubicBezTo>
                    <a:pt x="15079" y="1237"/>
                    <a:pt x="14995" y="1289"/>
                    <a:pt x="14829" y="1289"/>
                  </a:cubicBezTo>
                  <a:cubicBezTo>
                    <a:pt x="14138" y="1289"/>
                    <a:pt x="12020" y="387"/>
                    <a:pt x="11225" y="387"/>
                  </a:cubicBezTo>
                  <a:cubicBezTo>
                    <a:pt x="10990" y="387"/>
                    <a:pt x="10871" y="465"/>
                    <a:pt x="10938" y="669"/>
                  </a:cubicBezTo>
                  <a:cubicBezTo>
                    <a:pt x="11018" y="915"/>
                    <a:pt x="10974" y="1008"/>
                    <a:pt x="10851" y="1008"/>
                  </a:cubicBezTo>
                  <a:cubicBezTo>
                    <a:pt x="10476" y="1008"/>
                    <a:pt x="9368" y="142"/>
                    <a:pt x="8865" y="142"/>
                  </a:cubicBezTo>
                  <a:cubicBezTo>
                    <a:pt x="8823" y="142"/>
                    <a:pt x="8785" y="148"/>
                    <a:pt x="8752" y="161"/>
                  </a:cubicBezTo>
                  <a:cubicBezTo>
                    <a:pt x="8380" y="305"/>
                    <a:pt x="9122" y="760"/>
                    <a:pt x="8659" y="760"/>
                  </a:cubicBezTo>
                  <a:cubicBezTo>
                    <a:pt x="8434" y="760"/>
                    <a:pt x="7924" y="652"/>
                    <a:pt x="6861" y="348"/>
                  </a:cubicBezTo>
                  <a:cubicBezTo>
                    <a:pt x="5988" y="101"/>
                    <a:pt x="5392" y="1"/>
                    <a:pt x="49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1"/>
            <p:cNvSpPr/>
            <p:nvPr/>
          </p:nvSpPr>
          <p:spPr>
            <a:xfrm>
              <a:off x="938150" y="2885827"/>
              <a:ext cx="8200483" cy="2281538"/>
            </a:xfrm>
            <a:custGeom>
              <a:rect b="b" l="l" r="r" t="t"/>
              <a:pathLst>
                <a:path extrusionOk="0" h="7595" w="27299">
                  <a:moveTo>
                    <a:pt x="25426" y="1"/>
                  </a:moveTo>
                  <a:cubicBezTo>
                    <a:pt x="24848" y="1"/>
                    <a:pt x="24465" y="94"/>
                    <a:pt x="24765" y="288"/>
                  </a:cubicBezTo>
                  <a:cubicBezTo>
                    <a:pt x="25372" y="672"/>
                    <a:pt x="24551" y="449"/>
                    <a:pt x="22624" y="1082"/>
                  </a:cubicBezTo>
                  <a:cubicBezTo>
                    <a:pt x="20706" y="1725"/>
                    <a:pt x="21429" y="2206"/>
                    <a:pt x="22044" y="2715"/>
                  </a:cubicBezTo>
                  <a:cubicBezTo>
                    <a:pt x="22651" y="3223"/>
                    <a:pt x="22437" y="4678"/>
                    <a:pt x="20322" y="4838"/>
                  </a:cubicBezTo>
                  <a:cubicBezTo>
                    <a:pt x="20162" y="4851"/>
                    <a:pt x="20008" y="4857"/>
                    <a:pt x="19860" y="4857"/>
                  </a:cubicBezTo>
                  <a:cubicBezTo>
                    <a:pt x="18181" y="4857"/>
                    <a:pt x="17351" y="4087"/>
                    <a:pt x="16901" y="4087"/>
                  </a:cubicBezTo>
                  <a:cubicBezTo>
                    <a:pt x="16871" y="4087"/>
                    <a:pt x="16843" y="4091"/>
                    <a:pt x="16817" y="4098"/>
                  </a:cubicBezTo>
                  <a:cubicBezTo>
                    <a:pt x="16516" y="4179"/>
                    <a:pt x="17028" y="4589"/>
                    <a:pt x="16349" y="4589"/>
                  </a:cubicBezTo>
                  <a:cubicBezTo>
                    <a:pt x="15979" y="4589"/>
                    <a:pt x="15258" y="4468"/>
                    <a:pt x="13864" y="4107"/>
                  </a:cubicBezTo>
                  <a:cubicBezTo>
                    <a:pt x="12777" y="3828"/>
                    <a:pt x="12007" y="3716"/>
                    <a:pt x="11472" y="3716"/>
                  </a:cubicBezTo>
                  <a:cubicBezTo>
                    <a:pt x="10053" y="3716"/>
                    <a:pt x="10292" y="4510"/>
                    <a:pt x="10688" y="5106"/>
                  </a:cubicBezTo>
                  <a:cubicBezTo>
                    <a:pt x="10962" y="5527"/>
                    <a:pt x="10990" y="5704"/>
                    <a:pt x="10575" y="5704"/>
                  </a:cubicBezTo>
                  <a:cubicBezTo>
                    <a:pt x="10181" y="5704"/>
                    <a:pt x="9388" y="5545"/>
                    <a:pt x="8029" y="5284"/>
                  </a:cubicBezTo>
                  <a:cubicBezTo>
                    <a:pt x="7400" y="5163"/>
                    <a:pt x="6920" y="5111"/>
                    <a:pt x="6559" y="5111"/>
                  </a:cubicBezTo>
                  <a:cubicBezTo>
                    <a:pt x="5325" y="5111"/>
                    <a:pt x="5493" y="5717"/>
                    <a:pt x="5879" y="6221"/>
                  </a:cubicBezTo>
                  <a:cubicBezTo>
                    <a:pt x="6057" y="6452"/>
                    <a:pt x="5590" y="6512"/>
                    <a:pt x="4875" y="6512"/>
                  </a:cubicBezTo>
                  <a:cubicBezTo>
                    <a:pt x="4094" y="6512"/>
                    <a:pt x="3016" y="6440"/>
                    <a:pt x="2156" y="6440"/>
                  </a:cubicBezTo>
                  <a:cubicBezTo>
                    <a:pt x="1585" y="6440"/>
                    <a:pt x="1111" y="6472"/>
                    <a:pt x="884" y="6578"/>
                  </a:cubicBezTo>
                  <a:cubicBezTo>
                    <a:pt x="0" y="6997"/>
                    <a:pt x="705" y="7595"/>
                    <a:pt x="705" y="7595"/>
                  </a:cubicBezTo>
                  <a:lnTo>
                    <a:pt x="27299" y="7595"/>
                  </a:lnTo>
                  <a:lnTo>
                    <a:pt x="27299" y="288"/>
                  </a:lnTo>
                  <a:cubicBezTo>
                    <a:pt x="26816" y="99"/>
                    <a:pt x="26018" y="1"/>
                    <a:pt x="254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1"/>
            <p:cNvSpPr/>
            <p:nvPr/>
          </p:nvSpPr>
          <p:spPr>
            <a:xfrm>
              <a:off x="900601" y="3153183"/>
              <a:ext cx="8243440" cy="2014182"/>
            </a:xfrm>
            <a:custGeom>
              <a:rect b="b" l="l" r="r" t="t"/>
              <a:pathLst>
                <a:path extrusionOk="0" h="6705" w="27442">
                  <a:moveTo>
                    <a:pt x="25753" y="1"/>
                  </a:moveTo>
                  <a:cubicBezTo>
                    <a:pt x="24111" y="1"/>
                    <a:pt x="21945" y="237"/>
                    <a:pt x="22544" y="1548"/>
                  </a:cubicBezTo>
                  <a:cubicBezTo>
                    <a:pt x="23231" y="3054"/>
                    <a:pt x="22540" y="4266"/>
                    <a:pt x="19414" y="4266"/>
                  </a:cubicBezTo>
                  <a:cubicBezTo>
                    <a:pt x="18279" y="4266"/>
                    <a:pt x="16824" y="4106"/>
                    <a:pt x="14997" y="3743"/>
                  </a:cubicBezTo>
                  <a:cubicBezTo>
                    <a:pt x="13658" y="3477"/>
                    <a:pt x="12755" y="3370"/>
                    <a:pt x="12154" y="3370"/>
                  </a:cubicBezTo>
                  <a:cubicBezTo>
                    <a:pt x="9709" y="3370"/>
                    <a:pt x="12256" y="5136"/>
                    <a:pt x="10787" y="5136"/>
                  </a:cubicBezTo>
                  <a:cubicBezTo>
                    <a:pt x="10764" y="5136"/>
                    <a:pt x="10740" y="5135"/>
                    <a:pt x="10715" y="5135"/>
                  </a:cubicBezTo>
                  <a:cubicBezTo>
                    <a:pt x="9570" y="5099"/>
                    <a:pt x="8141" y="4903"/>
                    <a:pt x="7295" y="4903"/>
                  </a:cubicBezTo>
                  <a:cubicBezTo>
                    <a:pt x="6651" y="4903"/>
                    <a:pt x="6346" y="5017"/>
                    <a:pt x="6763" y="5402"/>
                  </a:cubicBezTo>
                  <a:cubicBezTo>
                    <a:pt x="7753" y="6330"/>
                    <a:pt x="0" y="5215"/>
                    <a:pt x="1463" y="6705"/>
                  </a:cubicBezTo>
                  <a:lnTo>
                    <a:pt x="27442" y="6705"/>
                  </a:lnTo>
                  <a:lnTo>
                    <a:pt x="27442" y="76"/>
                  </a:lnTo>
                  <a:cubicBezTo>
                    <a:pt x="27442" y="76"/>
                    <a:pt x="26681" y="1"/>
                    <a:pt x="25753" y="1"/>
                  </a:cubicBez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1"/>
            <p:cNvSpPr/>
            <p:nvPr/>
          </p:nvSpPr>
          <p:spPr>
            <a:xfrm>
              <a:off x="897897" y="3158590"/>
              <a:ext cx="8240736" cy="2008775"/>
            </a:xfrm>
            <a:custGeom>
              <a:rect b="b" l="l" r="r" t="t"/>
              <a:pathLst>
                <a:path extrusionOk="0" h="6687" w="27433">
                  <a:moveTo>
                    <a:pt x="25738" y="0"/>
                  </a:moveTo>
                  <a:cubicBezTo>
                    <a:pt x="24099" y="0"/>
                    <a:pt x="21943" y="236"/>
                    <a:pt x="22535" y="1539"/>
                  </a:cubicBezTo>
                  <a:cubicBezTo>
                    <a:pt x="23222" y="3045"/>
                    <a:pt x="22536" y="4257"/>
                    <a:pt x="19409" y="4257"/>
                  </a:cubicBezTo>
                  <a:cubicBezTo>
                    <a:pt x="18274" y="4257"/>
                    <a:pt x="16817" y="4097"/>
                    <a:pt x="14988" y="3734"/>
                  </a:cubicBezTo>
                  <a:cubicBezTo>
                    <a:pt x="13650" y="3468"/>
                    <a:pt x="12747" y="3361"/>
                    <a:pt x="12146" y="3361"/>
                  </a:cubicBezTo>
                  <a:cubicBezTo>
                    <a:pt x="9695" y="3361"/>
                    <a:pt x="12258" y="5135"/>
                    <a:pt x="10770" y="5135"/>
                  </a:cubicBezTo>
                  <a:cubicBezTo>
                    <a:pt x="10749" y="5135"/>
                    <a:pt x="10728" y="5135"/>
                    <a:pt x="10706" y="5134"/>
                  </a:cubicBezTo>
                  <a:cubicBezTo>
                    <a:pt x="9564" y="5094"/>
                    <a:pt x="8132" y="4894"/>
                    <a:pt x="7287" y="4894"/>
                  </a:cubicBezTo>
                  <a:cubicBezTo>
                    <a:pt x="6647" y="4894"/>
                    <a:pt x="6342" y="5009"/>
                    <a:pt x="6754" y="5393"/>
                  </a:cubicBezTo>
                  <a:cubicBezTo>
                    <a:pt x="7753" y="6321"/>
                    <a:pt x="1" y="5197"/>
                    <a:pt x="1455" y="6687"/>
                  </a:cubicBezTo>
                  <a:lnTo>
                    <a:pt x="1820" y="6687"/>
                  </a:lnTo>
                  <a:cubicBezTo>
                    <a:pt x="1820" y="6687"/>
                    <a:pt x="1185" y="6156"/>
                    <a:pt x="2450" y="6156"/>
                  </a:cubicBezTo>
                  <a:cubicBezTo>
                    <a:pt x="2517" y="6156"/>
                    <a:pt x="2590" y="6157"/>
                    <a:pt x="2668" y="6160"/>
                  </a:cubicBezTo>
                  <a:cubicBezTo>
                    <a:pt x="3352" y="6188"/>
                    <a:pt x="4382" y="6254"/>
                    <a:pt x="5289" y="6254"/>
                  </a:cubicBezTo>
                  <a:cubicBezTo>
                    <a:pt x="6429" y="6254"/>
                    <a:pt x="7375" y="6150"/>
                    <a:pt x="7191" y="5732"/>
                  </a:cubicBezTo>
                  <a:cubicBezTo>
                    <a:pt x="7001" y="5318"/>
                    <a:pt x="7253" y="5119"/>
                    <a:pt x="7793" y="5119"/>
                  </a:cubicBezTo>
                  <a:cubicBezTo>
                    <a:pt x="8220" y="5119"/>
                    <a:pt x="8825" y="5243"/>
                    <a:pt x="9537" y="5482"/>
                  </a:cubicBezTo>
                  <a:cubicBezTo>
                    <a:pt x="10180" y="5695"/>
                    <a:pt x="10722" y="5810"/>
                    <a:pt x="11121" y="5810"/>
                  </a:cubicBezTo>
                  <a:cubicBezTo>
                    <a:pt x="11724" y="5810"/>
                    <a:pt x="11998" y="5548"/>
                    <a:pt x="11794" y="4974"/>
                  </a:cubicBezTo>
                  <a:cubicBezTo>
                    <a:pt x="11510" y="4196"/>
                    <a:pt x="11648" y="3613"/>
                    <a:pt x="12385" y="3613"/>
                  </a:cubicBezTo>
                  <a:cubicBezTo>
                    <a:pt x="12552" y="3613"/>
                    <a:pt x="12750" y="3643"/>
                    <a:pt x="12981" y="3707"/>
                  </a:cubicBezTo>
                  <a:cubicBezTo>
                    <a:pt x="14035" y="4006"/>
                    <a:pt x="16894" y="5183"/>
                    <a:pt x="19604" y="5183"/>
                  </a:cubicBezTo>
                  <a:cubicBezTo>
                    <a:pt x="20128" y="5183"/>
                    <a:pt x="20645" y="5139"/>
                    <a:pt x="21143" y="5036"/>
                  </a:cubicBezTo>
                  <a:cubicBezTo>
                    <a:pt x="24230" y="4403"/>
                    <a:pt x="23374" y="2744"/>
                    <a:pt x="22999" y="1789"/>
                  </a:cubicBezTo>
                  <a:cubicBezTo>
                    <a:pt x="22694" y="1018"/>
                    <a:pt x="22856" y="426"/>
                    <a:pt x="25350" y="426"/>
                  </a:cubicBezTo>
                  <a:cubicBezTo>
                    <a:pt x="25917" y="426"/>
                    <a:pt x="26604" y="456"/>
                    <a:pt x="27433" y="522"/>
                  </a:cubicBezTo>
                  <a:lnTo>
                    <a:pt x="27433" y="76"/>
                  </a:lnTo>
                  <a:cubicBezTo>
                    <a:pt x="27433" y="76"/>
                    <a:pt x="26669" y="0"/>
                    <a:pt x="25738" y="0"/>
                  </a:cubicBez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1"/>
            <p:cNvSpPr/>
            <p:nvPr/>
          </p:nvSpPr>
          <p:spPr>
            <a:xfrm>
              <a:off x="5332899" y="4810791"/>
              <a:ext cx="75399" cy="40254"/>
            </a:xfrm>
            <a:custGeom>
              <a:rect b="b" l="l" r="r" t="t"/>
              <a:pathLst>
                <a:path extrusionOk="0" h="134" w="251">
                  <a:moveTo>
                    <a:pt x="126" y="0"/>
                  </a:moveTo>
                  <a:cubicBezTo>
                    <a:pt x="54" y="0"/>
                    <a:pt x="1" y="27"/>
                    <a:pt x="1" y="63"/>
                  </a:cubicBezTo>
                  <a:cubicBezTo>
                    <a:pt x="1" y="98"/>
                    <a:pt x="54" y="134"/>
                    <a:pt x="126" y="134"/>
                  </a:cubicBezTo>
                  <a:cubicBezTo>
                    <a:pt x="188" y="134"/>
                    <a:pt x="251" y="98"/>
                    <a:pt x="251" y="63"/>
                  </a:cubicBezTo>
                  <a:cubicBezTo>
                    <a:pt x="251" y="27"/>
                    <a:pt x="188" y="0"/>
                    <a:pt x="126" y="0"/>
                  </a:cubicBez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1"/>
            <p:cNvSpPr/>
            <p:nvPr/>
          </p:nvSpPr>
          <p:spPr>
            <a:xfrm>
              <a:off x="5357231" y="4215698"/>
              <a:ext cx="158308" cy="622128"/>
            </a:xfrm>
            <a:custGeom>
              <a:rect b="b" l="l" r="r" t="t"/>
              <a:pathLst>
                <a:path extrusionOk="0" h="2071" w="527">
                  <a:moveTo>
                    <a:pt x="446" y="1"/>
                  </a:moveTo>
                  <a:lnTo>
                    <a:pt x="0" y="2053"/>
                  </a:lnTo>
                  <a:lnTo>
                    <a:pt x="80" y="2070"/>
                  </a:lnTo>
                  <a:lnTo>
                    <a:pt x="526" y="19"/>
                  </a:lnTo>
                  <a:lnTo>
                    <a:pt x="446" y="1"/>
                  </a:ln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1"/>
            <p:cNvSpPr/>
            <p:nvPr/>
          </p:nvSpPr>
          <p:spPr>
            <a:xfrm>
              <a:off x="5019589" y="4202781"/>
              <a:ext cx="876553" cy="324132"/>
            </a:xfrm>
            <a:custGeom>
              <a:rect b="b" l="l" r="r" t="t"/>
              <a:pathLst>
                <a:path extrusionOk="0" h="1079" w="2918">
                  <a:moveTo>
                    <a:pt x="1145" y="0"/>
                  </a:moveTo>
                  <a:cubicBezTo>
                    <a:pt x="385" y="0"/>
                    <a:pt x="0" y="436"/>
                    <a:pt x="0" y="436"/>
                  </a:cubicBezTo>
                  <a:lnTo>
                    <a:pt x="2917" y="1079"/>
                  </a:lnTo>
                  <a:cubicBezTo>
                    <a:pt x="2917" y="1079"/>
                    <a:pt x="2676" y="285"/>
                    <a:pt x="1615" y="53"/>
                  </a:cubicBezTo>
                  <a:cubicBezTo>
                    <a:pt x="1445" y="16"/>
                    <a:pt x="1289" y="0"/>
                    <a:pt x="1145" y="0"/>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1"/>
            <p:cNvSpPr/>
            <p:nvPr/>
          </p:nvSpPr>
          <p:spPr>
            <a:xfrm>
              <a:off x="5166781" y="4211493"/>
              <a:ext cx="579162" cy="280574"/>
            </a:xfrm>
            <a:custGeom>
              <a:rect b="b" l="l" r="r" t="t"/>
              <a:pathLst>
                <a:path extrusionOk="0" h="934" w="1928">
                  <a:moveTo>
                    <a:pt x="911" y="0"/>
                  </a:moveTo>
                  <a:cubicBezTo>
                    <a:pt x="336" y="0"/>
                    <a:pt x="1" y="514"/>
                    <a:pt x="1" y="514"/>
                  </a:cubicBezTo>
                  <a:lnTo>
                    <a:pt x="1928" y="934"/>
                  </a:lnTo>
                  <a:cubicBezTo>
                    <a:pt x="1928" y="934"/>
                    <a:pt x="1830" y="175"/>
                    <a:pt x="1125" y="24"/>
                  </a:cubicBezTo>
                  <a:cubicBezTo>
                    <a:pt x="1050" y="8"/>
                    <a:pt x="979" y="0"/>
                    <a:pt x="9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1"/>
            <p:cNvSpPr/>
            <p:nvPr/>
          </p:nvSpPr>
          <p:spPr>
            <a:xfrm>
              <a:off x="5332899" y="4217200"/>
              <a:ext cx="263146" cy="240020"/>
            </a:xfrm>
            <a:custGeom>
              <a:rect b="b" l="l" r="r" t="t"/>
              <a:pathLst>
                <a:path extrusionOk="0" h="799" w="876">
                  <a:moveTo>
                    <a:pt x="531" y="1"/>
                  </a:moveTo>
                  <a:cubicBezTo>
                    <a:pt x="237" y="1"/>
                    <a:pt x="1" y="620"/>
                    <a:pt x="1" y="620"/>
                  </a:cubicBezTo>
                  <a:lnTo>
                    <a:pt x="831" y="799"/>
                  </a:lnTo>
                  <a:cubicBezTo>
                    <a:pt x="831" y="799"/>
                    <a:pt x="875" y="67"/>
                    <a:pt x="572" y="5"/>
                  </a:cubicBezTo>
                  <a:cubicBezTo>
                    <a:pt x="558" y="2"/>
                    <a:pt x="544" y="1"/>
                    <a:pt x="531" y="1"/>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1"/>
            <p:cNvSpPr/>
            <p:nvPr/>
          </p:nvSpPr>
          <p:spPr>
            <a:xfrm>
              <a:off x="4373744" y="4301613"/>
              <a:ext cx="825485" cy="562950"/>
            </a:xfrm>
            <a:custGeom>
              <a:rect b="b" l="l" r="r" t="t"/>
              <a:pathLst>
                <a:path extrusionOk="0" h="1874" w="2748">
                  <a:moveTo>
                    <a:pt x="1276" y="0"/>
                  </a:moveTo>
                  <a:lnTo>
                    <a:pt x="0" y="321"/>
                  </a:lnTo>
                  <a:lnTo>
                    <a:pt x="1276" y="1874"/>
                  </a:lnTo>
                  <a:lnTo>
                    <a:pt x="2748" y="1205"/>
                  </a:lnTo>
                  <a:lnTo>
                    <a:pt x="1276" y="0"/>
                  </a:ln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1"/>
            <p:cNvSpPr/>
            <p:nvPr/>
          </p:nvSpPr>
          <p:spPr>
            <a:xfrm>
              <a:off x="4389665" y="4264063"/>
              <a:ext cx="825786" cy="562950"/>
            </a:xfrm>
            <a:custGeom>
              <a:rect b="b" l="l" r="r" t="t"/>
              <a:pathLst>
                <a:path extrusionOk="0" h="1874" w="2749">
                  <a:moveTo>
                    <a:pt x="1276" y="0"/>
                  </a:moveTo>
                  <a:lnTo>
                    <a:pt x="1" y="321"/>
                  </a:lnTo>
                  <a:lnTo>
                    <a:pt x="1285" y="1874"/>
                  </a:lnTo>
                  <a:lnTo>
                    <a:pt x="2748" y="1196"/>
                  </a:lnTo>
                  <a:lnTo>
                    <a:pt x="1276" y="0"/>
                  </a:lnTo>
                  <a:close/>
                </a:path>
              </a:pathLst>
            </a:custGeom>
            <a:solidFill>
              <a:srgbClr val="EA9B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1"/>
            <p:cNvSpPr/>
            <p:nvPr/>
          </p:nvSpPr>
          <p:spPr>
            <a:xfrm>
              <a:off x="4505016" y="4322941"/>
              <a:ext cx="450292" cy="442489"/>
            </a:xfrm>
            <a:custGeom>
              <a:rect b="b" l="l" r="r" t="t"/>
              <a:pathLst>
                <a:path extrusionOk="0" h="1473" w="1499">
                  <a:moveTo>
                    <a:pt x="98" y="1"/>
                  </a:moveTo>
                  <a:lnTo>
                    <a:pt x="0" y="27"/>
                  </a:lnTo>
                  <a:lnTo>
                    <a:pt x="1338" y="1473"/>
                  </a:lnTo>
                  <a:lnTo>
                    <a:pt x="1499" y="1401"/>
                  </a:lnTo>
                  <a:lnTo>
                    <a:pt x="98" y="1"/>
                  </a:ln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1"/>
            <p:cNvSpPr/>
            <p:nvPr/>
          </p:nvSpPr>
          <p:spPr>
            <a:xfrm>
              <a:off x="4652208" y="4285391"/>
              <a:ext cx="458703" cy="410346"/>
            </a:xfrm>
            <a:custGeom>
              <a:rect b="b" l="l" r="r" t="t"/>
              <a:pathLst>
                <a:path extrusionOk="0" h="1366" w="1527">
                  <a:moveTo>
                    <a:pt x="117" y="1"/>
                  </a:moveTo>
                  <a:lnTo>
                    <a:pt x="1" y="27"/>
                  </a:lnTo>
                  <a:lnTo>
                    <a:pt x="1357" y="1366"/>
                  </a:lnTo>
                  <a:lnTo>
                    <a:pt x="1526" y="1285"/>
                  </a:lnTo>
                  <a:lnTo>
                    <a:pt x="117" y="1"/>
                  </a:ln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1"/>
            <p:cNvSpPr/>
            <p:nvPr/>
          </p:nvSpPr>
          <p:spPr>
            <a:xfrm>
              <a:off x="5464170" y="4773241"/>
              <a:ext cx="1064299" cy="726367"/>
            </a:xfrm>
            <a:custGeom>
              <a:rect b="b" l="l" r="r" t="t"/>
              <a:pathLst>
                <a:path extrusionOk="0" h="2418" w="3543">
                  <a:moveTo>
                    <a:pt x="1651" y="0"/>
                  </a:moveTo>
                  <a:lnTo>
                    <a:pt x="1" y="420"/>
                  </a:lnTo>
                  <a:lnTo>
                    <a:pt x="1651" y="2418"/>
                  </a:lnTo>
                  <a:lnTo>
                    <a:pt x="3543" y="1553"/>
                  </a:lnTo>
                  <a:lnTo>
                    <a:pt x="1651" y="0"/>
                  </a:ln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1"/>
            <p:cNvSpPr/>
            <p:nvPr/>
          </p:nvSpPr>
          <p:spPr>
            <a:xfrm>
              <a:off x="5485799" y="4724877"/>
              <a:ext cx="1063999" cy="723964"/>
            </a:xfrm>
            <a:custGeom>
              <a:rect b="b" l="l" r="r" t="t"/>
              <a:pathLst>
                <a:path extrusionOk="0" h="2410" w="3542">
                  <a:moveTo>
                    <a:pt x="1651" y="1"/>
                  </a:moveTo>
                  <a:lnTo>
                    <a:pt x="0" y="411"/>
                  </a:lnTo>
                  <a:lnTo>
                    <a:pt x="1651" y="2409"/>
                  </a:lnTo>
                  <a:lnTo>
                    <a:pt x="3542" y="1544"/>
                  </a:lnTo>
                  <a:lnTo>
                    <a:pt x="1651"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1"/>
            <p:cNvSpPr/>
            <p:nvPr/>
          </p:nvSpPr>
          <p:spPr>
            <a:xfrm>
              <a:off x="5633292" y="4799977"/>
              <a:ext cx="581565" cy="571060"/>
            </a:xfrm>
            <a:custGeom>
              <a:rect b="b" l="l" r="r" t="t"/>
              <a:pathLst>
                <a:path extrusionOk="0" h="1901" w="1936">
                  <a:moveTo>
                    <a:pt x="134" y="1"/>
                  </a:moveTo>
                  <a:lnTo>
                    <a:pt x="0" y="36"/>
                  </a:lnTo>
                  <a:lnTo>
                    <a:pt x="1722" y="1901"/>
                  </a:lnTo>
                  <a:lnTo>
                    <a:pt x="1936" y="1803"/>
                  </a:lnTo>
                  <a:lnTo>
                    <a:pt x="134" y="1"/>
                  </a:ln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1"/>
            <p:cNvSpPr/>
            <p:nvPr/>
          </p:nvSpPr>
          <p:spPr>
            <a:xfrm>
              <a:off x="5826144" y="4751612"/>
              <a:ext cx="589675" cy="528404"/>
            </a:xfrm>
            <a:custGeom>
              <a:rect b="b" l="l" r="r" t="t"/>
              <a:pathLst>
                <a:path extrusionOk="0" h="1759" w="1963">
                  <a:moveTo>
                    <a:pt x="143" y="1"/>
                  </a:moveTo>
                  <a:lnTo>
                    <a:pt x="0" y="37"/>
                  </a:lnTo>
                  <a:lnTo>
                    <a:pt x="1740" y="1758"/>
                  </a:lnTo>
                  <a:lnTo>
                    <a:pt x="1963" y="1660"/>
                  </a:lnTo>
                  <a:lnTo>
                    <a:pt x="143" y="1"/>
                  </a:ln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1"/>
            <p:cNvSpPr/>
            <p:nvPr/>
          </p:nvSpPr>
          <p:spPr>
            <a:xfrm>
              <a:off x="4625473" y="4928548"/>
              <a:ext cx="1064299" cy="723964"/>
            </a:xfrm>
            <a:custGeom>
              <a:rect b="b" l="l" r="r" t="t"/>
              <a:pathLst>
                <a:path extrusionOk="0" h="2410" w="3543">
                  <a:moveTo>
                    <a:pt x="1651" y="1"/>
                  </a:moveTo>
                  <a:lnTo>
                    <a:pt x="1" y="411"/>
                  </a:lnTo>
                  <a:lnTo>
                    <a:pt x="1651" y="2409"/>
                  </a:lnTo>
                  <a:lnTo>
                    <a:pt x="3542" y="1544"/>
                  </a:lnTo>
                  <a:lnTo>
                    <a:pt x="1651" y="1"/>
                  </a:ln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1"/>
            <p:cNvSpPr/>
            <p:nvPr/>
          </p:nvSpPr>
          <p:spPr>
            <a:xfrm>
              <a:off x="4647102" y="4877780"/>
              <a:ext cx="1063999" cy="723664"/>
            </a:xfrm>
            <a:custGeom>
              <a:rect b="b" l="l" r="r" t="t"/>
              <a:pathLst>
                <a:path extrusionOk="0" h="2409" w="3542">
                  <a:moveTo>
                    <a:pt x="1650" y="0"/>
                  </a:moveTo>
                  <a:lnTo>
                    <a:pt x="0" y="411"/>
                  </a:lnTo>
                  <a:lnTo>
                    <a:pt x="1650" y="2409"/>
                  </a:lnTo>
                  <a:lnTo>
                    <a:pt x="3542" y="1544"/>
                  </a:lnTo>
                  <a:lnTo>
                    <a:pt x="1650" y="0"/>
                  </a:ln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1"/>
            <p:cNvSpPr/>
            <p:nvPr/>
          </p:nvSpPr>
          <p:spPr>
            <a:xfrm>
              <a:off x="4794294" y="4955283"/>
              <a:ext cx="581865" cy="568657"/>
            </a:xfrm>
            <a:custGeom>
              <a:rect b="b" l="l" r="r" t="t"/>
              <a:pathLst>
                <a:path extrusionOk="0" h="1893" w="1937">
                  <a:moveTo>
                    <a:pt x="135" y="1"/>
                  </a:moveTo>
                  <a:lnTo>
                    <a:pt x="1" y="28"/>
                  </a:lnTo>
                  <a:lnTo>
                    <a:pt x="1722" y="1892"/>
                  </a:lnTo>
                  <a:lnTo>
                    <a:pt x="1937" y="1803"/>
                  </a:lnTo>
                  <a:lnTo>
                    <a:pt x="135" y="1"/>
                  </a:ln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1"/>
            <p:cNvSpPr/>
            <p:nvPr/>
          </p:nvSpPr>
          <p:spPr>
            <a:xfrm>
              <a:off x="4987447" y="4904516"/>
              <a:ext cx="589675" cy="528103"/>
            </a:xfrm>
            <a:custGeom>
              <a:rect b="b" l="l" r="r" t="t"/>
              <a:pathLst>
                <a:path extrusionOk="0" h="1758" w="1963">
                  <a:moveTo>
                    <a:pt x="143" y="0"/>
                  </a:moveTo>
                  <a:lnTo>
                    <a:pt x="0" y="36"/>
                  </a:lnTo>
                  <a:lnTo>
                    <a:pt x="1740" y="1758"/>
                  </a:lnTo>
                  <a:lnTo>
                    <a:pt x="1963" y="1660"/>
                  </a:lnTo>
                  <a:lnTo>
                    <a:pt x="143" y="0"/>
                  </a:ln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1"/>
            <p:cNvSpPr/>
            <p:nvPr/>
          </p:nvSpPr>
          <p:spPr>
            <a:xfrm>
              <a:off x="6230773" y="4802680"/>
              <a:ext cx="161012" cy="78104"/>
            </a:xfrm>
            <a:custGeom>
              <a:rect b="b" l="l" r="r" t="t"/>
              <a:pathLst>
                <a:path extrusionOk="0" h="260" w="536">
                  <a:moveTo>
                    <a:pt x="268" y="0"/>
                  </a:moveTo>
                  <a:cubicBezTo>
                    <a:pt x="116" y="0"/>
                    <a:pt x="0" y="63"/>
                    <a:pt x="0" y="134"/>
                  </a:cubicBezTo>
                  <a:cubicBezTo>
                    <a:pt x="0" y="206"/>
                    <a:pt x="116" y="259"/>
                    <a:pt x="268" y="259"/>
                  </a:cubicBezTo>
                  <a:cubicBezTo>
                    <a:pt x="420" y="259"/>
                    <a:pt x="536" y="206"/>
                    <a:pt x="536" y="134"/>
                  </a:cubicBezTo>
                  <a:cubicBezTo>
                    <a:pt x="536" y="63"/>
                    <a:pt x="420" y="0"/>
                    <a:pt x="268" y="0"/>
                  </a:cubicBez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1"/>
            <p:cNvSpPr/>
            <p:nvPr/>
          </p:nvSpPr>
          <p:spPr>
            <a:xfrm>
              <a:off x="6241587" y="4773241"/>
              <a:ext cx="139383" cy="88618"/>
            </a:xfrm>
            <a:custGeom>
              <a:rect b="b" l="l" r="r" t="t"/>
              <a:pathLst>
                <a:path extrusionOk="0" h="295" w="464">
                  <a:moveTo>
                    <a:pt x="0" y="0"/>
                  </a:moveTo>
                  <a:lnTo>
                    <a:pt x="0" y="179"/>
                  </a:lnTo>
                  <a:cubicBezTo>
                    <a:pt x="0" y="241"/>
                    <a:pt x="107" y="295"/>
                    <a:pt x="232" y="295"/>
                  </a:cubicBezTo>
                  <a:cubicBezTo>
                    <a:pt x="357" y="295"/>
                    <a:pt x="464" y="241"/>
                    <a:pt x="464" y="179"/>
                  </a:cubicBez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1"/>
            <p:cNvSpPr/>
            <p:nvPr/>
          </p:nvSpPr>
          <p:spPr>
            <a:xfrm>
              <a:off x="6241587" y="4741098"/>
              <a:ext cx="139383" cy="67290"/>
            </a:xfrm>
            <a:custGeom>
              <a:rect b="b" l="l" r="r" t="t"/>
              <a:pathLst>
                <a:path extrusionOk="0" h="224" w="464">
                  <a:moveTo>
                    <a:pt x="232" y="0"/>
                  </a:moveTo>
                  <a:cubicBezTo>
                    <a:pt x="107" y="0"/>
                    <a:pt x="0" y="45"/>
                    <a:pt x="0" y="107"/>
                  </a:cubicBezTo>
                  <a:cubicBezTo>
                    <a:pt x="0" y="170"/>
                    <a:pt x="107" y="223"/>
                    <a:pt x="232" y="223"/>
                  </a:cubicBezTo>
                  <a:cubicBezTo>
                    <a:pt x="357" y="223"/>
                    <a:pt x="464" y="170"/>
                    <a:pt x="464" y="107"/>
                  </a:cubicBezTo>
                  <a:cubicBezTo>
                    <a:pt x="464" y="45"/>
                    <a:pt x="357" y="0"/>
                    <a:pt x="2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1"/>
            <p:cNvSpPr/>
            <p:nvPr/>
          </p:nvSpPr>
          <p:spPr>
            <a:xfrm>
              <a:off x="6254805" y="4746505"/>
              <a:ext cx="112949" cy="53772"/>
            </a:xfrm>
            <a:custGeom>
              <a:rect b="b" l="l" r="r" t="t"/>
              <a:pathLst>
                <a:path extrusionOk="0" h="179" w="376">
                  <a:moveTo>
                    <a:pt x="188" y="0"/>
                  </a:moveTo>
                  <a:cubicBezTo>
                    <a:pt x="90" y="0"/>
                    <a:pt x="1" y="45"/>
                    <a:pt x="1" y="89"/>
                  </a:cubicBezTo>
                  <a:cubicBezTo>
                    <a:pt x="1" y="143"/>
                    <a:pt x="90" y="179"/>
                    <a:pt x="188" y="179"/>
                  </a:cubicBezTo>
                  <a:cubicBezTo>
                    <a:pt x="286" y="179"/>
                    <a:pt x="375" y="143"/>
                    <a:pt x="375" y="89"/>
                  </a:cubicBezTo>
                  <a:cubicBezTo>
                    <a:pt x="375" y="45"/>
                    <a:pt x="286" y="0"/>
                    <a:pt x="188" y="0"/>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1"/>
            <p:cNvSpPr/>
            <p:nvPr/>
          </p:nvSpPr>
          <p:spPr>
            <a:xfrm>
              <a:off x="5552786" y="4657887"/>
              <a:ext cx="161012" cy="80808"/>
            </a:xfrm>
            <a:custGeom>
              <a:rect b="b" l="l" r="r" t="t"/>
              <a:pathLst>
                <a:path extrusionOk="0" h="269" w="536">
                  <a:moveTo>
                    <a:pt x="268" y="1"/>
                  </a:moveTo>
                  <a:cubicBezTo>
                    <a:pt x="125" y="1"/>
                    <a:pt x="0" y="63"/>
                    <a:pt x="0" y="135"/>
                  </a:cubicBezTo>
                  <a:cubicBezTo>
                    <a:pt x="0" y="206"/>
                    <a:pt x="125" y="268"/>
                    <a:pt x="268" y="268"/>
                  </a:cubicBezTo>
                  <a:cubicBezTo>
                    <a:pt x="420" y="268"/>
                    <a:pt x="536" y="206"/>
                    <a:pt x="536" y="135"/>
                  </a:cubicBezTo>
                  <a:cubicBezTo>
                    <a:pt x="536" y="63"/>
                    <a:pt x="420" y="1"/>
                    <a:pt x="268" y="1"/>
                  </a:cubicBez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1"/>
            <p:cNvSpPr/>
            <p:nvPr/>
          </p:nvSpPr>
          <p:spPr>
            <a:xfrm>
              <a:off x="5563601" y="4631152"/>
              <a:ext cx="139383" cy="85914"/>
            </a:xfrm>
            <a:custGeom>
              <a:rect b="b" l="l" r="r" t="t"/>
              <a:pathLst>
                <a:path extrusionOk="0" h="286" w="464">
                  <a:moveTo>
                    <a:pt x="0" y="0"/>
                  </a:moveTo>
                  <a:lnTo>
                    <a:pt x="0" y="170"/>
                  </a:lnTo>
                  <a:cubicBezTo>
                    <a:pt x="0" y="232"/>
                    <a:pt x="107" y="286"/>
                    <a:pt x="232" y="286"/>
                  </a:cubicBezTo>
                  <a:cubicBezTo>
                    <a:pt x="366" y="286"/>
                    <a:pt x="464" y="232"/>
                    <a:pt x="464" y="170"/>
                  </a:cubicBez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1"/>
            <p:cNvSpPr/>
            <p:nvPr/>
          </p:nvSpPr>
          <p:spPr>
            <a:xfrm>
              <a:off x="5563601" y="4596305"/>
              <a:ext cx="139383" cy="67290"/>
            </a:xfrm>
            <a:custGeom>
              <a:rect b="b" l="l" r="r" t="t"/>
              <a:pathLst>
                <a:path extrusionOk="0" h="224" w="464">
                  <a:moveTo>
                    <a:pt x="232" y="1"/>
                  </a:moveTo>
                  <a:cubicBezTo>
                    <a:pt x="107" y="1"/>
                    <a:pt x="0" y="54"/>
                    <a:pt x="0" y="116"/>
                  </a:cubicBezTo>
                  <a:cubicBezTo>
                    <a:pt x="0" y="170"/>
                    <a:pt x="107" y="224"/>
                    <a:pt x="232" y="224"/>
                  </a:cubicBezTo>
                  <a:cubicBezTo>
                    <a:pt x="366" y="224"/>
                    <a:pt x="464" y="170"/>
                    <a:pt x="464" y="116"/>
                  </a:cubicBezTo>
                  <a:cubicBezTo>
                    <a:pt x="464" y="54"/>
                    <a:pt x="366" y="1"/>
                    <a:pt x="2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1"/>
            <p:cNvSpPr/>
            <p:nvPr/>
          </p:nvSpPr>
          <p:spPr>
            <a:xfrm>
              <a:off x="5579521" y="4604416"/>
              <a:ext cx="110245" cy="53772"/>
            </a:xfrm>
            <a:custGeom>
              <a:rect b="b" l="l" r="r" t="t"/>
              <a:pathLst>
                <a:path extrusionOk="0" h="179" w="367">
                  <a:moveTo>
                    <a:pt x="179" y="0"/>
                  </a:moveTo>
                  <a:cubicBezTo>
                    <a:pt x="81" y="0"/>
                    <a:pt x="1" y="36"/>
                    <a:pt x="1" y="89"/>
                  </a:cubicBezTo>
                  <a:cubicBezTo>
                    <a:pt x="1" y="134"/>
                    <a:pt x="81" y="179"/>
                    <a:pt x="179" y="179"/>
                  </a:cubicBezTo>
                  <a:cubicBezTo>
                    <a:pt x="286" y="179"/>
                    <a:pt x="366" y="134"/>
                    <a:pt x="366" y="89"/>
                  </a:cubicBezTo>
                  <a:cubicBezTo>
                    <a:pt x="366" y="36"/>
                    <a:pt x="286" y="0"/>
                    <a:pt x="179" y="0"/>
                  </a:cubicBez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1" name="Google Shape;2811;p51"/>
          <p:cNvGrpSpPr/>
          <p:nvPr/>
        </p:nvGrpSpPr>
        <p:grpSpPr>
          <a:xfrm>
            <a:off x="-38101" y="1206786"/>
            <a:ext cx="2987614" cy="3307599"/>
            <a:chOff x="-2668226" y="994036"/>
            <a:chExt cx="2987614" cy="3307599"/>
          </a:xfrm>
        </p:grpSpPr>
        <p:sp>
          <p:nvSpPr>
            <p:cNvPr id="2812" name="Google Shape;2812;p51"/>
            <p:cNvSpPr/>
            <p:nvPr/>
          </p:nvSpPr>
          <p:spPr>
            <a:xfrm>
              <a:off x="-2633319" y="2890875"/>
              <a:ext cx="2952708" cy="1223018"/>
            </a:xfrm>
            <a:custGeom>
              <a:rect b="b" l="l" r="r" t="t"/>
              <a:pathLst>
                <a:path extrusionOk="0" h="7498" w="18102">
                  <a:moveTo>
                    <a:pt x="13695" y="1"/>
                  </a:moveTo>
                  <a:cubicBezTo>
                    <a:pt x="13227" y="1"/>
                    <a:pt x="10064" y="334"/>
                    <a:pt x="10064" y="334"/>
                  </a:cubicBezTo>
                  <a:lnTo>
                    <a:pt x="7352" y="763"/>
                  </a:lnTo>
                  <a:lnTo>
                    <a:pt x="4497" y="2056"/>
                  </a:lnTo>
                  <a:lnTo>
                    <a:pt x="670" y="4420"/>
                  </a:lnTo>
                  <a:cubicBezTo>
                    <a:pt x="670" y="4420"/>
                    <a:pt x="269" y="5642"/>
                    <a:pt x="135" y="6552"/>
                  </a:cubicBezTo>
                  <a:cubicBezTo>
                    <a:pt x="1" y="7462"/>
                    <a:pt x="4756" y="7498"/>
                    <a:pt x="4756" y="7498"/>
                  </a:cubicBezTo>
                  <a:cubicBezTo>
                    <a:pt x="4756" y="7498"/>
                    <a:pt x="6542" y="5062"/>
                    <a:pt x="7773" y="5062"/>
                  </a:cubicBezTo>
                  <a:cubicBezTo>
                    <a:pt x="7776" y="5062"/>
                    <a:pt x="7778" y="5062"/>
                    <a:pt x="7780" y="5062"/>
                  </a:cubicBezTo>
                  <a:cubicBezTo>
                    <a:pt x="7810" y="5063"/>
                    <a:pt x="7839" y="5063"/>
                    <a:pt x="7869" y="5063"/>
                  </a:cubicBezTo>
                  <a:cubicBezTo>
                    <a:pt x="9064" y="5063"/>
                    <a:pt x="10272" y="4719"/>
                    <a:pt x="9323" y="4527"/>
                  </a:cubicBezTo>
                  <a:cubicBezTo>
                    <a:pt x="8351" y="4331"/>
                    <a:pt x="9609" y="4063"/>
                    <a:pt x="11063" y="3956"/>
                  </a:cubicBezTo>
                  <a:cubicBezTo>
                    <a:pt x="12508" y="3840"/>
                    <a:pt x="12562" y="3341"/>
                    <a:pt x="11884" y="3287"/>
                  </a:cubicBezTo>
                  <a:cubicBezTo>
                    <a:pt x="11197" y="3234"/>
                    <a:pt x="11447" y="2913"/>
                    <a:pt x="13275" y="2814"/>
                  </a:cubicBezTo>
                  <a:cubicBezTo>
                    <a:pt x="15104" y="2707"/>
                    <a:pt x="16228" y="2136"/>
                    <a:pt x="15390" y="2127"/>
                  </a:cubicBezTo>
                  <a:cubicBezTo>
                    <a:pt x="14551" y="2119"/>
                    <a:pt x="14979" y="1753"/>
                    <a:pt x="15515" y="1628"/>
                  </a:cubicBezTo>
                  <a:cubicBezTo>
                    <a:pt x="16059" y="1503"/>
                    <a:pt x="16514" y="1369"/>
                    <a:pt x="16023" y="1226"/>
                  </a:cubicBezTo>
                  <a:cubicBezTo>
                    <a:pt x="15541" y="1084"/>
                    <a:pt x="16656" y="1102"/>
                    <a:pt x="17379" y="789"/>
                  </a:cubicBezTo>
                  <a:cubicBezTo>
                    <a:pt x="18102" y="468"/>
                    <a:pt x="16888" y="272"/>
                    <a:pt x="16888" y="272"/>
                  </a:cubicBezTo>
                  <a:cubicBezTo>
                    <a:pt x="16888" y="272"/>
                    <a:pt x="13882" y="49"/>
                    <a:pt x="13748" y="4"/>
                  </a:cubicBezTo>
                  <a:cubicBezTo>
                    <a:pt x="13741" y="2"/>
                    <a:pt x="13722" y="1"/>
                    <a:pt x="13695" y="1"/>
                  </a:cubicBez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1"/>
            <p:cNvSpPr/>
            <p:nvPr/>
          </p:nvSpPr>
          <p:spPr>
            <a:xfrm>
              <a:off x="-2668226" y="2770661"/>
              <a:ext cx="2861037" cy="1530974"/>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38A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1"/>
            <p:cNvSpPr/>
            <p:nvPr/>
          </p:nvSpPr>
          <p:spPr>
            <a:xfrm>
              <a:off x="-1122879" y="2127507"/>
              <a:ext cx="1255986" cy="933004"/>
            </a:xfrm>
            <a:custGeom>
              <a:rect b="b" l="l" r="r" t="t"/>
              <a:pathLst>
                <a:path extrusionOk="0" h="5720" w="7700">
                  <a:moveTo>
                    <a:pt x="2535" y="1"/>
                  </a:moveTo>
                  <a:lnTo>
                    <a:pt x="1758" y="215"/>
                  </a:lnTo>
                  <a:lnTo>
                    <a:pt x="1758" y="1187"/>
                  </a:lnTo>
                  <a:lnTo>
                    <a:pt x="1179" y="1062"/>
                  </a:lnTo>
                  <a:lnTo>
                    <a:pt x="732" y="1312"/>
                  </a:lnTo>
                  <a:lnTo>
                    <a:pt x="875" y="2597"/>
                  </a:lnTo>
                  <a:lnTo>
                    <a:pt x="697" y="3391"/>
                  </a:lnTo>
                  <a:lnTo>
                    <a:pt x="875" y="4488"/>
                  </a:lnTo>
                  <a:lnTo>
                    <a:pt x="1" y="5264"/>
                  </a:lnTo>
                  <a:lnTo>
                    <a:pt x="2481" y="5264"/>
                  </a:lnTo>
                  <a:lnTo>
                    <a:pt x="3221" y="5469"/>
                  </a:lnTo>
                  <a:lnTo>
                    <a:pt x="4015" y="5469"/>
                  </a:lnTo>
                  <a:lnTo>
                    <a:pt x="4140" y="5719"/>
                  </a:lnTo>
                  <a:lnTo>
                    <a:pt x="4952" y="5719"/>
                  </a:lnTo>
                  <a:lnTo>
                    <a:pt x="5586" y="5211"/>
                  </a:lnTo>
                  <a:lnTo>
                    <a:pt x="7700" y="5211"/>
                  </a:lnTo>
                  <a:lnTo>
                    <a:pt x="7700" y="4782"/>
                  </a:lnTo>
                  <a:lnTo>
                    <a:pt x="7102" y="4434"/>
                  </a:lnTo>
                  <a:lnTo>
                    <a:pt x="7102" y="3971"/>
                  </a:lnTo>
                  <a:lnTo>
                    <a:pt x="6433" y="3087"/>
                  </a:lnTo>
                  <a:lnTo>
                    <a:pt x="6362" y="2365"/>
                  </a:lnTo>
                  <a:lnTo>
                    <a:pt x="5425" y="1660"/>
                  </a:lnTo>
                  <a:lnTo>
                    <a:pt x="4105" y="143"/>
                  </a:lnTo>
                  <a:lnTo>
                    <a:pt x="3489" y="215"/>
                  </a:lnTo>
                  <a:lnTo>
                    <a:pt x="253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1"/>
            <p:cNvSpPr/>
            <p:nvPr/>
          </p:nvSpPr>
          <p:spPr>
            <a:xfrm>
              <a:off x="-529143" y="2281812"/>
              <a:ext cx="509571" cy="778699"/>
            </a:xfrm>
            <a:custGeom>
              <a:rect b="b" l="l" r="r" t="t"/>
              <a:pathLst>
                <a:path extrusionOk="0" h="4774" w="3124">
                  <a:moveTo>
                    <a:pt x="500" y="0"/>
                  </a:moveTo>
                  <a:lnTo>
                    <a:pt x="500" y="785"/>
                  </a:lnTo>
                  <a:lnTo>
                    <a:pt x="848" y="1071"/>
                  </a:lnTo>
                  <a:lnTo>
                    <a:pt x="563" y="1356"/>
                  </a:lnTo>
                  <a:lnTo>
                    <a:pt x="688" y="1829"/>
                  </a:lnTo>
                  <a:lnTo>
                    <a:pt x="616" y="2382"/>
                  </a:lnTo>
                  <a:lnTo>
                    <a:pt x="741" y="2766"/>
                  </a:lnTo>
                  <a:lnTo>
                    <a:pt x="616" y="3149"/>
                  </a:lnTo>
                  <a:lnTo>
                    <a:pt x="206" y="3453"/>
                  </a:lnTo>
                  <a:lnTo>
                    <a:pt x="170" y="4265"/>
                  </a:lnTo>
                  <a:lnTo>
                    <a:pt x="1" y="4523"/>
                  </a:lnTo>
                  <a:lnTo>
                    <a:pt x="375" y="4523"/>
                  </a:lnTo>
                  <a:lnTo>
                    <a:pt x="500" y="4773"/>
                  </a:lnTo>
                  <a:lnTo>
                    <a:pt x="1312" y="4773"/>
                  </a:lnTo>
                  <a:lnTo>
                    <a:pt x="1946" y="4265"/>
                  </a:lnTo>
                  <a:lnTo>
                    <a:pt x="3123" y="4265"/>
                  </a:lnTo>
                  <a:lnTo>
                    <a:pt x="2864" y="3854"/>
                  </a:lnTo>
                  <a:lnTo>
                    <a:pt x="2927" y="3203"/>
                  </a:lnTo>
                  <a:cubicBezTo>
                    <a:pt x="2927" y="3203"/>
                    <a:pt x="2177" y="2775"/>
                    <a:pt x="2169" y="2748"/>
                  </a:cubicBezTo>
                  <a:cubicBezTo>
                    <a:pt x="2160" y="2730"/>
                    <a:pt x="2169" y="2338"/>
                    <a:pt x="2169" y="2338"/>
                  </a:cubicBezTo>
                  <a:lnTo>
                    <a:pt x="1838" y="1972"/>
                  </a:lnTo>
                  <a:lnTo>
                    <a:pt x="1508" y="1124"/>
                  </a:lnTo>
                  <a:lnTo>
                    <a:pt x="714" y="571"/>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1"/>
            <p:cNvSpPr/>
            <p:nvPr/>
          </p:nvSpPr>
          <p:spPr>
            <a:xfrm>
              <a:off x="-238147" y="2398274"/>
              <a:ext cx="371250" cy="509400"/>
            </a:xfrm>
            <a:custGeom>
              <a:rect b="b" l="l" r="r" t="t"/>
              <a:pathLst>
                <a:path extrusionOk="0" h="3123" w="2276">
                  <a:moveTo>
                    <a:pt x="1" y="0"/>
                  </a:moveTo>
                  <a:lnTo>
                    <a:pt x="501" y="705"/>
                  </a:lnTo>
                  <a:lnTo>
                    <a:pt x="750" y="839"/>
                  </a:lnTo>
                  <a:lnTo>
                    <a:pt x="527" y="1383"/>
                  </a:lnTo>
                  <a:lnTo>
                    <a:pt x="1063" y="1829"/>
                  </a:lnTo>
                  <a:lnTo>
                    <a:pt x="1036" y="2123"/>
                  </a:lnTo>
                  <a:lnTo>
                    <a:pt x="1366" y="2284"/>
                  </a:lnTo>
                  <a:lnTo>
                    <a:pt x="1553" y="2774"/>
                  </a:lnTo>
                  <a:lnTo>
                    <a:pt x="1518" y="3024"/>
                  </a:lnTo>
                  <a:lnTo>
                    <a:pt x="2276" y="3122"/>
                  </a:lnTo>
                  <a:lnTo>
                    <a:pt x="1678" y="2774"/>
                  </a:lnTo>
                  <a:lnTo>
                    <a:pt x="1678" y="2311"/>
                  </a:lnTo>
                  <a:lnTo>
                    <a:pt x="1009" y="1427"/>
                  </a:lnTo>
                  <a:lnTo>
                    <a:pt x="938" y="705"/>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1"/>
            <p:cNvSpPr/>
            <p:nvPr/>
          </p:nvSpPr>
          <p:spPr>
            <a:xfrm>
              <a:off x="-836124" y="2127507"/>
              <a:ext cx="382831" cy="465849"/>
            </a:xfrm>
            <a:custGeom>
              <a:rect b="b" l="l" r="r" t="t"/>
              <a:pathLst>
                <a:path extrusionOk="0" h="2856" w="2347">
                  <a:moveTo>
                    <a:pt x="777" y="1"/>
                  </a:moveTo>
                  <a:lnTo>
                    <a:pt x="0" y="215"/>
                  </a:lnTo>
                  <a:lnTo>
                    <a:pt x="250" y="447"/>
                  </a:lnTo>
                  <a:lnTo>
                    <a:pt x="768" y="491"/>
                  </a:lnTo>
                  <a:lnTo>
                    <a:pt x="1330" y="1098"/>
                  </a:lnTo>
                  <a:lnTo>
                    <a:pt x="1196" y="1767"/>
                  </a:lnTo>
                  <a:cubicBezTo>
                    <a:pt x="1196" y="1767"/>
                    <a:pt x="2001" y="2856"/>
                    <a:pt x="2008" y="2856"/>
                  </a:cubicBezTo>
                  <a:cubicBezTo>
                    <a:pt x="2008" y="2856"/>
                    <a:pt x="2008" y="2855"/>
                    <a:pt x="2008" y="2855"/>
                  </a:cubicBezTo>
                  <a:cubicBezTo>
                    <a:pt x="2008" y="2855"/>
                    <a:pt x="1553" y="1714"/>
                    <a:pt x="1544" y="1669"/>
                  </a:cubicBezTo>
                  <a:cubicBezTo>
                    <a:pt x="1535" y="1633"/>
                    <a:pt x="1865" y="1089"/>
                    <a:pt x="1865" y="1089"/>
                  </a:cubicBezTo>
                  <a:lnTo>
                    <a:pt x="1811" y="804"/>
                  </a:lnTo>
                  <a:lnTo>
                    <a:pt x="2347" y="143"/>
                  </a:lnTo>
                  <a:lnTo>
                    <a:pt x="1731" y="215"/>
                  </a:lnTo>
                  <a:lnTo>
                    <a:pt x="777"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1"/>
            <p:cNvSpPr/>
            <p:nvPr/>
          </p:nvSpPr>
          <p:spPr>
            <a:xfrm>
              <a:off x="-1003480" y="2300733"/>
              <a:ext cx="260658" cy="328998"/>
            </a:xfrm>
            <a:custGeom>
              <a:rect b="b" l="l" r="r" t="t"/>
              <a:pathLst>
                <a:path extrusionOk="0" h="2017" w="1598">
                  <a:moveTo>
                    <a:pt x="447" y="0"/>
                  </a:moveTo>
                  <a:lnTo>
                    <a:pt x="0" y="250"/>
                  </a:lnTo>
                  <a:lnTo>
                    <a:pt x="616" y="188"/>
                  </a:lnTo>
                  <a:lnTo>
                    <a:pt x="1321" y="839"/>
                  </a:lnTo>
                  <a:lnTo>
                    <a:pt x="1597" y="2016"/>
                  </a:lnTo>
                  <a:lnTo>
                    <a:pt x="1597" y="892"/>
                  </a:lnTo>
                  <a:lnTo>
                    <a:pt x="1026" y="125"/>
                  </a:lnTo>
                  <a:lnTo>
                    <a:pt x="447"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1"/>
            <p:cNvSpPr/>
            <p:nvPr/>
          </p:nvSpPr>
          <p:spPr>
            <a:xfrm>
              <a:off x="-453458" y="2150832"/>
              <a:ext cx="215475" cy="247605"/>
            </a:xfrm>
            <a:custGeom>
              <a:rect b="b" l="l" r="r" t="t"/>
              <a:pathLst>
                <a:path extrusionOk="0" h="1518" w="1321">
                  <a:moveTo>
                    <a:pt x="1" y="0"/>
                  </a:moveTo>
                  <a:lnTo>
                    <a:pt x="616" y="1232"/>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1"/>
            <p:cNvSpPr/>
            <p:nvPr/>
          </p:nvSpPr>
          <p:spPr>
            <a:xfrm>
              <a:off x="-467975" y="2858089"/>
              <a:ext cx="39474" cy="202423"/>
            </a:xfrm>
            <a:custGeom>
              <a:rect b="b" l="l" r="r" t="t"/>
              <a:pathLst>
                <a:path extrusionOk="0" h="1241" w="242">
                  <a:moveTo>
                    <a:pt x="241" y="0"/>
                  </a:moveTo>
                  <a:lnTo>
                    <a:pt x="0" y="990"/>
                  </a:lnTo>
                  <a:lnTo>
                    <a:pt x="125" y="1240"/>
                  </a:lnTo>
                  <a:lnTo>
                    <a:pt x="24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1"/>
            <p:cNvSpPr/>
            <p:nvPr/>
          </p:nvSpPr>
          <p:spPr>
            <a:xfrm>
              <a:off x="-390822" y="2593194"/>
              <a:ext cx="179100" cy="467317"/>
            </a:xfrm>
            <a:custGeom>
              <a:rect b="b" l="l" r="r" t="t"/>
              <a:pathLst>
                <a:path extrusionOk="0" h="2865" w="1098">
                  <a:moveTo>
                    <a:pt x="0" y="0"/>
                  </a:moveTo>
                  <a:lnTo>
                    <a:pt x="250" y="777"/>
                  </a:lnTo>
                  <a:lnTo>
                    <a:pt x="277" y="1356"/>
                  </a:lnTo>
                  <a:lnTo>
                    <a:pt x="464" y="2311"/>
                  </a:lnTo>
                  <a:lnTo>
                    <a:pt x="411" y="2579"/>
                  </a:lnTo>
                  <a:lnTo>
                    <a:pt x="464" y="2864"/>
                  </a:lnTo>
                  <a:lnTo>
                    <a:pt x="1098"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1"/>
            <p:cNvSpPr/>
            <p:nvPr/>
          </p:nvSpPr>
          <p:spPr>
            <a:xfrm>
              <a:off x="-849173" y="2647021"/>
              <a:ext cx="130981" cy="339274"/>
            </a:xfrm>
            <a:custGeom>
              <a:rect b="b" l="l" r="r" t="t"/>
              <a:pathLst>
                <a:path extrusionOk="0" h="2080" w="803">
                  <a:moveTo>
                    <a:pt x="0" y="1"/>
                  </a:moveTo>
                  <a:lnTo>
                    <a:pt x="277"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1"/>
            <p:cNvSpPr/>
            <p:nvPr/>
          </p:nvSpPr>
          <p:spPr>
            <a:xfrm>
              <a:off x="-152185" y="2805567"/>
              <a:ext cx="100479" cy="171921"/>
            </a:xfrm>
            <a:custGeom>
              <a:rect b="b" l="l" r="r" t="t"/>
              <a:pathLst>
                <a:path extrusionOk="0" h="1054" w="616">
                  <a:moveTo>
                    <a:pt x="72" y="1"/>
                  </a:moveTo>
                  <a:lnTo>
                    <a:pt x="0" y="483"/>
                  </a:lnTo>
                  <a:lnTo>
                    <a:pt x="134" y="1054"/>
                  </a:lnTo>
                  <a:lnTo>
                    <a:pt x="616" y="1054"/>
                  </a:lnTo>
                  <a:lnTo>
                    <a:pt x="170" y="483"/>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1"/>
            <p:cNvSpPr/>
            <p:nvPr/>
          </p:nvSpPr>
          <p:spPr>
            <a:xfrm>
              <a:off x="-1122879" y="2680460"/>
              <a:ext cx="281047" cy="305836"/>
            </a:xfrm>
            <a:custGeom>
              <a:rect b="b" l="l" r="r" t="t"/>
              <a:pathLst>
                <a:path extrusionOk="0" h="1875" w="1723">
                  <a:moveTo>
                    <a:pt x="697" y="1"/>
                  </a:moveTo>
                  <a:lnTo>
                    <a:pt x="875" y="1098"/>
                  </a:lnTo>
                  <a:lnTo>
                    <a:pt x="1" y="1874"/>
                  </a:lnTo>
                  <a:lnTo>
                    <a:pt x="1723" y="1874"/>
                  </a:lnTo>
                  <a:lnTo>
                    <a:pt x="1036" y="1535"/>
                  </a:lnTo>
                  <a:lnTo>
                    <a:pt x="1214" y="1009"/>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1"/>
            <p:cNvSpPr/>
            <p:nvPr/>
          </p:nvSpPr>
          <p:spPr>
            <a:xfrm>
              <a:off x="-718356" y="2802794"/>
              <a:ext cx="131144" cy="216940"/>
            </a:xfrm>
            <a:custGeom>
              <a:rect b="b" l="l" r="r" t="t"/>
              <a:pathLst>
                <a:path extrusionOk="0" h="1330" w="804">
                  <a:moveTo>
                    <a:pt x="554" y="0"/>
                  </a:moveTo>
                  <a:lnTo>
                    <a:pt x="340" y="705"/>
                  </a:lnTo>
                  <a:lnTo>
                    <a:pt x="1" y="1124"/>
                  </a:lnTo>
                  <a:lnTo>
                    <a:pt x="741" y="1329"/>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1"/>
            <p:cNvSpPr/>
            <p:nvPr/>
          </p:nvSpPr>
          <p:spPr>
            <a:xfrm>
              <a:off x="-2668226" y="994036"/>
              <a:ext cx="1864241" cy="3038460"/>
            </a:xfrm>
            <a:custGeom>
              <a:rect b="b" l="l" r="r" t="t"/>
              <a:pathLst>
                <a:path extrusionOk="0" h="18628" w="11429">
                  <a:moveTo>
                    <a:pt x="1" y="0"/>
                  </a:moveTo>
                  <a:lnTo>
                    <a:pt x="1" y="18627"/>
                  </a:lnTo>
                  <a:lnTo>
                    <a:pt x="670" y="17931"/>
                  </a:lnTo>
                  <a:lnTo>
                    <a:pt x="1419" y="17664"/>
                  </a:lnTo>
                  <a:lnTo>
                    <a:pt x="2026" y="17664"/>
                  </a:lnTo>
                  <a:lnTo>
                    <a:pt x="2356" y="17298"/>
                  </a:lnTo>
                  <a:lnTo>
                    <a:pt x="2740" y="16941"/>
                  </a:lnTo>
                  <a:lnTo>
                    <a:pt x="3587" y="16941"/>
                  </a:lnTo>
                  <a:lnTo>
                    <a:pt x="5175" y="16121"/>
                  </a:lnTo>
                  <a:lnTo>
                    <a:pt x="5220" y="15737"/>
                  </a:lnTo>
                  <a:lnTo>
                    <a:pt x="5898" y="15398"/>
                  </a:lnTo>
                  <a:lnTo>
                    <a:pt x="5898" y="14970"/>
                  </a:lnTo>
                  <a:lnTo>
                    <a:pt x="6692" y="14631"/>
                  </a:lnTo>
                  <a:lnTo>
                    <a:pt x="7682" y="14631"/>
                  </a:lnTo>
                  <a:lnTo>
                    <a:pt x="8619" y="14292"/>
                  </a:lnTo>
                  <a:lnTo>
                    <a:pt x="8735" y="13810"/>
                  </a:lnTo>
                  <a:lnTo>
                    <a:pt x="9243" y="13569"/>
                  </a:lnTo>
                  <a:lnTo>
                    <a:pt x="9413" y="13186"/>
                  </a:lnTo>
                  <a:lnTo>
                    <a:pt x="9966" y="13186"/>
                  </a:lnTo>
                  <a:lnTo>
                    <a:pt x="10519" y="12900"/>
                  </a:lnTo>
                  <a:lnTo>
                    <a:pt x="11027" y="12900"/>
                  </a:lnTo>
                  <a:lnTo>
                    <a:pt x="11429" y="12704"/>
                  </a:lnTo>
                  <a:lnTo>
                    <a:pt x="11027" y="12365"/>
                  </a:lnTo>
                  <a:lnTo>
                    <a:pt x="10519" y="12053"/>
                  </a:lnTo>
                  <a:lnTo>
                    <a:pt x="9939" y="11910"/>
                  </a:lnTo>
                  <a:lnTo>
                    <a:pt x="9484" y="11285"/>
                  </a:lnTo>
                  <a:lnTo>
                    <a:pt x="8904" y="11428"/>
                  </a:lnTo>
                  <a:lnTo>
                    <a:pt x="8520" y="10973"/>
                  </a:lnTo>
                  <a:lnTo>
                    <a:pt x="8520" y="10349"/>
                  </a:lnTo>
                  <a:lnTo>
                    <a:pt x="8208" y="10179"/>
                  </a:lnTo>
                  <a:lnTo>
                    <a:pt x="7682" y="9885"/>
                  </a:lnTo>
                  <a:lnTo>
                    <a:pt x="7486" y="9403"/>
                  </a:lnTo>
                  <a:lnTo>
                    <a:pt x="6959" y="9019"/>
                  </a:lnTo>
                  <a:lnTo>
                    <a:pt x="6254" y="8279"/>
                  </a:lnTo>
                  <a:lnTo>
                    <a:pt x="5416" y="6905"/>
                  </a:lnTo>
                  <a:lnTo>
                    <a:pt x="5006" y="5942"/>
                  </a:lnTo>
                  <a:lnTo>
                    <a:pt x="4863" y="5656"/>
                  </a:lnTo>
                  <a:lnTo>
                    <a:pt x="4452" y="5148"/>
                  </a:lnTo>
                  <a:lnTo>
                    <a:pt x="4113" y="4470"/>
                  </a:lnTo>
                  <a:lnTo>
                    <a:pt x="3391" y="3827"/>
                  </a:lnTo>
                  <a:lnTo>
                    <a:pt x="2454" y="3176"/>
                  </a:lnTo>
                  <a:lnTo>
                    <a:pt x="1874" y="2186"/>
                  </a:lnTo>
                  <a:lnTo>
                    <a:pt x="991" y="1419"/>
                  </a:lnTo>
                  <a:lnTo>
                    <a:pt x="599" y="937"/>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1"/>
            <p:cNvSpPr/>
            <p:nvPr/>
          </p:nvSpPr>
          <p:spPr>
            <a:xfrm>
              <a:off x="-2668226" y="1408669"/>
              <a:ext cx="746740" cy="2623828"/>
            </a:xfrm>
            <a:custGeom>
              <a:rect b="b" l="l" r="r" t="t"/>
              <a:pathLst>
                <a:path extrusionOk="0" h="16086" w="4578">
                  <a:moveTo>
                    <a:pt x="1" y="1"/>
                  </a:moveTo>
                  <a:lnTo>
                    <a:pt x="1" y="16085"/>
                  </a:lnTo>
                  <a:lnTo>
                    <a:pt x="670" y="15389"/>
                  </a:lnTo>
                  <a:lnTo>
                    <a:pt x="1419" y="15122"/>
                  </a:lnTo>
                  <a:lnTo>
                    <a:pt x="2026" y="15122"/>
                  </a:lnTo>
                  <a:lnTo>
                    <a:pt x="2356" y="14756"/>
                  </a:lnTo>
                  <a:lnTo>
                    <a:pt x="2740" y="14399"/>
                  </a:lnTo>
                  <a:lnTo>
                    <a:pt x="3587" y="14399"/>
                  </a:lnTo>
                  <a:lnTo>
                    <a:pt x="4577" y="13891"/>
                  </a:lnTo>
                  <a:lnTo>
                    <a:pt x="2802" y="11143"/>
                  </a:lnTo>
                  <a:lnTo>
                    <a:pt x="2802" y="10197"/>
                  </a:lnTo>
                  <a:lnTo>
                    <a:pt x="2409" y="8886"/>
                  </a:lnTo>
                  <a:lnTo>
                    <a:pt x="2802" y="7387"/>
                  </a:lnTo>
                  <a:lnTo>
                    <a:pt x="2615" y="5541"/>
                  </a:lnTo>
                  <a:lnTo>
                    <a:pt x="1937" y="5353"/>
                  </a:lnTo>
                  <a:lnTo>
                    <a:pt x="1669" y="4943"/>
                  </a:lnTo>
                  <a:lnTo>
                    <a:pt x="1669" y="4167"/>
                  </a:lnTo>
                  <a:lnTo>
                    <a:pt x="634" y="3007"/>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1"/>
            <p:cNvSpPr/>
            <p:nvPr/>
          </p:nvSpPr>
          <p:spPr>
            <a:xfrm>
              <a:off x="-2260766" y="1590540"/>
              <a:ext cx="1044915" cy="1267710"/>
            </a:xfrm>
            <a:custGeom>
              <a:rect b="b" l="l" r="r" t="t"/>
              <a:pathLst>
                <a:path extrusionOk="0" h="7772" w="6406">
                  <a:moveTo>
                    <a:pt x="652" y="1"/>
                  </a:moveTo>
                  <a:lnTo>
                    <a:pt x="1" y="679"/>
                  </a:lnTo>
                  <a:lnTo>
                    <a:pt x="1009" y="1152"/>
                  </a:lnTo>
                  <a:lnTo>
                    <a:pt x="1250" y="1705"/>
                  </a:lnTo>
                  <a:lnTo>
                    <a:pt x="1892" y="2088"/>
                  </a:lnTo>
                  <a:lnTo>
                    <a:pt x="2454" y="3275"/>
                  </a:lnTo>
                  <a:lnTo>
                    <a:pt x="3034" y="4702"/>
                  </a:lnTo>
                  <a:lnTo>
                    <a:pt x="3640" y="5478"/>
                  </a:lnTo>
                  <a:lnTo>
                    <a:pt x="4399" y="5648"/>
                  </a:lnTo>
                  <a:lnTo>
                    <a:pt x="4765" y="5844"/>
                  </a:lnTo>
                  <a:lnTo>
                    <a:pt x="5032" y="6478"/>
                  </a:lnTo>
                  <a:lnTo>
                    <a:pt x="5657" y="6781"/>
                  </a:lnTo>
                  <a:lnTo>
                    <a:pt x="5657" y="7459"/>
                  </a:lnTo>
                  <a:lnTo>
                    <a:pt x="6406" y="7771"/>
                  </a:lnTo>
                  <a:lnTo>
                    <a:pt x="6022" y="7316"/>
                  </a:lnTo>
                  <a:lnTo>
                    <a:pt x="6022" y="6692"/>
                  </a:lnTo>
                  <a:lnTo>
                    <a:pt x="5710" y="6522"/>
                  </a:lnTo>
                  <a:lnTo>
                    <a:pt x="5184" y="6228"/>
                  </a:lnTo>
                  <a:lnTo>
                    <a:pt x="4988" y="5746"/>
                  </a:lnTo>
                  <a:lnTo>
                    <a:pt x="4461" y="5362"/>
                  </a:lnTo>
                  <a:lnTo>
                    <a:pt x="3756" y="4622"/>
                  </a:lnTo>
                  <a:lnTo>
                    <a:pt x="2918" y="3248"/>
                  </a:lnTo>
                  <a:lnTo>
                    <a:pt x="2508" y="2285"/>
                  </a:lnTo>
                  <a:lnTo>
                    <a:pt x="2365" y="1999"/>
                  </a:lnTo>
                  <a:lnTo>
                    <a:pt x="1954" y="1491"/>
                  </a:lnTo>
                  <a:lnTo>
                    <a:pt x="1615" y="813"/>
                  </a:lnTo>
                  <a:lnTo>
                    <a:pt x="893" y="170"/>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1"/>
            <p:cNvSpPr/>
            <p:nvPr/>
          </p:nvSpPr>
          <p:spPr>
            <a:xfrm>
              <a:off x="-2668226" y="994036"/>
              <a:ext cx="671055" cy="729113"/>
            </a:xfrm>
            <a:custGeom>
              <a:rect b="b" l="l" r="r" t="t"/>
              <a:pathLst>
                <a:path extrusionOk="0" h="4470" w="4114">
                  <a:moveTo>
                    <a:pt x="1" y="0"/>
                  </a:moveTo>
                  <a:lnTo>
                    <a:pt x="518" y="1918"/>
                  </a:lnTo>
                  <a:lnTo>
                    <a:pt x="973" y="2347"/>
                  </a:lnTo>
                  <a:lnTo>
                    <a:pt x="1517" y="3702"/>
                  </a:lnTo>
                  <a:lnTo>
                    <a:pt x="2499" y="4336"/>
                  </a:lnTo>
                  <a:lnTo>
                    <a:pt x="4113" y="4470"/>
                  </a:lnTo>
                  <a:lnTo>
                    <a:pt x="3391" y="3827"/>
                  </a:lnTo>
                  <a:lnTo>
                    <a:pt x="2454" y="3176"/>
                  </a:lnTo>
                  <a:lnTo>
                    <a:pt x="1874" y="2186"/>
                  </a:lnTo>
                  <a:lnTo>
                    <a:pt x="991" y="1419"/>
                  </a:lnTo>
                  <a:lnTo>
                    <a:pt x="599" y="93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1"/>
            <p:cNvSpPr/>
            <p:nvPr/>
          </p:nvSpPr>
          <p:spPr>
            <a:xfrm>
              <a:off x="-2467432" y="1736036"/>
              <a:ext cx="1052255" cy="1644500"/>
            </a:xfrm>
            <a:custGeom>
              <a:rect b="b" l="l" r="r" t="t"/>
              <a:pathLst>
                <a:path extrusionOk="0" h="10082" w="6451">
                  <a:moveTo>
                    <a:pt x="1" y="1"/>
                  </a:moveTo>
                  <a:lnTo>
                    <a:pt x="1178" y="1589"/>
                  </a:lnTo>
                  <a:lnTo>
                    <a:pt x="1964" y="1839"/>
                  </a:lnTo>
                  <a:lnTo>
                    <a:pt x="3212" y="4185"/>
                  </a:lnTo>
                  <a:lnTo>
                    <a:pt x="3212" y="7379"/>
                  </a:lnTo>
                  <a:lnTo>
                    <a:pt x="4310" y="8271"/>
                  </a:lnTo>
                  <a:lnTo>
                    <a:pt x="4702" y="9038"/>
                  </a:lnTo>
                  <a:lnTo>
                    <a:pt x="5461" y="10082"/>
                  </a:lnTo>
                  <a:lnTo>
                    <a:pt x="6451" y="10082"/>
                  </a:lnTo>
                  <a:lnTo>
                    <a:pt x="5487" y="8306"/>
                  </a:lnTo>
                  <a:lnTo>
                    <a:pt x="3980" y="7227"/>
                  </a:lnTo>
                  <a:lnTo>
                    <a:pt x="3810" y="4720"/>
                  </a:lnTo>
                  <a:lnTo>
                    <a:pt x="2088"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1"/>
            <p:cNvSpPr/>
            <p:nvPr/>
          </p:nvSpPr>
          <p:spPr>
            <a:xfrm>
              <a:off x="-1997336" y="3015167"/>
              <a:ext cx="291160" cy="545774"/>
            </a:xfrm>
            <a:custGeom>
              <a:rect b="b" l="l" r="r" t="t"/>
              <a:pathLst>
                <a:path extrusionOk="0" h="3346" w="1785">
                  <a:moveTo>
                    <a:pt x="0" y="1"/>
                  </a:moveTo>
                  <a:lnTo>
                    <a:pt x="1107" y="3346"/>
                  </a:lnTo>
                  <a:lnTo>
                    <a:pt x="1785" y="3007"/>
                  </a:lnTo>
                  <a:lnTo>
                    <a:pt x="1785" y="2579"/>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1"/>
            <p:cNvSpPr/>
            <p:nvPr/>
          </p:nvSpPr>
          <p:spPr>
            <a:xfrm>
              <a:off x="-2467432" y="2844877"/>
              <a:ext cx="384462" cy="912614"/>
            </a:xfrm>
            <a:custGeom>
              <a:rect b="b" l="l" r="r" t="t"/>
              <a:pathLst>
                <a:path extrusionOk="0" h="5595" w="2357">
                  <a:moveTo>
                    <a:pt x="1" y="1"/>
                  </a:moveTo>
                  <a:lnTo>
                    <a:pt x="1509" y="5594"/>
                  </a:lnTo>
                  <a:lnTo>
                    <a:pt x="2356" y="5594"/>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1"/>
            <p:cNvSpPr/>
            <p:nvPr/>
          </p:nvSpPr>
          <p:spPr>
            <a:xfrm>
              <a:off x="-1626251" y="2719770"/>
              <a:ext cx="382831" cy="605474"/>
            </a:xfrm>
            <a:custGeom>
              <a:rect b="b" l="l" r="r" t="t"/>
              <a:pathLst>
                <a:path extrusionOk="0" h="3712" w="2347">
                  <a:moveTo>
                    <a:pt x="0" y="1"/>
                  </a:moveTo>
                  <a:lnTo>
                    <a:pt x="652" y="1196"/>
                  </a:lnTo>
                  <a:lnTo>
                    <a:pt x="1481" y="2088"/>
                  </a:lnTo>
                  <a:lnTo>
                    <a:pt x="1570" y="2909"/>
                  </a:lnTo>
                  <a:lnTo>
                    <a:pt x="2231" y="3712"/>
                  </a:lnTo>
                  <a:lnTo>
                    <a:pt x="2347" y="3230"/>
                  </a:lnTo>
                  <a:lnTo>
                    <a:pt x="1838" y="1687"/>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1"/>
            <p:cNvSpPr/>
            <p:nvPr/>
          </p:nvSpPr>
          <p:spPr>
            <a:xfrm>
              <a:off x="-1215855" y="3034088"/>
              <a:ext cx="83026" cy="173389"/>
            </a:xfrm>
            <a:custGeom>
              <a:rect b="b" l="l" r="r" t="t"/>
              <a:pathLst>
                <a:path extrusionOk="0" h="1063" w="509">
                  <a:moveTo>
                    <a:pt x="0" y="1"/>
                  </a:moveTo>
                  <a:lnTo>
                    <a:pt x="339" y="1062"/>
                  </a:lnTo>
                  <a:lnTo>
                    <a:pt x="509" y="679"/>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1"/>
            <p:cNvSpPr/>
            <p:nvPr/>
          </p:nvSpPr>
          <p:spPr>
            <a:xfrm>
              <a:off x="-1112603" y="2962808"/>
              <a:ext cx="243204" cy="135546"/>
            </a:xfrm>
            <a:custGeom>
              <a:rect b="b" l="l" r="r" t="t"/>
              <a:pathLst>
                <a:path extrusionOk="0" h="831" w="1491">
                  <a:moveTo>
                    <a:pt x="0" y="0"/>
                  </a:moveTo>
                  <a:lnTo>
                    <a:pt x="982" y="830"/>
                  </a:lnTo>
                  <a:lnTo>
                    <a:pt x="1490" y="830"/>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36" name="Google Shape;2836;p51"/>
          <p:cNvSpPr txBox="1"/>
          <p:nvPr>
            <p:ph type="title"/>
          </p:nvPr>
        </p:nvSpPr>
        <p:spPr>
          <a:xfrm>
            <a:off x="2187325" y="539400"/>
            <a:ext cx="4769400" cy="22761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72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2837" name="Shape 2837"/>
        <p:cNvGrpSpPr/>
        <p:nvPr/>
      </p:nvGrpSpPr>
      <p:grpSpPr>
        <a:xfrm>
          <a:off x="0" y="0"/>
          <a:ext cx="0" cy="0"/>
          <a:chOff x="0" y="0"/>
          <a:chExt cx="0" cy="0"/>
        </a:xfrm>
      </p:grpSpPr>
      <p:sp>
        <p:nvSpPr>
          <p:cNvPr id="2838" name="Google Shape;2838;p52"/>
          <p:cNvSpPr txBox="1"/>
          <p:nvPr>
            <p:ph type="title"/>
          </p:nvPr>
        </p:nvSpPr>
        <p:spPr>
          <a:xfrm>
            <a:off x="2241450" y="468750"/>
            <a:ext cx="4661100" cy="705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45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839" name="Google Shape;2839;p52"/>
          <p:cNvSpPr txBox="1"/>
          <p:nvPr>
            <p:ph idx="1" type="subTitle"/>
          </p:nvPr>
        </p:nvSpPr>
        <p:spPr>
          <a:xfrm>
            <a:off x="2241550" y="1174483"/>
            <a:ext cx="4661100" cy="1057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1600"/>
              </a:spcBef>
              <a:spcAft>
                <a:spcPts val="0"/>
              </a:spcAft>
              <a:buSzPts val="1600"/>
              <a:buNone/>
              <a:defRPr sz="1600"/>
            </a:lvl3pPr>
            <a:lvl4pPr lvl="3" algn="ctr">
              <a:lnSpc>
                <a:spcPct val="100000"/>
              </a:lnSpc>
              <a:spcBef>
                <a:spcPts val="1600"/>
              </a:spcBef>
              <a:spcAft>
                <a:spcPts val="0"/>
              </a:spcAft>
              <a:buSzPts val="1600"/>
              <a:buNone/>
              <a:defRPr sz="1600"/>
            </a:lvl4pPr>
            <a:lvl5pPr lvl="4" algn="ctr">
              <a:lnSpc>
                <a:spcPct val="100000"/>
              </a:lnSpc>
              <a:spcBef>
                <a:spcPts val="1600"/>
              </a:spcBef>
              <a:spcAft>
                <a:spcPts val="0"/>
              </a:spcAft>
              <a:buSzPts val="1600"/>
              <a:buNone/>
              <a:defRPr sz="1600"/>
            </a:lvl5pPr>
            <a:lvl6pPr lvl="5" algn="ctr">
              <a:lnSpc>
                <a:spcPct val="100000"/>
              </a:lnSpc>
              <a:spcBef>
                <a:spcPts val="1600"/>
              </a:spcBef>
              <a:spcAft>
                <a:spcPts val="0"/>
              </a:spcAft>
              <a:buSzPts val="1600"/>
              <a:buNone/>
              <a:defRPr sz="1600"/>
            </a:lvl6pPr>
            <a:lvl7pPr lvl="6" algn="ctr">
              <a:lnSpc>
                <a:spcPct val="100000"/>
              </a:lnSpc>
              <a:spcBef>
                <a:spcPts val="1600"/>
              </a:spcBef>
              <a:spcAft>
                <a:spcPts val="0"/>
              </a:spcAft>
              <a:buSzPts val="1600"/>
              <a:buNone/>
              <a:defRPr sz="1600"/>
            </a:lvl7pPr>
            <a:lvl8pPr lvl="7" algn="ctr">
              <a:lnSpc>
                <a:spcPct val="100000"/>
              </a:lnSpc>
              <a:spcBef>
                <a:spcPts val="1600"/>
              </a:spcBef>
              <a:spcAft>
                <a:spcPts val="0"/>
              </a:spcAft>
              <a:buSzPts val="1600"/>
              <a:buNone/>
              <a:defRPr sz="1600"/>
            </a:lvl8pPr>
            <a:lvl9pPr lvl="8" algn="ctr">
              <a:lnSpc>
                <a:spcPct val="100000"/>
              </a:lnSpc>
              <a:spcBef>
                <a:spcPts val="1600"/>
              </a:spcBef>
              <a:spcAft>
                <a:spcPts val="1600"/>
              </a:spcAft>
              <a:buSzPts val="1600"/>
              <a:buNone/>
              <a:defRPr sz="1600"/>
            </a:lvl9pPr>
          </a:lstStyle>
          <a:p/>
        </p:txBody>
      </p:sp>
      <p:grpSp>
        <p:nvGrpSpPr>
          <p:cNvPr id="2840" name="Google Shape;2840;p52"/>
          <p:cNvGrpSpPr/>
          <p:nvPr/>
        </p:nvGrpSpPr>
        <p:grpSpPr>
          <a:xfrm flipH="1">
            <a:off x="5999814" y="1145449"/>
            <a:ext cx="3922876" cy="3010780"/>
            <a:chOff x="-675270" y="-663276"/>
            <a:chExt cx="3564955" cy="3010780"/>
          </a:xfrm>
        </p:grpSpPr>
        <p:sp>
          <p:nvSpPr>
            <p:cNvPr id="2841" name="Google Shape;2841;p52"/>
            <p:cNvSpPr/>
            <p:nvPr/>
          </p:nvSpPr>
          <p:spPr>
            <a:xfrm>
              <a:off x="-675270" y="-663276"/>
              <a:ext cx="3564955" cy="3010780"/>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2"/>
            <p:cNvSpPr/>
            <p:nvPr/>
          </p:nvSpPr>
          <p:spPr>
            <a:xfrm>
              <a:off x="-394641" y="-320127"/>
              <a:ext cx="2150090" cy="2042707"/>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3" name="Google Shape;2843;p52"/>
          <p:cNvGrpSpPr/>
          <p:nvPr/>
        </p:nvGrpSpPr>
        <p:grpSpPr>
          <a:xfrm>
            <a:off x="-782526" y="1145449"/>
            <a:ext cx="3564955" cy="3010780"/>
            <a:chOff x="-782526" y="-663276"/>
            <a:chExt cx="3564955" cy="3010780"/>
          </a:xfrm>
        </p:grpSpPr>
        <p:sp>
          <p:nvSpPr>
            <p:cNvPr id="2844" name="Google Shape;2844;p52"/>
            <p:cNvSpPr/>
            <p:nvPr/>
          </p:nvSpPr>
          <p:spPr>
            <a:xfrm>
              <a:off x="-782526" y="-663276"/>
              <a:ext cx="3564955" cy="3010780"/>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2"/>
            <p:cNvSpPr/>
            <p:nvPr/>
          </p:nvSpPr>
          <p:spPr>
            <a:xfrm>
              <a:off x="-76302" y="-258327"/>
              <a:ext cx="2150090" cy="2042707"/>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6" name="Google Shape;2846;p52"/>
          <p:cNvGrpSpPr/>
          <p:nvPr/>
        </p:nvGrpSpPr>
        <p:grpSpPr>
          <a:xfrm>
            <a:off x="4075012" y="2534446"/>
            <a:ext cx="1095122" cy="1096793"/>
            <a:chOff x="3992801" y="1928374"/>
            <a:chExt cx="1783297" cy="1786017"/>
          </a:xfrm>
        </p:grpSpPr>
        <p:sp>
          <p:nvSpPr>
            <p:cNvPr id="2847" name="Google Shape;2847;p52"/>
            <p:cNvSpPr/>
            <p:nvPr/>
          </p:nvSpPr>
          <p:spPr>
            <a:xfrm>
              <a:off x="3992801" y="1928374"/>
              <a:ext cx="1783297" cy="1786017"/>
            </a:xfrm>
            <a:custGeom>
              <a:rect b="b" l="l" r="r" t="t"/>
              <a:pathLst>
                <a:path extrusionOk="0" h="5942" w="5933">
                  <a:moveTo>
                    <a:pt x="2971" y="0"/>
                  </a:moveTo>
                  <a:cubicBezTo>
                    <a:pt x="1330" y="0"/>
                    <a:pt x="0" y="1330"/>
                    <a:pt x="0" y="2971"/>
                  </a:cubicBezTo>
                  <a:cubicBezTo>
                    <a:pt x="0" y="4612"/>
                    <a:pt x="1330" y="5942"/>
                    <a:pt x="2971" y="5942"/>
                  </a:cubicBezTo>
                  <a:cubicBezTo>
                    <a:pt x="4604" y="5942"/>
                    <a:pt x="5933" y="4612"/>
                    <a:pt x="5933" y="2971"/>
                  </a:cubicBezTo>
                  <a:cubicBezTo>
                    <a:pt x="5933" y="1330"/>
                    <a:pt x="4604" y="0"/>
                    <a:pt x="29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2"/>
            <p:cNvSpPr/>
            <p:nvPr/>
          </p:nvSpPr>
          <p:spPr>
            <a:xfrm>
              <a:off x="4118741" y="2057021"/>
              <a:ext cx="1531417" cy="1528724"/>
            </a:xfrm>
            <a:custGeom>
              <a:rect b="b" l="l" r="r" t="t"/>
              <a:pathLst>
                <a:path extrusionOk="0" h="5086" w="5095">
                  <a:moveTo>
                    <a:pt x="2552" y="1"/>
                  </a:moveTo>
                  <a:cubicBezTo>
                    <a:pt x="1142" y="1"/>
                    <a:pt x="1" y="1142"/>
                    <a:pt x="1" y="2543"/>
                  </a:cubicBezTo>
                  <a:cubicBezTo>
                    <a:pt x="1" y="3953"/>
                    <a:pt x="1142" y="5085"/>
                    <a:pt x="2552" y="5085"/>
                  </a:cubicBezTo>
                  <a:cubicBezTo>
                    <a:pt x="3953" y="5085"/>
                    <a:pt x="5095" y="3953"/>
                    <a:pt x="5095" y="2543"/>
                  </a:cubicBezTo>
                  <a:cubicBezTo>
                    <a:pt x="5095" y="1142"/>
                    <a:pt x="3953" y="1"/>
                    <a:pt x="25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49" name="Google Shape;2849;p52"/>
          <p:cNvSpPr/>
          <p:nvPr/>
        </p:nvSpPr>
        <p:spPr>
          <a:xfrm>
            <a:off x="2" y="3089503"/>
            <a:ext cx="9144017" cy="2775510"/>
          </a:xfrm>
          <a:custGeom>
            <a:rect b="b" l="l" r="r" t="t"/>
            <a:pathLst>
              <a:path extrusionOk="0" h="9234" w="30422">
                <a:moveTo>
                  <a:pt x="1" y="0"/>
                </a:moveTo>
                <a:lnTo>
                  <a:pt x="1" y="9233"/>
                </a:lnTo>
                <a:lnTo>
                  <a:pt x="30422" y="9233"/>
                </a:lnTo>
                <a:lnTo>
                  <a:pt x="30422" y="0"/>
                </a:lnTo>
                <a:close/>
              </a:path>
            </a:pathLst>
          </a:custGeom>
          <a:solidFill>
            <a:srgbClr val="38A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2"/>
          <p:cNvSpPr/>
          <p:nvPr/>
        </p:nvSpPr>
        <p:spPr>
          <a:xfrm>
            <a:off x="2" y="3089503"/>
            <a:ext cx="8385071" cy="2775510"/>
          </a:xfrm>
          <a:custGeom>
            <a:rect b="b" l="l" r="r" t="t"/>
            <a:pathLst>
              <a:path extrusionOk="0" h="9234" w="27897">
                <a:moveTo>
                  <a:pt x="14337" y="0"/>
                </a:moveTo>
                <a:cubicBezTo>
                  <a:pt x="14337" y="0"/>
                  <a:pt x="12053" y="402"/>
                  <a:pt x="13222" y="633"/>
                </a:cubicBezTo>
                <a:cubicBezTo>
                  <a:pt x="14391" y="857"/>
                  <a:pt x="13704" y="1276"/>
                  <a:pt x="11001" y="1419"/>
                </a:cubicBezTo>
                <a:cubicBezTo>
                  <a:pt x="8289" y="1561"/>
                  <a:pt x="8164" y="2204"/>
                  <a:pt x="9529" y="2346"/>
                </a:cubicBezTo>
                <a:cubicBezTo>
                  <a:pt x="10885" y="2489"/>
                  <a:pt x="4131" y="3470"/>
                  <a:pt x="5808" y="4006"/>
                </a:cubicBezTo>
                <a:cubicBezTo>
                  <a:pt x="7495" y="4550"/>
                  <a:pt x="4961" y="5040"/>
                  <a:pt x="3257" y="5272"/>
                </a:cubicBezTo>
                <a:cubicBezTo>
                  <a:pt x="1553" y="5504"/>
                  <a:pt x="1375" y="6040"/>
                  <a:pt x="2365" y="6227"/>
                </a:cubicBezTo>
                <a:cubicBezTo>
                  <a:pt x="3355" y="6414"/>
                  <a:pt x="1" y="7271"/>
                  <a:pt x="1" y="7271"/>
                </a:cubicBezTo>
                <a:lnTo>
                  <a:pt x="1" y="9233"/>
                </a:lnTo>
                <a:lnTo>
                  <a:pt x="27897" y="9233"/>
                </a:lnTo>
                <a:lnTo>
                  <a:pt x="27897" y="7137"/>
                </a:lnTo>
                <a:cubicBezTo>
                  <a:pt x="27897" y="7137"/>
                  <a:pt x="23472" y="6361"/>
                  <a:pt x="24445" y="5504"/>
                </a:cubicBezTo>
                <a:cubicBezTo>
                  <a:pt x="25417" y="4648"/>
                  <a:pt x="20171" y="4434"/>
                  <a:pt x="21340" y="3925"/>
                </a:cubicBezTo>
                <a:cubicBezTo>
                  <a:pt x="22500" y="3417"/>
                  <a:pt x="21893" y="2917"/>
                  <a:pt x="20912" y="2721"/>
                </a:cubicBezTo>
                <a:cubicBezTo>
                  <a:pt x="19939" y="2534"/>
                  <a:pt x="18780" y="2034"/>
                  <a:pt x="19422" y="1481"/>
                </a:cubicBezTo>
                <a:cubicBezTo>
                  <a:pt x="20055" y="928"/>
                  <a:pt x="19288" y="732"/>
                  <a:pt x="18512" y="491"/>
                </a:cubicBezTo>
                <a:cubicBezTo>
                  <a:pt x="17727" y="259"/>
                  <a:pt x="18637" y="0"/>
                  <a:pt x="18637"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2"/>
          <p:cNvSpPr/>
          <p:nvPr/>
        </p:nvSpPr>
        <p:spPr>
          <a:xfrm>
            <a:off x="482720" y="3237687"/>
            <a:ext cx="6006641" cy="2627326"/>
          </a:xfrm>
          <a:custGeom>
            <a:rect b="b" l="l" r="r" t="t"/>
            <a:pathLst>
              <a:path extrusionOk="0" h="8741" w="19984">
                <a:moveTo>
                  <a:pt x="15406" y="1"/>
                </a:moveTo>
                <a:cubicBezTo>
                  <a:pt x="14566" y="1"/>
                  <a:pt x="13350" y="213"/>
                  <a:pt x="13953" y="506"/>
                </a:cubicBezTo>
                <a:cubicBezTo>
                  <a:pt x="14604" y="818"/>
                  <a:pt x="15033" y="1452"/>
                  <a:pt x="12722" y="1711"/>
                </a:cubicBezTo>
                <a:cubicBezTo>
                  <a:pt x="10420" y="1960"/>
                  <a:pt x="10304" y="2683"/>
                  <a:pt x="12347" y="3111"/>
                </a:cubicBezTo>
                <a:cubicBezTo>
                  <a:pt x="13739" y="3406"/>
                  <a:pt x="11669" y="4512"/>
                  <a:pt x="9635" y="4512"/>
                </a:cubicBezTo>
                <a:cubicBezTo>
                  <a:pt x="7601" y="4512"/>
                  <a:pt x="7245" y="4994"/>
                  <a:pt x="8413" y="5315"/>
                </a:cubicBezTo>
                <a:cubicBezTo>
                  <a:pt x="9350" y="5573"/>
                  <a:pt x="8922" y="6100"/>
                  <a:pt x="4827" y="6358"/>
                </a:cubicBezTo>
                <a:cubicBezTo>
                  <a:pt x="723" y="6617"/>
                  <a:pt x="3069" y="7670"/>
                  <a:pt x="4060" y="7866"/>
                </a:cubicBezTo>
                <a:cubicBezTo>
                  <a:pt x="4390" y="7929"/>
                  <a:pt x="4747" y="8125"/>
                  <a:pt x="3319" y="8339"/>
                </a:cubicBezTo>
                <a:cubicBezTo>
                  <a:pt x="1892" y="8544"/>
                  <a:pt x="1" y="8740"/>
                  <a:pt x="1" y="8740"/>
                </a:cubicBezTo>
                <a:lnTo>
                  <a:pt x="19984" y="8740"/>
                </a:lnTo>
                <a:cubicBezTo>
                  <a:pt x="19984" y="8740"/>
                  <a:pt x="17985" y="8464"/>
                  <a:pt x="18895" y="8000"/>
                </a:cubicBezTo>
                <a:cubicBezTo>
                  <a:pt x="19805" y="7527"/>
                  <a:pt x="19181" y="7393"/>
                  <a:pt x="17174" y="7143"/>
                </a:cubicBezTo>
                <a:cubicBezTo>
                  <a:pt x="15158" y="6903"/>
                  <a:pt x="15728" y="6358"/>
                  <a:pt x="17638" y="5877"/>
                </a:cubicBezTo>
                <a:cubicBezTo>
                  <a:pt x="19556" y="5395"/>
                  <a:pt x="18173" y="4735"/>
                  <a:pt x="16888" y="4512"/>
                </a:cubicBezTo>
                <a:cubicBezTo>
                  <a:pt x="15604" y="4289"/>
                  <a:pt x="15363" y="4084"/>
                  <a:pt x="16826" y="3513"/>
                </a:cubicBezTo>
                <a:cubicBezTo>
                  <a:pt x="18298" y="2951"/>
                  <a:pt x="17495" y="2344"/>
                  <a:pt x="16576" y="2121"/>
                </a:cubicBezTo>
                <a:cubicBezTo>
                  <a:pt x="15648" y="1898"/>
                  <a:pt x="15273" y="1532"/>
                  <a:pt x="16166" y="1211"/>
                </a:cubicBezTo>
                <a:cubicBezTo>
                  <a:pt x="17067" y="890"/>
                  <a:pt x="15639" y="604"/>
                  <a:pt x="15282" y="435"/>
                </a:cubicBezTo>
                <a:cubicBezTo>
                  <a:pt x="14926" y="274"/>
                  <a:pt x="16451" y="51"/>
                  <a:pt x="15630" y="7"/>
                </a:cubicBezTo>
                <a:cubicBezTo>
                  <a:pt x="15560" y="3"/>
                  <a:pt x="15485" y="1"/>
                  <a:pt x="15406" y="1"/>
                </a:cubicBezTo>
                <a:close/>
              </a:path>
            </a:pathLst>
          </a:custGeom>
          <a:solidFill>
            <a:srgbClr val="6BC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2"/>
          <p:cNvSpPr/>
          <p:nvPr/>
        </p:nvSpPr>
        <p:spPr>
          <a:xfrm flipH="1">
            <a:off x="8929401" y="4662505"/>
            <a:ext cx="521499" cy="499422"/>
          </a:xfrm>
          <a:custGeom>
            <a:rect b="b" l="l" r="r" t="t"/>
            <a:pathLst>
              <a:path extrusionOk="0" h="2286" w="2667">
                <a:moveTo>
                  <a:pt x="2001" y="0"/>
                </a:moveTo>
                <a:lnTo>
                  <a:pt x="0" y="2286"/>
                </a:lnTo>
                <a:lnTo>
                  <a:pt x="2667" y="2238"/>
                </a:lnTo>
                <a:close/>
              </a:path>
            </a:pathLst>
          </a:custGeom>
          <a:solidFill>
            <a:srgbClr val="CC946E"/>
          </a:solidFill>
          <a:ln>
            <a:noFill/>
          </a:ln>
        </p:spPr>
      </p:sp>
      <p:sp>
        <p:nvSpPr>
          <p:cNvPr id="2853" name="Google Shape;2853;p52"/>
          <p:cNvSpPr/>
          <p:nvPr/>
        </p:nvSpPr>
        <p:spPr>
          <a:xfrm>
            <a:off x="-301725" y="4662505"/>
            <a:ext cx="541821" cy="499422"/>
          </a:xfrm>
          <a:custGeom>
            <a:rect b="b" l="l" r="r" t="t"/>
            <a:pathLst>
              <a:path extrusionOk="0" h="2286" w="2667">
                <a:moveTo>
                  <a:pt x="2001" y="0"/>
                </a:moveTo>
                <a:lnTo>
                  <a:pt x="0" y="2286"/>
                </a:lnTo>
                <a:lnTo>
                  <a:pt x="2667" y="2238"/>
                </a:lnTo>
                <a:close/>
              </a:path>
            </a:pathLst>
          </a:custGeom>
          <a:solidFill>
            <a:srgbClr val="CC946E"/>
          </a:solidFill>
          <a:ln>
            <a:noFill/>
          </a:ln>
        </p:spPr>
      </p:sp>
      <p:sp>
        <p:nvSpPr>
          <p:cNvPr id="2854" name="Google Shape;2854;p52"/>
          <p:cNvSpPr/>
          <p:nvPr/>
        </p:nvSpPr>
        <p:spPr>
          <a:xfrm>
            <a:off x="69041" y="4651473"/>
            <a:ext cx="8979662" cy="510440"/>
          </a:xfrm>
          <a:custGeom>
            <a:rect b="b" l="l" r="r" t="t"/>
            <a:pathLst>
              <a:path extrusionOk="0" h="1491" w="30422">
                <a:moveTo>
                  <a:pt x="1" y="0"/>
                </a:moveTo>
                <a:lnTo>
                  <a:pt x="1" y="1490"/>
                </a:lnTo>
                <a:lnTo>
                  <a:pt x="30422" y="1490"/>
                </a:lnTo>
                <a:lnTo>
                  <a:pt x="3042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2"/>
          <p:cNvSpPr/>
          <p:nvPr/>
        </p:nvSpPr>
        <p:spPr>
          <a:xfrm>
            <a:off x="-336500" y="4637799"/>
            <a:ext cx="9817059" cy="540024"/>
          </a:xfrm>
          <a:custGeom>
            <a:rect b="b" l="l" r="r" t="t"/>
            <a:pathLst>
              <a:path extrusionOk="0" h="1776" w="33259">
                <a:moveTo>
                  <a:pt x="31769" y="81"/>
                </a:moveTo>
                <a:lnTo>
                  <a:pt x="33089" y="1696"/>
                </a:lnTo>
                <a:lnTo>
                  <a:pt x="170" y="1696"/>
                </a:lnTo>
                <a:lnTo>
                  <a:pt x="1482" y="81"/>
                </a:lnTo>
                <a:close/>
                <a:moveTo>
                  <a:pt x="1446" y="1"/>
                </a:moveTo>
                <a:lnTo>
                  <a:pt x="1" y="1776"/>
                </a:lnTo>
                <a:lnTo>
                  <a:pt x="33259" y="1776"/>
                </a:lnTo>
                <a:lnTo>
                  <a:pt x="318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2"/>
          <p:cNvSpPr/>
          <p:nvPr/>
        </p:nvSpPr>
        <p:spPr>
          <a:xfrm>
            <a:off x="1114495" y="4637799"/>
            <a:ext cx="6912586" cy="540024"/>
          </a:xfrm>
          <a:custGeom>
            <a:rect b="b" l="l" r="r" t="t"/>
            <a:pathLst>
              <a:path extrusionOk="0" h="1776" w="23419">
                <a:moveTo>
                  <a:pt x="22357" y="81"/>
                </a:moveTo>
                <a:lnTo>
                  <a:pt x="23275" y="1696"/>
                </a:lnTo>
                <a:lnTo>
                  <a:pt x="143" y="1696"/>
                </a:lnTo>
                <a:lnTo>
                  <a:pt x="1071" y="81"/>
                </a:lnTo>
                <a:close/>
                <a:moveTo>
                  <a:pt x="1026" y="1"/>
                </a:moveTo>
                <a:lnTo>
                  <a:pt x="0" y="1776"/>
                </a:lnTo>
                <a:lnTo>
                  <a:pt x="23418" y="1776"/>
                </a:lnTo>
                <a:lnTo>
                  <a:pt x="22401"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2"/>
          <p:cNvSpPr/>
          <p:nvPr/>
        </p:nvSpPr>
        <p:spPr>
          <a:xfrm>
            <a:off x="2438868" y="4637799"/>
            <a:ext cx="4266092" cy="540024"/>
          </a:xfrm>
          <a:custGeom>
            <a:rect b="b" l="l" r="r" t="t"/>
            <a:pathLst>
              <a:path extrusionOk="0" h="1776" w="14453">
                <a:moveTo>
                  <a:pt x="13766" y="81"/>
                </a:moveTo>
                <a:lnTo>
                  <a:pt x="14337" y="1696"/>
                </a:lnTo>
                <a:lnTo>
                  <a:pt x="117" y="1696"/>
                </a:lnTo>
                <a:lnTo>
                  <a:pt x="688" y="81"/>
                </a:lnTo>
                <a:close/>
                <a:moveTo>
                  <a:pt x="625" y="1"/>
                </a:moveTo>
                <a:lnTo>
                  <a:pt x="1" y="1776"/>
                </a:lnTo>
                <a:lnTo>
                  <a:pt x="14453" y="1776"/>
                </a:lnTo>
                <a:lnTo>
                  <a:pt x="13819"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2"/>
          <p:cNvSpPr/>
          <p:nvPr/>
        </p:nvSpPr>
        <p:spPr>
          <a:xfrm>
            <a:off x="3805448" y="4637799"/>
            <a:ext cx="1530161" cy="540024"/>
          </a:xfrm>
          <a:custGeom>
            <a:rect b="b" l="l" r="r" t="t"/>
            <a:pathLst>
              <a:path extrusionOk="0" h="1776" w="5184">
                <a:moveTo>
                  <a:pt x="4890" y="81"/>
                </a:moveTo>
                <a:lnTo>
                  <a:pt x="5095" y="1696"/>
                </a:lnTo>
                <a:lnTo>
                  <a:pt x="99" y="1696"/>
                </a:lnTo>
                <a:lnTo>
                  <a:pt x="295" y="81"/>
                </a:lnTo>
                <a:close/>
                <a:moveTo>
                  <a:pt x="224" y="1"/>
                </a:moveTo>
                <a:lnTo>
                  <a:pt x="1" y="1776"/>
                </a:lnTo>
                <a:lnTo>
                  <a:pt x="5184" y="1776"/>
                </a:lnTo>
                <a:lnTo>
                  <a:pt x="4961"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59" name="Google Shape;2859;p52"/>
          <p:cNvGrpSpPr/>
          <p:nvPr/>
        </p:nvGrpSpPr>
        <p:grpSpPr>
          <a:xfrm>
            <a:off x="-138200" y="3248800"/>
            <a:ext cx="9401995" cy="1473275"/>
            <a:chOff x="-138200" y="2987850"/>
            <a:chExt cx="9401995" cy="1473275"/>
          </a:xfrm>
        </p:grpSpPr>
        <p:sp>
          <p:nvSpPr>
            <p:cNvPr id="2860" name="Google Shape;2860;p52"/>
            <p:cNvSpPr/>
            <p:nvPr/>
          </p:nvSpPr>
          <p:spPr>
            <a:xfrm>
              <a:off x="-138200" y="2987850"/>
              <a:ext cx="9401995" cy="139927"/>
            </a:xfrm>
            <a:custGeom>
              <a:rect b="b" l="l" r="r" t="t"/>
              <a:pathLst>
                <a:path extrusionOk="0" h="616" w="30422">
                  <a:moveTo>
                    <a:pt x="1" y="0"/>
                  </a:moveTo>
                  <a:lnTo>
                    <a:pt x="1" y="616"/>
                  </a:lnTo>
                  <a:lnTo>
                    <a:pt x="30422" y="616"/>
                  </a:lnTo>
                  <a:lnTo>
                    <a:pt x="30422"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2"/>
            <p:cNvSpPr/>
            <p:nvPr/>
          </p:nvSpPr>
          <p:spPr>
            <a:xfrm>
              <a:off x="-138200" y="3076891"/>
              <a:ext cx="9401995" cy="50882"/>
            </a:xfrm>
            <a:custGeom>
              <a:rect b="b" l="l" r="r" t="t"/>
              <a:pathLst>
                <a:path extrusionOk="0" h="224" w="30422">
                  <a:moveTo>
                    <a:pt x="1" y="1"/>
                  </a:moveTo>
                  <a:lnTo>
                    <a:pt x="1" y="224"/>
                  </a:lnTo>
                  <a:lnTo>
                    <a:pt x="30422" y="224"/>
                  </a:lnTo>
                  <a:lnTo>
                    <a:pt x="3042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2"/>
            <p:cNvSpPr/>
            <p:nvPr/>
          </p:nvSpPr>
          <p:spPr>
            <a:xfrm>
              <a:off x="-138200" y="4313024"/>
              <a:ext cx="9401995" cy="138110"/>
            </a:xfrm>
            <a:custGeom>
              <a:rect b="b" l="l" r="r" t="t"/>
              <a:pathLst>
                <a:path extrusionOk="0" h="608" w="30422">
                  <a:moveTo>
                    <a:pt x="1" y="1"/>
                  </a:moveTo>
                  <a:lnTo>
                    <a:pt x="1" y="607"/>
                  </a:lnTo>
                  <a:lnTo>
                    <a:pt x="30422" y="607"/>
                  </a:lnTo>
                  <a:lnTo>
                    <a:pt x="30422"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2"/>
            <p:cNvSpPr/>
            <p:nvPr/>
          </p:nvSpPr>
          <p:spPr>
            <a:xfrm>
              <a:off x="-138200" y="4313024"/>
              <a:ext cx="9401995" cy="30666"/>
            </a:xfrm>
            <a:custGeom>
              <a:rect b="b" l="l" r="r" t="t"/>
              <a:pathLst>
                <a:path extrusionOk="0" h="135" w="30422">
                  <a:moveTo>
                    <a:pt x="1" y="1"/>
                  </a:moveTo>
                  <a:lnTo>
                    <a:pt x="1" y="135"/>
                  </a:lnTo>
                  <a:lnTo>
                    <a:pt x="30422" y="135"/>
                  </a:lnTo>
                  <a:lnTo>
                    <a:pt x="3042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2"/>
            <p:cNvSpPr/>
            <p:nvPr/>
          </p:nvSpPr>
          <p:spPr>
            <a:xfrm>
              <a:off x="-138200" y="4402292"/>
              <a:ext cx="9401995" cy="48838"/>
            </a:xfrm>
            <a:custGeom>
              <a:rect b="b" l="l" r="r" t="t"/>
              <a:pathLst>
                <a:path extrusionOk="0" h="215" w="30422">
                  <a:moveTo>
                    <a:pt x="1" y="0"/>
                  </a:moveTo>
                  <a:lnTo>
                    <a:pt x="1" y="214"/>
                  </a:lnTo>
                  <a:lnTo>
                    <a:pt x="30422" y="214"/>
                  </a:lnTo>
                  <a:lnTo>
                    <a:pt x="30422" y="0"/>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65" name="Google Shape;2865;p52"/>
            <p:cNvGrpSpPr/>
            <p:nvPr/>
          </p:nvGrpSpPr>
          <p:grpSpPr>
            <a:xfrm>
              <a:off x="1190934" y="3127728"/>
              <a:ext cx="389354" cy="1185780"/>
              <a:chOff x="1491295" y="3180738"/>
              <a:chExt cx="354635" cy="1080043"/>
            </a:xfrm>
          </p:grpSpPr>
          <p:sp>
            <p:nvSpPr>
              <p:cNvPr id="2866" name="Google Shape;2866;p52"/>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2"/>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2"/>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2"/>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2"/>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2"/>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72" name="Google Shape;2872;p52"/>
            <p:cNvSpPr/>
            <p:nvPr/>
          </p:nvSpPr>
          <p:spPr>
            <a:xfrm>
              <a:off x="1802734"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2"/>
            <p:cNvSpPr/>
            <p:nvPr/>
          </p:nvSpPr>
          <p:spPr>
            <a:xfrm>
              <a:off x="1768436"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2"/>
            <p:cNvSpPr/>
            <p:nvPr/>
          </p:nvSpPr>
          <p:spPr>
            <a:xfrm>
              <a:off x="1855430"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2"/>
            <p:cNvSpPr/>
            <p:nvPr/>
          </p:nvSpPr>
          <p:spPr>
            <a:xfrm>
              <a:off x="1855430" y="3255194"/>
              <a:ext cx="107667" cy="928382"/>
            </a:xfrm>
            <a:custGeom>
              <a:rect b="b" l="l" r="r" t="t"/>
              <a:pathLst>
                <a:path extrusionOk="0" h="4087" w="474">
                  <a:moveTo>
                    <a:pt x="1" y="1"/>
                  </a:moveTo>
                  <a:lnTo>
                    <a:pt x="1"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2"/>
            <p:cNvSpPr/>
            <p:nvPr/>
          </p:nvSpPr>
          <p:spPr>
            <a:xfrm>
              <a:off x="1802734"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2"/>
            <p:cNvSpPr/>
            <p:nvPr/>
          </p:nvSpPr>
          <p:spPr>
            <a:xfrm>
              <a:off x="1768436"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2"/>
            <p:cNvSpPr/>
            <p:nvPr/>
          </p:nvSpPr>
          <p:spPr>
            <a:xfrm>
              <a:off x="2380345"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2"/>
            <p:cNvSpPr/>
            <p:nvPr/>
          </p:nvSpPr>
          <p:spPr>
            <a:xfrm>
              <a:off x="2345820"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2"/>
            <p:cNvSpPr/>
            <p:nvPr/>
          </p:nvSpPr>
          <p:spPr>
            <a:xfrm>
              <a:off x="2433041"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2"/>
            <p:cNvSpPr/>
            <p:nvPr/>
          </p:nvSpPr>
          <p:spPr>
            <a:xfrm>
              <a:off x="2433041" y="3255194"/>
              <a:ext cx="107440" cy="928382"/>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2"/>
            <p:cNvSpPr/>
            <p:nvPr/>
          </p:nvSpPr>
          <p:spPr>
            <a:xfrm>
              <a:off x="2380345"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2"/>
            <p:cNvSpPr/>
            <p:nvPr/>
          </p:nvSpPr>
          <p:spPr>
            <a:xfrm>
              <a:off x="2345820"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2"/>
            <p:cNvSpPr/>
            <p:nvPr/>
          </p:nvSpPr>
          <p:spPr>
            <a:xfrm>
              <a:off x="2959773" y="3190456"/>
              <a:ext cx="316413" cy="64966"/>
            </a:xfrm>
            <a:custGeom>
              <a:rect b="b" l="l" r="r" t="t"/>
              <a:pathLst>
                <a:path extrusionOk="0" h="286" w="1393">
                  <a:moveTo>
                    <a:pt x="1" y="0"/>
                  </a:moveTo>
                  <a:lnTo>
                    <a:pt x="1"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2"/>
            <p:cNvSpPr/>
            <p:nvPr/>
          </p:nvSpPr>
          <p:spPr>
            <a:xfrm>
              <a:off x="2923431"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2"/>
            <p:cNvSpPr/>
            <p:nvPr/>
          </p:nvSpPr>
          <p:spPr>
            <a:xfrm>
              <a:off x="3012469" y="3255194"/>
              <a:ext cx="211018" cy="928382"/>
            </a:xfrm>
            <a:custGeom>
              <a:rect b="b" l="l" r="r" t="t"/>
              <a:pathLst>
                <a:path extrusionOk="0" h="4087" w="929">
                  <a:moveTo>
                    <a:pt x="1" y="1"/>
                  </a:moveTo>
                  <a:lnTo>
                    <a:pt x="1" y="4087"/>
                  </a:lnTo>
                  <a:lnTo>
                    <a:pt x="928" y="4087"/>
                  </a:lnTo>
                  <a:lnTo>
                    <a:pt x="92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2"/>
            <p:cNvSpPr/>
            <p:nvPr/>
          </p:nvSpPr>
          <p:spPr>
            <a:xfrm>
              <a:off x="3012469"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2"/>
            <p:cNvSpPr/>
            <p:nvPr/>
          </p:nvSpPr>
          <p:spPr>
            <a:xfrm>
              <a:off x="2959773" y="4183320"/>
              <a:ext cx="316413" cy="65193"/>
            </a:xfrm>
            <a:custGeom>
              <a:rect b="b" l="l" r="r" t="t"/>
              <a:pathLst>
                <a:path extrusionOk="0" h="287" w="1393">
                  <a:moveTo>
                    <a:pt x="1" y="1"/>
                  </a:moveTo>
                  <a:lnTo>
                    <a:pt x="1"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2"/>
            <p:cNvSpPr/>
            <p:nvPr/>
          </p:nvSpPr>
          <p:spPr>
            <a:xfrm>
              <a:off x="2923431"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2"/>
            <p:cNvSpPr/>
            <p:nvPr/>
          </p:nvSpPr>
          <p:spPr>
            <a:xfrm>
              <a:off x="3537384" y="3190456"/>
              <a:ext cx="316186" cy="64966"/>
            </a:xfrm>
            <a:custGeom>
              <a:rect b="b" l="l" r="r" t="t"/>
              <a:pathLst>
                <a:path extrusionOk="0" h="286" w="1392">
                  <a:moveTo>
                    <a:pt x="0" y="0"/>
                  </a:moveTo>
                  <a:lnTo>
                    <a:pt x="0"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2"/>
            <p:cNvSpPr/>
            <p:nvPr/>
          </p:nvSpPr>
          <p:spPr>
            <a:xfrm>
              <a:off x="3500815"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2"/>
            <p:cNvSpPr/>
            <p:nvPr/>
          </p:nvSpPr>
          <p:spPr>
            <a:xfrm>
              <a:off x="3590080" y="3255194"/>
              <a:ext cx="210791" cy="928382"/>
            </a:xfrm>
            <a:custGeom>
              <a:rect b="b" l="l" r="r" t="t"/>
              <a:pathLst>
                <a:path extrusionOk="0" h="4087" w="928">
                  <a:moveTo>
                    <a:pt x="0" y="1"/>
                  </a:moveTo>
                  <a:lnTo>
                    <a:pt x="0" y="4087"/>
                  </a:lnTo>
                  <a:lnTo>
                    <a:pt x="928" y="4087"/>
                  </a:lnTo>
                  <a:lnTo>
                    <a:pt x="92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2"/>
            <p:cNvSpPr/>
            <p:nvPr/>
          </p:nvSpPr>
          <p:spPr>
            <a:xfrm>
              <a:off x="3590080" y="3255194"/>
              <a:ext cx="105395" cy="928382"/>
            </a:xfrm>
            <a:custGeom>
              <a:rect b="b" l="l" r="r" t="t"/>
              <a:pathLst>
                <a:path extrusionOk="0" h="4087" w="464">
                  <a:moveTo>
                    <a:pt x="0" y="1"/>
                  </a:moveTo>
                  <a:lnTo>
                    <a:pt x="0"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2"/>
            <p:cNvSpPr/>
            <p:nvPr/>
          </p:nvSpPr>
          <p:spPr>
            <a:xfrm>
              <a:off x="3537384" y="4183320"/>
              <a:ext cx="316186" cy="65193"/>
            </a:xfrm>
            <a:custGeom>
              <a:rect b="b" l="l" r="r" t="t"/>
              <a:pathLst>
                <a:path extrusionOk="0" h="287" w="1392">
                  <a:moveTo>
                    <a:pt x="0" y="1"/>
                  </a:moveTo>
                  <a:lnTo>
                    <a:pt x="0"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2"/>
            <p:cNvSpPr/>
            <p:nvPr/>
          </p:nvSpPr>
          <p:spPr>
            <a:xfrm>
              <a:off x="3500815"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2"/>
            <p:cNvSpPr/>
            <p:nvPr/>
          </p:nvSpPr>
          <p:spPr>
            <a:xfrm>
              <a:off x="4114768" y="3190456"/>
              <a:ext cx="316413" cy="64966"/>
            </a:xfrm>
            <a:custGeom>
              <a:rect b="b" l="l" r="r" t="t"/>
              <a:pathLst>
                <a:path extrusionOk="0" h="286" w="1393">
                  <a:moveTo>
                    <a:pt x="1" y="0"/>
                  </a:moveTo>
                  <a:lnTo>
                    <a:pt x="1"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2"/>
            <p:cNvSpPr/>
            <p:nvPr/>
          </p:nvSpPr>
          <p:spPr>
            <a:xfrm>
              <a:off x="4078426"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2"/>
            <p:cNvSpPr/>
            <p:nvPr/>
          </p:nvSpPr>
          <p:spPr>
            <a:xfrm>
              <a:off x="4167464" y="3255194"/>
              <a:ext cx="211018" cy="928382"/>
            </a:xfrm>
            <a:custGeom>
              <a:rect b="b" l="l" r="r" t="t"/>
              <a:pathLst>
                <a:path extrusionOk="0" h="4087" w="929">
                  <a:moveTo>
                    <a:pt x="1" y="1"/>
                  </a:moveTo>
                  <a:lnTo>
                    <a:pt x="1" y="4087"/>
                  </a:lnTo>
                  <a:lnTo>
                    <a:pt x="928" y="4087"/>
                  </a:lnTo>
                  <a:lnTo>
                    <a:pt x="92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2"/>
            <p:cNvSpPr/>
            <p:nvPr/>
          </p:nvSpPr>
          <p:spPr>
            <a:xfrm>
              <a:off x="4167464"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2"/>
            <p:cNvSpPr/>
            <p:nvPr/>
          </p:nvSpPr>
          <p:spPr>
            <a:xfrm>
              <a:off x="4114768" y="4183320"/>
              <a:ext cx="316413" cy="65193"/>
            </a:xfrm>
            <a:custGeom>
              <a:rect b="b" l="l" r="r" t="t"/>
              <a:pathLst>
                <a:path extrusionOk="0" h="287" w="1393">
                  <a:moveTo>
                    <a:pt x="1" y="1"/>
                  </a:moveTo>
                  <a:lnTo>
                    <a:pt x="1"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2"/>
            <p:cNvSpPr/>
            <p:nvPr/>
          </p:nvSpPr>
          <p:spPr>
            <a:xfrm>
              <a:off x="4078426"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2"/>
            <p:cNvSpPr/>
            <p:nvPr/>
          </p:nvSpPr>
          <p:spPr>
            <a:xfrm>
              <a:off x="4692379"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2"/>
            <p:cNvSpPr/>
            <p:nvPr/>
          </p:nvSpPr>
          <p:spPr>
            <a:xfrm>
              <a:off x="4655809"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2"/>
            <p:cNvSpPr/>
            <p:nvPr/>
          </p:nvSpPr>
          <p:spPr>
            <a:xfrm>
              <a:off x="4745074"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2"/>
            <p:cNvSpPr/>
            <p:nvPr/>
          </p:nvSpPr>
          <p:spPr>
            <a:xfrm>
              <a:off x="4745074" y="3255194"/>
              <a:ext cx="105395" cy="928382"/>
            </a:xfrm>
            <a:custGeom>
              <a:rect b="b" l="l" r="r" t="t"/>
              <a:pathLst>
                <a:path extrusionOk="0" h="4087" w="464">
                  <a:moveTo>
                    <a:pt x="0" y="1"/>
                  </a:moveTo>
                  <a:lnTo>
                    <a:pt x="0"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2"/>
            <p:cNvSpPr/>
            <p:nvPr/>
          </p:nvSpPr>
          <p:spPr>
            <a:xfrm>
              <a:off x="4692379"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2"/>
            <p:cNvSpPr/>
            <p:nvPr/>
          </p:nvSpPr>
          <p:spPr>
            <a:xfrm>
              <a:off x="4655809"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2"/>
            <p:cNvSpPr/>
            <p:nvPr/>
          </p:nvSpPr>
          <p:spPr>
            <a:xfrm>
              <a:off x="5269762"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2"/>
            <p:cNvSpPr/>
            <p:nvPr/>
          </p:nvSpPr>
          <p:spPr>
            <a:xfrm>
              <a:off x="5233420"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2"/>
            <p:cNvSpPr/>
            <p:nvPr/>
          </p:nvSpPr>
          <p:spPr>
            <a:xfrm>
              <a:off x="5322458"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2"/>
            <p:cNvSpPr/>
            <p:nvPr/>
          </p:nvSpPr>
          <p:spPr>
            <a:xfrm>
              <a:off x="5322458"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2"/>
            <p:cNvSpPr/>
            <p:nvPr/>
          </p:nvSpPr>
          <p:spPr>
            <a:xfrm>
              <a:off x="5269762"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2"/>
            <p:cNvSpPr/>
            <p:nvPr/>
          </p:nvSpPr>
          <p:spPr>
            <a:xfrm>
              <a:off x="5233420"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2"/>
            <p:cNvSpPr/>
            <p:nvPr/>
          </p:nvSpPr>
          <p:spPr>
            <a:xfrm>
              <a:off x="5847373"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2"/>
            <p:cNvSpPr/>
            <p:nvPr/>
          </p:nvSpPr>
          <p:spPr>
            <a:xfrm>
              <a:off x="5810804"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2"/>
            <p:cNvSpPr/>
            <p:nvPr/>
          </p:nvSpPr>
          <p:spPr>
            <a:xfrm>
              <a:off x="5900069"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2"/>
            <p:cNvSpPr/>
            <p:nvPr/>
          </p:nvSpPr>
          <p:spPr>
            <a:xfrm>
              <a:off x="5900069" y="3255194"/>
              <a:ext cx="105395" cy="928382"/>
            </a:xfrm>
            <a:custGeom>
              <a:rect b="b" l="l" r="r" t="t"/>
              <a:pathLst>
                <a:path extrusionOk="0" h="4087" w="464">
                  <a:moveTo>
                    <a:pt x="0" y="1"/>
                  </a:moveTo>
                  <a:lnTo>
                    <a:pt x="0"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2"/>
            <p:cNvSpPr/>
            <p:nvPr/>
          </p:nvSpPr>
          <p:spPr>
            <a:xfrm>
              <a:off x="5847373"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2"/>
            <p:cNvSpPr/>
            <p:nvPr/>
          </p:nvSpPr>
          <p:spPr>
            <a:xfrm>
              <a:off x="5810804"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2"/>
            <p:cNvSpPr/>
            <p:nvPr/>
          </p:nvSpPr>
          <p:spPr>
            <a:xfrm>
              <a:off x="6424757"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2"/>
            <p:cNvSpPr/>
            <p:nvPr/>
          </p:nvSpPr>
          <p:spPr>
            <a:xfrm>
              <a:off x="6388415"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2"/>
            <p:cNvSpPr/>
            <p:nvPr/>
          </p:nvSpPr>
          <p:spPr>
            <a:xfrm>
              <a:off x="6477453"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2"/>
            <p:cNvSpPr/>
            <p:nvPr/>
          </p:nvSpPr>
          <p:spPr>
            <a:xfrm>
              <a:off x="6477453"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2"/>
            <p:cNvSpPr/>
            <p:nvPr/>
          </p:nvSpPr>
          <p:spPr>
            <a:xfrm>
              <a:off x="6424757"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2"/>
            <p:cNvSpPr/>
            <p:nvPr/>
          </p:nvSpPr>
          <p:spPr>
            <a:xfrm>
              <a:off x="6388415"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2"/>
            <p:cNvSpPr/>
            <p:nvPr/>
          </p:nvSpPr>
          <p:spPr>
            <a:xfrm>
              <a:off x="7002368"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2"/>
            <p:cNvSpPr/>
            <p:nvPr/>
          </p:nvSpPr>
          <p:spPr>
            <a:xfrm>
              <a:off x="6967843" y="3127536"/>
              <a:ext cx="389327" cy="63149"/>
            </a:xfrm>
            <a:custGeom>
              <a:rect b="b" l="l" r="r" t="t"/>
              <a:pathLst>
                <a:path extrusionOk="0" h="278" w="1714">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2"/>
            <p:cNvSpPr/>
            <p:nvPr/>
          </p:nvSpPr>
          <p:spPr>
            <a:xfrm>
              <a:off x="7055064"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2"/>
            <p:cNvSpPr/>
            <p:nvPr/>
          </p:nvSpPr>
          <p:spPr>
            <a:xfrm>
              <a:off x="7055064" y="3255194"/>
              <a:ext cx="107440" cy="928382"/>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2"/>
            <p:cNvSpPr/>
            <p:nvPr/>
          </p:nvSpPr>
          <p:spPr>
            <a:xfrm>
              <a:off x="7002368"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2"/>
            <p:cNvSpPr/>
            <p:nvPr/>
          </p:nvSpPr>
          <p:spPr>
            <a:xfrm>
              <a:off x="6967843" y="4248285"/>
              <a:ext cx="389327" cy="64966"/>
            </a:xfrm>
            <a:custGeom>
              <a:rect b="b" l="l" r="r" t="t"/>
              <a:pathLst>
                <a:path extrusionOk="0" h="286" w="1714">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2"/>
            <p:cNvSpPr/>
            <p:nvPr/>
          </p:nvSpPr>
          <p:spPr>
            <a:xfrm>
              <a:off x="7579752"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2"/>
            <p:cNvSpPr/>
            <p:nvPr/>
          </p:nvSpPr>
          <p:spPr>
            <a:xfrm>
              <a:off x="7545227" y="3127536"/>
              <a:ext cx="389327" cy="63149"/>
            </a:xfrm>
            <a:custGeom>
              <a:rect b="b" l="l" r="r" t="t"/>
              <a:pathLst>
                <a:path extrusionOk="0" h="278" w="1714">
                  <a:moveTo>
                    <a:pt x="1" y="1"/>
                  </a:moveTo>
                  <a:lnTo>
                    <a:pt x="1" y="277"/>
                  </a:lnTo>
                  <a:lnTo>
                    <a:pt x="1714" y="277"/>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2"/>
            <p:cNvSpPr/>
            <p:nvPr/>
          </p:nvSpPr>
          <p:spPr>
            <a:xfrm>
              <a:off x="7632448"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2"/>
            <p:cNvSpPr/>
            <p:nvPr/>
          </p:nvSpPr>
          <p:spPr>
            <a:xfrm>
              <a:off x="7632448" y="3255194"/>
              <a:ext cx="107667" cy="928382"/>
            </a:xfrm>
            <a:custGeom>
              <a:rect b="b" l="l" r="r" t="t"/>
              <a:pathLst>
                <a:path extrusionOk="0" h="4087" w="474">
                  <a:moveTo>
                    <a:pt x="1" y="1"/>
                  </a:moveTo>
                  <a:lnTo>
                    <a:pt x="1"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2"/>
            <p:cNvSpPr/>
            <p:nvPr/>
          </p:nvSpPr>
          <p:spPr>
            <a:xfrm>
              <a:off x="7579752"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2"/>
            <p:cNvSpPr/>
            <p:nvPr/>
          </p:nvSpPr>
          <p:spPr>
            <a:xfrm>
              <a:off x="7545227" y="4248285"/>
              <a:ext cx="389327" cy="64966"/>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2"/>
            <p:cNvSpPr/>
            <p:nvPr/>
          </p:nvSpPr>
          <p:spPr>
            <a:xfrm>
              <a:off x="5625306" y="4376851"/>
              <a:ext cx="1574796" cy="84275"/>
            </a:xfrm>
            <a:custGeom>
              <a:rect b="b" l="l" r="r" t="t"/>
              <a:pathLst>
                <a:path extrusionOk="0" h="371" w="6933">
                  <a:moveTo>
                    <a:pt x="1854" y="1"/>
                  </a:moveTo>
                  <a:cubicBezTo>
                    <a:pt x="1640" y="1"/>
                    <a:pt x="1437" y="14"/>
                    <a:pt x="1437" y="14"/>
                  </a:cubicBezTo>
                  <a:cubicBezTo>
                    <a:pt x="1437" y="14"/>
                    <a:pt x="1306" y="26"/>
                    <a:pt x="1193" y="26"/>
                  </a:cubicBezTo>
                  <a:cubicBezTo>
                    <a:pt x="1136" y="26"/>
                    <a:pt x="1083" y="23"/>
                    <a:pt x="1054" y="14"/>
                  </a:cubicBezTo>
                  <a:cubicBezTo>
                    <a:pt x="1049" y="13"/>
                    <a:pt x="1044" y="12"/>
                    <a:pt x="1039" y="12"/>
                  </a:cubicBezTo>
                  <a:cubicBezTo>
                    <a:pt x="966" y="12"/>
                    <a:pt x="911" y="130"/>
                    <a:pt x="911" y="130"/>
                  </a:cubicBezTo>
                  <a:lnTo>
                    <a:pt x="813" y="112"/>
                  </a:lnTo>
                  <a:cubicBezTo>
                    <a:pt x="813" y="112"/>
                    <a:pt x="608" y="148"/>
                    <a:pt x="590" y="157"/>
                  </a:cubicBezTo>
                  <a:cubicBezTo>
                    <a:pt x="572" y="157"/>
                    <a:pt x="509" y="193"/>
                    <a:pt x="509" y="193"/>
                  </a:cubicBezTo>
                  <a:lnTo>
                    <a:pt x="1" y="371"/>
                  </a:lnTo>
                  <a:lnTo>
                    <a:pt x="6933" y="317"/>
                  </a:lnTo>
                  <a:lnTo>
                    <a:pt x="6522" y="157"/>
                  </a:lnTo>
                  <a:lnTo>
                    <a:pt x="5942" y="139"/>
                  </a:lnTo>
                  <a:lnTo>
                    <a:pt x="5487" y="228"/>
                  </a:lnTo>
                  <a:cubicBezTo>
                    <a:pt x="5487" y="228"/>
                    <a:pt x="5077" y="228"/>
                    <a:pt x="4818" y="193"/>
                  </a:cubicBezTo>
                  <a:cubicBezTo>
                    <a:pt x="4551" y="157"/>
                    <a:pt x="4515" y="184"/>
                    <a:pt x="4354" y="112"/>
                  </a:cubicBezTo>
                  <a:cubicBezTo>
                    <a:pt x="4258" y="72"/>
                    <a:pt x="4161" y="65"/>
                    <a:pt x="4104" y="65"/>
                  </a:cubicBezTo>
                  <a:cubicBezTo>
                    <a:pt x="4071" y="65"/>
                    <a:pt x="4051" y="68"/>
                    <a:pt x="4051" y="68"/>
                  </a:cubicBezTo>
                  <a:lnTo>
                    <a:pt x="3846" y="68"/>
                  </a:lnTo>
                  <a:lnTo>
                    <a:pt x="3569" y="77"/>
                  </a:lnTo>
                  <a:lnTo>
                    <a:pt x="3346" y="68"/>
                  </a:lnTo>
                  <a:lnTo>
                    <a:pt x="2963" y="94"/>
                  </a:lnTo>
                  <a:lnTo>
                    <a:pt x="2650" y="193"/>
                  </a:lnTo>
                  <a:cubicBezTo>
                    <a:pt x="2650" y="193"/>
                    <a:pt x="2436" y="175"/>
                    <a:pt x="2338" y="68"/>
                  </a:cubicBezTo>
                  <a:cubicBezTo>
                    <a:pt x="2294" y="14"/>
                    <a:pt x="2068" y="1"/>
                    <a:pt x="18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39" name="Google Shape;2939;p52"/>
            <p:cNvGrpSpPr/>
            <p:nvPr/>
          </p:nvGrpSpPr>
          <p:grpSpPr>
            <a:xfrm>
              <a:off x="613339" y="3127728"/>
              <a:ext cx="389354" cy="1185780"/>
              <a:chOff x="1491295" y="3180738"/>
              <a:chExt cx="354635" cy="1080043"/>
            </a:xfrm>
          </p:grpSpPr>
          <p:sp>
            <p:nvSpPr>
              <p:cNvPr id="2940" name="Google Shape;2940;p52"/>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2"/>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2"/>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2"/>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2"/>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2"/>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6" name="Google Shape;2946;p52"/>
            <p:cNvGrpSpPr/>
            <p:nvPr/>
          </p:nvGrpSpPr>
          <p:grpSpPr>
            <a:xfrm>
              <a:off x="35745" y="3127728"/>
              <a:ext cx="389354" cy="1185780"/>
              <a:chOff x="1491295" y="3180738"/>
              <a:chExt cx="354635" cy="1080043"/>
            </a:xfrm>
          </p:grpSpPr>
          <p:sp>
            <p:nvSpPr>
              <p:cNvPr id="2947" name="Google Shape;2947;p52"/>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2"/>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2"/>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2"/>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2"/>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2"/>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3" name="Google Shape;2953;p52"/>
            <p:cNvGrpSpPr/>
            <p:nvPr/>
          </p:nvGrpSpPr>
          <p:grpSpPr>
            <a:xfrm>
              <a:off x="8122725" y="3127728"/>
              <a:ext cx="389354" cy="1185780"/>
              <a:chOff x="1491295" y="3180738"/>
              <a:chExt cx="354635" cy="1080043"/>
            </a:xfrm>
          </p:grpSpPr>
          <p:sp>
            <p:nvSpPr>
              <p:cNvPr id="2954" name="Google Shape;2954;p52"/>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2"/>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2"/>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2"/>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2"/>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2"/>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0" name="Google Shape;2960;p52"/>
            <p:cNvGrpSpPr/>
            <p:nvPr/>
          </p:nvGrpSpPr>
          <p:grpSpPr>
            <a:xfrm>
              <a:off x="8700100" y="3127728"/>
              <a:ext cx="389354" cy="1185780"/>
              <a:chOff x="1491295" y="3180738"/>
              <a:chExt cx="354635" cy="1080043"/>
            </a:xfrm>
          </p:grpSpPr>
          <p:sp>
            <p:nvSpPr>
              <p:cNvPr id="2961" name="Google Shape;2961;p52"/>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2"/>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2"/>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2"/>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2"/>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2"/>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967" name="Google Shape;2967;p52"/>
          <p:cNvSpPr/>
          <p:nvPr/>
        </p:nvSpPr>
        <p:spPr>
          <a:xfrm>
            <a:off x="1850546" y="4519646"/>
            <a:ext cx="2045463" cy="127457"/>
          </a:xfrm>
          <a:custGeom>
            <a:rect b="b" l="l" r="r" t="t"/>
            <a:pathLst>
              <a:path extrusionOk="0" h="616" w="9886">
                <a:moveTo>
                  <a:pt x="2418" y="0"/>
                </a:moveTo>
                <a:lnTo>
                  <a:pt x="2142" y="99"/>
                </a:lnTo>
                <a:lnTo>
                  <a:pt x="1919" y="188"/>
                </a:lnTo>
                <a:lnTo>
                  <a:pt x="1740" y="295"/>
                </a:lnTo>
                <a:cubicBezTo>
                  <a:pt x="1740" y="295"/>
                  <a:pt x="1571" y="188"/>
                  <a:pt x="1339" y="161"/>
                </a:cubicBezTo>
                <a:cubicBezTo>
                  <a:pt x="1290" y="155"/>
                  <a:pt x="1256" y="153"/>
                  <a:pt x="1234" y="153"/>
                </a:cubicBezTo>
                <a:cubicBezTo>
                  <a:pt x="1210" y="153"/>
                  <a:pt x="1199" y="156"/>
                  <a:pt x="1194" y="158"/>
                </a:cubicBezTo>
                <a:lnTo>
                  <a:pt x="1194" y="158"/>
                </a:lnTo>
                <a:cubicBezTo>
                  <a:pt x="1194" y="158"/>
                  <a:pt x="1194" y="158"/>
                  <a:pt x="1194" y="158"/>
                </a:cubicBezTo>
                <a:cubicBezTo>
                  <a:pt x="1108" y="158"/>
                  <a:pt x="558" y="327"/>
                  <a:pt x="483" y="402"/>
                </a:cubicBezTo>
                <a:lnTo>
                  <a:pt x="1" y="616"/>
                </a:lnTo>
                <a:lnTo>
                  <a:pt x="9885" y="616"/>
                </a:lnTo>
                <a:lnTo>
                  <a:pt x="9537" y="473"/>
                </a:lnTo>
                <a:lnTo>
                  <a:pt x="9261" y="402"/>
                </a:lnTo>
                <a:cubicBezTo>
                  <a:pt x="9261" y="402"/>
                  <a:pt x="9100" y="429"/>
                  <a:pt x="8833" y="473"/>
                </a:cubicBezTo>
                <a:cubicBezTo>
                  <a:pt x="8791" y="480"/>
                  <a:pt x="8757" y="483"/>
                  <a:pt x="8729" y="483"/>
                </a:cubicBezTo>
                <a:cubicBezTo>
                  <a:pt x="8584" y="483"/>
                  <a:pt x="8610" y="402"/>
                  <a:pt x="8610" y="402"/>
                </a:cubicBezTo>
                <a:cubicBezTo>
                  <a:pt x="8610" y="402"/>
                  <a:pt x="8306" y="188"/>
                  <a:pt x="8199" y="188"/>
                </a:cubicBezTo>
                <a:cubicBezTo>
                  <a:pt x="8083" y="188"/>
                  <a:pt x="7949" y="188"/>
                  <a:pt x="7816" y="206"/>
                </a:cubicBezTo>
                <a:cubicBezTo>
                  <a:pt x="7682" y="223"/>
                  <a:pt x="7575" y="295"/>
                  <a:pt x="7486" y="295"/>
                </a:cubicBezTo>
                <a:cubicBezTo>
                  <a:pt x="7396" y="287"/>
                  <a:pt x="7306" y="203"/>
                  <a:pt x="7154" y="203"/>
                </a:cubicBezTo>
                <a:cubicBezTo>
                  <a:pt x="7140" y="203"/>
                  <a:pt x="7126" y="204"/>
                  <a:pt x="7111" y="206"/>
                </a:cubicBezTo>
                <a:cubicBezTo>
                  <a:pt x="7048" y="212"/>
                  <a:pt x="6995" y="213"/>
                  <a:pt x="6951" y="213"/>
                </a:cubicBezTo>
                <a:cubicBezTo>
                  <a:pt x="6864" y="213"/>
                  <a:pt x="6816" y="206"/>
                  <a:pt x="6816" y="206"/>
                </a:cubicBezTo>
                <a:lnTo>
                  <a:pt x="6486" y="295"/>
                </a:lnTo>
                <a:lnTo>
                  <a:pt x="6147" y="473"/>
                </a:lnTo>
                <a:lnTo>
                  <a:pt x="5853" y="402"/>
                </a:lnTo>
                <a:lnTo>
                  <a:pt x="5425" y="206"/>
                </a:lnTo>
                <a:lnTo>
                  <a:pt x="4863" y="99"/>
                </a:lnTo>
                <a:cubicBezTo>
                  <a:pt x="4863" y="99"/>
                  <a:pt x="4435" y="161"/>
                  <a:pt x="4256" y="161"/>
                </a:cubicBezTo>
                <a:cubicBezTo>
                  <a:pt x="4078" y="161"/>
                  <a:pt x="4033" y="206"/>
                  <a:pt x="4033" y="206"/>
                </a:cubicBezTo>
                <a:cubicBezTo>
                  <a:pt x="4033" y="206"/>
                  <a:pt x="3699" y="297"/>
                  <a:pt x="3514" y="297"/>
                </a:cubicBezTo>
                <a:cubicBezTo>
                  <a:pt x="3498" y="297"/>
                  <a:pt x="3484" y="296"/>
                  <a:pt x="3471" y="295"/>
                </a:cubicBezTo>
                <a:cubicBezTo>
                  <a:pt x="3293" y="268"/>
                  <a:pt x="3159" y="99"/>
                  <a:pt x="3159" y="99"/>
                </a:cubicBezTo>
                <a:cubicBezTo>
                  <a:pt x="3159" y="99"/>
                  <a:pt x="3111" y="138"/>
                  <a:pt x="3050" y="138"/>
                </a:cubicBezTo>
                <a:cubicBezTo>
                  <a:pt x="3020" y="138"/>
                  <a:pt x="2986" y="128"/>
                  <a:pt x="2954" y="99"/>
                </a:cubicBezTo>
                <a:cubicBezTo>
                  <a:pt x="2919" y="67"/>
                  <a:pt x="2890" y="57"/>
                  <a:pt x="2864" y="57"/>
                </a:cubicBezTo>
                <a:cubicBezTo>
                  <a:pt x="2815" y="57"/>
                  <a:pt x="2774" y="93"/>
                  <a:pt x="2722" y="99"/>
                </a:cubicBezTo>
                <a:cubicBezTo>
                  <a:pt x="2718" y="99"/>
                  <a:pt x="2714" y="99"/>
                  <a:pt x="2710" y="99"/>
                </a:cubicBezTo>
                <a:cubicBezTo>
                  <a:pt x="2616" y="99"/>
                  <a:pt x="2418" y="0"/>
                  <a:pt x="2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68" name="Google Shape;2968;p52"/>
          <p:cNvGrpSpPr/>
          <p:nvPr/>
        </p:nvGrpSpPr>
        <p:grpSpPr>
          <a:xfrm>
            <a:off x="-440352" y="4372550"/>
            <a:ext cx="2183372" cy="583072"/>
            <a:chOff x="379848" y="4111600"/>
            <a:chExt cx="2183372" cy="583072"/>
          </a:xfrm>
        </p:grpSpPr>
        <p:sp>
          <p:nvSpPr>
            <p:cNvPr id="2969" name="Google Shape;2969;p52"/>
            <p:cNvSpPr/>
            <p:nvPr/>
          </p:nvSpPr>
          <p:spPr>
            <a:xfrm>
              <a:off x="379848" y="4111600"/>
              <a:ext cx="2183372" cy="583072"/>
            </a:xfrm>
            <a:custGeom>
              <a:rect b="b" l="l" r="r" t="t"/>
              <a:pathLst>
                <a:path extrusionOk="0" h="2818" w="7397">
                  <a:moveTo>
                    <a:pt x="1584" y="1"/>
                  </a:moveTo>
                  <a:cubicBezTo>
                    <a:pt x="1376" y="1"/>
                    <a:pt x="1196" y="52"/>
                    <a:pt x="1196" y="52"/>
                  </a:cubicBezTo>
                  <a:lnTo>
                    <a:pt x="0" y="2817"/>
                  </a:lnTo>
                  <a:lnTo>
                    <a:pt x="7396" y="2817"/>
                  </a:lnTo>
                  <a:cubicBezTo>
                    <a:pt x="7292" y="2500"/>
                    <a:pt x="7094" y="2422"/>
                    <a:pt x="6924" y="2422"/>
                  </a:cubicBezTo>
                  <a:cubicBezTo>
                    <a:pt x="6759" y="2422"/>
                    <a:pt x="6620" y="2496"/>
                    <a:pt x="6620" y="2496"/>
                  </a:cubicBezTo>
                  <a:cubicBezTo>
                    <a:pt x="6496" y="2241"/>
                    <a:pt x="6327" y="2167"/>
                    <a:pt x="6172" y="2167"/>
                  </a:cubicBezTo>
                  <a:cubicBezTo>
                    <a:pt x="5959" y="2167"/>
                    <a:pt x="5772" y="2309"/>
                    <a:pt x="5772" y="2309"/>
                  </a:cubicBezTo>
                  <a:cubicBezTo>
                    <a:pt x="5688" y="1947"/>
                    <a:pt x="5515" y="1848"/>
                    <a:pt x="5351" y="1848"/>
                  </a:cubicBezTo>
                  <a:cubicBezTo>
                    <a:pt x="5149" y="1848"/>
                    <a:pt x="4961" y="1996"/>
                    <a:pt x="4961" y="1996"/>
                  </a:cubicBezTo>
                  <a:cubicBezTo>
                    <a:pt x="4890" y="1622"/>
                    <a:pt x="4712" y="1517"/>
                    <a:pt x="4537" y="1517"/>
                  </a:cubicBezTo>
                  <a:cubicBezTo>
                    <a:pt x="4315" y="1517"/>
                    <a:pt x="4095" y="1684"/>
                    <a:pt x="4095" y="1684"/>
                  </a:cubicBezTo>
                  <a:cubicBezTo>
                    <a:pt x="4067" y="1207"/>
                    <a:pt x="3877" y="1076"/>
                    <a:pt x="3676" y="1076"/>
                  </a:cubicBezTo>
                  <a:cubicBezTo>
                    <a:pt x="3430" y="1076"/>
                    <a:pt x="3167" y="1274"/>
                    <a:pt x="3167" y="1274"/>
                  </a:cubicBezTo>
                  <a:cubicBezTo>
                    <a:pt x="3202" y="765"/>
                    <a:pt x="2976" y="633"/>
                    <a:pt x="2733" y="633"/>
                  </a:cubicBezTo>
                  <a:cubicBezTo>
                    <a:pt x="2473" y="633"/>
                    <a:pt x="2195" y="783"/>
                    <a:pt x="2195" y="783"/>
                  </a:cubicBezTo>
                  <a:cubicBezTo>
                    <a:pt x="2315" y="128"/>
                    <a:pt x="1914" y="1"/>
                    <a:pt x="1584"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2"/>
            <p:cNvSpPr/>
            <p:nvPr/>
          </p:nvSpPr>
          <p:spPr>
            <a:xfrm>
              <a:off x="514145" y="4335678"/>
              <a:ext cx="1340662" cy="358989"/>
            </a:xfrm>
            <a:custGeom>
              <a:rect b="b" l="l" r="r" t="t"/>
              <a:pathLst>
                <a:path extrusionOk="0" h="1735" w="4542">
                  <a:moveTo>
                    <a:pt x="974" y="0"/>
                  </a:moveTo>
                  <a:cubicBezTo>
                    <a:pt x="848" y="0"/>
                    <a:pt x="741" y="30"/>
                    <a:pt x="741" y="30"/>
                  </a:cubicBezTo>
                  <a:lnTo>
                    <a:pt x="0" y="1734"/>
                  </a:lnTo>
                  <a:lnTo>
                    <a:pt x="4541" y="1734"/>
                  </a:lnTo>
                  <a:cubicBezTo>
                    <a:pt x="4478" y="1540"/>
                    <a:pt x="4358" y="1492"/>
                    <a:pt x="4254" y="1492"/>
                  </a:cubicBezTo>
                  <a:cubicBezTo>
                    <a:pt x="4153" y="1492"/>
                    <a:pt x="4068" y="1538"/>
                    <a:pt x="4068" y="1538"/>
                  </a:cubicBezTo>
                  <a:cubicBezTo>
                    <a:pt x="3994" y="1381"/>
                    <a:pt x="3889" y="1335"/>
                    <a:pt x="3792" y="1335"/>
                  </a:cubicBezTo>
                  <a:cubicBezTo>
                    <a:pt x="3659" y="1335"/>
                    <a:pt x="3542" y="1422"/>
                    <a:pt x="3542" y="1422"/>
                  </a:cubicBezTo>
                  <a:cubicBezTo>
                    <a:pt x="3494" y="1202"/>
                    <a:pt x="3391" y="1142"/>
                    <a:pt x="3292" y="1142"/>
                  </a:cubicBezTo>
                  <a:cubicBezTo>
                    <a:pt x="3169" y="1142"/>
                    <a:pt x="3051" y="1235"/>
                    <a:pt x="3051" y="1235"/>
                  </a:cubicBezTo>
                  <a:cubicBezTo>
                    <a:pt x="3004" y="1001"/>
                    <a:pt x="2893" y="936"/>
                    <a:pt x="2785" y="936"/>
                  </a:cubicBezTo>
                  <a:cubicBezTo>
                    <a:pt x="2649" y="936"/>
                    <a:pt x="2516" y="1038"/>
                    <a:pt x="2516" y="1038"/>
                  </a:cubicBezTo>
                  <a:cubicBezTo>
                    <a:pt x="2500" y="747"/>
                    <a:pt x="2384" y="666"/>
                    <a:pt x="2261" y="666"/>
                  </a:cubicBezTo>
                  <a:cubicBezTo>
                    <a:pt x="2108" y="666"/>
                    <a:pt x="1945" y="789"/>
                    <a:pt x="1945" y="789"/>
                  </a:cubicBezTo>
                  <a:cubicBezTo>
                    <a:pt x="1967" y="474"/>
                    <a:pt x="1828" y="392"/>
                    <a:pt x="1679" y="392"/>
                  </a:cubicBezTo>
                  <a:cubicBezTo>
                    <a:pt x="1519" y="392"/>
                    <a:pt x="1348" y="485"/>
                    <a:pt x="1348" y="485"/>
                  </a:cubicBezTo>
                  <a:cubicBezTo>
                    <a:pt x="1425" y="78"/>
                    <a:pt x="1176" y="0"/>
                    <a:pt x="9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1" name="Google Shape;2971;p52"/>
          <p:cNvGrpSpPr/>
          <p:nvPr/>
        </p:nvGrpSpPr>
        <p:grpSpPr>
          <a:xfrm>
            <a:off x="7400797" y="4372550"/>
            <a:ext cx="2183077" cy="583072"/>
            <a:chOff x="6551897" y="4111600"/>
            <a:chExt cx="2183077" cy="583072"/>
          </a:xfrm>
        </p:grpSpPr>
        <p:sp>
          <p:nvSpPr>
            <p:cNvPr id="2972" name="Google Shape;2972;p52"/>
            <p:cNvSpPr/>
            <p:nvPr/>
          </p:nvSpPr>
          <p:spPr>
            <a:xfrm>
              <a:off x="6551897" y="4111600"/>
              <a:ext cx="2183077" cy="583072"/>
            </a:xfrm>
            <a:custGeom>
              <a:rect b="b" l="l" r="r" t="t"/>
              <a:pathLst>
                <a:path extrusionOk="0" h="2818" w="7396">
                  <a:moveTo>
                    <a:pt x="5812" y="1"/>
                  </a:moveTo>
                  <a:cubicBezTo>
                    <a:pt x="5483" y="1"/>
                    <a:pt x="5081" y="128"/>
                    <a:pt x="5201" y="783"/>
                  </a:cubicBezTo>
                  <a:cubicBezTo>
                    <a:pt x="5201" y="783"/>
                    <a:pt x="4925" y="633"/>
                    <a:pt x="4667" y="633"/>
                  </a:cubicBezTo>
                  <a:cubicBezTo>
                    <a:pt x="4425" y="633"/>
                    <a:pt x="4199" y="765"/>
                    <a:pt x="4229" y="1274"/>
                  </a:cubicBezTo>
                  <a:cubicBezTo>
                    <a:pt x="4229" y="1274"/>
                    <a:pt x="3966" y="1076"/>
                    <a:pt x="3720" y="1076"/>
                  </a:cubicBezTo>
                  <a:cubicBezTo>
                    <a:pt x="3519" y="1076"/>
                    <a:pt x="3329" y="1207"/>
                    <a:pt x="3301" y="1684"/>
                  </a:cubicBezTo>
                  <a:cubicBezTo>
                    <a:pt x="3301" y="1684"/>
                    <a:pt x="3082" y="1517"/>
                    <a:pt x="2860" y="1517"/>
                  </a:cubicBezTo>
                  <a:cubicBezTo>
                    <a:pt x="2684" y="1517"/>
                    <a:pt x="2507" y="1622"/>
                    <a:pt x="2436" y="1996"/>
                  </a:cubicBezTo>
                  <a:cubicBezTo>
                    <a:pt x="2436" y="1996"/>
                    <a:pt x="2247" y="1848"/>
                    <a:pt x="2047" y="1848"/>
                  </a:cubicBezTo>
                  <a:cubicBezTo>
                    <a:pt x="1884" y="1848"/>
                    <a:pt x="1713" y="1947"/>
                    <a:pt x="1633" y="2309"/>
                  </a:cubicBezTo>
                  <a:cubicBezTo>
                    <a:pt x="1633" y="2309"/>
                    <a:pt x="1444" y="2167"/>
                    <a:pt x="1227" y="2167"/>
                  </a:cubicBezTo>
                  <a:cubicBezTo>
                    <a:pt x="1071" y="2167"/>
                    <a:pt x="900" y="2241"/>
                    <a:pt x="777" y="2496"/>
                  </a:cubicBezTo>
                  <a:cubicBezTo>
                    <a:pt x="777" y="2496"/>
                    <a:pt x="640" y="2422"/>
                    <a:pt x="476" y="2422"/>
                  </a:cubicBezTo>
                  <a:cubicBezTo>
                    <a:pt x="307" y="2422"/>
                    <a:pt x="109" y="2500"/>
                    <a:pt x="0" y="2817"/>
                  </a:cubicBezTo>
                  <a:lnTo>
                    <a:pt x="7396" y="2817"/>
                  </a:lnTo>
                  <a:lnTo>
                    <a:pt x="6201" y="52"/>
                  </a:lnTo>
                  <a:cubicBezTo>
                    <a:pt x="6201" y="52"/>
                    <a:pt x="6021" y="1"/>
                    <a:pt x="5812"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2"/>
            <p:cNvSpPr/>
            <p:nvPr/>
          </p:nvSpPr>
          <p:spPr>
            <a:xfrm>
              <a:off x="7260276" y="4335678"/>
              <a:ext cx="1340367" cy="358989"/>
            </a:xfrm>
            <a:custGeom>
              <a:rect b="b" l="l" r="r" t="t"/>
              <a:pathLst>
                <a:path extrusionOk="0" h="1735" w="4541">
                  <a:moveTo>
                    <a:pt x="3574" y="0"/>
                  </a:moveTo>
                  <a:cubicBezTo>
                    <a:pt x="3369" y="0"/>
                    <a:pt x="3117" y="78"/>
                    <a:pt x="3194" y="485"/>
                  </a:cubicBezTo>
                  <a:cubicBezTo>
                    <a:pt x="3194" y="485"/>
                    <a:pt x="3023" y="392"/>
                    <a:pt x="2863" y="392"/>
                  </a:cubicBezTo>
                  <a:cubicBezTo>
                    <a:pt x="2714" y="392"/>
                    <a:pt x="2575" y="474"/>
                    <a:pt x="2596" y="789"/>
                  </a:cubicBezTo>
                  <a:cubicBezTo>
                    <a:pt x="2596" y="789"/>
                    <a:pt x="2433" y="666"/>
                    <a:pt x="2281" y="666"/>
                  </a:cubicBezTo>
                  <a:cubicBezTo>
                    <a:pt x="2157" y="666"/>
                    <a:pt x="2041" y="747"/>
                    <a:pt x="2025" y="1038"/>
                  </a:cubicBezTo>
                  <a:cubicBezTo>
                    <a:pt x="2025" y="1038"/>
                    <a:pt x="1893" y="936"/>
                    <a:pt x="1758" y="936"/>
                  </a:cubicBezTo>
                  <a:cubicBezTo>
                    <a:pt x="1651" y="936"/>
                    <a:pt x="1542" y="1001"/>
                    <a:pt x="1499" y="1235"/>
                  </a:cubicBezTo>
                  <a:cubicBezTo>
                    <a:pt x="1499" y="1235"/>
                    <a:pt x="1379" y="1142"/>
                    <a:pt x="1254" y="1142"/>
                  </a:cubicBezTo>
                  <a:cubicBezTo>
                    <a:pt x="1152" y="1142"/>
                    <a:pt x="1047" y="1202"/>
                    <a:pt x="999" y="1422"/>
                  </a:cubicBezTo>
                  <a:cubicBezTo>
                    <a:pt x="999" y="1422"/>
                    <a:pt x="885" y="1335"/>
                    <a:pt x="753" y="1335"/>
                  </a:cubicBezTo>
                  <a:cubicBezTo>
                    <a:pt x="657" y="1335"/>
                    <a:pt x="552" y="1381"/>
                    <a:pt x="473" y="1538"/>
                  </a:cubicBezTo>
                  <a:cubicBezTo>
                    <a:pt x="473" y="1538"/>
                    <a:pt x="388" y="1492"/>
                    <a:pt x="287" y="1492"/>
                  </a:cubicBezTo>
                  <a:cubicBezTo>
                    <a:pt x="184" y="1492"/>
                    <a:pt x="63" y="1540"/>
                    <a:pt x="0" y="1734"/>
                  </a:cubicBezTo>
                  <a:lnTo>
                    <a:pt x="4541" y="1734"/>
                  </a:lnTo>
                  <a:lnTo>
                    <a:pt x="3809" y="30"/>
                  </a:lnTo>
                  <a:cubicBezTo>
                    <a:pt x="3809" y="30"/>
                    <a:pt x="3701" y="0"/>
                    <a:pt x="35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4" name="Google Shape;2974;p52"/>
          <p:cNvGrpSpPr/>
          <p:nvPr/>
        </p:nvGrpSpPr>
        <p:grpSpPr>
          <a:xfrm>
            <a:off x="-301731" y="2688291"/>
            <a:ext cx="942613" cy="2225784"/>
            <a:chOff x="1214466" y="2918796"/>
            <a:chExt cx="786428" cy="1856987"/>
          </a:xfrm>
        </p:grpSpPr>
        <p:sp>
          <p:nvSpPr>
            <p:cNvPr id="2975" name="Google Shape;2975;p52"/>
            <p:cNvSpPr/>
            <p:nvPr/>
          </p:nvSpPr>
          <p:spPr>
            <a:xfrm>
              <a:off x="1718262" y="3276741"/>
              <a:ext cx="282632" cy="1052344"/>
            </a:xfrm>
            <a:custGeom>
              <a:rect b="b" l="l" r="r" t="t"/>
              <a:pathLst>
                <a:path extrusionOk="0" h="5086" w="1366">
                  <a:moveTo>
                    <a:pt x="1366" y="1"/>
                  </a:moveTo>
                  <a:lnTo>
                    <a:pt x="1" y="5005"/>
                  </a:lnTo>
                  <a:lnTo>
                    <a:pt x="99" y="5086"/>
                  </a:lnTo>
                  <a:cubicBezTo>
                    <a:pt x="1294" y="2321"/>
                    <a:pt x="1366" y="1"/>
                    <a:pt x="13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2"/>
            <p:cNvSpPr/>
            <p:nvPr/>
          </p:nvSpPr>
          <p:spPr>
            <a:xfrm>
              <a:off x="1696123" y="3276741"/>
              <a:ext cx="304771" cy="1035791"/>
            </a:xfrm>
            <a:custGeom>
              <a:rect b="b" l="l" r="r" t="t"/>
              <a:pathLst>
                <a:path extrusionOk="0" h="5006" w="1473">
                  <a:moveTo>
                    <a:pt x="1473" y="1"/>
                  </a:moveTo>
                  <a:cubicBezTo>
                    <a:pt x="1473" y="1"/>
                    <a:pt x="483" y="1553"/>
                    <a:pt x="1" y="4916"/>
                  </a:cubicBezTo>
                  <a:lnTo>
                    <a:pt x="108" y="5005"/>
                  </a:lnTo>
                  <a:lnTo>
                    <a:pt x="1473"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2"/>
            <p:cNvSpPr/>
            <p:nvPr/>
          </p:nvSpPr>
          <p:spPr>
            <a:xfrm>
              <a:off x="1687020" y="3134598"/>
              <a:ext cx="227182" cy="1069104"/>
            </a:xfrm>
            <a:custGeom>
              <a:rect b="b" l="l" r="r" t="t"/>
              <a:pathLst>
                <a:path extrusionOk="0" h="5167" w="1098">
                  <a:moveTo>
                    <a:pt x="999" y="1"/>
                  </a:moveTo>
                  <a:lnTo>
                    <a:pt x="0" y="5086"/>
                  </a:lnTo>
                  <a:lnTo>
                    <a:pt x="107" y="5166"/>
                  </a:lnTo>
                  <a:cubicBezTo>
                    <a:pt x="1097" y="2321"/>
                    <a:pt x="999" y="1"/>
                    <a:pt x="9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2"/>
            <p:cNvSpPr/>
            <p:nvPr/>
          </p:nvSpPr>
          <p:spPr>
            <a:xfrm>
              <a:off x="1664882" y="3134598"/>
              <a:ext cx="229044" cy="1052344"/>
            </a:xfrm>
            <a:custGeom>
              <a:rect b="b" l="l" r="r" t="t"/>
              <a:pathLst>
                <a:path extrusionOk="0" h="5086" w="1107">
                  <a:moveTo>
                    <a:pt x="1106" y="1"/>
                  </a:moveTo>
                  <a:cubicBezTo>
                    <a:pt x="1106" y="1"/>
                    <a:pt x="232" y="1625"/>
                    <a:pt x="0" y="5014"/>
                  </a:cubicBezTo>
                  <a:lnTo>
                    <a:pt x="107" y="5086"/>
                  </a:lnTo>
                  <a:lnTo>
                    <a:pt x="1106"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2"/>
            <p:cNvSpPr/>
            <p:nvPr/>
          </p:nvSpPr>
          <p:spPr>
            <a:xfrm>
              <a:off x="1648123" y="3007352"/>
              <a:ext cx="171938" cy="1118762"/>
            </a:xfrm>
            <a:custGeom>
              <a:rect b="b" l="l" r="r" t="t"/>
              <a:pathLst>
                <a:path extrusionOk="0" h="5407" w="831">
                  <a:moveTo>
                    <a:pt x="527" y="0"/>
                  </a:moveTo>
                  <a:lnTo>
                    <a:pt x="1" y="5362"/>
                  </a:lnTo>
                  <a:lnTo>
                    <a:pt x="108" y="5406"/>
                  </a:lnTo>
                  <a:cubicBezTo>
                    <a:pt x="830" y="2258"/>
                    <a:pt x="527" y="1"/>
                    <a:pt x="5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2"/>
            <p:cNvSpPr/>
            <p:nvPr/>
          </p:nvSpPr>
          <p:spPr>
            <a:xfrm>
              <a:off x="1609434" y="3007352"/>
              <a:ext cx="147937" cy="1109451"/>
            </a:xfrm>
            <a:custGeom>
              <a:rect b="b" l="l" r="r" t="t"/>
              <a:pathLst>
                <a:path extrusionOk="0" h="5362" w="715">
                  <a:moveTo>
                    <a:pt x="714" y="0"/>
                  </a:moveTo>
                  <a:lnTo>
                    <a:pt x="714" y="0"/>
                  </a:lnTo>
                  <a:cubicBezTo>
                    <a:pt x="714" y="1"/>
                    <a:pt x="1" y="1910"/>
                    <a:pt x="72" y="5326"/>
                  </a:cubicBezTo>
                  <a:lnTo>
                    <a:pt x="188" y="5362"/>
                  </a:lnTo>
                  <a:lnTo>
                    <a:pt x="71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2"/>
            <p:cNvSpPr/>
            <p:nvPr/>
          </p:nvSpPr>
          <p:spPr>
            <a:xfrm>
              <a:off x="1607571" y="2918796"/>
              <a:ext cx="109039" cy="1127866"/>
            </a:xfrm>
            <a:custGeom>
              <a:rect b="b" l="l" r="r" t="t"/>
              <a:pathLst>
                <a:path extrusionOk="0" h="5451" w="527">
                  <a:moveTo>
                    <a:pt x="1" y="0"/>
                  </a:moveTo>
                  <a:lnTo>
                    <a:pt x="1" y="5451"/>
                  </a:lnTo>
                  <a:lnTo>
                    <a:pt x="117" y="5451"/>
                  </a:lnTo>
                  <a:cubicBezTo>
                    <a:pt x="527" y="2114"/>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2"/>
            <p:cNvSpPr/>
            <p:nvPr/>
          </p:nvSpPr>
          <p:spPr>
            <a:xfrm>
              <a:off x="1500605" y="2918796"/>
              <a:ext cx="107177" cy="1127866"/>
            </a:xfrm>
            <a:custGeom>
              <a:rect b="b" l="l" r="r" t="t"/>
              <a:pathLst>
                <a:path extrusionOk="0" h="5451" w="518">
                  <a:moveTo>
                    <a:pt x="518" y="0"/>
                  </a:moveTo>
                  <a:cubicBezTo>
                    <a:pt x="518" y="0"/>
                    <a:pt x="0" y="2114"/>
                    <a:pt x="402" y="5451"/>
                  </a:cubicBezTo>
                  <a:lnTo>
                    <a:pt x="518" y="5451"/>
                  </a:lnTo>
                  <a:lnTo>
                    <a:pt x="51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2"/>
            <p:cNvSpPr/>
            <p:nvPr/>
          </p:nvSpPr>
          <p:spPr>
            <a:xfrm>
              <a:off x="1214466" y="3276741"/>
              <a:ext cx="284494" cy="1052344"/>
            </a:xfrm>
            <a:custGeom>
              <a:rect b="b" l="l" r="r" t="t"/>
              <a:pathLst>
                <a:path extrusionOk="0" h="5086" w="1375">
                  <a:moveTo>
                    <a:pt x="0" y="1"/>
                  </a:moveTo>
                  <a:cubicBezTo>
                    <a:pt x="0" y="1"/>
                    <a:pt x="72" y="2321"/>
                    <a:pt x="1276" y="5086"/>
                  </a:cubicBezTo>
                  <a:lnTo>
                    <a:pt x="1374" y="5005"/>
                  </a:lnTo>
                  <a:lnTo>
                    <a:pt x="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2"/>
            <p:cNvSpPr/>
            <p:nvPr/>
          </p:nvSpPr>
          <p:spPr>
            <a:xfrm>
              <a:off x="1214466" y="3276741"/>
              <a:ext cx="304771" cy="1035791"/>
            </a:xfrm>
            <a:custGeom>
              <a:rect b="b" l="l" r="r" t="t"/>
              <a:pathLst>
                <a:path extrusionOk="0" h="5006" w="1473">
                  <a:moveTo>
                    <a:pt x="0" y="1"/>
                  </a:moveTo>
                  <a:lnTo>
                    <a:pt x="1374" y="5005"/>
                  </a:lnTo>
                  <a:lnTo>
                    <a:pt x="1472" y="4916"/>
                  </a:lnTo>
                  <a:cubicBezTo>
                    <a:pt x="1000" y="1553"/>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2"/>
            <p:cNvSpPr/>
            <p:nvPr/>
          </p:nvSpPr>
          <p:spPr>
            <a:xfrm>
              <a:off x="1301156" y="3134598"/>
              <a:ext cx="229044" cy="1069104"/>
            </a:xfrm>
            <a:custGeom>
              <a:rect b="b" l="l" r="r" t="t"/>
              <a:pathLst>
                <a:path extrusionOk="0" h="5167" w="1107">
                  <a:moveTo>
                    <a:pt x="108" y="1"/>
                  </a:moveTo>
                  <a:cubicBezTo>
                    <a:pt x="108" y="1"/>
                    <a:pt x="1" y="2321"/>
                    <a:pt x="1000" y="5166"/>
                  </a:cubicBezTo>
                  <a:lnTo>
                    <a:pt x="1107" y="5086"/>
                  </a:lnTo>
                  <a:lnTo>
                    <a:pt x="10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2"/>
            <p:cNvSpPr/>
            <p:nvPr/>
          </p:nvSpPr>
          <p:spPr>
            <a:xfrm>
              <a:off x="1323294" y="3134598"/>
              <a:ext cx="229044" cy="1052344"/>
            </a:xfrm>
            <a:custGeom>
              <a:rect b="b" l="l" r="r" t="t"/>
              <a:pathLst>
                <a:path extrusionOk="0" h="5086" w="1107">
                  <a:moveTo>
                    <a:pt x="1" y="1"/>
                  </a:moveTo>
                  <a:lnTo>
                    <a:pt x="1000" y="5086"/>
                  </a:lnTo>
                  <a:lnTo>
                    <a:pt x="1107" y="5014"/>
                  </a:lnTo>
                  <a:cubicBezTo>
                    <a:pt x="875" y="1625"/>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2"/>
            <p:cNvSpPr/>
            <p:nvPr/>
          </p:nvSpPr>
          <p:spPr>
            <a:xfrm>
              <a:off x="1395295" y="3007352"/>
              <a:ext cx="173800" cy="1118762"/>
            </a:xfrm>
            <a:custGeom>
              <a:rect b="b" l="l" r="r" t="t"/>
              <a:pathLst>
                <a:path extrusionOk="0" h="5407" w="840">
                  <a:moveTo>
                    <a:pt x="313" y="0"/>
                  </a:moveTo>
                  <a:cubicBezTo>
                    <a:pt x="313" y="1"/>
                    <a:pt x="1" y="2258"/>
                    <a:pt x="723" y="5406"/>
                  </a:cubicBezTo>
                  <a:lnTo>
                    <a:pt x="839" y="5362"/>
                  </a:lnTo>
                  <a:lnTo>
                    <a:pt x="313"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2"/>
            <p:cNvSpPr/>
            <p:nvPr/>
          </p:nvSpPr>
          <p:spPr>
            <a:xfrm>
              <a:off x="1459847" y="3007352"/>
              <a:ext cx="147937" cy="1109451"/>
            </a:xfrm>
            <a:custGeom>
              <a:rect b="b" l="l" r="r" t="t"/>
              <a:pathLst>
                <a:path extrusionOk="0" h="5362" w="715">
                  <a:moveTo>
                    <a:pt x="1" y="0"/>
                  </a:moveTo>
                  <a:lnTo>
                    <a:pt x="527" y="5362"/>
                  </a:lnTo>
                  <a:lnTo>
                    <a:pt x="634" y="5326"/>
                  </a:lnTo>
                  <a:cubicBezTo>
                    <a:pt x="715" y="1910"/>
                    <a:pt x="1" y="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2"/>
            <p:cNvSpPr/>
            <p:nvPr/>
          </p:nvSpPr>
          <p:spPr>
            <a:xfrm>
              <a:off x="1268053" y="3994907"/>
              <a:ext cx="681131" cy="86902"/>
            </a:xfrm>
            <a:custGeom>
              <a:rect b="b" l="l" r="r" t="t"/>
              <a:pathLst>
                <a:path extrusionOk="0" h="420" w="3292">
                  <a:moveTo>
                    <a:pt x="0" y="0"/>
                  </a:moveTo>
                  <a:lnTo>
                    <a:pt x="0" y="419"/>
                  </a:lnTo>
                  <a:lnTo>
                    <a:pt x="3292" y="419"/>
                  </a:lnTo>
                  <a:lnTo>
                    <a:pt x="3292"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2"/>
            <p:cNvSpPr/>
            <p:nvPr/>
          </p:nvSpPr>
          <p:spPr>
            <a:xfrm>
              <a:off x="1308605" y="4081600"/>
              <a:ext cx="598162" cy="694183"/>
            </a:xfrm>
            <a:custGeom>
              <a:rect b="b" l="l" r="r" t="t"/>
              <a:pathLst>
                <a:path extrusionOk="0" h="3355" w="2891">
                  <a:moveTo>
                    <a:pt x="0" y="0"/>
                  </a:moveTo>
                  <a:lnTo>
                    <a:pt x="250" y="3355"/>
                  </a:lnTo>
                  <a:lnTo>
                    <a:pt x="2650" y="3355"/>
                  </a:lnTo>
                  <a:lnTo>
                    <a:pt x="289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2"/>
            <p:cNvSpPr/>
            <p:nvPr/>
          </p:nvSpPr>
          <p:spPr>
            <a:xfrm>
              <a:off x="1308605" y="4081600"/>
              <a:ext cx="598162" cy="51934"/>
            </a:xfrm>
            <a:custGeom>
              <a:rect b="b" l="l" r="r" t="t"/>
              <a:pathLst>
                <a:path extrusionOk="0" h="251" w="2891">
                  <a:moveTo>
                    <a:pt x="0" y="0"/>
                  </a:moveTo>
                  <a:lnTo>
                    <a:pt x="18" y="250"/>
                  </a:lnTo>
                  <a:lnTo>
                    <a:pt x="2873" y="250"/>
                  </a:lnTo>
                  <a:lnTo>
                    <a:pt x="289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92" name="Google Shape;2992;p52"/>
          <p:cNvSpPr/>
          <p:nvPr/>
        </p:nvSpPr>
        <p:spPr>
          <a:xfrm>
            <a:off x="3335900" y="4668671"/>
            <a:ext cx="638923" cy="98075"/>
          </a:xfrm>
          <a:custGeom>
            <a:rect b="b" l="l" r="r" t="t"/>
            <a:pathLst>
              <a:path extrusionOk="0" h="474" w="3088">
                <a:moveTo>
                  <a:pt x="1544" y="1"/>
                </a:moveTo>
                <a:cubicBezTo>
                  <a:pt x="688" y="1"/>
                  <a:pt x="1" y="108"/>
                  <a:pt x="1" y="233"/>
                </a:cubicBezTo>
                <a:cubicBezTo>
                  <a:pt x="1" y="366"/>
                  <a:pt x="688" y="474"/>
                  <a:pt x="1544" y="474"/>
                </a:cubicBezTo>
                <a:cubicBezTo>
                  <a:pt x="2400" y="474"/>
                  <a:pt x="3087" y="366"/>
                  <a:pt x="3087" y="233"/>
                </a:cubicBezTo>
                <a:cubicBezTo>
                  <a:pt x="3087" y="108"/>
                  <a:pt x="2400" y="1"/>
                  <a:pt x="1544" y="1"/>
                </a:cubicBez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93" name="Google Shape;2993;p52"/>
          <p:cNvGrpSpPr/>
          <p:nvPr/>
        </p:nvGrpSpPr>
        <p:grpSpPr>
          <a:xfrm>
            <a:off x="3281612" y="2848135"/>
            <a:ext cx="769416" cy="1873929"/>
            <a:chOff x="3455165" y="2902037"/>
            <a:chExt cx="635198" cy="1547039"/>
          </a:xfrm>
        </p:grpSpPr>
        <p:sp>
          <p:nvSpPr>
            <p:cNvPr id="2994" name="Google Shape;2994;p52"/>
            <p:cNvSpPr/>
            <p:nvPr/>
          </p:nvSpPr>
          <p:spPr>
            <a:xfrm>
              <a:off x="3477303" y="2902037"/>
              <a:ext cx="590921" cy="956338"/>
            </a:xfrm>
            <a:custGeom>
              <a:rect b="b" l="l" r="r" t="t"/>
              <a:pathLst>
                <a:path extrusionOk="0" h="4622" w="2856">
                  <a:moveTo>
                    <a:pt x="1428" y="1"/>
                  </a:moveTo>
                  <a:cubicBezTo>
                    <a:pt x="1428" y="1"/>
                    <a:pt x="1330" y="90"/>
                    <a:pt x="1339" y="144"/>
                  </a:cubicBezTo>
                  <a:cubicBezTo>
                    <a:pt x="1348" y="206"/>
                    <a:pt x="1383" y="277"/>
                    <a:pt x="1330" y="295"/>
                  </a:cubicBezTo>
                  <a:cubicBezTo>
                    <a:pt x="1285" y="304"/>
                    <a:pt x="1285" y="331"/>
                    <a:pt x="1214" y="358"/>
                  </a:cubicBezTo>
                  <a:cubicBezTo>
                    <a:pt x="1143" y="376"/>
                    <a:pt x="1214" y="456"/>
                    <a:pt x="1214" y="509"/>
                  </a:cubicBezTo>
                  <a:cubicBezTo>
                    <a:pt x="1214" y="563"/>
                    <a:pt x="1107" y="857"/>
                    <a:pt x="1107" y="857"/>
                  </a:cubicBezTo>
                  <a:lnTo>
                    <a:pt x="1027" y="973"/>
                  </a:lnTo>
                  <a:cubicBezTo>
                    <a:pt x="1027" y="973"/>
                    <a:pt x="812" y="1152"/>
                    <a:pt x="812" y="1232"/>
                  </a:cubicBezTo>
                  <a:cubicBezTo>
                    <a:pt x="812" y="1312"/>
                    <a:pt x="830" y="1312"/>
                    <a:pt x="857" y="1410"/>
                  </a:cubicBezTo>
                  <a:cubicBezTo>
                    <a:pt x="884" y="1517"/>
                    <a:pt x="848" y="1491"/>
                    <a:pt x="812" y="1553"/>
                  </a:cubicBezTo>
                  <a:cubicBezTo>
                    <a:pt x="777" y="1616"/>
                    <a:pt x="465" y="1767"/>
                    <a:pt x="465" y="1767"/>
                  </a:cubicBezTo>
                  <a:cubicBezTo>
                    <a:pt x="465" y="1767"/>
                    <a:pt x="366" y="1856"/>
                    <a:pt x="366" y="1883"/>
                  </a:cubicBezTo>
                  <a:cubicBezTo>
                    <a:pt x="366" y="1910"/>
                    <a:pt x="465" y="2106"/>
                    <a:pt x="465" y="2106"/>
                  </a:cubicBezTo>
                  <a:lnTo>
                    <a:pt x="491" y="2222"/>
                  </a:lnTo>
                  <a:lnTo>
                    <a:pt x="366" y="2347"/>
                  </a:lnTo>
                  <a:cubicBezTo>
                    <a:pt x="366" y="2347"/>
                    <a:pt x="313" y="2410"/>
                    <a:pt x="313" y="2454"/>
                  </a:cubicBezTo>
                  <a:cubicBezTo>
                    <a:pt x="322" y="2499"/>
                    <a:pt x="313" y="2454"/>
                    <a:pt x="420" y="2659"/>
                  </a:cubicBezTo>
                  <a:cubicBezTo>
                    <a:pt x="483" y="2786"/>
                    <a:pt x="465" y="2809"/>
                    <a:pt x="444" y="2809"/>
                  </a:cubicBezTo>
                  <a:cubicBezTo>
                    <a:pt x="432" y="2809"/>
                    <a:pt x="420" y="2802"/>
                    <a:pt x="420" y="2802"/>
                  </a:cubicBezTo>
                  <a:lnTo>
                    <a:pt x="90" y="2963"/>
                  </a:lnTo>
                  <a:cubicBezTo>
                    <a:pt x="90" y="2963"/>
                    <a:pt x="126" y="3016"/>
                    <a:pt x="126" y="3034"/>
                  </a:cubicBezTo>
                  <a:cubicBezTo>
                    <a:pt x="134" y="3052"/>
                    <a:pt x="188" y="3114"/>
                    <a:pt x="250" y="3177"/>
                  </a:cubicBezTo>
                  <a:cubicBezTo>
                    <a:pt x="304" y="3239"/>
                    <a:pt x="152" y="3328"/>
                    <a:pt x="152" y="3328"/>
                  </a:cubicBezTo>
                  <a:lnTo>
                    <a:pt x="1" y="3605"/>
                  </a:lnTo>
                  <a:lnTo>
                    <a:pt x="90" y="3783"/>
                  </a:lnTo>
                  <a:lnTo>
                    <a:pt x="215" y="3953"/>
                  </a:lnTo>
                  <a:cubicBezTo>
                    <a:pt x="215" y="3953"/>
                    <a:pt x="188" y="3989"/>
                    <a:pt x="188" y="4042"/>
                  </a:cubicBezTo>
                  <a:cubicBezTo>
                    <a:pt x="188" y="4105"/>
                    <a:pt x="250" y="4399"/>
                    <a:pt x="250" y="4399"/>
                  </a:cubicBezTo>
                  <a:lnTo>
                    <a:pt x="366" y="4622"/>
                  </a:lnTo>
                  <a:lnTo>
                    <a:pt x="1428" y="4595"/>
                  </a:lnTo>
                  <a:lnTo>
                    <a:pt x="2490" y="4622"/>
                  </a:lnTo>
                  <a:lnTo>
                    <a:pt x="2606" y="4399"/>
                  </a:lnTo>
                  <a:cubicBezTo>
                    <a:pt x="2606" y="4399"/>
                    <a:pt x="2668" y="4105"/>
                    <a:pt x="2668" y="4042"/>
                  </a:cubicBezTo>
                  <a:cubicBezTo>
                    <a:pt x="2668" y="3989"/>
                    <a:pt x="2641" y="3953"/>
                    <a:pt x="2641" y="3953"/>
                  </a:cubicBezTo>
                  <a:lnTo>
                    <a:pt x="2766" y="3783"/>
                  </a:lnTo>
                  <a:lnTo>
                    <a:pt x="2855" y="3605"/>
                  </a:lnTo>
                  <a:lnTo>
                    <a:pt x="2704" y="3328"/>
                  </a:lnTo>
                  <a:cubicBezTo>
                    <a:pt x="2704" y="3328"/>
                    <a:pt x="2552" y="3239"/>
                    <a:pt x="2606" y="3177"/>
                  </a:cubicBezTo>
                  <a:cubicBezTo>
                    <a:pt x="2668" y="3114"/>
                    <a:pt x="2722" y="3052"/>
                    <a:pt x="2730" y="3034"/>
                  </a:cubicBezTo>
                  <a:cubicBezTo>
                    <a:pt x="2730" y="3016"/>
                    <a:pt x="2766" y="2963"/>
                    <a:pt x="2766" y="2963"/>
                  </a:cubicBezTo>
                  <a:lnTo>
                    <a:pt x="2436" y="2802"/>
                  </a:lnTo>
                  <a:cubicBezTo>
                    <a:pt x="2436" y="2802"/>
                    <a:pt x="2424" y="2809"/>
                    <a:pt x="2412" y="2809"/>
                  </a:cubicBezTo>
                  <a:cubicBezTo>
                    <a:pt x="2391" y="2809"/>
                    <a:pt x="2373" y="2786"/>
                    <a:pt x="2436" y="2659"/>
                  </a:cubicBezTo>
                  <a:cubicBezTo>
                    <a:pt x="2543" y="2454"/>
                    <a:pt x="2534" y="2499"/>
                    <a:pt x="2543" y="2454"/>
                  </a:cubicBezTo>
                  <a:cubicBezTo>
                    <a:pt x="2543" y="2410"/>
                    <a:pt x="2490" y="2347"/>
                    <a:pt x="2490" y="2347"/>
                  </a:cubicBezTo>
                  <a:lnTo>
                    <a:pt x="2365" y="2222"/>
                  </a:lnTo>
                  <a:lnTo>
                    <a:pt x="2391" y="2106"/>
                  </a:lnTo>
                  <a:cubicBezTo>
                    <a:pt x="2391" y="2106"/>
                    <a:pt x="2490" y="1910"/>
                    <a:pt x="2490" y="1883"/>
                  </a:cubicBezTo>
                  <a:cubicBezTo>
                    <a:pt x="2490" y="1856"/>
                    <a:pt x="2391" y="1767"/>
                    <a:pt x="2391" y="1767"/>
                  </a:cubicBezTo>
                  <a:cubicBezTo>
                    <a:pt x="2391" y="1767"/>
                    <a:pt x="2079" y="1616"/>
                    <a:pt x="2044" y="1553"/>
                  </a:cubicBezTo>
                  <a:cubicBezTo>
                    <a:pt x="2008" y="1491"/>
                    <a:pt x="1972" y="1517"/>
                    <a:pt x="1999" y="1410"/>
                  </a:cubicBezTo>
                  <a:cubicBezTo>
                    <a:pt x="2026" y="1312"/>
                    <a:pt x="2044" y="1312"/>
                    <a:pt x="2044" y="1232"/>
                  </a:cubicBezTo>
                  <a:cubicBezTo>
                    <a:pt x="2044" y="1152"/>
                    <a:pt x="1829" y="973"/>
                    <a:pt x="1829" y="973"/>
                  </a:cubicBezTo>
                  <a:lnTo>
                    <a:pt x="1749" y="857"/>
                  </a:lnTo>
                  <a:cubicBezTo>
                    <a:pt x="1749" y="857"/>
                    <a:pt x="1642" y="563"/>
                    <a:pt x="1642" y="509"/>
                  </a:cubicBezTo>
                  <a:cubicBezTo>
                    <a:pt x="1642" y="456"/>
                    <a:pt x="1713" y="376"/>
                    <a:pt x="1642" y="358"/>
                  </a:cubicBezTo>
                  <a:cubicBezTo>
                    <a:pt x="1571" y="331"/>
                    <a:pt x="1571" y="304"/>
                    <a:pt x="1526" y="295"/>
                  </a:cubicBezTo>
                  <a:cubicBezTo>
                    <a:pt x="1473" y="277"/>
                    <a:pt x="1508" y="206"/>
                    <a:pt x="1517" y="144"/>
                  </a:cubicBezTo>
                  <a:cubicBezTo>
                    <a:pt x="1526" y="90"/>
                    <a:pt x="1428" y="1"/>
                    <a:pt x="142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2"/>
            <p:cNvSpPr/>
            <p:nvPr/>
          </p:nvSpPr>
          <p:spPr>
            <a:xfrm>
              <a:off x="3584476" y="3249016"/>
              <a:ext cx="376567" cy="609350"/>
            </a:xfrm>
            <a:custGeom>
              <a:rect b="b" l="l" r="r" t="t"/>
              <a:pathLst>
                <a:path extrusionOk="0" h="2945" w="1820">
                  <a:moveTo>
                    <a:pt x="910" y="1"/>
                  </a:moveTo>
                  <a:cubicBezTo>
                    <a:pt x="910" y="1"/>
                    <a:pt x="848" y="63"/>
                    <a:pt x="856" y="99"/>
                  </a:cubicBezTo>
                  <a:cubicBezTo>
                    <a:pt x="856" y="135"/>
                    <a:pt x="883" y="179"/>
                    <a:pt x="848" y="188"/>
                  </a:cubicBezTo>
                  <a:cubicBezTo>
                    <a:pt x="821" y="197"/>
                    <a:pt x="821" y="215"/>
                    <a:pt x="776" y="233"/>
                  </a:cubicBezTo>
                  <a:cubicBezTo>
                    <a:pt x="732" y="242"/>
                    <a:pt x="776" y="286"/>
                    <a:pt x="776" y="322"/>
                  </a:cubicBezTo>
                  <a:cubicBezTo>
                    <a:pt x="776" y="358"/>
                    <a:pt x="705" y="545"/>
                    <a:pt x="705" y="545"/>
                  </a:cubicBezTo>
                  <a:lnTo>
                    <a:pt x="651" y="625"/>
                  </a:lnTo>
                  <a:cubicBezTo>
                    <a:pt x="651" y="625"/>
                    <a:pt x="517" y="741"/>
                    <a:pt x="517" y="786"/>
                  </a:cubicBezTo>
                  <a:cubicBezTo>
                    <a:pt x="517" y="840"/>
                    <a:pt x="526" y="840"/>
                    <a:pt x="544" y="902"/>
                  </a:cubicBezTo>
                  <a:cubicBezTo>
                    <a:pt x="562" y="964"/>
                    <a:pt x="544" y="947"/>
                    <a:pt x="517" y="991"/>
                  </a:cubicBezTo>
                  <a:cubicBezTo>
                    <a:pt x="500" y="1027"/>
                    <a:pt x="294" y="1125"/>
                    <a:pt x="294" y="1125"/>
                  </a:cubicBezTo>
                  <a:cubicBezTo>
                    <a:pt x="294" y="1125"/>
                    <a:pt x="241" y="1179"/>
                    <a:pt x="241" y="1196"/>
                  </a:cubicBezTo>
                  <a:cubicBezTo>
                    <a:pt x="241" y="1214"/>
                    <a:pt x="294" y="1348"/>
                    <a:pt x="294" y="1348"/>
                  </a:cubicBezTo>
                  <a:lnTo>
                    <a:pt x="312" y="1419"/>
                  </a:lnTo>
                  <a:lnTo>
                    <a:pt x="232" y="1491"/>
                  </a:lnTo>
                  <a:cubicBezTo>
                    <a:pt x="232" y="1491"/>
                    <a:pt x="196" y="1535"/>
                    <a:pt x="205" y="1562"/>
                  </a:cubicBezTo>
                  <a:cubicBezTo>
                    <a:pt x="205" y="1598"/>
                    <a:pt x="205" y="1562"/>
                    <a:pt x="268" y="1696"/>
                  </a:cubicBezTo>
                  <a:cubicBezTo>
                    <a:pt x="307" y="1775"/>
                    <a:pt x="297" y="1790"/>
                    <a:pt x="283" y="1790"/>
                  </a:cubicBezTo>
                  <a:cubicBezTo>
                    <a:pt x="276" y="1790"/>
                    <a:pt x="268" y="1785"/>
                    <a:pt x="268" y="1785"/>
                  </a:cubicBezTo>
                  <a:lnTo>
                    <a:pt x="62" y="1883"/>
                  </a:lnTo>
                  <a:cubicBezTo>
                    <a:pt x="62" y="1883"/>
                    <a:pt x="80" y="1919"/>
                    <a:pt x="80" y="1937"/>
                  </a:cubicBezTo>
                  <a:cubicBezTo>
                    <a:pt x="89" y="1946"/>
                    <a:pt x="116" y="1990"/>
                    <a:pt x="161" y="2026"/>
                  </a:cubicBezTo>
                  <a:cubicBezTo>
                    <a:pt x="196" y="2071"/>
                    <a:pt x="98" y="2124"/>
                    <a:pt x="98" y="2124"/>
                  </a:cubicBezTo>
                  <a:lnTo>
                    <a:pt x="0" y="2303"/>
                  </a:lnTo>
                  <a:lnTo>
                    <a:pt x="62" y="2410"/>
                  </a:lnTo>
                  <a:lnTo>
                    <a:pt x="134" y="2517"/>
                  </a:lnTo>
                  <a:cubicBezTo>
                    <a:pt x="134" y="2517"/>
                    <a:pt x="116" y="2543"/>
                    <a:pt x="116" y="2579"/>
                  </a:cubicBezTo>
                  <a:cubicBezTo>
                    <a:pt x="116" y="2615"/>
                    <a:pt x="161" y="2802"/>
                    <a:pt x="161" y="2802"/>
                  </a:cubicBezTo>
                  <a:lnTo>
                    <a:pt x="232" y="2945"/>
                  </a:lnTo>
                  <a:lnTo>
                    <a:pt x="910" y="2927"/>
                  </a:lnTo>
                  <a:lnTo>
                    <a:pt x="1588" y="2945"/>
                  </a:lnTo>
                  <a:lnTo>
                    <a:pt x="1659" y="2802"/>
                  </a:lnTo>
                  <a:cubicBezTo>
                    <a:pt x="1659" y="2802"/>
                    <a:pt x="1704" y="2615"/>
                    <a:pt x="1704" y="2579"/>
                  </a:cubicBezTo>
                  <a:cubicBezTo>
                    <a:pt x="1704" y="2543"/>
                    <a:pt x="1686" y="2517"/>
                    <a:pt x="1686" y="2517"/>
                  </a:cubicBezTo>
                  <a:lnTo>
                    <a:pt x="1757" y="2410"/>
                  </a:lnTo>
                  <a:lnTo>
                    <a:pt x="1820" y="2303"/>
                  </a:lnTo>
                  <a:lnTo>
                    <a:pt x="1722" y="2124"/>
                  </a:lnTo>
                  <a:cubicBezTo>
                    <a:pt x="1722" y="2124"/>
                    <a:pt x="1624" y="2071"/>
                    <a:pt x="1659" y="2026"/>
                  </a:cubicBezTo>
                  <a:cubicBezTo>
                    <a:pt x="1704" y="1990"/>
                    <a:pt x="1731" y="1946"/>
                    <a:pt x="1740" y="1937"/>
                  </a:cubicBezTo>
                  <a:cubicBezTo>
                    <a:pt x="1740" y="1919"/>
                    <a:pt x="1757" y="1883"/>
                    <a:pt x="1757" y="1883"/>
                  </a:cubicBezTo>
                  <a:lnTo>
                    <a:pt x="1552" y="1785"/>
                  </a:lnTo>
                  <a:cubicBezTo>
                    <a:pt x="1552" y="1785"/>
                    <a:pt x="1544" y="1790"/>
                    <a:pt x="1537" y="1790"/>
                  </a:cubicBezTo>
                  <a:cubicBezTo>
                    <a:pt x="1523" y="1790"/>
                    <a:pt x="1513" y="1775"/>
                    <a:pt x="1552" y="1696"/>
                  </a:cubicBezTo>
                  <a:cubicBezTo>
                    <a:pt x="1615" y="1562"/>
                    <a:pt x="1615" y="1598"/>
                    <a:pt x="1615" y="1562"/>
                  </a:cubicBezTo>
                  <a:cubicBezTo>
                    <a:pt x="1624" y="1535"/>
                    <a:pt x="1588" y="1491"/>
                    <a:pt x="1588" y="1491"/>
                  </a:cubicBezTo>
                  <a:lnTo>
                    <a:pt x="1508" y="1419"/>
                  </a:lnTo>
                  <a:lnTo>
                    <a:pt x="1526" y="1348"/>
                  </a:lnTo>
                  <a:cubicBezTo>
                    <a:pt x="1526" y="1348"/>
                    <a:pt x="1579" y="1214"/>
                    <a:pt x="1579" y="1196"/>
                  </a:cubicBezTo>
                  <a:cubicBezTo>
                    <a:pt x="1579" y="1179"/>
                    <a:pt x="1526" y="1125"/>
                    <a:pt x="1526" y="1125"/>
                  </a:cubicBezTo>
                  <a:cubicBezTo>
                    <a:pt x="1526" y="1125"/>
                    <a:pt x="1320" y="1027"/>
                    <a:pt x="1303" y="991"/>
                  </a:cubicBezTo>
                  <a:cubicBezTo>
                    <a:pt x="1276" y="947"/>
                    <a:pt x="1258" y="964"/>
                    <a:pt x="1276" y="902"/>
                  </a:cubicBezTo>
                  <a:cubicBezTo>
                    <a:pt x="1294" y="840"/>
                    <a:pt x="1303" y="840"/>
                    <a:pt x="1303" y="786"/>
                  </a:cubicBezTo>
                  <a:cubicBezTo>
                    <a:pt x="1303" y="741"/>
                    <a:pt x="1169" y="625"/>
                    <a:pt x="1169" y="625"/>
                  </a:cubicBezTo>
                  <a:lnTo>
                    <a:pt x="1115" y="545"/>
                  </a:lnTo>
                  <a:cubicBezTo>
                    <a:pt x="1115" y="545"/>
                    <a:pt x="1044" y="358"/>
                    <a:pt x="1044" y="322"/>
                  </a:cubicBezTo>
                  <a:cubicBezTo>
                    <a:pt x="1044" y="286"/>
                    <a:pt x="1088" y="242"/>
                    <a:pt x="1044" y="233"/>
                  </a:cubicBezTo>
                  <a:cubicBezTo>
                    <a:pt x="999" y="215"/>
                    <a:pt x="999" y="197"/>
                    <a:pt x="972" y="188"/>
                  </a:cubicBezTo>
                  <a:cubicBezTo>
                    <a:pt x="937" y="179"/>
                    <a:pt x="964" y="135"/>
                    <a:pt x="964" y="99"/>
                  </a:cubicBezTo>
                  <a:cubicBezTo>
                    <a:pt x="972" y="63"/>
                    <a:pt x="91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2"/>
            <p:cNvSpPr/>
            <p:nvPr/>
          </p:nvSpPr>
          <p:spPr>
            <a:xfrm>
              <a:off x="3468200" y="3647721"/>
              <a:ext cx="234423" cy="129733"/>
            </a:xfrm>
            <a:custGeom>
              <a:rect b="b" l="l" r="r" t="t"/>
              <a:pathLst>
                <a:path extrusionOk="0" h="627" w="1133">
                  <a:moveTo>
                    <a:pt x="800" y="503"/>
                  </a:moveTo>
                  <a:lnTo>
                    <a:pt x="785" y="518"/>
                  </a:lnTo>
                  <a:cubicBezTo>
                    <a:pt x="785" y="518"/>
                    <a:pt x="808" y="505"/>
                    <a:pt x="800" y="503"/>
                  </a:cubicBezTo>
                  <a:close/>
                  <a:moveTo>
                    <a:pt x="696" y="1"/>
                  </a:moveTo>
                  <a:cubicBezTo>
                    <a:pt x="624" y="1"/>
                    <a:pt x="277" y="117"/>
                    <a:pt x="170" y="117"/>
                  </a:cubicBezTo>
                  <a:cubicBezTo>
                    <a:pt x="54" y="117"/>
                    <a:pt x="0" y="224"/>
                    <a:pt x="0" y="224"/>
                  </a:cubicBezTo>
                  <a:lnTo>
                    <a:pt x="0" y="349"/>
                  </a:lnTo>
                  <a:lnTo>
                    <a:pt x="71" y="518"/>
                  </a:lnTo>
                  <a:lnTo>
                    <a:pt x="205" y="518"/>
                  </a:lnTo>
                  <a:lnTo>
                    <a:pt x="294" y="590"/>
                  </a:lnTo>
                  <a:cubicBezTo>
                    <a:pt x="294" y="590"/>
                    <a:pt x="390" y="627"/>
                    <a:pt x="448" y="627"/>
                  </a:cubicBezTo>
                  <a:cubicBezTo>
                    <a:pt x="454" y="627"/>
                    <a:pt x="459" y="626"/>
                    <a:pt x="464" y="625"/>
                  </a:cubicBezTo>
                  <a:cubicBezTo>
                    <a:pt x="517" y="616"/>
                    <a:pt x="491" y="616"/>
                    <a:pt x="509" y="599"/>
                  </a:cubicBezTo>
                  <a:cubicBezTo>
                    <a:pt x="535" y="581"/>
                    <a:pt x="616" y="545"/>
                    <a:pt x="732" y="518"/>
                  </a:cubicBezTo>
                  <a:cubicBezTo>
                    <a:pt x="770" y="506"/>
                    <a:pt x="789" y="502"/>
                    <a:pt x="797" y="502"/>
                  </a:cubicBezTo>
                  <a:cubicBezTo>
                    <a:pt x="799" y="502"/>
                    <a:pt x="800" y="503"/>
                    <a:pt x="800" y="503"/>
                  </a:cubicBezTo>
                  <a:lnTo>
                    <a:pt x="800" y="503"/>
                  </a:lnTo>
                  <a:lnTo>
                    <a:pt x="865" y="438"/>
                  </a:lnTo>
                  <a:cubicBezTo>
                    <a:pt x="865" y="438"/>
                    <a:pt x="869" y="439"/>
                    <a:pt x="875" y="439"/>
                  </a:cubicBezTo>
                  <a:cubicBezTo>
                    <a:pt x="891" y="439"/>
                    <a:pt x="923" y="434"/>
                    <a:pt x="955" y="402"/>
                  </a:cubicBezTo>
                  <a:cubicBezTo>
                    <a:pt x="999" y="367"/>
                    <a:pt x="955" y="313"/>
                    <a:pt x="955" y="313"/>
                  </a:cubicBezTo>
                  <a:cubicBezTo>
                    <a:pt x="955" y="313"/>
                    <a:pt x="981" y="313"/>
                    <a:pt x="1053" y="269"/>
                  </a:cubicBezTo>
                  <a:cubicBezTo>
                    <a:pt x="1133" y="233"/>
                    <a:pt x="1106" y="215"/>
                    <a:pt x="1106" y="215"/>
                  </a:cubicBezTo>
                  <a:lnTo>
                    <a:pt x="1106" y="170"/>
                  </a:lnTo>
                  <a:lnTo>
                    <a:pt x="1053" y="126"/>
                  </a:lnTo>
                  <a:cubicBezTo>
                    <a:pt x="1053" y="126"/>
                    <a:pt x="767" y="1"/>
                    <a:pt x="696"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2"/>
            <p:cNvSpPr/>
            <p:nvPr/>
          </p:nvSpPr>
          <p:spPr>
            <a:xfrm>
              <a:off x="3800270" y="3535165"/>
              <a:ext cx="206284" cy="138837"/>
            </a:xfrm>
            <a:custGeom>
              <a:rect b="b" l="l" r="r" t="t"/>
              <a:pathLst>
                <a:path extrusionOk="0" h="671" w="997">
                  <a:moveTo>
                    <a:pt x="643" y="1"/>
                  </a:moveTo>
                  <a:lnTo>
                    <a:pt x="411" y="152"/>
                  </a:lnTo>
                  <a:cubicBezTo>
                    <a:pt x="411" y="152"/>
                    <a:pt x="277" y="206"/>
                    <a:pt x="161" y="206"/>
                  </a:cubicBezTo>
                  <a:cubicBezTo>
                    <a:pt x="150" y="205"/>
                    <a:pt x="140" y="205"/>
                    <a:pt x="130" y="205"/>
                  </a:cubicBezTo>
                  <a:cubicBezTo>
                    <a:pt x="49" y="205"/>
                    <a:pt x="25" y="236"/>
                    <a:pt x="1" y="268"/>
                  </a:cubicBezTo>
                  <a:lnTo>
                    <a:pt x="1" y="465"/>
                  </a:lnTo>
                  <a:lnTo>
                    <a:pt x="197" y="545"/>
                  </a:lnTo>
                  <a:lnTo>
                    <a:pt x="340" y="652"/>
                  </a:lnTo>
                  <a:cubicBezTo>
                    <a:pt x="340" y="652"/>
                    <a:pt x="453" y="671"/>
                    <a:pt x="525" y="671"/>
                  </a:cubicBezTo>
                  <a:cubicBezTo>
                    <a:pt x="552" y="671"/>
                    <a:pt x="573" y="668"/>
                    <a:pt x="581" y="661"/>
                  </a:cubicBezTo>
                  <a:cubicBezTo>
                    <a:pt x="599" y="643"/>
                    <a:pt x="670" y="482"/>
                    <a:pt x="670" y="482"/>
                  </a:cubicBezTo>
                  <a:cubicBezTo>
                    <a:pt x="670" y="482"/>
                    <a:pt x="741" y="420"/>
                    <a:pt x="902" y="268"/>
                  </a:cubicBezTo>
                  <a:cubicBezTo>
                    <a:pt x="987" y="178"/>
                    <a:pt x="996" y="158"/>
                    <a:pt x="988" y="158"/>
                  </a:cubicBezTo>
                  <a:cubicBezTo>
                    <a:pt x="981" y="158"/>
                    <a:pt x="964" y="170"/>
                    <a:pt x="964" y="170"/>
                  </a:cubicBezTo>
                  <a:lnTo>
                    <a:pt x="902" y="54"/>
                  </a:lnTo>
                  <a:lnTo>
                    <a:pt x="643" y="1"/>
                  </a:ln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2"/>
            <p:cNvSpPr/>
            <p:nvPr/>
          </p:nvSpPr>
          <p:spPr>
            <a:xfrm>
              <a:off x="3554890" y="3458610"/>
              <a:ext cx="181042" cy="95179"/>
            </a:xfrm>
            <a:custGeom>
              <a:rect b="b" l="l" r="r" t="t"/>
              <a:pathLst>
                <a:path extrusionOk="0" h="460" w="875">
                  <a:moveTo>
                    <a:pt x="450" y="0"/>
                  </a:moveTo>
                  <a:cubicBezTo>
                    <a:pt x="415" y="0"/>
                    <a:pt x="386" y="7"/>
                    <a:pt x="366" y="23"/>
                  </a:cubicBezTo>
                  <a:cubicBezTo>
                    <a:pt x="313" y="59"/>
                    <a:pt x="277" y="192"/>
                    <a:pt x="277" y="192"/>
                  </a:cubicBezTo>
                  <a:lnTo>
                    <a:pt x="134" y="210"/>
                  </a:lnTo>
                  <a:cubicBezTo>
                    <a:pt x="134" y="210"/>
                    <a:pt x="126" y="209"/>
                    <a:pt x="113" y="209"/>
                  </a:cubicBezTo>
                  <a:cubicBezTo>
                    <a:pt x="94" y="209"/>
                    <a:pt x="66" y="212"/>
                    <a:pt x="45" y="228"/>
                  </a:cubicBezTo>
                  <a:cubicBezTo>
                    <a:pt x="0" y="255"/>
                    <a:pt x="0" y="371"/>
                    <a:pt x="0" y="371"/>
                  </a:cubicBezTo>
                  <a:lnTo>
                    <a:pt x="90" y="415"/>
                  </a:lnTo>
                  <a:lnTo>
                    <a:pt x="455" y="460"/>
                  </a:lnTo>
                  <a:lnTo>
                    <a:pt x="634" y="371"/>
                  </a:lnTo>
                  <a:lnTo>
                    <a:pt x="812" y="308"/>
                  </a:lnTo>
                  <a:cubicBezTo>
                    <a:pt x="812" y="308"/>
                    <a:pt x="875" y="237"/>
                    <a:pt x="839" y="201"/>
                  </a:cubicBezTo>
                  <a:cubicBezTo>
                    <a:pt x="803" y="166"/>
                    <a:pt x="741" y="76"/>
                    <a:pt x="741" y="76"/>
                  </a:cubicBezTo>
                  <a:cubicBezTo>
                    <a:pt x="741" y="76"/>
                    <a:pt x="687" y="59"/>
                    <a:pt x="598" y="32"/>
                  </a:cubicBezTo>
                  <a:cubicBezTo>
                    <a:pt x="548" y="12"/>
                    <a:pt x="495" y="0"/>
                    <a:pt x="450"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2"/>
            <p:cNvSpPr/>
            <p:nvPr/>
          </p:nvSpPr>
          <p:spPr>
            <a:xfrm>
              <a:off x="3785580" y="3225222"/>
              <a:ext cx="251183" cy="118146"/>
            </a:xfrm>
            <a:custGeom>
              <a:rect b="b" l="l" r="r" t="t"/>
              <a:pathLst>
                <a:path extrusionOk="0" h="571" w="1214">
                  <a:moveTo>
                    <a:pt x="794" y="0"/>
                  </a:moveTo>
                  <a:cubicBezTo>
                    <a:pt x="794" y="0"/>
                    <a:pt x="696" y="0"/>
                    <a:pt x="500" y="80"/>
                  </a:cubicBezTo>
                  <a:cubicBezTo>
                    <a:pt x="397" y="116"/>
                    <a:pt x="351" y="125"/>
                    <a:pt x="329" y="125"/>
                  </a:cubicBezTo>
                  <a:cubicBezTo>
                    <a:pt x="308" y="125"/>
                    <a:pt x="313" y="116"/>
                    <a:pt x="313" y="116"/>
                  </a:cubicBezTo>
                  <a:lnTo>
                    <a:pt x="313" y="116"/>
                  </a:lnTo>
                  <a:lnTo>
                    <a:pt x="250" y="196"/>
                  </a:lnTo>
                  <a:lnTo>
                    <a:pt x="0" y="303"/>
                  </a:lnTo>
                  <a:lnTo>
                    <a:pt x="72" y="544"/>
                  </a:lnTo>
                  <a:cubicBezTo>
                    <a:pt x="72" y="544"/>
                    <a:pt x="99" y="535"/>
                    <a:pt x="215" y="526"/>
                  </a:cubicBezTo>
                  <a:cubicBezTo>
                    <a:pt x="227" y="525"/>
                    <a:pt x="240" y="525"/>
                    <a:pt x="252" y="525"/>
                  </a:cubicBezTo>
                  <a:cubicBezTo>
                    <a:pt x="347" y="525"/>
                    <a:pt x="411" y="553"/>
                    <a:pt x="411" y="553"/>
                  </a:cubicBezTo>
                  <a:lnTo>
                    <a:pt x="598" y="571"/>
                  </a:lnTo>
                  <a:cubicBezTo>
                    <a:pt x="598" y="571"/>
                    <a:pt x="705" y="437"/>
                    <a:pt x="803" y="393"/>
                  </a:cubicBezTo>
                  <a:cubicBezTo>
                    <a:pt x="839" y="375"/>
                    <a:pt x="862" y="369"/>
                    <a:pt x="882" y="369"/>
                  </a:cubicBezTo>
                  <a:cubicBezTo>
                    <a:pt x="923" y="369"/>
                    <a:pt x="955" y="393"/>
                    <a:pt x="1062" y="393"/>
                  </a:cubicBezTo>
                  <a:cubicBezTo>
                    <a:pt x="1214" y="384"/>
                    <a:pt x="1196" y="285"/>
                    <a:pt x="1196" y="285"/>
                  </a:cubicBezTo>
                  <a:lnTo>
                    <a:pt x="1196" y="205"/>
                  </a:lnTo>
                  <a:cubicBezTo>
                    <a:pt x="1196" y="205"/>
                    <a:pt x="1124" y="62"/>
                    <a:pt x="1124" y="62"/>
                  </a:cubicBezTo>
                  <a:cubicBezTo>
                    <a:pt x="1124" y="62"/>
                    <a:pt x="973" y="27"/>
                    <a:pt x="973" y="27"/>
                  </a:cubicBezTo>
                  <a:lnTo>
                    <a:pt x="794" y="0"/>
                  </a:ln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2"/>
            <p:cNvSpPr/>
            <p:nvPr/>
          </p:nvSpPr>
          <p:spPr>
            <a:xfrm>
              <a:off x="3586131" y="3105217"/>
              <a:ext cx="214354" cy="86902"/>
            </a:xfrm>
            <a:custGeom>
              <a:rect b="b" l="l" r="r" t="t"/>
              <a:pathLst>
                <a:path extrusionOk="0" h="420" w="1036">
                  <a:moveTo>
                    <a:pt x="583" y="1"/>
                  </a:moveTo>
                  <a:cubicBezTo>
                    <a:pt x="570" y="1"/>
                    <a:pt x="554" y="3"/>
                    <a:pt x="536" y="9"/>
                  </a:cubicBezTo>
                  <a:cubicBezTo>
                    <a:pt x="438" y="45"/>
                    <a:pt x="278" y="63"/>
                    <a:pt x="278" y="63"/>
                  </a:cubicBezTo>
                  <a:lnTo>
                    <a:pt x="126" y="63"/>
                  </a:lnTo>
                  <a:cubicBezTo>
                    <a:pt x="126" y="63"/>
                    <a:pt x="1" y="152"/>
                    <a:pt x="28" y="223"/>
                  </a:cubicBezTo>
                  <a:cubicBezTo>
                    <a:pt x="54" y="295"/>
                    <a:pt x="126" y="366"/>
                    <a:pt x="126" y="366"/>
                  </a:cubicBezTo>
                  <a:cubicBezTo>
                    <a:pt x="126" y="366"/>
                    <a:pt x="518" y="411"/>
                    <a:pt x="536" y="411"/>
                  </a:cubicBezTo>
                  <a:cubicBezTo>
                    <a:pt x="563" y="411"/>
                    <a:pt x="732" y="419"/>
                    <a:pt x="732" y="419"/>
                  </a:cubicBezTo>
                  <a:lnTo>
                    <a:pt x="964" y="366"/>
                  </a:lnTo>
                  <a:lnTo>
                    <a:pt x="1036" y="286"/>
                  </a:lnTo>
                  <a:lnTo>
                    <a:pt x="822" y="143"/>
                  </a:lnTo>
                  <a:cubicBezTo>
                    <a:pt x="759" y="107"/>
                    <a:pt x="670" y="63"/>
                    <a:pt x="670" y="63"/>
                  </a:cubicBezTo>
                  <a:cubicBezTo>
                    <a:pt x="670" y="63"/>
                    <a:pt x="651" y="1"/>
                    <a:pt x="583"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2"/>
            <p:cNvSpPr/>
            <p:nvPr/>
          </p:nvSpPr>
          <p:spPr>
            <a:xfrm>
              <a:off x="3847649" y="3360331"/>
              <a:ext cx="159524" cy="73660"/>
            </a:xfrm>
            <a:custGeom>
              <a:rect b="b" l="l" r="r" t="t"/>
              <a:pathLst>
                <a:path extrusionOk="0" h="356" w="771">
                  <a:moveTo>
                    <a:pt x="370" y="0"/>
                  </a:moveTo>
                  <a:cubicBezTo>
                    <a:pt x="352" y="0"/>
                    <a:pt x="331" y="4"/>
                    <a:pt x="298" y="16"/>
                  </a:cubicBezTo>
                  <a:cubicBezTo>
                    <a:pt x="200" y="61"/>
                    <a:pt x="164" y="25"/>
                    <a:pt x="129" y="87"/>
                  </a:cubicBezTo>
                  <a:cubicBezTo>
                    <a:pt x="102" y="150"/>
                    <a:pt x="48" y="239"/>
                    <a:pt x="48" y="239"/>
                  </a:cubicBezTo>
                  <a:cubicBezTo>
                    <a:pt x="48" y="239"/>
                    <a:pt x="41" y="238"/>
                    <a:pt x="34" y="238"/>
                  </a:cubicBezTo>
                  <a:cubicBezTo>
                    <a:pt x="19" y="238"/>
                    <a:pt x="1" y="242"/>
                    <a:pt x="31" y="266"/>
                  </a:cubicBezTo>
                  <a:cubicBezTo>
                    <a:pt x="66" y="310"/>
                    <a:pt x="218" y="355"/>
                    <a:pt x="218" y="355"/>
                  </a:cubicBezTo>
                  <a:lnTo>
                    <a:pt x="414" y="346"/>
                  </a:lnTo>
                  <a:lnTo>
                    <a:pt x="610" y="328"/>
                  </a:lnTo>
                  <a:lnTo>
                    <a:pt x="753" y="239"/>
                  </a:lnTo>
                  <a:lnTo>
                    <a:pt x="771" y="141"/>
                  </a:lnTo>
                  <a:lnTo>
                    <a:pt x="762" y="52"/>
                  </a:lnTo>
                  <a:cubicBezTo>
                    <a:pt x="726" y="43"/>
                    <a:pt x="628" y="16"/>
                    <a:pt x="512" y="16"/>
                  </a:cubicBezTo>
                  <a:cubicBezTo>
                    <a:pt x="429" y="16"/>
                    <a:pt x="405" y="0"/>
                    <a:pt x="370" y="0"/>
                  </a:cubicBez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2"/>
            <p:cNvSpPr/>
            <p:nvPr/>
          </p:nvSpPr>
          <p:spPr>
            <a:xfrm>
              <a:off x="3541855" y="3438954"/>
              <a:ext cx="118350" cy="72418"/>
            </a:xfrm>
            <a:custGeom>
              <a:rect b="b" l="l" r="r" t="t"/>
              <a:pathLst>
                <a:path extrusionOk="0" h="350" w="572">
                  <a:moveTo>
                    <a:pt x="379" y="1"/>
                  </a:moveTo>
                  <a:cubicBezTo>
                    <a:pt x="371" y="1"/>
                    <a:pt x="364" y="1"/>
                    <a:pt x="358" y="2"/>
                  </a:cubicBezTo>
                  <a:cubicBezTo>
                    <a:pt x="286" y="11"/>
                    <a:pt x="197" y="11"/>
                    <a:pt x="197" y="11"/>
                  </a:cubicBezTo>
                  <a:cubicBezTo>
                    <a:pt x="170" y="11"/>
                    <a:pt x="54" y="29"/>
                    <a:pt x="37" y="55"/>
                  </a:cubicBezTo>
                  <a:cubicBezTo>
                    <a:pt x="19" y="82"/>
                    <a:pt x="1" y="91"/>
                    <a:pt x="10" y="145"/>
                  </a:cubicBezTo>
                  <a:cubicBezTo>
                    <a:pt x="28" y="198"/>
                    <a:pt x="81" y="269"/>
                    <a:pt x="81" y="269"/>
                  </a:cubicBezTo>
                  <a:lnTo>
                    <a:pt x="233" y="323"/>
                  </a:lnTo>
                  <a:lnTo>
                    <a:pt x="376" y="350"/>
                  </a:lnTo>
                  <a:cubicBezTo>
                    <a:pt x="376" y="350"/>
                    <a:pt x="518" y="252"/>
                    <a:pt x="536" y="198"/>
                  </a:cubicBezTo>
                  <a:cubicBezTo>
                    <a:pt x="554" y="136"/>
                    <a:pt x="572" y="64"/>
                    <a:pt x="572" y="64"/>
                  </a:cubicBezTo>
                  <a:lnTo>
                    <a:pt x="563" y="38"/>
                  </a:lnTo>
                  <a:cubicBezTo>
                    <a:pt x="563" y="38"/>
                    <a:pt x="452" y="1"/>
                    <a:pt x="379"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2"/>
            <p:cNvSpPr/>
            <p:nvPr/>
          </p:nvSpPr>
          <p:spPr>
            <a:xfrm>
              <a:off x="3536476" y="3616272"/>
              <a:ext cx="201319" cy="104076"/>
            </a:xfrm>
            <a:custGeom>
              <a:rect b="b" l="l" r="r" t="t"/>
              <a:pathLst>
                <a:path extrusionOk="0" h="503" w="973">
                  <a:moveTo>
                    <a:pt x="455" y="0"/>
                  </a:moveTo>
                  <a:cubicBezTo>
                    <a:pt x="446" y="0"/>
                    <a:pt x="437" y="0"/>
                    <a:pt x="428" y="1"/>
                  </a:cubicBezTo>
                  <a:cubicBezTo>
                    <a:pt x="330" y="10"/>
                    <a:pt x="205" y="73"/>
                    <a:pt x="205" y="73"/>
                  </a:cubicBezTo>
                  <a:lnTo>
                    <a:pt x="89" y="108"/>
                  </a:lnTo>
                  <a:cubicBezTo>
                    <a:pt x="89" y="108"/>
                    <a:pt x="73" y="100"/>
                    <a:pt x="58" y="100"/>
                  </a:cubicBezTo>
                  <a:cubicBezTo>
                    <a:pt x="50" y="100"/>
                    <a:pt x="42" y="102"/>
                    <a:pt x="36" y="108"/>
                  </a:cubicBezTo>
                  <a:cubicBezTo>
                    <a:pt x="18" y="117"/>
                    <a:pt x="0" y="206"/>
                    <a:pt x="0" y="206"/>
                  </a:cubicBezTo>
                  <a:lnTo>
                    <a:pt x="89" y="305"/>
                  </a:lnTo>
                  <a:cubicBezTo>
                    <a:pt x="89" y="305"/>
                    <a:pt x="98" y="314"/>
                    <a:pt x="134" y="340"/>
                  </a:cubicBezTo>
                  <a:cubicBezTo>
                    <a:pt x="156" y="362"/>
                    <a:pt x="171" y="401"/>
                    <a:pt x="205" y="401"/>
                  </a:cubicBezTo>
                  <a:cubicBezTo>
                    <a:pt x="213" y="401"/>
                    <a:pt x="222" y="399"/>
                    <a:pt x="232" y="394"/>
                  </a:cubicBezTo>
                  <a:cubicBezTo>
                    <a:pt x="286" y="367"/>
                    <a:pt x="321" y="358"/>
                    <a:pt x="321" y="358"/>
                  </a:cubicBezTo>
                  <a:cubicBezTo>
                    <a:pt x="321" y="358"/>
                    <a:pt x="375" y="403"/>
                    <a:pt x="410" y="438"/>
                  </a:cubicBezTo>
                  <a:cubicBezTo>
                    <a:pt x="446" y="474"/>
                    <a:pt x="428" y="465"/>
                    <a:pt x="518" y="483"/>
                  </a:cubicBezTo>
                  <a:cubicBezTo>
                    <a:pt x="566" y="499"/>
                    <a:pt x="601" y="502"/>
                    <a:pt x="622" y="502"/>
                  </a:cubicBezTo>
                  <a:cubicBezTo>
                    <a:pt x="635" y="502"/>
                    <a:pt x="642" y="501"/>
                    <a:pt x="642" y="501"/>
                  </a:cubicBezTo>
                  <a:lnTo>
                    <a:pt x="776" y="474"/>
                  </a:lnTo>
                  <a:lnTo>
                    <a:pt x="865" y="367"/>
                  </a:lnTo>
                  <a:cubicBezTo>
                    <a:pt x="865" y="367"/>
                    <a:pt x="972" y="305"/>
                    <a:pt x="919" y="251"/>
                  </a:cubicBezTo>
                  <a:cubicBezTo>
                    <a:pt x="874" y="189"/>
                    <a:pt x="794" y="126"/>
                    <a:pt x="758" y="108"/>
                  </a:cubicBezTo>
                  <a:cubicBezTo>
                    <a:pt x="723" y="90"/>
                    <a:pt x="625" y="37"/>
                    <a:pt x="625" y="37"/>
                  </a:cubicBezTo>
                  <a:cubicBezTo>
                    <a:pt x="625" y="37"/>
                    <a:pt x="543" y="0"/>
                    <a:pt x="455"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2"/>
            <p:cNvSpPr/>
            <p:nvPr/>
          </p:nvSpPr>
          <p:spPr>
            <a:xfrm>
              <a:off x="3815166" y="3716207"/>
              <a:ext cx="252424" cy="97868"/>
            </a:xfrm>
            <a:custGeom>
              <a:rect b="b" l="l" r="r" t="t"/>
              <a:pathLst>
                <a:path extrusionOk="0" h="473" w="1220">
                  <a:moveTo>
                    <a:pt x="170" y="0"/>
                  </a:moveTo>
                  <a:lnTo>
                    <a:pt x="54" y="80"/>
                  </a:lnTo>
                  <a:lnTo>
                    <a:pt x="0" y="250"/>
                  </a:lnTo>
                  <a:lnTo>
                    <a:pt x="54" y="339"/>
                  </a:lnTo>
                  <a:lnTo>
                    <a:pt x="107" y="410"/>
                  </a:lnTo>
                  <a:lnTo>
                    <a:pt x="286" y="446"/>
                  </a:lnTo>
                  <a:cubicBezTo>
                    <a:pt x="286" y="446"/>
                    <a:pt x="354" y="472"/>
                    <a:pt x="422" y="472"/>
                  </a:cubicBezTo>
                  <a:cubicBezTo>
                    <a:pt x="443" y="472"/>
                    <a:pt x="463" y="470"/>
                    <a:pt x="482" y="464"/>
                  </a:cubicBezTo>
                  <a:cubicBezTo>
                    <a:pt x="527" y="455"/>
                    <a:pt x="571" y="453"/>
                    <a:pt x="605" y="453"/>
                  </a:cubicBezTo>
                  <a:cubicBezTo>
                    <a:pt x="638" y="453"/>
                    <a:pt x="660" y="455"/>
                    <a:pt x="660" y="455"/>
                  </a:cubicBezTo>
                  <a:cubicBezTo>
                    <a:pt x="660" y="455"/>
                    <a:pt x="750" y="401"/>
                    <a:pt x="999" y="330"/>
                  </a:cubicBezTo>
                  <a:cubicBezTo>
                    <a:pt x="1211" y="264"/>
                    <a:pt x="1220" y="258"/>
                    <a:pt x="1216" y="258"/>
                  </a:cubicBezTo>
                  <a:cubicBezTo>
                    <a:pt x="1215" y="258"/>
                    <a:pt x="1213" y="259"/>
                    <a:pt x="1213" y="259"/>
                  </a:cubicBezTo>
                  <a:lnTo>
                    <a:pt x="1053" y="187"/>
                  </a:lnTo>
                  <a:cubicBezTo>
                    <a:pt x="1053" y="187"/>
                    <a:pt x="999" y="161"/>
                    <a:pt x="928" y="143"/>
                  </a:cubicBezTo>
                  <a:cubicBezTo>
                    <a:pt x="857" y="125"/>
                    <a:pt x="830" y="18"/>
                    <a:pt x="830" y="18"/>
                  </a:cubicBezTo>
                  <a:lnTo>
                    <a:pt x="687" y="0"/>
                  </a:lnTo>
                  <a:lnTo>
                    <a:pt x="455" y="62"/>
                  </a:lnTo>
                  <a:lnTo>
                    <a:pt x="170" y="0"/>
                  </a:ln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2"/>
            <p:cNvSpPr/>
            <p:nvPr/>
          </p:nvSpPr>
          <p:spPr>
            <a:xfrm>
              <a:off x="3763442" y="3300742"/>
              <a:ext cx="179180" cy="87109"/>
            </a:xfrm>
            <a:custGeom>
              <a:rect b="b" l="l" r="r" t="t"/>
              <a:pathLst>
                <a:path extrusionOk="0" h="421" w="866">
                  <a:moveTo>
                    <a:pt x="732" y="1"/>
                  </a:moveTo>
                  <a:lnTo>
                    <a:pt x="598" y="19"/>
                  </a:lnTo>
                  <a:cubicBezTo>
                    <a:pt x="598" y="19"/>
                    <a:pt x="523" y="34"/>
                    <a:pt x="474" y="34"/>
                  </a:cubicBezTo>
                  <a:cubicBezTo>
                    <a:pt x="458" y="34"/>
                    <a:pt x="444" y="32"/>
                    <a:pt x="438" y="28"/>
                  </a:cubicBezTo>
                  <a:cubicBezTo>
                    <a:pt x="432" y="22"/>
                    <a:pt x="419" y="20"/>
                    <a:pt x="401" y="20"/>
                  </a:cubicBezTo>
                  <a:cubicBezTo>
                    <a:pt x="330" y="20"/>
                    <a:pt x="188" y="54"/>
                    <a:pt x="188" y="54"/>
                  </a:cubicBezTo>
                  <a:cubicBezTo>
                    <a:pt x="188" y="54"/>
                    <a:pt x="63" y="170"/>
                    <a:pt x="45" y="215"/>
                  </a:cubicBezTo>
                  <a:lnTo>
                    <a:pt x="0" y="322"/>
                  </a:lnTo>
                  <a:lnTo>
                    <a:pt x="45" y="402"/>
                  </a:lnTo>
                  <a:lnTo>
                    <a:pt x="268" y="420"/>
                  </a:lnTo>
                  <a:cubicBezTo>
                    <a:pt x="268" y="420"/>
                    <a:pt x="375" y="411"/>
                    <a:pt x="420" y="367"/>
                  </a:cubicBezTo>
                  <a:cubicBezTo>
                    <a:pt x="441" y="345"/>
                    <a:pt x="468" y="336"/>
                    <a:pt x="506" y="336"/>
                  </a:cubicBezTo>
                  <a:cubicBezTo>
                    <a:pt x="548" y="336"/>
                    <a:pt x="603" y="348"/>
                    <a:pt x="678" y="367"/>
                  </a:cubicBezTo>
                  <a:cubicBezTo>
                    <a:pt x="702" y="371"/>
                    <a:pt x="723" y="373"/>
                    <a:pt x="741" y="373"/>
                  </a:cubicBezTo>
                  <a:cubicBezTo>
                    <a:pt x="827" y="373"/>
                    <a:pt x="857" y="331"/>
                    <a:pt x="857" y="331"/>
                  </a:cubicBezTo>
                  <a:cubicBezTo>
                    <a:pt x="857" y="331"/>
                    <a:pt x="866" y="170"/>
                    <a:pt x="857" y="144"/>
                  </a:cubicBezTo>
                  <a:cubicBezTo>
                    <a:pt x="839" y="117"/>
                    <a:pt x="732" y="1"/>
                    <a:pt x="732"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2"/>
            <p:cNvSpPr/>
            <p:nvPr/>
          </p:nvSpPr>
          <p:spPr>
            <a:xfrm>
              <a:off x="3455165" y="3852764"/>
              <a:ext cx="635198" cy="64763"/>
            </a:xfrm>
            <a:custGeom>
              <a:rect b="b" l="l" r="r" t="t"/>
              <a:pathLst>
                <a:path extrusionOk="0" h="313" w="3070">
                  <a:moveTo>
                    <a:pt x="1" y="0"/>
                  </a:moveTo>
                  <a:lnTo>
                    <a:pt x="1" y="312"/>
                  </a:lnTo>
                  <a:lnTo>
                    <a:pt x="3069" y="312"/>
                  </a:lnTo>
                  <a:lnTo>
                    <a:pt x="3069"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2"/>
            <p:cNvSpPr/>
            <p:nvPr/>
          </p:nvSpPr>
          <p:spPr>
            <a:xfrm>
              <a:off x="3493855" y="3917318"/>
              <a:ext cx="557816" cy="531759"/>
            </a:xfrm>
            <a:custGeom>
              <a:rect b="b" l="l" r="r" t="t"/>
              <a:pathLst>
                <a:path extrusionOk="0" h="2570" w="2696">
                  <a:moveTo>
                    <a:pt x="1" y="0"/>
                  </a:moveTo>
                  <a:lnTo>
                    <a:pt x="233" y="2570"/>
                  </a:lnTo>
                  <a:lnTo>
                    <a:pt x="2463" y="2570"/>
                  </a:lnTo>
                  <a:lnTo>
                    <a:pt x="269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2"/>
            <p:cNvSpPr/>
            <p:nvPr/>
          </p:nvSpPr>
          <p:spPr>
            <a:xfrm>
              <a:off x="3493855" y="3917318"/>
              <a:ext cx="557816" cy="40761"/>
            </a:xfrm>
            <a:custGeom>
              <a:rect b="b" l="l" r="r" t="t"/>
              <a:pathLst>
                <a:path extrusionOk="0" h="197" w="2696">
                  <a:moveTo>
                    <a:pt x="1" y="0"/>
                  </a:moveTo>
                  <a:lnTo>
                    <a:pt x="19" y="197"/>
                  </a:lnTo>
                  <a:lnTo>
                    <a:pt x="2677" y="197"/>
                  </a:lnTo>
                  <a:lnTo>
                    <a:pt x="269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09" name="Google Shape;3009;p52"/>
          <p:cNvSpPr/>
          <p:nvPr/>
        </p:nvSpPr>
        <p:spPr>
          <a:xfrm>
            <a:off x="5161992" y="4675538"/>
            <a:ext cx="638716" cy="98075"/>
          </a:xfrm>
          <a:custGeom>
            <a:rect b="b" l="l" r="r" t="t"/>
            <a:pathLst>
              <a:path extrusionOk="0" h="474" w="3087">
                <a:moveTo>
                  <a:pt x="1543" y="1"/>
                </a:moveTo>
                <a:cubicBezTo>
                  <a:pt x="696" y="1"/>
                  <a:pt x="0" y="108"/>
                  <a:pt x="0" y="233"/>
                </a:cubicBezTo>
                <a:cubicBezTo>
                  <a:pt x="0" y="366"/>
                  <a:pt x="696" y="474"/>
                  <a:pt x="1543" y="474"/>
                </a:cubicBezTo>
                <a:cubicBezTo>
                  <a:pt x="2400" y="474"/>
                  <a:pt x="3087" y="366"/>
                  <a:pt x="3087" y="233"/>
                </a:cubicBezTo>
                <a:cubicBezTo>
                  <a:pt x="3087" y="108"/>
                  <a:pt x="2400" y="1"/>
                  <a:pt x="1543" y="1"/>
                </a:cubicBez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10" name="Google Shape;3010;p52"/>
          <p:cNvGrpSpPr/>
          <p:nvPr/>
        </p:nvGrpSpPr>
        <p:grpSpPr>
          <a:xfrm>
            <a:off x="5105677" y="2848135"/>
            <a:ext cx="769165" cy="1873929"/>
            <a:chOff x="5033378" y="2902037"/>
            <a:chExt cx="634991" cy="1547039"/>
          </a:xfrm>
        </p:grpSpPr>
        <p:sp>
          <p:nvSpPr>
            <p:cNvPr id="3011" name="Google Shape;3011;p52"/>
            <p:cNvSpPr/>
            <p:nvPr/>
          </p:nvSpPr>
          <p:spPr>
            <a:xfrm>
              <a:off x="5055516" y="2902037"/>
              <a:ext cx="592576" cy="956338"/>
            </a:xfrm>
            <a:custGeom>
              <a:rect b="b" l="l" r="r" t="t"/>
              <a:pathLst>
                <a:path extrusionOk="0" h="4622" w="2864">
                  <a:moveTo>
                    <a:pt x="1427" y="1"/>
                  </a:moveTo>
                  <a:cubicBezTo>
                    <a:pt x="1427" y="1"/>
                    <a:pt x="1329" y="90"/>
                    <a:pt x="1338" y="144"/>
                  </a:cubicBezTo>
                  <a:cubicBezTo>
                    <a:pt x="1347" y="206"/>
                    <a:pt x="1383" y="277"/>
                    <a:pt x="1338" y="295"/>
                  </a:cubicBezTo>
                  <a:cubicBezTo>
                    <a:pt x="1285" y="304"/>
                    <a:pt x="1285" y="331"/>
                    <a:pt x="1213" y="358"/>
                  </a:cubicBezTo>
                  <a:cubicBezTo>
                    <a:pt x="1142" y="376"/>
                    <a:pt x="1213" y="456"/>
                    <a:pt x="1213" y="509"/>
                  </a:cubicBezTo>
                  <a:cubicBezTo>
                    <a:pt x="1213" y="563"/>
                    <a:pt x="1115" y="857"/>
                    <a:pt x="1115" y="857"/>
                  </a:cubicBezTo>
                  <a:lnTo>
                    <a:pt x="1026" y="973"/>
                  </a:lnTo>
                  <a:cubicBezTo>
                    <a:pt x="1026" y="973"/>
                    <a:pt x="812" y="1152"/>
                    <a:pt x="812" y="1232"/>
                  </a:cubicBezTo>
                  <a:cubicBezTo>
                    <a:pt x="821" y="1312"/>
                    <a:pt x="830" y="1312"/>
                    <a:pt x="857" y="1410"/>
                  </a:cubicBezTo>
                  <a:cubicBezTo>
                    <a:pt x="883" y="1517"/>
                    <a:pt x="848" y="1491"/>
                    <a:pt x="812" y="1553"/>
                  </a:cubicBezTo>
                  <a:cubicBezTo>
                    <a:pt x="776" y="1616"/>
                    <a:pt x="464" y="1767"/>
                    <a:pt x="464" y="1767"/>
                  </a:cubicBezTo>
                  <a:cubicBezTo>
                    <a:pt x="464" y="1767"/>
                    <a:pt x="375" y="1856"/>
                    <a:pt x="375" y="1883"/>
                  </a:cubicBezTo>
                  <a:cubicBezTo>
                    <a:pt x="375" y="1910"/>
                    <a:pt x="464" y="2106"/>
                    <a:pt x="464" y="2106"/>
                  </a:cubicBezTo>
                  <a:lnTo>
                    <a:pt x="500" y="2222"/>
                  </a:lnTo>
                  <a:lnTo>
                    <a:pt x="366" y="2347"/>
                  </a:lnTo>
                  <a:cubicBezTo>
                    <a:pt x="366" y="2347"/>
                    <a:pt x="312" y="2410"/>
                    <a:pt x="321" y="2454"/>
                  </a:cubicBezTo>
                  <a:cubicBezTo>
                    <a:pt x="321" y="2499"/>
                    <a:pt x="321" y="2454"/>
                    <a:pt x="419" y="2659"/>
                  </a:cubicBezTo>
                  <a:cubicBezTo>
                    <a:pt x="489" y="2786"/>
                    <a:pt x="468" y="2809"/>
                    <a:pt x="445" y="2809"/>
                  </a:cubicBezTo>
                  <a:cubicBezTo>
                    <a:pt x="433" y="2809"/>
                    <a:pt x="419" y="2802"/>
                    <a:pt x="419" y="2802"/>
                  </a:cubicBezTo>
                  <a:lnTo>
                    <a:pt x="89" y="2963"/>
                  </a:lnTo>
                  <a:cubicBezTo>
                    <a:pt x="89" y="2963"/>
                    <a:pt x="125" y="3016"/>
                    <a:pt x="134" y="3034"/>
                  </a:cubicBezTo>
                  <a:cubicBezTo>
                    <a:pt x="134" y="3052"/>
                    <a:pt x="187" y="3114"/>
                    <a:pt x="250" y="3177"/>
                  </a:cubicBezTo>
                  <a:cubicBezTo>
                    <a:pt x="312" y="3239"/>
                    <a:pt x="152" y="3328"/>
                    <a:pt x="152" y="3328"/>
                  </a:cubicBezTo>
                  <a:lnTo>
                    <a:pt x="0" y="3605"/>
                  </a:lnTo>
                  <a:lnTo>
                    <a:pt x="89" y="3783"/>
                  </a:lnTo>
                  <a:lnTo>
                    <a:pt x="214" y="3953"/>
                  </a:lnTo>
                  <a:cubicBezTo>
                    <a:pt x="214" y="3953"/>
                    <a:pt x="187" y="3989"/>
                    <a:pt x="187" y="4042"/>
                  </a:cubicBezTo>
                  <a:cubicBezTo>
                    <a:pt x="187" y="4105"/>
                    <a:pt x="250" y="4399"/>
                    <a:pt x="250" y="4399"/>
                  </a:cubicBezTo>
                  <a:lnTo>
                    <a:pt x="366" y="4622"/>
                  </a:lnTo>
                  <a:lnTo>
                    <a:pt x="1427" y="4595"/>
                  </a:lnTo>
                  <a:lnTo>
                    <a:pt x="2498" y="4622"/>
                  </a:lnTo>
                  <a:lnTo>
                    <a:pt x="2614" y="4399"/>
                  </a:lnTo>
                  <a:cubicBezTo>
                    <a:pt x="2614" y="4399"/>
                    <a:pt x="2676" y="4105"/>
                    <a:pt x="2676" y="4042"/>
                  </a:cubicBezTo>
                  <a:cubicBezTo>
                    <a:pt x="2676" y="3989"/>
                    <a:pt x="2650" y="3953"/>
                    <a:pt x="2650" y="3953"/>
                  </a:cubicBezTo>
                  <a:lnTo>
                    <a:pt x="2766" y="3783"/>
                  </a:lnTo>
                  <a:lnTo>
                    <a:pt x="2864" y="3605"/>
                  </a:lnTo>
                  <a:lnTo>
                    <a:pt x="2712" y="3328"/>
                  </a:lnTo>
                  <a:cubicBezTo>
                    <a:pt x="2712" y="3328"/>
                    <a:pt x="2552" y="3239"/>
                    <a:pt x="2614" y="3177"/>
                  </a:cubicBezTo>
                  <a:cubicBezTo>
                    <a:pt x="2676" y="3114"/>
                    <a:pt x="2721" y="3052"/>
                    <a:pt x="2730" y="3034"/>
                  </a:cubicBezTo>
                  <a:cubicBezTo>
                    <a:pt x="2739" y="3016"/>
                    <a:pt x="2766" y="2963"/>
                    <a:pt x="2766" y="2963"/>
                  </a:cubicBezTo>
                  <a:lnTo>
                    <a:pt x="2436" y="2802"/>
                  </a:lnTo>
                  <a:cubicBezTo>
                    <a:pt x="2436" y="2802"/>
                    <a:pt x="2423" y="2809"/>
                    <a:pt x="2412" y="2809"/>
                  </a:cubicBezTo>
                  <a:cubicBezTo>
                    <a:pt x="2391" y="2809"/>
                    <a:pt x="2372" y="2786"/>
                    <a:pt x="2436" y="2659"/>
                  </a:cubicBezTo>
                  <a:cubicBezTo>
                    <a:pt x="2543" y="2454"/>
                    <a:pt x="2534" y="2499"/>
                    <a:pt x="2543" y="2454"/>
                  </a:cubicBezTo>
                  <a:cubicBezTo>
                    <a:pt x="2552" y="2410"/>
                    <a:pt x="2498" y="2347"/>
                    <a:pt x="2498" y="2347"/>
                  </a:cubicBezTo>
                  <a:lnTo>
                    <a:pt x="2364" y="2222"/>
                  </a:lnTo>
                  <a:lnTo>
                    <a:pt x="2391" y="2106"/>
                  </a:lnTo>
                  <a:cubicBezTo>
                    <a:pt x="2391" y="2106"/>
                    <a:pt x="2489" y="1910"/>
                    <a:pt x="2489" y="1883"/>
                  </a:cubicBezTo>
                  <a:cubicBezTo>
                    <a:pt x="2489" y="1856"/>
                    <a:pt x="2391" y="1767"/>
                    <a:pt x="2391" y="1767"/>
                  </a:cubicBezTo>
                  <a:cubicBezTo>
                    <a:pt x="2391" y="1767"/>
                    <a:pt x="2079" y="1616"/>
                    <a:pt x="2043" y="1553"/>
                  </a:cubicBezTo>
                  <a:cubicBezTo>
                    <a:pt x="2007" y="1491"/>
                    <a:pt x="1981" y="1517"/>
                    <a:pt x="2007" y="1410"/>
                  </a:cubicBezTo>
                  <a:cubicBezTo>
                    <a:pt x="2034" y="1312"/>
                    <a:pt x="2043" y="1312"/>
                    <a:pt x="2043" y="1232"/>
                  </a:cubicBezTo>
                  <a:cubicBezTo>
                    <a:pt x="2052" y="1152"/>
                    <a:pt x="1829" y="973"/>
                    <a:pt x="1829" y="973"/>
                  </a:cubicBezTo>
                  <a:lnTo>
                    <a:pt x="1749" y="857"/>
                  </a:lnTo>
                  <a:cubicBezTo>
                    <a:pt x="1749" y="857"/>
                    <a:pt x="1642" y="563"/>
                    <a:pt x="1642" y="509"/>
                  </a:cubicBezTo>
                  <a:cubicBezTo>
                    <a:pt x="1642" y="456"/>
                    <a:pt x="1713" y="376"/>
                    <a:pt x="1642" y="358"/>
                  </a:cubicBezTo>
                  <a:cubicBezTo>
                    <a:pt x="1579" y="331"/>
                    <a:pt x="1570" y="304"/>
                    <a:pt x="1526" y="295"/>
                  </a:cubicBezTo>
                  <a:cubicBezTo>
                    <a:pt x="1481" y="277"/>
                    <a:pt x="1517" y="206"/>
                    <a:pt x="1517" y="144"/>
                  </a:cubicBezTo>
                  <a:cubicBezTo>
                    <a:pt x="1526" y="90"/>
                    <a:pt x="1427" y="1"/>
                    <a:pt x="1427"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2"/>
            <p:cNvSpPr/>
            <p:nvPr/>
          </p:nvSpPr>
          <p:spPr>
            <a:xfrm>
              <a:off x="5162482" y="3249016"/>
              <a:ext cx="376774" cy="609350"/>
            </a:xfrm>
            <a:custGeom>
              <a:rect b="b" l="l" r="r" t="t"/>
              <a:pathLst>
                <a:path extrusionOk="0" h="2945" w="1821">
                  <a:moveTo>
                    <a:pt x="910" y="1"/>
                  </a:moveTo>
                  <a:cubicBezTo>
                    <a:pt x="910" y="1"/>
                    <a:pt x="848" y="63"/>
                    <a:pt x="857" y="99"/>
                  </a:cubicBezTo>
                  <a:cubicBezTo>
                    <a:pt x="857" y="135"/>
                    <a:pt x="884" y="179"/>
                    <a:pt x="848" y="188"/>
                  </a:cubicBezTo>
                  <a:cubicBezTo>
                    <a:pt x="821" y="197"/>
                    <a:pt x="821" y="215"/>
                    <a:pt x="777" y="233"/>
                  </a:cubicBezTo>
                  <a:cubicBezTo>
                    <a:pt x="732" y="242"/>
                    <a:pt x="777" y="286"/>
                    <a:pt x="777" y="322"/>
                  </a:cubicBezTo>
                  <a:cubicBezTo>
                    <a:pt x="777" y="358"/>
                    <a:pt x="714" y="545"/>
                    <a:pt x="714" y="545"/>
                  </a:cubicBezTo>
                  <a:lnTo>
                    <a:pt x="661" y="625"/>
                  </a:lnTo>
                  <a:cubicBezTo>
                    <a:pt x="661" y="625"/>
                    <a:pt x="518" y="741"/>
                    <a:pt x="518" y="786"/>
                  </a:cubicBezTo>
                  <a:cubicBezTo>
                    <a:pt x="527" y="840"/>
                    <a:pt x="527" y="840"/>
                    <a:pt x="545" y="902"/>
                  </a:cubicBezTo>
                  <a:cubicBezTo>
                    <a:pt x="563" y="964"/>
                    <a:pt x="545" y="947"/>
                    <a:pt x="518" y="991"/>
                  </a:cubicBezTo>
                  <a:cubicBezTo>
                    <a:pt x="500" y="1027"/>
                    <a:pt x="295" y="1125"/>
                    <a:pt x="295" y="1125"/>
                  </a:cubicBezTo>
                  <a:cubicBezTo>
                    <a:pt x="295" y="1125"/>
                    <a:pt x="241" y="1179"/>
                    <a:pt x="241" y="1196"/>
                  </a:cubicBezTo>
                  <a:cubicBezTo>
                    <a:pt x="241" y="1214"/>
                    <a:pt x="295" y="1348"/>
                    <a:pt x="295" y="1348"/>
                  </a:cubicBezTo>
                  <a:lnTo>
                    <a:pt x="322" y="1419"/>
                  </a:lnTo>
                  <a:lnTo>
                    <a:pt x="232" y="1491"/>
                  </a:lnTo>
                  <a:cubicBezTo>
                    <a:pt x="232" y="1491"/>
                    <a:pt x="197" y="1535"/>
                    <a:pt x="206" y="1562"/>
                  </a:cubicBezTo>
                  <a:cubicBezTo>
                    <a:pt x="206" y="1598"/>
                    <a:pt x="206" y="1562"/>
                    <a:pt x="268" y="1696"/>
                  </a:cubicBezTo>
                  <a:cubicBezTo>
                    <a:pt x="314" y="1775"/>
                    <a:pt x="301" y="1790"/>
                    <a:pt x="286" y="1790"/>
                  </a:cubicBezTo>
                  <a:cubicBezTo>
                    <a:pt x="278" y="1790"/>
                    <a:pt x="268" y="1785"/>
                    <a:pt x="268" y="1785"/>
                  </a:cubicBezTo>
                  <a:lnTo>
                    <a:pt x="63" y="1883"/>
                  </a:lnTo>
                  <a:cubicBezTo>
                    <a:pt x="63" y="1883"/>
                    <a:pt x="81" y="1919"/>
                    <a:pt x="90" y="1937"/>
                  </a:cubicBezTo>
                  <a:cubicBezTo>
                    <a:pt x="90" y="1946"/>
                    <a:pt x="125" y="1990"/>
                    <a:pt x="161" y="2026"/>
                  </a:cubicBezTo>
                  <a:cubicBezTo>
                    <a:pt x="197" y="2071"/>
                    <a:pt x="99" y="2124"/>
                    <a:pt x="99" y="2124"/>
                  </a:cubicBezTo>
                  <a:lnTo>
                    <a:pt x="1" y="2303"/>
                  </a:lnTo>
                  <a:lnTo>
                    <a:pt x="63" y="2410"/>
                  </a:lnTo>
                  <a:lnTo>
                    <a:pt x="134" y="2517"/>
                  </a:lnTo>
                  <a:cubicBezTo>
                    <a:pt x="134" y="2517"/>
                    <a:pt x="125" y="2543"/>
                    <a:pt x="125" y="2579"/>
                  </a:cubicBezTo>
                  <a:cubicBezTo>
                    <a:pt x="125" y="2615"/>
                    <a:pt x="161" y="2802"/>
                    <a:pt x="161" y="2802"/>
                  </a:cubicBezTo>
                  <a:lnTo>
                    <a:pt x="232" y="2945"/>
                  </a:lnTo>
                  <a:lnTo>
                    <a:pt x="910" y="2927"/>
                  </a:lnTo>
                  <a:lnTo>
                    <a:pt x="1588" y="2945"/>
                  </a:lnTo>
                  <a:lnTo>
                    <a:pt x="1669" y="2802"/>
                  </a:lnTo>
                  <a:cubicBezTo>
                    <a:pt x="1669" y="2802"/>
                    <a:pt x="1704" y="2615"/>
                    <a:pt x="1704" y="2579"/>
                  </a:cubicBezTo>
                  <a:cubicBezTo>
                    <a:pt x="1704" y="2543"/>
                    <a:pt x="1687" y="2517"/>
                    <a:pt x="1687" y="2517"/>
                  </a:cubicBezTo>
                  <a:lnTo>
                    <a:pt x="1767" y="2410"/>
                  </a:lnTo>
                  <a:lnTo>
                    <a:pt x="1820" y="2303"/>
                  </a:lnTo>
                  <a:lnTo>
                    <a:pt x="1731" y="2124"/>
                  </a:lnTo>
                  <a:cubicBezTo>
                    <a:pt x="1731" y="2124"/>
                    <a:pt x="1624" y="2071"/>
                    <a:pt x="1669" y="2026"/>
                  </a:cubicBezTo>
                  <a:cubicBezTo>
                    <a:pt x="1704" y="1990"/>
                    <a:pt x="1731" y="1946"/>
                    <a:pt x="1740" y="1937"/>
                  </a:cubicBezTo>
                  <a:cubicBezTo>
                    <a:pt x="1740" y="1919"/>
                    <a:pt x="1767" y="1883"/>
                    <a:pt x="1767" y="1883"/>
                  </a:cubicBezTo>
                  <a:lnTo>
                    <a:pt x="1553" y="1785"/>
                  </a:lnTo>
                  <a:cubicBezTo>
                    <a:pt x="1553" y="1785"/>
                    <a:pt x="1545" y="1790"/>
                    <a:pt x="1537" y="1790"/>
                  </a:cubicBezTo>
                  <a:cubicBezTo>
                    <a:pt x="1524" y="1790"/>
                    <a:pt x="1513" y="1775"/>
                    <a:pt x="1553" y="1696"/>
                  </a:cubicBezTo>
                  <a:cubicBezTo>
                    <a:pt x="1624" y="1562"/>
                    <a:pt x="1615" y="1598"/>
                    <a:pt x="1624" y="1562"/>
                  </a:cubicBezTo>
                  <a:cubicBezTo>
                    <a:pt x="1624" y="1535"/>
                    <a:pt x="1588" y="1491"/>
                    <a:pt x="1588" y="1491"/>
                  </a:cubicBezTo>
                  <a:lnTo>
                    <a:pt x="1508" y="1419"/>
                  </a:lnTo>
                  <a:lnTo>
                    <a:pt x="1526" y="1348"/>
                  </a:lnTo>
                  <a:cubicBezTo>
                    <a:pt x="1526" y="1348"/>
                    <a:pt x="1588" y="1214"/>
                    <a:pt x="1588" y="1196"/>
                  </a:cubicBezTo>
                  <a:cubicBezTo>
                    <a:pt x="1588" y="1179"/>
                    <a:pt x="1526" y="1125"/>
                    <a:pt x="1526" y="1125"/>
                  </a:cubicBezTo>
                  <a:cubicBezTo>
                    <a:pt x="1526" y="1125"/>
                    <a:pt x="1330" y="1027"/>
                    <a:pt x="1303" y="991"/>
                  </a:cubicBezTo>
                  <a:cubicBezTo>
                    <a:pt x="1285" y="947"/>
                    <a:pt x="1258" y="964"/>
                    <a:pt x="1276" y="902"/>
                  </a:cubicBezTo>
                  <a:cubicBezTo>
                    <a:pt x="1294" y="840"/>
                    <a:pt x="1303" y="840"/>
                    <a:pt x="1303" y="786"/>
                  </a:cubicBezTo>
                  <a:cubicBezTo>
                    <a:pt x="1303" y="741"/>
                    <a:pt x="1169" y="625"/>
                    <a:pt x="1169" y="625"/>
                  </a:cubicBezTo>
                  <a:lnTo>
                    <a:pt x="1116" y="545"/>
                  </a:lnTo>
                  <a:cubicBezTo>
                    <a:pt x="1116" y="545"/>
                    <a:pt x="1053" y="358"/>
                    <a:pt x="1053" y="322"/>
                  </a:cubicBezTo>
                  <a:cubicBezTo>
                    <a:pt x="1053" y="286"/>
                    <a:pt x="1098" y="242"/>
                    <a:pt x="1053" y="233"/>
                  </a:cubicBezTo>
                  <a:cubicBezTo>
                    <a:pt x="1009" y="215"/>
                    <a:pt x="1000" y="197"/>
                    <a:pt x="973" y="188"/>
                  </a:cubicBezTo>
                  <a:cubicBezTo>
                    <a:pt x="946" y="179"/>
                    <a:pt x="964" y="135"/>
                    <a:pt x="973" y="99"/>
                  </a:cubicBezTo>
                  <a:cubicBezTo>
                    <a:pt x="973" y="63"/>
                    <a:pt x="91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2"/>
            <p:cNvSpPr/>
            <p:nvPr/>
          </p:nvSpPr>
          <p:spPr>
            <a:xfrm>
              <a:off x="5046206" y="3647721"/>
              <a:ext cx="234630" cy="129733"/>
            </a:xfrm>
            <a:custGeom>
              <a:rect b="b" l="l" r="r" t="t"/>
              <a:pathLst>
                <a:path extrusionOk="0" h="627" w="1134">
                  <a:moveTo>
                    <a:pt x="801" y="502"/>
                  </a:moveTo>
                  <a:lnTo>
                    <a:pt x="786" y="518"/>
                  </a:lnTo>
                  <a:cubicBezTo>
                    <a:pt x="786" y="518"/>
                    <a:pt x="817" y="502"/>
                    <a:pt x="801" y="502"/>
                  </a:cubicBezTo>
                  <a:close/>
                  <a:moveTo>
                    <a:pt x="696" y="1"/>
                  </a:moveTo>
                  <a:cubicBezTo>
                    <a:pt x="625" y="1"/>
                    <a:pt x="277" y="117"/>
                    <a:pt x="170" y="117"/>
                  </a:cubicBezTo>
                  <a:cubicBezTo>
                    <a:pt x="63" y="117"/>
                    <a:pt x="1" y="224"/>
                    <a:pt x="1" y="224"/>
                  </a:cubicBezTo>
                  <a:lnTo>
                    <a:pt x="1" y="349"/>
                  </a:lnTo>
                  <a:lnTo>
                    <a:pt x="72" y="518"/>
                  </a:lnTo>
                  <a:lnTo>
                    <a:pt x="206" y="518"/>
                  </a:lnTo>
                  <a:lnTo>
                    <a:pt x="304" y="590"/>
                  </a:lnTo>
                  <a:cubicBezTo>
                    <a:pt x="304" y="590"/>
                    <a:pt x="392" y="627"/>
                    <a:pt x="449" y="627"/>
                  </a:cubicBezTo>
                  <a:cubicBezTo>
                    <a:pt x="454" y="627"/>
                    <a:pt x="460" y="626"/>
                    <a:pt x="464" y="625"/>
                  </a:cubicBezTo>
                  <a:cubicBezTo>
                    <a:pt x="518" y="616"/>
                    <a:pt x="491" y="616"/>
                    <a:pt x="518" y="599"/>
                  </a:cubicBezTo>
                  <a:cubicBezTo>
                    <a:pt x="536" y="581"/>
                    <a:pt x="616" y="545"/>
                    <a:pt x="732" y="518"/>
                  </a:cubicBezTo>
                  <a:cubicBezTo>
                    <a:pt x="774" y="506"/>
                    <a:pt x="793" y="502"/>
                    <a:pt x="801" y="502"/>
                  </a:cubicBezTo>
                  <a:lnTo>
                    <a:pt x="866" y="438"/>
                  </a:lnTo>
                  <a:cubicBezTo>
                    <a:pt x="866" y="438"/>
                    <a:pt x="869" y="439"/>
                    <a:pt x="876" y="439"/>
                  </a:cubicBezTo>
                  <a:cubicBezTo>
                    <a:pt x="891" y="439"/>
                    <a:pt x="923" y="434"/>
                    <a:pt x="955" y="402"/>
                  </a:cubicBezTo>
                  <a:cubicBezTo>
                    <a:pt x="1000" y="367"/>
                    <a:pt x="955" y="313"/>
                    <a:pt x="955" y="313"/>
                  </a:cubicBezTo>
                  <a:cubicBezTo>
                    <a:pt x="955" y="313"/>
                    <a:pt x="982" y="313"/>
                    <a:pt x="1062" y="269"/>
                  </a:cubicBezTo>
                  <a:cubicBezTo>
                    <a:pt x="1133" y="233"/>
                    <a:pt x="1107" y="215"/>
                    <a:pt x="1107" y="215"/>
                  </a:cubicBezTo>
                  <a:lnTo>
                    <a:pt x="1107" y="170"/>
                  </a:lnTo>
                  <a:lnTo>
                    <a:pt x="1053" y="126"/>
                  </a:lnTo>
                  <a:cubicBezTo>
                    <a:pt x="1053" y="126"/>
                    <a:pt x="768" y="1"/>
                    <a:pt x="696"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2"/>
            <p:cNvSpPr/>
            <p:nvPr/>
          </p:nvSpPr>
          <p:spPr>
            <a:xfrm>
              <a:off x="5380345" y="3535165"/>
              <a:ext cx="204215" cy="138837"/>
            </a:xfrm>
            <a:custGeom>
              <a:rect b="b" l="l" r="r" t="t"/>
              <a:pathLst>
                <a:path extrusionOk="0" h="671" w="987">
                  <a:moveTo>
                    <a:pt x="643" y="1"/>
                  </a:moveTo>
                  <a:lnTo>
                    <a:pt x="402" y="152"/>
                  </a:lnTo>
                  <a:cubicBezTo>
                    <a:pt x="402" y="152"/>
                    <a:pt x="268" y="206"/>
                    <a:pt x="152" y="206"/>
                  </a:cubicBezTo>
                  <a:cubicBezTo>
                    <a:pt x="141" y="205"/>
                    <a:pt x="130" y="205"/>
                    <a:pt x="121" y="205"/>
                  </a:cubicBezTo>
                  <a:cubicBezTo>
                    <a:pt x="41" y="205"/>
                    <a:pt x="24" y="236"/>
                    <a:pt x="0" y="268"/>
                  </a:cubicBezTo>
                  <a:lnTo>
                    <a:pt x="0" y="465"/>
                  </a:lnTo>
                  <a:lnTo>
                    <a:pt x="188" y="545"/>
                  </a:lnTo>
                  <a:lnTo>
                    <a:pt x="330" y="652"/>
                  </a:lnTo>
                  <a:cubicBezTo>
                    <a:pt x="330" y="652"/>
                    <a:pt x="448" y="671"/>
                    <a:pt x="519" y="671"/>
                  </a:cubicBezTo>
                  <a:cubicBezTo>
                    <a:pt x="546" y="671"/>
                    <a:pt x="566" y="668"/>
                    <a:pt x="571" y="661"/>
                  </a:cubicBezTo>
                  <a:cubicBezTo>
                    <a:pt x="589" y="643"/>
                    <a:pt x="660" y="482"/>
                    <a:pt x="660" y="482"/>
                  </a:cubicBezTo>
                  <a:cubicBezTo>
                    <a:pt x="660" y="482"/>
                    <a:pt x="732" y="420"/>
                    <a:pt x="892" y="268"/>
                  </a:cubicBezTo>
                  <a:cubicBezTo>
                    <a:pt x="978" y="178"/>
                    <a:pt x="987" y="158"/>
                    <a:pt x="978" y="158"/>
                  </a:cubicBezTo>
                  <a:cubicBezTo>
                    <a:pt x="972" y="158"/>
                    <a:pt x="955" y="170"/>
                    <a:pt x="955" y="170"/>
                  </a:cubicBezTo>
                  <a:lnTo>
                    <a:pt x="892" y="54"/>
                  </a:lnTo>
                  <a:lnTo>
                    <a:pt x="643" y="1"/>
                  </a:ln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2"/>
            <p:cNvSpPr/>
            <p:nvPr/>
          </p:nvSpPr>
          <p:spPr>
            <a:xfrm>
              <a:off x="5134758" y="3458610"/>
              <a:ext cx="179387" cy="95179"/>
            </a:xfrm>
            <a:custGeom>
              <a:rect b="b" l="l" r="r" t="t"/>
              <a:pathLst>
                <a:path extrusionOk="0" h="460" w="867">
                  <a:moveTo>
                    <a:pt x="442" y="0"/>
                  </a:moveTo>
                  <a:cubicBezTo>
                    <a:pt x="407" y="0"/>
                    <a:pt x="377" y="7"/>
                    <a:pt x="358" y="23"/>
                  </a:cubicBezTo>
                  <a:cubicBezTo>
                    <a:pt x="304" y="59"/>
                    <a:pt x="268" y="192"/>
                    <a:pt x="268" y="192"/>
                  </a:cubicBezTo>
                  <a:lnTo>
                    <a:pt x="126" y="210"/>
                  </a:lnTo>
                  <a:cubicBezTo>
                    <a:pt x="126" y="210"/>
                    <a:pt x="118" y="209"/>
                    <a:pt x="107" y="209"/>
                  </a:cubicBezTo>
                  <a:cubicBezTo>
                    <a:pt x="90" y="209"/>
                    <a:pt x="63" y="212"/>
                    <a:pt x="36" y="228"/>
                  </a:cubicBezTo>
                  <a:cubicBezTo>
                    <a:pt x="1" y="255"/>
                    <a:pt x="1" y="371"/>
                    <a:pt x="1" y="371"/>
                  </a:cubicBezTo>
                  <a:lnTo>
                    <a:pt x="90" y="415"/>
                  </a:lnTo>
                  <a:lnTo>
                    <a:pt x="456" y="460"/>
                  </a:lnTo>
                  <a:lnTo>
                    <a:pt x="625" y="371"/>
                  </a:lnTo>
                  <a:lnTo>
                    <a:pt x="804" y="308"/>
                  </a:lnTo>
                  <a:cubicBezTo>
                    <a:pt x="804" y="308"/>
                    <a:pt x="866" y="237"/>
                    <a:pt x="830" y="201"/>
                  </a:cubicBezTo>
                  <a:cubicBezTo>
                    <a:pt x="795" y="166"/>
                    <a:pt x="732" y="76"/>
                    <a:pt x="732" y="76"/>
                  </a:cubicBezTo>
                  <a:cubicBezTo>
                    <a:pt x="732" y="76"/>
                    <a:pt x="679" y="59"/>
                    <a:pt x="590" y="32"/>
                  </a:cubicBezTo>
                  <a:cubicBezTo>
                    <a:pt x="539" y="12"/>
                    <a:pt x="487" y="0"/>
                    <a:pt x="442"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2"/>
            <p:cNvSpPr/>
            <p:nvPr/>
          </p:nvSpPr>
          <p:spPr>
            <a:xfrm>
              <a:off x="5363586" y="3225222"/>
              <a:ext cx="253252" cy="118146"/>
            </a:xfrm>
            <a:custGeom>
              <a:rect b="b" l="l" r="r" t="t"/>
              <a:pathLst>
                <a:path extrusionOk="0" h="571" w="1224">
                  <a:moveTo>
                    <a:pt x="795" y="0"/>
                  </a:moveTo>
                  <a:cubicBezTo>
                    <a:pt x="795" y="0"/>
                    <a:pt x="697" y="0"/>
                    <a:pt x="501" y="80"/>
                  </a:cubicBezTo>
                  <a:cubicBezTo>
                    <a:pt x="398" y="116"/>
                    <a:pt x="351" y="125"/>
                    <a:pt x="330" y="125"/>
                  </a:cubicBezTo>
                  <a:cubicBezTo>
                    <a:pt x="309" y="125"/>
                    <a:pt x="313" y="116"/>
                    <a:pt x="313" y="116"/>
                  </a:cubicBezTo>
                  <a:lnTo>
                    <a:pt x="313" y="116"/>
                  </a:lnTo>
                  <a:lnTo>
                    <a:pt x="251" y="196"/>
                  </a:lnTo>
                  <a:lnTo>
                    <a:pt x="1" y="303"/>
                  </a:lnTo>
                  <a:lnTo>
                    <a:pt x="81" y="544"/>
                  </a:lnTo>
                  <a:cubicBezTo>
                    <a:pt x="81" y="544"/>
                    <a:pt x="99" y="535"/>
                    <a:pt x="215" y="526"/>
                  </a:cubicBezTo>
                  <a:cubicBezTo>
                    <a:pt x="228" y="525"/>
                    <a:pt x="240" y="525"/>
                    <a:pt x="253" y="525"/>
                  </a:cubicBezTo>
                  <a:cubicBezTo>
                    <a:pt x="350" y="525"/>
                    <a:pt x="420" y="553"/>
                    <a:pt x="420" y="553"/>
                  </a:cubicBezTo>
                  <a:lnTo>
                    <a:pt x="599" y="571"/>
                  </a:lnTo>
                  <a:cubicBezTo>
                    <a:pt x="599" y="571"/>
                    <a:pt x="706" y="437"/>
                    <a:pt x="813" y="393"/>
                  </a:cubicBezTo>
                  <a:cubicBezTo>
                    <a:pt x="845" y="375"/>
                    <a:pt x="867" y="369"/>
                    <a:pt x="887" y="369"/>
                  </a:cubicBezTo>
                  <a:cubicBezTo>
                    <a:pt x="928" y="369"/>
                    <a:pt x="961" y="393"/>
                    <a:pt x="1063" y="393"/>
                  </a:cubicBezTo>
                  <a:cubicBezTo>
                    <a:pt x="1223" y="384"/>
                    <a:pt x="1196" y="285"/>
                    <a:pt x="1196" y="285"/>
                  </a:cubicBezTo>
                  <a:lnTo>
                    <a:pt x="1196" y="205"/>
                  </a:lnTo>
                  <a:cubicBezTo>
                    <a:pt x="1196" y="205"/>
                    <a:pt x="1125" y="62"/>
                    <a:pt x="1125" y="62"/>
                  </a:cubicBezTo>
                  <a:cubicBezTo>
                    <a:pt x="1125" y="62"/>
                    <a:pt x="973" y="27"/>
                    <a:pt x="973" y="27"/>
                  </a:cubicBezTo>
                  <a:lnTo>
                    <a:pt x="795" y="0"/>
                  </a:ln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2"/>
            <p:cNvSpPr/>
            <p:nvPr/>
          </p:nvSpPr>
          <p:spPr>
            <a:xfrm>
              <a:off x="5164344" y="3105217"/>
              <a:ext cx="216216" cy="86902"/>
            </a:xfrm>
            <a:custGeom>
              <a:rect b="b" l="l" r="r" t="t"/>
              <a:pathLst>
                <a:path extrusionOk="0" h="420" w="1045">
                  <a:moveTo>
                    <a:pt x="588" y="1"/>
                  </a:moveTo>
                  <a:cubicBezTo>
                    <a:pt x="575" y="1"/>
                    <a:pt x="561" y="3"/>
                    <a:pt x="545" y="9"/>
                  </a:cubicBezTo>
                  <a:cubicBezTo>
                    <a:pt x="447" y="45"/>
                    <a:pt x="277" y="63"/>
                    <a:pt x="277" y="63"/>
                  </a:cubicBezTo>
                  <a:lnTo>
                    <a:pt x="125" y="63"/>
                  </a:lnTo>
                  <a:cubicBezTo>
                    <a:pt x="125" y="63"/>
                    <a:pt x="0" y="152"/>
                    <a:pt x="27" y="223"/>
                  </a:cubicBezTo>
                  <a:cubicBezTo>
                    <a:pt x="54" y="295"/>
                    <a:pt x="125" y="366"/>
                    <a:pt x="125" y="366"/>
                  </a:cubicBezTo>
                  <a:cubicBezTo>
                    <a:pt x="125" y="366"/>
                    <a:pt x="518" y="411"/>
                    <a:pt x="545" y="411"/>
                  </a:cubicBezTo>
                  <a:cubicBezTo>
                    <a:pt x="562" y="411"/>
                    <a:pt x="732" y="419"/>
                    <a:pt x="732" y="419"/>
                  </a:cubicBezTo>
                  <a:lnTo>
                    <a:pt x="964" y="366"/>
                  </a:lnTo>
                  <a:lnTo>
                    <a:pt x="1044" y="286"/>
                  </a:lnTo>
                  <a:lnTo>
                    <a:pt x="830" y="143"/>
                  </a:lnTo>
                  <a:cubicBezTo>
                    <a:pt x="759" y="107"/>
                    <a:pt x="670" y="63"/>
                    <a:pt x="670" y="63"/>
                  </a:cubicBezTo>
                  <a:cubicBezTo>
                    <a:pt x="670" y="63"/>
                    <a:pt x="651" y="1"/>
                    <a:pt x="588"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2"/>
            <p:cNvSpPr/>
            <p:nvPr/>
          </p:nvSpPr>
          <p:spPr>
            <a:xfrm>
              <a:off x="5425863" y="3360331"/>
              <a:ext cx="159524" cy="73660"/>
            </a:xfrm>
            <a:custGeom>
              <a:rect b="b" l="l" r="r" t="t"/>
              <a:pathLst>
                <a:path extrusionOk="0" h="356" w="771">
                  <a:moveTo>
                    <a:pt x="369" y="0"/>
                  </a:moveTo>
                  <a:cubicBezTo>
                    <a:pt x="351" y="0"/>
                    <a:pt x="330" y="4"/>
                    <a:pt x="298" y="16"/>
                  </a:cubicBezTo>
                  <a:cubicBezTo>
                    <a:pt x="200" y="61"/>
                    <a:pt x="164" y="25"/>
                    <a:pt x="137" y="87"/>
                  </a:cubicBezTo>
                  <a:cubicBezTo>
                    <a:pt x="101" y="150"/>
                    <a:pt x="48" y="239"/>
                    <a:pt x="48" y="239"/>
                  </a:cubicBezTo>
                  <a:cubicBezTo>
                    <a:pt x="48" y="239"/>
                    <a:pt x="41" y="238"/>
                    <a:pt x="33" y="238"/>
                  </a:cubicBezTo>
                  <a:cubicBezTo>
                    <a:pt x="18" y="238"/>
                    <a:pt x="0" y="242"/>
                    <a:pt x="30" y="266"/>
                  </a:cubicBezTo>
                  <a:cubicBezTo>
                    <a:pt x="75" y="310"/>
                    <a:pt x="226" y="355"/>
                    <a:pt x="226" y="355"/>
                  </a:cubicBezTo>
                  <a:lnTo>
                    <a:pt x="414" y="346"/>
                  </a:lnTo>
                  <a:lnTo>
                    <a:pt x="610" y="328"/>
                  </a:lnTo>
                  <a:lnTo>
                    <a:pt x="753" y="239"/>
                  </a:lnTo>
                  <a:lnTo>
                    <a:pt x="770" y="141"/>
                  </a:lnTo>
                  <a:lnTo>
                    <a:pt x="762" y="52"/>
                  </a:lnTo>
                  <a:cubicBezTo>
                    <a:pt x="726" y="43"/>
                    <a:pt x="637" y="16"/>
                    <a:pt x="512" y="16"/>
                  </a:cubicBezTo>
                  <a:cubicBezTo>
                    <a:pt x="428" y="16"/>
                    <a:pt x="405" y="0"/>
                    <a:pt x="369" y="0"/>
                  </a:cubicBez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2"/>
            <p:cNvSpPr/>
            <p:nvPr/>
          </p:nvSpPr>
          <p:spPr>
            <a:xfrm>
              <a:off x="5120068" y="3438954"/>
              <a:ext cx="118350" cy="72418"/>
            </a:xfrm>
            <a:custGeom>
              <a:rect b="b" l="l" r="r" t="t"/>
              <a:pathLst>
                <a:path extrusionOk="0" h="350" w="572">
                  <a:moveTo>
                    <a:pt x="378" y="1"/>
                  </a:moveTo>
                  <a:cubicBezTo>
                    <a:pt x="371" y="1"/>
                    <a:pt x="364" y="1"/>
                    <a:pt x="357" y="2"/>
                  </a:cubicBezTo>
                  <a:cubicBezTo>
                    <a:pt x="286" y="11"/>
                    <a:pt x="197" y="11"/>
                    <a:pt x="197" y="11"/>
                  </a:cubicBezTo>
                  <a:cubicBezTo>
                    <a:pt x="170" y="11"/>
                    <a:pt x="54" y="29"/>
                    <a:pt x="36" y="55"/>
                  </a:cubicBezTo>
                  <a:cubicBezTo>
                    <a:pt x="27" y="82"/>
                    <a:pt x="0" y="91"/>
                    <a:pt x="18" y="145"/>
                  </a:cubicBezTo>
                  <a:cubicBezTo>
                    <a:pt x="27" y="198"/>
                    <a:pt x="81" y="269"/>
                    <a:pt x="81" y="269"/>
                  </a:cubicBezTo>
                  <a:lnTo>
                    <a:pt x="232" y="323"/>
                  </a:lnTo>
                  <a:lnTo>
                    <a:pt x="384" y="350"/>
                  </a:lnTo>
                  <a:cubicBezTo>
                    <a:pt x="384" y="350"/>
                    <a:pt x="527" y="252"/>
                    <a:pt x="536" y="198"/>
                  </a:cubicBezTo>
                  <a:cubicBezTo>
                    <a:pt x="553" y="136"/>
                    <a:pt x="571" y="64"/>
                    <a:pt x="571" y="64"/>
                  </a:cubicBezTo>
                  <a:lnTo>
                    <a:pt x="571" y="38"/>
                  </a:lnTo>
                  <a:cubicBezTo>
                    <a:pt x="571" y="38"/>
                    <a:pt x="453" y="1"/>
                    <a:pt x="378"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2"/>
            <p:cNvSpPr/>
            <p:nvPr/>
          </p:nvSpPr>
          <p:spPr>
            <a:xfrm>
              <a:off x="5114482" y="3616272"/>
              <a:ext cx="201319" cy="104076"/>
            </a:xfrm>
            <a:custGeom>
              <a:rect b="b" l="l" r="r" t="t"/>
              <a:pathLst>
                <a:path extrusionOk="0" h="503" w="973">
                  <a:moveTo>
                    <a:pt x="456" y="0"/>
                  </a:moveTo>
                  <a:cubicBezTo>
                    <a:pt x="447" y="0"/>
                    <a:pt x="438" y="0"/>
                    <a:pt x="429" y="1"/>
                  </a:cubicBezTo>
                  <a:cubicBezTo>
                    <a:pt x="331" y="10"/>
                    <a:pt x="206" y="73"/>
                    <a:pt x="206" y="73"/>
                  </a:cubicBezTo>
                  <a:lnTo>
                    <a:pt x="99" y="108"/>
                  </a:lnTo>
                  <a:cubicBezTo>
                    <a:pt x="99" y="108"/>
                    <a:pt x="79" y="100"/>
                    <a:pt x="60" y="100"/>
                  </a:cubicBezTo>
                  <a:cubicBezTo>
                    <a:pt x="51" y="100"/>
                    <a:pt x="42" y="102"/>
                    <a:pt x="36" y="108"/>
                  </a:cubicBezTo>
                  <a:cubicBezTo>
                    <a:pt x="18" y="117"/>
                    <a:pt x="1" y="206"/>
                    <a:pt x="1" y="206"/>
                  </a:cubicBezTo>
                  <a:lnTo>
                    <a:pt x="99" y="305"/>
                  </a:lnTo>
                  <a:cubicBezTo>
                    <a:pt x="99" y="305"/>
                    <a:pt x="108" y="314"/>
                    <a:pt x="134" y="340"/>
                  </a:cubicBezTo>
                  <a:cubicBezTo>
                    <a:pt x="163" y="362"/>
                    <a:pt x="175" y="401"/>
                    <a:pt x="206" y="401"/>
                  </a:cubicBezTo>
                  <a:cubicBezTo>
                    <a:pt x="214" y="401"/>
                    <a:pt x="222" y="399"/>
                    <a:pt x="233" y="394"/>
                  </a:cubicBezTo>
                  <a:cubicBezTo>
                    <a:pt x="286" y="367"/>
                    <a:pt x="322" y="358"/>
                    <a:pt x="322" y="358"/>
                  </a:cubicBezTo>
                  <a:cubicBezTo>
                    <a:pt x="322" y="358"/>
                    <a:pt x="375" y="403"/>
                    <a:pt x="411" y="438"/>
                  </a:cubicBezTo>
                  <a:cubicBezTo>
                    <a:pt x="447" y="474"/>
                    <a:pt x="438" y="465"/>
                    <a:pt x="518" y="483"/>
                  </a:cubicBezTo>
                  <a:cubicBezTo>
                    <a:pt x="566" y="499"/>
                    <a:pt x="602" y="502"/>
                    <a:pt x="622" y="502"/>
                  </a:cubicBezTo>
                  <a:cubicBezTo>
                    <a:pt x="636" y="502"/>
                    <a:pt x="643" y="501"/>
                    <a:pt x="643" y="501"/>
                  </a:cubicBezTo>
                  <a:lnTo>
                    <a:pt x="786" y="474"/>
                  </a:lnTo>
                  <a:lnTo>
                    <a:pt x="875" y="367"/>
                  </a:lnTo>
                  <a:cubicBezTo>
                    <a:pt x="875" y="367"/>
                    <a:pt x="973" y="305"/>
                    <a:pt x="928" y="251"/>
                  </a:cubicBezTo>
                  <a:cubicBezTo>
                    <a:pt x="875" y="189"/>
                    <a:pt x="795" y="126"/>
                    <a:pt x="759" y="108"/>
                  </a:cubicBezTo>
                  <a:cubicBezTo>
                    <a:pt x="723" y="90"/>
                    <a:pt x="634" y="37"/>
                    <a:pt x="634" y="37"/>
                  </a:cubicBezTo>
                  <a:cubicBezTo>
                    <a:pt x="634" y="37"/>
                    <a:pt x="546" y="0"/>
                    <a:pt x="456"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2"/>
            <p:cNvSpPr/>
            <p:nvPr/>
          </p:nvSpPr>
          <p:spPr>
            <a:xfrm>
              <a:off x="5393173" y="3716207"/>
              <a:ext cx="252631" cy="97868"/>
            </a:xfrm>
            <a:custGeom>
              <a:rect b="b" l="l" r="r" t="t"/>
              <a:pathLst>
                <a:path extrusionOk="0" h="473" w="1221">
                  <a:moveTo>
                    <a:pt x="170" y="0"/>
                  </a:moveTo>
                  <a:lnTo>
                    <a:pt x="54" y="80"/>
                  </a:lnTo>
                  <a:lnTo>
                    <a:pt x="1" y="250"/>
                  </a:lnTo>
                  <a:lnTo>
                    <a:pt x="54" y="339"/>
                  </a:lnTo>
                  <a:lnTo>
                    <a:pt x="108" y="410"/>
                  </a:lnTo>
                  <a:lnTo>
                    <a:pt x="295" y="446"/>
                  </a:lnTo>
                  <a:cubicBezTo>
                    <a:pt x="295" y="446"/>
                    <a:pt x="358" y="472"/>
                    <a:pt x="428" y="472"/>
                  </a:cubicBezTo>
                  <a:cubicBezTo>
                    <a:pt x="449" y="472"/>
                    <a:pt x="471" y="470"/>
                    <a:pt x="491" y="464"/>
                  </a:cubicBezTo>
                  <a:cubicBezTo>
                    <a:pt x="531" y="455"/>
                    <a:pt x="574" y="453"/>
                    <a:pt x="606" y="453"/>
                  </a:cubicBezTo>
                  <a:cubicBezTo>
                    <a:pt x="639" y="453"/>
                    <a:pt x="661" y="455"/>
                    <a:pt x="661" y="455"/>
                  </a:cubicBezTo>
                  <a:cubicBezTo>
                    <a:pt x="661" y="455"/>
                    <a:pt x="750" y="401"/>
                    <a:pt x="1009" y="330"/>
                  </a:cubicBezTo>
                  <a:cubicBezTo>
                    <a:pt x="1213" y="264"/>
                    <a:pt x="1220" y="258"/>
                    <a:pt x="1216" y="258"/>
                  </a:cubicBezTo>
                  <a:cubicBezTo>
                    <a:pt x="1215" y="258"/>
                    <a:pt x="1214" y="259"/>
                    <a:pt x="1214" y="259"/>
                  </a:cubicBezTo>
                  <a:lnTo>
                    <a:pt x="1053" y="187"/>
                  </a:lnTo>
                  <a:cubicBezTo>
                    <a:pt x="1053" y="187"/>
                    <a:pt x="1000" y="161"/>
                    <a:pt x="928" y="143"/>
                  </a:cubicBezTo>
                  <a:cubicBezTo>
                    <a:pt x="866" y="125"/>
                    <a:pt x="830" y="18"/>
                    <a:pt x="830" y="18"/>
                  </a:cubicBezTo>
                  <a:lnTo>
                    <a:pt x="688" y="0"/>
                  </a:lnTo>
                  <a:lnTo>
                    <a:pt x="456" y="62"/>
                  </a:lnTo>
                  <a:lnTo>
                    <a:pt x="170" y="0"/>
                  </a:ln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2"/>
            <p:cNvSpPr/>
            <p:nvPr/>
          </p:nvSpPr>
          <p:spPr>
            <a:xfrm>
              <a:off x="5341448" y="3300742"/>
              <a:ext cx="179387" cy="87109"/>
            </a:xfrm>
            <a:custGeom>
              <a:rect b="b" l="l" r="r" t="t"/>
              <a:pathLst>
                <a:path extrusionOk="0" h="421" w="867">
                  <a:moveTo>
                    <a:pt x="732" y="1"/>
                  </a:moveTo>
                  <a:lnTo>
                    <a:pt x="608" y="19"/>
                  </a:lnTo>
                  <a:cubicBezTo>
                    <a:pt x="608" y="19"/>
                    <a:pt x="527" y="34"/>
                    <a:pt x="476" y="34"/>
                  </a:cubicBezTo>
                  <a:cubicBezTo>
                    <a:pt x="459" y="34"/>
                    <a:pt x="445" y="32"/>
                    <a:pt x="438" y="28"/>
                  </a:cubicBezTo>
                  <a:cubicBezTo>
                    <a:pt x="433" y="22"/>
                    <a:pt x="419" y="20"/>
                    <a:pt x="402" y="20"/>
                  </a:cubicBezTo>
                  <a:cubicBezTo>
                    <a:pt x="331" y="20"/>
                    <a:pt x="188" y="54"/>
                    <a:pt x="188" y="54"/>
                  </a:cubicBezTo>
                  <a:cubicBezTo>
                    <a:pt x="188" y="54"/>
                    <a:pt x="63" y="170"/>
                    <a:pt x="45" y="215"/>
                  </a:cubicBezTo>
                  <a:lnTo>
                    <a:pt x="1" y="322"/>
                  </a:lnTo>
                  <a:lnTo>
                    <a:pt x="45" y="402"/>
                  </a:lnTo>
                  <a:lnTo>
                    <a:pt x="269" y="420"/>
                  </a:lnTo>
                  <a:cubicBezTo>
                    <a:pt x="269" y="420"/>
                    <a:pt x="384" y="411"/>
                    <a:pt x="429" y="367"/>
                  </a:cubicBezTo>
                  <a:cubicBezTo>
                    <a:pt x="450" y="345"/>
                    <a:pt x="475" y="336"/>
                    <a:pt x="511" y="336"/>
                  </a:cubicBezTo>
                  <a:cubicBezTo>
                    <a:pt x="551" y="336"/>
                    <a:pt x="604" y="348"/>
                    <a:pt x="679" y="367"/>
                  </a:cubicBezTo>
                  <a:cubicBezTo>
                    <a:pt x="704" y="371"/>
                    <a:pt x="726" y="373"/>
                    <a:pt x="745" y="373"/>
                  </a:cubicBezTo>
                  <a:cubicBezTo>
                    <a:pt x="833" y="373"/>
                    <a:pt x="857" y="331"/>
                    <a:pt x="857" y="331"/>
                  </a:cubicBezTo>
                  <a:cubicBezTo>
                    <a:pt x="857" y="331"/>
                    <a:pt x="866" y="170"/>
                    <a:pt x="857" y="144"/>
                  </a:cubicBezTo>
                  <a:cubicBezTo>
                    <a:pt x="848" y="117"/>
                    <a:pt x="732" y="1"/>
                    <a:pt x="732"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2"/>
            <p:cNvSpPr/>
            <p:nvPr/>
          </p:nvSpPr>
          <p:spPr>
            <a:xfrm>
              <a:off x="5033378" y="3852764"/>
              <a:ext cx="634991" cy="64763"/>
            </a:xfrm>
            <a:custGeom>
              <a:rect b="b" l="l" r="r" t="t"/>
              <a:pathLst>
                <a:path extrusionOk="0" h="313" w="3069">
                  <a:moveTo>
                    <a:pt x="0" y="0"/>
                  </a:moveTo>
                  <a:lnTo>
                    <a:pt x="0" y="312"/>
                  </a:lnTo>
                  <a:lnTo>
                    <a:pt x="3069" y="312"/>
                  </a:lnTo>
                  <a:lnTo>
                    <a:pt x="3069"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2"/>
            <p:cNvSpPr/>
            <p:nvPr/>
          </p:nvSpPr>
          <p:spPr>
            <a:xfrm>
              <a:off x="5072068" y="3917318"/>
              <a:ext cx="557609" cy="531759"/>
            </a:xfrm>
            <a:custGeom>
              <a:rect b="b" l="l" r="r" t="t"/>
              <a:pathLst>
                <a:path extrusionOk="0" h="2570" w="2695">
                  <a:moveTo>
                    <a:pt x="0" y="0"/>
                  </a:moveTo>
                  <a:lnTo>
                    <a:pt x="232" y="2570"/>
                  </a:lnTo>
                  <a:lnTo>
                    <a:pt x="2472" y="2570"/>
                  </a:lnTo>
                  <a:lnTo>
                    <a:pt x="269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2"/>
            <p:cNvSpPr/>
            <p:nvPr/>
          </p:nvSpPr>
          <p:spPr>
            <a:xfrm>
              <a:off x="5072068" y="3917318"/>
              <a:ext cx="557609" cy="40761"/>
            </a:xfrm>
            <a:custGeom>
              <a:rect b="b" l="l" r="r" t="t"/>
              <a:pathLst>
                <a:path extrusionOk="0" h="197" w="2695">
                  <a:moveTo>
                    <a:pt x="0" y="0"/>
                  </a:moveTo>
                  <a:lnTo>
                    <a:pt x="18" y="197"/>
                  </a:lnTo>
                  <a:lnTo>
                    <a:pt x="2677" y="197"/>
                  </a:lnTo>
                  <a:lnTo>
                    <a:pt x="269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6" name="Google Shape;3026;p52"/>
          <p:cNvGrpSpPr/>
          <p:nvPr/>
        </p:nvGrpSpPr>
        <p:grpSpPr>
          <a:xfrm>
            <a:off x="8430894" y="2688291"/>
            <a:ext cx="942613" cy="2225784"/>
            <a:chOff x="1214466" y="2918796"/>
            <a:chExt cx="786428" cy="1856987"/>
          </a:xfrm>
        </p:grpSpPr>
        <p:sp>
          <p:nvSpPr>
            <p:cNvPr id="3027" name="Google Shape;3027;p52"/>
            <p:cNvSpPr/>
            <p:nvPr/>
          </p:nvSpPr>
          <p:spPr>
            <a:xfrm>
              <a:off x="1718262" y="3276741"/>
              <a:ext cx="282632" cy="1052344"/>
            </a:xfrm>
            <a:custGeom>
              <a:rect b="b" l="l" r="r" t="t"/>
              <a:pathLst>
                <a:path extrusionOk="0" h="5086" w="1366">
                  <a:moveTo>
                    <a:pt x="1366" y="1"/>
                  </a:moveTo>
                  <a:lnTo>
                    <a:pt x="1" y="5005"/>
                  </a:lnTo>
                  <a:lnTo>
                    <a:pt x="99" y="5086"/>
                  </a:lnTo>
                  <a:cubicBezTo>
                    <a:pt x="1294" y="2321"/>
                    <a:pt x="1366" y="1"/>
                    <a:pt x="13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2"/>
            <p:cNvSpPr/>
            <p:nvPr/>
          </p:nvSpPr>
          <p:spPr>
            <a:xfrm>
              <a:off x="1696123" y="3276741"/>
              <a:ext cx="304771" cy="1035791"/>
            </a:xfrm>
            <a:custGeom>
              <a:rect b="b" l="l" r="r" t="t"/>
              <a:pathLst>
                <a:path extrusionOk="0" h="5006" w="1473">
                  <a:moveTo>
                    <a:pt x="1473" y="1"/>
                  </a:moveTo>
                  <a:cubicBezTo>
                    <a:pt x="1473" y="1"/>
                    <a:pt x="483" y="1553"/>
                    <a:pt x="1" y="4916"/>
                  </a:cubicBezTo>
                  <a:lnTo>
                    <a:pt x="108" y="5005"/>
                  </a:lnTo>
                  <a:lnTo>
                    <a:pt x="1473"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2"/>
            <p:cNvSpPr/>
            <p:nvPr/>
          </p:nvSpPr>
          <p:spPr>
            <a:xfrm>
              <a:off x="1687020" y="3134598"/>
              <a:ext cx="227182" cy="1069104"/>
            </a:xfrm>
            <a:custGeom>
              <a:rect b="b" l="l" r="r" t="t"/>
              <a:pathLst>
                <a:path extrusionOk="0" h="5167" w="1098">
                  <a:moveTo>
                    <a:pt x="999" y="1"/>
                  </a:moveTo>
                  <a:lnTo>
                    <a:pt x="0" y="5086"/>
                  </a:lnTo>
                  <a:lnTo>
                    <a:pt x="107" y="5166"/>
                  </a:lnTo>
                  <a:cubicBezTo>
                    <a:pt x="1097" y="2321"/>
                    <a:pt x="999" y="1"/>
                    <a:pt x="9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2"/>
            <p:cNvSpPr/>
            <p:nvPr/>
          </p:nvSpPr>
          <p:spPr>
            <a:xfrm>
              <a:off x="1664882" y="3134598"/>
              <a:ext cx="229044" cy="1052344"/>
            </a:xfrm>
            <a:custGeom>
              <a:rect b="b" l="l" r="r" t="t"/>
              <a:pathLst>
                <a:path extrusionOk="0" h="5086" w="1107">
                  <a:moveTo>
                    <a:pt x="1106" y="1"/>
                  </a:moveTo>
                  <a:cubicBezTo>
                    <a:pt x="1106" y="1"/>
                    <a:pt x="232" y="1625"/>
                    <a:pt x="0" y="5014"/>
                  </a:cubicBezTo>
                  <a:lnTo>
                    <a:pt x="107" y="5086"/>
                  </a:lnTo>
                  <a:lnTo>
                    <a:pt x="1106"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2"/>
            <p:cNvSpPr/>
            <p:nvPr/>
          </p:nvSpPr>
          <p:spPr>
            <a:xfrm>
              <a:off x="1648123" y="3007352"/>
              <a:ext cx="171938" cy="1118762"/>
            </a:xfrm>
            <a:custGeom>
              <a:rect b="b" l="l" r="r" t="t"/>
              <a:pathLst>
                <a:path extrusionOk="0" h="5407" w="831">
                  <a:moveTo>
                    <a:pt x="527" y="0"/>
                  </a:moveTo>
                  <a:lnTo>
                    <a:pt x="1" y="5362"/>
                  </a:lnTo>
                  <a:lnTo>
                    <a:pt x="108" y="5406"/>
                  </a:lnTo>
                  <a:cubicBezTo>
                    <a:pt x="830" y="2258"/>
                    <a:pt x="527" y="1"/>
                    <a:pt x="5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2"/>
            <p:cNvSpPr/>
            <p:nvPr/>
          </p:nvSpPr>
          <p:spPr>
            <a:xfrm>
              <a:off x="1609434" y="3007352"/>
              <a:ext cx="147937" cy="1109451"/>
            </a:xfrm>
            <a:custGeom>
              <a:rect b="b" l="l" r="r" t="t"/>
              <a:pathLst>
                <a:path extrusionOk="0" h="5362" w="715">
                  <a:moveTo>
                    <a:pt x="714" y="0"/>
                  </a:moveTo>
                  <a:lnTo>
                    <a:pt x="714" y="0"/>
                  </a:lnTo>
                  <a:cubicBezTo>
                    <a:pt x="714" y="1"/>
                    <a:pt x="1" y="1910"/>
                    <a:pt x="72" y="5326"/>
                  </a:cubicBezTo>
                  <a:lnTo>
                    <a:pt x="188" y="5362"/>
                  </a:lnTo>
                  <a:lnTo>
                    <a:pt x="71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2"/>
            <p:cNvSpPr/>
            <p:nvPr/>
          </p:nvSpPr>
          <p:spPr>
            <a:xfrm>
              <a:off x="1607571" y="2918796"/>
              <a:ext cx="109039" cy="1127866"/>
            </a:xfrm>
            <a:custGeom>
              <a:rect b="b" l="l" r="r" t="t"/>
              <a:pathLst>
                <a:path extrusionOk="0" h="5451" w="527">
                  <a:moveTo>
                    <a:pt x="1" y="0"/>
                  </a:moveTo>
                  <a:lnTo>
                    <a:pt x="1" y="5451"/>
                  </a:lnTo>
                  <a:lnTo>
                    <a:pt x="117" y="5451"/>
                  </a:lnTo>
                  <a:cubicBezTo>
                    <a:pt x="527" y="2114"/>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2"/>
            <p:cNvSpPr/>
            <p:nvPr/>
          </p:nvSpPr>
          <p:spPr>
            <a:xfrm>
              <a:off x="1500605" y="2918796"/>
              <a:ext cx="107177" cy="1127866"/>
            </a:xfrm>
            <a:custGeom>
              <a:rect b="b" l="l" r="r" t="t"/>
              <a:pathLst>
                <a:path extrusionOk="0" h="5451" w="518">
                  <a:moveTo>
                    <a:pt x="518" y="0"/>
                  </a:moveTo>
                  <a:cubicBezTo>
                    <a:pt x="518" y="0"/>
                    <a:pt x="0" y="2114"/>
                    <a:pt x="402" y="5451"/>
                  </a:cubicBezTo>
                  <a:lnTo>
                    <a:pt x="518" y="5451"/>
                  </a:lnTo>
                  <a:lnTo>
                    <a:pt x="51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2"/>
            <p:cNvSpPr/>
            <p:nvPr/>
          </p:nvSpPr>
          <p:spPr>
            <a:xfrm>
              <a:off x="1214466" y="3276741"/>
              <a:ext cx="284494" cy="1052344"/>
            </a:xfrm>
            <a:custGeom>
              <a:rect b="b" l="l" r="r" t="t"/>
              <a:pathLst>
                <a:path extrusionOk="0" h="5086" w="1375">
                  <a:moveTo>
                    <a:pt x="0" y="1"/>
                  </a:moveTo>
                  <a:cubicBezTo>
                    <a:pt x="0" y="1"/>
                    <a:pt x="72" y="2321"/>
                    <a:pt x="1276" y="5086"/>
                  </a:cubicBezTo>
                  <a:lnTo>
                    <a:pt x="1374" y="5005"/>
                  </a:lnTo>
                  <a:lnTo>
                    <a:pt x="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2"/>
            <p:cNvSpPr/>
            <p:nvPr/>
          </p:nvSpPr>
          <p:spPr>
            <a:xfrm>
              <a:off x="1214466" y="3276741"/>
              <a:ext cx="304771" cy="1035791"/>
            </a:xfrm>
            <a:custGeom>
              <a:rect b="b" l="l" r="r" t="t"/>
              <a:pathLst>
                <a:path extrusionOk="0" h="5006" w="1473">
                  <a:moveTo>
                    <a:pt x="0" y="1"/>
                  </a:moveTo>
                  <a:lnTo>
                    <a:pt x="1374" y="5005"/>
                  </a:lnTo>
                  <a:lnTo>
                    <a:pt x="1472" y="4916"/>
                  </a:lnTo>
                  <a:cubicBezTo>
                    <a:pt x="1000" y="1553"/>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2"/>
            <p:cNvSpPr/>
            <p:nvPr/>
          </p:nvSpPr>
          <p:spPr>
            <a:xfrm>
              <a:off x="1301156" y="3134598"/>
              <a:ext cx="229044" cy="1069104"/>
            </a:xfrm>
            <a:custGeom>
              <a:rect b="b" l="l" r="r" t="t"/>
              <a:pathLst>
                <a:path extrusionOk="0" h="5167" w="1107">
                  <a:moveTo>
                    <a:pt x="108" y="1"/>
                  </a:moveTo>
                  <a:cubicBezTo>
                    <a:pt x="108" y="1"/>
                    <a:pt x="1" y="2321"/>
                    <a:pt x="1000" y="5166"/>
                  </a:cubicBezTo>
                  <a:lnTo>
                    <a:pt x="1107" y="5086"/>
                  </a:lnTo>
                  <a:lnTo>
                    <a:pt x="10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2"/>
            <p:cNvSpPr/>
            <p:nvPr/>
          </p:nvSpPr>
          <p:spPr>
            <a:xfrm>
              <a:off x="1323294" y="3134598"/>
              <a:ext cx="229044" cy="1052344"/>
            </a:xfrm>
            <a:custGeom>
              <a:rect b="b" l="l" r="r" t="t"/>
              <a:pathLst>
                <a:path extrusionOk="0" h="5086" w="1107">
                  <a:moveTo>
                    <a:pt x="1" y="1"/>
                  </a:moveTo>
                  <a:lnTo>
                    <a:pt x="1000" y="5086"/>
                  </a:lnTo>
                  <a:lnTo>
                    <a:pt x="1107" y="5014"/>
                  </a:lnTo>
                  <a:cubicBezTo>
                    <a:pt x="875" y="1625"/>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2"/>
            <p:cNvSpPr/>
            <p:nvPr/>
          </p:nvSpPr>
          <p:spPr>
            <a:xfrm>
              <a:off x="1395295" y="3007352"/>
              <a:ext cx="173800" cy="1118762"/>
            </a:xfrm>
            <a:custGeom>
              <a:rect b="b" l="l" r="r" t="t"/>
              <a:pathLst>
                <a:path extrusionOk="0" h="5407" w="840">
                  <a:moveTo>
                    <a:pt x="313" y="0"/>
                  </a:moveTo>
                  <a:cubicBezTo>
                    <a:pt x="313" y="1"/>
                    <a:pt x="1" y="2258"/>
                    <a:pt x="723" y="5406"/>
                  </a:cubicBezTo>
                  <a:lnTo>
                    <a:pt x="839" y="5362"/>
                  </a:lnTo>
                  <a:lnTo>
                    <a:pt x="313"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2"/>
            <p:cNvSpPr/>
            <p:nvPr/>
          </p:nvSpPr>
          <p:spPr>
            <a:xfrm>
              <a:off x="1459847" y="3007352"/>
              <a:ext cx="147937" cy="1109451"/>
            </a:xfrm>
            <a:custGeom>
              <a:rect b="b" l="l" r="r" t="t"/>
              <a:pathLst>
                <a:path extrusionOk="0" h="5362" w="715">
                  <a:moveTo>
                    <a:pt x="1" y="0"/>
                  </a:moveTo>
                  <a:lnTo>
                    <a:pt x="527" y="5362"/>
                  </a:lnTo>
                  <a:lnTo>
                    <a:pt x="634" y="5326"/>
                  </a:lnTo>
                  <a:cubicBezTo>
                    <a:pt x="715" y="1910"/>
                    <a:pt x="1" y="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2"/>
            <p:cNvSpPr/>
            <p:nvPr/>
          </p:nvSpPr>
          <p:spPr>
            <a:xfrm>
              <a:off x="1268053" y="3994907"/>
              <a:ext cx="681131" cy="86902"/>
            </a:xfrm>
            <a:custGeom>
              <a:rect b="b" l="l" r="r" t="t"/>
              <a:pathLst>
                <a:path extrusionOk="0" h="420" w="3292">
                  <a:moveTo>
                    <a:pt x="0" y="0"/>
                  </a:moveTo>
                  <a:lnTo>
                    <a:pt x="0" y="419"/>
                  </a:lnTo>
                  <a:lnTo>
                    <a:pt x="3292" y="419"/>
                  </a:lnTo>
                  <a:lnTo>
                    <a:pt x="3292"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2"/>
            <p:cNvSpPr/>
            <p:nvPr/>
          </p:nvSpPr>
          <p:spPr>
            <a:xfrm>
              <a:off x="1308605" y="4081600"/>
              <a:ext cx="598162" cy="694183"/>
            </a:xfrm>
            <a:custGeom>
              <a:rect b="b" l="l" r="r" t="t"/>
              <a:pathLst>
                <a:path extrusionOk="0" h="3355" w="2891">
                  <a:moveTo>
                    <a:pt x="0" y="0"/>
                  </a:moveTo>
                  <a:lnTo>
                    <a:pt x="250" y="3355"/>
                  </a:lnTo>
                  <a:lnTo>
                    <a:pt x="2650" y="3355"/>
                  </a:lnTo>
                  <a:lnTo>
                    <a:pt x="289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2"/>
            <p:cNvSpPr/>
            <p:nvPr/>
          </p:nvSpPr>
          <p:spPr>
            <a:xfrm>
              <a:off x="1308605" y="4081600"/>
              <a:ext cx="598162" cy="51934"/>
            </a:xfrm>
            <a:custGeom>
              <a:rect b="b" l="l" r="r" t="t"/>
              <a:pathLst>
                <a:path extrusionOk="0" h="251" w="2891">
                  <a:moveTo>
                    <a:pt x="0" y="0"/>
                  </a:moveTo>
                  <a:lnTo>
                    <a:pt x="18" y="250"/>
                  </a:lnTo>
                  <a:lnTo>
                    <a:pt x="2873" y="250"/>
                  </a:lnTo>
                  <a:lnTo>
                    <a:pt x="289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44" name="Google Shape;3044;p52"/>
          <p:cNvSpPr/>
          <p:nvPr/>
        </p:nvSpPr>
        <p:spPr>
          <a:xfrm>
            <a:off x="8274941" y="294388"/>
            <a:ext cx="1254515" cy="174375"/>
          </a:xfrm>
          <a:custGeom>
            <a:rect b="b" l="l" r="r" t="t"/>
            <a:pathLst>
              <a:path extrusionOk="0" h="759" w="5461">
                <a:moveTo>
                  <a:pt x="2793" y="0"/>
                </a:moveTo>
                <a:cubicBezTo>
                  <a:pt x="2177" y="0"/>
                  <a:pt x="1865" y="375"/>
                  <a:pt x="1865" y="375"/>
                </a:cubicBezTo>
                <a:cubicBezTo>
                  <a:pt x="1798" y="352"/>
                  <a:pt x="1736" y="342"/>
                  <a:pt x="1680" y="342"/>
                </a:cubicBezTo>
                <a:cubicBezTo>
                  <a:pt x="1433" y="342"/>
                  <a:pt x="1303" y="526"/>
                  <a:pt x="1303" y="526"/>
                </a:cubicBezTo>
                <a:cubicBezTo>
                  <a:pt x="1120" y="454"/>
                  <a:pt x="954" y="426"/>
                  <a:pt x="806" y="426"/>
                </a:cubicBezTo>
                <a:cubicBezTo>
                  <a:pt x="295" y="426"/>
                  <a:pt x="0" y="758"/>
                  <a:pt x="0" y="758"/>
                </a:cubicBezTo>
                <a:lnTo>
                  <a:pt x="5460" y="758"/>
                </a:lnTo>
                <a:cubicBezTo>
                  <a:pt x="5270" y="491"/>
                  <a:pt x="4996" y="421"/>
                  <a:pt x="4764" y="421"/>
                </a:cubicBezTo>
                <a:cubicBezTo>
                  <a:pt x="4517" y="421"/>
                  <a:pt x="4318" y="500"/>
                  <a:pt x="4318" y="500"/>
                </a:cubicBezTo>
                <a:cubicBezTo>
                  <a:pt x="4212" y="383"/>
                  <a:pt x="4084" y="347"/>
                  <a:pt x="3969" y="347"/>
                </a:cubicBezTo>
                <a:cubicBezTo>
                  <a:pt x="3795" y="347"/>
                  <a:pt x="3649" y="428"/>
                  <a:pt x="3649" y="428"/>
                </a:cubicBezTo>
                <a:cubicBezTo>
                  <a:pt x="3649" y="428"/>
                  <a:pt x="3408" y="0"/>
                  <a:pt x="27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3045" name="Shape 3045"/>
        <p:cNvGrpSpPr/>
        <p:nvPr/>
      </p:nvGrpSpPr>
      <p:grpSpPr>
        <a:xfrm>
          <a:off x="0" y="0"/>
          <a:ext cx="0" cy="0"/>
          <a:chOff x="0" y="0"/>
          <a:chExt cx="0" cy="0"/>
        </a:xfrm>
      </p:grpSpPr>
      <p:grpSp>
        <p:nvGrpSpPr>
          <p:cNvPr id="3046" name="Google Shape;3046;p53"/>
          <p:cNvGrpSpPr/>
          <p:nvPr/>
        </p:nvGrpSpPr>
        <p:grpSpPr>
          <a:xfrm flipH="1">
            <a:off x="5956691" y="-100015"/>
            <a:ext cx="4267658" cy="3288312"/>
            <a:chOff x="3266327" y="1191568"/>
            <a:chExt cx="384038" cy="295876"/>
          </a:xfrm>
        </p:grpSpPr>
        <p:sp>
          <p:nvSpPr>
            <p:cNvPr id="3047" name="Google Shape;3047;p53"/>
            <p:cNvSpPr/>
            <p:nvPr/>
          </p:nvSpPr>
          <p:spPr>
            <a:xfrm>
              <a:off x="3266327"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3"/>
            <p:cNvSpPr/>
            <p:nvPr/>
          </p:nvSpPr>
          <p:spPr>
            <a:xfrm>
              <a:off x="3303116" y="1291670"/>
              <a:ext cx="314495"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3"/>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3"/>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3"/>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3"/>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3"/>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4" name="Google Shape;3054;p53"/>
          <p:cNvGrpSpPr/>
          <p:nvPr/>
        </p:nvGrpSpPr>
        <p:grpSpPr>
          <a:xfrm flipH="1">
            <a:off x="-201641" y="1888044"/>
            <a:ext cx="1496588" cy="1312418"/>
            <a:chOff x="3650956" y="1757963"/>
            <a:chExt cx="258943" cy="227815"/>
          </a:xfrm>
        </p:grpSpPr>
        <p:sp>
          <p:nvSpPr>
            <p:cNvPr id="3055" name="Google Shape;3055;p53"/>
            <p:cNvSpPr/>
            <p:nvPr/>
          </p:nvSpPr>
          <p:spPr>
            <a:xfrm>
              <a:off x="3650956" y="1757963"/>
              <a:ext cx="258943" cy="227815"/>
            </a:xfrm>
            <a:custGeom>
              <a:rect b="b" l="l" r="r" t="t"/>
              <a:pathLst>
                <a:path extrusionOk="0" h="6272" w="7129">
                  <a:moveTo>
                    <a:pt x="5416" y="0"/>
                  </a:moveTo>
                  <a:lnTo>
                    <a:pt x="3828" y="411"/>
                  </a:lnTo>
                  <a:lnTo>
                    <a:pt x="3337" y="1499"/>
                  </a:lnTo>
                  <a:lnTo>
                    <a:pt x="2320" y="1945"/>
                  </a:lnTo>
                  <a:lnTo>
                    <a:pt x="1642" y="3016"/>
                  </a:lnTo>
                  <a:lnTo>
                    <a:pt x="1535" y="4095"/>
                  </a:lnTo>
                  <a:lnTo>
                    <a:pt x="1018" y="5219"/>
                  </a:lnTo>
                  <a:lnTo>
                    <a:pt x="1" y="6272"/>
                  </a:lnTo>
                  <a:lnTo>
                    <a:pt x="3846" y="6272"/>
                  </a:lnTo>
                  <a:lnTo>
                    <a:pt x="3417" y="5255"/>
                  </a:lnTo>
                  <a:lnTo>
                    <a:pt x="3623" y="4461"/>
                  </a:lnTo>
                  <a:lnTo>
                    <a:pt x="4390" y="3408"/>
                  </a:lnTo>
                  <a:lnTo>
                    <a:pt x="4898" y="3533"/>
                  </a:lnTo>
                  <a:lnTo>
                    <a:pt x="5327" y="4505"/>
                  </a:lnTo>
                  <a:lnTo>
                    <a:pt x="5077" y="5522"/>
                  </a:lnTo>
                  <a:lnTo>
                    <a:pt x="5228" y="6272"/>
                  </a:lnTo>
                  <a:lnTo>
                    <a:pt x="7129" y="6272"/>
                  </a:lnTo>
                  <a:lnTo>
                    <a:pt x="6745" y="5174"/>
                  </a:lnTo>
                  <a:lnTo>
                    <a:pt x="7066" y="4211"/>
                  </a:lnTo>
                  <a:lnTo>
                    <a:pt x="6593" y="2837"/>
                  </a:lnTo>
                  <a:lnTo>
                    <a:pt x="6308" y="1196"/>
                  </a:lnTo>
                  <a:lnTo>
                    <a:pt x="54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3"/>
            <p:cNvSpPr/>
            <p:nvPr/>
          </p:nvSpPr>
          <p:spPr>
            <a:xfrm>
              <a:off x="3710595" y="1757963"/>
              <a:ext cx="169481" cy="109549"/>
            </a:xfrm>
            <a:custGeom>
              <a:rect b="b" l="l" r="r" t="t"/>
              <a:pathLst>
                <a:path extrusionOk="0" h="3016" w="4666">
                  <a:moveTo>
                    <a:pt x="3774" y="0"/>
                  </a:moveTo>
                  <a:lnTo>
                    <a:pt x="2186" y="411"/>
                  </a:lnTo>
                  <a:lnTo>
                    <a:pt x="1695" y="1499"/>
                  </a:lnTo>
                  <a:lnTo>
                    <a:pt x="678" y="1945"/>
                  </a:lnTo>
                  <a:lnTo>
                    <a:pt x="0" y="3016"/>
                  </a:lnTo>
                  <a:lnTo>
                    <a:pt x="0" y="3016"/>
                  </a:lnTo>
                  <a:lnTo>
                    <a:pt x="794" y="2346"/>
                  </a:lnTo>
                  <a:lnTo>
                    <a:pt x="1401" y="2257"/>
                  </a:lnTo>
                  <a:lnTo>
                    <a:pt x="1918" y="2552"/>
                  </a:lnTo>
                  <a:lnTo>
                    <a:pt x="1570" y="1927"/>
                  </a:lnTo>
                  <a:lnTo>
                    <a:pt x="2186" y="2061"/>
                  </a:lnTo>
                  <a:lnTo>
                    <a:pt x="2025" y="1579"/>
                  </a:lnTo>
                  <a:lnTo>
                    <a:pt x="2560" y="866"/>
                  </a:lnTo>
                  <a:lnTo>
                    <a:pt x="3649" y="803"/>
                  </a:lnTo>
                  <a:lnTo>
                    <a:pt x="4666" y="1196"/>
                  </a:lnTo>
                  <a:lnTo>
                    <a:pt x="3774"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3"/>
            <p:cNvSpPr/>
            <p:nvPr/>
          </p:nvSpPr>
          <p:spPr>
            <a:xfrm>
              <a:off x="3768600" y="1867472"/>
              <a:ext cx="141295" cy="118302"/>
            </a:xfrm>
            <a:custGeom>
              <a:rect b="b" l="l" r="r" t="t"/>
              <a:pathLst>
                <a:path extrusionOk="0" h="3257" w="3890">
                  <a:moveTo>
                    <a:pt x="1534" y="1"/>
                  </a:moveTo>
                  <a:lnTo>
                    <a:pt x="856" y="116"/>
                  </a:lnTo>
                  <a:lnTo>
                    <a:pt x="259" y="1196"/>
                  </a:lnTo>
                  <a:lnTo>
                    <a:pt x="71" y="447"/>
                  </a:lnTo>
                  <a:lnTo>
                    <a:pt x="0" y="1767"/>
                  </a:lnTo>
                  <a:lnTo>
                    <a:pt x="178" y="2240"/>
                  </a:lnTo>
                  <a:lnTo>
                    <a:pt x="384" y="1446"/>
                  </a:lnTo>
                  <a:lnTo>
                    <a:pt x="1151" y="393"/>
                  </a:lnTo>
                  <a:lnTo>
                    <a:pt x="1659" y="518"/>
                  </a:lnTo>
                  <a:lnTo>
                    <a:pt x="2088" y="1490"/>
                  </a:lnTo>
                  <a:lnTo>
                    <a:pt x="1838" y="2507"/>
                  </a:lnTo>
                  <a:lnTo>
                    <a:pt x="1989" y="3257"/>
                  </a:lnTo>
                  <a:lnTo>
                    <a:pt x="3890" y="3257"/>
                  </a:lnTo>
                  <a:lnTo>
                    <a:pt x="3506" y="2159"/>
                  </a:lnTo>
                  <a:lnTo>
                    <a:pt x="3488" y="3087"/>
                  </a:lnTo>
                  <a:lnTo>
                    <a:pt x="2935" y="2820"/>
                  </a:lnTo>
                  <a:lnTo>
                    <a:pt x="2882" y="1767"/>
                  </a:lnTo>
                  <a:lnTo>
                    <a:pt x="2614" y="2820"/>
                  </a:lnTo>
                  <a:lnTo>
                    <a:pt x="2177" y="2382"/>
                  </a:lnTo>
                  <a:lnTo>
                    <a:pt x="2543" y="973"/>
                  </a:lnTo>
                  <a:lnTo>
                    <a:pt x="1534"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3"/>
            <p:cNvSpPr/>
            <p:nvPr/>
          </p:nvSpPr>
          <p:spPr>
            <a:xfrm>
              <a:off x="3722908" y="1895331"/>
              <a:ext cx="23682" cy="90443"/>
            </a:xfrm>
            <a:custGeom>
              <a:rect b="b" l="l" r="r" t="t"/>
              <a:pathLst>
                <a:path extrusionOk="0" h="2490" w="652">
                  <a:moveTo>
                    <a:pt x="179" y="1"/>
                  </a:moveTo>
                  <a:lnTo>
                    <a:pt x="286" y="1856"/>
                  </a:lnTo>
                  <a:lnTo>
                    <a:pt x="0" y="2490"/>
                  </a:lnTo>
                  <a:lnTo>
                    <a:pt x="651" y="2490"/>
                  </a:lnTo>
                  <a:lnTo>
                    <a:pt x="598" y="1910"/>
                  </a:lnTo>
                  <a:lnTo>
                    <a:pt x="598" y="1348"/>
                  </a:lnTo>
                  <a:lnTo>
                    <a:pt x="179"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3"/>
            <p:cNvSpPr/>
            <p:nvPr/>
          </p:nvSpPr>
          <p:spPr>
            <a:xfrm>
              <a:off x="3650956" y="1906663"/>
              <a:ext cx="57390" cy="79110"/>
            </a:xfrm>
            <a:custGeom>
              <a:rect b="b" l="l" r="r" t="t"/>
              <a:pathLst>
                <a:path extrusionOk="0" h="2178" w="1580">
                  <a:moveTo>
                    <a:pt x="1535" y="1"/>
                  </a:moveTo>
                  <a:lnTo>
                    <a:pt x="1018" y="1125"/>
                  </a:lnTo>
                  <a:lnTo>
                    <a:pt x="1" y="2178"/>
                  </a:lnTo>
                  <a:lnTo>
                    <a:pt x="1250" y="2178"/>
                  </a:lnTo>
                  <a:lnTo>
                    <a:pt x="795" y="1839"/>
                  </a:lnTo>
                  <a:lnTo>
                    <a:pt x="1428" y="1303"/>
                  </a:lnTo>
                  <a:lnTo>
                    <a:pt x="1580" y="643"/>
                  </a:lnTo>
                  <a:lnTo>
                    <a:pt x="153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3"/>
            <p:cNvSpPr/>
            <p:nvPr/>
          </p:nvSpPr>
          <p:spPr>
            <a:xfrm>
              <a:off x="3857370" y="1801367"/>
              <a:ext cx="50270" cy="109549"/>
            </a:xfrm>
            <a:custGeom>
              <a:rect b="b" l="l" r="r" t="t"/>
              <a:pathLst>
                <a:path extrusionOk="0" h="3016" w="1384">
                  <a:moveTo>
                    <a:pt x="625" y="1"/>
                  </a:moveTo>
                  <a:lnTo>
                    <a:pt x="580" y="1357"/>
                  </a:lnTo>
                  <a:lnTo>
                    <a:pt x="0" y="402"/>
                  </a:lnTo>
                  <a:lnTo>
                    <a:pt x="411" y="1874"/>
                  </a:lnTo>
                  <a:lnTo>
                    <a:pt x="1383" y="3016"/>
                  </a:lnTo>
                  <a:lnTo>
                    <a:pt x="910" y="1642"/>
                  </a:lnTo>
                  <a:lnTo>
                    <a:pt x="62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61" name="Google Shape;3061;p53"/>
          <p:cNvSpPr txBox="1"/>
          <p:nvPr>
            <p:ph type="title"/>
          </p:nvPr>
        </p:nvSpPr>
        <p:spPr>
          <a:xfrm>
            <a:off x="713100" y="539400"/>
            <a:ext cx="3046500" cy="10074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3000"/>
              <a:buNone/>
              <a:defRPr sz="2200">
                <a:solidFill>
                  <a:schemeClr val="lt2"/>
                </a:solidFill>
              </a:defRPr>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3062" name="Shape 3062"/>
        <p:cNvGrpSpPr/>
        <p:nvPr/>
      </p:nvGrpSpPr>
      <p:grpSpPr>
        <a:xfrm>
          <a:off x="0" y="0"/>
          <a:ext cx="0" cy="0"/>
          <a:chOff x="0" y="0"/>
          <a:chExt cx="0" cy="0"/>
        </a:xfrm>
      </p:grpSpPr>
      <p:sp>
        <p:nvSpPr>
          <p:cNvPr id="3063" name="Google Shape;3063;p54"/>
          <p:cNvSpPr/>
          <p:nvPr/>
        </p:nvSpPr>
        <p:spPr>
          <a:xfrm>
            <a:off x="0" y="1168942"/>
            <a:ext cx="9144017" cy="3985219"/>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64" name="Google Shape;3064;p54"/>
          <p:cNvGrpSpPr/>
          <p:nvPr/>
        </p:nvGrpSpPr>
        <p:grpSpPr>
          <a:xfrm flipH="1">
            <a:off x="5965241" y="2384854"/>
            <a:ext cx="3178784" cy="2759461"/>
            <a:chOff x="3460777" y="2171409"/>
            <a:chExt cx="376544" cy="325374"/>
          </a:xfrm>
        </p:grpSpPr>
        <p:sp>
          <p:nvSpPr>
            <p:cNvPr id="3065" name="Google Shape;3065;p54"/>
            <p:cNvSpPr/>
            <p:nvPr/>
          </p:nvSpPr>
          <p:spPr>
            <a:xfrm>
              <a:off x="3467569" y="2171409"/>
              <a:ext cx="12677" cy="111510"/>
            </a:xfrm>
            <a:custGeom>
              <a:rect b="b" l="l" r="r" t="t"/>
              <a:pathLst>
                <a:path extrusionOk="0" h="3070" w="349">
                  <a:moveTo>
                    <a:pt x="348" y="0"/>
                  </a:moveTo>
                  <a:cubicBezTo>
                    <a:pt x="348" y="0"/>
                    <a:pt x="304" y="45"/>
                    <a:pt x="313" y="116"/>
                  </a:cubicBezTo>
                  <a:cubicBezTo>
                    <a:pt x="322" y="179"/>
                    <a:pt x="259" y="197"/>
                    <a:pt x="286" y="250"/>
                  </a:cubicBezTo>
                  <a:cubicBezTo>
                    <a:pt x="313" y="304"/>
                    <a:pt x="232" y="322"/>
                    <a:pt x="268" y="393"/>
                  </a:cubicBezTo>
                  <a:cubicBezTo>
                    <a:pt x="304" y="455"/>
                    <a:pt x="214" y="536"/>
                    <a:pt x="250" y="607"/>
                  </a:cubicBezTo>
                  <a:cubicBezTo>
                    <a:pt x="277" y="678"/>
                    <a:pt x="206" y="714"/>
                    <a:pt x="241" y="777"/>
                  </a:cubicBezTo>
                  <a:cubicBezTo>
                    <a:pt x="277" y="839"/>
                    <a:pt x="161" y="910"/>
                    <a:pt x="214" y="1017"/>
                  </a:cubicBezTo>
                  <a:cubicBezTo>
                    <a:pt x="268" y="1116"/>
                    <a:pt x="170" y="1169"/>
                    <a:pt x="206" y="1249"/>
                  </a:cubicBezTo>
                  <a:cubicBezTo>
                    <a:pt x="232" y="1321"/>
                    <a:pt x="107" y="1410"/>
                    <a:pt x="170" y="1490"/>
                  </a:cubicBezTo>
                  <a:cubicBezTo>
                    <a:pt x="223" y="1579"/>
                    <a:pt x="116" y="1651"/>
                    <a:pt x="152" y="1713"/>
                  </a:cubicBezTo>
                  <a:cubicBezTo>
                    <a:pt x="188" y="1776"/>
                    <a:pt x="90" y="1865"/>
                    <a:pt x="143" y="1936"/>
                  </a:cubicBezTo>
                  <a:cubicBezTo>
                    <a:pt x="197" y="2008"/>
                    <a:pt x="72" y="2088"/>
                    <a:pt x="116" y="2186"/>
                  </a:cubicBezTo>
                  <a:cubicBezTo>
                    <a:pt x="152" y="2284"/>
                    <a:pt x="54" y="2391"/>
                    <a:pt x="107" y="2480"/>
                  </a:cubicBezTo>
                  <a:cubicBezTo>
                    <a:pt x="152" y="2561"/>
                    <a:pt x="36" y="2587"/>
                    <a:pt x="90" y="2677"/>
                  </a:cubicBezTo>
                  <a:cubicBezTo>
                    <a:pt x="143" y="2775"/>
                    <a:pt x="0" y="2891"/>
                    <a:pt x="0" y="3069"/>
                  </a:cubicBezTo>
                  <a:lnTo>
                    <a:pt x="348" y="3069"/>
                  </a:lnTo>
                  <a:lnTo>
                    <a:pt x="3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4"/>
            <p:cNvSpPr/>
            <p:nvPr/>
          </p:nvSpPr>
          <p:spPr>
            <a:xfrm>
              <a:off x="3480209" y="2171409"/>
              <a:ext cx="13003" cy="111510"/>
            </a:xfrm>
            <a:custGeom>
              <a:rect b="b" l="l" r="r" t="t"/>
              <a:pathLst>
                <a:path extrusionOk="0" h="3070" w="358">
                  <a:moveTo>
                    <a:pt x="0" y="0"/>
                  </a:moveTo>
                  <a:lnTo>
                    <a:pt x="0" y="3069"/>
                  </a:lnTo>
                  <a:lnTo>
                    <a:pt x="357" y="3069"/>
                  </a:lnTo>
                  <a:cubicBezTo>
                    <a:pt x="357" y="2891"/>
                    <a:pt x="214" y="2775"/>
                    <a:pt x="268" y="2677"/>
                  </a:cubicBezTo>
                  <a:cubicBezTo>
                    <a:pt x="321" y="2587"/>
                    <a:pt x="205" y="2561"/>
                    <a:pt x="250" y="2480"/>
                  </a:cubicBezTo>
                  <a:cubicBezTo>
                    <a:pt x="304" y="2391"/>
                    <a:pt x="205" y="2284"/>
                    <a:pt x="241" y="2186"/>
                  </a:cubicBezTo>
                  <a:cubicBezTo>
                    <a:pt x="286" y="2088"/>
                    <a:pt x="161" y="2008"/>
                    <a:pt x="214" y="1936"/>
                  </a:cubicBezTo>
                  <a:cubicBezTo>
                    <a:pt x="268" y="1865"/>
                    <a:pt x="170" y="1776"/>
                    <a:pt x="205" y="1713"/>
                  </a:cubicBezTo>
                  <a:cubicBezTo>
                    <a:pt x="241" y="1651"/>
                    <a:pt x="134" y="1579"/>
                    <a:pt x="188" y="1490"/>
                  </a:cubicBezTo>
                  <a:cubicBezTo>
                    <a:pt x="250" y="1410"/>
                    <a:pt x="125" y="1321"/>
                    <a:pt x="152" y="1249"/>
                  </a:cubicBezTo>
                  <a:cubicBezTo>
                    <a:pt x="188" y="1169"/>
                    <a:pt x="89" y="1116"/>
                    <a:pt x="143" y="1017"/>
                  </a:cubicBezTo>
                  <a:cubicBezTo>
                    <a:pt x="197" y="910"/>
                    <a:pt x="81" y="839"/>
                    <a:pt x="116" y="777"/>
                  </a:cubicBezTo>
                  <a:cubicBezTo>
                    <a:pt x="152" y="714"/>
                    <a:pt x="81" y="678"/>
                    <a:pt x="107" y="607"/>
                  </a:cubicBezTo>
                  <a:cubicBezTo>
                    <a:pt x="143" y="536"/>
                    <a:pt x="54" y="455"/>
                    <a:pt x="89" y="393"/>
                  </a:cubicBezTo>
                  <a:cubicBezTo>
                    <a:pt x="125" y="322"/>
                    <a:pt x="45" y="304"/>
                    <a:pt x="72" y="250"/>
                  </a:cubicBezTo>
                  <a:cubicBezTo>
                    <a:pt x="98" y="197"/>
                    <a:pt x="36" y="179"/>
                    <a:pt x="45" y="116"/>
                  </a:cubicBezTo>
                  <a:cubicBezTo>
                    <a:pt x="54" y="45"/>
                    <a:pt x="0" y="0"/>
                    <a:pt x="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4"/>
            <p:cNvSpPr/>
            <p:nvPr/>
          </p:nvSpPr>
          <p:spPr>
            <a:xfrm>
              <a:off x="3560879" y="2222586"/>
              <a:ext cx="13003" cy="111510"/>
            </a:xfrm>
            <a:custGeom>
              <a:rect b="b" l="l" r="r" t="t"/>
              <a:pathLst>
                <a:path extrusionOk="0" h="3070" w="358">
                  <a:moveTo>
                    <a:pt x="357" y="1"/>
                  </a:moveTo>
                  <a:cubicBezTo>
                    <a:pt x="357" y="1"/>
                    <a:pt x="304" y="54"/>
                    <a:pt x="313" y="117"/>
                  </a:cubicBezTo>
                  <a:cubicBezTo>
                    <a:pt x="322" y="179"/>
                    <a:pt x="259" y="206"/>
                    <a:pt x="286" y="251"/>
                  </a:cubicBezTo>
                  <a:cubicBezTo>
                    <a:pt x="313" y="304"/>
                    <a:pt x="233" y="331"/>
                    <a:pt x="268" y="393"/>
                  </a:cubicBezTo>
                  <a:cubicBezTo>
                    <a:pt x="304" y="456"/>
                    <a:pt x="215" y="536"/>
                    <a:pt x="250" y="608"/>
                  </a:cubicBezTo>
                  <a:cubicBezTo>
                    <a:pt x="277" y="688"/>
                    <a:pt x="206" y="715"/>
                    <a:pt x="241" y="777"/>
                  </a:cubicBezTo>
                  <a:cubicBezTo>
                    <a:pt x="277" y="839"/>
                    <a:pt x="161" y="911"/>
                    <a:pt x="215" y="1018"/>
                  </a:cubicBezTo>
                  <a:cubicBezTo>
                    <a:pt x="268" y="1125"/>
                    <a:pt x="170" y="1178"/>
                    <a:pt x="206" y="1250"/>
                  </a:cubicBezTo>
                  <a:cubicBezTo>
                    <a:pt x="233" y="1321"/>
                    <a:pt x="108" y="1410"/>
                    <a:pt x="170" y="1491"/>
                  </a:cubicBezTo>
                  <a:cubicBezTo>
                    <a:pt x="224" y="1580"/>
                    <a:pt x="117" y="1651"/>
                    <a:pt x="152" y="1714"/>
                  </a:cubicBezTo>
                  <a:cubicBezTo>
                    <a:pt x="188" y="1776"/>
                    <a:pt x="90" y="1865"/>
                    <a:pt x="143" y="1937"/>
                  </a:cubicBezTo>
                  <a:cubicBezTo>
                    <a:pt x="197" y="2008"/>
                    <a:pt x="72" y="2097"/>
                    <a:pt x="117" y="2187"/>
                  </a:cubicBezTo>
                  <a:cubicBezTo>
                    <a:pt x="152" y="2285"/>
                    <a:pt x="54" y="2392"/>
                    <a:pt x="108" y="2481"/>
                  </a:cubicBezTo>
                  <a:cubicBezTo>
                    <a:pt x="152" y="2561"/>
                    <a:pt x="36" y="2588"/>
                    <a:pt x="90" y="2677"/>
                  </a:cubicBezTo>
                  <a:cubicBezTo>
                    <a:pt x="143" y="2775"/>
                    <a:pt x="1" y="2900"/>
                    <a:pt x="1" y="3070"/>
                  </a:cubicBezTo>
                  <a:lnTo>
                    <a:pt x="357" y="3070"/>
                  </a:lnTo>
                  <a:lnTo>
                    <a:pt x="35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4"/>
            <p:cNvSpPr/>
            <p:nvPr/>
          </p:nvSpPr>
          <p:spPr>
            <a:xfrm>
              <a:off x="3573845" y="2222586"/>
              <a:ext cx="12677" cy="111510"/>
            </a:xfrm>
            <a:custGeom>
              <a:rect b="b" l="l" r="r" t="t"/>
              <a:pathLst>
                <a:path extrusionOk="0" h="3070" w="349">
                  <a:moveTo>
                    <a:pt x="0" y="1"/>
                  </a:moveTo>
                  <a:lnTo>
                    <a:pt x="0" y="3070"/>
                  </a:lnTo>
                  <a:lnTo>
                    <a:pt x="348" y="3070"/>
                  </a:lnTo>
                  <a:cubicBezTo>
                    <a:pt x="348" y="2900"/>
                    <a:pt x="206" y="2775"/>
                    <a:pt x="259" y="2677"/>
                  </a:cubicBezTo>
                  <a:cubicBezTo>
                    <a:pt x="313" y="2588"/>
                    <a:pt x="197" y="2561"/>
                    <a:pt x="241" y="2481"/>
                  </a:cubicBezTo>
                  <a:cubicBezTo>
                    <a:pt x="295" y="2392"/>
                    <a:pt x="197" y="2285"/>
                    <a:pt x="232" y="2187"/>
                  </a:cubicBezTo>
                  <a:cubicBezTo>
                    <a:pt x="277" y="2097"/>
                    <a:pt x="152" y="2008"/>
                    <a:pt x="206" y="1937"/>
                  </a:cubicBezTo>
                  <a:cubicBezTo>
                    <a:pt x="259" y="1865"/>
                    <a:pt x="161" y="1776"/>
                    <a:pt x="197" y="1714"/>
                  </a:cubicBezTo>
                  <a:cubicBezTo>
                    <a:pt x="232" y="1651"/>
                    <a:pt x="125" y="1580"/>
                    <a:pt x="188" y="1491"/>
                  </a:cubicBezTo>
                  <a:cubicBezTo>
                    <a:pt x="241" y="1410"/>
                    <a:pt x="116" y="1321"/>
                    <a:pt x="143" y="1250"/>
                  </a:cubicBezTo>
                  <a:cubicBezTo>
                    <a:pt x="179" y="1178"/>
                    <a:pt x="81" y="1125"/>
                    <a:pt x="134" y="1018"/>
                  </a:cubicBezTo>
                  <a:cubicBezTo>
                    <a:pt x="188" y="911"/>
                    <a:pt x="72" y="839"/>
                    <a:pt x="108" y="777"/>
                  </a:cubicBezTo>
                  <a:cubicBezTo>
                    <a:pt x="143" y="715"/>
                    <a:pt x="72" y="688"/>
                    <a:pt x="99" y="608"/>
                  </a:cubicBezTo>
                  <a:cubicBezTo>
                    <a:pt x="134" y="536"/>
                    <a:pt x="45" y="456"/>
                    <a:pt x="81" y="393"/>
                  </a:cubicBezTo>
                  <a:cubicBezTo>
                    <a:pt x="116" y="331"/>
                    <a:pt x="45" y="304"/>
                    <a:pt x="63" y="251"/>
                  </a:cubicBezTo>
                  <a:cubicBezTo>
                    <a:pt x="90" y="206"/>
                    <a:pt x="27" y="179"/>
                    <a:pt x="36" y="117"/>
                  </a:cubicBezTo>
                  <a:cubicBezTo>
                    <a:pt x="45" y="54"/>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4"/>
            <p:cNvSpPr/>
            <p:nvPr/>
          </p:nvSpPr>
          <p:spPr>
            <a:xfrm>
              <a:off x="3487001" y="2207367"/>
              <a:ext cx="12677" cy="111183"/>
            </a:xfrm>
            <a:custGeom>
              <a:rect b="b" l="l" r="r" t="t"/>
              <a:pathLst>
                <a:path extrusionOk="0" h="3061" w="349">
                  <a:moveTo>
                    <a:pt x="349" y="1"/>
                  </a:moveTo>
                  <a:cubicBezTo>
                    <a:pt x="349" y="1"/>
                    <a:pt x="304" y="45"/>
                    <a:pt x="313" y="108"/>
                  </a:cubicBezTo>
                  <a:cubicBezTo>
                    <a:pt x="322" y="170"/>
                    <a:pt x="259" y="197"/>
                    <a:pt x="286" y="250"/>
                  </a:cubicBezTo>
                  <a:cubicBezTo>
                    <a:pt x="304" y="304"/>
                    <a:pt x="224" y="322"/>
                    <a:pt x="268" y="384"/>
                  </a:cubicBezTo>
                  <a:cubicBezTo>
                    <a:pt x="304" y="456"/>
                    <a:pt x="215" y="527"/>
                    <a:pt x="241" y="607"/>
                  </a:cubicBezTo>
                  <a:cubicBezTo>
                    <a:pt x="277" y="679"/>
                    <a:pt x="206" y="714"/>
                    <a:pt x="241" y="777"/>
                  </a:cubicBezTo>
                  <a:cubicBezTo>
                    <a:pt x="268" y="839"/>
                    <a:pt x="161" y="911"/>
                    <a:pt x="215" y="1009"/>
                  </a:cubicBezTo>
                  <a:cubicBezTo>
                    <a:pt x="268" y="1116"/>
                    <a:pt x="170" y="1169"/>
                    <a:pt x="197" y="1241"/>
                  </a:cubicBezTo>
                  <a:cubicBezTo>
                    <a:pt x="233" y="1321"/>
                    <a:pt x="108" y="1401"/>
                    <a:pt x="161" y="1490"/>
                  </a:cubicBezTo>
                  <a:cubicBezTo>
                    <a:pt x="224" y="1571"/>
                    <a:pt x="117" y="1642"/>
                    <a:pt x="152" y="1705"/>
                  </a:cubicBezTo>
                  <a:cubicBezTo>
                    <a:pt x="188" y="1776"/>
                    <a:pt x="90" y="1865"/>
                    <a:pt x="143" y="1936"/>
                  </a:cubicBezTo>
                  <a:cubicBezTo>
                    <a:pt x="197" y="2008"/>
                    <a:pt x="72" y="2088"/>
                    <a:pt x="108" y="2186"/>
                  </a:cubicBezTo>
                  <a:cubicBezTo>
                    <a:pt x="152" y="2284"/>
                    <a:pt x="54" y="2391"/>
                    <a:pt x="99" y="2472"/>
                  </a:cubicBezTo>
                  <a:cubicBezTo>
                    <a:pt x="152" y="2561"/>
                    <a:pt x="36" y="2579"/>
                    <a:pt x="90" y="2677"/>
                  </a:cubicBezTo>
                  <a:cubicBezTo>
                    <a:pt x="143" y="2766"/>
                    <a:pt x="1" y="2891"/>
                    <a:pt x="1" y="3061"/>
                  </a:cubicBezTo>
                  <a:lnTo>
                    <a:pt x="349" y="3061"/>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4"/>
            <p:cNvSpPr/>
            <p:nvPr/>
          </p:nvSpPr>
          <p:spPr>
            <a:xfrm>
              <a:off x="3499641" y="2207367"/>
              <a:ext cx="12677" cy="111183"/>
            </a:xfrm>
            <a:custGeom>
              <a:rect b="b" l="l" r="r" t="t"/>
              <a:pathLst>
                <a:path extrusionOk="0" h="3061" w="349">
                  <a:moveTo>
                    <a:pt x="1" y="1"/>
                  </a:moveTo>
                  <a:lnTo>
                    <a:pt x="1" y="3061"/>
                  </a:lnTo>
                  <a:lnTo>
                    <a:pt x="348" y="3061"/>
                  </a:lnTo>
                  <a:cubicBezTo>
                    <a:pt x="348" y="2891"/>
                    <a:pt x="215" y="2766"/>
                    <a:pt x="268" y="2677"/>
                  </a:cubicBezTo>
                  <a:cubicBezTo>
                    <a:pt x="322" y="2579"/>
                    <a:pt x="197" y="2561"/>
                    <a:pt x="250" y="2472"/>
                  </a:cubicBezTo>
                  <a:cubicBezTo>
                    <a:pt x="304" y="2391"/>
                    <a:pt x="197" y="2284"/>
                    <a:pt x="241" y="2186"/>
                  </a:cubicBezTo>
                  <a:cubicBezTo>
                    <a:pt x="286" y="2088"/>
                    <a:pt x="161" y="2008"/>
                    <a:pt x="215" y="1936"/>
                  </a:cubicBezTo>
                  <a:cubicBezTo>
                    <a:pt x="268" y="1865"/>
                    <a:pt x="170" y="1776"/>
                    <a:pt x="206" y="1705"/>
                  </a:cubicBezTo>
                  <a:cubicBezTo>
                    <a:pt x="241" y="1642"/>
                    <a:pt x="134" y="1571"/>
                    <a:pt x="188" y="1490"/>
                  </a:cubicBezTo>
                  <a:cubicBezTo>
                    <a:pt x="241" y="1401"/>
                    <a:pt x="117" y="1321"/>
                    <a:pt x="152" y="1241"/>
                  </a:cubicBezTo>
                  <a:cubicBezTo>
                    <a:pt x="188" y="1169"/>
                    <a:pt x="81" y="1116"/>
                    <a:pt x="134" y="1009"/>
                  </a:cubicBezTo>
                  <a:cubicBezTo>
                    <a:pt x="188" y="911"/>
                    <a:pt x="81" y="839"/>
                    <a:pt x="117" y="777"/>
                  </a:cubicBezTo>
                  <a:cubicBezTo>
                    <a:pt x="152" y="714"/>
                    <a:pt x="72" y="679"/>
                    <a:pt x="108" y="607"/>
                  </a:cubicBezTo>
                  <a:cubicBezTo>
                    <a:pt x="143" y="527"/>
                    <a:pt x="54" y="456"/>
                    <a:pt x="90" y="384"/>
                  </a:cubicBezTo>
                  <a:cubicBezTo>
                    <a:pt x="125" y="322"/>
                    <a:pt x="45" y="304"/>
                    <a:pt x="72" y="250"/>
                  </a:cubicBezTo>
                  <a:cubicBezTo>
                    <a:pt x="99" y="197"/>
                    <a:pt x="36" y="170"/>
                    <a:pt x="45" y="108"/>
                  </a:cubicBezTo>
                  <a:cubicBezTo>
                    <a:pt x="45" y="45"/>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4"/>
            <p:cNvSpPr/>
            <p:nvPr/>
          </p:nvSpPr>
          <p:spPr>
            <a:xfrm>
              <a:off x="3666174" y="2309104"/>
              <a:ext cx="12677" cy="111510"/>
            </a:xfrm>
            <a:custGeom>
              <a:rect b="b" l="l" r="r" t="t"/>
              <a:pathLst>
                <a:path extrusionOk="0" h="3070" w="349">
                  <a:moveTo>
                    <a:pt x="349" y="1"/>
                  </a:moveTo>
                  <a:cubicBezTo>
                    <a:pt x="349" y="1"/>
                    <a:pt x="304" y="54"/>
                    <a:pt x="304" y="117"/>
                  </a:cubicBezTo>
                  <a:cubicBezTo>
                    <a:pt x="313" y="179"/>
                    <a:pt x="251" y="206"/>
                    <a:pt x="278" y="251"/>
                  </a:cubicBezTo>
                  <a:cubicBezTo>
                    <a:pt x="304" y="304"/>
                    <a:pt x="224" y="322"/>
                    <a:pt x="260" y="393"/>
                  </a:cubicBezTo>
                  <a:cubicBezTo>
                    <a:pt x="295" y="456"/>
                    <a:pt x="206" y="536"/>
                    <a:pt x="242" y="607"/>
                  </a:cubicBezTo>
                  <a:cubicBezTo>
                    <a:pt x="278" y="688"/>
                    <a:pt x="197" y="715"/>
                    <a:pt x="233" y="777"/>
                  </a:cubicBezTo>
                  <a:cubicBezTo>
                    <a:pt x="269" y="839"/>
                    <a:pt x="162" y="911"/>
                    <a:pt x="215" y="1018"/>
                  </a:cubicBezTo>
                  <a:cubicBezTo>
                    <a:pt x="269" y="1125"/>
                    <a:pt x="162" y="1178"/>
                    <a:pt x="197" y="1250"/>
                  </a:cubicBezTo>
                  <a:cubicBezTo>
                    <a:pt x="233" y="1321"/>
                    <a:pt x="108" y="1410"/>
                    <a:pt x="162" y="1491"/>
                  </a:cubicBezTo>
                  <a:cubicBezTo>
                    <a:pt x="215" y="1580"/>
                    <a:pt x="108" y="1651"/>
                    <a:pt x="144" y="1714"/>
                  </a:cubicBezTo>
                  <a:cubicBezTo>
                    <a:pt x="179" y="1776"/>
                    <a:pt x="81" y="1865"/>
                    <a:pt x="135" y="1937"/>
                  </a:cubicBezTo>
                  <a:cubicBezTo>
                    <a:pt x="188" y="2008"/>
                    <a:pt x="63" y="2088"/>
                    <a:pt x="108" y="2186"/>
                  </a:cubicBezTo>
                  <a:cubicBezTo>
                    <a:pt x="153" y="2285"/>
                    <a:pt x="46" y="2392"/>
                    <a:pt x="99" y="2481"/>
                  </a:cubicBezTo>
                  <a:cubicBezTo>
                    <a:pt x="153" y="2561"/>
                    <a:pt x="28" y="2588"/>
                    <a:pt x="81" y="2677"/>
                  </a:cubicBezTo>
                  <a:cubicBezTo>
                    <a:pt x="135" y="2775"/>
                    <a:pt x="1" y="2891"/>
                    <a:pt x="1" y="3070"/>
                  </a:cubicBezTo>
                  <a:lnTo>
                    <a:pt x="349" y="3070"/>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4"/>
            <p:cNvSpPr/>
            <p:nvPr/>
          </p:nvSpPr>
          <p:spPr>
            <a:xfrm>
              <a:off x="3678814" y="2309104"/>
              <a:ext cx="12677" cy="111510"/>
            </a:xfrm>
            <a:custGeom>
              <a:rect b="b" l="l" r="r" t="t"/>
              <a:pathLst>
                <a:path extrusionOk="0" h="3070" w="349">
                  <a:moveTo>
                    <a:pt x="1" y="1"/>
                  </a:moveTo>
                  <a:lnTo>
                    <a:pt x="1" y="3070"/>
                  </a:lnTo>
                  <a:lnTo>
                    <a:pt x="349" y="3070"/>
                  </a:lnTo>
                  <a:cubicBezTo>
                    <a:pt x="349" y="2891"/>
                    <a:pt x="206" y="2775"/>
                    <a:pt x="260" y="2677"/>
                  </a:cubicBezTo>
                  <a:cubicBezTo>
                    <a:pt x="322" y="2588"/>
                    <a:pt x="197" y="2561"/>
                    <a:pt x="251" y="2481"/>
                  </a:cubicBezTo>
                  <a:cubicBezTo>
                    <a:pt x="295" y="2392"/>
                    <a:pt x="197" y="2285"/>
                    <a:pt x="242" y="2186"/>
                  </a:cubicBezTo>
                  <a:cubicBezTo>
                    <a:pt x="277" y="2088"/>
                    <a:pt x="153" y="2008"/>
                    <a:pt x="206" y="1937"/>
                  </a:cubicBezTo>
                  <a:cubicBezTo>
                    <a:pt x="260" y="1865"/>
                    <a:pt x="161" y="1776"/>
                    <a:pt x="197" y="1714"/>
                  </a:cubicBezTo>
                  <a:cubicBezTo>
                    <a:pt x="233" y="1651"/>
                    <a:pt x="135" y="1580"/>
                    <a:pt x="188" y="1491"/>
                  </a:cubicBezTo>
                  <a:cubicBezTo>
                    <a:pt x="242" y="1410"/>
                    <a:pt x="117" y="1321"/>
                    <a:pt x="153" y="1250"/>
                  </a:cubicBezTo>
                  <a:cubicBezTo>
                    <a:pt x="179" y="1178"/>
                    <a:pt x="81" y="1125"/>
                    <a:pt x="135" y="1018"/>
                  </a:cubicBezTo>
                  <a:cubicBezTo>
                    <a:pt x="188" y="911"/>
                    <a:pt x="81" y="839"/>
                    <a:pt x="117" y="777"/>
                  </a:cubicBezTo>
                  <a:cubicBezTo>
                    <a:pt x="144" y="715"/>
                    <a:pt x="72" y="688"/>
                    <a:pt x="108" y="607"/>
                  </a:cubicBezTo>
                  <a:cubicBezTo>
                    <a:pt x="135" y="536"/>
                    <a:pt x="45" y="456"/>
                    <a:pt x="90" y="393"/>
                  </a:cubicBezTo>
                  <a:cubicBezTo>
                    <a:pt x="126" y="322"/>
                    <a:pt x="45" y="304"/>
                    <a:pt x="63" y="251"/>
                  </a:cubicBezTo>
                  <a:cubicBezTo>
                    <a:pt x="90" y="206"/>
                    <a:pt x="28" y="179"/>
                    <a:pt x="37" y="117"/>
                  </a:cubicBezTo>
                  <a:cubicBezTo>
                    <a:pt x="45" y="54"/>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4"/>
            <p:cNvSpPr/>
            <p:nvPr/>
          </p:nvSpPr>
          <p:spPr>
            <a:xfrm>
              <a:off x="3666501" y="2389156"/>
              <a:ext cx="61276" cy="107624"/>
            </a:xfrm>
            <a:custGeom>
              <a:rect b="b" l="l" r="r" t="t"/>
              <a:pathLst>
                <a:path extrusionOk="0" h="2963" w="1687">
                  <a:moveTo>
                    <a:pt x="1" y="0"/>
                  </a:moveTo>
                  <a:lnTo>
                    <a:pt x="1" y="2962"/>
                  </a:lnTo>
                  <a:lnTo>
                    <a:pt x="1687" y="2962"/>
                  </a:lnTo>
                  <a:lnTo>
                    <a:pt x="1687"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4"/>
            <p:cNvSpPr/>
            <p:nvPr/>
          </p:nvSpPr>
          <p:spPr>
            <a:xfrm>
              <a:off x="3652263" y="2374555"/>
              <a:ext cx="14275" cy="122225"/>
            </a:xfrm>
            <a:custGeom>
              <a:rect b="b" l="l" r="r" t="t"/>
              <a:pathLst>
                <a:path extrusionOk="0" h="3365" w="393">
                  <a:moveTo>
                    <a:pt x="0" y="1"/>
                  </a:moveTo>
                  <a:lnTo>
                    <a:pt x="0" y="3364"/>
                  </a:lnTo>
                  <a:lnTo>
                    <a:pt x="393" y="3364"/>
                  </a:lnTo>
                  <a:lnTo>
                    <a:pt x="393" y="402"/>
                  </a:lnTo>
                  <a:lnTo>
                    <a:pt x="0"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4"/>
            <p:cNvSpPr/>
            <p:nvPr/>
          </p:nvSpPr>
          <p:spPr>
            <a:xfrm>
              <a:off x="3710922" y="2399180"/>
              <a:ext cx="7482" cy="13657"/>
            </a:xfrm>
            <a:custGeom>
              <a:rect b="b" l="l" r="r" t="t"/>
              <a:pathLst>
                <a:path extrusionOk="0" h="376" w="206">
                  <a:moveTo>
                    <a:pt x="0" y="1"/>
                  </a:moveTo>
                  <a:lnTo>
                    <a:pt x="0" y="376"/>
                  </a:lnTo>
                  <a:lnTo>
                    <a:pt x="205" y="376"/>
                  </a:lnTo>
                  <a:lnTo>
                    <a:pt x="20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4"/>
            <p:cNvSpPr/>
            <p:nvPr/>
          </p:nvSpPr>
          <p:spPr>
            <a:xfrm>
              <a:off x="3677216" y="2402740"/>
              <a:ext cx="7809" cy="13657"/>
            </a:xfrm>
            <a:custGeom>
              <a:rect b="b" l="l" r="r" t="t"/>
              <a:pathLst>
                <a:path extrusionOk="0" h="376" w="215">
                  <a:moveTo>
                    <a:pt x="0" y="1"/>
                  </a:moveTo>
                  <a:lnTo>
                    <a:pt x="0" y="376"/>
                  </a:lnTo>
                  <a:lnTo>
                    <a:pt x="214" y="376"/>
                  </a:lnTo>
                  <a:lnTo>
                    <a:pt x="21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4"/>
            <p:cNvSpPr/>
            <p:nvPr/>
          </p:nvSpPr>
          <p:spPr>
            <a:xfrm>
              <a:off x="3713828" y="2428673"/>
              <a:ext cx="7809" cy="13657"/>
            </a:xfrm>
            <a:custGeom>
              <a:rect b="b" l="l" r="r" t="t"/>
              <a:pathLst>
                <a:path extrusionOk="0" h="376" w="215">
                  <a:moveTo>
                    <a:pt x="0" y="1"/>
                  </a:moveTo>
                  <a:lnTo>
                    <a:pt x="0" y="375"/>
                  </a:lnTo>
                  <a:lnTo>
                    <a:pt x="214" y="375"/>
                  </a:lnTo>
                  <a:lnTo>
                    <a:pt x="21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4"/>
            <p:cNvSpPr/>
            <p:nvPr/>
          </p:nvSpPr>
          <p:spPr>
            <a:xfrm>
              <a:off x="3691454" y="2433214"/>
              <a:ext cx="7809" cy="13657"/>
            </a:xfrm>
            <a:custGeom>
              <a:rect b="b" l="l" r="r" t="t"/>
              <a:pathLst>
                <a:path extrusionOk="0" h="376" w="215">
                  <a:moveTo>
                    <a:pt x="1" y="1"/>
                  </a:moveTo>
                  <a:lnTo>
                    <a:pt x="1" y="375"/>
                  </a:lnTo>
                  <a:lnTo>
                    <a:pt x="215" y="375"/>
                  </a:lnTo>
                  <a:lnTo>
                    <a:pt x="21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4"/>
            <p:cNvSpPr/>
            <p:nvPr/>
          </p:nvSpPr>
          <p:spPr>
            <a:xfrm>
              <a:off x="3693415" y="2467574"/>
              <a:ext cx="15255" cy="29203"/>
            </a:xfrm>
            <a:custGeom>
              <a:rect b="b" l="l" r="r" t="t"/>
              <a:pathLst>
                <a:path extrusionOk="0" h="804" w="420">
                  <a:moveTo>
                    <a:pt x="0" y="0"/>
                  </a:moveTo>
                  <a:lnTo>
                    <a:pt x="0" y="803"/>
                  </a:lnTo>
                  <a:lnTo>
                    <a:pt x="420" y="803"/>
                  </a:lnTo>
                  <a:lnTo>
                    <a:pt x="42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4"/>
            <p:cNvSpPr/>
            <p:nvPr/>
          </p:nvSpPr>
          <p:spPr>
            <a:xfrm>
              <a:off x="3652263" y="2374555"/>
              <a:ext cx="75514" cy="14638"/>
            </a:xfrm>
            <a:custGeom>
              <a:rect b="b" l="l" r="r" t="t"/>
              <a:pathLst>
                <a:path extrusionOk="0" h="403" w="2079">
                  <a:moveTo>
                    <a:pt x="0" y="1"/>
                  </a:moveTo>
                  <a:lnTo>
                    <a:pt x="393" y="402"/>
                  </a:lnTo>
                  <a:lnTo>
                    <a:pt x="2079" y="402"/>
                  </a:lnTo>
                  <a:lnTo>
                    <a:pt x="16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4"/>
            <p:cNvSpPr/>
            <p:nvPr/>
          </p:nvSpPr>
          <p:spPr>
            <a:xfrm>
              <a:off x="3551471" y="2334056"/>
              <a:ext cx="101812" cy="162725"/>
            </a:xfrm>
            <a:custGeom>
              <a:rect b="b" l="l" r="r" t="t"/>
              <a:pathLst>
                <a:path extrusionOk="0" h="4480" w="2803">
                  <a:moveTo>
                    <a:pt x="1" y="1"/>
                  </a:moveTo>
                  <a:lnTo>
                    <a:pt x="1" y="4479"/>
                  </a:lnTo>
                  <a:lnTo>
                    <a:pt x="2802" y="4479"/>
                  </a:lnTo>
                  <a:lnTo>
                    <a:pt x="2802"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4"/>
            <p:cNvSpPr/>
            <p:nvPr/>
          </p:nvSpPr>
          <p:spPr>
            <a:xfrm>
              <a:off x="3567053" y="2350582"/>
              <a:ext cx="12677" cy="22411"/>
            </a:xfrm>
            <a:custGeom>
              <a:rect b="b" l="l" r="r" t="t"/>
              <a:pathLst>
                <a:path extrusionOk="0" h="617" w="349">
                  <a:moveTo>
                    <a:pt x="0" y="1"/>
                  </a:moveTo>
                  <a:lnTo>
                    <a:pt x="0" y="616"/>
                  </a:lnTo>
                  <a:lnTo>
                    <a:pt x="348" y="616"/>
                  </a:lnTo>
                  <a:lnTo>
                    <a:pt x="34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4"/>
            <p:cNvSpPr/>
            <p:nvPr/>
          </p:nvSpPr>
          <p:spPr>
            <a:xfrm>
              <a:off x="3581291" y="2372956"/>
              <a:ext cx="12677" cy="22702"/>
            </a:xfrm>
            <a:custGeom>
              <a:rect b="b" l="l" r="r" t="t"/>
              <a:pathLst>
                <a:path extrusionOk="0" h="625" w="349">
                  <a:moveTo>
                    <a:pt x="1" y="0"/>
                  </a:moveTo>
                  <a:lnTo>
                    <a:pt x="1" y="625"/>
                  </a:lnTo>
                  <a:lnTo>
                    <a:pt x="349" y="625"/>
                  </a:lnTo>
                  <a:lnTo>
                    <a:pt x="349"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4"/>
            <p:cNvSpPr/>
            <p:nvPr/>
          </p:nvSpPr>
          <p:spPr>
            <a:xfrm>
              <a:off x="3622770" y="2356430"/>
              <a:ext cx="12677" cy="22702"/>
            </a:xfrm>
            <a:custGeom>
              <a:rect b="b" l="l" r="r" t="t"/>
              <a:pathLst>
                <a:path extrusionOk="0" h="625" w="349">
                  <a:moveTo>
                    <a:pt x="1" y="0"/>
                  </a:moveTo>
                  <a:lnTo>
                    <a:pt x="1" y="625"/>
                  </a:lnTo>
                  <a:lnTo>
                    <a:pt x="348" y="625"/>
                  </a:lnTo>
                  <a:lnTo>
                    <a:pt x="34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4"/>
            <p:cNvSpPr/>
            <p:nvPr/>
          </p:nvSpPr>
          <p:spPr>
            <a:xfrm>
              <a:off x="3562186" y="2399180"/>
              <a:ext cx="12677" cy="22738"/>
            </a:xfrm>
            <a:custGeom>
              <a:rect b="b" l="l" r="r" t="t"/>
              <a:pathLst>
                <a:path extrusionOk="0" h="626" w="349">
                  <a:moveTo>
                    <a:pt x="0" y="1"/>
                  </a:moveTo>
                  <a:lnTo>
                    <a:pt x="0" y="625"/>
                  </a:lnTo>
                  <a:lnTo>
                    <a:pt x="348" y="625"/>
                  </a:lnTo>
                  <a:lnTo>
                    <a:pt x="34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4"/>
            <p:cNvSpPr/>
            <p:nvPr/>
          </p:nvSpPr>
          <p:spPr>
            <a:xfrm>
              <a:off x="3618884" y="2405682"/>
              <a:ext cx="12677" cy="22375"/>
            </a:xfrm>
            <a:custGeom>
              <a:rect b="b" l="l" r="r" t="t"/>
              <a:pathLst>
                <a:path extrusionOk="0" h="616" w="349">
                  <a:moveTo>
                    <a:pt x="0" y="0"/>
                  </a:moveTo>
                  <a:lnTo>
                    <a:pt x="0" y="616"/>
                  </a:lnTo>
                  <a:lnTo>
                    <a:pt x="348" y="616"/>
                  </a:lnTo>
                  <a:lnTo>
                    <a:pt x="34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4"/>
            <p:cNvSpPr/>
            <p:nvPr/>
          </p:nvSpPr>
          <p:spPr>
            <a:xfrm>
              <a:off x="3579693" y="2444219"/>
              <a:ext cx="25280" cy="52559"/>
            </a:xfrm>
            <a:custGeom>
              <a:rect b="b" l="l" r="r" t="t"/>
              <a:pathLst>
                <a:path extrusionOk="0" h="1447" w="696">
                  <a:moveTo>
                    <a:pt x="0" y="1"/>
                  </a:moveTo>
                  <a:lnTo>
                    <a:pt x="0" y="1446"/>
                  </a:lnTo>
                  <a:lnTo>
                    <a:pt x="696" y="1446"/>
                  </a:lnTo>
                  <a:lnTo>
                    <a:pt x="69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4"/>
            <p:cNvSpPr/>
            <p:nvPr/>
          </p:nvSpPr>
          <p:spPr>
            <a:xfrm>
              <a:off x="3551471" y="2309430"/>
              <a:ext cx="114743" cy="24663"/>
            </a:xfrm>
            <a:custGeom>
              <a:rect b="b" l="l" r="r" t="t"/>
              <a:pathLst>
                <a:path extrusionOk="0" h="679" w="3159">
                  <a:moveTo>
                    <a:pt x="1" y="1"/>
                  </a:moveTo>
                  <a:lnTo>
                    <a:pt x="1" y="679"/>
                  </a:lnTo>
                  <a:lnTo>
                    <a:pt x="3159" y="679"/>
                  </a:lnTo>
                  <a:lnTo>
                    <a:pt x="248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4"/>
            <p:cNvSpPr/>
            <p:nvPr/>
          </p:nvSpPr>
          <p:spPr>
            <a:xfrm>
              <a:off x="3460777" y="2278339"/>
              <a:ext cx="90734" cy="218444"/>
            </a:xfrm>
            <a:custGeom>
              <a:rect b="b" l="l" r="r" t="t"/>
              <a:pathLst>
                <a:path extrusionOk="0" h="6014" w="2498">
                  <a:moveTo>
                    <a:pt x="0" y="0"/>
                  </a:moveTo>
                  <a:lnTo>
                    <a:pt x="0" y="6013"/>
                  </a:lnTo>
                  <a:lnTo>
                    <a:pt x="2498" y="6013"/>
                  </a:lnTo>
                  <a:lnTo>
                    <a:pt x="2498"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4"/>
            <p:cNvSpPr/>
            <p:nvPr/>
          </p:nvSpPr>
          <p:spPr>
            <a:xfrm>
              <a:off x="3474688" y="2292904"/>
              <a:ext cx="11369" cy="20450"/>
            </a:xfrm>
            <a:custGeom>
              <a:rect b="b" l="l" r="r" t="t"/>
              <a:pathLst>
                <a:path extrusionOk="0" h="563" w="313">
                  <a:moveTo>
                    <a:pt x="1" y="1"/>
                  </a:moveTo>
                  <a:lnTo>
                    <a:pt x="1" y="563"/>
                  </a:lnTo>
                  <a:lnTo>
                    <a:pt x="313" y="563"/>
                  </a:lnTo>
                  <a:lnTo>
                    <a:pt x="31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4"/>
            <p:cNvSpPr/>
            <p:nvPr/>
          </p:nvSpPr>
          <p:spPr>
            <a:xfrm>
              <a:off x="3499641" y="2313317"/>
              <a:ext cx="11369" cy="20123"/>
            </a:xfrm>
            <a:custGeom>
              <a:rect b="b" l="l" r="r" t="t"/>
              <a:pathLst>
                <a:path extrusionOk="0" h="554" w="313">
                  <a:moveTo>
                    <a:pt x="1" y="1"/>
                  </a:moveTo>
                  <a:lnTo>
                    <a:pt x="1" y="554"/>
                  </a:lnTo>
                  <a:lnTo>
                    <a:pt x="313" y="554"/>
                  </a:lnTo>
                  <a:lnTo>
                    <a:pt x="31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4"/>
            <p:cNvSpPr/>
            <p:nvPr/>
          </p:nvSpPr>
          <p:spPr>
            <a:xfrm>
              <a:off x="3524267" y="2298425"/>
              <a:ext cx="11369" cy="20123"/>
            </a:xfrm>
            <a:custGeom>
              <a:rect b="b" l="l" r="r" t="t"/>
              <a:pathLst>
                <a:path extrusionOk="0" h="554" w="313">
                  <a:moveTo>
                    <a:pt x="1" y="0"/>
                  </a:moveTo>
                  <a:lnTo>
                    <a:pt x="1" y="554"/>
                  </a:lnTo>
                  <a:lnTo>
                    <a:pt x="313" y="554"/>
                  </a:lnTo>
                  <a:lnTo>
                    <a:pt x="31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4"/>
            <p:cNvSpPr/>
            <p:nvPr/>
          </p:nvSpPr>
          <p:spPr>
            <a:xfrm>
              <a:off x="3470148" y="2336671"/>
              <a:ext cx="11369" cy="20123"/>
            </a:xfrm>
            <a:custGeom>
              <a:rect b="b" l="l" r="r" t="t"/>
              <a:pathLst>
                <a:path extrusionOk="0" h="554" w="313">
                  <a:moveTo>
                    <a:pt x="1" y="0"/>
                  </a:moveTo>
                  <a:lnTo>
                    <a:pt x="1" y="553"/>
                  </a:lnTo>
                  <a:lnTo>
                    <a:pt x="313" y="553"/>
                  </a:lnTo>
                  <a:lnTo>
                    <a:pt x="31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4"/>
            <p:cNvSpPr/>
            <p:nvPr/>
          </p:nvSpPr>
          <p:spPr>
            <a:xfrm>
              <a:off x="3486020" y="2385596"/>
              <a:ext cx="11405" cy="20123"/>
            </a:xfrm>
            <a:custGeom>
              <a:rect b="b" l="l" r="r" t="t"/>
              <a:pathLst>
                <a:path extrusionOk="0" h="554" w="314">
                  <a:moveTo>
                    <a:pt x="1" y="0"/>
                  </a:moveTo>
                  <a:lnTo>
                    <a:pt x="1" y="553"/>
                  </a:lnTo>
                  <a:lnTo>
                    <a:pt x="313" y="553"/>
                  </a:lnTo>
                  <a:lnTo>
                    <a:pt x="31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4"/>
            <p:cNvSpPr/>
            <p:nvPr/>
          </p:nvSpPr>
          <p:spPr>
            <a:xfrm>
              <a:off x="3469167" y="2415707"/>
              <a:ext cx="11078" cy="20123"/>
            </a:xfrm>
            <a:custGeom>
              <a:rect b="b" l="l" r="r" t="t"/>
              <a:pathLst>
                <a:path extrusionOk="0" h="554" w="305">
                  <a:moveTo>
                    <a:pt x="1" y="1"/>
                  </a:moveTo>
                  <a:lnTo>
                    <a:pt x="1" y="554"/>
                  </a:lnTo>
                  <a:lnTo>
                    <a:pt x="304" y="554"/>
                  </a:lnTo>
                  <a:lnTo>
                    <a:pt x="30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4"/>
            <p:cNvSpPr/>
            <p:nvPr/>
          </p:nvSpPr>
          <p:spPr>
            <a:xfrm>
              <a:off x="3521034" y="2342156"/>
              <a:ext cx="11369" cy="20123"/>
            </a:xfrm>
            <a:custGeom>
              <a:rect b="b" l="l" r="r" t="t"/>
              <a:pathLst>
                <a:path extrusionOk="0" h="554" w="313">
                  <a:moveTo>
                    <a:pt x="0" y="1"/>
                  </a:moveTo>
                  <a:lnTo>
                    <a:pt x="0" y="554"/>
                  </a:lnTo>
                  <a:lnTo>
                    <a:pt x="313" y="554"/>
                  </a:lnTo>
                  <a:lnTo>
                    <a:pt x="31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4"/>
            <p:cNvSpPr/>
            <p:nvPr/>
          </p:nvSpPr>
          <p:spPr>
            <a:xfrm>
              <a:off x="3489289" y="2449740"/>
              <a:ext cx="22702" cy="47038"/>
            </a:xfrm>
            <a:custGeom>
              <a:rect b="b" l="l" r="r" t="t"/>
              <a:pathLst>
                <a:path extrusionOk="0" h="1295" w="625">
                  <a:moveTo>
                    <a:pt x="0" y="1"/>
                  </a:moveTo>
                  <a:lnTo>
                    <a:pt x="0" y="1294"/>
                  </a:lnTo>
                  <a:lnTo>
                    <a:pt x="625" y="1294"/>
                  </a:lnTo>
                  <a:lnTo>
                    <a:pt x="62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4"/>
            <p:cNvSpPr/>
            <p:nvPr/>
          </p:nvSpPr>
          <p:spPr>
            <a:xfrm>
              <a:off x="3460777" y="2469135"/>
              <a:ext cx="39882" cy="27641"/>
            </a:xfrm>
            <a:custGeom>
              <a:rect b="b" l="l" r="r" t="t"/>
              <a:pathLst>
                <a:path extrusionOk="0" h="761" w="1098">
                  <a:moveTo>
                    <a:pt x="32" y="0"/>
                  </a:moveTo>
                  <a:cubicBezTo>
                    <a:pt x="12" y="0"/>
                    <a:pt x="0" y="2"/>
                    <a:pt x="0" y="2"/>
                  </a:cubicBezTo>
                  <a:lnTo>
                    <a:pt x="0" y="760"/>
                  </a:lnTo>
                  <a:lnTo>
                    <a:pt x="1097" y="760"/>
                  </a:lnTo>
                  <a:cubicBezTo>
                    <a:pt x="1061" y="508"/>
                    <a:pt x="901" y="455"/>
                    <a:pt x="771" y="455"/>
                  </a:cubicBezTo>
                  <a:cubicBezTo>
                    <a:pt x="676" y="455"/>
                    <a:pt x="598" y="484"/>
                    <a:pt x="598" y="484"/>
                  </a:cubicBezTo>
                  <a:cubicBezTo>
                    <a:pt x="582" y="355"/>
                    <a:pt x="505" y="329"/>
                    <a:pt x="445" y="329"/>
                  </a:cubicBezTo>
                  <a:cubicBezTo>
                    <a:pt x="406" y="329"/>
                    <a:pt x="375" y="341"/>
                    <a:pt x="375" y="341"/>
                  </a:cubicBezTo>
                  <a:cubicBezTo>
                    <a:pt x="346" y="30"/>
                    <a:pt x="117" y="0"/>
                    <a:pt x="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4"/>
            <p:cNvSpPr/>
            <p:nvPr/>
          </p:nvSpPr>
          <p:spPr>
            <a:xfrm>
              <a:off x="3653244" y="2473966"/>
              <a:ext cx="33090" cy="22811"/>
            </a:xfrm>
            <a:custGeom>
              <a:rect b="b" l="l" r="r" t="t"/>
              <a:pathLst>
                <a:path extrusionOk="0" h="628" w="911">
                  <a:moveTo>
                    <a:pt x="34" y="0"/>
                  </a:moveTo>
                  <a:cubicBezTo>
                    <a:pt x="13" y="0"/>
                    <a:pt x="0" y="3"/>
                    <a:pt x="0" y="3"/>
                  </a:cubicBezTo>
                  <a:lnTo>
                    <a:pt x="0" y="627"/>
                  </a:lnTo>
                  <a:lnTo>
                    <a:pt x="910" y="627"/>
                  </a:lnTo>
                  <a:cubicBezTo>
                    <a:pt x="879" y="417"/>
                    <a:pt x="739" y="374"/>
                    <a:pt x="629" y="374"/>
                  </a:cubicBezTo>
                  <a:cubicBezTo>
                    <a:pt x="553" y="374"/>
                    <a:pt x="491" y="395"/>
                    <a:pt x="491" y="395"/>
                  </a:cubicBezTo>
                  <a:cubicBezTo>
                    <a:pt x="474" y="291"/>
                    <a:pt x="411" y="271"/>
                    <a:pt x="364" y="271"/>
                  </a:cubicBezTo>
                  <a:cubicBezTo>
                    <a:pt x="335" y="271"/>
                    <a:pt x="312" y="279"/>
                    <a:pt x="312" y="279"/>
                  </a:cubicBezTo>
                  <a:cubicBezTo>
                    <a:pt x="284" y="28"/>
                    <a:pt x="109" y="0"/>
                    <a:pt x="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4"/>
            <p:cNvSpPr/>
            <p:nvPr/>
          </p:nvSpPr>
          <p:spPr>
            <a:xfrm>
              <a:off x="3460777" y="2256292"/>
              <a:ext cx="102429" cy="22084"/>
            </a:xfrm>
            <a:custGeom>
              <a:rect b="b" l="l" r="r" t="t"/>
              <a:pathLst>
                <a:path extrusionOk="0" h="608" w="2820">
                  <a:moveTo>
                    <a:pt x="0" y="1"/>
                  </a:moveTo>
                  <a:lnTo>
                    <a:pt x="0" y="607"/>
                  </a:lnTo>
                  <a:lnTo>
                    <a:pt x="2819" y="607"/>
                  </a:lnTo>
                  <a:lnTo>
                    <a:pt x="221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4"/>
            <p:cNvSpPr/>
            <p:nvPr/>
          </p:nvSpPr>
          <p:spPr>
            <a:xfrm>
              <a:off x="3505815" y="2354796"/>
              <a:ext cx="61276" cy="141985"/>
            </a:xfrm>
            <a:custGeom>
              <a:rect b="b" l="l" r="r" t="t"/>
              <a:pathLst>
                <a:path extrusionOk="0" h="3909" w="1687">
                  <a:moveTo>
                    <a:pt x="0" y="1"/>
                  </a:moveTo>
                  <a:lnTo>
                    <a:pt x="0" y="3908"/>
                  </a:lnTo>
                  <a:lnTo>
                    <a:pt x="1686" y="3908"/>
                  </a:lnTo>
                  <a:lnTo>
                    <a:pt x="1686"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4"/>
            <p:cNvSpPr/>
            <p:nvPr/>
          </p:nvSpPr>
          <p:spPr>
            <a:xfrm>
              <a:off x="3567053" y="2340231"/>
              <a:ext cx="14275" cy="156550"/>
            </a:xfrm>
            <a:custGeom>
              <a:rect b="b" l="l" r="r" t="t"/>
              <a:pathLst>
                <a:path extrusionOk="0" h="4310" w="393">
                  <a:moveTo>
                    <a:pt x="393" y="0"/>
                  </a:moveTo>
                  <a:lnTo>
                    <a:pt x="0" y="402"/>
                  </a:lnTo>
                  <a:lnTo>
                    <a:pt x="0" y="4309"/>
                  </a:lnTo>
                  <a:lnTo>
                    <a:pt x="393" y="4309"/>
                  </a:lnTo>
                  <a:lnTo>
                    <a:pt x="393"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4"/>
            <p:cNvSpPr/>
            <p:nvPr/>
          </p:nvSpPr>
          <p:spPr>
            <a:xfrm>
              <a:off x="3515186" y="2364857"/>
              <a:ext cx="7482" cy="13621"/>
            </a:xfrm>
            <a:custGeom>
              <a:rect b="b" l="l" r="r" t="t"/>
              <a:pathLst>
                <a:path extrusionOk="0" h="375" w="206">
                  <a:moveTo>
                    <a:pt x="1" y="0"/>
                  </a:moveTo>
                  <a:lnTo>
                    <a:pt x="1" y="375"/>
                  </a:lnTo>
                  <a:lnTo>
                    <a:pt x="206" y="375"/>
                  </a:lnTo>
                  <a:lnTo>
                    <a:pt x="20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4"/>
            <p:cNvSpPr/>
            <p:nvPr/>
          </p:nvSpPr>
          <p:spPr>
            <a:xfrm>
              <a:off x="3532039" y="2378441"/>
              <a:ext cx="7482" cy="13657"/>
            </a:xfrm>
            <a:custGeom>
              <a:rect b="b" l="l" r="r" t="t"/>
              <a:pathLst>
                <a:path extrusionOk="0" h="376" w="206">
                  <a:moveTo>
                    <a:pt x="1" y="1"/>
                  </a:moveTo>
                  <a:lnTo>
                    <a:pt x="1" y="376"/>
                  </a:lnTo>
                  <a:lnTo>
                    <a:pt x="206" y="376"/>
                  </a:lnTo>
                  <a:lnTo>
                    <a:pt x="20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4"/>
            <p:cNvSpPr/>
            <p:nvPr/>
          </p:nvSpPr>
          <p:spPr>
            <a:xfrm>
              <a:off x="3545006" y="2438734"/>
              <a:ext cx="7482" cy="13621"/>
            </a:xfrm>
            <a:custGeom>
              <a:rect b="b" l="l" r="r" t="t"/>
              <a:pathLst>
                <a:path extrusionOk="0" h="375" w="206">
                  <a:moveTo>
                    <a:pt x="0" y="0"/>
                  </a:moveTo>
                  <a:lnTo>
                    <a:pt x="0" y="375"/>
                  </a:lnTo>
                  <a:lnTo>
                    <a:pt x="206" y="375"/>
                  </a:lnTo>
                  <a:lnTo>
                    <a:pt x="20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4"/>
            <p:cNvSpPr/>
            <p:nvPr/>
          </p:nvSpPr>
          <p:spPr>
            <a:xfrm>
              <a:off x="3548566" y="2368416"/>
              <a:ext cx="7809" cy="13657"/>
            </a:xfrm>
            <a:custGeom>
              <a:rect b="b" l="l" r="r" t="t"/>
              <a:pathLst>
                <a:path extrusionOk="0" h="376" w="215">
                  <a:moveTo>
                    <a:pt x="1" y="0"/>
                  </a:moveTo>
                  <a:lnTo>
                    <a:pt x="1" y="375"/>
                  </a:lnTo>
                  <a:lnTo>
                    <a:pt x="215" y="375"/>
                  </a:lnTo>
                  <a:lnTo>
                    <a:pt x="21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4"/>
            <p:cNvSpPr/>
            <p:nvPr/>
          </p:nvSpPr>
          <p:spPr>
            <a:xfrm>
              <a:off x="3511954" y="2394350"/>
              <a:ext cx="7809" cy="13621"/>
            </a:xfrm>
            <a:custGeom>
              <a:rect b="b" l="l" r="r" t="t"/>
              <a:pathLst>
                <a:path extrusionOk="0" h="375" w="215">
                  <a:moveTo>
                    <a:pt x="1" y="0"/>
                  </a:moveTo>
                  <a:lnTo>
                    <a:pt x="1" y="375"/>
                  </a:lnTo>
                  <a:lnTo>
                    <a:pt x="215" y="375"/>
                  </a:lnTo>
                  <a:lnTo>
                    <a:pt x="21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4"/>
            <p:cNvSpPr/>
            <p:nvPr/>
          </p:nvSpPr>
          <p:spPr>
            <a:xfrm>
              <a:off x="3552452" y="2404701"/>
              <a:ext cx="7809" cy="13984"/>
            </a:xfrm>
            <a:custGeom>
              <a:rect b="b" l="l" r="r" t="t"/>
              <a:pathLst>
                <a:path extrusionOk="0" h="385" w="215">
                  <a:moveTo>
                    <a:pt x="1" y="1"/>
                  </a:moveTo>
                  <a:lnTo>
                    <a:pt x="1" y="384"/>
                  </a:lnTo>
                  <a:lnTo>
                    <a:pt x="215" y="384"/>
                  </a:lnTo>
                  <a:lnTo>
                    <a:pt x="21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4"/>
            <p:cNvSpPr/>
            <p:nvPr/>
          </p:nvSpPr>
          <p:spPr>
            <a:xfrm>
              <a:off x="3521361" y="2421228"/>
              <a:ext cx="7482" cy="13984"/>
            </a:xfrm>
            <a:custGeom>
              <a:rect b="b" l="l" r="r" t="t"/>
              <a:pathLst>
                <a:path extrusionOk="0" h="385" w="206">
                  <a:moveTo>
                    <a:pt x="0" y="0"/>
                  </a:moveTo>
                  <a:lnTo>
                    <a:pt x="0" y="384"/>
                  </a:lnTo>
                  <a:lnTo>
                    <a:pt x="205" y="384"/>
                  </a:lnTo>
                  <a:lnTo>
                    <a:pt x="20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4"/>
            <p:cNvSpPr/>
            <p:nvPr/>
          </p:nvSpPr>
          <p:spPr>
            <a:xfrm>
              <a:off x="3524920" y="2467574"/>
              <a:ext cx="15255" cy="29203"/>
            </a:xfrm>
            <a:custGeom>
              <a:rect b="b" l="l" r="r" t="t"/>
              <a:pathLst>
                <a:path extrusionOk="0" h="804" w="420">
                  <a:moveTo>
                    <a:pt x="0" y="0"/>
                  </a:moveTo>
                  <a:lnTo>
                    <a:pt x="0" y="803"/>
                  </a:lnTo>
                  <a:lnTo>
                    <a:pt x="420" y="803"/>
                  </a:lnTo>
                  <a:lnTo>
                    <a:pt x="42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4"/>
            <p:cNvSpPr/>
            <p:nvPr/>
          </p:nvSpPr>
          <p:spPr>
            <a:xfrm>
              <a:off x="3505815" y="2340231"/>
              <a:ext cx="75514" cy="14602"/>
            </a:xfrm>
            <a:custGeom>
              <a:rect b="b" l="l" r="r" t="t"/>
              <a:pathLst>
                <a:path extrusionOk="0" h="402" w="2079">
                  <a:moveTo>
                    <a:pt x="401" y="0"/>
                  </a:moveTo>
                  <a:lnTo>
                    <a:pt x="0" y="402"/>
                  </a:lnTo>
                  <a:lnTo>
                    <a:pt x="1686" y="402"/>
                  </a:lnTo>
                  <a:lnTo>
                    <a:pt x="207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4"/>
            <p:cNvSpPr/>
            <p:nvPr/>
          </p:nvSpPr>
          <p:spPr>
            <a:xfrm>
              <a:off x="3727739" y="2385596"/>
              <a:ext cx="12677" cy="111183"/>
            </a:xfrm>
            <a:custGeom>
              <a:rect b="b" l="l" r="r" t="t"/>
              <a:pathLst>
                <a:path extrusionOk="0" h="3061" w="349">
                  <a:moveTo>
                    <a:pt x="349" y="0"/>
                  </a:moveTo>
                  <a:cubicBezTo>
                    <a:pt x="349" y="0"/>
                    <a:pt x="304" y="45"/>
                    <a:pt x="313" y="107"/>
                  </a:cubicBezTo>
                  <a:cubicBezTo>
                    <a:pt x="322" y="179"/>
                    <a:pt x="260" y="196"/>
                    <a:pt x="286" y="250"/>
                  </a:cubicBezTo>
                  <a:cubicBezTo>
                    <a:pt x="304" y="303"/>
                    <a:pt x="224" y="321"/>
                    <a:pt x="269" y="393"/>
                  </a:cubicBezTo>
                  <a:cubicBezTo>
                    <a:pt x="304" y="455"/>
                    <a:pt x="215" y="535"/>
                    <a:pt x="251" y="607"/>
                  </a:cubicBezTo>
                  <a:cubicBezTo>
                    <a:pt x="278" y="678"/>
                    <a:pt x="206" y="714"/>
                    <a:pt x="242" y="776"/>
                  </a:cubicBezTo>
                  <a:cubicBezTo>
                    <a:pt x="269" y="839"/>
                    <a:pt x="162" y="910"/>
                    <a:pt x="215" y="1017"/>
                  </a:cubicBezTo>
                  <a:cubicBezTo>
                    <a:pt x="269" y="1115"/>
                    <a:pt x="170" y="1169"/>
                    <a:pt x="197" y="1249"/>
                  </a:cubicBezTo>
                  <a:cubicBezTo>
                    <a:pt x="233" y="1320"/>
                    <a:pt x="108" y="1410"/>
                    <a:pt x="162" y="1490"/>
                  </a:cubicBezTo>
                  <a:cubicBezTo>
                    <a:pt x="224" y="1579"/>
                    <a:pt x="117" y="1651"/>
                    <a:pt x="153" y="1713"/>
                  </a:cubicBezTo>
                  <a:cubicBezTo>
                    <a:pt x="188" y="1775"/>
                    <a:pt x="90" y="1865"/>
                    <a:pt x="144" y="1936"/>
                  </a:cubicBezTo>
                  <a:cubicBezTo>
                    <a:pt x="197" y="2007"/>
                    <a:pt x="72" y="2088"/>
                    <a:pt x="108" y="2186"/>
                  </a:cubicBezTo>
                  <a:cubicBezTo>
                    <a:pt x="153" y="2284"/>
                    <a:pt x="54" y="2391"/>
                    <a:pt x="99" y="2480"/>
                  </a:cubicBezTo>
                  <a:cubicBezTo>
                    <a:pt x="153" y="2561"/>
                    <a:pt x="37" y="2587"/>
                    <a:pt x="90" y="2676"/>
                  </a:cubicBezTo>
                  <a:cubicBezTo>
                    <a:pt x="144" y="2775"/>
                    <a:pt x="1" y="2891"/>
                    <a:pt x="1" y="3060"/>
                  </a:cubicBezTo>
                  <a:lnTo>
                    <a:pt x="349" y="3060"/>
                  </a:lnTo>
                  <a:lnTo>
                    <a:pt x="349" y="0"/>
                  </a:ln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4"/>
            <p:cNvSpPr/>
            <p:nvPr/>
          </p:nvSpPr>
          <p:spPr>
            <a:xfrm>
              <a:off x="3740379" y="2385596"/>
              <a:ext cx="12677" cy="111183"/>
            </a:xfrm>
            <a:custGeom>
              <a:rect b="b" l="l" r="r" t="t"/>
              <a:pathLst>
                <a:path extrusionOk="0" h="3061" w="349">
                  <a:moveTo>
                    <a:pt x="1" y="0"/>
                  </a:moveTo>
                  <a:lnTo>
                    <a:pt x="1" y="3060"/>
                  </a:lnTo>
                  <a:lnTo>
                    <a:pt x="349" y="3060"/>
                  </a:lnTo>
                  <a:cubicBezTo>
                    <a:pt x="349" y="2891"/>
                    <a:pt x="215" y="2775"/>
                    <a:pt x="269" y="2676"/>
                  </a:cubicBezTo>
                  <a:cubicBezTo>
                    <a:pt x="322" y="2587"/>
                    <a:pt x="206" y="2561"/>
                    <a:pt x="251" y="2480"/>
                  </a:cubicBezTo>
                  <a:cubicBezTo>
                    <a:pt x="304" y="2391"/>
                    <a:pt x="206" y="2284"/>
                    <a:pt x="242" y="2186"/>
                  </a:cubicBezTo>
                  <a:cubicBezTo>
                    <a:pt x="286" y="2088"/>
                    <a:pt x="161" y="2007"/>
                    <a:pt x="215" y="1936"/>
                  </a:cubicBezTo>
                  <a:cubicBezTo>
                    <a:pt x="269" y="1865"/>
                    <a:pt x="170" y="1775"/>
                    <a:pt x="206" y="1713"/>
                  </a:cubicBezTo>
                  <a:cubicBezTo>
                    <a:pt x="242" y="1651"/>
                    <a:pt x="135" y="1579"/>
                    <a:pt x="188" y="1490"/>
                  </a:cubicBezTo>
                  <a:cubicBezTo>
                    <a:pt x="251" y="1410"/>
                    <a:pt x="117" y="1320"/>
                    <a:pt x="153" y="1249"/>
                  </a:cubicBezTo>
                  <a:cubicBezTo>
                    <a:pt x="188" y="1169"/>
                    <a:pt x="81" y="1115"/>
                    <a:pt x="144" y="1017"/>
                  </a:cubicBezTo>
                  <a:cubicBezTo>
                    <a:pt x="197" y="910"/>
                    <a:pt x="81" y="839"/>
                    <a:pt x="117" y="776"/>
                  </a:cubicBezTo>
                  <a:cubicBezTo>
                    <a:pt x="153" y="714"/>
                    <a:pt x="72" y="678"/>
                    <a:pt x="108" y="607"/>
                  </a:cubicBezTo>
                  <a:cubicBezTo>
                    <a:pt x="144" y="535"/>
                    <a:pt x="54" y="455"/>
                    <a:pt x="90" y="393"/>
                  </a:cubicBezTo>
                  <a:cubicBezTo>
                    <a:pt x="126" y="321"/>
                    <a:pt x="45" y="303"/>
                    <a:pt x="72" y="250"/>
                  </a:cubicBezTo>
                  <a:cubicBezTo>
                    <a:pt x="99" y="196"/>
                    <a:pt x="37" y="179"/>
                    <a:pt x="45" y="107"/>
                  </a:cubicBezTo>
                  <a:cubicBezTo>
                    <a:pt x="54" y="45"/>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4"/>
            <p:cNvSpPr/>
            <p:nvPr/>
          </p:nvSpPr>
          <p:spPr>
            <a:xfrm>
              <a:off x="3811678" y="2385596"/>
              <a:ext cx="12677" cy="111183"/>
            </a:xfrm>
            <a:custGeom>
              <a:rect b="b" l="l" r="r" t="t"/>
              <a:pathLst>
                <a:path extrusionOk="0" h="3061" w="349">
                  <a:moveTo>
                    <a:pt x="348" y="0"/>
                  </a:moveTo>
                  <a:cubicBezTo>
                    <a:pt x="348" y="0"/>
                    <a:pt x="304" y="45"/>
                    <a:pt x="313" y="107"/>
                  </a:cubicBezTo>
                  <a:cubicBezTo>
                    <a:pt x="322" y="179"/>
                    <a:pt x="259" y="196"/>
                    <a:pt x="286" y="250"/>
                  </a:cubicBezTo>
                  <a:cubicBezTo>
                    <a:pt x="304" y="303"/>
                    <a:pt x="232" y="321"/>
                    <a:pt x="268" y="393"/>
                  </a:cubicBezTo>
                  <a:cubicBezTo>
                    <a:pt x="304" y="455"/>
                    <a:pt x="215" y="535"/>
                    <a:pt x="250" y="607"/>
                  </a:cubicBezTo>
                  <a:cubicBezTo>
                    <a:pt x="277" y="678"/>
                    <a:pt x="206" y="714"/>
                    <a:pt x="241" y="776"/>
                  </a:cubicBezTo>
                  <a:cubicBezTo>
                    <a:pt x="277" y="839"/>
                    <a:pt x="161" y="910"/>
                    <a:pt x="215" y="1017"/>
                  </a:cubicBezTo>
                  <a:cubicBezTo>
                    <a:pt x="268" y="1115"/>
                    <a:pt x="170" y="1169"/>
                    <a:pt x="206" y="1249"/>
                  </a:cubicBezTo>
                  <a:cubicBezTo>
                    <a:pt x="232" y="1320"/>
                    <a:pt x="108" y="1410"/>
                    <a:pt x="161" y="1490"/>
                  </a:cubicBezTo>
                  <a:cubicBezTo>
                    <a:pt x="224" y="1579"/>
                    <a:pt x="116" y="1651"/>
                    <a:pt x="152" y="1713"/>
                  </a:cubicBezTo>
                  <a:cubicBezTo>
                    <a:pt x="188" y="1775"/>
                    <a:pt x="90" y="1865"/>
                    <a:pt x="143" y="1936"/>
                  </a:cubicBezTo>
                  <a:cubicBezTo>
                    <a:pt x="197" y="2007"/>
                    <a:pt x="72" y="2088"/>
                    <a:pt x="116" y="2186"/>
                  </a:cubicBezTo>
                  <a:cubicBezTo>
                    <a:pt x="152" y="2284"/>
                    <a:pt x="54" y="2391"/>
                    <a:pt x="108" y="2480"/>
                  </a:cubicBezTo>
                  <a:cubicBezTo>
                    <a:pt x="152" y="2561"/>
                    <a:pt x="36" y="2587"/>
                    <a:pt x="90" y="2676"/>
                  </a:cubicBezTo>
                  <a:cubicBezTo>
                    <a:pt x="143" y="2775"/>
                    <a:pt x="1" y="2891"/>
                    <a:pt x="1" y="3060"/>
                  </a:cubicBezTo>
                  <a:lnTo>
                    <a:pt x="348" y="3060"/>
                  </a:lnTo>
                  <a:lnTo>
                    <a:pt x="3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4"/>
            <p:cNvSpPr/>
            <p:nvPr/>
          </p:nvSpPr>
          <p:spPr>
            <a:xfrm>
              <a:off x="3824317" y="2385596"/>
              <a:ext cx="13003" cy="111183"/>
            </a:xfrm>
            <a:custGeom>
              <a:rect b="b" l="l" r="r" t="t"/>
              <a:pathLst>
                <a:path extrusionOk="0" h="3061" w="358">
                  <a:moveTo>
                    <a:pt x="0" y="0"/>
                  </a:moveTo>
                  <a:lnTo>
                    <a:pt x="0" y="3060"/>
                  </a:lnTo>
                  <a:lnTo>
                    <a:pt x="357" y="3060"/>
                  </a:lnTo>
                  <a:cubicBezTo>
                    <a:pt x="357" y="2891"/>
                    <a:pt x="215" y="2775"/>
                    <a:pt x="268" y="2676"/>
                  </a:cubicBezTo>
                  <a:cubicBezTo>
                    <a:pt x="322" y="2587"/>
                    <a:pt x="206" y="2561"/>
                    <a:pt x="250" y="2480"/>
                  </a:cubicBezTo>
                  <a:cubicBezTo>
                    <a:pt x="304" y="2391"/>
                    <a:pt x="206" y="2284"/>
                    <a:pt x="241" y="2186"/>
                  </a:cubicBezTo>
                  <a:cubicBezTo>
                    <a:pt x="286" y="2088"/>
                    <a:pt x="161" y="2007"/>
                    <a:pt x="215" y="1936"/>
                  </a:cubicBezTo>
                  <a:cubicBezTo>
                    <a:pt x="268" y="1865"/>
                    <a:pt x="170" y="1775"/>
                    <a:pt x="206" y="1713"/>
                  </a:cubicBezTo>
                  <a:cubicBezTo>
                    <a:pt x="241" y="1651"/>
                    <a:pt x="134" y="1579"/>
                    <a:pt x="188" y="1490"/>
                  </a:cubicBezTo>
                  <a:cubicBezTo>
                    <a:pt x="250" y="1410"/>
                    <a:pt x="125" y="1320"/>
                    <a:pt x="152" y="1249"/>
                  </a:cubicBezTo>
                  <a:cubicBezTo>
                    <a:pt x="188" y="1169"/>
                    <a:pt x="90" y="1115"/>
                    <a:pt x="143" y="1017"/>
                  </a:cubicBezTo>
                  <a:cubicBezTo>
                    <a:pt x="197" y="910"/>
                    <a:pt x="81" y="839"/>
                    <a:pt x="116" y="776"/>
                  </a:cubicBezTo>
                  <a:cubicBezTo>
                    <a:pt x="152" y="714"/>
                    <a:pt x="81" y="678"/>
                    <a:pt x="107" y="607"/>
                  </a:cubicBezTo>
                  <a:cubicBezTo>
                    <a:pt x="143" y="535"/>
                    <a:pt x="54" y="455"/>
                    <a:pt x="90" y="393"/>
                  </a:cubicBezTo>
                  <a:cubicBezTo>
                    <a:pt x="125" y="321"/>
                    <a:pt x="45" y="303"/>
                    <a:pt x="72" y="250"/>
                  </a:cubicBezTo>
                  <a:cubicBezTo>
                    <a:pt x="99" y="196"/>
                    <a:pt x="36" y="179"/>
                    <a:pt x="45" y="107"/>
                  </a:cubicBezTo>
                  <a:cubicBezTo>
                    <a:pt x="54" y="45"/>
                    <a:pt x="0" y="0"/>
                    <a:pt x="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4"/>
            <p:cNvSpPr/>
            <p:nvPr/>
          </p:nvSpPr>
          <p:spPr>
            <a:xfrm>
              <a:off x="3783492" y="2418649"/>
              <a:ext cx="8790" cy="78130"/>
            </a:xfrm>
            <a:custGeom>
              <a:rect b="b" l="l" r="r" t="t"/>
              <a:pathLst>
                <a:path extrusionOk="0" h="2151" w="242">
                  <a:moveTo>
                    <a:pt x="241" y="0"/>
                  </a:moveTo>
                  <a:cubicBezTo>
                    <a:pt x="241" y="0"/>
                    <a:pt x="214" y="27"/>
                    <a:pt x="214" y="71"/>
                  </a:cubicBezTo>
                  <a:cubicBezTo>
                    <a:pt x="223" y="116"/>
                    <a:pt x="179" y="134"/>
                    <a:pt x="197" y="170"/>
                  </a:cubicBezTo>
                  <a:cubicBezTo>
                    <a:pt x="214" y="205"/>
                    <a:pt x="161" y="223"/>
                    <a:pt x="188" y="268"/>
                  </a:cubicBezTo>
                  <a:cubicBezTo>
                    <a:pt x="206" y="312"/>
                    <a:pt x="143" y="375"/>
                    <a:pt x="170" y="419"/>
                  </a:cubicBezTo>
                  <a:cubicBezTo>
                    <a:pt x="197" y="473"/>
                    <a:pt x="143" y="500"/>
                    <a:pt x="161" y="544"/>
                  </a:cubicBezTo>
                  <a:cubicBezTo>
                    <a:pt x="188" y="589"/>
                    <a:pt x="107" y="634"/>
                    <a:pt x="152" y="714"/>
                  </a:cubicBezTo>
                  <a:cubicBezTo>
                    <a:pt x="188" y="785"/>
                    <a:pt x="116" y="821"/>
                    <a:pt x="143" y="874"/>
                  </a:cubicBezTo>
                  <a:cubicBezTo>
                    <a:pt x="161" y="928"/>
                    <a:pt x="72" y="990"/>
                    <a:pt x="116" y="1044"/>
                  </a:cubicBezTo>
                  <a:cubicBezTo>
                    <a:pt x="152" y="1106"/>
                    <a:pt x="81" y="1160"/>
                    <a:pt x="99" y="1204"/>
                  </a:cubicBezTo>
                  <a:cubicBezTo>
                    <a:pt x="125" y="1249"/>
                    <a:pt x="63" y="1312"/>
                    <a:pt x="99" y="1356"/>
                  </a:cubicBezTo>
                  <a:cubicBezTo>
                    <a:pt x="134" y="1410"/>
                    <a:pt x="45" y="1472"/>
                    <a:pt x="72" y="1535"/>
                  </a:cubicBezTo>
                  <a:cubicBezTo>
                    <a:pt x="107" y="1606"/>
                    <a:pt x="36" y="1677"/>
                    <a:pt x="72" y="1740"/>
                  </a:cubicBezTo>
                  <a:cubicBezTo>
                    <a:pt x="107" y="1802"/>
                    <a:pt x="18" y="1820"/>
                    <a:pt x="63" y="1882"/>
                  </a:cubicBezTo>
                  <a:cubicBezTo>
                    <a:pt x="99" y="1945"/>
                    <a:pt x="0" y="2034"/>
                    <a:pt x="0" y="2150"/>
                  </a:cubicBezTo>
                  <a:lnTo>
                    <a:pt x="241" y="2150"/>
                  </a:lnTo>
                  <a:lnTo>
                    <a:pt x="2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4"/>
            <p:cNvSpPr/>
            <p:nvPr/>
          </p:nvSpPr>
          <p:spPr>
            <a:xfrm>
              <a:off x="3792246" y="2418649"/>
              <a:ext cx="9117" cy="78130"/>
            </a:xfrm>
            <a:custGeom>
              <a:rect b="b" l="l" r="r" t="t"/>
              <a:pathLst>
                <a:path extrusionOk="0" h="2151" w="251">
                  <a:moveTo>
                    <a:pt x="0" y="0"/>
                  </a:moveTo>
                  <a:lnTo>
                    <a:pt x="0" y="2150"/>
                  </a:lnTo>
                  <a:lnTo>
                    <a:pt x="250" y="2150"/>
                  </a:lnTo>
                  <a:cubicBezTo>
                    <a:pt x="250" y="2034"/>
                    <a:pt x="152" y="1945"/>
                    <a:pt x="188" y="1882"/>
                  </a:cubicBezTo>
                  <a:cubicBezTo>
                    <a:pt x="232" y="1820"/>
                    <a:pt x="143" y="1802"/>
                    <a:pt x="179" y="1740"/>
                  </a:cubicBezTo>
                  <a:cubicBezTo>
                    <a:pt x="214" y="1677"/>
                    <a:pt x="143" y="1606"/>
                    <a:pt x="170" y="1535"/>
                  </a:cubicBezTo>
                  <a:cubicBezTo>
                    <a:pt x="205" y="1472"/>
                    <a:pt x="116" y="1410"/>
                    <a:pt x="152" y="1356"/>
                  </a:cubicBezTo>
                  <a:cubicBezTo>
                    <a:pt x="188" y="1312"/>
                    <a:pt x="125" y="1249"/>
                    <a:pt x="143" y="1204"/>
                  </a:cubicBezTo>
                  <a:cubicBezTo>
                    <a:pt x="170" y="1160"/>
                    <a:pt x="98" y="1106"/>
                    <a:pt x="134" y="1044"/>
                  </a:cubicBezTo>
                  <a:cubicBezTo>
                    <a:pt x="179" y="990"/>
                    <a:pt x="89" y="928"/>
                    <a:pt x="107" y="874"/>
                  </a:cubicBezTo>
                  <a:cubicBezTo>
                    <a:pt x="134" y="821"/>
                    <a:pt x="63" y="785"/>
                    <a:pt x="98" y="714"/>
                  </a:cubicBezTo>
                  <a:cubicBezTo>
                    <a:pt x="134" y="634"/>
                    <a:pt x="63" y="589"/>
                    <a:pt x="81" y="544"/>
                  </a:cubicBezTo>
                  <a:cubicBezTo>
                    <a:pt x="107" y="500"/>
                    <a:pt x="54" y="473"/>
                    <a:pt x="81" y="419"/>
                  </a:cubicBezTo>
                  <a:cubicBezTo>
                    <a:pt x="98" y="375"/>
                    <a:pt x="36" y="312"/>
                    <a:pt x="63" y="268"/>
                  </a:cubicBezTo>
                  <a:cubicBezTo>
                    <a:pt x="89" y="223"/>
                    <a:pt x="36" y="205"/>
                    <a:pt x="54" y="170"/>
                  </a:cubicBezTo>
                  <a:cubicBezTo>
                    <a:pt x="72" y="134"/>
                    <a:pt x="27" y="116"/>
                    <a:pt x="27" y="71"/>
                  </a:cubicBezTo>
                  <a:cubicBezTo>
                    <a:pt x="36" y="27"/>
                    <a:pt x="0" y="0"/>
                    <a:pt x="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8" name="Google Shape;3118;p54"/>
          <p:cNvGrpSpPr/>
          <p:nvPr/>
        </p:nvGrpSpPr>
        <p:grpSpPr>
          <a:xfrm>
            <a:off x="-132569" y="624095"/>
            <a:ext cx="2433354" cy="4356538"/>
            <a:chOff x="3812879" y="2405538"/>
            <a:chExt cx="723975" cy="1296087"/>
          </a:xfrm>
        </p:grpSpPr>
        <p:sp>
          <p:nvSpPr>
            <p:cNvPr id="3119" name="Google Shape;3119;p54"/>
            <p:cNvSpPr/>
            <p:nvPr/>
          </p:nvSpPr>
          <p:spPr>
            <a:xfrm>
              <a:off x="4165461" y="2658422"/>
              <a:ext cx="79464" cy="1039936"/>
            </a:xfrm>
            <a:custGeom>
              <a:rect b="b" l="l" r="r" t="t"/>
              <a:pathLst>
                <a:path extrusionOk="0" h="19735" w="1508">
                  <a:moveTo>
                    <a:pt x="357" y="1"/>
                  </a:moveTo>
                  <a:cubicBezTo>
                    <a:pt x="357" y="1"/>
                    <a:pt x="0" y="982"/>
                    <a:pt x="357" y="3088"/>
                  </a:cubicBezTo>
                  <a:cubicBezTo>
                    <a:pt x="634" y="4720"/>
                    <a:pt x="357" y="19734"/>
                    <a:pt x="357" y="19734"/>
                  </a:cubicBezTo>
                  <a:lnTo>
                    <a:pt x="1151" y="19734"/>
                  </a:lnTo>
                  <a:cubicBezTo>
                    <a:pt x="1151" y="19734"/>
                    <a:pt x="874" y="4720"/>
                    <a:pt x="1151" y="3088"/>
                  </a:cubicBezTo>
                  <a:cubicBezTo>
                    <a:pt x="1508" y="982"/>
                    <a:pt x="1151" y="1"/>
                    <a:pt x="1151"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4"/>
            <p:cNvSpPr/>
            <p:nvPr/>
          </p:nvSpPr>
          <p:spPr>
            <a:xfrm>
              <a:off x="4201188" y="2658422"/>
              <a:ext cx="43737" cy="1039936"/>
            </a:xfrm>
            <a:custGeom>
              <a:rect b="b" l="l" r="r" t="t"/>
              <a:pathLst>
                <a:path extrusionOk="0" h="19735" w="830">
                  <a:moveTo>
                    <a:pt x="277" y="1"/>
                  </a:moveTo>
                  <a:cubicBezTo>
                    <a:pt x="277" y="1"/>
                    <a:pt x="634" y="982"/>
                    <a:pt x="277" y="3088"/>
                  </a:cubicBezTo>
                  <a:cubicBezTo>
                    <a:pt x="0" y="4720"/>
                    <a:pt x="277" y="19734"/>
                    <a:pt x="277" y="19734"/>
                  </a:cubicBezTo>
                  <a:lnTo>
                    <a:pt x="473" y="19734"/>
                  </a:lnTo>
                  <a:cubicBezTo>
                    <a:pt x="473" y="19734"/>
                    <a:pt x="196" y="4720"/>
                    <a:pt x="473" y="3088"/>
                  </a:cubicBezTo>
                  <a:cubicBezTo>
                    <a:pt x="830" y="982"/>
                    <a:pt x="473" y="1"/>
                    <a:pt x="473"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4"/>
            <p:cNvSpPr/>
            <p:nvPr/>
          </p:nvSpPr>
          <p:spPr>
            <a:xfrm>
              <a:off x="3954365" y="2405538"/>
              <a:ext cx="501656" cy="392578"/>
            </a:xfrm>
            <a:custGeom>
              <a:rect b="b" l="l" r="r" t="t"/>
              <a:pathLst>
                <a:path extrusionOk="0" h="7450" w="9520">
                  <a:moveTo>
                    <a:pt x="3712" y="0"/>
                  </a:moveTo>
                  <a:lnTo>
                    <a:pt x="3712" y="0"/>
                  </a:lnTo>
                  <a:cubicBezTo>
                    <a:pt x="3944" y="830"/>
                    <a:pt x="4042" y="1481"/>
                    <a:pt x="4042" y="1481"/>
                  </a:cubicBezTo>
                  <a:cubicBezTo>
                    <a:pt x="3426" y="456"/>
                    <a:pt x="2436" y="125"/>
                    <a:pt x="2436" y="125"/>
                  </a:cubicBezTo>
                  <a:lnTo>
                    <a:pt x="2436" y="125"/>
                  </a:lnTo>
                  <a:cubicBezTo>
                    <a:pt x="3533" y="884"/>
                    <a:pt x="3748" y="1945"/>
                    <a:pt x="3748" y="1945"/>
                  </a:cubicBezTo>
                  <a:cubicBezTo>
                    <a:pt x="2998" y="937"/>
                    <a:pt x="1562" y="919"/>
                    <a:pt x="1562" y="919"/>
                  </a:cubicBezTo>
                  <a:lnTo>
                    <a:pt x="1562" y="919"/>
                  </a:lnTo>
                  <a:cubicBezTo>
                    <a:pt x="2481" y="1214"/>
                    <a:pt x="3087" y="2017"/>
                    <a:pt x="3087" y="2017"/>
                  </a:cubicBezTo>
                  <a:cubicBezTo>
                    <a:pt x="3087" y="2017"/>
                    <a:pt x="2561" y="1597"/>
                    <a:pt x="1758" y="1526"/>
                  </a:cubicBezTo>
                  <a:cubicBezTo>
                    <a:pt x="1614" y="1513"/>
                    <a:pt x="1482" y="1508"/>
                    <a:pt x="1362" y="1508"/>
                  </a:cubicBezTo>
                  <a:cubicBezTo>
                    <a:pt x="826" y="1508"/>
                    <a:pt x="545" y="1615"/>
                    <a:pt x="545" y="1615"/>
                  </a:cubicBezTo>
                  <a:cubicBezTo>
                    <a:pt x="1954" y="1651"/>
                    <a:pt x="2436" y="2302"/>
                    <a:pt x="2436" y="2302"/>
                  </a:cubicBezTo>
                  <a:cubicBezTo>
                    <a:pt x="2107" y="2194"/>
                    <a:pt x="1771" y="2170"/>
                    <a:pt x="1534" y="2170"/>
                  </a:cubicBezTo>
                  <a:cubicBezTo>
                    <a:pt x="1340" y="2170"/>
                    <a:pt x="1214" y="2186"/>
                    <a:pt x="1214" y="2186"/>
                  </a:cubicBezTo>
                  <a:cubicBezTo>
                    <a:pt x="2186" y="2347"/>
                    <a:pt x="2606" y="2837"/>
                    <a:pt x="2606" y="2837"/>
                  </a:cubicBezTo>
                  <a:cubicBezTo>
                    <a:pt x="2606" y="2837"/>
                    <a:pt x="2146" y="2706"/>
                    <a:pt x="1646" y="2706"/>
                  </a:cubicBezTo>
                  <a:cubicBezTo>
                    <a:pt x="1396" y="2706"/>
                    <a:pt x="1137" y="2739"/>
                    <a:pt x="920" y="2837"/>
                  </a:cubicBezTo>
                  <a:cubicBezTo>
                    <a:pt x="259" y="3132"/>
                    <a:pt x="134" y="3720"/>
                    <a:pt x="134" y="3720"/>
                  </a:cubicBezTo>
                  <a:cubicBezTo>
                    <a:pt x="439" y="3339"/>
                    <a:pt x="929" y="3103"/>
                    <a:pt x="1520" y="3103"/>
                  </a:cubicBezTo>
                  <a:cubicBezTo>
                    <a:pt x="1552" y="3103"/>
                    <a:pt x="1583" y="3104"/>
                    <a:pt x="1615" y="3105"/>
                  </a:cubicBezTo>
                  <a:cubicBezTo>
                    <a:pt x="2168" y="3123"/>
                    <a:pt x="2436" y="3364"/>
                    <a:pt x="2436" y="3364"/>
                  </a:cubicBezTo>
                  <a:cubicBezTo>
                    <a:pt x="2436" y="3364"/>
                    <a:pt x="2270" y="3337"/>
                    <a:pt x="2019" y="3337"/>
                  </a:cubicBezTo>
                  <a:cubicBezTo>
                    <a:pt x="1709" y="3337"/>
                    <a:pt x="1271" y="3378"/>
                    <a:pt x="857" y="3560"/>
                  </a:cubicBezTo>
                  <a:cubicBezTo>
                    <a:pt x="108" y="3890"/>
                    <a:pt x="1" y="4488"/>
                    <a:pt x="1" y="4488"/>
                  </a:cubicBezTo>
                  <a:cubicBezTo>
                    <a:pt x="500" y="3935"/>
                    <a:pt x="1383" y="3828"/>
                    <a:pt x="1383" y="3828"/>
                  </a:cubicBezTo>
                  <a:lnTo>
                    <a:pt x="1383" y="3828"/>
                  </a:lnTo>
                  <a:cubicBezTo>
                    <a:pt x="242" y="4390"/>
                    <a:pt x="63" y="5362"/>
                    <a:pt x="63" y="5362"/>
                  </a:cubicBezTo>
                  <a:cubicBezTo>
                    <a:pt x="429" y="4969"/>
                    <a:pt x="1134" y="4755"/>
                    <a:pt x="1134" y="4755"/>
                  </a:cubicBezTo>
                  <a:lnTo>
                    <a:pt x="1134" y="4755"/>
                  </a:lnTo>
                  <a:cubicBezTo>
                    <a:pt x="384" y="5335"/>
                    <a:pt x="152" y="6156"/>
                    <a:pt x="152" y="6156"/>
                  </a:cubicBezTo>
                  <a:cubicBezTo>
                    <a:pt x="652" y="5469"/>
                    <a:pt x="1544" y="5157"/>
                    <a:pt x="1544" y="5157"/>
                  </a:cubicBezTo>
                  <a:lnTo>
                    <a:pt x="1544" y="5157"/>
                  </a:lnTo>
                  <a:cubicBezTo>
                    <a:pt x="1160" y="5630"/>
                    <a:pt x="1044" y="6272"/>
                    <a:pt x="1044" y="6272"/>
                  </a:cubicBezTo>
                  <a:cubicBezTo>
                    <a:pt x="1624" y="4961"/>
                    <a:pt x="2659" y="4755"/>
                    <a:pt x="2659" y="4755"/>
                  </a:cubicBezTo>
                  <a:lnTo>
                    <a:pt x="2659" y="4755"/>
                  </a:lnTo>
                  <a:cubicBezTo>
                    <a:pt x="1642" y="5273"/>
                    <a:pt x="1473" y="6647"/>
                    <a:pt x="1473" y="6647"/>
                  </a:cubicBezTo>
                  <a:cubicBezTo>
                    <a:pt x="1963" y="5362"/>
                    <a:pt x="2891" y="4969"/>
                    <a:pt x="2891" y="4969"/>
                  </a:cubicBezTo>
                  <a:lnTo>
                    <a:pt x="2891" y="4969"/>
                  </a:lnTo>
                  <a:cubicBezTo>
                    <a:pt x="1892" y="6067"/>
                    <a:pt x="2284" y="7316"/>
                    <a:pt x="2284" y="7316"/>
                  </a:cubicBezTo>
                  <a:cubicBezTo>
                    <a:pt x="2284" y="6236"/>
                    <a:pt x="2802" y="5674"/>
                    <a:pt x="2802" y="5674"/>
                  </a:cubicBezTo>
                  <a:lnTo>
                    <a:pt x="2802" y="5674"/>
                  </a:lnTo>
                  <a:cubicBezTo>
                    <a:pt x="2579" y="6272"/>
                    <a:pt x="2686" y="6780"/>
                    <a:pt x="2686" y="6780"/>
                  </a:cubicBezTo>
                  <a:cubicBezTo>
                    <a:pt x="2900" y="5630"/>
                    <a:pt x="3533" y="5166"/>
                    <a:pt x="3533" y="5166"/>
                  </a:cubicBezTo>
                  <a:lnTo>
                    <a:pt x="3533" y="5166"/>
                  </a:lnTo>
                  <a:cubicBezTo>
                    <a:pt x="3150" y="5853"/>
                    <a:pt x="3221" y="6896"/>
                    <a:pt x="3221" y="6896"/>
                  </a:cubicBezTo>
                  <a:cubicBezTo>
                    <a:pt x="3408" y="5701"/>
                    <a:pt x="4015" y="5023"/>
                    <a:pt x="4015" y="5023"/>
                  </a:cubicBezTo>
                  <a:lnTo>
                    <a:pt x="4015" y="5023"/>
                  </a:lnTo>
                  <a:cubicBezTo>
                    <a:pt x="3542" y="6192"/>
                    <a:pt x="4033" y="7449"/>
                    <a:pt x="4033" y="7449"/>
                  </a:cubicBezTo>
                  <a:cubicBezTo>
                    <a:pt x="3872" y="5415"/>
                    <a:pt x="4756" y="4800"/>
                    <a:pt x="4756" y="4800"/>
                  </a:cubicBezTo>
                  <a:cubicBezTo>
                    <a:pt x="4756" y="4800"/>
                    <a:pt x="5639" y="5415"/>
                    <a:pt x="5487" y="7449"/>
                  </a:cubicBezTo>
                  <a:cubicBezTo>
                    <a:pt x="5487" y="7449"/>
                    <a:pt x="5978" y="6192"/>
                    <a:pt x="5505" y="5023"/>
                  </a:cubicBezTo>
                  <a:lnTo>
                    <a:pt x="5505" y="5023"/>
                  </a:lnTo>
                  <a:cubicBezTo>
                    <a:pt x="5505" y="5023"/>
                    <a:pt x="6103" y="5701"/>
                    <a:pt x="6299" y="6896"/>
                  </a:cubicBezTo>
                  <a:cubicBezTo>
                    <a:pt x="6299" y="6896"/>
                    <a:pt x="6361" y="5853"/>
                    <a:pt x="5987" y="5166"/>
                  </a:cubicBezTo>
                  <a:lnTo>
                    <a:pt x="5987" y="5166"/>
                  </a:lnTo>
                  <a:cubicBezTo>
                    <a:pt x="5987" y="5166"/>
                    <a:pt x="6620" y="5630"/>
                    <a:pt x="6834" y="6780"/>
                  </a:cubicBezTo>
                  <a:cubicBezTo>
                    <a:pt x="6834" y="6780"/>
                    <a:pt x="6941" y="6272"/>
                    <a:pt x="6718" y="5674"/>
                  </a:cubicBezTo>
                  <a:lnTo>
                    <a:pt x="6718" y="5674"/>
                  </a:lnTo>
                  <a:cubicBezTo>
                    <a:pt x="6718" y="5674"/>
                    <a:pt x="7236" y="6236"/>
                    <a:pt x="7236" y="7316"/>
                  </a:cubicBezTo>
                  <a:cubicBezTo>
                    <a:pt x="7236" y="7316"/>
                    <a:pt x="7628" y="6067"/>
                    <a:pt x="6629" y="4969"/>
                  </a:cubicBezTo>
                  <a:lnTo>
                    <a:pt x="6629" y="4969"/>
                  </a:lnTo>
                  <a:cubicBezTo>
                    <a:pt x="6629" y="4969"/>
                    <a:pt x="7557" y="5362"/>
                    <a:pt x="8047" y="6647"/>
                  </a:cubicBezTo>
                  <a:cubicBezTo>
                    <a:pt x="8047" y="6647"/>
                    <a:pt x="7878" y="5273"/>
                    <a:pt x="6861" y="4755"/>
                  </a:cubicBezTo>
                  <a:lnTo>
                    <a:pt x="6861" y="4755"/>
                  </a:lnTo>
                  <a:cubicBezTo>
                    <a:pt x="6861" y="4755"/>
                    <a:pt x="7896" y="4961"/>
                    <a:pt x="8467" y="6272"/>
                  </a:cubicBezTo>
                  <a:cubicBezTo>
                    <a:pt x="8467" y="6272"/>
                    <a:pt x="8351" y="5630"/>
                    <a:pt x="7976" y="5157"/>
                  </a:cubicBezTo>
                  <a:lnTo>
                    <a:pt x="7976" y="5157"/>
                  </a:lnTo>
                  <a:cubicBezTo>
                    <a:pt x="7976" y="5157"/>
                    <a:pt x="8868" y="5469"/>
                    <a:pt x="9368" y="6156"/>
                  </a:cubicBezTo>
                  <a:cubicBezTo>
                    <a:pt x="9368" y="6156"/>
                    <a:pt x="9136" y="5335"/>
                    <a:pt x="8386" y="4755"/>
                  </a:cubicBezTo>
                  <a:lnTo>
                    <a:pt x="8386" y="4755"/>
                  </a:lnTo>
                  <a:cubicBezTo>
                    <a:pt x="8387" y="4755"/>
                    <a:pt x="9091" y="4969"/>
                    <a:pt x="9457" y="5362"/>
                  </a:cubicBezTo>
                  <a:cubicBezTo>
                    <a:pt x="9457" y="5362"/>
                    <a:pt x="9270" y="4390"/>
                    <a:pt x="8128" y="3828"/>
                  </a:cubicBezTo>
                  <a:lnTo>
                    <a:pt x="8128" y="3828"/>
                  </a:lnTo>
                  <a:cubicBezTo>
                    <a:pt x="8128" y="3828"/>
                    <a:pt x="9020" y="3935"/>
                    <a:pt x="9519" y="4488"/>
                  </a:cubicBezTo>
                  <a:cubicBezTo>
                    <a:pt x="9519" y="4488"/>
                    <a:pt x="9412" y="3890"/>
                    <a:pt x="8663" y="3560"/>
                  </a:cubicBezTo>
                  <a:cubicBezTo>
                    <a:pt x="8249" y="3378"/>
                    <a:pt x="7811" y="3337"/>
                    <a:pt x="7501" y="3337"/>
                  </a:cubicBezTo>
                  <a:cubicBezTo>
                    <a:pt x="7250" y="3337"/>
                    <a:pt x="7084" y="3364"/>
                    <a:pt x="7084" y="3364"/>
                  </a:cubicBezTo>
                  <a:cubicBezTo>
                    <a:pt x="7084" y="3364"/>
                    <a:pt x="7352" y="3123"/>
                    <a:pt x="7905" y="3105"/>
                  </a:cubicBezTo>
                  <a:cubicBezTo>
                    <a:pt x="7937" y="3104"/>
                    <a:pt x="7968" y="3103"/>
                    <a:pt x="8000" y="3103"/>
                  </a:cubicBezTo>
                  <a:cubicBezTo>
                    <a:pt x="8590" y="3103"/>
                    <a:pt x="9072" y="3339"/>
                    <a:pt x="9386" y="3720"/>
                  </a:cubicBezTo>
                  <a:cubicBezTo>
                    <a:pt x="9386" y="3720"/>
                    <a:pt x="9261" y="3132"/>
                    <a:pt x="8601" y="2837"/>
                  </a:cubicBezTo>
                  <a:cubicBezTo>
                    <a:pt x="8383" y="2739"/>
                    <a:pt x="8123" y="2706"/>
                    <a:pt x="7872" y="2706"/>
                  </a:cubicBezTo>
                  <a:cubicBezTo>
                    <a:pt x="7369" y="2706"/>
                    <a:pt x="6906" y="2837"/>
                    <a:pt x="6906" y="2837"/>
                  </a:cubicBezTo>
                  <a:cubicBezTo>
                    <a:pt x="6906" y="2837"/>
                    <a:pt x="7334" y="2347"/>
                    <a:pt x="8306" y="2186"/>
                  </a:cubicBezTo>
                  <a:cubicBezTo>
                    <a:pt x="8306" y="2186"/>
                    <a:pt x="8180" y="2170"/>
                    <a:pt x="7985" y="2170"/>
                  </a:cubicBezTo>
                  <a:cubicBezTo>
                    <a:pt x="7748" y="2170"/>
                    <a:pt x="7409" y="2194"/>
                    <a:pt x="7075" y="2302"/>
                  </a:cubicBezTo>
                  <a:cubicBezTo>
                    <a:pt x="7075" y="2302"/>
                    <a:pt x="7566" y="1651"/>
                    <a:pt x="8975" y="1615"/>
                  </a:cubicBezTo>
                  <a:cubicBezTo>
                    <a:pt x="8975" y="1615"/>
                    <a:pt x="8689" y="1508"/>
                    <a:pt x="8149" y="1508"/>
                  </a:cubicBezTo>
                  <a:cubicBezTo>
                    <a:pt x="8030" y="1508"/>
                    <a:pt x="7897" y="1513"/>
                    <a:pt x="7753" y="1526"/>
                  </a:cubicBezTo>
                  <a:cubicBezTo>
                    <a:pt x="6959" y="1597"/>
                    <a:pt x="6433" y="2017"/>
                    <a:pt x="6433" y="2017"/>
                  </a:cubicBezTo>
                  <a:cubicBezTo>
                    <a:pt x="6433" y="2017"/>
                    <a:pt x="7030" y="1214"/>
                    <a:pt x="7958" y="919"/>
                  </a:cubicBezTo>
                  <a:lnTo>
                    <a:pt x="7958" y="919"/>
                  </a:lnTo>
                  <a:cubicBezTo>
                    <a:pt x="7958" y="919"/>
                    <a:pt x="6522" y="937"/>
                    <a:pt x="5773" y="1945"/>
                  </a:cubicBezTo>
                  <a:cubicBezTo>
                    <a:pt x="5773" y="1945"/>
                    <a:pt x="5978" y="884"/>
                    <a:pt x="7084" y="125"/>
                  </a:cubicBezTo>
                  <a:lnTo>
                    <a:pt x="7084" y="125"/>
                  </a:lnTo>
                  <a:cubicBezTo>
                    <a:pt x="7084" y="125"/>
                    <a:pt x="6094" y="456"/>
                    <a:pt x="5469" y="1481"/>
                  </a:cubicBezTo>
                  <a:cubicBezTo>
                    <a:pt x="5469" y="1481"/>
                    <a:pt x="5576" y="830"/>
                    <a:pt x="5808" y="0"/>
                  </a:cubicBezTo>
                  <a:lnTo>
                    <a:pt x="5808" y="0"/>
                  </a:lnTo>
                  <a:cubicBezTo>
                    <a:pt x="5808" y="1"/>
                    <a:pt x="5014" y="518"/>
                    <a:pt x="4756" y="1633"/>
                  </a:cubicBezTo>
                  <a:cubicBezTo>
                    <a:pt x="4506" y="518"/>
                    <a:pt x="3712" y="1"/>
                    <a:pt x="37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4"/>
            <p:cNvSpPr/>
            <p:nvPr/>
          </p:nvSpPr>
          <p:spPr>
            <a:xfrm>
              <a:off x="4055434" y="2498123"/>
              <a:ext cx="299518" cy="234177"/>
            </a:xfrm>
            <a:custGeom>
              <a:rect b="b" l="l" r="r" t="t"/>
              <a:pathLst>
                <a:path extrusionOk="0" h="4444" w="5684">
                  <a:moveTo>
                    <a:pt x="2213" y="1"/>
                  </a:moveTo>
                  <a:lnTo>
                    <a:pt x="2213" y="1"/>
                  </a:lnTo>
                  <a:cubicBezTo>
                    <a:pt x="2356" y="492"/>
                    <a:pt x="2418" y="884"/>
                    <a:pt x="2418" y="884"/>
                  </a:cubicBezTo>
                  <a:cubicBezTo>
                    <a:pt x="2044" y="269"/>
                    <a:pt x="1455" y="72"/>
                    <a:pt x="1455" y="72"/>
                  </a:cubicBezTo>
                  <a:lnTo>
                    <a:pt x="1455" y="72"/>
                  </a:lnTo>
                  <a:cubicBezTo>
                    <a:pt x="2115" y="527"/>
                    <a:pt x="2231" y="1161"/>
                    <a:pt x="2231" y="1161"/>
                  </a:cubicBezTo>
                  <a:cubicBezTo>
                    <a:pt x="1794" y="554"/>
                    <a:pt x="938" y="545"/>
                    <a:pt x="937" y="545"/>
                  </a:cubicBezTo>
                  <a:lnTo>
                    <a:pt x="937" y="545"/>
                  </a:lnTo>
                  <a:cubicBezTo>
                    <a:pt x="1482" y="715"/>
                    <a:pt x="1847" y="1205"/>
                    <a:pt x="1847" y="1205"/>
                  </a:cubicBezTo>
                  <a:cubicBezTo>
                    <a:pt x="1847" y="1205"/>
                    <a:pt x="1526" y="955"/>
                    <a:pt x="1053" y="911"/>
                  </a:cubicBezTo>
                  <a:cubicBezTo>
                    <a:pt x="966" y="903"/>
                    <a:pt x="886" y="899"/>
                    <a:pt x="814" y="899"/>
                  </a:cubicBezTo>
                  <a:cubicBezTo>
                    <a:pt x="497" y="899"/>
                    <a:pt x="331" y="964"/>
                    <a:pt x="331" y="964"/>
                  </a:cubicBezTo>
                  <a:cubicBezTo>
                    <a:pt x="1169" y="982"/>
                    <a:pt x="1455" y="1366"/>
                    <a:pt x="1455" y="1366"/>
                  </a:cubicBezTo>
                  <a:cubicBezTo>
                    <a:pt x="1241" y="1302"/>
                    <a:pt x="1020" y="1289"/>
                    <a:pt x="878" y="1289"/>
                  </a:cubicBezTo>
                  <a:cubicBezTo>
                    <a:pt x="783" y="1289"/>
                    <a:pt x="723" y="1294"/>
                    <a:pt x="723" y="1294"/>
                  </a:cubicBezTo>
                  <a:cubicBezTo>
                    <a:pt x="1303" y="1393"/>
                    <a:pt x="1562" y="1687"/>
                    <a:pt x="1562" y="1687"/>
                  </a:cubicBezTo>
                  <a:cubicBezTo>
                    <a:pt x="1562" y="1687"/>
                    <a:pt x="1284" y="1612"/>
                    <a:pt x="983" y="1612"/>
                  </a:cubicBezTo>
                  <a:cubicBezTo>
                    <a:pt x="832" y="1612"/>
                    <a:pt x="676" y="1630"/>
                    <a:pt x="545" y="1687"/>
                  </a:cubicBezTo>
                  <a:cubicBezTo>
                    <a:pt x="161" y="1865"/>
                    <a:pt x="81" y="2213"/>
                    <a:pt x="81" y="2213"/>
                  </a:cubicBezTo>
                  <a:cubicBezTo>
                    <a:pt x="267" y="1994"/>
                    <a:pt x="556" y="1846"/>
                    <a:pt x="905" y="1846"/>
                  </a:cubicBezTo>
                  <a:cubicBezTo>
                    <a:pt x="924" y="1846"/>
                    <a:pt x="944" y="1847"/>
                    <a:pt x="964" y="1848"/>
                  </a:cubicBezTo>
                  <a:cubicBezTo>
                    <a:pt x="1294" y="1856"/>
                    <a:pt x="1455" y="2008"/>
                    <a:pt x="1455" y="2008"/>
                  </a:cubicBezTo>
                  <a:cubicBezTo>
                    <a:pt x="1455" y="2008"/>
                    <a:pt x="1349" y="1989"/>
                    <a:pt x="1189" y="1989"/>
                  </a:cubicBezTo>
                  <a:cubicBezTo>
                    <a:pt x="1006" y="1989"/>
                    <a:pt x="753" y="2014"/>
                    <a:pt x="509" y="2124"/>
                  </a:cubicBezTo>
                  <a:cubicBezTo>
                    <a:pt x="63" y="2320"/>
                    <a:pt x="1" y="2677"/>
                    <a:pt x="1" y="2677"/>
                  </a:cubicBezTo>
                  <a:cubicBezTo>
                    <a:pt x="295" y="2347"/>
                    <a:pt x="830" y="2276"/>
                    <a:pt x="830" y="2276"/>
                  </a:cubicBezTo>
                  <a:lnTo>
                    <a:pt x="830" y="2276"/>
                  </a:lnTo>
                  <a:cubicBezTo>
                    <a:pt x="152" y="2615"/>
                    <a:pt x="36" y="3195"/>
                    <a:pt x="36" y="3195"/>
                  </a:cubicBezTo>
                  <a:cubicBezTo>
                    <a:pt x="259" y="2963"/>
                    <a:pt x="679" y="2829"/>
                    <a:pt x="679" y="2829"/>
                  </a:cubicBezTo>
                  <a:lnTo>
                    <a:pt x="679" y="2829"/>
                  </a:lnTo>
                  <a:cubicBezTo>
                    <a:pt x="233" y="3177"/>
                    <a:pt x="90" y="3667"/>
                    <a:pt x="90" y="3667"/>
                  </a:cubicBezTo>
                  <a:cubicBezTo>
                    <a:pt x="393" y="3266"/>
                    <a:pt x="919" y="3079"/>
                    <a:pt x="920" y="3079"/>
                  </a:cubicBezTo>
                  <a:lnTo>
                    <a:pt x="920" y="3079"/>
                  </a:lnTo>
                  <a:cubicBezTo>
                    <a:pt x="697" y="3355"/>
                    <a:pt x="625" y="3739"/>
                    <a:pt x="625" y="3739"/>
                  </a:cubicBezTo>
                  <a:cubicBezTo>
                    <a:pt x="973" y="2954"/>
                    <a:pt x="1589" y="2829"/>
                    <a:pt x="1589" y="2829"/>
                  </a:cubicBezTo>
                  <a:lnTo>
                    <a:pt x="1589" y="2829"/>
                  </a:lnTo>
                  <a:cubicBezTo>
                    <a:pt x="982" y="3141"/>
                    <a:pt x="884" y="3962"/>
                    <a:pt x="884" y="3962"/>
                  </a:cubicBezTo>
                  <a:cubicBezTo>
                    <a:pt x="1169" y="3195"/>
                    <a:pt x="1722" y="2963"/>
                    <a:pt x="1722" y="2963"/>
                  </a:cubicBezTo>
                  <a:lnTo>
                    <a:pt x="1722" y="2963"/>
                  </a:lnTo>
                  <a:cubicBezTo>
                    <a:pt x="1125" y="3614"/>
                    <a:pt x="1366" y="4363"/>
                    <a:pt x="1366" y="4363"/>
                  </a:cubicBezTo>
                  <a:cubicBezTo>
                    <a:pt x="1366" y="3712"/>
                    <a:pt x="1669" y="3382"/>
                    <a:pt x="1669" y="3382"/>
                  </a:cubicBezTo>
                  <a:lnTo>
                    <a:pt x="1669" y="3382"/>
                  </a:lnTo>
                  <a:cubicBezTo>
                    <a:pt x="1544" y="3739"/>
                    <a:pt x="1606" y="4042"/>
                    <a:pt x="1606" y="4042"/>
                  </a:cubicBezTo>
                  <a:cubicBezTo>
                    <a:pt x="1731" y="3355"/>
                    <a:pt x="2106" y="3079"/>
                    <a:pt x="2106" y="3079"/>
                  </a:cubicBezTo>
                  <a:lnTo>
                    <a:pt x="2106" y="3079"/>
                  </a:lnTo>
                  <a:cubicBezTo>
                    <a:pt x="1883" y="3489"/>
                    <a:pt x="1919" y="4113"/>
                    <a:pt x="1919" y="4113"/>
                  </a:cubicBezTo>
                  <a:cubicBezTo>
                    <a:pt x="2035" y="3400"/>
                    <a:pt x="2391" y="2990"/>
                    <a:pt x="2392" y="2989"/>
                  </a:cubicBezTo>
                  <a:lnTo>
                    <a:pt x="2392" y="2989"/>
                  </a:lnTo>
                  <a:cubicBezTo>
                    <a:pt x="2115" y="3694"/>
                    <a:pt x="2409" y="4444"/>
                    <a:pt x="2409" y="4444"/>
                  </a:cubicBezTo>
                  <a:cubicBezTo>
                    <a:pt x="2311" y="3230"/>
                    <a:pt x="2838" y="2856"/>
                    <a:pt x="2838" y="2856"/>
                  </a:cubicBezTo>
                  <a:cubicBezTo>
                    <a:pt x="2838" y="2856"/>
                    <a:pt x="3364" y="3230"/>
                    <a:pt x="3275" y="4444"/>
                  </a:cubicBezTo>
                  <a:cubicBezTo>
                    <a:pt x="3275" y="4444"/>
                    <a:pt x="3569" y="3694"/>
                    <a:pt x="3284" y="2989"/>
                  </a:cubicBezTo>
                  <a:lnTo>
                    <a:pt x="3284" y="2989"/>
                  </a:lnTo>
                  <a:cubicBezTo>
                    <a:pt x="3284" y="2990"/>
                    <a:pt x="3649" y="3400"/>
                    <a:pt x="3756" y="4113"/>
                  </a:cubicBezTo>
                  <a:cubicBezTo>
                    <a:pt x="3756" y="4113"/>
                    <a:pt x="3801" y="3489"/>
                    <a:pt x="3578" y="3079"/>
                  </a:cubicBezTo>
                  <a:lnTo>
                    <a:pt x="3578" y="3079"/>
                  </a:lnTo>
                  <a:cubicBezTo>
                    <a:pt x="3578" y="3079"/>
                    <a:pt x="3953" y="3355"/>
                    <a:pt x="4078" y="4042"/>
                  </a:cubicBezTo>
                  <a:cubicBezTo>
                    <a:pt x="4078" y="4042"/>
                    <a:pt x="4140" y="3739"/>
                    <a:pt x="4006" y="3382"/>
                  </a:cubicBezTo>
                  <a:lnTo>
                    <a:pt x="4006" y="3382"/>
                  </a:lnTo>
                  <a:cubicBezTo>
                    <a:pt x="4006" y="3382"/>
                    <a:pt x="4318" y="3712"/>
                    <a:pt x="4318" y="4363"/>
                  </a:cubicBezTo>
                  <a:cubicBezTo>
                    <a:pt x="4318" y="4363"/>
                    <a:pt x="4550" y="3614"/>
                    <a:pt x="3953" y="2963"/>
                  </a:cubicBezTo>
                  <a:lnTo>
                    <a:pt x="3953" y="2963"/>
                  </a:lnTo>
                  <a:cubicBezTo>
                    <a:pt x="3953" y="2963"/>
                    <a:pt x="4515" y="3195"/>
                    <a:pt x="4800" y="3962"/>
                  </a:cubicBezTo>
                  <a:cubicBezTo>
                    <a:pt x="4800" y="3962"/>
                    <a:pt x="4702" y="3141"/>
                    <a:pt x="4095" y="2829"/>
                  </a:cubicBezTo>
                  <a:lnTo>
                    <a:pt x="4095" y="2829"/>
                  </a:lnTo>
                  <a:cubicBezTo>
                    <a:pt x="4096" y="2829"/>
                    <a:pt x="4711" y="2954"/>
                    <a:pt x="5059" y="3739"/>
                  </a:cubicBezTo>
                  <a:cubicBezTo>
                    <a:pt x="5059" y="3739"/>
                    <a:pt x="4988" y="3355"/>
                    <a:pt x="4765" y="3079"/>
                  </a:cubicBezTo>
                  <a:lnTo>
                    <a:pt x="4765" y="3079"/>
                  </a:lnTo>
                  <a:cubicBezTo>
                    <a:pt x="4765" y="3079"/>
                    <a:pt x="5291" y="3266"/>
                    <a:pt x="5585" y="3667"/>
                  </a:cubicBezTo>
                  <a:cubicBezTo>
                    <a:pt x="5585" y="3667"/>
                    <a:pt x="5451" y="3177"/>
                    <a:pt x="5005" y="2829"/>
                  </a:cubicBezTo>
                  <a:lnTo>
                    <a:pt x="5005" y="2829"/>
                  </a:lnTo>
                  <a:cubicBezTo>
                    <a:pt x="5006" y="2829"/>
                    <a:pt x="5425" y="2963"/>
                    <a:pt x="5648" y="3195"/>
                  </a:cubicBezTo>
                  <a:cubicBezTo>
                    <a:pt x="5648" y="3195"/>
                    <a:pt x="5532" y="2615"/>
                    <a:pt x="4854" y="2276"/>
                  </a:cubicBezTo>
                  <a:lnTo>
                    <a:pt x="4854" y="2276"/>
                  </a:lnTo>
                  <a:cubicBezTo>
                    <a:pt x="4854" y="2276"/>
                    <a:pt x="5389" y="2347"/>
                    <a:pt x="5683" y="2677"/>
                  </a:cubicBezTo>
                  <a:cubicBezTo>
                    <a:pt x="5683" y="2677"/>
                    <a:pt x="5621" y="2320"/>
                    <a:pt x="5166" y="2124"/>
                  </a:cubicBezTo>
                  <a:cubicBezTo>
                    <a:pt x="4927" y="2014"/>
                    <a:pt x="4676" y="1989"/>
                    <a:pt x="4494" y="1989"/>
                  </a:cubicBezTo>
                  <a:cubicBezTo>
                    <a:pt x="4335" y="1989"/>
                    <a:pt x="4229" y="2008"/>
                    <a:pt x="4229" y="2008"/>
                  </a:cubicBezTo>
                  <a:cubicBezTo>
                    <a:pt x="4229" y="2008"/>
                    <a:pt x="4390" y="1856"/>
                    <a:pt x="4720" y="1848"/>
                  </a:cubicBezTo>
                  <a:cubicBezTo>
                    <a:pt x="4740" y="1847"/>
                    <a:pt x="4760" y="1846"/>
                    <a:pt x="4779" y="1846"/>
                  </a:cubicBezTo>
                  <a:cubicBezTo>
                    <a:pt x="5128" y="1846"/>
                    <a:pt x="5417" y="1994"/>
                    <a:pt x="5603" y="2213"/>
                  </a:cubicBezTo>
                  <a:cubicBezTo>
                    <a:pt x="5603" y="2213"/>
                    <a:pt x="5523" y="1865"/>
                    <a:pt x="5130" y="1687"/>
                  </a:cubicBezTo>
                  <a:cubicBezTo>
                    <a:pt x="5002" y="1630"/>
                    <a:pt x="4848" y="1612"/>
                    <a:pt x="4698" y="1612"/>
                  </a:cubicBezTo>
                  <a:cubicBezTo>
                    <a:pt x="4400" y="1612"/>
                    <a:pt x="4122" y="1687"/>
                    <a:pt x="4122" y="1687"/>
                  </a:cubicBezTo>
                  <a:cubicBezTo>
                    <a:pt x="4122" y="1687"/>
                    <a:pt x="4381" y="1393"/>
                    <a:pt x="4961" y="1294"/>
                  </a:cubicBezTo>
                  <a:cubicBezTo>
                    <a:pt x="4961" y="1294"/>
                    <a:pt x="4901" y="1289"/>
                    <a:pt x="4806" y="1289"/>
                  </a:cubicBezTo>
                  <a:cubicBezTo>
                    <a:pt x="4664" y="1289"/>
                    <a:pt x="4443" y="1302"/>
                    <a:pt x="4229" y="1366"/>
                  </a:cubicBezTo>
                  <a:cubicBezTo>
                    <a:pt x="4229" y="1366"/>
                    <a:pt x="4515" y="982"/>
                    <a:pt x="5353" y="964"/>
                  </a:cubicBezTo>
                  <a:cubicBezTo>
                    <a:pt x="5353" y="964"/>
                    <a:pt x="5187" y="899"/>
                    <a:pt x="4870" y="899"/>
                  </a:cubicBezTo>
                  <a:cubicBezTo>
                    <a:pt x="4798" y="899"/>
                    <a:pt x="4718" y="903"/>
                    <a:pt x="4631" y="911"/>
                  </a:cubicBezTo>
                  <a:cubicBezTo>
                    <a:pt x="4158" y="955"/>
                    <a:pt x="3837" y="1205"/>
                    <a:pt x="3837" y="1205"/>
                  </a:cubicBezTo>
                  <a:cubicBezTo>
                    <a:pt x="3837" y="1205"/>
                    <a:pt x="4203" y="715"/>
                    <a:pt x="4747" y="545"/>
                  </a:cubicBezTo>
                  <a:lnTo>
                    <a:pt x="4747" y="545"/>
                  </a:lnTo>
                  <a:cubicBezTo>
                    <a:pt x="4747" y="545"/>
                    <a:pt x="3890" y="554"/>
                    <a:pt x="3444" y="1161"/>
                  </a:cubicBezTo>
                  <a:cubicBezTo>
                    <a:pt x="3444" y="1161"/>
                    <a:pt x="3569" y="527"/>
                    <a:pt x="4229" y="72"/>
                  </a:cubicBezTo>
                  <a:lnTo>
                    <a:pt x="4229" y="72"/>
                  </a:lnTo>
                  <a:cubicBezTo>
                    <a:pt x="4229" y="72"/>
                    <a:pt x="3640" y="269"/>
                    <a:pt x="3266" y="884"/>
                  </a:cubicBezTo>
                  <a:cubicBezTo>
                    <a:pt x="3266" y="884"/>
                    <a:pt x="3328" y="492"/>
                    <a:pt x="3462" y="1"/>
                  </a:cubicBezTo>
                  <a:lnTo>
                    <a:pt x="3462" y="1"/>
                  </a:lnTo>
                  <a:cubicBezTo>
                    <a:pt x="3462" y="1"/>
                    <a:pt x="2989" y="304"/>
                    <a:pt x="2838" y="973"/>
                  </a:cubicBezTo>
                  <a:cubicBezTo>
                    <a:pt x="2686" y="304"/>
                    <a:pt x="2213" y="1"/>
                    <a:pt x="2213"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4"/>
            <p:cNvSpPr/>
            <p:nvPr/>
          </p:nvSpPr>
          <p:spPr>
            <a:xfrm>
              <a:off x="3956262" y="2952724"/>
              <a:ext cx="54592" cy="707536"/>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4"/>
            <p:cNvSpPr/>
            <p:nvPr/>
          </p:nvSpPr>
          <p:spPr>
            <a:xfrm>
              <a:off x="3979290" y="2952724"/>
              <a:ext cx="31564" cy="707536"/>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4"/>
            <p:cNvSpPr/>
            <p:nvPr/>
          </p:nvSpPr>
          <p:spPr>
            <a:xfrm>
              <a:off x="3812879" y="2781148"/>
              <a:ext cx="341358" cy="266584"/>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4"/>
            <p:cNvSpPr/>
            <p:nvPr/>
          </p:nvSpPr>
          <p:spPr>
            <a:xfrm>
              <a:off x="3881962" y="2843645"/>
              <a:ext cx="203139" cy="159455"/>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4"/>
            <p:cNvSpPr/>
            <p:nvPr/>
          </p:nvSpPr>
          <p:spPr>
            <a:xfrm>
              <a:off x="4372762" y="3113022"/>
              <a:ext cx="45160" cy="588603"/>
            </a:xfrm>
            <a:custGeom>
              <a:rect b="b" l="l" r="r" t="t"/>
              <a:pathLst>
                <a:path extrusionOk="0" h="11170" w="857">
                  <a:moveTo>
                    <a:pt x="206" y="1"/>
                  </a:moveTo>
                  <a:cubicBezTo>
                    <a:pt x="206" y="1"/>
                    <a:pt x="0" y="563"/>
                    <a:pt x="206" y="1749"/>
                  </a:cubicBezTo>
                  <a:cubicBezTo>
                    <a:pt x="357" y="2677"/>
                    <a:pt x="206" y="11170"/>
                    <a:pt x="206" y="11170"/>
                  </a:cubicBezTo>
                  <a:lnTo>
                    <a:pt x="652" y="11170"/>
                  </a:lnTo>
                  <a:cubicBezTo>
                    <a:pt x="652" y="11170"/>
                    <a:pt x="500" y="2677"/>
                    <a:pt x="652" y="1749"/>
                  </a:cubicBezTo>
                  <a:cubicBezTo>
                    <a:pt x="857" y="563"/>
                    <a:pt x="652" y="1"/>
                    <a:pt x="652"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4"/>
            <p:cNvSpPr/>
            <p:nvPr/>
          </p:nvSpPr>
          <p:spPr>
            <a:xfrm>
              <a:off x="4392048" y="3113022"/>
              <a:ext cx="25873" cy="588603"/>
            </a:xfrm>
            <a:custGeom>
              <a:rect b="b" l="l" r="r" t="t"/>
              <a:pathLst>
                <a:path extrusionOk="0" h="11170" w="491">
                  <a:moveTo>
                    <a:pt x="161" y="1"/>
                  </a:moveTo>
                  <a:cubicBezTo>
                    <a:pt x="161" y="1"/>
                    <a:pt x="357" y="563"/>
                    <a:pt x="161" y="1749"/>
                  </a:cubicBezTo>
                  <a:cubicBezTo>
                    <a:pt x="0" y="2677"/>
                    <a:pt x="161" y="11170"/>
                    <a:pt x="161" y="11170"/>
                  </a:cubicBezTo>
                  <a:lnTo>
                    <a:pt x="286" y="11170"/>
                  </a:lnTo>
                  <a:cubicBezTo>
                    <a:pt x="286" y="11170"/>
                    <a:pt x="134" y="2677"/>
                    <a:pt x="286" y="1749"/>
                  </a:cubicBezTo>
                  <a:cubicBezTo>
                    <a:pt x="491" y="563"/>
                    <a:pt x="286" y="1"/>
                    <a:pt x="286"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4"/>
            <p:cNvSpPr/>
            <p:nvPr/>
          </p:nvSpPr>
          <p:spPr>
            <a:xfrm>
              <a:off x="4253356" y="2970113"/>
              <a:ext cx="283499" cy="221951"/>
            </a:xfrm>
            <a:custGeom>
              <a:rect b="b" l="l" r="r" t="t"/>
              <a:pathLst>
                <a:path extrusionOk="0" h="4212" w="5380">
                  <a:moveTo>
                    <a:pt x="2106" y="1"/>
                  </a:moveTo>
                  <a:cubicBezTo>
                    <a:pt x="2231" y="473"/>
                    <a:pt x="2293" y="839"/>
                    <a:pt x="2293" y="839"/>
                  </a:cubicBezTo>
                  <a:cubicBezTo>
                    <a:pt x="1936" y="259"/>
                    <a:pt x="1374" y="72"/>
                    <a:pt x="1374" y="72"/>
                  </a:cubicBezTo>
                  <a:lnTo>
                    <a:pt x="1374" y="72"/>
                  </a:lnTo>
                  <a:cubicBezTo>
                    <a:pt x="1999" y="500"/>
                    <a:pt x="2115" y="1098"/>
                    <a:pt x="2115" y="1098"/>
                  </a:cubicBezTo>
                  <a:cubicBezTo>
                    <a:pt x="1695" y="527"/>
                    <a:pt x="884" y="527"/>
                    <a:pt x="884" y="527"/>
                  </a:cubicBezTo>
                  <a:lnTo>
                    <a:pt x="884" y="527"/>
                  </a:lnTo>
                  <a:cubicBezTo>
                    <a:pt x="1410" y="687"/>
                    <a:pt x="1749" y="1142"/>
                    <a:pt x="1749" y="1142"/>
                  </a:cubicBezTo>
                  <a:cubicBezTo>
                    <a:pt x="1749" y="1142"/>
                    <a:pt x="1446" y="902"/>
                    <a:pt x="1000" y="866"/>
                  </a:cubicBezTo>
                  <a:cubicBezTo>
                    <a:pt x="909" y="857"/>
                    <a:pt x="827" y="853"/>
                    <a:pt x="753" y="853"/>
                  </a:cubicBezTo>
                  <a:cubicBezTo>
                    <a:pt x="461" y="853"/>
                    <a:pt x="313" y="910"/>
                    <a:pt x="313" y="910"/>
                  </a:cubicBezTo>
                  <a:cubicBezTo>
                    <a:pt x="1107" y="937"/>
                    <a:pt x="1383" y="1303"/>
                    <a:pt x="1383" y="1303"/>
                  </a:cubicBezTo>
                  <a:cubicBezTo>
                    <a:pt x="1174" y="1239"/>
                    <a:pt x="966" y="1226"/>
                    <a:pt x="832" y="1226"/>
                  </a:cubicBezTo>
                  <a:cubicBezTo>
                    <a:pt x="743" y="1226"/>
                    <a:pt x="687" y="1232"/>
                    <a:pt x="687" y="1232"/>
                  </a:cubicBezTo>
                  <a:cubicBezTo>
                    <a:pt x="1232" y="1330"/>
                    <a:pt x="1481" y="1606"/>
                    <a:pt x="1481" y="1606"/>
                  </a:cubicBezTo>
                  <a:cubicBezTo>
                    <a:pt x="1481" y="1606"/>
                    <a:pt x="1220" y="1531"/>
                    <a:pt x="934" y="1531"/>
                  </a:cubicBezTo>
                  <a:cubicBezTo>
                    <a:pt x="791" y="1531"/>
                    <a:pt x="643" y="1550"/>
                    <a:pt x="518" y="1606"/>
                  </a:cubicBezTo>
                  <a:cubicBezTo>
                    <a:pt x="152" y="1776"/>
                    <a:pt x="81" y="2106"/>
                    <a:pt x="81" y="2106"/>
                  </a:cubicBezTo>
                  <a:cubicBezTo>
                    <a:pt x="249" y="1895"/>
                    <a:pt x="521" y="1756"/>
                    <a:pt x="851" y="1756"/>
                  </a:cubicBezTo>
                  <a:cubicBezTo>
                    <a:pt x="870" y="1756"/>
                    <a:pt x="890" y="1757"/>
                    <a:pt x="910" y="1758"/>
                  </a:cubicBezTo>
                  <a:cubicBezTo>
                    <a:pt x="1223" y="1767"/>
                    <a:pt x="1374" y="1910"/>
                    <a:pt x="1374" y="1910"/>
                  </a:cubicBezTo>
                  <a:cubicBezTo>
                    <a:pt x="1374" y="1910"/>
                    <a:pt x="1275" y="1893"/>
                    <a:pt x="1127" y="1893"/>
                  </a:cubicBezTo>
                  <a:cubicBezTo>
                    <a:pt x="954" y="1893"/>
                    <a:pt x="713" y="1916"/>
                    <a:pt x="482" y="2017"/>
                  </a:cubicBezTo>
                  <a:cubicBezTo>
                    <a:pt x="63" y="2204"/>
                    <a:pt x="0" y="2543"/>
                    <a:pt x="0" y="2543"/>
                  </a:cubicBezTo>
                  <a:cubicBezTo>
                    <a:pt x="277" y="2231"/>
                    <a:pt x="785" y="2168"/>
                    <a:pt x="786" y="2168"/>
                  </a:cubicBezTo>
                  <a:lnTo>
                    <a:pt x="786" y="2168"/>
                  </a:lnTo>
                  <a:cubicBezTo>
                    <a:pt x="143" y="2481"/>
                    <a:pt x="36" y="3034"/>
                    <a:pt x="36" y="3034"/>
                  </a:cubicBezTo>
                  <a:cubicBezTo>
                    <a:pt x="241" y="2811"/>
                    <a:pt x="643" y="2686"/>
                    <a:pt x="643" y="2686"/>
                  </a:cubicBezTo>
                  <a:lnTo>
                    <a:pt x="643" y="2686"/>
                  </a:lnTo>
                  <a:cubicBezTo>
                    <a:pt x="215" y="3016"/>
                    <a:pt x="90" y="3489"/>
                    <a:pt x="90" y="3489"/>
                  </a:cubicBezTo>
                  <a:cubicBezTo>
                    <a:pt x="366" y="3096"/>
                    <a:pt x="875" y="2918"/>
                    <a:pt x="875" y="2918"/>
                  </a:cubicBezTo>
                  <a:lnTo>
                    <a:pt x="875" y="2918"/>
                  </a:lnTo>
                  <a:cubicBezTo>
                    <a:pt x="661" y="3185"/>
                    <a:pt x="598" y="3551"/>
                    <a:pt x="598" y="3551"/>
                  </a:cubicBezTo>
                  <a:cubicBezTo>
                    <a:pt x="919" y="2802"/>
                    <a:pt x="1508" y="2686"/>
                    <a:pt x="1508" y="2686"/>
                  </a:cubicBezTo>
                  <a:lnTo>
                    <a:pt x="1508" y="2686"/>
                  </a:lnTo>
                  <a:cubicBezTo>
                    <a:pt x="928" y="2980"/>
                    <a:pt x="839" y="3756"/>
                    <a:pt x="839" y="3756"/>
                  </a:cubicBezTo>
                  <a:cubicBezTo>
                    <a:pt x="1107" y="3034"/>
                    <a:pt x="1633" y="2811"/>
                    <a:pt x="1633" y="2811"/>
                  </a:cubicBezTo>
                  <a:lnTo>
                    <a:pt x="1633" y="2811"/>
                  </a:lnTo>
                  <a:cubicBezTo>
                    <a:pt x="1071" y="3426"/>
                    <a:pt x="1294" y="4140"/>
                    <a:pt x="1294" y="4140"/>
                  </a:cubicBezTo>
                  <a:cubicBezTo>
                    <a:pt x="1294" y="3524"/>
                    <a:pt x="1588" y="3212"/>
                    <a:pt x="1588" y="3212"/>
                  </a:cubicBezTo>
                  <a:lnTo>
                    <a:pt x="1588" y="3212"/>
                  </a:lnTo>
                  <a:cubicBezTo>
                    <a:pt x="1464" y="3551"/>
                    <a:pt x="1517" y="3837"/>
                    <a:pt x="1517" y="3837"/>
                  </a:cubicBezTo>
                  <a:cubicBezTo>
                    <a:pt x="1642" y="3185"/>
                    <a:pt x="1999" y="2918"/>
                    <a:pt x="1999" y="2918"/>
                  </a:cubicBezTo>
                  <a:lnTo>
                    <a:pt x="1999" y="2918"/>
                  </a:lnTo>
                  <a:cubicBezTo>
                    <a:pt x="1785" y="3310"/>
                    <a:pt x="1820" y="3899"/>
                    <a:pt x="1820" y="3899"/>
                  </a:cubicBezTo>
                  <a:cubicBezTo>
                    <a:pt x="1927" y="3230"/>
                    <a:pt x="2266" y="2838"/>
                    <a:pt x="2266" y="2837"/>
                  </a:cubicBezTo>
                  <a:lnTo>
                    <a:pt x="2266" y="2837"/>
                  </a:lnTo>
                  <a:cubicBezTo>
                    <a:pt x="2008" y="3507"/>
                    <a:pt x="2284" y="4211"/>
                    <a:pt x="2284" y="4211"/>
                  </a:cubicBezTo>
                  <a:cubicBezTo>
                    <a:pt x="2195" y="3069"/>
                    <a:pt x="2695" y="2713"/>
                    <a:pt x="2695" y="2713"/>
                  </a:cubicBezTo>
                  <a:cubicBezTo>
                    <a:pt x="2695" y="2713"/>
                    <a:pt x="3194" y="3069"/>
                    <a:pt x="3105" y="4211"/>
                  </a:cubicBezTo>
                  <a:cubicBezTo>
                    <a:pt x="3105" y="4211"/>
                    <a:pt x="3382" y="3507"/>
                    <a:pt x="3114" y="2837"/>
                  </a:cubicBezTo>
                  <a:lnTo>
                    <a:pt x="3114" y="2837"/>
                  </a:lnTo>
                  <a:cubicBezTo>
                    <a:pt x="3114" y="2838"/>
                    <a:pt x="3453" y="3230"/>
                    <a:pt x="3560" y="3899"/>
                  </a:cubicBezTo>
                  <a:cubicBezTo>
                    <a:pt x="3560" y="3899"/>
                    <a:pt x="3605" y="3310"/>
                    <a:pt x="3390" y="2918"/>
                  </a:cubicBezTo>
                  <a:lnTo>
                    <a:pt x="3390" y="2918"/>
                  </a:lnTo>
                  <a:cubicBezTo>
                    <a:pt x="3391" y="2918"/>
                    <a:pt x="3747" y="3185"/>
                    <a:pt x="3872" y="3837"/>
                  </a:cubicBezTo>
                  <a:cubicBezTo>
                    <a:pt x="3872" y="3837"/>
                    <a:pt x="3926" y="3551"/>
                    <a:pt x="3801" y="3212"/>
                  </a:cubicBezTo>
                  <a:lnTo>
                    <a:pt x="3801" y="3212"/>
                  </a:lnTo>
                  <a:cubicBezTo>
                    <a:pt x="3801" y="3212"/>
                    <a:pt x="4095" y="3524"/>
                    <a:pt x="4095" y="4140"/>
                  </a:cubicBezTo>
                  <a:cubicBezTo>
                    <a:pt x="4095" y="4140"/>
                    <a:pt x="4318" y="3426"/>
                    <a:pt x="3747" y="2811"/>
                  </a:cubicBezTo>
                  <a:lnTo>
                    <a:pt x="3747" y="2811"/>
                  </a:lnTo>
                  <a:cubicBezTo>
                    <a:pt x="3747" y="2811"/>
                    <a:pt x="4274" y="3034"/>
                    <a:pt x="4550" y="3756"/>
                  </a:cubicBezTo>
                  <a:cubicBezTo>
                    <a:pt x="4550" y="3756"/>
                    <a:pt x="4452" y="2980"/>
                    <a:pt x="3881" y="2686"/>
                  </a:cubicBezTo>
                  <a:lnTo>
                    <a:pt x="3881" y="2686"/>
                  </a:lnTo>
                  <a:cubicBezTo>
                    <a:pt x="3881" y="2686"/>
                    <a:pt x="4470" y="2802"/>
                    <a:pt x="4791" y="3551"/>
                  </a:cubicBezTo>
                  <a:cubicBezTo>
                    <a:pt x="4791" y="3551"/>
                    <a:pt x="4729" y="3185"/>
                    <a:pt x="4515" y="2918"/>
                  </a:cubicBezTo>
                  <a:lnTo>
                    <a:pt x="4515" y="2918"/>
                  </a:lnTo>
                  <a:cubicBezTo>
                    <a:pt x="4515" y="2918"/>
                    <a:pt x="5014" y="3096"/>
                    <a:pt x="5300" y="3489"/>
                  </a:cubicBezTo>
                  <a:cubicBezTo>
                    <a:pt x="5300" y="3489"/>
                    <a:pt x="5166" y="3016"/>
                    <a:pt x="4746" y="2686"/>
                  </a:cubicBezTo>
                  <a:lnTo>
                    <a:pt x="4746" y="2686"/>
                  </a:lnTo>
                  <a:cubicBezTo>
                    <a:pt x="4747" y="2686"/>
                    <a:pt x="5139" y="2811"/>
                    <a:pt x="5353" y="3034"/>
                  </a:cubicBezTo>
                  <a:cubicBezTo>
                    <a:pt x="5353" y="3034"/>
                    <a:pt x="5246" y="2481"/>
                    <a:pt x="4604" y="2168"/>
                  </a:cubicBezTo>
                  <a:lnTo>
                    <a:pt x="4604" y="2168"/>
                  </a:lnTo>
                  <a:cubicBezTo>
                    <a:pt x="4604" y="2168"/>
                    <a:pt x="5103" y="2231"/>
                    <a:pt x="5380" y="2543"/>
                  </a:cubicBezTo>
                  <a:cubicBezTo>
                    <a:pt x="5380" y="2543"/>
                    <a:pt x="5326" y="2204"/>
                    <a:pt x="4898" y="2017"/>
                  </a:cubicBezTo>
                  <a:cubicBezTo>
                    <a:pt x="4672" y="1916"/>
                    <a:pt x="4431" y="1893"/>
                    <a:pt x="4256" y="1893"/>
                  </a:cubicBezTo>
                  <a:cubicBezTo>
                    <a:pt x="4107" y="1893"/>
                    <a:pt x="4006" y="1910"/>
                    <a:pt x="4006" y="1910"/>
                  </a:cubicBezTo>
                  <a:cubicBezTo>
                    <a:pt x="4006" y="1910"/>
                    <a:pt x="4158" y="1767"/>
                    <a:pt x="4470" y="1758"/>
                  </a:cubicBezTo>
                  <a:cubicBezTo>
                    <a:pt x="4490" y="1757"/>
                    <a:pt x="4510" y="1756"/>
                    <a:pt x="4530" y="1756"/>
                  </a:cubicBezTo>
                  <a:cubicBezTo>
                    <a:pt x="4861" y="1756"/>
                    <a:pt x="5140" y="1895"/>
                    <a:pt x="5308" y="2106"/>
                  </a:cubicBezTo>
                  <a:cubicBezTo>
                    <a:pt x="5308" y="2106"/>
                    <a:pt x="5237" y="1776"/>
                    <a:pt x="4871" y="1606"/>
                  </a:cubicBezTo>
                  <a:cubicBezTo>
                    <a:pt x="4746" y="1550"/>
                    <a:pt x="4598" y="1531"/>
                    <a:pt x="4455" y="1531"/>
                  </a:cubicBezTo>
                  <a:cubicBezTo>
                    <a:pt x="4170" y="1531"/>
                    <a:pt x="3908" y="1606"/>
                    <a:pt x="3908" y="1606"/>
                  </a:cubicBezTo>
                  <a:cubicBezTo>
                    <a:pt x="3908" y="1606"/>
                    <a:pt x="4149" y="1330"/>
                    <a:pt x="4702" y="1232"/>
                  </a:cubicBezTo>
                  <a:cubicBezTo>
                    <a:pt x="4702" y="1232"/>
                    <a:pt x="4645" y="1226"/>
                    <a:pt x="4555" y="1226"/>
                  </a:cubicBezTo>
                  <a:cubicBezTo>
                    <a:pt x="4419" y="1226"/>
                    <a:pt x="4209" y="1239"/>
                    <a:pt x="4006" y="1303"/>
                  </a:cubicBezTo>
                  <a:cubicBezTo>
                    <a:pt x="4006" y="1303"/>
                    <a:pt x="4283" y="937"/>
                    <a:pt x="5077" y="910"/>
                  </a:cubicBezTo>
                  <a:cubicBezTo>
                    <a:pt x="5077" y="910"/>
                    <a:pt x="4922" y="853"/>
                    <a:pt x="4632" y="853"/>
                  </a:cubicBezTo>
                  <a:cubicBezTo>
                    <a:pt x="4560" y="853"/>
                    <a:pt x="4479" y="857"/>
                    <a:pt x="4390" y="866"/>
                  </a:cubicBezTo>
                  <a:cubicBezTo>
                    <a:pt x="3935" y="902"/>
                    <a:pt x="3640" y="1142"/>
                    <a:pt x="3640" y="1142"/>
                  </a:cubicBezTo>
                  <a:cubicBezTo>
                    <a:pt x="3640" y="1142"/>
                    <a:pt x="3979" y="687"/>
                    <a:pt x="4506" y="527"/>
                  </a:cubicBezTo>
                  <a:lnTo>
                    <a:pt x="4506" y="527"/>
                  </a:lnTo>
                  <a:cubicBezTo>
                    <a:pt x="4505" y="527"/>
                    <a:pt x="3685" y="527"/>
                    <a:pt x="3266" y="1098"/>
                  </a:cubicBezTo>
                  <a:cubicBezTo>
                    <a:pt x="3266" y="1098"/>
                    <a:pt x="3382" y="500"/>
                    <a:pt x="4006" y="72"/>
                  </a:cubicBezTo>
                  <a:lnTo>
                    <a:pt x="4006" y="72"/>
                  </a:lnTo>
                  <a:cubicBezTo>
                    <a:pt x="4006" y="72"/>
                    <a:pt x="3444" y="259"/>
                    <a:pt x="3096" y="839"/>
                  </a:cubicBezTo>
                  <a:cubicBezTo>
                    <a:pt x="3096" y="839"/>
                    <a:pt x="3159" y="473"/>
                    <a:pt x="3283" y="1"/>
                  </a:cubicBezTo>
                  <a:lnTo>
                    <a:pt x="3283" y="1"/>
                  </a:lnTo>
                  <a:cubicBezTo>
                    <a:pt x="3283" y="1"/>
                    <a:pt x="2837" y="295"/>
                    <a:pt x="2695" y="919"/>
                  </a:cubicBezTo>
                  <a:cubicBezTo>
                    <a:pt x="2552" y="295"/>
                    <a:pt x="2106" y="1"/>
                    <a:pt x="2106" y="1"/>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4"/>
            <p:cNvSpPr/>
            <p:nvPr/>
          </p:nvSpPr>
          <p:spPr>
            <a:xfrm>
              <a:off x="4310688" y="3022281"/>
              <a:ext cx="169309" cy="132633"/>
            </a:xfrm>
            <a:custGeom>
              <a:rect b="b" l="l" r="r" t="t"/>
              <a:pathLst>
                <a:path extrusionOk="0" h="2517" w="3213">
                  <a:moveTo>
                    <a:pt x="1955" y="1"/>
                  </a:moveTo>
                  <a:cubicBezTo>
                    <a:pt x="1954" y="1"/>
                    <a:pt x="1687" y="179"/>
                    <a:pt x="1607" y="554"/>
                  </a:cubicBezTo>
                  <a:cubicBezTo>
                    <a:pt x="1517" y="179"/>
                    <a:pt x="1250" y="1"/>
                    <a:pt x="1250" y="1"/>
                  </a:cubicBezTo>
                  <a:lnTo>
                    <a:pt x="1250" y="1"/>
                  </a:lnTo>
                  <a:cubicBezTo>
                    <a:pt x="1330" y="286"/>
                    <a:pt x="1366" y="500"/>
                    <a:pt x="1366" y="500"/>
                  </a:cubicBezTo>
                  <a:cubicBezTo>
                    <a:pt x="1152" y="161"/>
                    <a:pt x="822" y="45"/>
                    <a:pt x="822" y="45"/>
                  </a:cubicBezTo>
                  <a:lnTo>
                    <a:pt x="822" y="45"/>
                  </a:lnTo>
                  <a:cubicBezTo>
                    <a:pt x="1196" y="304"/>
                    <a:pt x="1259" y="661"/>
                    <a:pt x="1259" y="661"/>
                  </a:cubicBezTo>
                  <a:cubicBezTo>
                    <a:pt x="1009" y="322"/>
                    <a:pt x="527" y="313"/>
                    <a:pt x="527" y="313"/>
                  </a:cubicBezTo>
                  <a:lnTo>
                    <a:pt x="527" y="313"/>
                  </a:lnTo>
                  <a:cubicBezTo>
                    <a:pt x="839" y="411"/>
                    <a:pt x="1045" y="688"/>
                    <a:pt x="1045" y="688"/>
                  </a:cubicBezTo>
                  <a:cubicBezTo>
                    <a:pt x="1045" y="688"/>
                    <a:pt x="866" y="545"/>
                    <a:pt x="590" y="518"/>
                  </a:cubicBezTo>
                  <a:cubicBezTo>
                    <a:pt x="536" y="513"/>
                    <a:pt x="488" y="511"/>
                    <a:pt x="444" y="511"/>
                  </a:cubicBezTo>
                  <a:cubicBezTo>
                    <a:pt x="271" y="511"/>
                    <a:pt x="179" y="545"/>
                    <a:pt x="179" y="545"/>
                  </a:cubicBezTo>
                  <a:cubicBezTo>
                    <a:pt x="661" y="563"/>
                    <a:pt x="822" y="777"/>
                    <a:pt x="822" y="777"/>
                  </a:cubicBezTo>
                  <a:cubicBezTo>
                    <a:pt x="711" y="743"/>
                    <a:pt x="601" y="736"/>
                    <a:pt x="522" y="736"/>
                  </a:cubicBezTo>
                  <a:cubicBezTo>
                    <a:pt x="455" y="736"/>
                    <a:pt x="411" y="741"/>
                    <a:pt x="411" y="741"/>
                  </a:cubicBezTo>
                  <a:cubicBezTo>
                    <a:pt x="732" y="795"/>
                    <a:pt x="875" y="964"/>
                    <a:pt x="875" y="964"/>
                  </a:cubicBezTo>
                  <a:cubicBezTo>
                    <a:pt x="875" y="964"/>
                    <a:pt x="720" y="917"/>
                    <a:pt x="551" y="917"/>
                  </a:cubicBezTo>
                  <a:cubicBezTo>
                    <a:pt x="467" y="917"/>
                    <a:pt x="378" y="929"/>
                    <a:pt x="304" y="964"/>
                  </a:cubicBezTo>
                  <a:cubicBezTo>
                    <a:pt x="90" y="1062"/>
                    <a:pt x="45" y="1259"/>
                    <a:pt x="45" y="1259"/>
                  </a:cubicBezTo>
                  <a:cubicBezTo>
                    <a:pt x="147" y="1132"/>
                    <a:pt x="313" y="1053"/>
                    <a:pt x="513" y="1053"/>
                  </a:cubicBezTo>
                  <a:cubicBezTo>
                    <a:pt x="523" y="1053"/>
                    <a:pt x="534" y="1053"/>
                    <a:pt x="545" y="1053"/>
                  </a:cubicBezTo>
                  <a:cubicBezTo>
                    <a:pt x="732" y="1053"/>
                    <a:pt x="822" y="1143"/>
                    <a:pt x="822" y="1143"/>
                  </a:cubicBezTo>
                  <a:cubicBezTo>
                    <a:pt x="822" y="1143"/>
                    <a:pt x="758" y="1130"/>
                    <a:pt x="663" y="1130"/>
                  </a:cubicBezTo>
                  <a:cubicBezTo>
                    <a:pt x="560" y="1130"/>
                    <a:pt x="421" y="1145"/>
                    <a:pt x="286" y="1205"/>
                  </a:cubicBezTo>
                  <a:cubicBezTo>
                    <a:pt x="37" y="1312"/>
                    <a:pt x="1" y="1517"/>
                    <a:pt x="1" y="1517"/>
                  </a:cubicBezTo>
                  <a:cubicBezTo>
                    <a:pt x="170" y="1330"/>
                    <a:pt x="465" y="1294"/>
                    <a:pt x="465" y="1294"/>
                  </a:cubicBezTo>
                  <a:lnTo>
                    <a:pt x="465" y="1294"/>
                  </a:lnTo>
                  <a:cubicBezTo>
                    <a:pt x="81" y="1482"/>
                    <a:pt x="19" y="1812"/>
                    <a:pt x="19" y="1812"/>
                  </a:cubicBezTo>
                  <a:cubicBezTo>
                    <a:pt x="144" y="1678"/>
                    <a:pt x="384" y="1607"/>
                    <a:pt x="384" y="1607"/>
                  </a:cubicBezTo>
                  <a:lnTo>
                    <a:pt x="384" y="1607"/>
                  </a:lnTo>
                  <a:cubicBezTo>
                    <a:pt x="126" y="1803"/>
                    <a:pt x="54" y="2079"/>
                    <a:pt x="54" y="2079"/>
                  </a:cubicBezTo>
                  <a:cubicBezTo>
                    <a:pt x="215" y="1847"/>
                    <a:pt x="518" y="1740"/>
                    <a:pt x="518" y="1740"/>
                  </a:cubicBezTo>
                  <a:lnTo>
                    <a:pt x="518" y="1740"/>
                  </a:lnTo>
                  <a:cubicBezTo>
                    <a:pt x="393" y="1901"/>
                    <a:pt x="349" y="2115"/>
                    <a:pt x="349" y="2115"/>
                  </a:cubicBezTo>
                  <a:cubicBezTo>
                    <a:pt x="545" y="1678"/>
                    <a:pt x="893" y="1607"/>
                    <a:pt x="893" y="1607"/>
                  </a:cubicBezTo>
                  <a:lnTo>
                    <a:pt x="893" y="1607"/>
                  </a:lnTo>
                  <a:cubicBezTo>
                    <a:pt x="554" y="1785"/>
                    <a:pt x="500" y="2249"/>
                    <a:pt x="500" y="2249"/>
                  </a:cubicBezTo>
                  <a:cubicBezTo>
                    <a:pt x="661" y="1812"/>
                    <a:pt x="973" y="1678"/>
                    <a:pt x="973" y="1678"/>
                  </a:cubicBezTo>
                  <a:lnTo>
                    <a:pt x="973" y="1678"/>
                  </a:lnTo>
                  <a:cubicBezTo>
                    <a:pt x="634" y="2053"/>
                    <a:pt x="768" y="2472"/>
                    <a:pt x="768" y="2472"/>
                  </a:cubicBezTo>
                  <a:cubicBezTo>
                    <a:pt x="768" y="2106"/>
                    <a:pt x="946" y="1919"/>
                    <a:pt x="946" y="1919"/>
                  </a:cubicBezTo>
                  <a:lnTo>
                    <a:pt x="946" y="1919"/>
                  </a:lnTo>
                  <a:cubicBezTo>
                    <a:pt x="866" y="2124"/>
                    <a:pt x="902" y="2293"/>
                    <a:pt x="902" y="2293"/>
                  </a:cubicBezTo>
                  <a:cubicBezTo>
                    <a:pt x="973" y="1901"/>
                    <a:pt x="1187" y="1749"/>
                    <a:pt x="1187" y="1749"/>
                  </a:cubicBezTo>
                  <a:lnTo>
                    <a:pt x="1187" y="1749"/>
                  </a:lnTo>
                  <a:cubicBezTo>
                    <a:pt x="1062" y="1972"/>
                    <a:pt x="1089" y="2329"/>
                    <a:pt x="1089" y="2329"/>
                  </a:cubicBezTo>
                  <a:cubicBezTo>
                    <a:pt x="1152" y="1928"/>
                    <a:pt x="1357" y="1696"/>
                    <a:pt x="1357" y="1696"/>
                  </a:cubicBezTo>
                  <a:lnTo>
                    <a:pt x="1357" y="1696"/>
                  </a:lnTo>
                  <a:cubicBezTo>
                    <a:pt x="1196" y="2088"/>
                    <a:pt x="1357" y="2517"/>
                    <a:pt x="1357" y="2517"/>
                  </a:cubicBezTo>
                  <a:cubicBezTo>
                    <a:pt x="1303" y="1830"/>
                    <a:pt x="1607" y="1624"/>
                    <a:pt x="1607" y="1624"/>
                  </a:cubicBezTo>
                  <a:cubicBezTo>
                    <a:pt x="1607" y="1624"/>
                    <a:pt x="1901" y="1830"/>
                    <a:pt x="1847" y="2517"/>
                  </a:cubicBezTo>
                  <a:cubicBezTo>
                    <a:pt x="1847" y="2517"/>
                    <a:pt x="2017" y="2088"/>
                    <a:pt x="1856" y="1696"/>
                  </a:cubicBezTo>
                  <a:lnTo>
                    <a:pt x="1856" y="1696"/>
                  </a:lnTo>
                  <a:cubicBezTo>
                    <a:pt x="1856" y="1696"/>
                    <a:pt x="2062" y="1928"/>
                    <a:pt x="2124" y="2329"/>
                  </a:cubicBezTo>
                  <a:cubicBezTo>
                    <a:pt x="2124" y="2329"/>
                    <a:pt x="2151" y="1972"/>
                    <a:pt x="2017" y="1749"/>
                  </a:cubicBezTo>
                  <a:lnTo>
                    <a:pt x="2017" y="1749"/>
                  </a:lnTo>
                  <a:cubicBezTo>
                    <a:pt x="2017" y="1749"/>
                    <a:pt x="2231" y="1901"/>
                    <a:pt x="2302" y="2293"/>
                  </a:cubicBezTo>
                  <a:cubicBezTo>
                    <a:pt x="2302" y="2293"/>
                    <a:pt x="2338" y="2124"/>
                    <a:pt x="2267" y="1919"/>
                  </a:cubicBezTo>
                  <a:lnTo>
                    <a:pt x="2267" y="1919"/>
                  </a:lnTo>
                  <a:cubicBezTo>
                    <a:pt x="2267" y="1919"/>
                    <a:pt x="2436" y="2106"/>
                    <a:pt x="2436" y="2472"/>
                  </a:cubicBezTo>
                  <a:cubicBezTo>
                    <a:pt x="2436" y="2472"/>
                    <a:pt x="2570" y="2053"/>
                    <a:pt x="2240" y="1678"/>
                  </a:cubicBezTo>
                  <a:lnTo>
                    <a:pt x="2240" y="1678"/>
                  </a:lnTo>
                  <a:cubicBezTo>
                    <a:pt x="2240" y="1678"/>
                    <a:pt x="2552" y="1812"/>
                    <a:pt x="2713" y="2249"/>
                  </a:cubicBezTo>
                  <a:cubicBezTo>
                    <a:pt x="2713" y="2249"/>
                    <a:pt x="2659" y="1785"/>
                    <a:pt x="2311" y="1607"/>
                  </a:cubicBezTo>
                  <a:lnTo>
                    <a:pt x="2311" y="1607"/>
                  </a:lnTo>
                  <a:cubicBezTo>
                    <a:pt x="2311" y="1607"/>
                    <a:pt x="2668" y="1678"/>
                    <a:pt x="2856" y="2115"/>
                  </a:cubicBezTo>
                  <a:cubicBezTo>
                    <a:pt x="2856" y="2115"/>
                    <a:pt x="2820" y="1901"/>
                    <a:pt x="2695" y="1740"/>
                  </a:cubicBezTo>
                  <a:lnTo>
                    <a:pt x="2695" y="1740"/>
                  </a:lnTo>
                  <a:cubicBezTo>
                    <a:pt x="2695" y="1740"/>
                    <a:pt x="2989" y="1847"/>
                    <a:pt x="3159" y="2079"/>
                  </a:cubicBezTo>
                  <a:cubicBezTo>
                    <a:pt x="3159" y="2079"/>
                    <a:pt x="3079" y="1803"/>
                    <a:pt x="2829" y="1607"/>
                  </a:cubicBezTo>
                  <a:lnTo>
                    <a:pt x="2829" y="1607"/>
                  </a:lnTo>
                  <a:cubicBezTo>
                    <a:pt x="2829" y="1607"/>
                    <a:pt x="3070" y="1678"/>
                    <a:pt x="3195" y="1812"/>
                  </a:cubicBezTo>
                  <a:cubicBezTo>
                    <a:pt x="3195" y="1812"/>
                    <a:pt x="3132" y="1482"/>
                    <a:pt x="2740" y="1294"/>
                  </a:cubicBezTo>
                  <a:lnTo>
                    <a:pt x="2740" y="1294"/>
                  </a:lnTo>
                  <a:cubicBezTo>
                    <a:pt x="2740" y="1294"/>
                    <a:pt x="3043" y="1330"/>
                    <a:pt x="3212" y="1517"/>
                  </a:cubicBezTo>
                  <a:cubicBezTo>
                    <a:pt x="3212" y="1517"/>
                    <a:pt x="3177" y="1312"/>
                    <a:pt x="2927" y="1205"/>
                  </a:cubicBezTo>
                  <a:cubicBezTo>
                    <a:pt x="2792" y="1145"/>
                    <a:pt x="2653" y="1130"/>
                    <a:pt x="2550" y="1130"/>
                  </a:cubicBezTo>
                  <a:cubicBezTo>
                    <a:pt x="2455" y="1130"/>
                    <a:pt x="2392" y="1143"/>
                    <a:pt x="2392" y="1143"/>
                  </a:cubicBezTo>
                  <a:cubicBezTo>
                    <a:pt x="2392" y="1143"/>
                    <a:pt x="2481" y="1053"/>
                    <a:pt x="2668" y="1053"/>
                  </a:cubicBezTo>
                  <a:cubicBezTo>
                    <a:pt x="2679" y="1053"/>
                    <a:pt x="2690" y="1053"/>
                    <a:pt x="2700" y="1053"/>
                  </a:cubicBezTo>
                  <a:cubicBezTo>
                    <a:pt x="2900" y="1053"/>
                    <a:pt x="3066" y="1132"/>
                    <a:pt x="3168" y="1259"/>
                  </a:cubicBezTo>
                  <a:cubicBezTo>
                    <a:pt x="3168" y="1259"/>
                    <a:pt x="3123" y="1062"/>
                    <a:pt x="2900" y="964"/>
                  </a:cubicBezTo>
                  <a:cubicBezTo>
                    <a:pt x="2826" y="929"/>
                    <a:pt x="2738" y="917"/>
                    <a:pt x="2653" y="917"/>
                  </a:cubicBezTo>
                  <a:cubicBezTo>
                    <a:pt x="2484" y="917"/>
                    <a:pt x="2329" y="964"/>
                    <a:pt x="2329" y="964"/>
                  </a:cubicBezTo>
                  <a:cubicBezTo>
                    <a:pt x="2329" y="964"/>
                    <a:pt x="2472" y="795"/>
                    <a:pt x="2802" y="741"/>
                  </a:cubicBezTo>
                  <a:cubicBezTo>
                    <a:pt x="2802" y="741"/>
                    <a:pt x="2756" y="736"/>
                    <a:pt x="2688" y="736"/>
                  </a:cubicBezTo>
                  <a:cubicBezTo>
                    <a:pt x="2608" y="736"/>
                    <a:pt x="2497" y="743"/>
                    <a:pt x="2392" y="777"/>
                  </a:cubicBezTo>
                  <a:cubicBezTo>
                    <a:pt x="2392" y="777"/>
                    <a:pt x="2552" y="563"/>
                    <a:pt x="3025" y="545"/>
                  </a:cubicBezTo>
                  <a:cubicBezTo>
                    <a:pt x="3025" y="545"/>
                    <a:pt x="2934" y="511"/>
                    <a:pt x="2760" y="511"/>
                  </a:cubicBezTo>
                  <a:cubicBezTo>
                    <a:pt x="2717" y="511"/>
                    <a:pt x="2668" y="513"/>
                    <a:pt x="2615" y="518"/>
                  </a:cubicBezTo>
                  <a:cubicBezTo>
                    <a:pt x="2347" y="545"/>
                    <a:pt x="2169" y="688"/>
                    <a:pt x="2169" y="688"/>
                  </a:cubicBezTo>
                  <a:cubicBezTo>
                    <a:pt x="2169" y="688"/>
                    <a:pt x="2374" y="411"/>
                    <a:pt x="2686" y="313"/>
                  </a:cubicBezTo>
                  <a:lnTo>
                    <a:pt x="2686" y="313"/>
                  </a:lnTo>
                  <a:cubicBezTo>
                    <a:pt x="2686" y="313"/>
                    <a:pt x="2195" y="322"/>
                    <a:pt x="1946" y="661"/>
                  </a:cubicBezTo>
                  <a:cubicBezTo>
                    <a:pt x="1946" y="661"/>
                    <a:pt x="2017" y="304"/>
                    <a:pt x="2392" y="45"/>
                  </a:cubicBezTo>
                  <a:lnTo>
                    <a:pt x="2392" y="45"/>
                  </a:lnTo>
                  <a:cubicBezTo>
                    <a:pt x="2392" y="45"/>
                    <a:pt x="2053" y="161"/>
                    <a:pt x="1847" y="500"/>
                  </a:cubicBezTo>
                  <a:cubicBezTo>
                    <a:pt x="1847" y="500"/>
                    <a:pt x="1883" y="286"/>
                    <a:pt x="1955"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1" name="Google Shape;3131;p54"/>
          <p:cNvGrpSpPr/>
          <p:nvPr/>
        </p:nvGrpSpPr>
        <p:grpSpPr>
          <a:xfrm flipH="1">
            <a:off x="-474830" y="3394452"/>
            <a:ext cx="3811271" cy="1774265"/>
            <a:chOff x="3941272" y="2174315"/>
            <a:chExt cx="694107" cy="322470"/>
          </a:xfrm>
        </p:grpSpPr>
        <p:sp>
          <p:nvSpPr>
            <p:cNvPr id="3132" name="Google Shape;3132;p54"/>
            <p:cNvSpPr/>
            <p:nvPr/>
          </p:nvSpPr>
          <p:spPr>
            <a:xfrm>
              <a:off x="3941272" y="2269259"/>
              <a:ext cx="624456" cy="227524"/>
            </a:xfrm>
            <a:custGeom>
              <a:rect b="b" l="l" r="r" t="t"/>
              <a:pathLst>
                <a:path extrusionOk="0" h="6264" w="17192">
                  <a:moveTo>
                    <a:pt x="17192" y="1"/>
                  </a:moveTo>
                  <a:lnTo>
                    <a:pt x="14453" y="1178"/>
                  </a:lnTo>
                  <a:lnTo>
                    <a:pt x="13008" y="2454"/>
                  </a:lnTo>
                  <a:lnTo>
                    <a:pt x="10626" y="2989"/>
                  </a:lnTo>
                  <a:lnTo>
                    <a:pt x="9600" y="3364"/>
                  </a:lnTo>
                  <a:lnTo>
                    <a:pt x="7655" y="3569"/>
                  </a:lnTo>
                  <a:lnTo>
                    <a:pt x="6290" y="4648"/>
                  </a:lnTo>
                  <a:lnTo>
                    <a:pt x="2499" y="5103"/>
                  </a:lnTo>
                  <a:lnTo>
                    <a:pt x="1" y="6263"/>
                  </a:lnTo>
                  <a:lnTo>
                    <a:pt x="17192" y="6263"/>
                  </a:lnTo>
                  <a:lnTo>
                    <a:pt x="1719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4"/>
            <p:cNvSpPr/>
            <p:nvPr/>
          </p:nvSpPr>
          <p:spPr>
            <a:xfrm>
              <a:off x="4064111" y="2380402"/>
              <a:ext cx="501614" cy="116377"/>
            </a:xfrm>
            <a:custGeom>
              <a:rect b="b" l="l" r="r" t="t"/>
              <a:pathLst>
                <a:path extrusionOk="0" h="3204" w="13810">
                  <a:moveTo>
                    <a:pt x="12249" y="0"/>
                  </a:moveTo>
                  <a:lnTo>
                    <a:pt x="10268" y="250"/>
                  </a:lnTo>
                  <a:lnTo>
                    <a:pt x="7565" y="616"/>
                  </a:lnTo>
                  <a:lnTo>
                    <a:pt x="5647" y="1472"/>
                  </a:lnTo>
                  <a:lnTo>
                    <a:pt x="1133" y="2427"/>
                  </a:lnTo>
                  <a:lnTo>
                    <a:pt x="0" y="3203"/>
                  </a:lnTo>
                  <a:lnTo>
                    <a:pt x="3229" y="3203"/>
                  </a:lnTo>
                  <a:lnTo>
                    <a:pt x="5219" y="2704"/>
                  </a:lnTo>
                  <a:lnTo>
                    <a:pt x="6637" y="1927"/>
                  </a:lnTo>
                  <a:lnTo>
                    <a:pt x="7333" y="1687"/>
                  </a:lnTo>
                  <a:lnTo>
                    <a:pt x="7815" y="1472"/>
                  </a:lnTo>
                  <a:lnTo>
                    <a:pt x="9260" y="1954"/>
                  </a:lnTo>
                  <a:lnTo>
                    <a:pt x="10438" y="1838"/>
                  </a:lnTo>
                  <a:lnTo>
                    <a:pt x="10812" y="1767"/>
                  </a:lnTo>
                  <a:lnTo>
                    <a:pt x="11597" y="1472"/>
                  </a:lnTo>
                  <a:lnTo>
                    <a:pt x="13810" y="1562"/>
                  </a:lnTo>
                  <a:lnTo>
                    <a:pt x="13810" y="0"/>
                  </a:lnTo>
                  <a:lnTo>
                    <a:pt x="12989" y="72"/>
                  </a:lnTo>
                  <a:lnTo>
                    <a:pt x="1224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4"/>
            <p:cNvSpPr/>
            <p:nvPr/>
          </p:nvSpPr>
          <p:spPr>
            <a:xfrm>
              <a:off x="3941272" y="2269259"/>
              <a:ext cx="624456" cy="227524"/>
            </a:xfrm>
            <a:custGeom>
              <a:rect b="b" l="l" r="r" t="t"/>
              <a:pathLst>
                <a:path extrusionOk="0" h="6264" w="17192">
                  <a:moveTo>
                    <a:pt x="17192" y="1"/>
                  </a:moveTo>
                  <a:lnTo>
                    <a:pt x="14453" y="1178"/>
                  </a:lnTo>
                  <a:lnTo>
                    <a:pt x="13008" y="2454"/>
                  </a:lnTo>
                  <a:lnTo>
                    <a:pt x="10626" y="2989"/>
                  </a:lnTo>
                  <a:lnTo>
                    <a:pt x="9600" y="3364"/>
                  </a:lnTo>
                  <a:lnTo>
                    <a:pt x="7655" y="3569"/>
                  </a:lnTo>
                  <a:lnTo>
                    <a:pt x="6290" y="4648"/>
                  </a:lnTo>
                  <a:lnTo>
                    <a:pt x="2499" y="5103"/>
                  </a:lnTo>
                  <a:lnTo>
                    <a:pt x="1" y="6263"/>
                  </a:lnTo>
                  <a:lnTo>
                    <a:pt x="3614" y="6263"/>
                  </a:lnTo>
                  <a:lnTo>
                    <a:pt x="7718" y="5701"/>
                  </a:lnTo>
                  <a:lnTo>
                    <a:pt x="10947" y="4354"/>
                  </a:lnTo>
                  <a:lnTo>
                    <a:pt x="13632" y="4604"/>
                  </a:lnTo>
                  <a:lnTo>
                    <a:pt x="14819" y="4229"/>
                  </a:lnTo>
                  <a:lnTo>
                    <a:pt x="17192" y="4622"/>
                  </a:lnTo>
                  <a:lnTo>
                    <a:pt x="1719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4"/>
            <p:cNvSpPr/>
            <p:nvPr/>
          </p:nvSpPr>
          <p:spPr>
            <a:xfrm>
              <a:off x="4072501" y="2392061"/>
              <a:ext cx="493223" cy="104718"/>
            </a:xfrm>
            <a:custGeom>
              <a:rect b="b" l="l" r="r" t="t"/>
              <a:pathLst>
                <a:path extrusionOk="0" h="2883" w="13579">
                  <a:moveTo>
                    <a:pt x="13579" y="1"/>
                  </a:moveTo>
                  <a:lnTo>
                    <a:pt x="12392" y="357"/>
                  </a:lnTo>
                  <a:lnTo>
                    <a:pt x="11108" y="250"/>
                  </a:lnTo>
                  <a:lnTo>
                    <a:pt x="9100" y="848"/>
                  </a:lnTo>
                  <a:lnTo>
                    <a:pt x="7013" y="536"/>
                  </a:lnTo>
                  <a:lnTo>
                    <a:pt x="5354" y="1473"/>
                  </a:lnTo>
                  <a:lnTo>
                    <a:pt x="4105" y="2052"/>
                  </a:lnTo>
                  <a:lnTo>
                    <a:pt x="2499" y="2052"/>
                  </a:lnTo>
                  <a:lnTo>
                    <a:pt x="1" y="2882"/>
                  </a:lnTo>
                  <a:lnTo>
                    <a:pt x="4105" y="2320"/>
                  </a:lnTo>
                  <a:lnTo>
                    <a:pt x="7334" y="973"/>
                  </a:lnTo>
                  <a:lnTo>
                    <a:pt x="10019" y="1223"/>
                  </a:lnTo>
                  <a:lnTo>
                    <a:pt x="11206" y="848"/>
                  </a:lnTo>
                  <a:lnTo>
                    <a:pt x="13579" y="1241"/>
                  </a:lnTo>
                  <a:lnTo>
                    <a:pt x="1357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4"/>
            <p:cNvSpPr/>
            <p:nvPr/>
          </p:nvSpPr>
          <p:spPr>
            <a:xfrm>
              <a:off x="4314874" y="2449413"/>
              <a:ext cx="207765" cy="47365"/>
            </a:xfrm>
            <a:custGeom>
              <a:rect b="b" l="l" r="r" t="t"/>
              <a:pathLst>
                <a:path extrusionOk="0" h="1304" w="5720">
                  <a:moveTo>
                    <a:pt x="188" y="375"/>
                  </a:moveTo>
                  <a:lnTo>
                    <a:pt x="1" y="1303"/>
                  </a:lnTo>
                  <a:lnTo>
                    <a:pt x="304" y="1303"/>
                  </a:lnTo>
                  <a:lnTo>
                    <a:pt x="188" y="375"/>
                  </a:lnTo>
                  <a:close/>
                  <a:moveTo>
                    <a:pt x="4533" y="1"/>
                  </a:moveTo>
                  <a:lnTo>
                    <a:pt x="4167" y="1303"/>
                  </a:lnTo>
                  <a:lnTo>
                    <a:pt x="5719" y="1303"/>
                  </a:lnTo>
                  <a:lnTo>
                    <a:pt x="4845" y="857"/>
                  </a:lnTo>
                  <a:lnTo>
                    <a:pt x="4533"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4"/>
            <p:cNvSpPr/>
            <p:nvPr/>
          </p:nvSpPr>
          <p:spPr>
            <a:xfrm>
              <a:off x="4120809" y="2209002"/>
              <a:ext cx="444914" cy="22048"/>
            </a:xfrm>
            <a:custGeom>
              <a:rect b="b" l="l" r="r" t="t"/>
              <a:pathLst>
                <a:path extrusionOk="0" h="607" w="12249">
                  <a:moveTo>
                    <a:pt x="0" y="0"/>
                  </a:moveTo>
                  <a:lnTo>
                    <a:pt x="0" y="607"/>
                  </a:lnTo>
                  <a:lnTo>
                    <a:pt x="12249" y="607"/>
                  </a:lnTo>
                  <a:lnTo>
                    <a:pt x="12249"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4"/>
            <p:cNvSpPr/>
            <p:nvPr/>
          </p:nvSpPr>
          <p:spPr>
            <a:xfrm>
              <a:off x="4120809" y="2223240"/>
              <a:ext cx="444914" cy="7809"/>
            </a:xfrm>
            <a:custGeom>
              <a:rect b="b" l="l" r="r" t="t"/>
              <a:pathLst>
                <a:path extrusionOk="0" h="215" w="12249">
                  <a:moveTo>
                    <a:pt x="0" y="1"/>
                  </a:moveTo>
                  <a:lnTo>
                    <a:pt x="0" y="215"/>
                  </a:lnTo>
                  <a:lnTo>
                    <a:pt x="12249" y="215"/>
                  </a:lnTo>
                  <a:lnTo>
                    <a:pt x="12249"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4"/>
            <p:cNvSpPr/>
            <p:nvPr/>
          </p:nvSpPr>
          <p:spPr>
            <a:xfrm>
              <a:off x="4007377" y="2420901"/>
              <a:ext cx="558349" cy="22084"/>
            </a:xfrm>
            <a:custGeom>
              <a:rect b="b" l="l" r="r" t="t"/>
              <a:pathLst>
                <a:path extrusionOk="0" h="608" w="15372">
                  <a:moveTo>
                    <a:pt x="1" y="1"/>
                  </a:moveTo>
                  <a:lnTo>
                    <a:pt x="1" y="607"/>
                  </a:lnTo>
                  <a:lnTo>
                    <a:pt x="15372" y="607"/>
                  </a:lnTo>
                  <a:lnTo>
                    <a:pt x="15372"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4"/>
            <p:cNvSpPr/>
            <p:nvPr/>
          </p:nvSpPr>
          <p:spPr>
            <a:xfrm>
              <a:off x="4007377" y="2420901"/>
              <a:ext cx="558349" cy="4577"/>
            </a:xfrm>
            <a:custGeom>
              <a:rect b="b" l="l" r="r" t="t"/>
              <a:pathLst>
                <a:path extrusionOk="0" h="126" w="15372">
                  <a:moveTo>
                    <a:pt x="1" y="1"/>
                  </a:moveTo>
                  <a:lnTo>
                    <a:pt x="1" y="125"/>
                  </a:lnTo>
                  <a:lnTo>
                    <a:pt x="15372" y="125"/>
                  </a:lnTo>
                  <a:lnTo>
                    <a:pt x="1537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4"/>
            <p:cNvSpPr/>
            <p:nvPr/>
          </p:nvSpPr>
          <p:spPr>
            <a:xfrm>
              <a:off x="4007377" y="2442948"/>
              <a:ext cx="558349" cy="53830"/>
            </a:xfrm>
            <a:custGeom>
              <a:rect b="b" l="l" r="r" t="t"/>
              <a:pathLst>
                <a:path extrusionOk="0" h="1482" w="15372">
                  <a:moveTo>
                    <a:pt x="1" y="0"/>
                  </a:moveTo>
                  <a:lnTo>
                    <a:pt x="1" y="1481"/>
                  </a:lnTo>
                  <a:lnTo>
                    <a:pt x="15372" y="1481"/>
                  </a:lnTo>
                  <a:lnTo>
                    <a:pt x="1537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4"/>
            <p:cNvSpPr/>
            <p:nvPr/>
          </p:nvSpPr>
          <p:spPr>
            <a:xfrm>
              <a:off x="4007377" y="2434848"/>
              <a:ext cx="558349" cy="8136"/>
            </a:xfrm>
            <a:custGeom>
              <a:rect b="b" l="l" r="r" t="t"/>
              <a:pathLst>
                <a:path extrusionOk="0" h="224" w="15372">
                  <a:moveTo>
                    <a:pt x="1" y="0"/>
                  </a:moveTo>
                  <a:lnTo>
                    <a:pt x="1" y="223"/>
                  </a:lnTo>
                  <a:lnTo>
                    <a:pt x="15372" y="223"/>
                  </a:lnTo>
                  <a:lnTo>
                    <a:pt x="15372" y="0"/>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4"/>
            <p:cNvSpPr/>
            <p:nvPr/>
          </p:nvSpPr>
          <p:spPr>
            <a:xfrm>
              <a:off x="4139914" y="2241401"/>
              <a:ext cx="50597" cy="10388"/>
            </a:xfrm>
            <a:custGeom>
              <a:rect b="b" l="l" r="r" t="t"/>
              <a:pathLst>
                <a:path extrusionOk="0" h="286" w="1393">
                  <a:moveTo>
                    <a:pt x="1" y="0"/>
                  </a:moveTo>
                  <a:lnTo>
                    <a:pt x="1"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4"/>
            <p:cNvSpPr/>
            <p:nvPr/>
          </p:nvSpPr>
          <p:spPr>
            <a:xfrm>
              <a:off x="4165193" y="2251752"/>
              <a:ext cx="30801" cy="148450"/>
            </a:xfrm>
            <a:custGeom>
              <a:rect b="b" l="l" r="r" t="t"/>
              <a:pathLst>
                <a:path extrusionOk="0" h="4087" w="848">
                  <a:moveTo>
                    <a:pt x="0" y="1"/>
                  </a:moveTo>
                  <a:lnTo>
                    <a:pt x="0" y="4087"/>
                  </a:lnTo>
                  <a:lnTo>
                    <a:pt x="464" y="4087"/>
                  </a:lnTo>
                  <a:cubicBezTo>
                    <a:pt x="848" y="2927"/>
                    <a:pt x="536" y="2249"/>
                    <a:pt x="384" y="1473"/>
                  </a:cubicBezTo>
                  <a:cubicBezTo>
                    <a:pt x="232" y="706"/>
                    <a:pt x="464" y="1"/>
                    <a:pt x="464"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4"/>
            <p:cNvSpPr/>
            <p:nvPr/>
          </p:nvSpPr>
          <p:spPr>
            <a:xfrm>
              <a:off x="4134393" y="2251752"/>
              <a:ext cx="30838" cy="148450"/>
            </a:xfrm>
            <a:custGeom>
              <a:rect b="b" l="l" r="r" t="t"/>
              <a:pathLst>
                <a:path extrusionOk="0" h="4087" w="849">
                  <a:moveTo>
                    <a:pt x="384" y="1"/>
                  </a:moveTo>
                  <a:cubicBezTo>
                    <a:pt x="384" y="1"/>
                    <a:pt x="616" y="706"/>
                    <a:pt x="465" y="1473"/>
                  </a:cubicBezTo>
                  <a:cubicBezTo>
                    <a:pt x="313" y="2249"/>
                    <a:pt x="1"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4"/>
            <p:cNvSpPr/>
            <p:nvPr/>
          </p:nvSpPr>
          <p:spPr>
            <a:xfrm>
              <a:off x="4134066" y="2231013"/>
              <a:ext cx="62257" cy="10425"/>
            </a:xfrm>
            <a:custGeom>
              <a:rect b="b" l="l" r="r" t="t"/>
              <a:pathLst>
                <a:path extrusionOk="0" h="287" w="1714">
                  <a:moveTo>
                    <a:pt x="1" y="1"/>
                  </a:moveTo>
                  <a:lnTo>
                    <a:pt x="1" y="286"/>
                  </a:lnTo>
                  <a:lnTo>
                    <a:pt x="1714" y="286"/>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4"/>
            <p:cNvSpPr/>
            <p:nvPr/>
          </p:nvSpPr>
          <p:spPr>
            <a:xfrm>
              <a:off x="4013879" y="2174315"/>
              <a:ext cx="100141" cy="10425"/>
            </a:xfrm>
            <a:custGeom>
              <a:rect b="b" l="l" r="r" t="t"/>
              <a:pathLst>
                <a:path extrusionOk="0" h="287" w="2757">
                  <a:moveTo>
                    <a:pt x="0" y="1"/>
                  </a:moveTo>
                  <a:lnTo>
                    <a:pt x="0" y="286"/>
                  </a:lnTo>
                  <a:lnTo>
                    <a:pt x="2757" y="286"/>
                  </a:lnTo>
                  <a:lnTo>
                    <a:pt x="2757"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4"/>
            <p:cNvSpPr/>
            <p:nvPr/>
          </p:nvSpPr>
          <p:spPr>
            <a:xfrm>
              <a:off x="4002837" y="2184703"/>
              <a:ext cx="122552" cy="10388"/>
            </a:xfrm>
            <a:custGeom>
              <a:rect b="b" l="l" r="r" t="t"/>
              <a:pathLst>
                <a:path extrusionOk="0" h="286" w="3374">
                  <a:moveTo>
                    <a:pt x="1" y="0"/>
                  </a:moveTo>
                  <a:lnTo>
                    <a:pt x="1" y="286"/>
                  </a:lnTo>
                  <a:lnTo>
                    <a:pt x="3373" y="286"/>
                  </a:lnTo>
                  <a:lnTo>
                    <a:pt x="3373" y="0"/>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4"/>
            <p:cNvSpPr/>
            <p:nvPr/>
          </p:nvSpPr>
          <p:spPr>
            <a:xfrm>
              <a:off x="4139914" y="2400161"/>
              <a:ext cx="50597" cy="10425"/>
            </a:xfrm>
            <a:custGeom>
              <a:rect b="b" l="l" r="r" t="t"/>
              <a:pathLst>
                <a:path extrusionOk="0" h="287" w="1393">
                  <a:moveTo>
                    <a:pt x="1" y="1"/>
                  </a:moveTo>
                  <a:lnTo>
                    <a:pt x="1"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4"/>
            <p:cNvSpPr/>
            <p:nvPr/>
          </p:nvSpPr>
          <p:spPr>
            <a:xfrm>
              <a:off x="4134066" y="2410549"/>
              <a:ext cx="62257" cy="10388"/>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4"/>
            <p:cNvSpPr/>
            <p:nvPr/>
          </p:nvSpPr>
          <p:spPr>
            <a:xfrm>
              <a:off x="4232279" y="2241401"/>
              <a:ext cx="50561" cy="10388"/>
            </a:xfrm>
            <a:custGeom>
              <a:rect b="b" l="l" r="r" t="t"/>
              <a:pathLst>
                <a:path extrusionOk="0" h="286" w="1392">
                  <a:moveTo>
                    <a:pt x="0" y="0"/>
                  </a:moveTo>
                  <a:lnTo>
                    <a:pt x="0"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4"/>
            <p:cNvSpPr/>
            <p:nvPr/>
          </p:nvSpPr>
          <p:spPr>
            <a:xfrm>
              <a:off x="4257522" y="2251752"/>
              <a:ext cx="30838" cy="148450"/>
            </a:xfrm>
            <a:custGeom>
              <a:rect b="b" l="l" r="r" t="t"/>
              <a:pathLst>
                <a:path extrusionOk="0" h="4087" w="849">
                  <a:moveTo>
                    <a:pt x="1" y="1"/>
                  </a:moveTo>
                  <a:lnTo>
                    <a:pt x="1" y="4087"/>
                  </a:lnTo>
                  <a:lnTo>
                    <a:pt x="465" y="4087"/>
                  </a:lnTo>
                  <a:cubicBezTo>
                    <a:pt x="848" y="2927"/>
                    <a:pt x="536" y="2249"/>
                    <a:pt x="384" y="1473"/>
                  </a:cubicBezTo>
                  <a:cubicBezTo>
                    <a:pt x="233" y="706"/>
                    <a:pt x="465" y="1"/>
                    <a:pt x="465"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4"/>
            <p:cNvSpPr/>
            <p:nvPr/>
          </p:nvSpPr>
          <p:spPr>
            <a:xfrm>
              <a:off x="4226758" y="2251752"/>
              <a:ext cx="30801" cy="148450"/>
            </a:xfrm>
            <a:custGeom>
              <a:rect b="b" l="l" r="r" t="t"/>
              <a:pathLst>
                <a:path extrusionOk="0" h="4087" w="848">
                  <a:moveTo>
                    <a:pt x="384" y="1"/>
                  </a:moveTo>
                  <a:cubicBezTo>
                    <a:pt x="384" y="1"/>
                    <a:pt x="616" y="706"/>
                    <a:pt x="464" y="1473"/>
                  </a:cubicBezTo>
                  <a:cubicBezTo>
                    <a:pt x="313" y="2249"/>
                    <a:pt x="0"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4"/>
            <p:cNvSpPr/>
            <p:nvPr/>
          </p:nvSpPr>
          <p:spPr>
            <a:xfrm>
              <a:off x="4226431" y="2231013"/>
              <a:ext cx="62257" cy="10425"/>
            </a:xfrm>
            <a:custGeom>
              <a:rect b="b" l="l" r="r" t="t"/>
              <a:pathLst>
                <a:path extrusionOk="0" h="287" w="1714">
                  <a:moveTo>
                    <a:pt x="0" y="1"/>
                  </a:moveTo>
                  <a:lnTo>
                    <a:pt x="0" y="286"/>
                  </a:lnTo>
                  <a:lnTo>
                    <a:pt x="1713" y="286"/>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4"/>
            <p:cNvSpPr/>
            <p:nvPr/>
          </p:nvSpPr>
          <p:spPr>
            <a:xfrm>
              <a:off x="4232279" y="2400161"/>
              <a:ext cx="50561" cy="10425"/>
            </a:xfrm>
            <a:custGeom>
              <a:rect b="b" l="l" r="r" t="t"/>
              <a:pathLst>
                <a:path extrusionOk="0" h="287" w="1392">
                  <a:moveTo>
                    <a:pt x="0" y="1"/>
                  </a:moveTo>
                  <a:lnTo>
                    <a:pt x="0"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4"/>
            <p:cNvSpPr/>
            <p:nvPr/>
          </p:nvSpPr>
          <p:spPr>
            <a:xfrm>
              <a:off x="4226431" y="2410549"/>
              <a:ext cx="62257" cy="10388"/>
            </a:xfrm>
            <a:custGeom>
              <a:rect b="b" l="l" r="r" t="t"/>
              <a:pathLst>
                <a:path extrusionOk="0" h="286" w="1714">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4"/>
            <p:cNvSpPr/>
            <p:nvPr/>
          </p:nvSpPr>
          <p:spPr>
            <a:xfrm>
              <a:off x="4324608" y="2241401"/>
              <a:ext cx="50924" cy="10388"/>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4"/>
            <p:cNvSpPr/>
            <p:nvPr/>
          </p:nvSpPr>
          <p:spPr>
            <a:xfrm>
              <a:off x="4349888" y="2251752"/>
              <a:ext cx="31128" cy="148450"/>
            </a:xfrm>
            <a:custGeom>
              <a:rect b="b" l="l" r="r" t="t"/>
              <a:pathLst>
                <a:path extrusionOk="0" h="4087" w="857">
                  <a:moveTo>
                    <a:pt x="0" y="1"/>
                  </a:moveTo>
                  <a:lnTo>
                    <a:pt x="0" y="4087"/>
                  </a:lnTo>
                  <a:lnTo>
                    <a:pt x="473" y="4087"/>
                  </a:lnTo>
                  <a:cubicBezTo>
                    <a:pt x="857" y="2927"/>
                    <a:pt x="536" y="2249"/>
                    <a:pt x="384" y="1473"/>
                  </a:cubicBezTo>
                  <a:cubicBezTo>
                    <a:pt x="232" y="706"/>
                    <a:pt x="473" y="1"/>
                    <a:pt x="473"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4"/>
            <p:cNvSpPr/>
            <p:nvPr/>
          </p:nvSpPr>
          <p:spPr>
            <a:xfrm>
              <a:off x="4319087" y="2251752"/>
              <a:ext cx="30838" cy="148450"/>
            </a:xfrm>
            <a:custGeom>
              <a:rect b="b" l="l" r="r" t="t"/>
              <a:pathLst>
                <a:path extrusionOk="0" h="4087" w="849">
                  <a:moveTo>
                    <a:pt x="384" y="1"/>
                  </a:moveTo>
                  <a:cubicBezTo>
                    <a:pt x="384" y="1"/>
                    <a:pt x="616" y="706"/>
                    <a:pt x="465" y="1473"/>
                  </a:cubicBezTo>
                  <a:cubicBezTo>
                    <a:pt x="313" y="2249"/>
                    <a:pt x="1"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4"/>
            <p:cNvSpPr/>
            <p:nvPr/>
          </p:nvSpPr>
          <p:spPr>
            <a:xfrm>
              <a:off x="4318760" y="2231013"/>
              <a:ext cx="62257" cy="10425"/>
            </a:xfrm>
            <a:custGeom>
              <a:rect b="b" l="l" r="r" t="t"/>
              <a:pathLst>
                <a:path extrusionOk="0" h="287" w="1714">
                  <a:moveTo>
                    <a:pt x="1" y="1"/>
                  </a:moveTo>
                  <a:lnTo>
                    <a:pt x="1" y="286"/>
                  </a:lnTo>
                  <a:lnTo>
                    <a:pt x="1714" y="286"/>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4"/>
            <p:cNvSpPr/>
            <p:nvPr/>
          </p:nvSpPr>
          <p:spPr>
            <a:xfrm>
              <a:off x="4324608" y="2400161"/>
              <a:ext cx="50924" cy="10425"/>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4"/>
            <p:cNvSpPr/>
            <p:nvPr/>
          </p:nvSpPr>
          <p:spPr>
            <a:xfrm>
              <a:off x="4318760" y="2410549"/>
              <a:ext cx="62257" cy="10388"/>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4"/>
            <p:cNvSpPr/>
            <p:nvPr/>
          </p:nvSpPr>
          <p:spPr>
            <a:xfrm>
              <a:off x="4416973" y="2241401"/>
              <a:ext cx="50888" cy="10388"/>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4"/>
            <p:cNvSpPr/>
            <p:nvPr/>
          </p:nvSpPr>
          <p:spPr>
            <a:xfrm>
              <a:off x="4442216" y="2251752"/>
              <a:ext cx="31165" cy="148450"/>
            </a:xfrm>
            <a:custGeom>
              <a:rect b="b" l="l" r="r" t="t"/>
              <a:pathLst>
                <a:path extrusionOk="0" h="4087" w="858">
                  <a:moveTo>
                    <a:pt x="1" y="1"/>
                  </a:moveTo>
                  <a:lnTo>
                    <a:pt x="1" y="4087"/>
                  </a:lnTo>
                  <a:lnTo>
                    <a:pt x="474" y="4087"/>
                  </a:lnTo>
                  <a:cubicBezTo>
                    <a:pt x="857" y="2927"/>
                    <a:pt x="536" y="2249"/>
                    <a:pt x="384" y="1473"/>
                  </a:cubicBezTo>
                  <a:cubicBezTo>
                    <a:pt x="233" y="706"/>
                    <a:pt x="474" y="1"/>
                    <a:pt x="474"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4"/>
            <p:cNvSpPr/>
            <p:nvPr/>
          </p:nvSpPr>
          <p:spPr>
            <a:xfrm>
              <a:off x="4411452" y="2251752"/>
              <a:ext cx="30801" cy="148450"/>
            </a:xfrm>
            <a:custGeom>
              <a:rect b="b" l="l" r="r" t="t"/>
              <a:pathLst>
                <a:path extrusionOk="0" h="4087" w="848">
                  <a:moveTo>
                    <a:pt x="384" y="1"/>
                  </a:moveTo>
                  <a:cubicBezTo>
                    <a:pt x="384" y="1"/>
                    <a:pt x="625" y="706"/>
                    <a:pt x="473" y="1473"/>
                  </a:cubicBezTo>
                  <a:cubicBezTo>
                    <a:pt x="322" y="2249"/>
                    <a:pt x="0"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4"/>
            <p:cNvSpPr/>
            <p:nvPr/>
          </p:nvSpPr>
          <p:spPr>
            <a:xfrm>
              <a:off x="4411125" y="2231013"/>
              <a:ext cx="62257" cy="10425"/>
            </a:xfrm>
            <a:custGeom>
              <a:rect b="b" l="l" r="r" t="t"/>
              <a:pathLst>
                <a:path extrusionOk="0" h="287" w="1714">
                  <a:moveTo>
                    <a:pt x="0" y="1"/>
                  </a:moveTo>
                  <a:lnTo>
                    <a:pt x="0" y="286"/>
                  </a:lnTo>
                  <a:lnTo>
                    <a:pt x="1713" y="286"/>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4"/>
            <p:cNvSpPr/>
            <p:nvPr/>
          </p:nvSpPr>
          <p:spPr>
            <a:xfrm>
              <a:off x="4416973" y="2400161"/>
              <a:ext cx="50888" cy="10425"/>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4"/>
            <p:cNvSpPr/>
            <p:nvPr/>
          </p:nvSpPr>
          <p:spPr>
            <a:xfrm>
              <a:off x="4411125" y="2410549"/>
              <a:ext cx="62257" cy="10388"/>
            </a:xfrm>
            <a:custGeom>
              <a:rect b="b" l="l" r="r" t="t"/>
              <a:pathLst>
                <a:path extrusionOk="0" h="286" w="1714">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4"/>
            <p:cNvSpPr/>
            <p:nvPr/>
          </p:nvSpPr>
          <p:spPr>
            <a:xfrm>
              <a:off x="4509302" y="2241401"/>
              <a:ext cx="50924" cy="10388"/>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4"/>
            <p:cNvSpPr/>
            <p:nvPr/>
          </p:nvSpPr>
          <p:spPr>
            <a:xfrm>
              <a:off x="4534582" y="2251752"/>
              <a:ext cx="31128" cy="148450"/>
            </a:xfrm>
            <a:custGeom>
              <a:rect b="b" l="l" r="r" t="t"/>
              <a:pathLst>
                <a:path extrusionOk="0" h="4087" w="857">
                  <a:moveTo>
                    <a:pt x="0" y="1"/>
                  </a:moveTo>
                  <a:lnTo>
                    <a:pt x="0" y="4087"/>
                  </a:lnTo>
                  <a:lnTo>
                    <a:pt x="473" y="4087"/>
                  </a:lnTo>
                  <a:cubicBezTo>
                    <a:pt x="857" y="2927"/>
                    <a:pt x="536" y="2249"/>
                    <a:pt x="384" y="1473"/>
                  </a:cubicBezTo>
                  <a:cubicBezTo>
                    <a:pt x="232" y="706"/>
                    <a:pt x="473" y="1"/>
                    <a:pt x="473"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4"/>
            <p:cNvSpPr/>
            <p:nvPr/>
          </p:nvSpPr>
          <p:spPr>
            <a:xfrm>
              <a:off x="4503781" y="2251752"/>
              <a:ext cx="30838" cy="148450"/>
            </a:xfrm>
            <a:custGeom>
              <a:rect b="b" l="l" r="r" t="t"/>
              <a:pathLst>
                <a:path extrusionOk="0" h="4087" w="849">
                  <a:moveTo>
                    <a:pt x="384" y="1"/>
                  </a:moveTo>
                  <a:cubicBezTo>
                    <a:pt x="384" y="1"/>
                    <a:pt x="625" y="706"/>
                    <a:pt x="474" y="1473"/>
                  </a:cubicBezTo>
                  <a:cubicBezTo>
                    <a:pt x="322" y="2249"/>
                    <a:pt x="1"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4"/>
            <p:cNvSpPr/>
            <p:nvPr/>
          </p:nvSpPr>
          <p:spPr>
            <a:xfrm>
              <a:off x="4503454" y="2231013"/>
              <a:ext cx="62257" cy="10425"/>
            </a:xfrm>
            <a:custGeom>
              <a:rect b="b" l="l" r="r" t="t"/>
              <a:pathLst>
                <a:path extrusionOk="0" h="287" w="1714">
                  <a:moveTo>
                    <a:pt x="1" y="1"/>
                  </a:moveTo>
                  <a:lnTo>
                    <a:pt x="1" y="286"/>
                  </a:lnTo>
                  <a:lnTo>
                    <a:pt x="1714" y="286"/>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4"/>
            <p:cNvSpPr/>
            <p:nvPr/>
          </p:nvSpPr>
          <p:spPr>
            <a:xfrm>
              <a:off x="4509302" y="2400161"/>
              <a:ext cx="50924" cy="10425"/>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4"/>
            <p:cNvSpPr/>
            <p:nvPr/>
          </p:nvSpPr>
          <p:spPr>
            <a:xfrm>
              <a:off x="4503454" y="2410549"/>
              <a:ext cx="62257" cy="10388"/>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4"/>
            <p:cNvSpPr/>
            <p:nvPr/>
          </p:nvSpPr>
          <p:spPr>
            <a:xfrm>
              <a:off x="4007377" y="2195054"/>
              <a:ext cx="113471" cy="301731"/>
            </a:xfrm>
            <a:custGeom>
              <a:rect b="b" l="l" r="r" t="t"/>
              <a:pathLst>
                <a:path extrusionOk="0" h="8307" w="3124">
                  <a:moveTo>
                    <a:pt x="1" y="1"/>
                  </a:moveTo>
                  <a:lnTo>
                    <a:pt x="1" y="8306"/>
                  </a:lnTo>
                  <a:lnTo>
                    <a:pt x="3123" y="8306"/>
                  </a:lnTo>
                  <a:lnTo>
                    <a:pt x="3123" y="1"/>
                  </a:ln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4"/>
            <p:cNvSpPr/>
            <p:nvPr/>
          </p:nvSpPr>
          <p:spPr>
            <a:xfrm>
              <a:off x="4007377" y="2195054"/>
              <a:ext cx="56736" cy="301731"/>
            </a:xfrm>
            <a:custGeom>
              <a:rect b="b" l="l" r="r" t="t"/>
              <a:pathLst>
                <a:path extrusionOk="0" h="8307" w="1562">
                  <a:moveTo>
                    <a:pt x="1" y="1"/>
                  </a:moveTo>
                  <a:lnTo>
                    <a:pt x="1" y="8306"/>
                  </a:lnTo>
                  <a:lnTo>
                    <a:pt x="1562" y="8306"/>
                  </a:lnTo>
                  <a:lnTo>
                    <a:pt x="1562"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4"/>
            <p:cNvSpPr/>
            <p:nvPr/>
          </p:nvSpPr>
          <p:spPr>
            <a:xfrm>
              <a:off x="4190473" y="2289672"/>
              <a:ext cx="375248" cy="65163"/>
            </a:xfrm>
            <a:custGeom>
              <a:rect b="b" l="l" r="r" t="t"/>
              <a:pathLst>
                <a:path extrusionOk="0" h="1794" w="10331">
                  <a:moveTo>
                    <a:pt x="1891" y="1"/>
                  </a:moveTo>
                  <a:lnTo>
                    <a:pt x="0" y="1794"/>
                  </a:lnTo>
                  <a:lnTo>
                    <a:pt x="10331" y="1794"/>
                  </a:lnTo>
                  <a:lnTo>
                    <a:pt x="1033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4"/>
            <p:cNvSpPr/>
            <p:nvPr/>
          </p:nvSpPr>
          <p:spPr>
            <a:xfrm>
              <a:off x="4190473" y="2354796"/>
              <a:ext cx="375248" cy="10425"/>
            </a:xfrm>
            <a:custGeom>
              <a:rect b="b" l="l" r="r" t="t"/>
              <a:pathLst>
                <a:path extrusionOk="0" h="287" w="10331">
                  <a:moveTo>
                    <a:pt x="0" y="1"/>
                  </a:moveTo>
                  <a:lnTo>
                    <a:pt x="0" y="286"/>
                  </a:lnTo>
                  <a:lnTo>
                    <a:pt x="10331" y="286"/>
                  </a:lnTo>
                  <a:lnTo>
                    <a:pt x="1033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4"/>
            <p:cNvSpPr/>
            <p:nvPr/>
          </p:nvSpPr>
          <p:spPr>
            <a:xfrm>
              <a:off x="4463283" y="2429654"/>
              <a:ext cx="15582" cy="67124"/>
            </a:xfrm>
            <a:custGeom>
              <a:rect b="b" l="l" r="r" t="t"/>
              <a:pathLst>
                <a:path extrusionOk="0" h="1848" w="429">
                  <a:moveTo>
                    <a:pt x="1" y="0"/>
                  </a:moveTo>
                  <a:lnTo>
                    <a:pt x="1"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4"/>
            <p:cNvSpPr/>
            <p:nvPr/>
          </p:nvSpPr>
          <p:spPr>
            <a:xfrm>
              <a:off x="4473344" y="2429654"/>
              <a:ext cx="5521" cy="67124"/>
            </a:xfrm>
            <a:custGeom>
              <a:rect b="b" l="l" r="r" t="t"/>
              <a:pathLst>
                <a:path extrusionOk="0" h="1848" w="152">
                  <a:moveTo>
                    <a:pt x="0" y="0"/>
                  </a:moveTo>
                  <a:lnTo>
                    <a:pt x="0" y="1847"/>
                  </a:lnTo>
                  <a:lnTo>
                    <a:pt x="152" y="1847"/>
                  </a:lnTo>
                  <a:lnTo>
                    <a:pt x="152"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4"/>
            <p:cNvSpPr/>
            <p:nvPr/>
          </p:nvSpPr>
          <p:spPr>
            <a:xfrm>
              <a:off x="4457798" y="2415707"/>
              <a:ext cx="177581" cy="42824"/>
            </a:xfrm>
            <a:custGeom>
              <a:rect b="b" l="l" r="r" t="t"/>
              <a:pathLst>
                <a:path extrusionOk="0" h="1179" w="4889">
                  <a:moveTo>
                    <a:pt x="0" y="1"/>
                  </a:moveTo>
                  <a:lnTo>
                    <a:pt x="1240" y="1178"/>
                  </a:lnTo>
                  <a:lnTo>
                    <a:pt x="4889" y="1178"/>
                  </a:lnTo>
                  <a:lnTo>
                    <a:pt x="3649"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4"/>
            <p:cNvSpPr/>
            <p:nvPr/>
          </p:nvSpPr>
          <p:spPr>
            <a:xfrm>
              <a:off x="4605844" y="2469825"/>
              <a:ext cx="15619" cy="26951"/>
            </a:xfrm>
            <a:custGeom>
              <a:rect b="b" l="l" r="r" t="t"/>
              <a:pathLst>
                <a:path extrusionOk="0" h="742" w="430">
                  <a:moveTo>
                    <a:pt x="1" y="1"/>
                  </a:moveTo>
                  <a:lnTo>
                    <a:pt x="1" y="741"/>
                  </a:lnTo>
                  <a:lnTo>
                    <a:pt x="429" y="741"/>
                  </a:lnTo>
                  <a:lnTo>
                    <a:pt x="429"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4"/>
            <p:cNvSpPr/>
            <p:nvPr/>
          </p:nvSpPr>
          <p:spPr>
            <a:xfrm>
              <a:off x="4605844" y="2469825"/>
              <a:ext cx="5557" cy="26951"/>
            </a:xfrm>
            <a:custGeom>
              <a:rect b="b" l="l" r="r" t="t"/>
              <a:pathLst>
                <a:path extrusionOk="0" h="742" w="153">
                  <a:moveTo>
                    <a:pt x="1" y="1"/>
                  </a:moveTo>
                  <a:lnTo>
                    <a:pt x="1" y="741"/>
                  </a:lnTo>
                  <a:lnTo>
                    <a:pt x="153" y="741"/>
                  </a:lnTo>
                  <a:lnTo>
                    <a:pt x="153"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4"/>
            <p:cNvSpPr/>
            <p:nvPr/>
          </p:nvSpPr>
          <p:spPr>
            <a:xfrm>
              <a:off x="4516421" y="2469825"/>
              <a:ext cx="15582" cy="26951"/>
            </a:xfrm>
            <a:custGeom>
              <a:rect b="b" l="l" r="r" t="t"/>
              <a:pathLst>
                <a:path extrusionOk="0" h="742" w="429">
                  <a:moveTo>
                    <a:pt x="1" y="1"/>
                  </a:moveTo>
                  <a:lnTo>
                    <a:pt x="1" y="741"/>
                  </a:lnTo>
                  <a:lnTo>
                    <a:pt x="429" y="741"/>
                  </a:lnTo>
                  <a:lnTo>
                    <a:pt x="429"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4"/>
            <p:cNvSpPr/>
            <p:nvPr/>
          </p:nvSpPr>
          <p:spPr>
            <a:xfrm>
              <a:off x="4526482" y="2469825"/>
              <a:ext cx="5521" cy="26951"/>
            </a:xfrm>
            <a:custGeom>
              <a:rect b="b" l="l" r="r" t="t"/>
              <a:pathLst>
                <a:path extrusionOk="0" h="742" w="152">
                  <a:moveTo>
                    <a:pt x="0" y="1"/>
                  </a:moveTo>
                  <a:lnTo>
                    <a:pt x="0" y="741"/>
                  </a:lnTo>
                  <a:lnTo>
                    <a:pt x="152" y="741"/>
                  </a:lnTo>
                  <a:lnTo>
                    <a:pt x="152"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4"/>
            <p:cNvSpPr/>
            <p:nvPr/>
          </p:nvSpPr>
          <p:spPr>
            <a:xfrm>
              <a:off x="4561133" y="2429654"/>
              <a:ext cx="15619" cy="67124"/>
            </a:xfrm>
            <a:custGeom>
              <a:rect b="b" l="l" r="r" t="t"/>
              <a:pathLst>
                <a:path extrusionOk="0" h="1848" w="430">
                  <a:moveTo>
                    <a:pt x="1" y="0"/>
                  </a:moveTo>
                  <a:lnTo>
                    <a:pt x="1"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4"/>
            <p:cNvSpPr/>
            <p:nvPr/>
          </p:nvSpPr>
          <p:spPr>
            <a:xfrm>
              <a:off x="4571194" y="2429654"/>
              <a:ext cx="5557" cy="67124"/>
            </a:xfrm>
            <a:custGeom>
              <a:rect b="b" l="l" r="r" t="t"/>
              <a:pathLst>
                <a:path extrusionOk="0" h="1848" w="153">
                  <a:moveTo>
                    <a:pt x="0" y="0"/>
                  </a:moveTo>
                  <a:lnTo>
                    <a:pt x="0" y="1847"/>
                  </a:lnTo>
                  <a:lnTo>
                    <a:pt x="152" y="1847"/>
                  </a:lnTo>
                  <a:lnTo>
                    <a:pt x="152"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4"/>
            <p:cNvSpPr/>
            <p:nvPr/>
          </p:nvSpPr>
          <p:spPr>
            <a:xfrm>
              <a:off x="4508975" y="2319491"/>
              <a:ext cx="119937" cy="139043"/>
            </a:xfrm>
            <a:custGeom>
              <a:rect b="b" l="l" r="r" t="t"/>
              <a:pathLst>
                <a:path extrusionOk="0" h="3828" w="3302">
                  <a:moveTo>
                    <a:pt x="1" y="0"/>
                  </a:moveTo>
                  <a:lnTo>
                    <a:pt x="1" y="3827"/>
                  </a:lnTo>
                  <a:lnTo>
                    <a:pt x="3301" y="3827"/>
                  </a:lnTo>
                  <a:lnTo>
                    <a:pt x="3301"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4"/>
            <p:cNvSpPr/>
            <p:nvPr/>
          </p:nvSpPr>
          <p:spPr>
            <a:xfrm>
              <a:off x="4516421" y="2326937"/>
              <a:ext cx="105045" cy="131596"/>
            </a:xfrm>
            <a:custGeom>
              <a:rect b="b" l="l" r="r" t="t"/>
              <a:pathLst>
                <a:path extrusionOk="0" h="3623" w="2892">
                  <a:moveTo>
                    <a:pt x="1" y="0"/>
                  </a:moveTo>
                  <a:lnTo>
                    <a:pt x="1" y="3622"/>
                  </a:lnTo>
                  <a:lnTo>
                    <a:pt x="2891" y="3622"/>
                  </a:lnTo>
                  <a:lnTo>
                    <a:pt x="2891"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4"/>
            <p:cNvSpPr/>
            <p:nvPr/>
          </p:nvSpPr>
          <p:spPr>
            <a:xfrm>
              <a:off x="4502837" y="2458493"/>
              <a:ext cx="132541" cy="12023"/>
            </a:xfrm>
            <a:custGeom>
              <a:rect b="b" l="l" r="r" t="t"/>
              <a:pathLst>
                <a:path extrusionOk="0" h="331" w="3649">
                  <a:moveTo>
                    <a:pt x="0" y="0"/>
                  </a:moveTo>
                  <a:lnTo>
                    <a:pt x="0" y="330"/>
                  </a:lnTo>
                  <a:lnTo>
                    <a:pt x="3649" y="330"/>
                  </a:lnTo>
                  <a:lnTo>
                    <a:pt x="3649"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4"/>
            <p:cNvSpPr/>
            <p:nvPr/>
          </p:nvSpPr>
          <p:spPr>
            <a:xfrm>
              <a:off x="4457798" y="2415707"/>
              <a:ext cx="45076" cy="54811"/>
            </a:xfrm>
            <a:custGeom>
              <a:rect b="b" l="l" r="r" t="t"/>
              <a:pathLst>
                <a:path extrusionOk="0" h="1509" w="1241">
                  <a:moveTo>
                    <a:pt x="0" y="1"/>
                  </a:moveTo>
                  <a:lnTo>
                    <a:pt x="0" y="331"/>
                  </a:lnTo>
                  <a:lnTo>
                    <a:pt x="1240" y="1508"/>
                  </a:lnTo>
                  <a:lnTo>
                    <a:pt x="1240" y="1178"/>
                  </a:lnTo>
                  <a:lnTo>
                    <a:pt x="0"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4"/>
            <p:cNvSpPr/>
            <p:nvPr/>
          </p:nvSpPr>
          <p:spPr>
            <a:xfrm>
              <a:off x="4621426" y="2306198"/>
              <a:ext cx="7482" cy="152337"/>
            </a:xfrm>
            <a:custGeom>
              <a:rect b="b" l="l" r="r" t="t"/>
              <a:pathLst>
                <a:path extrusionOk="0" h="4194" w="206">
                  <a:moveTo>
                    <a:pt x="0" y="1"/>
                  </a:moveTo>
                  <a:lnTo>
                    <a:pt x="0" y="4193"/>
                  </a:lnTo>
                  <a:lnTo>
                    <a:pt x="205" y="4193"/>
                  </a:lnTo>
                  <a:lnTo>
                    <a:pt x="205"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4"/>
            <p:cNvSpPr/>
            <p:nvPr/>
          </p:nvSpPr>
          <p:spPr>
            <a:xfrm>
              <a:off x="4616232" y="2297117"/>
              <a:ext cx="17871" cy="18198"/>
            </a:xfrm>
            <a:custGeom>
              <a:rect b="b" l="l" r="r" t="t"/>
              <a:pathLst>
                <a:path extrusionOk="0" h="501" w="492">
                  <a:moveTo>
                    <a:pt x="241" y="1"/>
                  </a:moveTo>
                  <a:cubicBezTo>
                    <a:pt x="108" y="1"/>
                    <a:pt x="0" y="117"/>
                    <a:pt x="0" y="251"/>
                  </a:cubicBezTo>
                  <a:cubicBezTo>
                    <a:pt x="0" y="384"/>
                    <a:pt x="108" y="500"/>
                    <a:pt x="241" y="500"/>
                  </a:cubicBezTo>
                  <a:cubicBezTo>
                    <a:pt x="384" y="500"/>
                    <a:pt x="491" y="384"/>
                    <a:pt x="491" y="251"/>
                  </a:cubicBezTo>
                  <a:cubicBezTo>
                    <a:pt x="491" y="117"/>
                    <a:pt x="384" y="1"/>
                    <a:pt x="241"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4"/>
            <p:cNvSpPr/>
            <p:nvPr/>
          </p:nvSpPr>
          <p:spPr>
            <a:xfrm>
              <a:off x="4616232" y="2299733"/>
              <a:ext cx="17544" cy="15582"/>
            </a:xfrm>
            <a:custGeom>
              <a:rect b="b" l="l" r="r" t="t"/>
              <a:pathLst>
                <a:path extrusionOk="0" h="429" w="483">
                  <a:moveTo>
                    <a:pt x="72" y="0"/>
                  </a:moveTo>
                  <a:cubicBezTo>
                    <a:pt x="27" y="45"/>
                    <a:pt x="0" y="107"/>
                    <a:pt x="0" y="179"/>
                  </a:cubicBezTo>
                  <a:cubicBezTo>
                    <a:pt x="0" y="312"/>
                    <a:pt x="108" y="428"/>
                    <a:pt x="241" y="428"/>
                  </a:cubicBezTo>
                  <a:cubicBezTo>
                    <a:pt x="366" y="428"/>
                    <a:pt x="464" y="339"/>
                    <a:pt x="482" y="223"/>
                  </a:cubicBezTo>
                  <a:lnTo>
                    <a:pt x="482" y="223"/>
                  </a:lnTo>
                  <a:cubicBezTo>
                    <a:pt x="447" y="268"/>
                    <a:pt x="384" y="295"/>
                    <a:pt x="313" y="295"/>
                  </a:cubicBezTo>
                  <a:cubicBezTo>
                    <a:pt x="179" y="295"/>
                    <a:pt x="72" y="187"/>
                    <a:pt x="72" y="45"/>
                  </a:cubicBezTo>
                  <a:cubicBezTo>
                    <a:pt x="72" y="27"/>
                    <a:pt x="72" y="18"/>
                    <a:pt x="72"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4"/>
            <p:cNvSpPr/>
            <p:nvPr/>
          </p:nvSpPr>
          <p:spPr>
            <a:xfrm>
              <a:off x="4508975" y="2306198"/>
              <a:ext cx="7482" cy="152337"/>
            </a:xfrm>
            <a:custGeom>
              <a:rect b="b" l="l" r="r" t="t"/>
              <a:pathLst>
                <a:path extrusionOk="0" h="4194" w="206">
                  <a:moveTo>
                    <a:pt x="1" y="1"/>
                  </a:moveTo>
                  <a:lnTo>
                    <a:pt x="1" y="4193"/>
                  </a:lnTo>
                  <a:lnTo>
                    <a:pt x="206" y="4193"/>
                  </a:lnTo>
                  <a:lnTo>
                    <a:pt x="206"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4"/>
            <p:cNvSpPr/>
            <p:nvPr/>
          </p:nvSpPr>
          <p:spPr>
            <a:xfrm>
              <a:off x="4503781" y="2297117"/>
              <a:ext cx="17871" cy="18198"/>
            </a:xfrm>
            <a:custGeom>
              <a:rect b="b" l="l" r="r" t="t"/>
              <a:pathLst>
                <a:path extrusionOk="0" h="501" w="492">
                  <a:moveTo>
                    <a:pt x="242" y="1"/>
                  </a:moveTo>
                  <a:cubicBezTo>
                    <a:pt x="108" y="1"/>
                    <a:pt x="1" y="117"/>
                    <a:pt x="1" y="251"/>
                  </a:cubicBezTo>
                  <a:cubicBezTo>
                    <a:pt x="1" y="384"/>
                    <a:pt x="108" y="500"/>
                    <a:pt x="242" y="500"/>
                  </a:cubicBezTo>
                  <a:cubicBezTo>
                    <a:pt x="384" y="500"/>
                    <a:pt x="492" y="384"/>
                    <a:pt x="492" y="251"/>
                  </a:cubicBezTo>
                  <a:cubicBezTo>
                    <a:pt x="492" y="117"/>
                    <a:pt x="384" y="1"/>
                    <a:pt x="242"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4"/>
            <p:cNvSpPr/>
            <p:nvPr/>
          </p:nvSpPr>
          <p:spPr>
            <a:xfrm>
              <a:off x="4503781" y="2299733"/>
              <a:ext cx="17544" cy="15582"/>
            </a:xfrm>
            <a:custGeom>
              <a:rect b="b" l="l" r="r" t="t"/>
              <a:pathLst>
                <a:path extrusionOk="0" h="429" w="483">
                  <a:moveTo>
                    <a:pt x="72" y="0"/>
                  </a:moveTo>
                  <a:cubicBezTo>
                    <a:pt x="28" y="45"/>
                    <a:pt x="1" y="107"/>
                    <a:pt x="1" y="179"/>
                  </a:cubicBezTo>
                  <a:cubicBezTo>
                    <a:pt x="1" y="312"/>
                    <a:pt x="108" y="428"/>
                    <a:pt x="242" y="428"/>
                  </a:cubicBezTo>
                  <a:cubicBezTo>
                    <a:pt x="367" y="428"/>
                    <a:pt x="465" y="339"/>
                    <a:pt x="483" y="223"/>
                  </a:cubicBezTo>
                  <a:lnTo>
                    <a:pt x="483" y="223"/>
                  </a:lnTo>
                  <a:cubicBezTo>
                    <a:pt x="447" y="268"/>
                    <a:pt x="384" y="295"/>
                    <a:pt x="313" y="295"/>
                  </a:cubicBezTo>
                  <a:cubicBezTo>
                    <a:pt x="179" y="295"/>
                    <a:pt x="72" y="187"/>
                    <a:pt x="72" y="45"/>
                  </a:cubicBezTo>
                  <a:cubicBezTo>
                    <a:pt x="72" y="27"/>
                    <a:pt x="72" y="18"/>
                    <a:pt x="72"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4"/>
            <p:cNvSpPr/>
            <p:nvPr/>
          </p:nvSpPr>
          <p:spPr>
            <a:xfrm>
              <a:off x="4410799" y="2429654"/>
              <a:ext cx="15582" cy="67124"/>
            </a:xfrm>
            <a:custGeom>
              <a:rect b="b" l="l" r="r" t="t"/>
              <a:pathLst>
                <a:path extrusionOk="0" h="1848" w="429">
                  <a:moveTo>
                    <a:pt x="1" y="0"/>
                  </a:moveTo>
                  <a:lnTo>
                    <a:pt x="1"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4"/>
            <p:cNvSpPr/>
            <p:nvPr/>
          </p:nvSpPr>
          <p:spPr>
            <a:xfrm>
              <a:off x="4410799" y="2429654"/>
              <a:ext cx="5884" cy="67124"/>
            </a:xfrm>
            <a:custGeom>
              <a:rect b="b" l="l" r="r" t="t"/>
              <a:pathLst>
                <a:path extrusionOk="0" h="1848" w="162">
                  <a:moveTo>
                    <a:pt x="1" y="0"/>
                  </a:moveTo>
                  <a:lnTo>
                    <a:pt x="1" y="1847"/>
                  </a:lnTo>
                  <a:lnTo>
                    <a:pt x="161" y="1847"/>
                  </a:lnTo>
                  <a:lnTo>
                    <a:pt x="161"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4"/>
            <p:cNvSpPr/>
            <p:nvPr/>
          </p:nvSpPr>
          <p:spPr>
            <a:xfrm>
              <a:off x="4254617" y="2415707"/>
              <a:ext cx="177290" cy="42824"/>
            </a:xfrm>
            <a:custGeom>
              <a:rect b="b" l="l" r="r" t="t"/>
              <a:pathLst>
                <a:path extrusionOk="0" h="1179" w="4881">
                  <a:moveTo>
                    <a:pt x="1232" y="1"/>
                  </a:moveTo>
                  <a:lnTo>
                    <a:pt x="1" y="1178"/>
                  </a:lnTo>
                  <a:lnTo>
                    <a:pt x="3649" y="1178"/>
                  </a:lnTo>
                  <a:lnTo>
                    <a:pt x="4880"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4"/>
            <p:cNvSpPr/>
            <p:nvPr/>
          </p:nvSpPr>
          <p:spPr>
            <a:xfrm>
              <a:off x="4268237" y="2469825"/>
              <a:ext cx="15582" cy="26951"/>
            </a:xfrm>
            <a:custGeom>
              <a:rect b="b" l="l" r="r" t="t"/>
              <a:pathLst>
                <a:path extrusionOk="0" h="742" w="429">
                  <a:moveTo>
                    <a:pt x="0" y="1"/>
                  </a:moveTo>
                  <a:lnTo>
                    <a:pt x="0" y="741"/>
                  </a:lnTo>
                  <a:lnTo>
                    <a:pt x="428" y="741"/>
                  </a:lnTo>
                  <a:lnTo>
                    <a:pt x="428"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4"/>
            <p:cNvSpPr/>
            <p:nvPr/>
          </p:nvSpPr>
          <p:spPr>
            <a:xfrm>
              <a:off x="4278262" y="2469825"/>
              <a:ext cx="5557" cy="26951"/>
            </a:xfrm>
            <a:custGeom>
              <a:rect b="b" l="l" r="r" t="t"/>
              <a:pathLst>
                <a:path extrusionOk="0" h="742" w="153">
                  <a:moveTo>
                    <a:pt x="1" y="1"/>
                  </a:moveTo>
                  <a:lnTo>
                    <a:pt x="1" y="741"/>
                  </a:lnTo>
                  <a:lnTo>
                    <a:pt x="152" y="741"/>
                  </a:lnTo>
                  <a:lnTo>
                    <a:pt x="152"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4"/>
            <p:cNvSpPr/>
            <p:nvPr/>
          </p:nvSpPr>
          <p:spPr>
            <a:xfrm>
              <a:off x="4357660" y="2469825"/>
              <a:ext cx="15909" cy="26951"/>
            </a:xfrm>
            <a:custGeom>
              <a:rect b="b" l="l" r="r" t="t"/>
              <a:pathLst>
                <a:path extrusionOk="0" h="742" w="438">
                  <a:moveTo>
                    <a:pt x="0" y="1"/>
                  </a:moveTo>
                  <a:lnTo>
                    <a:pt x="0" y="741"/>
                  </a:lnTo>
                  <a:lnTo>
                    <a:pt x="438" y="741"/>
                  </a:lnTo>
                  <a:lnTo>
                    <a:pt x="438"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4"/>
            <p:cNvSpPr/>
            <p:nvPr/>
          </p:nvSpPr>
          <p:spPr>
            <a:xfrm>
              <a:off x="4357660" y="2469825"/>
              <a:ext cx="5884" cy="26951"/>
            </a:xfrm>
            <a:custGeom>
              <a:rect b="b" l="l" r="r" t="t"/>
              <a:pathLst>
                <a:path extrusionOk="0" h="742" w="162">
                  <a:moveTo>
                    <a:pt x="0" y="1"/>
                  </a:moveTo>
                  <a:lnTo>
                    <a:pt x="0" y="741"/>
                  </a:lnTo>
                  <a:lnTo>
                    <a:pt x="161" y="741"/>
                  </a:lnTo>
                  <a:lnTo>
                    <a:pt x="161"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4"/>
            <p:cNvSpPr/>
            <p:nvPr/>
          </p:nvSpPr>
          <p:spPr>
            <a:xfrm>
              <a:off x="4312949" y="2429654"/>
              <a:ext cx="15582" cy="67124"/>
            </a:xfrm>
            <a:custGeom>
              <a:rect b="b" l="l" r="r" t="t"/>
              <a:pathLst>
                <a:path extrusionOk="0" h="1848" w="429">
                  <a:moveTo>
                    <a:pt x="0" y="0"/>
                  </a:moveTo>
                  <a:lnTo>
                    <a:pt x="0"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4"/>
            <p:cNvSpPr/>
            <p:nvPr/>
          </p:nvSpPr>
          <p:spPr>
            <a:xfrm>
              <a:off x="4312949" y="2429654"/>
              <a:ext cx="5848" cy="67124"/>
            </a:xfrm>
            <a:custGeom>
              <a:rect b="b" l="l" r="r" t="t"/>
              <a:pathLst>
                <a:path extrusionOk="0" h="1848" w="161">
                  <a:moveTo>
                    <a:pt x="0" y="0"/>
                  </a:moveTo>
                  <a:lnTo>
                    <a:pt x="0" y="1847"/>
                  </a:lnTo>
                  <a:lnTo>
                    <a:pt x="161" y="1847"/>
                  </a:lnTo>
                  <a:lnTo>
                    <a:pt x="161"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4"/>
            <p:cNvSpPr/>
            <p:nvPr/>
          </p:nvSpPr>
          <p:spPr>
            <a:xfrm>
              <a:off x="4261082" y="2319491"/>
              <a:ext cx="119610" cy="139043"/>
            </a:xfrm>
            <a:custGeom>
              <a:rect b="b" l="l" r="r" t="t"/>
              <a:pathLst>
                <a:path extrusionOk="0" h="3828" w="3293">
                  <a:moveTo>
                    <a:pt x="1" y="0"/>
                  </a:moveTo>
                  <a:lnTo>
                    <a:pt x="1" y="3827"/>
                  </a:lnTo>
                  <a:lnTo>
                    <a:pt x="3293" y="3827"/>
                  </a:lnTo>
                  <a:lnTo>
                    <a:pt x="3293"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4"/>
            <p:cNvSpPr/>
            <p:nvPr/>
          </p:nvSpPr>
          <p:spPr>
            <a:xfrm>
              <a:off x="4268237" y="2326937"/>
              <a:ext cx="105335" cy="131596"/>
            </a:xfrm>
            <a:custGeom>
              <a:rect b="b" l="l" r="r" t="t"/>
              <a:pathLst>
                <a:path extrusionOk="0" h="3623" w="2900">
                  <a:moveTo>
                    <a:pt x="0" y="0"/>
                  </a:moveTo>
                  <a:lnTo>
                    <a:pt x="0" y="3622"/>
                  </a:lnTo>
                  <a:lnTo>
                    <a:pt x="2900" y="3622"/>
                  </a:lnTo>
                  <a:lnTo>
                    <a:pt x="2900"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4"/>
            <p:cNvSpPr/>
            <p:nvPr/>
          </p:nvSpPr>
          <p:spPr>
            <a:xfrm>
              <a:off x="4254617" y="2458493"/>
              <a:ext cx="132577" cy="12023"/>
            </a:xfrm>
            <a:custGeom>
              <a:rect b="b" l="l" r="r" t="t"/>
              <a:pathLst>
                <a:path extrusionOk="0" h="331" w="3650">
                  <a:moveTo>
                    <a:pt x="1" y="0"/>
                  </a:moveTo>
                  <a:lnTo>
                    <a:pt x="1" y="330"/>
                  </a:lnTo>
                  <a:lnTo>
                    <a:pt x="3649" y="330"/>
                  </a:lnTo>
                  <a:lnTo>
                    <a:pt x="3649"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4"/>
            <p:cNvSpPr/>
            <p:nvPr/>
          </p:nvSpPr>
          <p:spPr>
            <a:xfrm>
              <a:off x="4387153" y="2415707"/>
              <a:ext cx="44749" cy="54811"/>
            </a:xfrm>
            <a:custGeom>
              <a:rect b="b" l="l" r="r" t="t"/>
              <a:pathLst>
                <a:path extrusionOk="0" h="1509" w="1232">
                  <a:moveTo>
                    <a:pt x="1231" y="1"/>
                  </a:moveTo>
                  <a:lnTo>
                    <a:pt x="0" y="1178"/>
                  </a:lnTo>
                  <a:lnTo>
                    <a:pt x="0" y="1508"/>
                  </a:lnTo>
                  <a:lnTo>
                    <a:pt x="1231" y="331"/>
                  </a:lnTo>
                  <a:lnTo>
                    <a:pt x="1231"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4"/>
            <p:cNvSpPr/>
            <p:nvPr/>
          </p:nvSpPr>
          <p:spPr>
            <a:xfrm>
              <a:off x="4261082" y="2306198"/>
              <a:ext cx="7192" cy="152337"/>
            </a:xfrm>
            <a:custGeom>
              <a:rect b="b" l="l" r="r" t="t"/>
              <a:pathLst>
                <a:path extrusionOk="0" h="4194" w="198">
                  <a:moveTo>
                    <a:pt x="1" y="1"/>
                  </a:moveTo>
                  <a:lnTo>
                    <a:pt x="1" y="4193"/>
                  </a:lnTo>
                  <a:lnTo>
                    <a:pt x="197" y="4193"/>
                  </a:lnTo>
                  <a:lnTo>
                    <a:pt x="197"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4"/>
            <p:cNvSpPr/>
            <p:nvPr/>
          </p:nvSpPr>
          <p:spPr>
            <a:xfrm>
              <a:off x="4255597" y="2297117"/>
              <a:ext cx="18161" cy="18198"/>
            </a:xfrm>
            <a:custGeom>
              <a:rect b="b" l="l" r="r" t="t"/>
              <a:pathLst>
                <a:path extrusionOk="0" h="501" w="500">
                  <a:moveTo>
                    <a:pt x="250" y="1"/>
                  </a:moveTo>
                  <a:cubicBezTo>
                    <a:pt x="116" y="1"/>
                    <a:pt x="0" y="117"/>
                    <a:pt x="0" y="251"/>
                  </a:cubicBezTo>
                  <a:cubicBezTo>
                    <a:pt x="0" y="384"/>
                    <a:pt x="116" y="500"/>
                    <a:pt x="250" y="500"/>
                  </a:cubicBezTo>
                  <a:cubicBezTo>
                    <a:pt x="384" y="500"/>
                    <a:pt x="500" y="384"/>
                    <a:pt x="500" y="251"/>
                  </a:cubicBezTo>
                  <a:cubicBezTo>
                    <a:pt x="500" y="117"/>
                    <a:pt x="384" y="1"/>
                    <a:pt x="250"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4"/>
            <p:cNvSpPr/>
            <p:nvPr/>
          </p:nvSpPr>
          <p:spPr>
            <a:xfrm>
              <a:off x="4255924" y="2299733"/>
              <a:ext cx="17834" cy="15582"/>
            </a:xfrm>
            <a:custGeom>
              <a:rect b="b" l="l" r="r" t="t"/>
              <a:pathLst>
                <a:path extrusionOk="0" h="429" w="491">
                  <a:moveTo>
                    <a:pt x="411" y="0"/>
                  </a:moveTo>
                  <a:cubicBezTo>
                    <a:pt x="411" y="18"/>
                    <a:pt x="420" y="27"/>
                    <a:pt x="420" y="45"/>
                  </a:cubicBezTo>
                  <a:cubicBezTo>
                    <a:pt x="420" y="187"/>
                    <a:pt x="304" y="295"/>
                    <a:pt x="170" y="295"/>
                  </a:cubicBezTo>
                  <a:cubicBezTo>
                    <a:pt x="98" y="295"/>
                    <a:pt x="45" y="268"/>
                    <a:pt x="0" y="223"/>
                  </a:cubicBezTo>
                  <a:lnTo>
                    <a:pt x="0" y="223"/>
                  </a:lnTo>
                  <a:cubicBezTo>
                    <a:pt x="18" y="339"/>
                    <a:pt x="116" y="428"/>
                    <a:pt x="241" y="428"/>
                  </a:cubicBezTo>
                  <a:cubicBezTo>
                    <a:pt x="375" y="428"/>
                    <a:pt x="491" y="312"/>
                    <a:pt x="491" y="179"/>
                  </a:cubicBezTo>
                  <a:cubicBezTo>
                    <a:pt x="491" y="107"/>
                    <a:pt x="455" y="45"/>
                    <a:pt x="411"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4"/>
            <p:cNvSpPr/>
            <p:nvPr/>
          </p:nvSpPr>
          <p:spPr>
            <a:xfrm>
              <a:off x="4373533" y="2306198"/>
              <a:ext cx="7156" cy="152337"/>
            </a:xfrm>
            <a:custGeom>
              <a:rect b="b" l="l" r="r" t="t"/>
              <a:pathLst>
                <a:path extrusionOk="0" h="4194" w="197">
                  <a:moveTo>
                    <a:pt x="1" y="1"/>
                  </a:moveTo>
                  <a:lnTo>
                    <a:pt x="1" y="4193"/>
                  </a:lnTo>
                  <a:lnTo>
                    <a:pt x="197" y="4193"/>
                  </a:lnTo>
                  <a:lnTo>
                    <a:pt x="197"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4"/>
            <p:cNvSpPr/>
            <p:nvPr/>
          </p:nvSpPr>
          <p:spPr>
            <a:xfrm>
              <a:off x="4368012" y="2297117"/>
              <a:ext cx="18198" cy="18198"/>
            </a:xfrm>
            <a:custGeom>
              <a:rect b="b" l="l" r="r" t="t"/>
              <a:pathLst>
                <a:path extrusionOk="0" h="501" w="501">
                  <a:moveTo>
                    <a:pt x="251" y="1"/>
                  </a:moveTo>
                  <a:cubicBezTo>
                    <a:pt x="117" y="1"/>
                    <a:pt x="1" y="117"/>
                    <a:pt x="1" y="251"/>
                  </a:cubicBezTo>
                  <a:cubicBezTo>
                    <a:pt x="1" y="384"/>
                    <a:pt x="117" y="500"/>
                    <a:pt x="251" y="500"/>
                  </a:cubicBezTo>
                  <a:cubicBezTo>
                    <a:pt x="385" y="500"/>
                    <a:pt x="501" y="384"/>
                    <a:pt x="501" y="251"/>
                  </a:cubicBezTo>
                  <a:cubicBezTo>
                    <a:pt x="501" y="117"/>
                    <a:pt x="385" y="1"/>
                    <a:pt x="251"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4"/>
            <p:cNvSpPr/>
            <p:nvPr/>
          </p:nvSpPr>
          <p:spPr>
            <a:xfrm>
              <a:off x="4368339" y="2299733"/>
              <a:ext cx="17871" cy="15582"/>
            </a:xfrm>
            <a:custGeom>
              <a:rect b="b" l="l" r="r" t="t"/>
              <a:pathLst>
                <a:path extrusionOk="0" h="429" w="492">
                  <a:moveTo>
                    <a:pt x="411" y="0"/>
                  </a:moveTo>
                  <a:cubicBezTo>
                    <a:pt x="411" y="18"/>
                    <a:pt x="411" y="27"/>
                    <a:pt x="411" y="45"/>
                  </a:cubicBezTo>
                  <a:cubicBezTo>
                    <a:pt x="411" y="187"/>
                    <a:pt x="304" y="295"/>
                    <a:pt x="170" y="295"/>
                  </a:cubicBezTo>
                  <a:cubicBezTo>
                    <a:pt x="99" y="295"/>
                    <a:pt x="45" y="268"/>
                    <a:pt x="1" y="223"/>
                  </a:cubicBezTo>
                  <a:lnTo>
                    <a:pt x="1" y="223"/>
                  </a:lnTo>
                  <a:cubicBezTo>
                    <a:pt x="19" y="339"/>
                    <a:pt x="117" y="428"/>
                    <a:pt x="242" y="428"/>
                  </a:cubicBezTo>
                  <a:cubicBezTo>
                    <a:pt x="376" y="428"/>
                    <a:pt x="492" y="312"/>
                    <a:pt x="492" y="179"/>
                  </a:cubicBezTo>
                  <a:cubicBezTo>
                    <a:pt x="492" y="107"/>
                    <a:pt x="456" y="45"/>
                    <a:pt x="411"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4"/>
            <p:cNvSpPr/>
            <p:nvPr/>
          </p:nvSpPr>
          <p:spPr>
            <a:xfrm>
              <a:off x="4402372" y="2236207"/>
              <a:ext cx="21757" cy="43769"/>
            </a:xfrm>
            <a:custGeom>
              <a:rect b="b" l="l" r="r" t="t"/>
              <a:pathLst>
                <a:path extrusionOk="0" h="1205" w="599">
                  <a:moveTo>
                    <a:pt x="1" y="1"/>
                  </a:moveTo>
                  <a:lnTo>
                    <a:pt x="1" y="911"/>
                  </a:lnTo>
                  <a:cubicBezTo>
                    <a:pt x="1" y="1071"/>
                    <a:pt x="134" y="1205"/>
                    <a:pt x="304" y="1205"/>
                  </a:cubicBezTo>
                  <a:cubicBezTo>
                    <a:pt x="464" y="1205"/>
                    <a:pt x="598" y="1071"/>
                    <a:pt x="598" y="911"/>
                  </a:cubicBezTo>
                  <a:lnTo>
                    <a:pt x="5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4"/>
            <p:cNvSpPr/>
            <p:nvPr/>
          </p:nvSpPr>
          <p:spPr>
            <a:xfrm>
              <a:off x="4401064" y="2234572"/>
              <a:ext cx="24663" cy="47038"/>
            </a:xfrm>
            <a:custGeom>
              <a:rect b="b" l="l" r="r" t="t"/>
              <a:pathLst>
                <a:path extrusionOk="0" h="1295" w="679">
                  <a:moveTo>
                    <a:pt x="599" y="81"/>
                  </a:moveTo>
                  <a:lnTo>
                    <a:pt x="599" y="956"/>
                  </a:lnTo>
                  <a:cubicBezTo>
                    <a:pt x="599" y="1098"/>
                    <a:pt x="483" y="1214"/>
                    <a:pt x="340" y="1214"/>
                  </a:cubicBezTo>
                  <a:cubicBezTo>
                    <a:pt x="197" y="1214"/>
                    <a:pt x="81" y="1098"/>
                    <a:pt x="81" y="956"/>
                  </a:cubicBezTo>
                  <a:lnTo>
                    <a:pt x="81" y="81"/>
                  </a:lnTo>
                  <a:close/>
                  <a:moveTo>
                    <a:pt x="1" y="1"/>
                  </a:moveTo>
                  <a:lnTo>
                    <a:pt x="1" y="956"/>
                  </a:lnTo>
                  <a:cubicBezTo>
                    <a:pt x="1" y="1143"/>
                    <a:pt x="153" y="1295"/>
                    <a:pt x="340" y="1295"/>
                  </a:cubicBezTo>
                  <a:cubicBezTo>
                    <a:pt x="527" y="1295"/>
                    <a:pt x="679" y="1143"/>
                    <a:pt x="679" y="956"/>
                  </a:cubicBezTo>
                  <a:lnTo>
                    <a:pt x="67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4"/>
            <p:cNvSpPr/>
            <p:nvPr/>
          </p:nvSpPr>
          <p:spPr>
            <a:xfrm>
              <a:off x="4413377" y="2279937"/>
              <a:ext cx="36" cy="46711"/>
            </a:xfrm>
            <a:custGeom>
              <a:rect b="b" l="l" r="r" t="t"/>
              <a:pathLst>
                <a:path extrusionOk="0" h="1286" w="1">
                  <a:moveTo>
                    <a:pt x="1" y="1"/>
                  </a:moveTo>
                  <a:lnTo>
                    <a:pt x="1" y="1286"/>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4"/>
            <p:cNvSpPr/>
            <p:nvPr/>
          </p:nvSpPr>
          <p:spPr>
            <a:xfrm>
              <a:off x="4411779" y="2279937"/>
              <a:ext cx="2942" cy="46711"/>
            </a:xfrm>
            <a:custGeom>
              <a:rect b="b" l="l" r="r" t="t"/>
              <a:pathLst>
                <a:path extrusionOk="0" h="1286" w="81">
                  <a:moveTo>
                    <a:pt x="0" y="1"/>
                  </a:moveTo>
                  <a:lnTo>
                    <a:pt x="0" y="1286"/>
                  </a:lnTo>
                  <a:lnTo>
                    <a:pt x="81" y="1286"/>
                  </a:lnTo>
                  <a:lnTo>
                    <a:pt x="8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4"/>
            <p:cNvSpPr/>
            <p:nvPr/>
          </p:nvSpPr>
          <p:spPr>
            <a:xfrm>
              <a:off x="4402045" y="2325957"/>
              <a:ext cx="22084" cy="36"/>
            </a:xfrm>
            <a:custGeom>
              <a:rect b="b" l="l" r="r" t="t"/>
              <a:pathLst>
                <a:path extrusionOk="0" h="1" w="608">
                  <a:moveTo>
                    <a:pt x="1" y="1"/>
                  </a:moveTo>
                  <a:lnTo>
                    <a:pt x="607" y="1"/>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4"/>
            <p:cNvSpPr/>
            <p:nvPr/>
          </p:nvSpPr>
          <p:spPr>
            <a:xfrm>
              <a:off x="4402045" y="2324358"/>
              <a:ext cx="22084" cy="2942"/>
            </a:xfrm>
            <a:custGeom>
              <a:rect b="b" l="l" r="r" t="t"/>
              <a:pathLst>
                <a:path extrusionOk="0" h="81" w="608">
                  <a:moveTo>
                    <a:pt x="1" y="0"/>
                  </a:moveTo>
                  <a:lnTo>
                    <a:pt x="1" y="80"/>
                  </a:lnTo>
                  <a:lnTo>
                    <a:pt x="607" y="80"/>
                  </a:lnTo>
                  <a:lnTo>
                    <a:pt x="6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4"/>
            <p:cNvSpPr/>
            <p:nvPr/>
          </p:nvSpPr>
          <p:spPr>
            <a:xfrm>
              <a:off x="4460704" y="2236207"/>
              <a:ext cx="21757" cy="43769"/>
            </a:xfrm>
            <a:custGeom>
              <a:rect b="b" l="l" r="r" t="t"/>
              <a:pathLst>
                <a:path extrusionOk="0" h="1205" w="599">
                  <a:moveTo>
                    <a:pt x="0" y="1"/>
                  </a:moveTo>
                  <a:lnTo>
                    <a:pt x="0" y="911"/>
                  </a:lnTo>
                  <a:cubicBezTo>
                    <a:pt x="0" y="1071"/>
                    <a:pt x="134" y="1205"/>
                    <a:pt x="295" y="1205"/>
                  </a:cubicBezTo>
                  <a:cubicBezTo>
                    <a:pt x="464" y="1205"/>
                    <a:pt x="598" y="1071"/>
                    <a:pt x="598" y="911"/>
                  </a:cubicBezTo>
                  <a:lnTo>
                    <a:pt x="5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4"/>
            <p:cNvSpPr/>
            <p:nvPr/>
          </p:nvSpPr>
          <p:spPr>
            <a:xfrm>
              <a:off x="4459070" y="2234572"/>
              <a:ext cx="24990" cy="47038"/>
            </a:xfrm>
            <a:custGeom>
              <a:rect b="b" l="l" r="r" t="t"/>
              <a:pathLst>
                <a:path extrusionOk="0" h="1295" w="688">
                  <a:moveTo>
                    <a:pt x="598" y="81"/>
                  </a:moveTo>
                  <a:lnTo>
                    <a:pt x="598" y="956"/>
                  </a:lnTo>
                  <a:cubicBezTo>
                    <a:pt x="598" y="1098"/>
                    <a:pt x="482" y="1214"/>
                    <a:pt x="340" y="1214"/>
                  </a:cubicBezTo>
                  <a:cubicBezTo>
                    <a:pt x="197" y="1214"/>
                    <a:pt x="81" y="1098"/>
                    <a:pt x="81" y="956"/>
                  </a:cubicBezTo>
                  <a:lnTo>
                    <a:pt x="81" y="81"/>
                  </a:lnTo>
                  <a:close/>
                  <a:moveTo>
                    <a:pt x="1" y="1"/>
                  </a:moveTo>
                  <a:lnTo>
                    <a:pt x="1" y="956"/>
                  </a:lnTo>
                  <a:cubicBezTo>
                    <a:pt x="1" y="1143"/>
                    <a:pt x="152" y="1295"/>
                    <a:pt x="340" y="1295"/>
                  </a:cubicBezTo>
                  <a:cubicBezTo>
                    <a:pt x="527" y="1295"/>
                    <a:pt x="688" y="1143"/>
                    <a:pt x="688" y="956"/>
                  </a:cubicBezTo>
                  <a:lnTo>
                    <a:pt x="68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4"/>
            <p:cNvSpPr/>
            <p:nvPr/>
          </p:nvSpPr>
          <p:spPr>
            <a:xfrm>
              <a:off x="4471383" y="2279937"/>
              <a:ext cx="36" cy="46711"/>
            </a:xfrm>
            <a:custGeom>
              <a:rect b="b" l="l" r="r" t="t"/>
              <a:pathLst>
                <a:path extrusionOk="0" h="1286" w="1">
                  <a:moveTo>
                    <a:pt x="1" y="1"/>
                  </a:moveTo>
                  <a:lnTo>
                    <a:pt x="1" y="1286"/>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4"/>
            <p:cNvSpPr/>
            <p:nvPr/>
          </p:nvSpPr>
          <p:spPr>
            <a:xfrm>
              <a:off x="4470111" y="2279937"/>
              <a:ext cx="2942" cy="46711"/>
            </a:xfrm>
            <a:custGeom>
              <a:rect b="b" l="l" r="r" t="t"/>
              <a:pathLst>
                <a:path extrusionOk="0" h="1286" w="81">
                  <a:moveTo>
                    <a:pt x="0" y="1"/>
                  </a:moveTo>
                  <a:lnTo>
                    <a:pt x="0" y="1286"/>
                  </a:lnTo>
                  <a:lnTo>
                    <a:pt x="80" y="1286"/>
                  </a:lnTo>
                  <a:lnTo>
                    <a:pt x="8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4"/>
            <p:cNvSpPr/>
            <p:nvPr/>
          </p:nvSpPr>
          <p:spPr>
            <a:xfrm>
              <a:off x="4460377" y="2325957"/>
              <a:ext cx="22084" cy="36"/>
            </a:xfrm>
            <a:custGeom>
              <a:rect b="b" l="l" r="r" t="t"/>
              <a:pathLst>
                <a:path extrusionOk="0" h="1" w="608">
                  <a:moveTo>
                    <a:pt x="0" y="1"/>
                  </a:moveTo>
                  <a:lnTo>
                    <a:pt x="607" y="1"/>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4"/>
            <p:cNvSpPr/>
            <p:nvPr/>
          </p:nvSpPr>
          <p:spPr>
            <a:xfrm>
              <a:off x="4460377" y="2324358"/>
              <a:ext cx="22084" cy="2942"/>
            </a:xfrm>
            <a:custGeom>
              <a:rect b="b" l="l" r="r" t="t"/>
              <a:pathLst>
                <a:path extrusionOk="0" h="81" w="608">
                  <a:moveTo>
                    <a:pt x="0" y="0"/>
                  </a:moveTo>
                  <a:lnTo>
                    <a:pt x="0" y="80"/>
                  </a:lnTo>
                  <a:lnTo>
                    <a:pt x="607" y="80"/>
                  </a:lnTo>
                  <a:lnTo>
                    <a:pt x="6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9" name="Google Shape;3229;p54"/>
          <p:cNvGrpSpPr/>
          <p:nvPr/>
        </p:nvGrpSpPr>
        <p:grpSpPr>
          <a:xfrm>
            <a:off x="3720527" y="3355494"/>
            <a:ext cx="1740199" cy="2502755"/>
            <a:chOff x="4025327" y="3355494"/>
            <a:chExt cx="1740199" cy="2502755"/>
          </a:xfrm>
        </p:grpSpPr>
        <p:sp>
          <p:nvSpPr>
            <p:cNvPr id="3230" name="Google Shape;3230;p54"/>
            <p:cNvSpPr/>
            <p:nvPr/>
          </p:nvSpPr>
          <p:spPr>
            <a:xfrm>
              <a:off x="4706126" y="3843812"/>
              <a:ext cx="153439" cy="2008135"/>
            </a:xfrm>
            <a:custGeom>
              <a:rect b="b" l="l" r="r" t="t"/>
              <a:pathLst>
                <a:path extrusionOk="0" h="19735" w="1508">
                  <a:moveTo>
                    <a:pt x="357" y="1"/>
                  </a:moveTo>
                  <a:cubicBezTo>
                    <a:pt x="357" y="1"/>
                    <a:pt x="0" y="982"/>
                    <a:pt x="357" y="3088"/>
                  </a:cubicBezTo>
                  <a:cubicBezTo>
                    <a:pt x="634" y="4720"/>
                    <a:pt x="357" y="19734"/>
                    <a:pt x="357" y="19734"/>
                  </a:cubicBezTo>
                  <a:lnTo>
                    <a:pt x="1151" y="19734"/>
                  </a:lnTo>
                  <a:cubicBezTo>
                    <a:pt x="1151" y="19734"/>
                    <a:pt x="874" y="4720"/>
                    <a:pt x="1151" y="3088"/>
                  </a:cubicBezTo>
                  <a:cubicBezTo>
                    <a:pt x="1508" y="982"/>
                    <a:pt x="1151" y="1"/>
                    <a:pt x="1151"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4"/>
            <p:cNvSpPr/>
            <p:nvPr/>
          </p:nvSpPr>
          <p:spPr>
            <a:xfrm>
              <a:off x="4775111" y="3843812"/>
              <a:ext cx="84453" cy="2008135"/>
            </a:xfrm>
            <a:custGeom>
              <a:rect b="b" l="l" r="r" t="t"/>
              <a:pathLst>
                <a:path extrusionOk="0" h="19735" w="830">
                  <a:moveTo>
                    <a:pt x="277" y="1"/>
                  </a:moveTo>
                  <a:cubicBezTo>
                    <a:pt x="277" y="1"/>
                    <a:pt x="634" y="982"/>
                    <a:pt x="277" y="3088"/>
                  </a:cubicBezTo>
                  <a:cubicBezTo>
                    <a:pt x="0" y="4720"/>
                    <a:pt x="277" y="19734"/>
                    <a:pt x="277" y="19734"/>
                  </a:cubicBezTo>
                  <a:lnTo>
                    <a:pt x="473" y="19734"/>
                  </a:lnTo>
                  <a:cubicBezTo>
                    <a:pt x="473" y="19734"/>
                    <a:pt x="196" y="4720"/>
                    <a:pt x="473" y="3088"/>
                  </a:cubicBezTo>
                  <a:cubicBezTo>
                    <a:pt x="830" y="982"/>
                    <a:pt x="473" y="1"/>
                    <a:pt x="473"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4"/>
            <p:cNvSpPr/>
            <p:nvPr/>
          </p:nvSpPr>
          <p:spPr>
            <a:xfrm>
              <a:off x="4298521" y="3355494"/>
              <a:ext cx="968660" cy="758075"/>
            </a:xfrm>
            <a:custGeom>
              <a:rect b="b" l="l" r="r" t="t"/>
              <a:pathLst>
                <a:path extrusionOk="0" h="7450" w="9520">
                  <a:moveTo>
                    <a:pt x="3712" y="0"/>
                  </a:moveTo>
                  <a:lnTo>
                    <a:pt x="3712" y="0"/>
                  </a:lnTo>
                  <a:cubicBezTo>
                    <a:pt x="3944" y="830"/>
                    <a:pt x="4042" y="1481"/>
                    <a:pt x="4042" y="1481"/>
                  </a:cubicBezTo>
                  <a:cubicBezTo>
                    <a:pt x="3426" y="456"/>
                    <a:pt x="2436" y="125"/>
                    <a:pt x="2436" y="125"/>
                  </a:cubicBezTo>
                  <a:lnTo>
                    <a:pt x="2436" y="125"/>
                  </a:lnTo>
                  <a:cubicBezTo>
                    <a:pt x="3533" y="884"/>
                    <a:pt x="3748" y="1945"/>
                    <a:pt x="3748" y="1945"/>
                  </a:cubicBezTo>
                  <a:cubicBezTo>
                    <a:pt x="2998" y="937"/>
                    <a:pt x="1562" y="919"/>
                    <a:pt x="1562" y="919"/>
                  </a:cubicBezTo>
                  <a:lnTo>
                    <a:pt x="1562" y="919"/>
                  </a:lnTo>
                  <a:cubicBezTo>
                    <a:pt x="2481" y="1214"/>
                    <a:pt x="3087" y="2017"/>
                    <a:pt x="3087" y="2017"/>
                  </a:cubicBezTo>
                  <a:cubicBezTo>
                    <a:pt x="3087" y="2017"/>
                    <a:pt x="2561" y="1597"/>
                    <a:pt x="1758" y="1526"/>
                  </a:cubicBezTo>
                  <a:cubicBezTo>
                    <a:pt x="1614" y="1513"/>
                    <a:pt x="1482" y="1508"/>
                    <a:pt x="1362" y="1508"/>
                  </a:cubicBezTo>
                  <a:cubicBezTo>
                    <a:pt x="826" y="1508"/>
                    <a:pt x="545" y="1615"/>
                    <a:pt x="545" y="1615"/>
                  </a:cubicBezTo>
                  <a:cubicBezTo>
                    <a:pt x="1954" y="1651"/>
                    <a:pt x="2436" y="2302"/>
                    <a:pt x="2436" y="2302"/>
                  </a:cubicBezTo>
                  <a:cubicBezTo>
                    <a:pt x="2107" y="2194"/>
                    <a:pt x="1771" y="2170"/>
                    <a:pt x="1534" y="2170"/>
                  </a:cubicBezTo>
                  <a:cubicBezTo>
                    <a:pt x="1340" y="2170"/>
                    <a:pt x="1214" y="2186"/>
                    <a:pt x="1214" y="2186"/>
                  </a:cubicBezTo>
                  <a:cubicBezTo>
                    <a:pt x="2186" y="2347"/>
                    <a:pt x="2606" y="2837"/>
                    <a:pt x="2606" y="2837"/>
                  </a:cubicBezTo>
                  <a:cubicBezTo>
                    <a:pt x="2606" y="2837"/>
                    <a:pt x="2146" y="2706"/>
                    <a:pt x="1646" y="2706"/>
                  </a:cubicBezTo>
                  <a:cubicBezTo>
                    <a:pt x="1396" y="2706"/>
                    <a:pt x="1137" y="2739"/>
                    <a:pt x="920" y="2837"/>
                  </a:cubicBezTo>
                  <a:cubicBezTo>
                    <a:pt x="259" y="3132"/>
                    <a:pt x="134" y="3720"/>
                    <a:pt x="134" y="3720"/>
                  </a:cubicBezTo>
                  <a:cubicBezTo>
                    <a:pt x="439" y="3339"/>
                    <a:pt x="929" y="3103"/>
                    <a:pt x="1520" y="3103"/>
                  </a:cubicBezTo>
                  <a:cubicBezTo>
                    <a:pt x="1552" y="3103"/>
                    <a:pt x="1583" y="3104"/>
                    <a:pt x="1615" y="3105"/>
                  </a:cubicBezTo>
                  <a:cubicBezTo>
                    <a:pt x="2168" y="3123"/>
                    <a:pt x="2436" y="3364"/>
                    <a:pt x="2436" y="3364"/>
                  </a:cubicBezTo>
                  <a:cubicBezTo>
                    <a:pt x="2436" y="3364"/>
                    <a:pt x="2270" y="3337"/>
                    <a:pt x="2019" y="3337"/>
                  </a:cubicBezTo>
                  <a:cubicBezTo>
                    <a:pt x="1709" y="3337"/>
                    <a:pt x="1271" y="3378"/>
                    <a:pt x="857" y="3560"/>
                  </a:cubicBezTo>
                  <a:cubicBezTo>
                    <a:pt x="108" y="3890"/>
                    <a:pt x="1" y="4488"/>
                    <a:pt x="1" y="4488"/>
                  </a:cubicBezTo>
                  <a:cubicBezTo>
                    <a:pt x="500" y="3935"/>
                    <a:pt x="1383" y="3828"/>
                    <a:pt x="1383" y="3828"/>
                  </a:cubicBezTo>
                  <a:lnTo>
                    <a:pt x="1383" y="3828"/>
                  </a:lnTo>
                  <a:cubicBezTo>
                    <a:pt x="242" y="4390"/>
                    <a:pt x="63" y="5362"/>
                    <a:pt x="63" y="5362"/>
                  </a:cubicBezTo>
                  <a:cubicBezTo>
                    <a:pt x="429" y="4969"/>
                    <a:pt x="1134" y="4755"/>
                    <a:pt x="1134" y="4755"/>
                  </a:cubicBezTo>
                  <a:lnTo>
                    <a:pt x="1134" y="4755"/>
                  </a:lnTo>
                  <a:cubicBezTo>
                    <a:pt x="384" y="5335"/>
                    <a:pt x="152" y="6156"/>
                    <a:pt x="152" y="6156"/>
                  </a:cubicBezTo>
                  <a:cubicBezTo>
                    <a:pt x="652" y="5469"/>
                    <a:pt x="1544" y="5157"/>
                    <a:pt x="1544" y="5157"/>
                  </a:cubicBezTo>
                  <a:lnTo>
                    <a:pt x="1544" y="5157"/>
                  </a:lnTo>
                  <a:cubicBezTo>
                    <a:pt x="1160" y="5630"/>
                    <a:pt x="1044" y="6272"/>
                    <a:pt x="1044" y="6272"/>
                  </a:cubicBezTo>
                  <a:cubicBezTo>
                    <a:pt x="1624" y="4961"/>
                    <a:pt x="2659" y="4755"/>
                    <a:pt x="2659" y="4755"/>
                  </a:cubicBezTo>
                  <a:lnTo>
                    <a:pt x="2659" y="4755"/>
                  </a:lnTo>
                  <a:cubicBezTo>
                    <a:pt x="1642" y="5273"/>
                    <a:pt x="1473" y="6647"/>
                    <a:pt x="1473" y="6647"/>
                  </a:cubicBezTo>
                  <a:cubicBezTo>
                    <a:pt x="1963" y="5362"/>
                    <a:pt x="2891" y="4969"/>
                    <a:pt x="2891" y="4969"/>
                  </a:cubicBezTo>
                  <a:lnTo>
                    <a:pt x="2891" y="4969"/>
                  </a:lnTo>
                  <a:cubicBezTo>
                    <a:pt x="1892" y="6067"/>
                    <a:pt x="2284" y="7316"/>
                    <a:pt x="2284" y="7316"/>
                  </a:cubicBezTo>
                  <a:cubicBezTo>
                    <a:pt x="2284" y="6236"/>
                    <a:pt x="2802" y="5674"/>
                    <a:pt x="2802" y="5674"/>
                  </a:cubicBezTo>
                  <a:lnTo>
                    <a:pt x="2802" y="5674"/>
                  </a:lnTo>
                  <a:cubicBezTo>
                    <a:pt x="2579" y="6272"/>
                    <a:pt x="2686" y="6780"/>
                    <a:pt x="2686" y="6780"/>
                  </a:cubicBezTo>
                  <a:cubicBezTo>
                    <a:pt x="2900" y="5630"/>
                    <a:pt x="3533" y="5166"/>
                    <a:pt x="3533" y="5166"/>
                  </a:cubicBezTo>
                  <a:lnTo>
                    <a:pt x="3533" y="5166"/>
                  </a:lnTo>
                  <a:cubicBezTo>
                    <a:pt x="3150" y="5853"/>
                    <a:pt x="3221" y="6896"/>
                    <a:pt x="3221" y="6896"/>
                  </a:cubicBezTo>
                  <a:cubicBezTo>
                    <a:pt x="3408" y="5701"/>
                    <a:pt x="4015" y="5023"/>
                    <a:pt x="4015" y="5023"/>
                  </a:cubicBezTo>
                  <a:lnTo>
                    <a:pt x="4015" y="5023"/>
                  </a:lnTo>
                  <a:cubicBezTo>
                    <a:pt x="3542" y="6192"/>
                    <a:pt x="4033" y="7449"/>
                    <a:pt x="4033" y="7449"/>
                  </a:cubicBezTo>
                  <a:cubicBezTo>
                    <a:pt x="3872" y="5415"/>
                    <a:pt x="4756" y="4800"/>
                    <a:pt x="4756" y="4800"/>
                  </a:cubicBezTo>
                  <a:cubicBezTo>
                    <a:pt x="4756" y="4800"/>
                    <a:pt x="5639" y="5415"/>
                    <a:pt x="5487" y="7449"/>
                  </a:cubicBezTo>
                  <a:cubicBezTo>
                    <a:pt x="5487" y="7449"/>
                    <a:pt x="5978" y="6192"/>
                    <a:pt x="5505" y="5023"/>
                  </a:cubicBezTo>
                  <a:lnTo>
                    <a:pt x="5505" y="5023"/>
                  </a:lnTo>
                  <a:cubicBezTo>
                    <a:pt x="5505" y="5023"/>
                    <a:pt x="6103" y="5701"/>
                    <a:pt x="6299" y="6896"/>
                  </a:cubicBezTo>
                  <a:cubicBezTo>
                    <a:pt x="6299" y="6896"/>
                    <a:pt x="6361" y="5853"/>
                    <a:pt x="5987" y="5166"/>
                  </a:cubicBezTo>
                  <a:lnTo>
                    <a:pt x="5987" y="5166"/>
                  </a:lnTo>
                  <a:cubicBezTo>
                    <a:pt x="5987" y="5166"/>
                    <a:pt x="6620" y="5630"/>
                    <a:pt x="6834" y="6780"/>
                  </a:cubicBezTo>
                  <a:cubicBezTo>
                    <a:pt x="6834" y="6780"/>
                    <a:pt x="6941" y="6272"/>
                    <a:pt x="6718" y="5674"/>
                  </a:cubicBezTo>
                  <a:lnTo>
                    <a:pt x="6718" y="5674"/>
                  </a:lnTo>
                  <a:cubicBezTo>
                    <a:pt x="6718" y="5674"/>
                    <a:pt x="7236" y="6236"/>
                    <a:pt x="7236" y="7316"/>
                  </a:cubicBezTo>
                  <a:cubicBezTo>
                    <a:pt x="7236" y="7316"/>
                    <a:pt x="7628" y="6067"/>
                    <a:pt x="6629" y="4969"/>
                  </a:cubicBezTo>
                  <a:lnTo>
                    <a:pt x="6629" y="4969"/>
                  </a:lnTo>
                  <a:cubicBezTo>
                    <a:pt x="6629" y="4969"/>
                    <a:pt x="7557" y="5362"/>
                    <a:pt x="8047" y="6647"/>
                  </a:cubicBezTo>
                  <a:cubicBezTo>
                    <a:pt x="8047" y="6647"/>
                    <a:pt x="7878" y="5273"/>
                    <a:pt x="6861" y="4755"/>
                  </a:cubicBezTo>
                  <a:lnTo>
                    <a:pt x="6861" y="4755"/>
                  </a:lnTo>
                  <a:cubicBezTo>
                    <a:pt x="6861" y="4755"/>
                    <a:pt x="7896" y="4961"/>
                    <a:pt x="8467" y="6272"/>
                  </a:cubicBezTo>
                  <a:cubicBezTo>
                    <a:pt x="8467" y="6272"/>
                    <a:pt x="8351" y="5630"/>
                    <a:pt x="7976" y="5157"/>
                  </a:cubicBezTo>
                  <a:lnTo>
                    <a:pt x="7976" y="5157"/>
                  </a:lnTo>
                  <a:cubicBezTo>
                    <a:pt x="7976" y="5157"/>
                    <a:pt x="8868" y="5469"/>
                    <a:pt x="9368" y="6156"/>
                  </a:cubicBezTo>
                  <a:cubicBezTo>
                    <a:pt x="9368" y="6156"/>
                    <a:pt x="9136" y="5335"/>
                    <a:pt x="8386" y="4755"/>
                  </a:cubicBezTo>
                  <a:lnTo>
                    <a:pt x="8386" y="4755"/>
                  </a:lnTo>
                  <a:cubicBezTo>
                    <a:pt x="8387" y="4755"/>
                    <a:pt x="9091" y="4969"/>
                    <a:pt x="9457" y="5362"/>
                  </a:cubicBezTo>
                  <a:cubicBezTo>
                    <a:pt x="9457" y="5362"/>
                    <a:pt x="9270" y="4390"/>
                    <a:pt x="8128" y="3828"/>
                  </a:cubicBezTo>
                  <a:lnTo>
                    <a:pt x="8128" y="3828"/>
                  </a:lnTo>
                  <a:cubicBezTo>
                    <a:pt x="8128" y="3828"/>
                    <a:pt x="9020" y="3935"/>
                    <a:pt x="9519" y="4488"/>
                  </a:cubicBezTo>
                  <a:cubicBezTo>
                    <a:pt x="9519" y="4488"/>
                    <a:pt x="9412" y="3890"/>
                    <a:pt x="8663" y="3560"/>
                  </a:cubicBezTo>
                  <a:cubicBezTo>
                    <a:pt x="8249" y="3378"/>
                    <a:pt x="7811" y="3337"/>
                    <a:pt x="7501" y="3337"/>
                  </a:cubicBezTo>
                  <a:cubicBezTo>
                    <a:pt x="7250" y="3337"/>
                    <a:pt x="7084" y="3364"/>
                    <a:pt x="7084" y="3364"/>
                  </a:cubicBezTo>
                  <a:cubicBezTo>
                    <a:pt x="7084" y="3364"/>
                    <a:pt x="7352" y="3123"/>
                    <a:pt x="7905" y="3105"/>
                  </a:cubicBezTo>
                  <a:cubicBezTo>
                    <a:pt x="7937" y="3104"/>
                    <a:pt x="7968" y="3103"/>
                    <a:pt x="8000" y="3103"/>
                  </a:cubicBezTo>
                  <a:cubicBezTo>
                    <a:pt x="8590" y="3103"/>
                    <a:pt x="9072" y="3339"/>
                    <a:pt x="9386" y="3720"/>
                  </a:cubicBezTo>
                  <a:cubicBezTo>
                    <a:pt x="9386" y="3720"/>
                    <a:pt x="9261" y="3132"/>
                    <a:pt x="8601" y="2837"/>
                  </a:cubicBezTo>
                  <a:cubicBezTo>
                    <a:pt x="8383" y="2739"/>
                    <a:pt x="8123" y="2706"/>
                    <a:pt x="7872" y="2706"/>
                  </a:cubicBezTo>
                  <a:cubicBezTo>
                    <a:pt x="7369" y="2706"/>
                    <a:pt x="6906" y="2837"/>
                    <a:pt x="6906" y="2837"/>
                  </a:cubicBezTo>
                  <a:cubicBezTo>
                    <a:pt x="6906" y="2837"/>
                    <a:pt x="7334" y="2347"/>
                    <a:pt x="8306" y="2186"/>
                  </a:cubicBezTo>
                  <a:cubicBezTo>
                    <a:pt x="8306" y="2186"/>
                    <a:pt x="8180" y="2170"/>
                    <a:pt x="7985" y="2170"/>
                  </a:cubicBezTo>
                  <a:cubicBezTo>
                    <a:pt x="7748" y="2170"/>
                    <a:pt x="7409" y="2194"/>
                    <a:pt x="7075" y="2302"/>
                  </a:cubicBezTo>
                  <a:cubicBezTo>
                    <a:pt x="7075" y="2302"/>
                    <a:pt x="7566" y="1651"/>
                    <a:pt x="8975" y="1615"/>
                  </a:cubicBezTo>
                  <a:cubicBezTo>
                    <a:pt x="8975" y="1615"/>
                    <a:pt x="8689" y="1508"/>
                    <a:pt x="8149" y="1508"/>
                  </a:cubicBezTo>
                  <a:cubicBezTo>
                    <a:pt x="8030" y="1508"/>
                    <a:pt x="7897" y="1513"/>
                    <a:pt x="7753" y="1526"/>
                  </a:cubicBezTo>
                  <a:cubicBezTo>
                    <a:pt x="6959" y="1597"/>
                    <a:pt x="6433" y="2017"/>
                    <a:pt x="6433" y="2017"/>
                  </a:cubicBezTo>
                  <a:cubicBezTo>
                    <a:pt x="6433" y="2017"/>
                    <a:pt x="7030" y="1214"/>
                    <a:pt x="7958" y="919"/>
                  </a:cubicBezTo>
                  <a:lnTo>
                    <a:pt x="7958" y="919"/>
                  </a:lnTo>
                  <a:cubicBezTo>
                    <a:pt x="7958" y="919"/>
                    <a:pt x="6522" y="937"/>
                    <a:pt x="5773" y="1945"/>
                  </a:cubicBezTo>
                  <a:cubicBezTo>
                    <a:pt x="5773" y="1945"/>
                    <a:pt x="5978" y="884"/>
                    <a:pt x="7084" y="125"/>
                  </a:cubicBezTo>
                  <a:lnTo>
                    <a:pt x="7084" y="125"/>
                  </a:lnTo>
                  <a:cubicBezTo>
                    <a:pt x="7084" y="125"/>
                    <a:pt x="6094" y="456"/>
                    <a:pt x="5469" y="1481"/>
                  </a:cubicBezTo>
                  <a:cubicBezTo>
                    <a:pt x="5469" y="1481"/>
                    <a:pt x="5576" y="830"/>
                    <a:pt x="5808" y="0"/>
                  </a:cubicBezTo>
                  <a:lnTo>
                    <a:pt x="5808" y="0"/>
                  </a:lnTo>
                  <a:cubicBezTo>
                    <a:pt x="5808" y="1"/>
                    <a:pt x="5014" y="518"/>
                    <a:pt x="4756" y="1633"/>
                  </a:cubicBezTo>
                  <a:cubicBezTo>
                    <a:pt x="4506" y="518"/>
                    <a:pt x="3712" y="1"/>
                    <a:pt x="37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4"/>
            <p:cNvSpPr/>
            <p:nvPr/>
          </p:nvSpPr>
          <p:spPr>
            <a:xfrm>
              <a:off x="4493675" y="3534276"/>
              <a:ext cx="578347" cy="452199"/>
            </a:xfrm>
            <a:custGeom>
              <a:rect b="b" l="l" r="r" t="t"/>
              <a:pathLst>
                <a:path extrusionOk="0" h="4444" w="5684">
                  <a:moveTo>
                    <a:pt x="2213" y="1"/>
                  </a:moveTo>
                  <a:lnTo>
                    <a:pt x="2213" y="1"/>
                  </a:lnTo>
                  <a:cubicBezTo>
                    <a:pt x="2356" y="492"/>
                    <a:pt x="2418" y="884"/>
                    <a:pt x="2418" y="884"/>
                  </a:cubicBezTo>
                  <a:cubicBezTo>
                    <a:pt x="2044" y="269"/>
                    <a:pt x="1455" y="72"/>
                    <a:pt x="1455" y="72"/>
                  </a:cubicBezTo>
                  <a:lnTo>
                    <a:pt x="1455" y="72"/>
                  </a:lnTo>
                  <a:cubicBezTo>
                    <a:pt x="2115" y="527"/>
                    <a:pt x="2231" y="1161"/>
                    <a:pt x="2231" y="1161"/>
                  </a:cubicBezTo>
                  <a:cubicBezTo>
                    <a:pt x="1794" y="554"/>
                    <a:pt x="938" y="545"/>
                    <a:pt x="937" y="545"/>
                  </a:cubicBezTo>
                  <a:lnTo>
                    <a:pt x="937" y="545"/>
                  </a:lnTo>
                  <a:cubicBezTo>
                    <a:pt x="1482" y="715"/>
                    <a:pt x="1847" y="1205"/>
                    <a:pt x="1847" y="1205"/>
                  </a:cubicBezTo>
                  <a:cubicBezTo>
                    <a:pt x="1847" y="1205"/>
                    <a:pt x="1526" y="955"/>
                    <a:pt x="1053" y="911"/>
                  </a:cubicBezTo>
                  <a:cubicBezTo>
                    <a:pt x="966" y="903"/>
                    <a:pt x="886" y="899"/>
                    <a:pt x="814" y="899"/>
                  </a:cubicBezTo>
                  <a:cubicBezTo>
                    <a:pt x="497" y="899"/>
                    <a:pt x="331" y="964"/>
                    <a:pt x="331" y="964"/>
                  </a:cubicBezTo>
                  <a:cubicBezTo>
                    <a:pt x="1169" y="982"/>
                    <a:pt x="1455" y="1366"/>
                    <a:pt x="1455" y="1366"/>
                  </a:cubicBezTo>
                  <a:cubicBezTo>
                    <a:pt x="1241" y="1302"/>
                    <a:pt x="1020" y="1289"/>
                    <a:pt x="878" y="1289"/>
                  </a:cubicBezTo>
                  <a:cubicBezTo>
                    <a:pt x="783" y="1289"/>
                    <a:pt x="723" y="1294"/>
                    <a:pt x="723" y="1294"/>
                  </a:cubicBezTo>
                  <a:cubicBezTo>
                    <a:pt x="1303" y="1393"/>
                    <a:pt x="1562" y="1687"/>
                    <a:pt x="1562" y="1687"/>
                  </a:cubicBezTo>
                  <a:cubicBezTo>
                    <a:pt x="1562" y="1687"/>
                    <a:pt x="1284" y="1612"/>
                    <a:pt x="983" y="1612"/>
                  </a:cubicBezTo>
                  <a:cubicBezTo>
                    <a:pt x="832" y="1612"/>
                    <a:pt x="676" y="1630"/>
                    <a:pt x="545" y="1687"/>
                  </a:cubicBezTo>
                  <a:cubicBezTo>
                    <a:pt x="161" y="1865"/>
                    <a:pt x="81" y="2213"/>
                    <a:pt x="81" y="2213"/>
                  </a:cubicBezTo>
                  <a:cubicBezTo>
                    <a:pt x="267" y="1994"/>
                    <a:pt x="556" y="1846"/>
                    <a:pt x="905" y="1846"/>
                  </a:cubicBezTo>
                  <a:cubicBezTo>
                    <a:pt x="924" y="1846"/>
                    <a:pt x="944" y="1847"/>
                    <a:pt x="964" y="1848"/>
                  </a:cubicBezTo>
                  <a:cubicBezTo>
                    <a:pt x="1294" y="1856"/>
                    <a:pt x="1455" y="2008"/>
                    <a:pt x="1455" y="2008"/>
                  </a:cubicBezTo>
                  <a:cubicBezTo>
                    <a:pt x="1455" y="2008"/>
                    <a:pt x="1349" y="1989"/>
                    <a:pt x="1189" y="1989"/>
                  </a:cubicBezTo>
                  <a:cubicBezTo>
                    <a:pt x="1006" y="1989"/>
                    <a:pt x="753" y="2014"/>
                    <a:pt x="509" y="2124"/>
                  </a:cubicBezTo>
                  <a:cubicBezTo>
                    <a:pt x="63" y="2320"/>
                    <a:pt x="1" y="2677"/>
                    <a:pt x="1" y="2677"/>
                  </a:cubicBezTo>
                  <a:cubicBezTo>
                    <a:pt x="295" y="2347"/>
                    <a:pt x="830" y="2276"/>
                    <a:pt x="830" y="2276"/>
                  </a:cubicBezTo>
                  <a:lnTo>
                    <a:pt x="830" y="2276"/>
                  </a:lnTo>
                  <a:cubicBezTo>
                    <a:pt x="152" y="2615"/>
                    <a:pt x="36" y="3195"/>
                    <a:pt x="36" y="3195"/>
                  </a:cubicBezTo>
                  <a:cubicBezTo>
                    <a:pt x="259" y="2963"/>
                    <a:pt x="679" y="2829"/>
                    <a:pt x="679" y="2829"/>
                  </a:cubicBezTo>
                  <a:lnTo>
                    <a:pt x="679" y="2829"/>
                  </a:lnTo>
                  <a:cubicBezTo>
                    <a:pt x="233" y="3177"/>
                    <a:pt x="90" y="3667"/>
                    <a:pt x="90" y="3667"/>
                  </a:cubicBezTo>
                  <a:cubicBezTo>
                    <a:pt x="393" y="3266"/>
                    <a:pt x="919" y="3079"/>
                    <a:pt x="920" y="3079"/>
                  </a:cubicBezTo>
                  <a:lnTo>
                    <a:pt x="920" y="3079"/>
                  </a:lnTo>
                  <a:cubicBezTo>
                    <a:pt x="697" y="3355"/>
                    <a:pt x="625" y="3739"/>
                    <a:pt x="625" y="3739"/>
                  </a:cubicBezTo>
                  <a:cubicBezTo>
                    <a:pt x="973" y="2954"/>
                    <a:pt x="1589" y="2829"/>
                    <a:pt x="1589" y="2829"/>
                  </a:cubicBezTo>
                  <a:lnTo>
                    <a:pt x="1589" y="2829"/>
                  </a:lnTo>
                  <a:cubicBezTo>
                    <a:pt x="982" y="3141"/>
                    <a:pt x="884" y="3962"/>
                    <a:pt x="884" y="3962"/>
                  </a:cubicBezTo>
                  <a:cubicBezTo>
                    <a:pt x="1169" y="3195"/>
                    <a:pt x="1722" y="2963"/>
                    <a:pt x="1722" y="2963"/>
                  </a:cubicBezTo>
                  <a:lnTo>
                    <a:pt x="1722" y="2963"/>
                  </a:lnTo>
                  <a:cubicBezTo>
                    <a:pt x="1125" y="3614"/>
                    <a:pt x="1366" y="4363"/>
                    <a:pt x="1366" y="4363"/>
                  </a:cubicBezTo>
                  <a:cubicBezTo>
                    <a:pt x="1366" y="3712"/>
                    <a:pt x="1669" y="3382"/>
                    <a:pt x="1669" y="3382"/>
                  </a:cubicBezTo>
                  <a:lnTo>
                    <a:pt x="1669" y="3382"/>
                  </a:lnTo>
                  <a:cubicBezTo>
                    <a:pt x="1544" y="3739"/>
                    <a:pt x="1606" y="4042"/>
                    <a:pt x="1606" y="4042"/>
                  </a:cubicBezTo>
                  <a:cubicBezTo>
                    <a:pt x="1731" y="3355"/>
                    <a:pt x="2106" y="3079"/>
                    <a:pt x="2106" y="3079"/>
                  </a:cubicBezTo>
                  <a:lnTo>
                    <a:pt x="2106" y="3079"/>
                  </a:lnTo>
                  <a:cubicBezTo>
                    <a:pt x="1883" y="3489"/>
                    <a:pt x="1919" y="4113"/>
                    <a:pt x="1919" y="4113"/>
                  </a:cubicBezTo>
                  <a:cubicBezTo>
                    <a:pt x="2035" y="3400"/>
                    <a:pt x="2391" y="2990"/>
                    <a:pt x="2392" y="2989"/>
                  </a:cubicBezTo>
                  <a:lnTo>
                    <a:pt x="2392" y="2989"/>
                  </a:lnTo>
                  <a:cubicBezTo>
                    <a:pt x="2115" y="3694"/>
                    <a:pt x="2409" y="4444"/>
                    <a:pt x="2409" y="4444"/>
                  </a:cubicBezTo>
                  <a:cubicBezTo>
                    <a:pt x="2311" y="3230"/>
                    <a:pt x="2838" y="2856"/>
                    <a:pt x="2838" y="2856"/>
                  </a:cubicBezTo>
                  <a:cubicBezTo>
                    <a:pt x="2838" y="2856"/>
                    <a:pt x="3364" y="3230"/>
                    <a:pt x="3275" y="4444"/>
                  </a:cubicBezTo>
                  <a:cubicBezTo>
                    <a:pt x="3275" y="4444"/>
                    <a:pt x="3569" y="3694"/>
                    <a:pt x="3284" y="2989"/>
                  </a:cubicBezTo>
                  <a:lnTo>
                    <a:pt x="3284" y="2989"/>
                  </a:lnTo>
                  <a:cubicBezTo>
                    <a:pt x="3284" y="2990"/>
                    <a:pt x="3649" y="3400"/>
                    <a:pt x="3756" y="4113"/>
                  </a:cubicBezTo>
                  <a:cubicBezTo>
                    <a:pt x="3756" y="4113"/>
                    <a:pt x="3801" y="3489"/>
                    <a:pt x="3578" y="3079"/>
                  </a:cubicBezTo>
                  <a:lnTo>
                    <a:pt x="3578" y="3079"/>
                  </a:lnTo>
                  <a:cubicBezTo>
                    <a:pt x="3578" y="3079"/>
                    <a:pt x="3953" y="3355"/>
                    <a:pt x="4078" y="4042"/>
                  </a:cubicBezTo>
                  <a:cubicBezTo>
                    <a:pt x="4078" y="4042"/>
                    <a:pt x="4140" y="3739"/>
                    <a:pt x="4006" y="3382"/>
                  </a:cubicBezTo>
                  <a:lnTo>
                    <a:pt x="4006" y="3382"/>
                  </a:lnTo>
                  <a:cubicBezTo>
                    <a:pt x="4006" y="3382"/>
                    <a:pt x="4318" y="3712"/>
                    <a:pt x="4318" y="4363"/>
                  </a:cubicBezTo>
                  <a:cubicBezTo>
                    <a:pt x="4318" y="4363"/>
                    <a:pt x="4550" y="3614"/>
                    <a:pt x="3953" y="2963"/>
                  </a:cubicBezTo>
                  <a:lnTo>
                    <a:pt x="3953" y="2963"/>
                  </a:lnTo>
                  <a:cubicBezTo>
                    <a:pt x="3953" y="2963"/>
                    <a:pt x="4515" y="3195"/>
                    <a:pt x="4800" y="3962"/>
                  </a:cubicBezTo>
                  <a:cubicBezTo>
                    <a:pt x="4800" y="3962"/>
                    <a:pt x="4702" y="3141"/>
                    <a:pt x="4095" y="2829"/>
                  </a:cubicBezTo>
                  <a:lnTo>
                    <a:pt x="4095" y="2829"/>
                  </a:lnTo>
                  <a:cubicBezTo>
                    <a:pt x="4096" y="2829"/>
                    <a:pt x="4711" y="2954"/>
                    <a:pt x="5059" y="3739"/>
                  </a:cubicBezTo>
                  <a:cubicBezTo>
                    <a:pt x="5059" y="3739"/>
                    <a:pt x="4988" y="3355"/>
                    <a:pt x="4765" y="3079"/>
                  </a:cubicBezTo>
                  <a:lnTo>
                    <a:pt x="4765" y="3079"/>
                  </a:lnTo>
                  <a:cubicBezTo>
                    <a:pt x="4765" y="3079"/>
                    <a:pt x="5291" y="3266"/>
                    <a:pt x="5585" y="3667"/>
                  </a:cubicBezTo>
                  <a:cubicBezTo>
                    <a:pt x="5585" y="3667"/>
                    <a:pt x="5451" y="3177"/>
                    <a:pt x="5005" y="2829"/>
                  </a:cubicBezTo>
                  <a:lnTo>
                    <a:pt x="5005" y="2829"/>
                  </a:lnTo>
                  <a:cubicBezTo>
                    <a:pt x="5006" y="2829"/>
                    <a:pt x="5425" y="2963"/>
                    <a:pt x="5648" y="3195"/>
                  </a:cubicBezTo>
                  <a:cubicBezTo>
                    <a:pt x="5648" y="3195"/>
                    <a:pt x="5532" y="2615"/>
                    <a:pt x="4854" y="2276"/>
                  </a:cubicBezTo>
                  <a:lnTo>
                    <a:pt x="4854" y="2276"/>
                  </a:lnTo>
                  <a:cubicBezTo>
                    <a:pt x="4854" y="2276"/>
                    <a:pt x="5389" y="2347"/>
                    <a:pt x="5683" y="2677"/>
                  </a:cubicBezTo>
                  <a:cubicBezTo>
                    <a:pt x="5683" y="2677"/>
                    <a:pt x="5621" y="2320"/>
                    <a:pt x="5166" y="2124"/>
                  </a:cubicBezTo>
                  <a:cubicBezTo>
                    <a:pt x="4927" y="2014"/>
                    <a:pt x="4676" y="1989"/>
                    <a:pt x="4494" y="1989"/>
                  </a:cubicBezTo>
                  <a:cubicBezTo>
                    <a:pt x="4335" y="1989"/>
                    <a:pt x="4229" y="2008"/>
                    <a:pt x="4229" y="2008"/>
                  </a:cubicBezTo>
                  <a:cubicBezTo>
                    <a:pt x="4229" y="2008"/>
                    <a:pt x="4390" y="1856"/>
                    <a:pt x="4720" y="1848"/>
                  </a:cubicBezTo>
                  <a:cubicBezTo>
                    <a:pt x="4740" y="1847"/>
                    <a:pt x="4760" y="1846"/>
                    <a:pt x="4779" y="1846"/>
                  </a:cubicBezTo>
                  <a:cubicBezTo>
                    <a:pt x="5128" y="1846"/>
                    <a:pt x="5417" y="1994"/>
                    <a:pt x="5603" y="2213"/>
                  </a:cubicBezTo>
                  <a:cubicBezTo>
                    <a:pt x="5603" y="2213"/>
                    <a:pt x="5523" y="1865"/>
                    <a:pt x="5130" y="1687"/>
                  </a:cubicBezTo>
                  <a:cubicBezTo>
                    <a:pt x="5002" y="1630"/>
                    <a:pt x="4848" y="1612"/>
                    <a:pt x="4698" y="1612"/>
                  </a:cubicBezTo>
                  <a:cubicBezTo>
                    <a:pt x="4400" y="1612"/>
                    <a:pt x="4122" y="1687"/>
                    <a:pt x="4122" y="1687"/>
                  </a:cubicBezTo>
                  <a:cubicBezTo>
                    <a:pt x="4122" y="1687"/>
                    <a:pt x="4381" y="1393"/>
                    <a:pt x="4961" y="1294"/>
                  </a:cubicBezTo>
                  <a:cubicBezTo>
                    <a:pt x="4961" y="1294"/>
                    <a:pt x="4901" y="1289"/>
                    <a:pt x="4806" y="1289"/>
                  </a:cubicBezTo>
                  <a:cubicBezTo>
                    <a:pt x="4664" y="1289"/>
                    <a:pt x="4443" y="1302"/>
                    <a:pt x="4229" y="1366"/>
                  </a:cubicBezTo>
                  <a:cubicBezTo>
                    <a:pt x="4229" y="1366"/>
                    <a:pt x="4515" y="982"/>
                    <a:pt x="5353" y="964"/>
                  </a:cubicBezTo>
                  <a:cubicBezTo>
                    <a:pt x="5353" y="964"/>
                    <a:pt x="5187" y="899"/>
                    <a:pt x="4870" y="899"/>
                  </a:cubicBezTo>
                  <a:cubicBezTo>
                    <a:pt x="4798" y="899"/>
                    <a:pt x="4718" y="903"/>
                    <a:pt x="4631" y="911"/>
                  </a:cubicBezTo>
                  <a:cubicBezTo>
                    <a:pt x="4158" y="955"/>
                    <a:pt x="3837" y="1205"/>
                    <a:pt x="3837" y="1205"/>
                  </a:cubicBezTo>
                  <a:cubicBezTo>
                    <a:pt x="3837" y="1205"/>
                    <a:pt x="4203" y="715"/>
                    <a:pt x="4747" y="545"/>
                  </a:cubicBezTo>
                  <a:lnTo>
                    <a:pt x="4747" y="545"/>
                  </a:lnTo>
                  <a:cubicBezTo>
                    <a:pt x="4747" y="545"/>
                    <a:pt x="3890" y="554"/>
                    <a:pt x="3444" y="1161"/>
                  </a:cubicBezTo>
                  <a:cubicBezTo>
                    <a:pt x="3444" y="1161"/>
                    <a:pt x="3569" y="527"/>
                    <a:pt x="4229" y="72"/>
                  </a:cubicBezTo>
                  <a:lnTo>
                    <a:pt x="4229" y="72"/>
                  </a:lnTo>
                  <a:cubicBezTo>
                    <a:pt x="4229" y="72"/>
                    <a:pt x="3640" y="269"/>
                    <a:pt x="3266" y="884"/>
                  </a:cubicBezTo>
                  <a:cubicBezTo>
                    <a:pt x="3266" y="884"/>
                    <a:pt x="3328" y="492"/>
                    <a:pt x="3462" y="1"/>
                  </a:cubicBezTo>
                  <a:lnTo>
                    <a:pt x="3462" y="1"/>
                  </a:lnTo>
                  <a:cubicBezTo>
                    <a:pt x="3462" y="1"/>
                    <a:pt x="2989" y="304"/>
                    <a:pt x="2838" y="973"/>
                  </a:cubicBezTo>
                  <a:cubicBezTo>
                    <a:pt x="2686" y="304"/>
                    <a:pt x="2213" y="1"/>
                    <a:pt x="2213"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34" name="Google Shape;3234;p54"/>
            <p:cNvGrpSpPr/>
            <p:nvPr/>
          </p:nvGrpSpPr>
          <p:grpSpPr>
            <a:xfrm>
              <a:off x="4025327" y="4080797"/>
              <a:ext cx="659136" cy="1697576"/>
              <a:chOff x="4025327" y="4080797"/>
              <a:chExt cx="659136" cy="1697576"/>
            </a:xfrm>
          </p:grpSpPr>
          <p:sp>
            <p:nvSpPr>
              <p:cNvPr id="3235" name="Google Shape;3235;p54"/>
              <p:cNvSpPr/>
              <p:nvPr/>
            </p:nvSpPr>
            <p:spPr>
              <a:xfrm>
                <a:off x="4302184" y="4412109"/>
                <a:ext cx="105413" cy="1366264"/>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4"/>
              <p:cNvSpPr/>
              <p:nvPr/>
            </p:nvSpPr>
            <p:spPr>
              <a:xfrm>
                <a:off x="4346648" y="4412109"/>
                <a:ext cx="60948" cy="1366264"/>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4"/>
              <p:cNvSpPr/>
              <p:nvPr/>
            </p:nvSpPr>
            <p:spPr>
              <a:xfrm>
                <a:off x="4025327" y="4080797"/>
                <a:ext cx="659136" cy="514779"/>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4"/>
              <p:cNvSpPr/>
              <p:nvPr/>
            </p:nvSpPr>
            <p:spPr>
              <a:xfrm>
                <a:off x="4158719" y="4201478"/>
                <a:ext cx="392246" cy="307911"/>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39" name="Google Shape;3239;p54"/>
            <p:cNvSpPr/>
            <p:nvPr/>
          </p:nvSpPr>
          <p:spPr>
            <a:xfrm>
              <a:off x="5106404" y="4721645"/>
              <a:ext cx="87200" cy="1136603"/>
            </a:xfrm>
            <a:custGeom>
              <a:rect b="b" l="l" r="r" t="t"/>
              <a:pathLst>
                <a:path extrusionOk="0" h="11170" w="857">
                  <a:moveTo>
                    <a:pt x="206" y="1"/>
                  </a:moveTo>
                  <a:cubicBezTo>
                    <a:pt x="206" y="1"/>
                    <a:pt x="0" y="563"/>
                    <a:pt x="206" y="1749"/>
                  </a:cubicBezTo>
                  <a:cubicBezTo>
                    <a:pt x="357" y="2677"/>
                    <a:pt x="206" y="11170"/>
                    <a:pt x="206" y="11170"/>
                  </a:cubicBezTo>
                  <a:lnTo>
                    <a:pt x="652" y="11170"/>
                  </a:lnTo>
                  <a:cubicBezTo>
                    <a:pt x="652" y="11170"/>
                    <a:pt x="500" y="2677"/>
                    <a:pt x="652" y="1749"/>
                  </a:cubicBezTo>
                  <a:cubicBezTo>
                    <a:pt x="857" y="563"/>
                    <a:pt x="652" y="1"/>
                    <a:pt x="652"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4"/>
            <p:cNvSpPr/>
            <p:nvPr/>
          </p:nvSpPr>
          <p:spPr>
            <a:xfrm>
              <a:off x="5143644" y="4721645"/>
              <a:ext cx="49959" cy="1136603"/>
            </a:xfrm>
            <a:custGeom>
              <a:rect b="b" l="l" r="r" t="t"/>
              <a:pathLst>
                <a:path extrusionOk="0" h="11170" w="491">
                  <a:moveTo>
                    <a:pt x="161" y="1"/>
                  </a:moveTo>
                  <a:cubicBezTo>
                    <a:pt x="161" y="1"/>
                    <a:pt x="357" y="563"/>
                    <a:pt x="161" y="1749"/>
                  </a:cubicBezTo>
                  <a:cubicBezTo>
                    <a:pt x="0" y="2677"/>
                    <a:pt x="161" y="11170"/>
                    <a:pt x="161" y="11170"/>
                  </a:cubicBezTo>
                  <a:lnTo>
                    <a:pt x="286" y="11170"/>
                  </a:lnTo>
                  <a:cubicBezTo>
                    <a:pt x="286" y="11170"/>
                    <a:pt x="134" y="2677"/>
                    <a:pt x="286" y="1749"/>
                  </a:cubicBezTo>
                  <a:cubicBezTo>
                    <a:pt x="491" y="563"/>
                    <a:pt x="286" y="1"/>
                    <a:pt x="286"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4"/>
            <p:cNvSpPr/>
            <p:nvPr/>
          </p:nvSpPr>
          <p:spPr>
            <a:xfrm>
              <a:off x="4875842" y="4445688"/>
              <a:ext cx="547415" cy="428592"/>
            </a:xfrm>
            <a:custGeom>
              <a:rect b="b" l="l" r="r" t="t"/>
              <a:pathLst>
                <a:path extrusionOk="0" h="4212" w="5380">
                  <a:moveTo>
                    <a:pt x="2106" y="1"/>
                  </a:moveTo>
                  <a:cubicBezTo>
                    <a:pt x="2231" y="473"/>
                    <a:pt x="2293" y="839"/>
                    <a:pt x="2293" y="839"/>
                  </a:cubicBezTo>
                  <a:cubicBezTo>
                    <a:pt x="1936" y="259"/>
                    <a:pt x="1374" y="72"/>
                    <a:pt x="1374" y="72"/>
                  </a:cubicBezTo>
                  <a:lnTo>
                    <a:pt x="1374" y="72"/>
                  </a:lnTo>
                  <a:cubicBezTo>
                    <a:pt x="1999" y="500"/>
                    <a:pt x="2115" y="1098"/>
                    <a:pt x="2115" y="1098"/>
                  </a:cubicBezTo>
                  <a:cubicBezTo>
                    <a:pt x="1695" y="527"/>
                    <a:pt x="884" y="527"/>
                    <a:pt x="884" y="527"/>
                  </a:cubicBezTo>
                  <a:lnTo>
                    <a:pt x="884" y="527"/>
                  </a:lnTo>
                  <a:cubicBezTo>
                    <a:pt x="1410" y="687"/>
                    <a:pt x="1749" y="1142"/>
                    <a:pt x="1749" y="1142"/>
                  </a:cubicBezTo>
                  <a:cubicBezTo>
                    <a:pt x="1749" y="1142"/>
                    <a:pt x="1446" y="902"/>
                    <a:pt x="1000" y="866"/>
                  </a:cubicBezTo>
                  <a:cubicBezTo>
                    <a:pt x="909" y="857"/>
                    <a:pt x="827" y="853"/>
                    <a:pt x="753" y="853"/>
                  </a:cubicBezTo>
                  <a:cubicBezTo>
                    <a:pt x="461" y="853"/>
                    <a:pt x="313" y="910"/>
                    <a:pt x="313" y="910"/>
                  </a:cubicBezTo>
                  <a:cubicBezTo>
                    <a:pt x="1107" y="937"/>
                    <a:pt x="1383" y="1303"/>
                    <a:pt x="1383" y="1303"/>
                  </a:cubicBezTo>
                  <a:cubicBezTo>
                    <a:pt x="1174" y="1239"/>
                    <a:pt x="966" y="1226"/>
                    <a:pt x="832" y="1226"/>
                  </a:cubicBezTo>
                  <a:cubicBezTo>
                    <a:pt x="743" y="1226"/>
                    <a:pt x="687" y="1232"/>
                    <a:pt x="687" y="1232"/>
                  </a:cubicBezTo>
                  <a:cubicBezTo>
                    <a:pt x="1232" y="1330"/>
                    <a:pt x="1481" y="1606"/>
                    <a:pt x="1481" y="1606"/>
                  </a:cubicBezTo>
                  <a:cubicBezTo>
                    <a:pt x="1481" y="1606"/>
                    <a:pt x="1220" y="1531"/>
                    <a:pt x="934" y="1531"/>
                  </a:cubicBezTo>
                  <a:cubicBezTo>
                    <a:pt x="791" y="1531"/>
                    <a:pt x="643" y="1550"/>
                    <a:pt x="518" y="1606"/>
                  </a:cubicBezTo>
                  <a:cubicBezTo>
                    <a:pt x="152" y="1776"/>
                    <a:pt x="81" y="2106"/>
                    <a:pt x="81" y="2106"/>
                  </a:cubicBezTo>
                  <a:cubicBezTo>
                    <a:pt x="249" y="1895"/>
                    <a:pt x="521" y="1756"/>
                    <a:pt x="851" y="1756"/>
                  </a:cubicBezTo>
                  <a:cubicBezTo>
                    <a:pt x="870" y="1756"/>
                    <a:pt x="890" y="1757"/>
                    <a:pt x="910" y="1758"/>
                  </a:cubicBezTo>
                  <a:cubicBezTo>
                    <a:pt x="1223" y="1767"/>
                    <a:pt x="1374" y="1910"/>
                    <a:pt x="1374" y="1910"/>
                  </a:cubicBezTo>
                  <a:cubicBezTo>
                    <a:pt x="1374" y="1910"/>
                    <a:pt x="1275" y="1893"/>
                    <a:pt x="1127" y="1893"/>
                  </a:cubicBezTo>
                  <a:cubicBezTo>
                    <a:pt x="954" y="1893"/>
                    <a:pt x="713" y="1916"/>
                    <a:pt x="482" y="2017"/>
                  </a:cubicBezTo>
                  <a:cubicBezTo>
                    <a:pt x="63" y="2204"/>
                    <a:pt x="0" y="2543"/>
                    <a:pt x="0" y="2543"/>
                  </a:cubicBezTo>
                  <a:cubicBezTo>
                    <a:pt x="277" y="2231"/>
                    <a:pt x="785" y="2168"/>
                    <a:pt x="786" y="2168"/>
                  </a:cubicBezTo>
                  <a:lnTo>
                    <a:pt x="786" y="2168"/>
                  </a:lnTo>
                  <a:cubicBezTo>
                    <a:pt x="143" y="2481"/>
                    <a:pt x="36" y="3034"/>
                    <a:pt x="36" y="3034"/>
                  </a:cubicBezTo>
                  <a:cubicBezTo>
                    <a:pt x="241" y="2811"/>
                    <a:pt x="643" y="2686"/>
                    <a:pt x="643" y="2686"/>
                  </a:cubicBezTo>
                  <a:lnTo>
                    <a:pt x="643" y="2686"/>
                  </a:lnTo>
                  <a:cubicBezTo>
                    <a:pt x="215" y="3016"/>
                    <a:pt x="90" y="3489"/>
                    <a:pt x="90" y="3489"/>
                  </a:cubicBezTo>
                  <a:cubicBezTo>
                    <a:pt x="366" y="3096"/>
                    <a:pt x="875" y="2918"/>
                    <a:pt x="875" y="2918"/>
                  </a:cubicBezTo>
                  <a:lnTo>
                    <a:pt x="875" y="2918"/>
                  </a:lnTo>
                  <a:cubicBezTo>
                    <a:pt x="661" y="3185"/>
                    <a:pt x="598" y="3551"/>
                    <a:pt x="598" y="3551"/>
                  </a:cubicBezTo>
                  <a:cubicBezTo>
                    <a:pt x="919" y="2802"/>
                    <a:pt x="1508" y="2686"/>
                    <a:pt x="1508" y="2686"/>
                  </a:cubicBezTo>
                  <a:lnTo>
                    <a:pt x="1508" y="2686"/>
                  </a:lnTo>
                  <a:cubicBezTo>
                    <a:pt x="928" y="2980"/>
                    <a:pt x="839" y="3756"/>
                    <a:pt x="839" y="3756"/>
                  </a:cubicBezTo>
                  <a:cubicBezTo>
                    <a:pt x="1107" y="3034"/>
                    <a:pt x="1633" y="2811"/>
                    <a:pt x="1633" y="2811"/>
                  </a:cubicBezTo>
                  <a:lnTo>
                    <a:pt x="1633" y="2811"/>
                  </a:lnTo>
                  <a:cubicBezTo>
                    <a:pt x="1071" y="3426"/>
                    <a:pt x="1294" y="4140"/>
                    <a:pt x="1294" y="4140"/>
                  </a:cubicBezTo>
                  <a:cubicBezTo>
                    <a:pt x="1294" y="3524"/>
                    <a:pt x="1588" y="3212"/>
                    <a:pt x="1588" y="3212"/>
                  </a:cubicBezTo>
                  <a:lnTo>
                    <a:pt x="1588" y="3212"/>
                  </a:lnTo>
                  <a:cubicBezTo>
                    <a:pt x="1464" y="3551"/>
                    <a:pt x="1517" y="3837"/>
                    <a:pt x="1517" y="3837"/>
                  </a:cubicBezTo>
                  <a:cubicBezTo>
                    <a:pt x="1642" y="3185"/>
                    <a:pt x="1999" y="2918"/>
                    <a:pt x="1999" y="2918"/>
                  </a:cubicBezTo>
                  <a:lnTo>
                    <a:pt x="1999" y="2918"/>
                  </a:lnTo>
                  <a:cubicBezTo>
                    <a:pt x="1785" y="3310"/>
                    <a:pt x="1820" y="3899"/>
                    <a:pt x="1820" y="3899"/>
                  </a:cubicBezTo>
                  <a:cubicBezTo>
                    <a:pt x="1927" y="3230"/>
                    <a:pt x="2266" y="2838"/>
                    <a:pt x="2266" y="2837"/>
                  </a:cubicBezTo>
                  <a:lnTo>
                    <a:pt x="2266" y="2837"/>
                  </a:lnTo>
                  <a:cubicBezTo>
                    <a:pt x="2008" y="3507"/>
                    <a:pt x="2284" y="4211"/>
                    <a:pt x="2284" y="4211"/>
                  </a:cubicBezTo>
                  <a:cubicBezTo>
                    <a:pt x="2195" y="3069"/>
                    <a:pt x="2695" y="2713"/>
                    <a:pt x="2695" y="2713"/>
                  </a:cubicBezTo>
                  <a:cubicBezTo>
                    <a:pt x="2695" y="2713"/>
                    <a:pt x="3194" y="3069"/>
                    <a:pt x="3105" y="4211"/>
                  </a:cubicBezTo>
                  <a:cubicBezTo>
                    <a:pt x="3105" y="4211"/>
                    <a:pt x="3382" y="3507"/>
                    <a:pt x="3114" y="2837"/>
                  </a:cubicBezTo>
                  <a:lnTo>
                    <a:pt x="3114" y="2837"/>
                  </a:lnTo>
                  <a:cubicBezTo>
                    <a:pt x="3114" y="2838"/>
                    <a:pt x="3453" y="3230"/>
                    <a:pt x="3560" y="3899"/>
                  </a:cubicBezTo>
                  <a:cubicBezTo>
                    <a:pt x="3560" y="3899"/>
                    <a:pt x="3605" y="3310"/>
                    <a:pt x="3390" y="2918"/>
                  </a:cubicBezTo>
                  <a:lnTo>
                    <a:pt x="3390" y="2918"/>
                  </a:lnTo>
                  <a:cubicBezTo>
                    <a:pt x="3391" y="2918"/>
                    <a:pt x="3747" y="3185"/>
                    <a:pt x="3872" y="3837"/>
                  </a:cubicBezTo>
                  <a:cubicBezTo>
                    <a:pt x="3872" y="3837"/>
                    <a:pt x="3926" y="3551"/>
                    <a:pt x="3801" y="3212"/>
                  </a:cubicBezTo>
                  <a:lnTo>
                    <a:pt x="3801" y="3212"/>
                  </a:lnTo>
                  <a:cubicBezTo>
                    <a:pt x="3801" y="3212"/>
                    <a:pt x="4095" y="3524"/>
                    <a:pt x="4095" y="4140"/>
                  </a:cubicBezTo>
                  <a:cubicBezTo>
                    <a:pt x="4095" y="4140"/>
                    <a:pt x="4318" y="3426"/>
                    <a:pt x="3747" y="2811"/>
                  </a:cubicBezTo>
                  <a:lnTo>
                    <a:pt x="3747" y="2811"/>
                  </a:lnTo>
                  <a:cubicBezTo>
                    <a:pt x="3747" y="2811"/>
                    <a:pt x="4274" y="3034"/>
                    <a:pt x="4550" y="3756"/>
                  </a:cubicBezTo>
                  <a:cubicBezTo>
                    <a:pt x="4550" y="3756"/>
                    <a:pt x="4452" y="2980"/>
                    <a:pt x="3881" y="2686"/>
                  </a:cubicBezTo>
                  <a:lnTo>
                    <a:pt x="3881" y="2686"/>
                  </a:lnTo>
                  <a:cubicBezTo>
                    <a:pt x="3881" y="2686"/>
                    <a:pt x="4470" y="2802"/>
                    <a:pt x="4791" y="3551"/>
                  </a:cubicBezTo>
                  <a:cubicBezTo>
                    <a:pt x="4791" y="3551"/>
                    <a:pt x="4729" y="3185"/>
                    <a:pt x="4515" y="2918"/>
                  </a:cubicBezTo>
                  <a:lnTo>
                    <a:pt x="4515" y="2918"/>
                  </a:lnTo>
                  <a:cubicBezTo>
                    <a:pt x="4515" y="2918"/>
                    <a:pt x="5014" y="3096"/>
                    <a:pt x="5300" y="3489"/>
                  </a:cubicBezTo>
                  <a:cubicBezTo>
                    <a:pt x="5300" y="3489"/>
                    <a:pt x="5166" y="3016"/>
                    <a:pt x="4746" y="2686"/>
                  </a:cubicBezTo>
                  <a:lnTo>
                    <a:pt x="4746" y="2686"/>
                  </a:lnTo>
                  <a:cubicBezTo>
                    <a:pt x="4747" y="2686"/>
                    <a:pt x="5139" y="2811"/>
                    <a:pt x="5353" y="3034"/>
                  </a:cubicBezTo>
                  <a:cubicBezTo>
                    <a:pt x="5353" y="3034"/>
                    <a:pt x="5246" y="2481"/>
                    <a:pt x="4604" y="2168"/>
                  </a:cubicBezTo>
                  <a:lnTo>
                    <a:pt x="4604" y="2168"/>
                  </a:lnTo>
                  <a:cubicBezTo>
                    <a:pt x="4604" y="2168"/>
                    <a:pt x="5103" y="2231"/>
                    <a:pt x="5380" y="2543"/>
                  </a:cubicBezTo>
                  <a:cubicBezTo>
                    <a:pt x="5380" y="2543"/>
                    <a:pt x="5326" y="2204"/>
                    <a:pt x="4898" y="2017"/>
                  </a:cubicBezTo>
                  <a:cubicBezTo>
                    <a:pt x="4672" y="1916"/>
                    <a:pt x="4431" y="1893"/>
                    <a:pt x="4256" y="1893"/>
                  </a:cubicBezTo>
                  <a:cubicBezTo>
                    <a:pt x="4107" y="1893"/>
                    <a:pt x="4006" y="1910"/>
                    <a:pt x="4006" y="1910"/>
                  </a:cubicBezTo>
                  <a:cubicBezTo>
                    <a:pt x="4006" y="1910"/>
                    <a:pt x="4158" y="1767"/>
                    <a:pt x="4470" y="1758"/>
                  </a:cubicBezTo>
                  <a:cubicBezTo>
                    <a:pt x="4490" y="1757"/>
                    <a:pt x="4510" y="1756"/>
                    <a:pt x="4530" y="1756"/>
                  </a:cubicBezTo>
                  <a:cubicBezTo>
                    <a:pt x="4861" y="1756"/>
                    <a:pt x="5140" y="1895"/>
                    <a:pt x="5308" y="2106"/>
                  </a:cubicBezTo>
                  <a:cubicBezTo>
                    <a:pt x="5308" y="2106"/>
                    <a:pt x="5237" y="1776"/>
                    <a:pt x="4871" y="1606"/>
                  </a:cubicBezTo>
                  <a:cubicBezTo>
                    <a:pt x="4746" y="1550"/>
                    <a:pt x="4598" y="1531"/>
                    <a:pt x="4455" y="1531"/>
                  </a:cubicBezTo>
                  <a:cubicBezTo>
                    <a:pt x="4170" y="1531"/>
                    <a:pt x="3908" y="1606"/>
                    <a:pt x="3908" y="1606"/>
                  </a:cubicBezTo>
                  <a:cubicBezTo>
                    <a:pt x="3908" y="1606"/>
                    <a:pt x="4149" y="1330"/>
                    <a:pt x="4702" y="1232"/>
                  </a:cubicBezTo>
                  <a:cubicBezTo>
                    <a:pt x="4702" y="1232"/>
                    <a:pt x="4645" y="1226"/>
                    <a:pt x="4555" y="1226"/>
                  </a:cubicBezTo>
                  <a:cubicBezTo>
                    <a:pt x="4419" y="1226"/>
                    <a:pt x="4209" y="1239"/>
                    <a:pt x="4006" y="1303"/>
                  </a:cubicBezTo>
                  <a:cubicBezTo>
                    <a:pt x="4006" y="1303"/>
                    <a:pt x="4283" y="937"/>
                    <a:pt x="5077" y="910"/>
                  </a:cubicBezTo>
                  <a:cubicBezTo>
                    <a:pt x="5077" y="910"/>
                    <a:pt x="4922" y="853"/>
                    <a:pt x="4632" y="853"/>
                  </a:cubicBezTo>
                  <a:cubicBezTo>
                    <a:pt x="4560" y="853"/>
                    <a:pt x="4479" y="857"/>
                    <a:pt x="4390" y="866"/>
                  </a:cubicBezTo>
                  <a:cubicBezTo>
                    <a:pt x="3935" y="902"/>
                    <a:pt x="3640" y="1142"/>
                    <a:pt x="3640" y="1142"/>
                  </a:cubicBezTo>
                  <a:cubicBezTo>
                    <a:pt x="3640" y="1142"/>
                    <a:pt x="3979" y="687"/>
                    <a:pt x="4506" y="527"/>
                  </a:cubicBezTo>
                  <a:lnTo>
                    <a:pt x="4506" y="527"/>
                  </a:lnTo>
                  <a:cubicBezTo>
                    <a:pt x="4505" y="527"/>
                    <a:pt x="3685" y="527"/>
                    <a:pt x="3266" y="1098"/>
                  </a:cubicBezTo>
                  <a:cubicBezTo>
                    <a:pt x="3266" y="1098"/>
                    <a:pt x="3382" y="500"/>
                    <a:pt x="4006" y="72"/>
                  </a:cubicBezTo>
                  <a:lnTo>
                    <a:pt x="4006" y="72"/>
                  </a:lnTo>
                  <a:cubicBezTo>
                    <a:pt x="4006" y="72"/>
                    <a:pt x="3444" y="259"/>
                    <a:pt x="3096" y="839"/>
                  </a:cubicBezTo>
                  <a:cubicBezTo>
                    <a:pt x="3096" y="839"/>
                    <a:pt x="3159" y="473"/>
                    <a:pt x="3283" y="1"/>
                  </a:cubicBezTo>
                  <a:lnTo>
                    <a:pt x="3283" y="1"/>
                  </a:lnTo>
                  <a:cubicBezTo>
                    <a:pt x="3283" y="1"/>
                    <a:pt x="2837" y="295"/>
                    <a:pt x="2695" y="919"/>
                  </a:cubicBezTo>
                  <a:cubicBezTo>
                    <a:pt x="2552" y="295"/>
                    <a:pt x="2106" y="1"/>
                    <a:pt x="2106" y="1"/>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4"/>
            <p:cNvSpPr/>
            <p:nvPr/>
          </p:nvSpPr>
          <p:spPr>
            <a:xfrm>
              <a:off x="4986545" y="4546425"/>
              <a:ext cx="326923" cy="256117"/>
            </a:xfrm>
            <a:custGeom>
              <a:rect b="b" l="l" r="r" t="t"/>
              <a:pathLst>
                <a:path extrusionOk="0" h="2517" w="3213">
                  <a:moveTo>
                    <a:pt x="1955" y="1"/>
                  </a:moveTo>
                  <a:cubicBezTo>
                    <a:pt x="1954" y="1"/>
                    <a:pt x="1687" y="179"/>
                    <a:pt x="1607" y="554"/>
                  </a:cubicBezTo>
                  <a:cubicBezTo>
                    <a:pt x="1517" y="179"/>
                    <a:pt x="1250" y="1"/>
                    <a:pt x="1250" y="1"/>
                  </a:cubicBezTo>
                  <a:lnTo>
                    <a:pt x="1250" y="1"/>
                  </a:lnTo>
                  <a:cubicBezTo>
                    <a:pt x="1330" y="286"/>
                    <a:pt x="1366" y="500"/>
                    <a:pt x="1366" y="500"/>
                  </a:cubicBezTo>
                  <a:cubicBezTo>
                    <a:pt x="1152" y="161"/>
                    <a:pt x="822" y="45"/>
                    <a:pt x="822" y="45"/>
                  </a:cubicBezTo>
                  <a:lnTo>
                    <a:pt x="822" y="45"/>
                  </a:lnTo>
                  <a:cubicBezTo>
                    <a:pt x="1196" y="304"/>
                    <a:pt x="1259" y="661"/>
                    <a:pt x="1259" y="661"/>
                  </a:cubicBezTo>
                  <a:cubicBezTo>
                    <a:pt x="1009" y="322"/>
                    <a:pt x="527" y="313"/>
                    <a:pt x="527" y="313"/>
                  </a:cubicBezTo>
                  <a:lnTo>
                    <a:pt x="527" y="313"/>
                  </a:lnTo>
                  <a:cubicBezTo>
                    <a:pt x="839" y="411"/>
                    <a:pt x="1045" y="688"/>
                    <a:pt x="1045" y="688"/>
                  </a:cubicBezTo>
                  <a:cubicBezTo>
                    <a:pt x="1045" y="688"/>
                    <a:pt x="866" y="545"/>
                    <a:pt x="590" y="518"/>
                  </a:cubicBezTo>
                  <a:cubicBezTo>
                    <a:pt x="536" y="513"/>
                    <a:pt x="488" y="511"/>
                    <a:pt x="444" y="511"/>
                  </a:cubicBezTo>
                  <a:cubicBezTo>
                    <a:pt x="271" y="511"/>
                    <a:pt x="179" y="545"/>
                    <a:pt x="179" y="545"/>
                  </a:cubicBezTo>
                  <a:cubicBezTo>
                    <a:pt x="661" y="563"/>
                    <a:pt x="822" y="777"/>
                    <a:pt x="822" y="777"/>
                  </a:cubicBezTo>
                  <a:cubicBezTo>
                    <a:pt x="711" y="743"/>
                    <a:pt x="601" y="736"/>
                    <a:pt x="522" y="736"/>
                  </a:cubicBezTo>
                  <a:cubicBezTo>
                    <a:pt x="455" y="736"/>
                    <a:pt x="411" y="741"/>
                    <a:pt x="411" y="741"/>
                  </a:cubicBezTo>
                  <a:cubicBezTo>
                    <a:pt x="732" y="795"/>
                    <a:pt x="875" y="964"/>
                    <a:pt x="875" y="964"/>
                  </a:cubicBezTo>
                  <a:cubicBezTo>
                    <a:pt x="875" y="964"/>
                    <a:pt x="720" y="917"/>
                    <a:pt x="551" y="917"/>
                  </a:cubicBezTo>
                  <a:cubicBezTo>
                    <a:pt x="467" y="917"/>
                    <a:pt x="378" y="929"/>
                    <a:pt x="304" y="964"/>
                  </a:cubicBezTo>
                  <a:cubicBezTo>
                    <a:pt x="90" y="1062"/>
                    <a:pt x="45" y="1259"/>
                    <a:pt x="45" y="1259"/>
                  </a:cubicBezTo>
                  <a:cubicBezTo>
                    <a:pt x="147" y="1132"/>
                    <a:pt x="313" y="1053"/>
                    <a:pt x="513" y="1053"/>
                  </a:cubicBezTo>
                  <a:cubicBezTo>
                    <a:pt x="523" y="1053"/>
                    <a:pt x="534" y="1053"/>
                    <a:pt x="545" y="1053"/>
                  </a:cubicBezTo>
                  <a:cubicBezTo>
                    <a:pt x="732" y="1053"/>
                    <a:pt x="822" y="1143"/>
                    <a:pt x="822" y="1143"/>
                  </a:cubicBezTo>
                  <a:cubicBezTo>
                    <a:pt x="822" y="1143"/>
                    <a:pt x="758" y="1130"/>
                    <a:pt x="663" y="1130"/>
                  </a:cubicBezTo>
                  <a:cubicBezTo>
                    <a:pt x="560" y="1130"/>
                    <a:pt x="421" y="1145"/>
                    <a:pt x="286" y="1205"/>
                  </a:cubicBezTo>
                  <a:cubicBezTo>
                    <a:pt x="37" y="1312"/>
                    <a:pt x="1" y="1517"/>
                    <a:pt x="1" y="1517"/>
                  </a:cubicBezTo>
                  <a:cubicBezTo>
                    <a:pt x="170" y="1330"/>
                    <a:pt x="465" y="1294"/>
                    <a:pt x="465" y="1294"/>
                  </a:cubicBezTo>
                  <a:lnTo>
                    <a:pt x="465" y="1294"/>
                  </a:lnTo>
                  <a:cubicBezTo>
                    <a:pt x="81" y="1482"/>
                    <a:pt x="19" y="1812"/>
                    <a:pt x="19" y="1812"/>
                  </a:cubicBezTo>
                  <a:cubicBezTo>
                    <a:pt x="144" y="1678"/>
                    <a:pt x="384" y="1607"/>
                    <a:pt x="384" y="1607"/>
                  </a:cubicBezTo>
                  <a:lnTo>
                    <a:pt x="384" y="1607"/>
                  </a:lnTo>
                  <a:cubicBezTo>
                    <a:pt x="126" y="1803"/>
                    <a:pt x="54" y="2079"/>
                    <a:pt x="54" y="2079"/>
                  </a:cubicBezTo>
                  <a:cubicBezTo>
                    <a:pt x="215" y="1847"/>
                    <a:pt x="518" y="1740"/>
                    <a:pt x="518" y="1740"/>
                  </a:cubicBezTo>
                  <a:lnTo>
                    <a:pt x="518" y="1740"/>
                  </a:lnTo>
                  <a:cubicBezTo>
                    <a:pt x="393" y="1901"/>
                    <a:pt x="349" y="2115"/>
                    <a:pt x="349" y="2115"/>
                  </a:cubicBezTo>
                  <a:cubicBezTo>
                    <a:pt x="545" y="1678"/>
                    <a:pt x="893" y="1607"/>
                    <a:pt x="893" y="1607"/>
                  </a:cubicBezTo>
                  <a:lnTo>
                    <a:pt x="893" y="1607"/>
                  </a:lnTo>
                  <a:cubicBezTo>
                    <a:pt x="554" y="1785"/>
                    <a:pt x="500" y="2249"/>
                    <a:pt x="500" y="2249"/>
                  </a:cubicBezTo>
                  <a:cubicBezTo>
                    <a:pt x="661" y="1812"/>
                    <a:pt x="973" y="1678"/>
                    <a:pt x="973" y="1678"/>
                  </a:cubicBezTo>
                  <a:lnTo>
                    <a:pt x="973" y="1678"/>
                  </a:lnTo>
                  <a:cubicBezTo>
                    <a:pt x="634" y="2053"/>
                    <a:pt x="768" y="2472"/>
                    <a:pt x="768" y="2472"/>
                  </a:cubicBezTo>
                  <a:cubicBezTo>
                    <a:pt x="768" y="2106"/>
                    <a:pt x="946" y="1919"/>
                    <a:pt x="946" y="1919"/>
                  </a:cubicBezTo>
                  <a:lnTo>
                    <a:pt x="946" y="1919"/>
                  </a:lnTo>
                  <a:cubicBezTo>
                    <a:pt x="866" y="2124"/>
                    <a:pt x="902" y="2293"/>
                    <a:pt x="902" y="2293"/>
                  </a:cubicBezTo>
                  <a:cubicBezTo>
                    <a:pt x="973" y="1901"/>
                    <a:pt x="1187" y="1749"/>
                    <a:pt x="1187" y="1749"/>
                  </a:cubicBezTo>
                  <a:lnTo>
                    <a:pt x="1187" y="1749"/>
                  </a:lnTo>
                  <a:cubicBezTo>
                    <a:pt x="1062" y="1972"/>
                    <a:pt x="1089" y="2329"/>
                    <a:pt x="1089" y="2329"/>
                  </a:cubicBezTo>
                  <a:cubicBezTo>
                    <a:pt x="1152" y="1928"/>
                    <a:pt x="1357" y="1696"/>
                    <a:pt x="1357" y="1696"/>
                  </a:cubicBezTo>
                  <a:lnTo>
                    <a:pt x="1357" y="1696"/>
                  </a:lnTo>
                  <a:cubicBezTo>
                    <a:pt x="1196" y="2088"/>
                    <a:pt x="1357" y="2517"/>
                    <a:pt x="1357" y="2517"/>
                  </a:cubicBezTo>
                  <a:cubicBezTo>
                    <a:pt x="1303" y="1830"/>
                    <a:pt x="1607" y="1624"/>
                    <a:pt x="1607" y="1624"/>
                  </a:cubicBezTo>
                  <a:cubicBezTo>
                    <a:pt x="1607" y="1624"/>
                    <a:pt x="1901" y="1830"/>
                    <a:pt x="1847" y="2517"/>
                  </a:cubicBezTo>
                  <a:cubicBezTo>
                    <a:pt x="1847" y="2517"/>
                    <a:pt x="2017" y="2088"/>
                    <a:pt x="1856" y="1696"/>
                  </a:cubicBezTo>
                  <a:lnTo>
                    <a:pt x="1856" y="1696"/>
                  </a:lnTo>
                  <a:cubicBezTo>
                    <a:pt x="1856" y="1696"/>
                    <a:pt x="2062" y="1928"/>
                    <a:pt x="2124" y="2329"/>
                  </a:cubicBezTo>
                  <a:cubicBezTo>
                    <a:pt x="2124" y="2329"/>
                    <a:pt x="2151" y="1972"/>
                    <a:pt x="2017" y="1749"/>
                  </a:cubicBezTo>
                  <a:lnTo>
                    <a:pt x="2017" y="1749"/>
                  </a:lnTo>
                  <a:cubicBezTo>
                    <a:pt x="2017" y="1749"/>
                    <a:pt x="2231" y="1901"/>
                    <a:pt x="2302" y="2293"/>
                  </a:cubicBezTo>
                  <a:cubicBezTo>
                    <a:pt x="2302" y="2293"/>
                    <a:pt x="2338" y="2124"/>
                    <a:pt x="2267" y="1919"/>
                  </a:cubicBezTo>
                  <a:lnTo>
                    <a:pt x="2267" y="1919"/>
                  </a:lnTo>
                  <a:cubicBezTo>
                    <a:pt x="2267" y="1919"/>
                    <a:pt x="2436" y="2106"/>
                    <a:pt x="2436" y="2472"/>
                  </a:cubicBezTo>
                  <a:cubicBezTo>
                    <a:pt x="2436" y="2472"/>
                    <a:pt x="2570" y="2053"/>
                    <a:pt x="2240" y="1678"/>
                  </a:cubicBezTo>
                  <a:lnTo>
                    <a:pt x="2240" y="1678"/>
                  </a:lnTo>
                  <a:cubicBezTo>
                    <a:pt x="2240" y="1678"/>
                    <a:pt x="2552" y="1812"/>
                    <a:pt x="2713" y="2249"/>
                  </a:cubicBezTo>
                  <a:cubicBezTo>
                    <a:pt x="2713" y="2249"/>
                    <a:pt x="2659" y="1785"/>
                    <a:pt x="2311" y="1607"/>
                  </a:cubicBezTo>
                  <a:lnTo>
                    <a:pt x="2311" y="1607"/>
                  </a:lnTo>
                  <a:cubicBezTo>
                    <a:pt x="2311" y="1607"/>
                    <a:pt x="2668" y="1678"/>
                    <a:pt x="2856" y="2115"/>
                  </a:cubicBezTo>
                  <a:cubicBezTo>
                    <a:pt x="2856" y="2115"/>
                    <a:pt x="2820" y="1901"/>
                    <a:pt x="2695" y="1740"/>
                  </a:cubicBezTo>
                  <a:lnTo>
                    <a:pt x="2695" y="1740"/>
                  </a:lnTo>
                  <a:cubicBezTo>
                    <a:pt x="2695" y="1740"/>
                    <a:pt x="2989" y="1847"/>
                    <a:pt x="3159" y="2079"/>
                  </a:cubicBezTo>
                  <a:cubicBezTo>
                    <a:pt x="3159" y="2079"/>
                    <a:pt x="3079" y="1803"/>
                    <a:pt x="2829" y="1607"/>
                  </a:cubicBezTo>
                  <a:lnTo>
                    <a:pt x="2829" y="1607"/>
                  </a:lnTo>
                  <a:cubicBezTo>
                    <a:pt x="2829" y="1607"/>
                    <a:pt x="3070" y="1678"/>
                    <a:pt x="3195" y="1812"/>
                  </a:cubicBezTo>
                  <a:cubicBezTo>
                    <a:pt x="3195" y="1812"/>
                    <a:pt x="3132" y="1482"/>
                    <a:pt x="2740" y="1294"/>
                  </a:cubicBezTo>
                  <a:lnTo>
                    <a:pt x="2740" y="1294"/>
                  </a:lnTo>
                  <a:cubicBezTo>
                    <a:pt x="2740" y="1294"/>
                    <a:pt x="3043" y="1330"/>
                    <a:pt x="3212" y="1517"/>
                  </a:cubicBezTo>
                  <a:cubicBezTo>
                    <a:pt x="3212" y="1517"/>
                    <a:pt x="3177" y="1312"/>
                    <a:pt x="2927" y="1205"/>
                  </a:cubicBezTo>
                  <a:cubicBezTo>
                    <a:pt x="2792" y="1145"/>
                    <a:pt x="2653" y="1130"/>
                    <a:pt x="2550" y="1130"/>
                  </a:cubicBezTo>
                  <a:cubicBezTo>
                    <a:pt x="2455" y="1130"/>
                    <a:pt x="2392" y="1143"/>
                    <a:pt x="2392" y="1143"/>
                  </a:cubicBezTo>
                  <a:cubicBezTo>
                    <a:pt x="2392" y="1143"/>
                    <a:pt x="2481" y="1053"/>
                    <a:pt x="2668" y="1053"/>
                  </a:cubicBezTo>
                  <a:cubicBezTo>
                    <a:pt x="2679" y="1053"/>
                    <a:pt x="2690" y="1053"/>
                    <a:pt x="2700" y="1053"/>
                  </a:cubicBezTo>
                  <a:cubicBezTo>
                    <a:pt x="2900" y="1053"/>
                    <a:pt x="3066" y="1132"/>
                    <a:pt x="3168" y="1259"/>
                  </a:cubicBezTo>
                  <a:cubicBezTo>
                    <a:pt x="3168" y="1259"/>
                    <a:pt x="3123" y="1062"/>
                    <a:pt x="2900" y="964"/>
                  </a:cubicBezTo>
                  <a:cubicBezTo>
                    <a:pt x="2826" y="929"/>
                    <a:pt x="2738" y="917"/>
                    <a:pt x="2653" y="917"/>
                  </a:cubicBezTo>
                  <a:cubicBezTo>
                    <a:pt x="2484" y="917"/>
                    <a:pt x="2329" y="964"/>
                    <a:pt x="2329" y="964"/>
                  </a:cubicBezTo>
                  <a:cubicBezTo>
                    <a:pt x="2329" y="964"/>
                    <a:pt x="2472" y="795"/>
                    <a:pt x="2802" y="741"/>
                  </a:cubicBezTo>
                  <a:cubicBezTo>
                    <a:pt x="2802" y="741"/>
                    <a:pt x="2756" y="736"/>
                    <a:pt x="2688" y="736"/>
                  </a:cubicBezTo>
                  <a:cubicBezTo>
                    <a:pt x="2608" y="736"/>
                    <a:pt x="2497" y="743"/>
                    <a:pt x="2392" y="777"/>
                  </a:cubicBezTo>
                  <a:cubicBezTo>
                    <a:pt x="2392" y="777"/>
                    <a:pt x="2552" y="563"/>
                    <a:pt x="3025" y="545"/>
                  </a:cubicBezTo>
                  <a:cubicBezTo>
                    <a:pt x="3025" y="545"/>
                    <a:pt x="2934" y="511"/>
                    <a:pt x="2760" y="511"/>
                  </a:cubicBezTo>
                  <a:cubicBezTo>
                    <a:pt x="2717" y="511"/>
                    <a:pt x="2668" y="513"/>
                    <a:pt x="2615" y="518"/>
                  </a:cubicBezTo>
                  <a:cubicBezTo>
                    <a:pt x="2347" y="545"/>
                    <a:pt x="2169" y="688"/>
                    <a:pt x="2169" y="688"/>
                  </a:cubicBezTo>
                  <a:cubicBezTo>
                    <a:pt x="2169" y="688"/>
                    <a:pt x="2374" y="411"/>
                    <a:pt x="2686" y="313"/>
                  </a:cubicBezTo>
                  <a:lnTo>
                    <a:pt x="2686" y="313"/>
                  </a:lnTo>
                  <a:cubicBezTo>
                    <a:pt x="2686" y="313"/>
                    <a:pt x="2195" y="322"/>
                    <a:pt x="1946" y="661"/>
                  </a:cubicBezTo>
                  <a:cubicBezTo>
                    <a:pt x="1946" y="661"/>
                    <a:pt x="2017" y="304"/>
                    <a:pt x="2392" y="45"/>
                  </a:cubicBezTo>
                  <a:lnTo>
                    <a:pt x="2392" y="45"/>
                  </a:lnTo>
                  <a:cubicBezTo>
                    <a:pt x="2392" y="45"/>
                    <a:pt x="2053" y="161"/>
                    <a:pt x="1847" y="500"/>
                  </a:cubicBezTo>
                  <a:cubicBezTo>
                    <a:pt x="1847" y="500"/>
                    <a:pt x="1883" y="286"/>
                    <a:pt x="1955"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43" name="Google Shape;3243;p54"/>
            <p:cNvGrpSpPr/>
            <p:nvPr/>
          </p:nvGrpSpPr>
          <p:grpSpPr>
            <a:xfrm>
              <a:off x="5106389" y="3947572"/>
              <a:ext cx="659136" cy="1697576"/>
              <a:chOff x="4025327" y="4080797"/>
              <a:chExt cx="659136" cy="1697576"/>
            </a:xfrm>
          </p:grpSpPr>
          <p:sp>
            <p:nvSpPr>
              <p:cNvPr id="3244" name="Google Shape;3244;p54"/>
              <p:cNvSpPr/>
              <p:nvPr/>
            </p:nvSpPr>
            <p:spPr>
              <a:xfrm>
                <a:off x="4302184" y="4412109"/>
                <a:ext cx="105413" cy="1366264"/>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4"/>
              <p:cNvSpPr/>
              <p:nvPr/>
            </p:nvSpPr>
            <p:spPr>
              <a:xfrm>
                <a:off x="4346648" y="4412109"/>
                <a:ext cx="60948" cy="1366264"/>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4"/>
              <p:cNvSpPr/>
              <p:nvPr/>
            </p:nvSpPr>
            <p:spPr>
              <a:xfrm>
                <a:off x="4025327" y="4080797"/>
                <a:ext cx="659136" cy="514779"/>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4"/>
              <p:cNvSpPr/>
              <p:nvPr/>
            </p:nvSpPr>
            <p:spPr>
              <a:xfrm>
                <a:off x="4158719" y="4201478"/>
                <a:ext cx="392246" cy="307911"/>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248" name="Google Shape;3248;p54"/>
          <p:cNvSpPr txBox="1"/>
          <p:nvPr>
            <p:ph hasCustomPrompt="1" type="title"/>
          </p:nvPr>
        </p:nvSpPr>
        <p:spPr>
          <a:xfrm>
            <a:off x="2402350" y="1310613"/>
            <a:ext cx="4339200" cy="13107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sz="72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3249" name="Google Shape;3249;p54"/>
          <p:cNvSpPr txBox="1"/>
          <p:nvPr>
            <p:ph idx="1" type="subTitle"/>
          </p:nvPr>
        </p:nvSpPr>
        <p:spPr>
          <a:xfrm>
            <a:off x="2402350" y="2621488"/>
            <a:ext cx="4339200" cy="497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a:lvl1pPr>
            <a:lvl2pPr lvl="1" algn="ctr">
              <a:lnSpc>
                <a:spcPct val="100000"/>
              </a:lnSpc>
              <a:spcBef>
                <a:spcPts val="0"/>
              </a:spcBef>
              <a:spcAft>
                <a:spcPts val="0"/>
              </a:spcAft>
              <a:buSzPts val="1600"/>
              <a:buNone/>
              <a:defRPr sz="1600"/>
            </a:lvl2pPr>
            <a:lvl3pPr lvl="2" algn="ctr">
              <a:lnSpc>
                <a:spcPct val="100000"/>
              </a:lnSpc>
              <a:spcBef>
                <a:spcPts val="1600"/>
              </a:spcBef>
              <a:spcAft>
                <a:spcPts val="0"/>
              </a:spcAft>
              <a:buSzPts val="1600"/>
              <a:buNone/>
              <a:defRPr sz="1600"/>
            </a:lvl3pPr>
            <a:lvl4pPr lvl="3" algn="ctr">
              <a:lnSpc>
                <a:spcPct val="100000"/>
              </a:lnSpc>
              <a:spcBef>
                <a:spcPts val="1600"/>
              </a:spcBef>
              <a:spcAft>
                <a:spcPts val="0"/>
              </a:spcAft>
              <a:buSzPts val="1600"/>
              <a:buNone/>
              <a:defRPr sz="1600"/>
            </a:lvl4pPr>
            <a:lvl5pPr lvl="4" algn="ctr">
              <a:lnSpc>
                <a:spcPct val="100000"/>
              </a:lnSpc>
              <a:spcBef>
                <a:spcPts val="1600"/>
              </a:spcBef>
              <a:spcAft>
                <a:spcPts val="0"/>
              </a:spcAft>
              <a:buSzPts val="1600"/>
              <a:buNone/>
              <a:defRPr sz="1600"/>
            </a:lvl5pPr>
            <a:lvl6pPr lvl="5" algn="ctr">
              <a:lnSpc>
                <a:spcPct val="100000"/>
              </a:lnSpc>
              <a:spcBef>
                <a:spcPts val="1600"/>
              </a:spcBef>
              <a:spcAft>
                <a:spcPts val="0"/>
              </a:spcAft>
              <a:buSzPts val="1600"/>
              <a:buNone/>
              <a:defRPr sz="1600"/>
            </a:lvl6pPr>
            <a:lvl7pPr lvl="6" algn="ctr">
              <a:lnSpc>
                <a:spcPct val="100000"/>
              </a:lnSpc>
              <a:spcBef>
                <a:spcPts val="1600"/>
              </a:spcBef>
              <a:spcAft>
                <a:spcPts val="0"/>
              </a:spcAft>
              <a:buSzPts val="1600"/>
              <a:buNone/>
              <a:defRPr sz="1600"/>
            </a:lvl7pPr>
            <a:lvl8pPr lvl="7" algn="ctr">
              <a:lnSpc>
                <a:spcPct val="100000"/>
              </a:lnSpc>
              <a:spcBef>
                <a:spcPts val="1600"/>
              </a:spcBef>
              <a:spcAft>
                <a:spcPts val="0"/>
              </a:spcAft>
              <a:buSzPts val="1600"/>
              <a:buNone/>
              <a:defRPr sz="1600"/>
            </a:lvl8pPr>
            <a:lvl9pPr lvl="8" algn="ctr">
              <a:lnSpc>
                <a:spcPct val="100000"/>
              </a:lnSpc>
              <a:spcBef>
                <a:spcPts val="1600"/>
              </a:spcBef>
              <a:spcAft>
                <a:spcPts val="1600"/>
              </a:spcAft>
              <a:buSzPts val="1600"/>
              <a:buNone/>
              <a:defRPr sz="1600"/>
            </a:lvl9pPr>
          </a:lstStyle>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lt1"/>
        </a:solidFill>
      </p:bgPr>
    </p:bg>
    <p:spTree>
      <p:nvGrpSpPr>
        <p:cNvPr id="3250" name="Shape 3250"/>
        <p:cNvGrpSpPr/>
        <p:nvPr/>
      </p:nvGrpSpPr>
      <p:grpSpPr>
        <a:xfrm>
          <a:off x="0" y="0"/>
          <a:ext cx="0" cy="0"/>
          <a:chOff x="0" y="0"/>
          <a:chExt cx="0" cy="0"/>
        </a:xfrm>
      </p:grpSpPr>
    </p:spTree>
  </p:cSld>
  <p:clrMapOvr>
    <a:masterClrMapping/>
  </p:clrMapOvr>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3251" name="Shape 3251"/>
        <p:cNvGrpSpPr/>
        <p:nvPr/>
      </p:nvGrpSpPr>
      <p:grpSpPr>
        <a:xfrm>
          <a:off x="0" y="0"/>
          <a:ext cx="0" cy="0"/>
          <a:chOff x="0" y="0"/>
          <a:chExt cx="0" cy="0"/>
        </a:xfrm>
      </p:grpSpPr>
      <p:sp>
        <p:nvSpPr>
          <p:cNvPr id="3252" name="Google Shape;3252;p56"/>
          <p:cNvSpPr/>
          <p:nvPr/>
        </p:nvSpPr>
        <p:spPr>
          <a:xfrm>
            <a:off x="0" y="1371600"/>
            <a:ext cx="9144017" cy="3771820"/>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53" name="Google Shape;3253;p56"/>
          <p:cNvGrpSpPr/>
          <p:nvPr/>
        </p:nvGrpSpPr>
        <p:grpSpPr>
          <a:xfrm>
            <a:off x="5221413" y="2571747"/>
            <a:ext cx="4532217" cy="3156913"/>
            <a:chOff x="4611813" y="2571747"/>
            <a:chExt cx="4532217" cy="3156913"/>
          </a:xfrm>
        </p:grpSpPr>
        <p:sp>
          <p:nvSpPr>
            <p:cNvPr id="3254" name="Google Shape;3254;p56"/>
            <p:cNvSpPr/>
            <p:nvPr/>
          </p:nvSpPr>
          <p:spPr>
            <a:xfrm>
              <a:off x="4611813" y="2571747"/>
              <a:ext cx="4532217" cy="3156913"/>
            </a:xfrm>
            <a:custGeom>
              <a:rect b="b" l="l" r="r" t="t"/>
              <a:pathLst>
                <a:path extrusionOk="0" h="11777" w="16907">
                  <a:moveTo>
                    <a:pt x="3159" y="1"/>
                  </a:moveTo>
                  <a:cubicBezTo>
                    <a:pt x="3159" y="1"/>
                    <a:pt x="1107" y="188"/>
                    <a:pt x="2276" y="581"/>
                  </a:cubicBezTo>
                  <a:cubicBezTo>
                    <a:pt x="3453" y="982"/>
                    <a:pt x="4087" y="1143"/>
                    <a:pt x="2927" y="1571"/>
                  </a:cubicBezTo>
                  <a:cubicBezTo>
                    <a:pt x="1767" y="1999"/>
                    <a:pt x="2490" y="2320"/>
                    <a:pt x="4631" y="2570"/>
                  </a:cubicBezTo>
                  <a:cubicBezTo>
                    <a:pt x="6772" y="2820"/>
                    <a:pt x="7860" y="3203"/>
                    <a:pt x="6397" y="3676"/>
                  </a:cubicBezTo>
                  <a:cubicBezTo>
                    <a:pt x="4934" y="4149"/>
                    <a:pt x="4533" y="4684"/>
                    <a:pt x="6674" y="4684"/>
                  </a:cubicBezTo>
                  <a:cubicBezTo>
                    <a:pt x="8815" y="4684"/>
                    <a:pt x="11964" y="4916"/>
                    <a:pt x="9350" y="5817"/>
                  </a:cubicBezTo>
                  <a:cubicBezTo>
                    <a:pt x="6736" y="6709"/>
                    <a:pt x="1125" y="8208"/>
                    <a:pt x="4033" y="8360"/>
                  </a:cubicBezTo>
                  <a:cubicBezTo>
                    <a:pt x="6942" y="8511"/>
                    <a:pt x="3730" y="9849"/>
                    <a:pt x="1" y="10331"/>
                  </a:cubicBezTo>
                  <a:lnTo>
                    <a:pt x="1" y="11776"/>
                  </a:lnTo>
                  <a:lnTo>
                    <a:pt x="16906" y="11776"/>
                  </a:lnTo>
                  <a:lnTo>
                    <a:pt x="16906" y="6156"/>
                  </a:lnTo>
                  <a:cubicBezTo>
                    <a:pt x="15131" y="6076"/>
                    <a:pt x="13106" y="5219"/>
                    <a:pt x="14444" y="4604"/>
                  </a:cubicBezTo>
                  <a:cubicBezTo>
                    <a:pt x="15782" y="3988"/>
                    <a:pt x="14819" y="3631"/>
                    <a:pt x="13008" y="3507"/>
                  </a:cubicBezTo>
                  <a:cubicBezTo>
                    <a:pt x="11206" y="3382"/>
                    <a:pt x="9243" y="3177"/>
                    <a:pt x="10706" y="2695"/>
                  </a:cubicBezTo>
                  <a:cubicBezTo>
                    <a:pt x="12169" y="2213"/>
                    <a:pt x="9796" y="1919"/>
                    <a:pt x="8039" y="1856"/>
                  </a:cubicBezTo>
                  <a:cubicBezTo>
                    <a:pt x="6281" y="1785"/>
                    <a:pt x="4337" y="1580"/>
                    <a:pt x="5371" y="1267"/>
                  </a:cubicBezTo>
                  <a:cubicBezTo>
                    <a:pt x="6406" y="964"/>
                    <a:pt x="5818" y="750"/>
                    <a:pt x="5095" y="581"/>
                  </a:cubicBezTo>
                  <a:cubicBezTo>
                    <a:pt x="4381" y="420"/>
                    <a:pt x="7191" y="1"/>
                    <a:pt x="7191" y="1"/>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6"/>
            <p:cNvSpPr/>
            <p:nvPr/>
          </p:nvSpPr>
          <p:spPr>
            <a:xfrm>
              <a:off x="5336666" y="2571747"/>
              <a:ext cx="3807363" cy="3156913"/>
            </a:xfrm>
            <a:custGeom>
              <a:rect b="b" l="l" r="r" t="t"/>
              <a:pathLst>
                <a:path extrusionOk="0" h="11777" w="14203">
                  <a:moveTo>
                    <a:pt x="1329" y="1"/>
                  </a:moveTo>
                  <a:cubicBezTo>
                    <a:pt x="1329" y="1"/>
                    <a:pt x="89" y="134"/>
                    <a:pt x="732" y="456"/>
                  </a:cubicBezTo>
                  <a:cubicBezTo>
                    <a:pt x="1383" y="768"/>
                    <a:pt x="1758" y="1009"/>
                    <a:pt x="1080" y="1348"/>
                  </a:cubicBezTo>
                  <a:cubicBezTo>
                    <a:pt x="402" y="1678"/>
                    <a:pt x="0" y="1794"/>
                    <a:pt x="2034" y="2070"/>
                  </a:cubicBezTo>
                  <a:cubicBezTo>
                    <a:pt x="4059" y="2356"/>
                    <a:pt x="6182" y="2766"/>
                    <a:pt x="5076" y="3391"/>
                  </a:cubicBezTo>
                  <a:cubicBezTo>
                    <a:pt x="3970" y="4006"/>
                    <a:pt x="5629" y="3988"/>
                    <a:pt x="7021" y="4140"/>
                  </a:cubicBezTo>
                  <a:cubicBezTo>
                    <a:pt x="8422" y="4292"/>
                    <a:pt x="11116" y="4845"/>
                    <a:pt x="8439" y="5987"/>
                  </a:cubicBezTo>
                  <a:cubicBezTo>
                    <a:pt x="5772" y="7129"/>
                    <a:pt x="1463" y="7887"/>
                    <a:pt x="3970" y="8261"/>
                  </a:cubicBezTo>
                  <a:cubicBezTo>
                    <a:pt x="6477" y="8636"/>
                    <a:pt x="526" y="11776"/>
                    <a:pt x="526" y="11776"/>
                  </a:cubicBezTo>
                  <a:lnTo>
                    <a:pt x="14202" y="11776"/>
                  </a:lnTo>
                  <a:lnTo>
                    <a:pt x="11812" y="7182"/>
                  </a:lnTo>
                  <a:cubicBezTo>
                    <a:pt x="11812" y="7182"/>
                    <a:pt x="8502" y="6495"/>
                    <a:pt x="10598" y="5362"/>
                  </a:cubicBezTo>
                  <a:cubicBezTo>
                    <a:pt x="12695" y="4229"/>
                    <a:pt x="10117" y="3926"/>
                    <a:pt x="8306" y="3810"/>
                  </a:cubicBezTo>
                  <a:cubicBezTo>
                    <a:pt x="6495" y="3694"/>
                    <a:pt x="5112" y="3551"/>
                    <a:pt x="5968" y="3087"/>
                  </a:cubicBezTo>
                  <a:cubicBezTo>
                    <a:pt x="6825" y="2623"/>
                    <a:pt x="6557" y="2284"/>
                    <a:pt x="3568" y="2035"/>
                  </a:cubicBezTo>
                  <a:cubicBezTo>
                    <a:pt x="571" y="1785"/>
                    <a:pt x="1231" y="1392"/>
                    <a:pt x="1820" y="964"/>
                  </a:cubicBezTo>
                  <a:cubicBezTo>
                    <a:pt x="2418" y="536"/>
                    <a:pt x="1320" y="491"/>
                    <a:pt x="1294" y="295"/>
                  </a:cubicBezTo>
                  <a:cubicBezTo>
                    <a:pt x="1276" y="108"/>
                    <a:pt x="2507" y="1"/>
                    <a:pt x="25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6" name="Google Shape;3256;p56"/>
          <p:cNvGrpSpPr/>
          <p:nvPr/>
        </p:nvGrpSpPr>
        <p:grpSpPr>
          <a:xfrm>
            <a:off x="3809369" y="-21219"/>
            <a:ext cx="5449400" cy="5178727"/>
            <a:chOff x="7946247" y="1587834"/>
            <a:chExt cx="775759" cy="737196"/>
          </a:xfrm>
        </p:grpSpPr>
        <p:sp>
          <p:nvSpPr>
            <p:cNvPr id="3257" name="Google Shape;3257;p56"/>
            <p:cNvSpPr/>
            <p:nvPr/>
          </p:nvSpPr>
          <p:spPr>
            <a:xfrm>
              <a:off x="8325333" y="2249500"/>
              <a:ext cx="33090" cy="75514"/>
            </a:xfrm>
            <a:custGeom>
              <a:rect b="b" l="l" r="r" t="t"/>
              <a:pathLst>
                <a:path extrusionOk="0" h="2079" w="911">
                  <a:moveTo>
                    <a:pt x="1" y="0"/>
                  </a:moveTo>
                  <a:lnTo>
                    <a:pt x="1" y="2079"/>
                  </a:lnTo>
                  <a:lnTo>
                    <a:pt x="911" y="2079"/>
                  </a:lnTo>
                  <a:lnTo>
                    <a:pt x="91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6"/>
            <p:cNvSpPr/>
            <p:nvPr/>
          </p:nvSpPr>
          <p:spPr>
            <a:xfrm>
              <a:off x="8325333" y="2249500"/>
              <a:ext cx="20123" cy="75514"/>
            </a:xfrm>
            <a:custGeom>
              <a:rect b="b" l="l" r="r" t="t"/>
              <a:pathLst>
                <a:path extrusionOk="0" h="2079" w="554">
                  <a:moveTo>
                    <a:pt x="1" y="0"/>
                  </a:moveTo>
                  <a:lnTo>
                    <a:pt x="1" y="2079"/>
                  </a:lnTo>
                  <a:lnTo>
                    <a:pt x="554" y="2079"/>
                  </a:lnTo>
                  <a:lnTo>
                    <a:pt x="55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6"/>
            <p:cNvSpPr/>
            <p:nvPr/>
          </p:nvSpPr>
          <p:spPr>
            <a:xfrm>
              <a:off x="8426125" y="2196035"/>
              <a:ext cx="33090" cy="128981"/>
            </a:xfrm>
            <a:custGeom>
              <a:rect b="b" l="l" r="r" t="t"/>
              <a:pathLst>
                <a:path extrusionOk="0" h="3551" w="911">
                  <a:moveTo>
                    <a:pt x="0" y="0"/>
                  </a:moveTo>
                  <a:lnTo>
                    <a:pt x="0" y="3551"/>
                  </a:lnTo>
                  <a:lnTo>
                    <a:pt x="910" y="3551"/>
                  </a:lnTo>
                  <a:lnTo>
                    <a:pt x="910"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6"/>
            <p:cNvSpPr/>
            <p:nvPr/>
          </p:nvSpPr>
          <p:spPr>
            <a:xfrm>
              <a:off x="8426125" y="2196035"/>
              <a:ext cx="20123" cy="128981"/>
            </a:xfrm>
            <a:custGeom>
              <a:rect b="b" l="l" r="r" t="t"/>
              <a:pathLst>
                <a:path extrusionOk="0" h="3551" w="554">
                  <a:moveTo>
                    <a:pt x="0" y="0"/>
                  </a:moveTo>
                  <a:lnTo>
                    <a:pt x="0" y="3551"/>
                  </a:lnTo>
                  <a:lnTo>
                    <a:pt x="553" y="3551"/>
                  </a:lnTo>
                  <a:lnTo>
                    <a:pt x="55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6"/>
            <p:cNvSpPr/>
            <p:nvPr/>
          </p:nvSpPr>
          <p:spPr>
            <a:xfrm>
              <a:off x="8526881" y="2129277"/>
              <a:ext cx="33090" cy="195742"/>
            </a:xfrm>
            <a:custGeom>
              <a:rect b="b" l="l" r="r" t="t"/>
              <a:pathLst>
                <a:path extrusionOk="0" h="5389" w="911">
                  <a:moveTo>
                    <a:pt x="1" y="1"/>
                  </a:moveTo>
                  <a:lnTo>
                    <a:pt x="1" y="5389"/>
                  </a:lnTo>
                  <a:lnTo>
                    <a:pt x="911" y="5389"/>
                  </a:lnTo>
                  <a:lnTo>
                    <a:pt x="91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6"/>
            <p:cNvSpPr/>
            <p:nvPr/>
          </p:nvSpPr>
          <p:spPr>
            <a:xfrm>
              <a:off x="8526881" y="2129277"/>
              <a:ext cx="20123" cy="195742"/>
            </a:xfrm>
            <a:custGeom>
              <a:rect b="b" l="l" r="r" t="t"/>
              <a:pathLst>
                <a:path extrusionOk="0" h="5389" w="554">
                  <a:moveTo>
                    <a:pt x="1" y="1"/>
                  </a:moveTo>
                  <a:lnTo>
                    <a:pt x="1" y="5389"/>
                  </a:lnTo>
                  <a:lnTo>
                    <a:pt x="554" y="5389"/>
                  </a:lnTo>
                  <a:lnTo>
                    <a:pt x="554"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6"/>
            <p:cNvSpPr/>
            <p:nvPr/>
          </p:nvSpPr>
          <p:spPr>
            <a:xfrm>
              <a:off x="8627672" y="2058958"/>
              <a:ext cx="33053" cy="266062"/>
            </a:xfrm>
            <a:custGeom>
              <a:rect b="b" l="l" r="r" t="t"/>
              <a:pathLst>
                <a:path extrusionOk="0" h="7325" w="910">
                  <a:moveTo>
                    <a:pt x="0" y="1"/>
                  </a:moveTo>
                  <a:lnTo>
                    <a:pt x="0" y="7325"/>
                  </a:lnTo>
                  <a:lnTo>
                    <a:pt x="910" y="7325"/>
                  </a:lnTo>
                  <a:lnTo>
                    <a:pt x="910"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6"/>
            <p:cNvSpPr/>
            <p:nvPr/>
          </p:nvSpPr>
          <p:spPr>
            <a:xfrm>
              <a:off x="8627672" y="2058958"/>
              <a:ext cx="20123" cy="266062"/>
            </a:xfrm>
            <a:custGeom>
              <a:rect b="b" l="l" r="r" t="t"/>
              <a:pathLst>
                <a:path extrusionOk="0" h="7325" w="554">
                  <a:moveTo>
                    <a:pt x="0" y="1"/>
                  </a:moveTo>
                  <a:lnTo>
                    <a:pt x="0" y="7325"/>
                  </a:lnTo>
                  <a:lnTo>
                    <a:pt x="553" y="7325"/>
                  </a:lnTo>
                  <a:lnTo>
                    <a:pt x="553"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6"/>
            <p:cNvSpPr/>
            <p:nvPr/>
          </p:nvSpPr>
          <p:spPr>
            <a:xfrm>
              <a:off x="8176924" y="2005493"/>
              <a:ext cx="540551" cy="319529"/>
            </a:xfrm>
            <a:custGeom>
              <a:rect b="b" l="l" r="r" t="t"/>
              <a:pathLst>
                <a:path extrusionOk="0" h="8797" w="14882">
                  <a:moveTo>
                    <a:pt x="14881" y="1"/>
                  </a:moveTo>
                  <a:lnTo>
                    <a:pt x="1" y="8797"/>
                  </a:lnTo>
                  <a:lnTo>
                    <a:pt x="1999" y="8797"/>
                  </a:lnTo>
                  <a:lnTo>
                    <a:pt x="14881" y="340"/>
                  </a:lnTo>
                  <a:lnTo>
                    <a:pt x="14881"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6"/>
            <p:cNvSpPr/>
            <p:nvPr/>
          </p:nvSpPr>
          <p:spPr>
            <a:xfrm>
              <a:off x="8249531" y="2017806"/>
              <a:ext cx="467943" cy="307216"/>
            </a:xfrm>
            <a:custGeom>
              <a:rect b="b" l="l" r="r" t="t"/>
              <a:pathLst>
                <a:path extrusionOk="0" h="8458" w="12883">
                  <a:moveTo>
                    <a:pt x="12882" y="1"/>
                  </a:moveTo>
                  <a:lnTo>
                    <a:pt x="0" y="8458"/>
                  </a:lnTo>
                  <a:lnTo>
                    <a:pt x="857" y="8458"/>
                  </a:lnTo>
                  <a:lnTo>
                    <a:pt x="12882" y="260"/>
                  </a:lnTo>
                  <a:lnTo>
                    <a:pt x="1288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6"/>
            <p:cNvSpPr/>
            <p:nvPr/>
          </p:nvSpPr>
          <p:spPr>
            <a:xfrm>
              <a:off x="8284835" y="1862888"/>
              <a:ext cx="427165" cy="213583"/>
            </a:xfrm>
            <a:custGeom>
              <a:rect b="b" l="l" r="r" t="t"/>
              <a:pathLst>
                <a:path extrusionOk="0" h="4827" w="9654">
                  <a:moveTo>
                    <a:pt x="9653" y="0"/>
                  </a:moveTo>
                  <a:lnTo>
                    <a:pt x="8948" y="482"/>
                  </a:lnTo>
                  <a:cubicBezTo>
                    <a:pt x="8948" y="482"/>
                    <a:pt x="8774" y="656"/>
                    <a:pt x="8707" y="656"/>
                  </a:cubicBezTo>
                  <a:cubicBezTo>
                    <a:pt x="8688" y="656"/>
                    <a:pt x="8677" y="642"/>
                    <a:pt x="8681" y="607"/>
                  </a:cubicBezTo>
                  <a:cubicBezTo>
                    <a:pt x="8687" y="553"/>
                    <a:pt x="8657" y="536"/>
                    <a:pt x="8615" y="536"/>
                  </a:cubicBezTo>
                  <a:cubicBezTo>
                    <a:pt x="8530" y="536"/>
                    <a:pt x="8395" y="607"/>
                    <a:pt x="8395" y="607"/>
                  </a:cubicBezTo>
                  <a:lnTo>
                    <a:pt x="7780" y="1044"/>
                  </a:lnTo>
                  <a:lnTo>
                    <a:pt x="6941" y="1178"/>
                  </a:lnTo>
                  <a:lnTo>
                    <a:pt x="5505" y="1187"/>
                  </a:lnTo>
                  <a:lnTo>
                    <a:pt x="4863" y="1365"/>
                  </a:lnTo>
                  <a:lnTo>
                    <a:pt x="4318" y="1365"/>
                  </a:lnTo>
                  <a:lnTo>
                    <a:pt x="3712" y="1544"/>
                  </a:lnTo>
                  <a:cubicBezTo>
                    <a:pt x="3712" y="1544"/>
                    <a:pt x="3582" y="1520"/>
                    <a:pt x="3388" y="1520"/>
                  </a:cubicBezTo>
                  <a:cubicBezTo>
                    <a:pt x="3227" y="1520"/>
                    <a:pt x="3022" y="1536"/>
                    <a:pt x="2811" y="1597"/>
                  </a:cubicBezTo>
                  <a:cubicBezTo>
                    <a:pt x="2338" y="1740"/>
                    <a:pt x="1910" y="1776"/>
                    <a:pt x="1910" y="1776"/>
                  </a:cubicBezTo>
                  <a:lnTo>
                    <a:pt x="197" y="2150"/>
                  </a:lnTo>
                  <a:cubicBezTo>
                    <a:pt x="197" y="2150"/>
                    <a:pt x="1" y="2231"/>
                    <a:pt x="1044" y="2587"/>
                  </a:cubicBezTo>
                  <a:cubicBezTo>
                    <a:pt x="2498" y="3096"/>
                    <a:pt x="3587" y="2846"/>
                    <a:pt x="3774" y="3087"/>
                  </a:cubicBezTo>
                  <a:cubicBezTo>
                    <a:pt x="3962" y="3328"/>
                    <a:pt x="3863" y="3167"/>
                    <a:pt x="4113" y="3497"/>
                  </a:cubicBezTo>
                  <a:cubicBezTo>
                    <a:pt x="4363" y="3818"/>
                    <a:pt x="4292" y="3890"/>
                    <a:pt x="4684" y="3917"/>
                  </a:cubicBezTo>
                  <a:cubicBezTo>
                    <a:pt x="4815" y="3926"/>
                    <a:pt x="4929" y="3928"/>
                    <a:pt x="5023" y="3928"/>
                  </a:cubicBezTo>
                  <a:cubicBezTo>
                    <a:pt x="5210" y="3928"/>
                    <a:pt x="5318" y="3917"/>
                    <a:pt x="5318" y="3917"/>
                  </a:cubicBezTo>
                  <a:lnTo>
                    <a:pt x="5790" y="3863"/>
                  </a:lnTo>
                  <a:lnTo>
                    <a:pt x="6040" y="3917"/>
                  </a:lnTo>
                  <a:cubicBezTo>
                    <a:pt x="6040" y="3917"/>
                    <a:pt x="6352" y="4131"/>
                    <a:pt x="6629" y="4175"/>
                  </a:cubicBezTo>
                  <a:cubicBezTo>
                    <a:pt x="6672" y="4184"/>
                    <a:pt x="6701" y="4187"/>
                    <a:pt x="6720" y="4187"/>
                  </a:cubicBezTo>
                  <a:cubicBezTo>
                    <a:pt x="6782" y="4187"/>
                    <a:pt x="6748" y="4155"/>
                    <a:pt x="6759" y="4155"/>
                  </a:cubicBezTo>
                  <a:lnTo>
                    <a:pt x="6759" y="4155"/>
                  </a:lnTo>
                  <a:cubicBezTo>
                    <a:pt x="6767" y="4155"/>
                    <a:pt x="6798" y="4172"/>
                    <a:pt x="6905" y="4229"/>
                  </a:cubicBezTo>
                  <a:cubicBezTo>
                    <a:pt x="7218" y="4380"/>
                    <a:pt x="7405" y="4452"/>
                    <a:pt x="7405" y="4452"/>
                  </a:cubicBezTo>
                  <a:cubicBezTo>
                    <a:pt x="7405" y="4452"/>
                    <a:pt x="7905" y="4505"/>
                    <a:pt x="8154" y="4568"/>
                  </a:cubicBezTo>
                  <a:cubicBezTo>
                    <a:pt x="8413" y="4630"/>
                    <a:pt x="8681" y="4666"/>
                    <a:pt x="8681" y="4666"/>
                  </a:cubicBezTo>
                  <a:lnTo>
                    <a:pt x="9653" y="4827"/>
                  </a:lnTo>
                  <a:lnTo>
                    <a:pt x="965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6"/>
            <p:cNvSpPr/>
            <p:nvPr/>
          </p:nvSpPr>
          <p:spPr>
            <a:xfrm>
              <a:off x="8454567" y="1962751"/>
              <a:ext cx="257432" cy="113716"/>
            </a:xfrm>
            <a:custGeom>
              <a:rect b="b" l="l" r="r" t="t"/>
              <a:pathLst>
                <a:path extrusionOk="0" h="2570" w="5818">
                  <a:moveTo>
                    <a:pt x="5817" y="0"/>
                  </a:moveTo>
                  <a:lnTo>
                    <a:pt x="5202" y="152"/>
                  </a:lnTo>
                  <a:lnTo>
                    <a:pt x="4809" y="411"/>
                  </a:lnTo>
                  <a:lnTo>
                    <a:pt x="4399" y="500"/>
                  </a:lnTo>
                  <a:lnTo>
                    <a:pt x="4006" y="830"/>
                  </a:lnTo>
                  <a:cubicBezTo>
                    <a:pt x="4006" y="830"/>
                    <a:pt x="3911" y="850"/>
                    <a:pt x="3781" y="850"/>
                  </a:cubicBezTo>
                  <a:cubicBezTo>
                    <a:pt x="3717" y="850"/>
                    <a:pt x="3643" y="845"/>
                    <a:pt x="3569" y="830"/>
                  </a:cubicBezTo>
                  <a:cubicBezTo>
                    <a:pt x="3426" y="796"/>
                    <a:pt x="3246" y="780"/>
                    <a:pt x="3042" y="780"/>
                  </a:cubicBezTo>
                  <a:cubicBezTo>
                    <a:pt x="2927" y="780"/>
                    <a:pt x="2805" y="785"/>
                    <a:pt x="2677" y="794"/>
                  </a:cubicBezTo>
                  <a:cubicBezTo>
                    <a:pt x="2363" y="817"/>
                    <a:pt x="2417" y="919"/>
                    <a:pt x="2416" y="919"/>
                  </a:cubicBezTo>
                  <a:cubicBezTo>
                    <a:pt x="2416" y="919"/>
                    <a:pt x="2414" y="917"/>
                    <a:pt x="2409" y="910"/>
                  </a:cubicBezTo>
                  <a:cubicBezTo>
                    <a:pt x="2405" y="906"/>
                    <a:pt x="2401" y="905"/>
                    <a:pt x="2395" y="905"/>
                  </a:cubicBezTo>
                  <a:cubicBezTo>
                    <a:pt x="2338" y="905"/>
                    <a:pt x="2204" y="1098"/>
                    <a:pt x="2204" y="1098"/>
                  </a:cubicBezTo>
                  <a:cubicBezTo>
                    <a:pt x="2204" y="1098"/>
                    <a:pt x="2052" y="1089"/>
                    <a:pt x="1847" y="1053"/>
                  </a:cubicBezTo>
                  <a:cubicBezTo>
                    <a:pt x="1788" y="1046"/>
                    <a:pt x="1746" y="1042"/>
                    <a:pt x="1710" y="1042"/>
                  </a:cubicBezTo>
                  <a:cubicBezTo>
                    <a:pt x="1618" y="1042"/>
                    <a:pt x="1577" y="1065"/>
                    <a:pt x="1428" y="1098"/>
                  </a:cubicBezTo>
                  <a:cubicBezTo>
                    <a:pt x="1223" y="1133"/>
                    <a:pt x="1080" y="1231"/>
                    <a:pt x="1080" y="1231"/>
                  </a:cubicBezTo>
                  <a:lnTo>
                    <a:pt x="946" y="1312"/>
                  </a:lnTo>
                  <a:lnTo>
                    <a:pt x="1" y="910"/>
                  </a:lnTo>
                  <a:lnTo>
                    <a:pt x="1" y="910"/>
                  </a:lnTo>
                  <a:cubicBezTo>
                    <a:pt x="99" y="1035"/>
                    <a:pt x="63" y="955"/>
                    <a:pt x="277" y="1240"/>
                  </a:cubicBezTo>
                  <a:cubicBezTo>
                    <a:pt x="527" y="1561"/>
                    <a:pt x="456" y="1633"/>
                    <a:pt x="848" y="1660"/>
                  </a:cubicBezTo>
                  <a:cubicBezTo>
                    <a:pt x="979" y="1669"/>
                    <a:pt x="1093" y="1671"/>
                    <a:pt x="1187" y="1671"/>
                  </a:cubicBezTo>
                  <a:cubicBezTo>
                    <a:pt x="1374" y="1671"/>
                    <a:pt x="1482" y="1660"/>
                    <a:pt x="1482" y="1660"/>
                  </a:cubicBezTo>
                  <a:lnTo>
                    <a:pt x="1954" y="1606"/>
                  </a:lnTo>
                  <a:lnTo>
                    <a:pt x="2204" y="1660"/>
                  </a:lnTo>
                  <a:cubicBezTo>
                    <a:pt x="2204" y="1660"/>
                    <a:pt x="2516" y="1874"/>
                    <a:pt x="2793" y="1918"/>
                  </a:cubicBezTo>
                  <a:cubicBezTo>
                    <a:pt x="2836" y="1927"/>
                    <a:pt x="2865" y="1930"/>
                    <a:pt x="2884" y="1930"/>
                  </a:cubicBezTo>
                  <a:cubicBezTo>
                    <a:pt x="2946" y="1930"/>
                    <a:pt x="2912" y="1898"/>
                    <a:pt x="2923" y="1898"/>
                  </a:cubicBezTo>
                  <a:lnTo>
                    <a:pt x="2923" y="1898"/>
                  </a:lnTo>
                  <a:cubicBezTo>
                    <a:pt x="2931" y="1898"/>
                    <a:pt x="2962" y="1915"/>
                    <a:pt x="3069" y="1972"/>
                  </a:cubicBezTo>
                  <a:cubicBezTo>
                    <a:pt x="3382" y="2123"/>
                    <a:pt x="3569" y="2195"/>
                    <a:pt x="3569" y="2195"/>
                  </a:cubicBezTo>
                  <a:cubicBezTo>
                    <a:pt x="3569" y="2195"/>
                    <a:pt x="4069" y="2248"/>
                    <a:pt x="4318" y="2311"/>
                  </a:cubicBezTo>
                  <a:cubicBezTo>
                    <a:pt x="4577" y="2373"/>
                    <a:pt x="4845" y="2409"/>
                    <a:pt x="4845" y="2409"/>
                  </a:cubicBezTo>
                  <a:lnTo>
                    <a:pt x="5817" y="2570"/>
                  </a:lnTo>
                  <a:lnTo>
                    <a:pt x="5817"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6"/>
            <p:cNvSpPr/>
            <p:nvPr/>
          </p:nvSpPr>
          <p:spPr>
            <a:xfrm>
              <a:off x="8293508" y="1862888"/>
              <a:ext cx="418493" cy="100176"/>
            </a:xfrm>
            <a:custGeom>
              <a:rect b="b" l="l" r="r" t="t"/>
              <a:pathLst>
                <a:path extrusionOk="0" h="2264" w="9458">
                  <a:moveTo>
                    <a:pt x="9457" y="0"/>
                  </a:moveTo>
                  <a:lnTo>
                    <a:pt x="8752" y="482"/>
                  </a:lnTo>
                  <a:cubicBezTo>
                    <a:pt x="8752" y="482"/>
                    <a:pt x="8578" y="656"/>
                    <a:pt x="8511" y="656"/>
                  </a:cubicBezTo>
                  <a:cubicBezTo>
                    <a:pt x="8492" y="656"/>
                    <a:pt x="8481" y="642"/>
                    <a:pt x="8485" y="607"/>
                  </a:cubicBezTo>
                  <a:cubicBezTo>
                    <a:pt x="8491" y="553"/>
                    <a:pt x="8461" y="536"/>
                    <a:pt x="8419" y="536"/>
                  </a:cubicBezTo>
                  <a:cubicBezTo>
                    <a:pt x="8334" y="536"/>
                    <a:pt x="8199" y="607"/>
                    <a:pt x="8199" y="607"/>
                  </a:cubicBezTo>
                  <a:lnTo>
                    <a:pt x="7584" y="1044"/>
                  </a:lnTo>
                  <a:lnTo>
                    <a:pt x="6745" y="1178"/>
                  </a:lnTo>
                  <a:lnTo>
                    <a:pt x="5309" y="1187"/>
                  </a:lnTo>
                  <a:lnTo>
                    <a:pt x="4667" y="1365"/>
                  </a:lnTo>
                  <a:lnTo>
                    <a:pt x="4122" y="1365"/>
                  </a:lnTo>
                  <a:lnTo>
                    <a:pt x="3516" y="1544"/>
                  </a:lnTo>
                  <a:cubicBezTo>
                    <a:pt x="3516" y="1544"/>
                    <a:pt x="3386" y="1520"/>
                    <a:pt x="3192" y="1520"/>
                  </a:cubicBezTo>
                  <a:cubicBezTo>
                    <a:pt x="3031" y="1520"/>
                    <a:pt x="2826" y="1536"/>
                    <a:pt x="2615" y="1597"/>
                  </a:cubicBezTo>
                  <a:cubicBezTo>
                    <a:pt x="2142" y="1740"/>
                    <a:pt x="1714" y="1776"/>
                    <a:pt x="1714" y="1776"/>
                  </a:cubicBezTo>
                  <a:lnTo>
                    <a:pt x="1" y="2150"/>
                  </a:lnTo>
                  <a:lnTo>
                    <a:pt x="170" y="2239"/>
                  </a:lnTo>
                  <a:cubicBezTo>
                    <a:pt x="170" y="2239"/>
                    <a:pt x="262" y="2263"/>
                    <a:pt x="341" y="2263"/>
                  </a:cubicBezTo>
                  <a:cubicBezTo>
                    <a:pt x="380" y="2263"/>
                    <a:pt x="417" y="2257"/>
                    <a:pt x="438" y="2239"/>
                  </a:cubicBezTo>
                  <a:cubicBezTo>
                    <a:pt x="500" y="2186"/>
                    <a:pt x="1098" y="2150"/>
                    <a:pt x="1098" y="2150"/>
                  </a:cubicBezTo>
                  <a:lnTo>
                    <a:pt x="1508" y="2052"/>
                  </a:lnTo>
                  <a:lnTo>
                    <a:pt x="1919" y="1972"/>
                  </a:lnTo>
                  <a:cubicBezTo>
                    <a:pt x="1919" y="1972"/>
                    <a:pt x="2133" y="1918"/>
                    <a:pt x="2258" y="1874"/>
                  </a:cubicBezTo>
                  <a:cubicBezTo>
                    <a:pt x="2315" y="1853"/>
                    <a:pt x="2399" y="1848"/>
                    <a:pt x="2474" y="1848"/>
                  </a:cubicBezTo>
                  <a:cubicBezTo>
                    <a:pt x="2564" y="1848"/>
                    <a:pt x="2641" y="1856"/>
                    <a:pt x="2641" y="1856"/>
                  </a:cubicBezTo>
                  <a:lnTo>
                    <a:pt x="3302" y="1972"/>
                  </a:lnTo>
                  <a:lnTo>
                    <a:pt x="3685" y="1865"/>
                  </a:lnTo>
                  <a:lnTo>
                    <a:pt x="4015" y="1749"/>
                  </a:lnTo>
                  <a:lnTo>
                    <a:pt x="4354" y="1686"/>
                  </a:lnTo>
                  <a:lnTo>
                    <a:pt x="4961" y="1722"/>
                  </a:lnTo>
                  <a:lnTo>
                    <a:pt x="5353" y="1740"/>
                  </a:lnTo>
                  <a:lnTo>
                    <a:pt x="5737" y="1642"/>
                  </a:lnTo>
                  <a:lnTo>
                    <a:pt x="6112" y="1642"/>
                  </a:lnTo>
                  <a:lnTo>
                    <a:pt x="6469" y="1829"/>
                  </a:lnTo>
                  <a:lnTo>
                    <a:pt x="6870" y="1776"/>
                  </a:lnTo>
                  <a:lnTo>
                    <a:pt x="7120" y="1695"/>
                  </a:lnTo>
                  <a:lnTo>
                    <a:pt x="7949" y="1472"/>
                  </a:lnTo>
                  <a:lnTo>
                    <a:pt x="8404" y="1356"/>
                  </a:lnTo>
                  <a:lnTo>
                    <a:pt x="8485" y="1214"/>
                  </a:lnTo>
                  <a:cubicBezTo>
                    <a:pt x="8485" y="1214"/>
                    <a:pt x="8529" y="1169"/>
                    <a:pt x="8485" y="1098"/>
                  </a:cubicBezTo>
                  <a:cubicBezTo>
                    <a:pt x="8449" y="1026"/>
                    <a:pt x="8574" y="973"/>
                    <a:pt x="8690" y="839"/>
                  </a:cubicBezTo>
                  <a:cubicBezTo>
                    <a:pt x="8729" y="794"/>
                    <a:pt x="8756" y="779"/>
                    <a:pt x="8776" y="779"/>
                  </a:cubicBezTo>
                  <a:cubicBezTo>
                    <a:pt x="8816" y="779"/>
                    <a:pt x="8824" y="839"/>
                    <a:pt x="8824" y="839"/>
                  </a:cubicBezTo>
                  <a:cubicBezTo>
                    <a:pt x="8824" y="839"/>
                    <a:pt x="8894" y="853"/>
                    <a:pt x="8981" y="853"/>
                  </a:cubicBezTo>
                  <a:cubicBezTo>
                    <a:pt x="9060" y="853"/>
                    <a:pt x="9152" y="841"/>
                    <a:pt x="9216" y="794"/>
                  </a:cubicBezTo>
                  <a:cubicBezTo>
                    <a:pt x="9350" y="696"/>
                    <a:pt x="9270" y="634"/>
                    <a:pt x="9314" y="384"/>
                  </a:cubicBezTo>
                  <a:cubicBezTo>
                    <a:pt x="9350" y="134"/>
                    <a:pt x="9457" y="0"/>
                    <a:pt x="9457"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6"/>
            <p:cNvSpPr/>
            <p:nvPr/>
          </p:nvSpPr>
          <p:spPr>
            <a:xfrm>
              <a:off x="8473089" y="2197343"/>
              <a:ext cx="248918" cy="127674"/>
            </a:xfrm>
            <a:custGeom>
              <a:rect b="b" l="l" r="r" t="t"/>
              <a:pathLst>
                <a:path extrusionOk="0" h="3515" w="6853">
                  <a:moveTo>
                    <a:pt x="3426" y="0"/>
                  </a:moveTo>
                  <a:cubicBezTo>
                    <a:pt x="3105" y="54"/>
                    <a:pt x="3087" y="678"/>
                    <a:pt x="3087" y="678"/>
                  </a:cubicBezTo>
                  <a:cubicBezTo>
                    <a:pt x="3087" y="678"/>
                    <a:pt x="2826" y="187"/>
                    <a:pt x="2603" y="187"/>
                  </a:cubicBezTo>
                  <a:cubicBezTo>
                    <a:pt x="2586" y="187"/>
                    <a:pt x="2569" y="190"/>
                    <a:pt x="2552" y="196"/>
                  </a:cubicBezTo>
                  <a:cubicBezTo>
                    <a:pt x="2320" y="277"/>
                    <a:pt x="2365" y="999"/>
                    <a:pt x="2365" y="999"/>
                  </a:cubicBezTo>
                  <a:cubicBezTo>
                    <a:pt x="2365" y="999"/>
                    <a:pt x="2038" y="539"/>
                    <a:pt x="1832" y="539"/>
                  </a:cubicBezTo>
                  <a:cubicBezTo>
                    <a:pt x="1812" y="539"/>
                    <a:pt x="1793" y="544"/>
                    <a:pt x="1776" y="553"/>
                  </a:cubicBezTo>
                  <a:cubicBezTo>
                    <a:pt x="1580" y="660"/>
                    <a:pt x="1776" y="1383"/>
                    <a:pt x="1776" y="1383"/>
                  </a:cubicBezTo>
                  <a:cubicBezTo>
                    <a:pt x="1776" y="1383"/>
                    <a:pt x="1409" y="1088"/>
                    <a:pt x="1192" y="1088"/>
                  </a:cubicBezTo>
                  <a:cubicBezTo>
                    <a:pt x="1155" y="1088"/>
                    <a:pt x="1123" y="1096"/>
                    <a:pt x="1098" y="1115"/>
                  </a:cubicBezTo>
                  <a:cubicBezTo>
                    <a:pt x="928" y="1249"/>
                    <a:pt x="1250" y="2043"/>
                    <a:pt x="1250" y="2043"/>
                  </a:cubicBezTo>
                  <a:cubicBezTo>
                    <a:pt x="1250" y="2043"/>
                    <a:pt x="849" y="1700"/>
                    <a:pt x="607" y="1700"/>
                  </a:cubicBezTo>
                  <a:cubicBezTo>
                    <a:pt x="581" y="1700"/>
                    <a:pt x="557" y="1704"/>
                    <a:pt x="536" y="1713"/>
                  </a:cubicBezTo>
                  <a:cubicBezTo>
                    <a:pt x="322" y="1793"/>
                    <a:pt x="750" y="2801"/>
                    <a:pt x="750" y="2801"/>
                  </a:cubicBezTo>
                  <a:cubicBezTo>
                    <a:pt x="750" y="2801"/>
                    <a:pt x="485" y="2553"/>
                    <a:pt x="293" y="2553"/>
                  </a:cubicBezTo>
                  <a:cubicBezTo>
                    <a:pt x="246" y="2553"/>
                    <a:pt x="203" y="2568"/>
                    <a:pt x="170" y="2605"/>
                  </a:cubicBezTo>
                  <a:cubicBezTo>
                    <a:pt x="1" y="2783"/>
                    <a:pt x="420" y="3515"/>
                    <a:pt x="420" y="3515"/>
                  </a:cubicBezTo>
                  <a:lnTo>
                    <a:pt x="6433" y="3515"/>
                  </a:lnTo>
                  <a:cubicBezTo>
                    <a:pt x="6433" y="3515"/>
                    <a:pt x="6852" y="2783"/>
                    <a:pt x="6683" y="2605"/>
                  </a:cubicBezTo>
                  <a:cubicBezTo>
                    <a:pt x="6649" y="2568"/>
                    <a:pt x="6607" y="2553"/>
                    <a:pt x="6560" y="2553"/>
                  </a:cubicBezTo>
                  <a:cubicBezTo>
                    <a:pt x="6368" y="2553"/>
                    <a:pt x="6103" y="2801"/>
                    <a:pt x="6103" y="2801"/>
                  </a:cubicBezTo>
                  <a:cubicBezTo>
                    <a:pt x="6103" y="2801"/>
                    <a:pt x="6531" y="1793"/>
                    <a:pt x="6317" y="1713"/>
                  </a:cubicBezTo>
                  <a:cubicBezTo>
                    <a:pt x="6295" y="1704"/>
                    <a:pt x="6271" y="1700"/>
                    <a:pt x="6246" y="1700"/>
                  </a:cubicBezTo>
                  <a:cubicBezTo>
                    <a:pt x="6004" y="1700"/>
                    <a:pt x="5603" y="2043"/>
                    <a:pt x="5603" y="2043"/>
                  </a:cubicBezTo>
                  <a:cubicBezTo>
                    <a:pt x="5603" y="2043"/>
                    <a:pt x="5924" y="1249"/>
                    <a:pt x="5755" y="1115"/>
                  </a:cubicBezTo>
                  <a:cubicBezTo>
                    <a:pt x="5729" y="1096"/>
                    <a:pt x="5697" y="1088"/>
                    <a:pt x="5661" y="1088"/>
                  </a:cubicBezTo>
                  <a:cubicBezTo>
                    <a:pt x="5444" y="1088"/>
                    <a:pt x="5077" y="1383"/>
                    <a:pt x="5077" y="1383"/>
                  </a:cubicBezTo>
                  <a:cubicBezTo>
                    <a:pt x="5077" y="1383"/>
                    <a:pt x="5273" y="660"/>
                    <a:pt x="5077" y="553"/>
                  </a:cubicBezTo>
                  <a:cubicBezTo>
                    <a:pt x="5059" y="544"/>
                    <a:pt x="5041" y="539"/>
                    <a:pt x="5021" y="539"/>
                  </a:cubicBezTo>
                  <a:cubicBezTo>
                    <a:pt x="4814" y="539"/>
                    <a:pt x="4488" y="999"/>
                    <a:pt x="4488" y="999"/>
                  </a:cubicBezTo>
                  <a:cubicBezTo>
                    <a:pt x="4488" y="999"/>
                    <a:pt x="4533" y="277"/>
                    <a:pt x="4301" y="196"/>
                  </a:cubicBezTo>
                  <a:cubicBezTo>
                    <a:pt x="4284" y="190"/>
                    <a:pt x="4267" y="187"/>
                    <a:pt x="4249" y="187"/>
                  </a:cubicBezTo>
                  <a:cubicBezTo>
                    <a:pt x="4026" y="187"/>
                    <a:pt x="3765" y="678"/>
                    <a:pt x="3765" y="678"/>
                  </a:cubicBezTo>
                  <a:cubicBezTo>
                    <a:pt x="3765" y="678"/>
                    <a:pt x="3748" y="54"/>
                    <a:pt x="34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6"/>
            <p:cNvSpPr/>
            <p:nvPr/>
          </p:nvSpPr>
          <p:spPr>
            <a:xfrm>
              <a:off x="8520742" y="2245941"/>
              <a:ext cx="153935" cy="79074"/>
            </a:xfrm>
            <a:custGeom>
              <a:rect b="b" l="l" r="r" t="t"/>
              <a:pathLst>
                <a:path extrusionOk="0" h="2177" w="4238">
                  <a:moveTo>
                    <a:pt x="2114" y="0"/>
                  </a:moveTo>
                  <a:cubicBezTo>
                    <a:pt x="1918" y="36"/>
                    <a:pt x="1909" y="428"/>
                    <a:pt x="1909" y="428"/>
                  </a:cubicBezTo>
                  <a:cubicBezTo>
                    <a:pt x="1909" y="428"/>
                    <a:pt x="1747" y="120"/>
                    <a:pt x="1602" y="120"/>
                  </a:cubicBezTo>
                  <a:cubicBezTo>
                    <a:pt x="1592" y="120"/>
                    <a:pt x="1581" y="121"/>
                    <a:pt x="1570" y="125"/>
                  </a:cubicBezTo>
                  <a:cubicBezTo>
                    <a:pt x="1427" y="170"/>
                    <a:pt x="1454" y="625"/>
                    <a:pt x="1454" y="625"/>
                  </a:cubicBezTo>
                  <a:cubicBezTo>
                    <a:pt x="1454" y="625"/>
                    <a:pt x="1256" y="338"/>
                    <a:pt x="1133" y="338"/>
                  </a:cubicBezTo>
                  <a:cubicBezTo>
                    <a:pt x="1120" y="338"/>
                    <a:pt x="1108" y="342"/>
                    <a:pt x="1097" y="348"/>
                  </a:cubicBezTo>
                  <a:cubicBezTo>
                    <a:pt x="972" y="411"/>
                    <a:pt x="1097" y="857"/>
                    <a:pt x="1097" y="857"/>
                  </a:cubicBezTo>
                  <a:cubicBezTo>
                    <a:pt x="1097" y="857"/>
                    <a:pt x="873" y="677"/>
                    <a:pt x="739" y="677"/>
                  </a:cubicBezTo>
                  <a:cubicBezTo>
                    <a:pt x="715" y="677"/>
                    <a:pt x="694" y="683"/>
                    <a:pt x="678" y="696"/>
                  </a:cubicBezTo>
                  <a:cubicBezTo>
                    <a:pt x="571" y="776"/>
                    <a:pt x="767" y="1267"/>
                    <a:pt x="767" y="1267"/>
                  </a:cubicBezTo>
                  <a:cubicBezTo>
                    <a:pt x="767" y="1267"/>
                    <a:pt x="518" y="1055"/>
                    <a:pt x="372" y="1055"/>
                  </a:cubicBezTo>
                  <a:cubicBezTo>
                    <a:pt x="357" y="1055"/>
                    <a:pt x="343" y="1057"/>
                    <a:pt x="330" y="1062"/>
                  </a:cubicBezTo>
                  <a:cubicBezTo>
                    <a:pt x="196" y="1115"/>
                    <a:pt x="455" y="1731"/>
                    <a:pt x="455" y="1731"/>
                  </a:cubicBezTo>
                  <a:cubicBezTo>
                    <a:pt x="455" y="1731"/>
                    <a:pt x="295" y="1582"/>
                    <a:pt x="176" y="1582"/>
                  </a:cubicBezTo>
                  <a:cubicBezTo>
                    <a:pt x="147" y="1582"/>
                    <a:pt x="120" y="1592"/>
                    <a:pt x="98" y="1615"/>
                  </a:cubicBezTo>
                  <a:cubicBezTo>
                    <a:pt x="0" y="1722"/>
                    <a:pt x="250" y="2177"/>
                    <a:pt x="250" y="2177"/>
                  </a:cubicBezTo>
                  <a:lnTo>
                    <a:pt x="3979" y="2177"/>
                  </a:lnTo>
                  <a:cubicBezTo>
                    <a:pt x="3979" y="2177"/>
                    <a:pt x="4238" y="1722"/>
                    <a:pt x="4131" y="1615"/>
                  </a:cubicBezTo>
                  <a:cubicBezTo>
                    <a:pt x="4109" y="1592"/>
                    <a:pt x="4082" y="1582"/>
                    <a:pt x="4052" y="1582"/>
                  </a:cubicBezTo>
                  <a:cubicBezTo>
                    <a:pt x="3934" y="1582"/>
                    <a:pt x="3774" y="1731"/>
                    <a:pt x="3774" y="1731"/>
                  </a:cubicBezTo>
                  <a:cubicBezTo>
                    <a:pt x="3774" y="1731"/>
                    <a:pt x="4032" y="1115"/>
                    <a:pt x="3899" y="1062"/>
                  </a:cubicBezTo>
                  <a:cubicBezTo>
                    <a:pt x="3886" y="1057"/>
                    <a:pt x="3872" y="1055"/>
                    <a:pt x="3857" y="1055"/>
                  </a:cubicBezTo>
                  <a:cubicBezTo>
                    <a:pt x="3711" y="1055"/>
                    <a:pt x="3461" y="1267"/>
                    <a:pt x="3461" y="1267"/>
                  </a:cubicBezTo>
                  <a:cubicBezTo>
                    <a:pt x="3461" y="1267"/>
                    <a:pt x="3658" y="776"/>
                    <a:pt x="3551" y="696"/>
                  </a:cubicBezTo>
                  <a:cubicBezTo>
                    <a:pt x="3534" y="683"/>
                    <a:pt x="3513" y="677"/>
                    <a:pt x="3490" y="677"/>
                  </a:cubicBezTo>
                  <a:cubicBezTo>
                    <a:pt x="3356" y="677"/>
                    <a:pt x="3131" y="857"/>
                    <a:pt x="3131" y="857"/>
                  </a:cubicBezTo>
                  <a:cubicBezTo>
                    <a:pt x="3131" y="857"/>
                    <a:pt x="3256" y="411"/>
                    <a:pt x="3131" y="348"/>
                  </a:cubicBezTo>
                  <a:cubicBezTo>
                    <a:pt x="3121" y="342"/>
                    <a:pt x="3109" y="338"/>
                    <a:pt x="3096" y="338"/>
                  </a:cubicBezTo>
                  <a:cubicBezTo>
                    <a:pt x="2973" y="338"/>
                    <a:pt x="2775" y="625"/>
                    <a:pt x="2775" y="625"/>
                  </a:cubicBezTo>
                  <a:cubicBezTo>
                    <a:pt x="2775" y="625"/>
                    <a:pt x="2801" y="170"/>
                    <a:pt x="2659" y="125"/>
                  </a:cubicBezTo>
                  <a:cubicBezTo>
                    <a:pt x="2649" y="121"/>
                    <a:pt x="2638" y="120"/>
                    <a:pt x="2628" y="120"/>
                  </a:cubicBezTo>
                  <a:cubicBezTo>
                    <a:pt x="2491" y="120"/>
                    <a:pt x="2328" y="428"/>
                    <a:pt x="2328" y="428"/>
                  </a:cubicBezTo>
                  <a:cubicBezTo>
                    <a:pt x="2328" y="428"/>
                    <a:pt x="2311" y="36"/>
                    <a:pt x="2114"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6"/>
            <p:cNvSpPr/>
            <p:nvPr/>
          </p:nvSpPr>
          <p:spPr>
            <a:xfrm>
              <a:off x="8609185" y="2064552"/>
              <a:ext cx="108277" cy="136718"/>
            </a:xfrm>
            <a:custGeom>
              <a:rect b="b" l="l" r="r" t="t"/>
              <a:pathLst>
                <a:path extrusionOk="0" h="3764" w="2981">
                  <a:moveTo>
                    <a:pt x="2931" y="1"/>
                  </a:moveTo>
                  <a:cubicBezTo>
                    <a:pt x="2915" y="1"/>
                    <a:pt x="2900" y="3"/>
                    <a:pt x="2882" y="7"/>
                  </a:cubicBezTo>
                  <a:cubicBezTo>
                    <a:pt x="2623" y="106"/>
                    <a:pt x="2668" y="926"/>
                    <a:pt x="2668" y="926"/>
                  </a:cubicBezTo>
                  <a:cubicBezTo>
                    <a:pt x="2668" y="926"/>
                    <a:pt x="2306" y="401"/>
                    <a:pt x="2072" y="401"/>
                  </a:cubicBezTo>
                  <a:cubicBezTo>
                    <a:pt x="2050" y="401"/>
                    <a:pt x="2028" y="407"/>
                    <a:pt x="2008" y="418"/>
                  </a:cubicBezTo>
                  <a:cubicBezTo>
                    <a:pt x="1794" y="543"/>
                    <a:pt x="2008" y="1354"/>
                    <a:pt x="2008" y="1354"/>
                  </a:cubicBezTo>
                  <a:cubicBezTo>
                    <a:pt x="2008" y="1354"/>
                    <a:pt x="1588" y="1020"/>
                    <a:pt x="1350" y="1020"/>
                  </a:cubicBezTo>
                  <a:cubicBezTo>
                    <a:pt x="1311" y="1020"/>
                    <a:pt x="1276" y="1029"/>
                    <a:pt x="1249" y="1051"/>
                  </a:cubicBezTo>
                  <a:cubicBezTo>
                    <a:pt x="1053" y="1203"/>
                    <a:pt x="1410" y="2095"/>
                    <a:pt x="1410" y="2095"/>
                  </a:cubicBezTo>
                  <a:cubicBezTo>
                    <a:pt x="1410" y="2095"/>
                    <a:pt x="950" y="1709"/>
                    <a:pt x="686" y="1709"/>
                  </a:cubicBezTo>
                  <a:cubicBezTo>
                    <a:pt x="661" y="1709"/>
                    <a:pt x="637" y="1712"/>
                    <a:pt x="616" y="1720"/>
                  </a:cubicBezTo>
                  <a:cubicBezTo>
                    <a:pt x="366" y="1818"/>
                    <a:pt x="848" y="2951"/>
                    <a:pt x="848" y="2951"/>
                  </a:cubicBezTo>
                  <a:cubicBezTo>
                    <a:pt x="848" y="2951"/>
                    <a:pt x="552" y="2673"/>
                    <a:pt x="334" y="2673"/>
                  </a:cubicBezTo>
                  <a:cubicBezTo>
                    <a:pt x="282" y="2673"/>
                    <a:pt x="235" y="2689"/>
                    <a:pt x="197" y="2728"/>
                  </a:cubicBezTo>
                  <a:cubicBezTo>
                    <a:pt x="1" y="2942"/>
                    <a:pt x="473" y="3763"/>
                    <a:pt x="473" y="3763"/>
                  </a:cubicBezTo>
                  <a:lnTo>
                    <a:pt x="2980" y="3763"/>
                  </a:lnTo>
                  <a:lnTo>
                    <a:pt x="2980" y="7"/>
                  </a:lnTo>
                  <a:cubicBezTo>
                    <a:pt x="2962" y="3"/>
                    <a:pt x="2947" y="1"/>
                    <a:pt x="29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6"/>
            <p:cNvSpPr/>
            <p:nvPr/>
          </p:nvSpPr>
          <p:spPr>
            <a:xfrm>
              <a:off x="8662977" y="2125717"/>
              <a:ext cx="54484" cy="75551"/>
            </a:xfrm>
            <a:custGeom>
              <a:rect b="b" l="l" r="r" t="t"/>
              <a:pathLst>
                <a:path extrusionOk="0" h="2080" w="1500">
                  <a:moveTo>
                    <a:pt x="1281" y="0"/>
                  </a:moveTo>
                  <a:cubicBezTo>
                    <a:pt x="1267" y="0"/>
                    <a:pt x="1253" y="3"/>
                    <a:pt x="1240" y="9"/>
                  </a:cubicBezTo>
                  <a:cubicBezTo>
                    <a:pt x="1107" y="90"/>
                    <a:pt x="1240" y="589"/>
                    <a:pt x="1240" y="589"/>
                  </a:cubicBezTo>
                  <a:cubicBezTo>
                    <a:pt x="1240" y="589"/>
                    <a:pt x="976" y="384"/>
                    <a:pt x="828" y="384"/>
                  </a:cubicBezTo>
                  <a:cubicBezTo>
                    <a:pt x="804" y="384"/>
                    <a:pt x="784" y="390"/>
                    <a:pt x="768" y="402"/>
                  </a:cubicBezTo>
                  <a:cubicBezTo>
                    <a:pt x="652" y="500"/>
                    <a:pt x="866" y="1044"/>
                    <a:pt x="866" y="1044"/>
                  </a:cubicBezTo>
                  <a:cubicBezTo>
                    <a:pt x="866" y="1044"/>
                    <a:pt x="582" y="806"/>
                    <a:pt x="418" y="806"/>
                  </a:cubicBezTo>
                  <a:cubicBezTo>
                    <a:pt x="402" y="806"/>
                    <a:pt x="388" y="808"/>
                    <a:pt x="375" y="812"/>
                  </a:cubicBezTo>
                  <a:cubicBezTo>
                    <a:pt x="223" y="875"/>
                    <a:pt x="518" y="1580"/>
                    <a:pt x="518" y="1580"/>
                  </a:cubicBezTo>
                  <a:cubicBezTo>
                    <a:pt x="518" y="1580"/>
                    <a:pt x="336" y="1404"/>
                    <a:pt x="201" y="1404"/>
                  </a:cubicBezTo>
                  <a:cubicBezTo>
                    <a:pt x="169" y="1404"/>
                    <a:pt x="140" y="1413"/>
                    <a:pt x="116" y="1437"/>
                  </a:cubicBezTo>
                  <a:cubicBezTo>
                    <a:pt x="0" y="1571"/>
                    <a:pt x="286" y="2079"/>
                    <a:pt x="286" y="2079"/>
                  </a:cubicBezTo>
                  <a:lnTo>
                    <a:pt x="1499" y="2079"/>
                  </a:lnTo>
                  <a:lnTo>
                    <a:pt x="1499" y="134"/>
                  </a:lnTo>
                  <a:cubicBezTo>
                    <a:pt x="1426" y="61"/>
                    <a:pt x="1347" y="0"/>
                    <a:pt x="128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6"/>
            <p:cNvSpPr/>
            <p:nvPr/>
          </p:nvSpPr>
          <p:spPr>
            <a:xfrm>
              <a:off x="8481515" y="1811102"/>
              <a:ext cx="170171" cy="132396"/>
            </a:xfrm>
            <a:custGeom>
              <a:rect b="b" l="l" r="r" t="t"/>
              <a:pathLst>
                <a:path extrusionOk="0" h="3645" w="4685">
                  <a:moveTo>
                    <a:pt x="465" y="0"/>
                  </a:moveTo>
                  <a:lnTo>
                    <a:pt x="1" y="116"/>
                  </a:lnTo>
                  <a:cubicBezTo>
                    <a:pt x="1" y="116"/>
                    <a:pt x="1108" y="3644"/>
                    <a:pt x="4484" y="3644"/>
                  </a:cubicBezTo>
                  <a:cubicBezTo>
                    <a:pt x="4550" y="3644"/>
                    <a:pt x="4617" y="3643"/>
                    <a:pt x="4684" y="3640"/>
                  </a:cubicBezTo>
                  <a:lnTo>
                    <a:pt x="4684" y="2837"/>
                  </a:lnTo>
                  <a:cubicBezTo>
                    <a:pt x="4684" y="2837"/>
                    <a:pt x="4506" y="2868"/>
                    <a:pt x="4219" y="2868"/>
                  </a:cubicBezTo>
                  <a:cubicBezTo>
                    <a:pt x="3317" y="2868"/>
                    <a:pt x="1338" y="2560"/>
                    <a:pt x="465" y="0"/>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6"/>
            <p:cNvSpPr/>
            <p:nvPr/>
          </p:nvSpPr>
          <p:spPr>
            <a:xfrm>
              <a:off x="8481515" y="1814334"/>
              <a:ext cx="170171" cy="129163"/>
            </a:xfrm>
            <a:custGeom>
              <a:rect b="b" l="l" r="r" t="t"/>
              <a:pathLst>
                <a:path extrusionOk="0" h="3556" w="4685">
                  <a:moveTo>
                    <a:pt x="117" y="0"/>
                  </a:moveTo>
                  <a:lnTo>
                    <a:pt x="1" y="27"/>
                  </a:lnTo>
                  <a:cubicBezTo>
                    <a:pt x="1" y="27"/>
                    <a:pt x="1108" y="3555"/>
                    <a:pt x="4484" y="3555"/>
                  </a:cubicBezTo>
                  <a:cubicBezTo>
                    <a:pt x="4550" y="3555"/>
                    <a:pt x="4617" y="3554"/>
                    <a:pt x="4684" y="3551"/>
                  </a:cubicBezTo>
                  <a:lnTo>
                    <a:pt x="4684" y="3221"/>
                  </a:lnTo>
                  <a:cubicBezTo>
                    <a:pt x="4618" y="3224"/>
                    <a:pt x="4552" y="3225"/>
                    <a:pt x="4487" y="3225"/>
                  </a:cubicBezTo>
                  <a:cubicBezTo>
                    <a:pt x="1717" y="3225"/>
                    <a:pt x="474" y="855"/>
                    <a:pt x="117"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6"/>
            <p:cNvSpPr/>
            <p:nvPr/>
          </p:nvSpPr>
          <p:spPr>
            <a:xfrm>
              <a:off x="8578711" y="1765082"/>
              <a:ext cx="138752" cy="559948"/>
            </a:xfrm>
            <a:custGeom>
              <a:rect b="b" l="l" r="r" t="t"/>
              <a:pathLst>
                <a:path extrusionOk="0" h="15416" w="3820">
                  <a:moveTo>
                    <a:pt x="599" y="0"/>
                  </a:moveTo>
                  <a:lnTo>
                    <a:pt x="206" y="375"/>
                  </a:lnTo>
                  <a:cubicBezTo>
                    <a:pt x="1446" y="1606"/>
                    <a:pt x="2303" y="3524"/>
                    <a:pt x="1116" y="8297"/>
                  </a:cubicBezTo>
                  <a:cubicBezTo>
                    <a:pt x="1" y="12740"/>
                    <a:pt x="1687" y="15416"/>
                    <a:pt x="1687" y="15416"/>
                  </a:cubicBezTo>
                  <a:lnTo>
                    <a:pt x="3819" y="15416"/>
                  </a:lnTo>
                  <a:lnTo>
                    <a:pt x="3819" y="12044"/>
                  </a:lnTo>
                  <a:cubicBezTo>
                    <a:pt x="1669" y="9448"/>
                    <a:pt x="2267" y="7967"/>
                    <a:pt x="2383" y="4961"/>
                  </a:cubicBezTo>
                  <a:cubicBezTo>
                    <a:pt x="2535" y="1267"/>
                    <a:pt x="599" y="0"/>
                    <a:pt x="599" y="0"/>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6"/>
            <p:cNvSpPr/>
            <p:nvPr/>
          </p:nvSpPr>
          <p:spPr>
            <a:xfrm>
              <a:off x="8598506" y="1770603"/>
              <a:ext cx="118956" cy="554427"/>
            </a:xfrm>
            <a:custGeom>
              <a:rect b="b" l="l" r="r" t="t"/>
              <a:pathLst>
                <a:path extrusionOk="0" h="15264" w="3275">
                  <a:moveTo>
                    <a:pt x="241" y="0"/>
                  </a:moveTo>
                  <a:lnTo>
                    <a:pt x="0" y="223"/>
                  </a:lnTo>
                  <a:cubicBezTo>
                    <a:pt x="1240" y="1454"/>
                    <a:pt x="2221" y="2730"/>
                    <a:pt x="1258" y="7744"/>
                  </a:cubicBezTo>
                  <a:cubicBezTo>
                    <a:pt x="446" y="11945"/>
                    <a:pt x="2953" y="15264"/>
                    <a:pt x="2953" y="15264"/>
                  </a:cubicBezTo>
                  <a:lnTo>
                    <a:pt x="3274" y="15264"/>
                  </a:lnTo>
                  <a:lnTo>
                    <a:pt x="3274" y="11892"/>
                  </a:lnTo>
                  <a:cubicBezTo>
                    <a:pt x="1124" y="9296"/>
                    <a:pt x="1722" y="7815"/>
                    <a:pt x="1838" y="4809"/>
                  </a:cubicBezTo>
                  <a:cubicBezTo>
                    <a:pt x="1963" y="1829"/>
                    <a:pt x="723" y="428"/>
                    <a:pt x="241"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6"/>
            <p:cNvSpPr/>
            <p:nvPr/>
          </p:nvSpPr>
          <p:spPr>
            <a:xfrm>
              <a:off x="8644162" y="1913165"/>
              <a:ext cx="73299" cy="124150"/>
            </a:xfrm>
            <a:custGeom>
              <a:rect b="b" l="l" r="r" t="t"/>
              <a:pathLst>
                <a:path extrusionOk="0" h="3418" w="2018">
                  <a:moveTo>
                    <a:pt x="2017" y="0"/>
                  </a:moveTo>
                  <a:cubicBezTo>
                    <a:pt x="1642" y="1802"/>
                    <a:pt x="1" y="2570"/>
                    <a:pt x="1" y="2570"/>
                  </a:cubicBezTo>
                  <a:lnTo>
                    <a:pt x="1" y="3417"/>
                  </a:lnTo>
                  <a:cubicBezTo>
                    <a:pt x="1776" y="2507"/>
                    <a:pt x="2017" y="1196"/>
                    <a:pt x="2017" y="1196"/>
                  </a:cubicBezTo>
                  <a:lnTo>
                    <a:pt x="2017"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6"/>
            <p:cNvSpPr/>
            <p:nvPr/>
          </p:nvSpPr>
          <p:spPr>
            <a:xfrm>
              <a:off x="8647104" y="1941677"/>
              <a:ext cx="70357" cy="94003"/>
            </a:xfrm>
            <a:custGeom>
              <a:rect b="b" l="l" r="r" t="t"/>
              <a:pathLst>
                <a:path extrusionOk="0" h="2588" w="1937">
                  <a:moveTo>
                    <a:pt x="1936" y="0"/>
                  </a:moveTo>
                  <a:cubicBezTo>
                    <a:pt x="1936" y="0"/>
                    <a:pt x="1713" y="1232"/>
                    <a:pt x="72" y="2133"/>
                  </a:cubicBezTo>
                  <a:cubicBezTo>
                    <a:pt x="54" y="2284"/>
                    <a:pt x="27" y="2436"/>
                    <a:pt x="0" y="2588"/>
                  </a:cubicBezTo>
                  <a:cubicBezTo>
                    <a:pt x="1704" y="1686"/>
                    <a:pt x="1936" y="411"/>
                    <a:pt x="1936" y="411"/>
                  </a:cubicBezTo>
                  <a:lnTo>
                    <a:pt x="1936"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6"/>
            <p:cNvSpPr/>
            <p:nvPr/>
          </p:nvSpPr>
          <p:spPr>
            <a:xfrm>
              <a:off x="7946247" y="1587834"/>
              <a:ext cx="771236" cy="254076"/>
            </a:xfrm>
            <a:custGeom>
              <a:rect b="b" l="l" r="r" t="t"/>
              <a:pathLst>
                <a:path extrusionOk="0" h="6995" w="21233">
                  <a:moveTo>
                    <a:pt x="21232" y="1"/>
                  </a:moveTo>
                  <a:lnTo>
                    <a:pt x="0" y="19"/>
                  </a:lnTo>
                  <a:lnTo>
                    <a:pt x="170" y="375"/>
                  </a:lnTo>
                  <a:lnTo>
                    <a:pt x="535" y="875"/>
                  </a:lnTo>
                  <a:lnTo>
                    <a:pt x="749" y="875"/>
                  </a:lnTo>
                  <a:cubicBezTo>
                    <a:pt x="749" y="875"/>
                    <a:pt x="749" y="920"/>
                    <a:pt x="999" y="1125"/>
                  </a:cubicBezTo>
                  <a:cubicBezTo>
                    <a:pt x="1249" y="1339"/>
                    <a:pt x="1401" y="1339"/>
                    <a:pt x="1401" y="1339"/>
                  </a:cubicBezTo>
                  <a:lnTo>
                    <a:pt x="1793" y="1339"/>
                  </a:lnTo>
                  <a:cubicBezTo>
                    <a:pt x="1963" y="1339"/>
                    <a:pt x="2248" y="1464"/>
                    <a:pt x="2480" y="1865"/>
                  </a:cubicBezTo>
                  <a:cubicBezTo>
                    <a:pt x="2703" y="2267"/>
                    <a:pt x="2917" y="2436"/>
                    <a:pt x="2917" y="2436"/>
                  </a:cubicBezTo>
                  <a:lnTo>
                    <a:pt x="3872" y="2240"/>
                  </a:lnTo>
                  <a:lnTo>
                    <a:pt x="4318" y="2240"/>
                  </a:lnTo>
                  <a:cubicBezTo>
                    <a:pt x="4318" y="2240"/>
                    <a:pt x="4465" y="2161"/>
                    <a:pt x="4647" y="2161"/>
                  </a:cubicBezTo>
                  <a:cubicBezTo>
                    <a:pt x="4738" y="2161"/>
                    <a:pt x="4838" y="2180"/>
                    <a:pt x="4933" y="2240"/>
                  </a:cubicBezTo>
                  <a:cubicBezTo>
                    <a:pt x="5029" y="2302"/>
                    <a:pt x="5106" y="2323"/>
                    <a:pt x="5167" y="2323"/>
                  </a:cubicBezTo>
                  <a:cubicBezTo>
                    <a:pt x="5288" y="2323"/>
                    <a:pt x="5344" y="2240"/>
                    <a:pt x="5344" y="2240"/>
                  </a:cubicBezTo>
                  <a:lnTo>
                    <a:pt x="5638" y="2240"/>
                  </a:lnTo>
                  <a:lnTo>
                    <a:pt x="6022" y="2677"/>
                  </a:lnTo>
                  <a:cubicBezTo>
                    <a:pt x="6022" y="2677"/>
                    <a:pt x="6227" y="2739"/>
                    <a:pt x="6254" y="2918"/>
                  </a:cubicBezTo>
                  <a:cubicBezTo>
                    <a:pt x="6280" y="3105"/>
                    <a:pt x="6691" y="3498"/>
                    <a:pt x="6691" y="3498"/>
                  </a:cubicBezTo>
                  <a:lnTo>
                    <a:pt x="7039" y="4479"/>
                  </a:lnTo>
                  <a:cubicBezTo>
                    <a:pt x="7039" y="4479"/>
                    <a:pt x="7027" y="4774"/>
                    <a:pt x="7296" y="4774"/>
                  </a:cubicBezTo>
                  <a:cubicBezTo>
                    <a:pt x="7358" y="4774"/>
                    <a:pt x="7434" y="4758"/>
                    <a:pt x="7529" y="4720"/>
                  </a:cubicBezTo>
                  <a:cubicBezTo>
                    <a:pt x="7904" y="4578"/>
                    <a:pt x="8026" y="4375"/>
                    <a:pt x="8102" y="4375"/>
                  </a:cubicBezTo>
                  <a:cubicBezTo>
                    <a:pt x="8131" y="4375"/>
                    <a:pt x="8153" y="4405"/>
                    <a:pt x="8181" y="4479"/>
                  </a:cubicBezTo>
                  <a:cubicBezTo>
                    <a:pt x="8279" y="4738"/>
                    <a:pt x="8038" y="4702"/>
                    <a:pt x="8555" y="4925"/>
                  </a:cubicBezTo>
                  <a:cubicBezTo>
                    <a:pt x="8696" y="4983"/>
                    <a:pt x="8811" y="5005"/>
                    <a:pt x="8909" y="5005"/>
                  </a:cubicBezTo>
                  <a:cubicBezTo>
                    <a:pt x="9171" y="5005"/>
                    <a:pt x="9316" y="4854"/>
                    <a:pt x="9537" y="4854"/>
                  </a:cubicBezTo>
                  <a:cubicBezTo>
                    <a:pt x="9641" y="4851"/>
                    <a:pt x="9745" y="4850"/>
                    <a:pt x="9837" y="4850"/>
                  </a:cubicBezTo>
                  <a:cubicBezTo>
                    <a:pt x="10022" y="4850"/>
                    <a:pt x="10161" y="4854"/>
                    <a:pt x="10161" y="4854"/>
                  </a:cubicBezTo>
                  <a:lnTo>
                    <a:pt x="10652" y="4880"/>
                  </a:lnTo>
                  <a:lnTo>
                    <a:pt x="11053" y="5032"/>
                  </a:lnTo>
                  <a:lnTo>
                    <a:pt x="11588" y="5184"/>
                  </a:lnTo>
                  <a:cubicBezTo>
                    <a:pt x="11588" y="5184"/>
                    <a:pt x="11582" y="5141"/>
                    <a:pt x="11613" y="5141"/>
                  </a:cubicBezTo>
                  <a:cubicBezTo>
                    <a:pt x="11646" y="5141"/>
                    <a:pt x="11724" y="5192"/>
                    <a:pt x="11901" y="5407"/>
                  </a:cubicBezTo>
                  <a:cubicBezTo>
                    <a:pt x="12240" y="5808"/>
                    <a:pt x="12124" y="5853"/>
                    <a:pt x="12445" y="6067"/>
                  </a:cubicBezTo>
                  <a:cubicBezTo>
                    <a:pt x="12775" y="6281"/>
                    <a:pt x="13105" y="6424"/>
                    <a:pt x="13105" y="6424"/>
                  </a:cubicBezTo>
                  <a:lnTo>
                    <a:pt x="14122" y="6995"/>
                  </a:lnTo>
                  <a:cubicBezTo>
                    <a:pt x="14122" y="6995"/>
                    <a:pt x="14131" y="6861"/>
                    <a:pt x="14738" y="6852"/>
                  </a:cubicBezTo>
                  <a:cubicBezTo>
                    <a:pt x="15208" y="6838"/>
                    <a:pt x="15121" y="6642"/>
                    <a:pt x="15301" y="6642"/>
                  </a:cubicBezTo>
                  <a:cubicBezTo>
                    <a:pt x="15356" y="6642"/>
                    <a:pt x="15437" y="6661"/>
                    <a:pt x="15567" y="6709"/>
                  </a:cubicBezTo>
                  <a:cubicBezTo>
                    <a:pt x="15863" y="6819"/>
                    <a:pt x="16093" y="6845"/>
                    <a:pt x="16242" y="6845"/>
                  </a:cubicBezTo>
                  <a:cubicBezTo>
                    <a:pt x="16372" y="6845"/>
                    <a:pt x="16442" y="6825"/>
                    <a:pt x="16442" y="6825"/>
                  </a:cubicBezTo>
                  <a:cubicBezTo>
                    <a:pt x="16442" y="6825"/>
                    <a:pt x="16552" y="6307"/>
                    <a:pt x="16906" y="6307"/>
                  </a:cubicBezTo>
                  <a:cubicBezTo>
                    <a:pt x="16914" y="6307"/>
                    <a:pt x="16923" y="6307"/>
                    <a:pt x="16932" y="6308"/>
                  </a:cubicBezTo>
                  <a:cubicBezTo>
                    <a:pt x="16945" y="6308"/>
                    <a:pt x="16957" y="6309"/>
                    <a:pt x="16970" y="6309"/>
                  </a:cubicBezTo>
                  <a:cubicBezTo>
                    <a:pt x="17322" y="6309"/>
                    <a:pt x="17405" y="6067"/>
                    <a:pt x="17405" y="6067"/>
                  </a:cubicBezTo>
                  <a:lnTo>
                    <a:pt x="17673" y="5924"/>
                  </a:lnTo>
                  <a:cubicBezTo>
                    <a:pt x="17673" y="5924"/>
                    <a:pt x="18181" y="5514"/>
                    <a:pt x="18324" y="5407"/>
                  </a:cubicBezTo>
                  <a:cubicBezTo>
                    <a:pt x="18467" y="5291"/>
                    <a:pt x="18547" y="5157"/>
                    <a:pt x="18547" y="5157"/>
                  </a:cubicBezTo>
                  <a:lnTo>
                    <a:pt x="19038" y="4756"/>
                  </a:lnTo>
                  <a:lnTo>
                    <a:pt x="19216" y="4479"/>
                  </a:lnTo>
                  <a:lnTo>
                    <a:pt x="19421" y="4425"/>
                  </a:lnTo>
                  <a:cubicBezTo>
                    <a:pt x="19421" y="4425"/>
                    <a:pt x="19360" y="4380"/>
                    <a:pt x="19540" y="4380"/>
                  </a:cubicBezTo>
                  <a:cubicBezTo>
                    <a:pt x="19555" y="4380"/>
                    <a:pt x="19572" y="4380"/>
                    <a:pt x="19591" y="4381"/>
                  </a:cubicBezTo>
                  <a:cubicBezTo>
                    <a:pt x="19603" y="4382"/>
                    <a:pt x="19616" y="4382"/>
                    <a:pt x="19628" y="4382"/>
                  </a:cubicBezTo>
                  <a:cubicBezTo>
                    <a:pt x="19809" y="4382"/>
                    <a:pt x="19931" y="4288"/>
                    <a:pt x="20028" y="4288"/>
                  </a:cubicBezTo>
                  <a:cubicBezTo>
                    <a:pt x="20053" y="4288"/>
                    <a:pt x="20077" y="4294"/>
                    <a:pt x="20099" y="4310"/>
                  </a:cubicBezTo>
                  <a:cubicBezTo>
                    <a:pt x="20224" y="4399"/>
                    <a:pt x="20385" y="4524"/>
                    <a:pt x="20385" y="4524"/>
                  </a:cubicBezTo>
                  <a:lnTo>
                    <a:pt x="20599" y="4675"/>
                  </a:lnTo>
                  <a:lnTo>
                    <a:pt x="20741" y="4729"/>
                  </a:lnTo>
                  <a:lnTo>
                    <a:pt x="21232" y="4934"/>
                  </a:lnTo>
                  <a:lnTo>
                    <a:pt x="21232"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6"/>
            <p:cNvSpPr/>
            <p:nvPr/>
          </p:nvSpPr>
          <p:spPr>
            <a:xfrm>
              <a:off x="8131559" y="1587834"/>
              <a:ext cx="585918" cy="182811"/>
            </a:xfrm>
            <a:custGeom>
              <a:rect b="b" l="l" r="r" t="t"/>
              <a:pathLst>
                <a:path extrusionOk="0" h="5033" w="16131">
                  <a:moveTo>
                    <a:pt x="16130" y="1"/>
                  </a:moveTo>
                  <a:lnTo>
                    <a:pt x="1" y="10"/>
                  </a:lnTo>
                  <a:lnTo>
                    <a:pt x="126" y="268"/>
                  </a:lnTo>
                  <a:lnTo>
                    <a:pt x="384" y="625"/>
                  </a:lnTo>
                  <a:lnTo>
                    <a:pt x="545" y="625"/>
                  </a:lnTo>
                  <a:cubicBezTo>
                    <a:pt x="545" y="625"/>
                    <a:pt x="545" y="661"/>
                    <a:pt x="723" y="812"/>
                  </a:cubicBezTo>
                  <a:cubicBezTo>
                    <a:pt x="902" y="964"/>
                    <a:pt x="1009" y="964"/>
                    <a:pt x="1009" y="964"/>
                  </a:cubicBezTo>
                  <a:lnTo>
                    <a:pt x="1294" y="964"/>
                  </a:lnTo>
                  <a:cubicBezTo>
                    <a:pt x="1410" y="964"/>
                    <a:pt x="1625" y="1053"/>
                    <a:pt x="1785" y="1339"/>
                  </a:cubicBezTo>
                  <a:cubicBezTo>
                    <a:pt x="1955" y="1633"/>
                    <a:pt x="2097" y="1749"/>
                    <a:pt x="2097" y="1749"/>
                  </a:cubicBezTo>
                  <a:lnTo>
                    <a:pt x="2793" y="1615"/>
                  </a:lnTo>
                  <a:lnTo>
                    <a:pt x="3114" y="1615"/>
                  </a:lnTo>
                  <a:cubicBezTo>
                    <a:pt x="3114" y="1615"/>
                    <a:pt x="3217" y="1556"/>
                    <a:pt x="3347" y="1556"/>
                  </a:cubicBezTo>
                  <a:cubicBezTo>
                    <a:pt x="3412" y="1556"/>
                    <a:pt x="3483" y="1571"/>
                    <a:pt x="3551" y="1615"/>
                  </a:cubicBezTo>
                  <a:cubicBezTo>
                    <a:pt x="3620" y="1657"/>
                    <a:pt x="3675" y="1671"/>
                    <a:pt x="3719" y="1671"/>
                  </a:cubicBezTo>
                  <a:cubicBezTo>
                    <a:pt x="3806" y="1671"/>
                    <a:pt x="3846" y="1615"/>
                    <a:pt x="3846" y="1615"/>
                  </a:cubicBezTo>
                  <a:lnTo>
                    <a:pt x="4060" y="1615"/>
                  </a:lnTo>
                  <a:lnTo>
                    <a:pt x="4337" y="1919"/>
                  </a:lnTo>
                  <a:cubicBezTo>
                    <a:pt x="4337" y="1919"/>
                    <a:pt x="4488" y="1963"/>
                    <a:pt x="4506" y="2097"/>
                  </a:cubicBezTo>
                  <a:cubicBezTo>
                    <a:pt x="4524" y="2240"/>
                    <a:pt x="4818" y="2516"/>
                    <a:pt x="4818" y="2516"/>
                  </a:cubicBezTo>
                  <a:lnTo>
                    <a:pt x="5068" y="3221"/>
                  </a:lnTo>
                  <a:cubicBezTo>
                    <a:pt x="5068" y="3221"/>
                    <a:pt x="5062" y="3436"/>
                    <a:pt x="5260" y="3436"/>
                  </a:cubicBezTo>
                  <a:cubicBezTo>
                    <a:pt x="5304" y="3436"/>
                    <a:pt x="5358" y="3426"/>
                    <a:pt x="5425" y="3400"/>
                  </a:cubicBezTo>
                  <a:cubicBezTo>
                    <a:pt x="5691" y="3296"/>
                    <a:pt x="5778" y="3150"/>
                    <a:pt x="5833" y="3150"/>
                  </a:cubicBezTo>
                  <a:cubicBezTo>
                    <a:pt x="5853" y="3150"/>
                    <a:pt x="5869" y="3170"/>
                    <a:pt x="5889" y="3221"/>
                  </a:cubicBezTo>
                  <a:cubicBezTo>
                    <a:pt x="5960" y="3409"/>
                    <a:pt x="5782" y="3382"/>
                    <a:pt x="6156" y="3542"/>
                  </a:cubicBezTo>
                  <a:cubicBezTo>
                    <a:pt x="6258" y="3583"/>
                    <a:pt x="6340" y="3598"/>
                    <a:pt x="6410" y="3598"/>
                  </a:cubicBezTo>
                  <a:cubicBezTo>
                    <a:pt x="6601" y="3598"/>
                    <a:pt x="6707" y="3489"/>
                    <a:pt x="6870" y="3489"/>
                  </a:cubicBezTo>
                  <a:lnTo>
                    <a:pt x="7316" y="3489"/>
                  </a:lnTo>
                  <a:lnTo>
                    <a:pt x="7664" y="3507"/>
                  </a:lnTo>
                  <a:lnTo>
                    <a:pt x="7958" y="3614"/>
                  </a:lnTo>
                  <a:lnTo>
                    <a:pt x="8342" y="3730"/>
                  </a:lnTo>
                  <a:cubicBezTo>
                    <a:pt x="8342" y="3730"/>
                    <a:pt x="8338" y="3699"/>
                    <a:pt x="8360" y="3699"/>
                  </a:cubicBezTo>
                  <a:cubicBezTo>
                    <a:pt x="8384" y="3699"/>
                    <a:pt x="8439" y="3736"/>
                    <a:pt x="8565" y="3890"/>
                  </a:cubicBezTo>
                  <a:cubicBezTo>
                    <a:pt x="8815" y="4176"/>
                    <a:pt x="8726" y="4211"/>
                    <a:pt x="8958" y="4363"/>
                  </a:cubicBezTo>
                  <a:cubicBezTo>
                    <a:pt x="9190" y="4515"/>
                    <a:pt x="9430" y="4622"/>
                    <a:pt x="9430" y="4622"/>
                  </a:cubicBezTo>
                  <a:lnTo>
                    <a:pt x="10162" y="5032"/>
                  </a:lnTo>
                  <a:cubicBezTo>
                    <a:pt x="10162" y="5032"/>
                    <a:pt x="10171" y="4934"/>
                    <a:pt x="10608" y="4925"/>
                  </a:cubicBezTo>
                  <a:cubicBezTo>
                    <a:pt x="10943" y="4918"/>
                    <a:pt x="10880" y="4781"/>
                    <a:pt x="11012" y="4781"/>
                  </a:cubicBezTo>
                  <a:cubicBezTo>
                    <a:pt x="11053" y="4781"/>
                    <a:pt x="11112" y="4794"/>
                    <a:pt x="11206" y="4827"/>
                  </a:cubicBezTo>
                  <a:cubicBezTo>
                    <a:pt x="11408" y="4905"/>
                    <a:pt x="11568" y="4924"/>
                    <a:pt x="11675" y="4924"/>
                  </a:cubicBezTo>
                  <a:cubicBezTo>
                    <a:pt x="11776" y="4924"/>
                    <a:pt x="11830" y="4907"/>
                    <a:pt x="11830" y="4907"/>
                  </a:cubicBezTo>
                  <a:cubicBezTo>
                    <a:pt x="11830" y="4907"/>
                    <a:pt x="11917" y="4532"/>
                    <a:pt x="12178" y="4532"/>
                  </a:cubicBezTo>
                  <a:cubicBezTo>
                    <a:pt x="12181" y="4532"/>
                    <a:pt x="12184" y="4532"/>
                    <a:pt x="12187" y="4533"/>
                  </a:cubicBezTo>
                  <a:cubicBezTo>
                    <a:pt x="12199" y="4533"/>
                    <a:pt x="12211" y="4534"/>
                    <a:pt x="12222" y="4534"/>
                  </a:cubicBezTo>
                  <a:cubicBezTo>
                    <a:pt x="12461" y="4534"/>
                    <a:pt x="12526" y="4363"/>
                    <a:pt x="12526" y="4363"/>
                  </a:cubicBezTo>
                  <a:lnTo>
                    <a:pt x="12713" y="4256"/>
                  </a:lnTo>
                  <a:cubicBezTo>
                    <a:pt x="12713" y="4256"/>
                    <a:pt x="13079" y="3962"/>
                    <a:pt x="13186" y="3890"/>
                  </a:cubicBezTo>
                  <a:cubicBezTo>
                    <a:pt x="13284" y="3810"/>
                    <a:pt x="13347" y="3712"/>
                    <a:pt x="13347" y="3712"/>
                  </a:cubicBezTo>
                  <a:lnTo>
                    <a:pt x="14551" y="3417"/>
                  </a:lnTo>
                  <a:lnTo>
                    <a:pt x="14676" y="3221"/>
                  </a:lnTo>
                  <a:lnTo>
                    <a:pt x="14828" y="3185"/>
                  </a:lnTo>
                  <a:cubicBezTo>
                    <a:pt x="14828" y="3185"/>
                    <a:pt x="14783" y="3149"/>
                    <a:pt x="14909" y="3149"/>
                  </a:cubicBezTo>
                  <a:cubicBezTo>
                    <a:pt x="14922" y="3149"/>
                    <a:pt x="14936" y="3149"/>
                    <a:pt x="14953" y="3150"/>
                  </a:cubicBezTo>
                  <a:cubicBezTo>
                    <a:pt x="14959" y="3150"/>
                    <a:pt x="14966" y="3150"/>
                    <a:pt x="14972" y="3150"/>
                  </a:cubicBezTo>
                  <a:cubicBezTo>
                    <a:pt x="15101" y="3150"/>
                    <a:pt x="15187" y="3087"/>
                    <a:pt x="15259" y="3087"/>
                  </a:cubicBezTo>
                  <a:cubicBezTo>
                    <a:pt x="15280" y="3087"/>
                    <a:pt x="15299" y="3092"/>
                    <a:pt x="15318" y="3105"/>
                  </a:cubicBezTo>
                  <a:cubicBezTo>
                    <a:pt x="15408" y="3159"/>
                    <a:pt x="15524" y="3257"/>
                    <a:pt x="15524" y="3257"/>
                  </a:cubicBezTo>
                  <a:lnTo>
                    <a:pt x="15675" y="3364"/>
                  </a:lnTo>
                  <a:lnTo>
                    <a:pt x="15773" y="3400"/>
                  </a:lnTo>
                  <a:lnTo>
                    <a:pt x="16130" y="3551"/>
                  </a:lnTo>
                  <a:lnTo>
                    <a:pt x="161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6"/>
            <p:cNvSpPr/>
            <p:nvPr/>
          </p:nvSpPr>
          <p:spPr>
            <a:xfrm>
              <a:off x="8402117" y="1587834"/>
              <a:ext cx="315352" cy="98216"/>
            </a:xfrm>
            <a:custGeom>
              <a:rect b="b" l="l" r="r" t="t"/>
              <a:pathLst>
                <a:path extrusionOk="0" h="2704" w="8682">
                  <a:moveTo>
                    <a:pt x="1" y="1"/>
                  </a:moveTo>
                  <a:lnTo>
                    <a:pt x="63" y="143"/>
                  </a:lnTo>
                  <a:lnTo>
                    <a:pt x="206" y="340"/>
                  </a:lnTo>
                  <a:lnTo>
                    <a:pt x="295" y="340"/>
                  </a:lnTo>
                  <a:cubicBezTo>
                    <a:pt x="295" y="340"/>
                    <a:pt x="295" y="358"/>
                    <a:pt x="385" y="438"/>
                  </a:cubicBezTo>
                  <a:cubicBezTo>
                    <a:pt x="483" y="518"/>
                    <a:pt x="545" y="518"/>
                    <a:pt x="545" y="518"/>
                  </a:cubicBezTo>
                  <a:lnTo>
                    <a:pt x="697" y="518"/>
                  </a:lnTo>
                  <a:cubicBezTo>
                    <a:pt x="759" y="518"/>
                    <a:pt x="875" y="563"/>
                    <a:pt x="964" y="723"/>
                  </a:cubicBezTo>
                  <a:cubicBezTo>
                    <a:pt x="1054" y="875"/>
                    <a:pt x="1134" y="937"/>
                    <a:pt x="1134" y="937"/>
                  </a:cubicBezTo>
                  <a:lnTo>
                    <a:pt x="1500" y="866"/>
                  </a:lnTo>
                  <a:lnTo>
                    <a:pt x="1678" y="866"/>
                  </a:lnTo>
                  <a:cubicBezTo>
                    <a:pt x="1678" y="866"/>
                    <a:pt x="1734" y="834"/>
                    <a:pt x="1802" y="834"/>
                  </a:cubicBezTo>
                  <a:cubicBezTo>
                    <a:pt x="1837" y="834"/>
                    <a:pt x="1874" y="842"/>
                    <a:pt x="1910" y="866"/>
                  </a:cubicBezTo>
                  <a:cubicBezTo>
                    <a:pt x="1949" y="890"/>
                    <a:pt x="1979" y="898"/>
                    <a:pt x="2003" y="898"/>
                  </a:cubicBezTo>
                  <a:cubicBezTo>
                    <a:pt x="2051" y="898"/>
                    <a:pt x="2071" y="866"/>
                    <a:pt x="2071" y="866"/>
                  </a:cubicBezTo>
                  <a:lnTo>
                    <a:pt x="2187" y="866"/>
                  </a:lnTo>
                  <a:lnTo>
                    <a:pt x="2329" y="1036"/>
                  </a:lnTo>
                  <a:cubicBezTo>
                    <a:pt x="2329" y="1036"/>
                    <a:pt x="2410" y="1053"/>
                    <a:pt x="2419" y="1134"/>
                  </a:cubicBezTo>
                  <a:cubicBezTo>
                    <a:pt x="2436" y="1205"/>
                    <a:pt x="2588" y="1348"/>
                    <a:pt x="2588" y="1348"/>
                  </a:cubicBezTo>
                  <a:lnTo>
                    <a:pt x="2731" y="1731"/>
                  </a:lnTo>
                  <a:cubicBezTo>
                    <a:pt x="2731" y="1731"/>
                    <a:pt x="2725" y="1847"/>
                    <a:pt x="2833" y="1847"/>
                  </a:cubicBezTo>
                  <a:cubicBezTo>
                    <a:pt x="2856" y="1847"/>
                    <a:pt x="2884" y="1842"/>
                    <a:pt x="2918" y="1829"/>
                  </a:cubicBezTo>
                  <a:cubicBezTo>
                    <a:pt x="3061" y="1771"/>
                    <a:pt x="3109" y="1694"/>
                    <a:pt x="3139" y="1694"/>
                  </a:cubicBezTo>
                  <a:cubicBezTo>
                    <a:pt x="3150" y="1694"/>
                    <a:pt x="3158" y="1705"/>
                    <a:pt x="3168" y="1731"/>
                  </a:cubicBezTo>
                  <a:cubicBezTo>
                    <a:pt x="3204" y="1829"/>
                    <a:pt x="3114" y="1821"/>
                    <a:pt x="3311" y="1901"/>
                  </a:cubicBezTo>
                  <a:cubicBezTo>
                    <a:pt x="3368" y="1926"/>
                    <a:pt x="3414" y="1935"/>
                    <a:pt x="3453" y="1935"/>
                  </a:cubicBezTo>
                  <a:cubicBezTo>
                    <a:pt x="3555" y="1935"/>
                    <a:pt x="3611" y="1874"/>
                    <a:pt x="3694" y="1874"/>
                  </a:cubicBezTo>
                  <a:lnTo>
                    <a:pt x="3935" y="1874"/>
                  </a:lnTo>
                  <a:lnTo>
                    <a:pt x="4122" y="1883"/>
                  </a:lnTo>
                  <a:lnTo>
                    <a:pt x="4283" y="1945"/>
                  </a:lnTo>
                  <a:lnTo>
                    <a:pt x="4488" y="2008"/>
                  </a:lnTo>
                  <a:cubicBezTo>
                    <a:pt x="4488" y="2008"/>
                    <a:pt x="4486" y="1988"/>
                    <a:pt x="4501" y="1988"/>
                  </a:cubicBezTo>
                  <a:cubicBezTo>
                    <a:pt x="4515" y="1988"/>
                    <a:pt x="4546" y="2008"/>
                    <a:pt x="4613" y="2088"/>
                  </a:cubicBezTo>
                  <a:cubicBezTo>
                    <a:pt x="4738" y="2249"/>
                    <a:pt x="4693" y="2267"/>
                    <a:pt x="4818" y="2347"/>
                  </a:cubicBezTo>
                  <a:cubicBezTo>
                    <a:pt x="4943" y="2427"/>
                    <a:pt x="5077" y="2481"/>
                    <a:pt x="5077" y="2481"/>
                  </a:cubicBezTo>
                  <a:lnTo>
                    <a:pt x="5470" y="2704"/>
                  </a:lnTo>
                  <a:cubicBezTo>
                    <a:pt x="5470" y="2704"/>
                    <a:pt x="5470" y="2659"/>
                    <a:pt x="5710" y="2650"/>
                  </a:cubicBezTo>
                  <a:cubicBezTo>
                    <a:pt x="5886" y="2643"/>
                    <a:pt x="5857" y="2570"/>
                    <a:pt x="5926" y="2570"/>
                  </a:cubicBezTo>
                  <a:cubicBezTo>
                    <a:pt x="5948" y="2570"/>
                    <a:pt x="5980" y="2577"/>
                    <a:pt x="6032" y="2597"/>
                  </a:cubicBezTo>
                  <a:cubicBezTo>
                    <a:pt x="6145" y="2639"/>
                    <a:pt x="6233" y="2649"/>
                    <a:pt x="6291" y="2649"/>
                  </a:cubicBezTo>
                  <a:cubicBezTo>
                    <a:pt x="6343" y="2649"/>
                    <a:pt x="6371" y="2641"/>
                    <a:pt x="6371" y="2641"/>
                  </a:cubicBezTo>
                  <a:cubicBezTo>
                    <a:pt x="6371" y="2641"/>
                    <a:pt x="6413" y="2436"/>
                    <a:pt x="6549" y="2436"/>
                  </a:cubicBezTo>
                  <a:cubicBezTo>
                    <a:pt x="6552" y="2436"/>
                    <a:pt x="6555" y="2436"/>
                    <a:pt x="6558" y="2436"/>
                  </a:cubicBezTo>
                  <a:cubicBezTo>
                    <a:pt x="6564" y="2437"/>
                    <a:pt x="6570" y="2437"/>
                    <a:pt x="6576" y="2437"/>
                  </a:cubicBezTo>
                  <a:cubicBezTo>
                    <a:pt x="6704" y="2437"/>
                    <a:pt x="6736" y="2347"/>
                    <a:pt x="6736" y="2347"/>
                  </a:cubicBezTo>
                  <a:lnTo>
                    <a:pt x="6843" y="2293"/>
                  </a:lnTo>
                  <a:cubicBezTo>
                    <a:pt x="6843" y="2293"/>
                    <a:pt x="7040" y="2133"/>
                    <a:pt x="7093" y="2088"/>
                  </a:cubicBezTo>
                  <a:cubicBezTo>
                    <a:pt x="7147" y="2044"/>
                    <a:pt x="7182" y="1999"/>
                    <a:pt x="7182" y="1999"/>
                  </a:cubicBezTo>
                  <a:lnTo>
                    <a:pt x="7834" y="1838"/>
                  </a:lnTo>
                  <a:lnTo>
                    <a:pt x="7896" y="1731"/>
                  </a:lnTo>
                  <a:lnTo>
                    <a:pt x="7976" y="1714"/>
                  </a:lnTo>
                  <a:cubicBezTo>
                    <a:pt x="7976" y="1714"/>
                    <a:pt x="7957" y="1694"/>
                    <a:pt x="8013" y="1694"/>
                  </a:cubicBezTo>
                  <a:cubicBezTo>
                    <a:pt x="8022" y="1694"/>
                    <a:pt x="8034" y="1694"/>
                    <a:pt x="8048" y="1696"/>
                  </a:cubicBezTo>
                  <a:cubicBezTo>
                    <a:pt x="8117" y="1696"/>
                    <a:pt x="8165" y="1658"/>
                    <a:pt x="8208" y="1658"/>
                  </a:cubicBezTo>
                  <a:cubicBezTo>
                    <a:pt x="8220" y="1658"/>
                    <a:pt x="8232" y="1661"/>
                    <a:pt x="8244" y="1669"/>
                  </a:cubicBezTo>
                  <a:cubicBezTo>
                    <a:pt x="8289" y="1696"/>
                    <a:pt x="8351" y="1749"/>
                    <a:pt x="8351" y="1749"/>
                  </a:cubicBezTo>
                  <a:lnTo>
                    <a:pt x="8431" y="1803"/>
                  </a:lnTo>
                  <a:lnTo>
                    <a:pt x="8485" y="1829"/>
                  </a:lnTo>
                  <a:lnTo>
                    <a:pt x="8681" y="1910"/>
                  </a:lnTo>
                  <a:lnTo>
                    <a:pt x="8681"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83" name="Google Shape;3283;p56"/>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284" name="Google Shape;3284;p56"/>
          <p:cNvSpPr txBox="1"/>
          <p:nvPr>
            <p:ph idx="2" type="title"/>
          </p:nvPr>
        </p:nvSpPr>
        <p:spPr>
          <a:xfrm>
            <a:off x="1567525" y="1517075"/>
            <a:ext cx="3905100" cy="315900"/>
          </a:xfrm>
          <a:prstGeom prst="rect">
            <a:avLst/>
          </a:prstGeom>
        </p:spPr>
        <p:txBody>
          <a:bodyPr anchorCtr="0" anchor="ctr" bIns="91425" lIns="91425" spcFirstLastPara="1" rIns="91425" wrap="square" tIns="91425">
            <a:noAutofit/>
          </a:bodyPr>
          <a:lstStyle>
            <a:lvl1pPr lvl="0">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3285" name="Google Shape;3285;p56"/>
          <p:cNvSpPr txBox="1"/>
          <p:nvPr>
            <p:ph idx="1" type="subTitle"/>
          </p:nvPr>
        </p:nvSpPr>
        <p:spPr>
          <a:xfrm>
            <a:off x="1567525" y="1814848"/>
            <a:ext cx="3905100" cy="315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3286" name="Google Shape;3286;p56"/>
          <p:cNvSpPr txBox="1"/>
          <p:nvPr>
            <p:ph hasCustomPrompt="1" idx="3" type="title"/>
          </p:nvPr>
        </p:nvSpPr>
        <p:spPr>
          <a:xfrm>
            <a:off x="720000" y="1495475"/>
            <a:ext cx="840600" cy="657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r>
              <a:t>xx%</a:t>
            </a:r>
          </a:p>
        </p:txBody>
      </p:sp>
      <p:sp>
        <p:nvSpPr>
          <p:cNvPr id="3287" name="Google Shape;3287;p56"/>
          <p:cNvSpPr txBox="1"/>
          <p:nvPr>
            <p:ph idx="4" type="title"/>
          </p:nvPr>
        </p:nvSpPr>
        <p:spPr>
          <a:xfrm>
            <a:off x="1567525" y="2314263"/>
            <a:ext cx="3905100" cy="315900"/>
          </a:xfrm>
          <a:prstGeom prst="rect">
            <a:avLst/>
          </a:prstGeom>
        </p:spPr>
        <p:txBody>
          <a:bodyPr anchorCtr="0" anchor="ctr" bIns="91425" lIns="91425" spcFirstLastPara="1" rIns="91425" wrap="square" tIns="91425">
            <a:noAutofit/>
          </a:bodyPr>
          <a:lstStyle>
            <a:lvl1pPr lvl="0">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3288" name="Google Shape;3288;p56"/>
          <p:cNvSpPr txBox="1"/>
          <p:nvPr>
            <p:ph idx="5" type="subTitle"/>
          </p:nvPr>
        </p:nvSpPr>
        <p:spPr>
          <a:xfrm>
            <a:off x="1567525" y="2612032"/>
            <a:ext cx="3905100" cy="315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3289" name="Google Shape;3289;p56"/>
          <p:cNvSpPr txBox="1"/>
          <p:nvPr>
            <p:ph hasCustomPrompt="1" idx="6" type="title"/>
          </p:nvPr>
        </p:nvSpPr>
        <p:spPr>
          <a:xfrm>
            <a:off x="720000" y="2292658"/>
            <a:ext cx="840600" cy="657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r>
              <a:t>xx%</a:t>
            </a:r>
          </a:p>
        </p:txBody>
      </p:sp>
      <p:sp>
        <p:nvSpPr>
          <p:cNvPr id="3290" name="Google Shape;3290;p56"/>
          <p:cNvSpPr txBox="1"/>
          <p:nvPr>
            <p:ph idx="7" type="title"/>
          </p:nvPr>
        </p:nvSpPr>
        <p:spPr>
          <a:xfrm>
            <a:off x="1567525" y="3111427"/>
            <a:ext cx="3905100" cy="315900"/>
          </a:xfrm>
          <a:prstGeom prst="rect">
            <a:avLst/>
          </a:prstGeom>
        </p:spPr>
        <p:txBody>
          <a:bodyPr anchorCtr="0" anchor="ctr" bIns="91425" lIns="91425" spcFirstLastPara="1" rIns="91425" wrap="square" tIns="91425">
            <a:noAutofit/>
          </a:bodyPr>
          <a:lstStyle>
            <a:lvl1pPr lvl="0">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3291" name="Google Shape;3291;p56"/>
          <p:cNvSpPr txBox="1"/>
          <p:nvPr>
            <p:ph idx="8" type="subTitle"/>
          </p:nvPr>
        </p:nvSpPr>
        <p:spPr>
          <a:xfrm>
            <a:off x="1567525" y="3409203"/>
            <a:ext cx="3905100" cy="315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3292" name="Google Shape;3292;p56"/>
          <p:cNvSpPr txBox="1"/>
          <p:nvPr>
            <p:ph hasCustomPrompt="1" idx="9" type="title"/>
          </p:nvPr>
        </p:nvSpPr>
        <p:spPr>
          <a:xfrm>
            <a:off x="720000" y="3089829"/>
            <a:ext cx="840600" cy="657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r>
              <a:t>xx%</a:t>
            </a:r>
          </a:p>
        </p:txBody>
      </p:sp>
      <p:sp>
        <p:nvSpPr>
          <p:cNvPr id="3293" name="Google Shape;3293;p56"/>
          <p:cNvSpPr txBox="1"/>
          <p:nvPr>
            <p:ph idx="13" type="title"/>
          </p:nvPr>
        </p:nvSpPr>
        <p:spPr>
          <a:xfrm>
            <a:off x="1567525" y="3908627"/>
            <a:ext cx="3905100" cy="315900"/>
          </a:xfrm>
          <a:prstGeom prst="rect">
            <a:avLst/>
          </a:prstGeom>
        </p:spPr>
        <p:txBody>
          <a:bodyPr anchorCtr="0" anchor="ctr" bIns="91425" lIns="91425" spcFirstLastPara="1" rIns="91425" wrap="square" tIns="91425">
            <a:noAutofit/>
          </a:bodyPr>
          <a:lstStyle>
            <a:lvl1pPr lvl="0">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3294" name="Google Shape;3294;p56"/>
          <p:cNvSpPr txBox="1"/>
          <p:nvPr>
            <p:ph idx="14" type="subTitle"/>
          </p:nvPr>
        </p:nvSpPr>
        <p:spPr>
          <a:xfrm>
            <a:off x="1567525" y="4206400"/>
            <a:ext cx="3905100" cy="315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3295" name="Google Shape;3295;p56"/>
          <p:cNvSpPr txBox="1"/>
          <p:nvPr>
            <p:ph hasCustomPrompt="1" idx="15" type="title"/>
          </p:nvPr>
        </p:nvSpPr>
        <p:spPr>
          <a:xfrm>
            <a:off x="720000" y="3887025"/>
            <a:ext cx="840600" cy="657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r>
              <a:t>xx%</a:t>
            </a:r>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3296" name="Shape 3296"/>
        <p:cNvGrpSpPr/>
        <p:nvPr/>
      </p:nvGrpSpPr>
      <p:grpSpPr>
        <a:xfrm>
          <a:off x="0" y="0"/>
          <a:ext cx="0" cy="0"/>
          <a:chOff x="0" y="0"/>
          <a:chExt cx="0" cy="0"/>
        </a:xfrm>
      </p:grpSpPr>
      <p:sp>
        <p:nvSpPr>
          <p:cNvPr id="3297" name="Google Shape;3297;p57"/>
          <p:cNvSpPr txBox="1"/>
          <p:nvPr>
            <p:ph type="title"/>
          </p:nvPr>
        </p:nvSpPr>
        <p:spPr>
          <a:xfrm>
            <a:off x="4070700" y="3065849"/>
            <a:ext cx="4360200" cy="490200"/>
          </a:xfrm>
          <a:prstGeom prst="rect">
            <a:avLst/>
          </a:prstGeom>
        </p:spPr>
        <p:txBody>
          <a:bodyPr anchorCtr="0" anchor="ctr" bIns="91425" lIns="91425" spcFirstLastPara="1" rIns="91425" wrap="square" tIns="91425">
            <a:noAutofit/>
          </a:bodyPr>
          <a:lstStyle>
            <a:lvl1pPr lvl="0" algn="r">
              <a:spcBef>
                <a:spcPts val="0"/>
              </a:spcBef>
              <a:spcAft>
                <a:spcPts val="0"/>
              </a:spcAft>
              <a:buSzPts val="3000"/>
              <a:buNone/>
              <a:defRPr sz="3000"/>
            </a:lvl1pPr>
            <a:lvl2pPr lvl="1" algn="ctr">
              <a:spcBef>
                <a:spcPts val="0"/>
              </a:spcBef>
              <a:spcAft>
                <a:spcPts val="0"/>
              </a:spcAft>
              <a:buSzPts val="3000"/>
              <a:buNone/>
              <a:defRPr sz="3000"/>
            </a:lvl2pPr>
            <a:lvl3pPr lvl="2" algn="ctr">
              <a:spcBef>
                <a:spcPts val="0"/>
              </a:spcBef>
              <a:spcAft>
                <a:spcPts val="0"/>
              </a:spcAft>
              <a:buSzPts val="3000"/>
              <a:buNone/>
              <a:defRPr sz="3000"/>
            </a:lvl3pPr>
            <a:lvl4pPr lvl="3" algn="ctr">
              <a:spcBef>
                <a:spcPts val="0"/>
              </a:spcBef>
              <a:spcAft>
                <a:spcPts val="0"/>
              </a:spcAft>
              <a:buSzPts val="3000"/>
              <a:buNone/>
              <a:defRPr sz="3000"/>
            </a:lvl4pPr>
            <a:lvl5pPr lvl="4" algn="ctr">
              <a:spcBef>
                <a:spcPts val="0"/>
              </a:spcBef>
              <a:spcAft>
                <a:spcPts val="0"/>
              </a:spcAft>
              <a:buSzPts val="3000"/>
              <a:buNone/>
              <a:defRPr sz="3000"/>
            </a:lvl5pPr>
            <a:lvl6pPr lvl="5" algn="ctr">
              <a:spcBef>
                <a:spcPts val="0"/>
              </a:spcBef>
              <a:spcAft>
                <a:spcPts val="0"/>
              </a:spcAft>
              <a:buSzPts val="3000"/>
              <a:buNone/>
              <a:defRPr sz="3000"/>
            </a:lvl6pPr>
            <a:lvl7pPr lvl="6" algn="ctr">
              <a:spcBef>
                <a:spcPts val="0"/>
              </a:spcBef>
              <a:spcAft>
                <a:spcPts val="0"/>
              </a:spcAft>
              <a:buSzPts val="3000"/>
              <a:buNone/>
              <a:defRPr sz="3000"/>
            </a:lvl7pPr>
            <a:lvl8pPr lvl="7" algn="ctr">
              <a:spcBef>
                <a:spcPts val="0"/>
              </a:spcBef>
              <a:spcAft>
                <a:spcPts val="0"/>
              </a:spcAft>
              <a:buSzPts val="3000"/>
              <a:buNone/>
              <a:defRPr sz="3000"/>
            </a:lvl8pPr>
            <a:lvl9pPr lvl="8" algn="ctr">
              <a:spcBef>
                <a:spcPts val="0"/>
              </a:spcBef>
              <a:spcAft>
                <a:spcPts val="0"/>
              </a:spcAft>
              <a:buSzPts val="3000"/>
              <a:buNone/>
              <a:defRPr sz="3000"/>
            </a:lvl9pPr>
          </a:lstStyle>
          <a:p/>
        </p:txBody>
      </p:sp>
      <p:sp>
        <p:nvSpPr>
          <p:cNvPr id="3298" name="Google Shape;3298;p57"/>
          <p:cNvSpPr txBox="1"/>
          <p:nvPr>
            <p:ph idx="1" type="subTitle"/>
          </p:nvPr>
        </p:nvSpPr>
        <p:spPr>
          <a:xfrm>
            <a:off x="4070725" y="1587450"/>
            <a:ext cx="4360200" cy="1478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SzPts val="3000"/>
              <a:buNone/>
              <a:defRPr sz="2000"/>
            </a:lvl1pPr>
            <a:lvl2pPr lvl="1" algn="ctr">
              <a:lnSpc>
                <a:spcPct val="100000"/>
              </a:lnSpc>
              <a:spcBef>
                <a:spcPts val="0"/>
              </a:spcBef>
              <a:spcAft>
                <a:spcPts val="0"/>
              </a:spcAft>
              <a:buSzPts val="3000"/>
              <a:buNone/>
              <a:defRPr sz="3000"/>
            </a:lvl2pPr>
            <a:lvl3pPr lvl="2" algn="ctr">
              <a:lnSpc>
                <a:spcPct val="100000"/>
              </a:lnSpc>
              <a:spcBef>
                <a:spcPts val="1600"/>
              </a:spcBef>
              <a:spcAft>
                <a:spcPts val="0"/>
              </a:spcAft>
              <a:buSzPts val="3000"/>
              <a:buNone/>
              <a:defRPr sz="3000"/>
            </a:lvl3pPr>
            <a:lvl4pPr lvl="3" algn="ctr">
              <a:lnSpc>
                <a:spcPct val="100000"/>
              </a:lnSpc>
              <a:spcBef>
                <a:spcPts val="1600"/>
              </a:spcBef>
              <a:spcAft>
                <a:spcPts val="0"/>
              </a:spcAft>
              <a:buSzPts val="3000"/>
              <a:buNone/>
              <a:defRPr sz="3000"/>
            </a:lvl4pPr>
            <a:lvl5pPr lvl="4" algn="ctr">
              <a:lnSpc>
                <a:spcPct val="100000"/>
              </a:lnSpc>
              <a:spcBef>
                <a:spcPts val="1600"/>
              </a:spcBef>
              <a:spcAft>
                <a:spcPts val="0"/>
              </a:spcAft>
              <a:buSzPts val="3000"/>
              <a:buNone/>
              <a:defRPr sz="3000"/>
            </a:lvl5pPr>
            <a:lvl6pPr lvl="5" algn="ctr">
              <a:lnSpc>
                <a:spcPct val="100000"/>
              </a:lnSpc>
              <a:spcBef>
                <a:spcPts val="1600"/>
              </a:spcBef>
              <a:spcAft>
                <a:spcPts val="0"/>
              </a:spcAft>
              <a:buSzPts val="3000"/>
              <a:buNone/>
              <a:defRPr sz="3000"/>
            </a:lvl6pPr>
            <a:lvl7pPr lvl="6" algn="ctr">
              <a:lnSpc>
                <a:spcPct val="100000"/>
              </a:lnSpc>
              <a:spcBef>
                <a:spcPts val="1600"/>
              </a:spcBef>
              <a:spcAft>
                <a:spcPts val="0"/>
              </a:spcAft>
              <a:buSzPts val="3000"/>
              <a:buNone/>
              <a:defRPr sz="3000"/>
            </a:lvl7pPr>
            <a:lvl8pPr lvl="7" algn="ctr">
              <a:lnSpc>
                <a:spcPct val="100000"/>
              </a:lnSpc>
              <a:spcBef>
                <a:spcPts val="1600"/>
              </a:spcBef>
              <a:spcAft>
                <a:spcPts val="0"/>
              </a:spcAft>
              <a:buSzPts val="3000"/>
              <a:buNone/>
              <a:defRPr sz="3000"/>
            </a:lvl8pPr>
            <a:lvl9pPr lvl="8" algn="ctr">
              <a:lnSpc>
                <a:spcPct val="100000"/>
              </a:lnSpc>
              <a:spcBef>
                <a:spcPts val="1600"/>
              </a:spcBef>
              <a:spcAft>
                <a:spcPts val="1600"/>
              </a:spcAft>
              <a:buSzPts val="3000"/>
              <a:buNone/>
              <a:defRPr sz="3000"/>
            </a:lvl9pPr>
          </a:lstStyle>
          <a:p/>
        </p:txBody>
      </p:sp>
      <p:sp>
        <p:nvSpPr>
          <p:cNvPr id="3299" name="Google Shape;3299;p57"/>
          <p:cNvSpPr/>
          <p:nvPr/>
        </p:nvSpPr>
        <p:spPr>
          <a:xfrm flipH="1">
            <a:off x="-6" y="3996398"/>
            <a:ext cx="9173906" cy="1147080"/>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7"/>
          <p:cNvSpPr/>
          <p:nvPr/>
        </p:nvSpPr>
        <p:spPr>
          <a:xfrm flipH="1">
            <a:off x="-459104" y="3775428"/>
            <a:ext cx="6683105" cy="2534470"/>
          </a:xfrm>
          <a:custGeom>
            <a:rect b="b" l="l" r="r" t="t"/>
            <a:pathLst>
              <a:path extrusionOk="0" h="13052" w="30413">
                <a:moveTo>
                  <a:pt x="22990" y="1"/>
                </a:moveTo>
                <a:lnTo>
                  <a:pt x="13801" y="1071"/>
                </a:lnTo>
                <a:lnTo>
                  <a:pt x="13596" y="1071"/>
                </a:lnTo>
                <a:cubicBezTo>
                  <a:pt x="13596" y="1071"/>
                  <a:pt x="9965" y="1437"/>
                  <a:pt x="11027" y="1856"/>
                </a:cubicBezTo>
                <a:cubicBezTo>
                  <a:pt x="12080" y="2275"/>
                  <a:pt x="12570" y="2552"/>
                  <a:pt x="10447" y="2918"/>
                </a:cubicBezTo>
                <a:cubicBezTo>
                  <a:pt x="8333" y="3275"/>
                  <a:pt x="5960" y="3560"/>
                  <a:pt x="7610" y="4184"/>
                </a:cubicBezTo>
                <a:cubicBezTo>
                  <a:pt x="9260" y="4800"/>
                  <a:pt x="6575" y="5549"/>
                  <a:pt x="3694" y="5755"/>
                </a:cubicBezTo>
                <a:cubicBezTo>
                  <a:pt x="2427" y="5844"/>
                  <a:pt x="1098" y="6450"/>
                  <a:pt x="0" y="7102"/>
                </a:cubicBezTo>
                <a:lnTo>
                  <a:pt x="0" y="13052"/>
                </a:lnTo>
                <a:lnTo>
                  <a:pt x="28869" y="13052"/>
                </a:lnTo>
                <a:lnTo>
                  <a:pt x="30412" y="12704"/>
                </a:lnTo>
                <a:lnTo>
                  <a:pt x="30412" y="81"/>
                </a:lnTo>
                <a:lnTo>
                  <a:pt x="30038"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7"/>
          <p:cNvSpPr/>
          <p:nvPr/>
        </p:nvSpPr>
        <p:spPr>
          <a:xfrm flipH="1">
            <a:off x="-459104" y="3775428"/>
            <a:ext cx="6683105" cy="2534470"/>
          </a:xfrm>
          <a:custGeom>
            <a:rect b="b" l="l" r="r" t="t"/>
            <a:pathLst>
              <a:path extrusionOk="0" h="13052" w="30413">
                <a:moveTo>
                  <a:pt x="22990" y="1"/>
                </a:moveTo>
                <a:lnTo>
                  <a:pt x="15728" y="848"/>
                </a:lnTo>
                <a:lnTo>
                  <a:pt x="13569" y="1749"/>
                </a:lnTo>
                <a:cubicBezTo>
                  <a:pt x="13569" y="1749"/>
                  <a:pt x="15666" y="2409"/>
                  <a:pt x="12766" y="2909"/>
                </a:cubicBezTo>
                <a:cubicBezTo>
                  <a:pt x="9867" y="3417"/>
                  <a:pt x="12017" y="3997"/>
                  <a:pt x="13337" y="4184"/>
                </a:cubicBezTo>
                <a:cubicBezTo>
                  <a:pt x="14649" y="4372"/>
                  <a:pt x="15407" y="5210"/>
                  <a:pt x="8939" y="6236"/>
                </a:cubicBezTo>
                <a:cubicBezTo>
                  <a:pt x="2480" y="7271"/>
                  <a:pt x="4684" y="7789"/>
                  <a:pt x="5888" y="8029"/>
                </a:cubicBezTo>
                <a:cubicBezTo>
                  <a:pt x="7030" y="8252"/>
                  <a:pt x="5291" y="8725"/>
                  <a:pt x="0" y="9555"/>
                </a:cubicBezTo>
                <a:lnTo>
                  <a:pt x="0" y="13052"/>
                </a:lnTo>
                <a:lnTo>
                  <a:pt x="28494" y="13052"/>
                </a:lnTo>
                <a:lnTo>
                  <a:pt x="28155" y="7887"/>
                </a:lnTo>
                <a:cubicBezTo>
                  <a:pt x="28155" y="7887"/>
                  <a:pt x="25953" y="8060"/>
                  <a:pt x="24567" y="8060"/>
                </a:cubicBezTo>
                <a:cubicBezTo>
                  <a:pt x="24042" y="8060"/>
                  <a:pt x="23635" y="8036"/>
                  <a:pt x="23507" y="7967"/>
                </a:cubicBezTo>
                <a:cubicBezTo>
                  <a:pt x="23035" y="7726"/>
                  <a:pt x="26639" y="7664"/>
                  <a:pt x="25104" y="6888"/>
                </a:cubicBezTo>
                <a:cubicBezTo>
                  <a:pt x="23579" y="6111"/>
                  <a:pt x="18413" y="6067"/>
                  <a:pt x="20233" y="5317"/>
                </a:cubicBezTo>
                <a:cubicBezTo>
                  <a:pt x="22062" y="4577"/>
                  <a:pt x="20028" y="4220"/>
                  <a:pt x="18333" y="3640"/>
                </a:cubicBezTo>
                <a:cubicBezTo>
                  <a:pt x="16638" y="3060"/>
                  <a:pt x="17236" y="2543"/>
                  <a:pt x="18770" y="2525"/>
                </a:cubicBezTo>
                <a:cubicBezTo>
                  <a:pt x="18807" y="2525"/>
                  <a:pt x="18842" y="2525"/>
                  <a:pt x="18876" y="2525"/>
                </a:cubicBezTo>
                <a:cubicBezTo>
                  <a:pt x="20301" y="2525"/>
                  <a:pt x="20215" y="2879"/>
                  <a:pt x="19832" y="3105"/>
                </a:cubicBezTo>
                <a:cubicBezTo>
                  <a:pt x="19586" y="3247"/>
                  <a:pt x="19856" y="3386"/>
                  <a:pt x="20555" y="3386"/>
                </a:cubicBezTo>
                <a:cubicBezTo>
                  <a:pt x="20997" y="3386"/>
                  <a:pt x="21611" y="3330"/>
                  <a:pt x="22374" y="3185"/>
                </a:cubicBezTo>
                <a:cubicBezTo>
                  <a:pt x="22844" y="3098"/>
                  <a:pt x="23275" y="3061"/>
                  <a:pt x="23640" y="3061"/>
                </a:cubicBezTo>
                <a:cubicBezTo>
                  <a:pt x="24807" y="3061"/>
                  <a:pt x="25303" y="3439"/>
                  <a:pt x="24257" y="3765"/>
                </a:cubicBezTo>
                <a:cubicBezTo>
                  <a:pt x="23293" y="4074"/>
                  <a:pt x="23579" y="4205"/>
                  <a:pt x="24624" y="4205"/>
                </a:cubicBezTo>
                <a:cubicBezTo>
                  <a:pt x="25060" y="4205"/>
                  <a:pt x="25627" y="4182"/>
                  <a:pt x="26291" y="4140"/>
                </a:cubicBezTo>
                <a:cubicBezTo>
                  <a:pt x="26778" y="4109"/>
                  <a:pt x="27185" y="4094"/>
                  <a:pt x="27510" y="4094"/>
                </a:cubicBezTo>
                <a:cubicBezTo>
                  <a:pt x="28693" y="4094"/>
                  <a:pt x="28808" y="4287"/>
                  <a:pt x="27843" y="4595"/>
                </a:cubicBezTo>
                <a:cubicBezTo>
                  <a:pt x="27072" y="4842"/>
                  <a:pt x="27244" y="5114"/>
                  <a:pt x="28358" y="5114"/>
                </a:cubicBezTo>
                <a:cubicBezTo>
                  <a:pt x="28855" y="5114"/>
                  <a:pt x="29540" y="5060"/>
                  <a:pt x="30412" y="4925"/>
                </a:cubicBezTo>
                <a:lnTo>
                  <a:pt x="30412" y="179"/>
                </a:lnTo>
                <a:cubicBezTo>
                  <a:pt x="29547" y="108"/>
                  <a:pt x="28494" y="45"/>
                  <a:pt x="27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02" name="Google Shape;3302;p57"/>
          <p:cNvGrpSpPr/>
          <p:nvPr/>
        </p:nvGrpSpPr>
        <p:grpSpPr>
          <a:xfrm flipH="1">
            <a:off x="-760212" y="1663728"/>
            <a:ext cx="4484281" cy="2708498"/>
            <a:chOff x="6244119" y="1698941"/>
            <a:chExt cx="760628" cy="457625"/>
          </a:xfrm>
        </p:grpSpPr>
        <p:sp>
          <p:nvSpPr>
            <p:cNvPr id="3303" name="Google Shape;3303;p57"/>
            <p:cNvSpPr/>
            <p:nvPr/>
          </p:nvSpPr>
          <p:spPr>
            <a:xfrm>
              <a:off x="6462191" y="1698941"/>
              <a:ext cx="542556" cy="308882"/>
            </a:xfrm>
            <a:custGeom>
              <a:rect b="b" l="l" r="r" t="t"/>
              <a:pathLst>
                <a:path extrusionOk="0" h="6522" w="11456">
                  <a:moveTo>
                    <a:pt x="9502" y="0"/>
                  </a:moveTo>
                  <a:cubicBezTo>
                    <a:pt x="8699" y="0"/>
                    <a:pt x="8708" y="848"/>
                    <a:pt x="8708" y="848"/>
                  </a:cubicBezTo>
                  <a:cubicBezTo>
                    <a:pt x="8671" y="845"/>
                    <a:pt x="8636" y="844"/>
                    <a:pt x="8602" y="844"/>
                  </a:cubicBezTo>
                  <a:cubicBezTo>
                    <a:pt x="7656" y="844"/>
                    <a:pt x="7664" y="1775"/>
                    <a:pt x="7664" y="1775"/>
                  </a:cubicBezTo>
                  <a:cubicBezTo>
                    <a:pt x="7631" y="1773"/>
                    <a:pt x="7600" y="1772"/>
                    <a:pt x="7570" y="1772"/>
                  </a:cubicBezTo>
                  <a:cubicBezTo>
                    <a:pt x="6944" y="1772"/>
                    <a:pt x="6977" y="2284"/>
                    <a:pt x="6977" y="2284"/>
                  </a:cubicBezTo>
                  <a:cubicBezTo>
                    <a:pt x="6883" y="2268"/>
                    <a:pt x="6797" y="2261"/>
                    <a:pt x="6719" y="2261"/>
                  </a:cubicBezTo>
                  <a:cubicBezTo>
                    <a:pt x="5978" y="2261"/>
                    <a:pt x="5897" y="2882"/>
                    <a:pt x="5897" y="2882"/>
                  </a:cubicBezTo>
                  <a:cubicBezTo>
                    <a:pt x="5785" y="2868"/>
                    <a:pt x="5681" y="2861"/>
                    <a:pt x="5583" y="2861"/>
                  </a:cubicBezTo>
                  <a:cubicBezTo>
                    <a:pt x="4370" y="2861"/>
                    <a:pt x="4202" y="3854"/>
                    <a:pt x="4202" y="3854"/>
                  </a:cubicBezTo>
                  <a:cubicBezTo>
                    <a:pt x="4113" y="3833"/>
                    <a:pt x="4032" y="3823"/>
                    <a:pt x="3959" y="3823"/>
                  </a:cubicBezTo>
                  <a:cubicBezTo>
                    <a:pt x="3453" y="3823"/>
                    <a:pt x="3337" y="4273"/>
                    <a:pt x="3337" y="4273"/>
                  </a:cubicBezTo>
                  <a:cubicBezTo>
                    <a:pt x="3145" y="4199"/>
                    <a:pt x="2971" y="4168"/>
                    <a:pt x="2815" y="4168"/>
                  </a:cubicBezTo>
                  <a:cubicBezTo>
                    <a:pt x="2108" y="4168"/>
                    <a:pt x="1767" y="4791"/>
                    <a:pt x="1767" y="4791"/>
                  </a:cubicBezTo>
                  <a:cubicBezTo>
                    <a:pt x="1649" y="4743"/>
                    <a:pt x="1540" y="4724"/>
                    <a:pt x="1440" y="4724"/>
                  </a:cubicBezTo>
                  <a:cubicBezTo>
                    <a:pt x="1014" y="4724"/>
                    <a:pt x="768" y="5076"/>
                    <a:pt x="768" y="5076"/>
                  </a:cubicBezTo>
                  <a:lnTo>
                    <a:pt x="1" y="6521"/>
                  </a:lnTo>
                  <a:lnTo>
                    <a:pt x="11455" y="6521"/>
                  </a:lnTo>
                  <a:lnTo>
                    <a:pt x="1145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7"/>
            <p:cNvSpPr/>
            <p:nvPr/>
          </p:nvSpPr>
          <p:spPr>
            <a:xfrm>
              <a:off x="6401936" y="1925441"/>
              <a:ext cx="24990" cy="29240"/>
            </a:xfrm>
            <a:custGeom>
              <a:rect b="b" l="l" r="r" t="t"/>
              <a:pathLst>
                <a:path extrusionOk="0" h="805" w="688">
                  <a:moveTo>
                    <a:pt x="669" y="0"/>
                  </a:moveTo>
                  <a:cubicBezTo>
                    <a:pt x="619" y="0"/>
                    <a:pt x="477" y="18"/>
                    <a:pt x="455" y="215"/>
                  </a:cubicBezTo>
                  <a:cubicBezTo>
                    <a:pt x="455" y="215"/>
                    <a:pt x="437" y="208"/>
                    <a:pt x="413" y="208"/>
                  </a:cubicBezTo>
                  <a:cubicBezTo>
                    <a:pt x="378" y="208"/>
                    <a:pt x="332" y="224"/>
                    <a:pt x="322" y="305"/>
                  </a:cubicBezTo>
                  <a:cubicBezTo>
                    <a:pt x="322" y="305"/>
                    <a:pt x="274" y="288"/>
                    <a:pt x="215" y="288"/>
                  </a:cubicBezTo>
                  <a:cubicBezTo>
                    <a:pt x="132" y="288"/>
                    <a:pt x="26" y="321"/>
                    <a:pt x="0" y="483"/>
                  </a:cubicBezTo>
                  <a:lnTo>
                    <a:pt x="687" y="804"/>
                  </a:lnTo>
                  <a:lnTo>
                    <a:pt x="687" y="1"/>
                  </a:lnTo>
                  <a:cubicBezTo>
                    <a:pt x="687" y="1"/>
                    <a:pt x="680" y="0"/>
                    <a:pt x="669"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7"/>
            <p:cNvSpPr/>
            <p:nvPr/>
          </p:nvSpPr>
          <p:spPr>
            <a:xfrm>
              <a:off x="6780077" y="1840885"/>
              <a:ext cx="47328" cy="114452"/>
            </a:xfrm>
            <a:custGeom>
              <a:rect b="b" l="l" r="r" t="t"/>
              <a:pathLst>
                <a:path extrusionOk="0" h="3151" w="1303">
                  <a:moveTo>
                    <a:pt x="0" y="1"/>
                  </a:moveTo>
                  <a:lnTo>
                    <a:pt x="0" y="3150"/>
                  </a:lnTo>
                  <a:lnTo>
                    <a:pt x="1303" y="3150"/>
                  </a:lnTo>
                  <a:lnTo>
                    <a:pt x="1303"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7"/>
            <p:cNvSpPr/>
            <p:nvPr/>
          </p:nvSpPr>
          <p:spPr>
            <a:xfrm>
              <a:off x="6804376" y="1859373"/>
              <a:ext cx="5848" cy="1038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7"/>
            <p:cNvSpPr/>
            <p:nvPr/>
          </p:nvSpPr>
          <p:spPr>
            <a:xfrm>
              <a:off x="6790756" y="1848694"/>
              <a:ext cx="5884" cy="10715"/>
            </a:xfrm>
            <a:custGeom>
              <a:rect b="b" l="l" r="r" t="t"/>
              <a:pathLst>
                <a:path extrusionOk="0" h="295" w="162">
                  <a:moveTo>
                    <a:pt x="1" y="0"/>
                  </a:moveTo>
                  <a:lnTo>
                    <a:pt x="1" y="294"/>
                  </a:lnTo>
                  <a:lnTo>
                    <a:pt x="161" y="294"/>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7"/>
            <p:cNvSpPr/>
            <p:nvPr/>
          </p:nvSpPr>
          <p:spPr>
            <a:xfrm>
              <a:off x="6816689" y="1871359"/>
              <a:ext cx="5848" cy="10715"/>
            </a:xfrm>
            <a:custGeom>
              <a:rect b="b" l="l" r="r" t="t"/>
              <a:pathLst>
                <a:path extrusionOk="0" h="295" w="161">
                  <a:moveTo>
                    <a:pt x="0" y="1"/>
                  </a:moveTo>
                  <a:lnTo>
                    <a:pt x="0"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7"/>
            <p:cNvSpPr/>
            <p:nvPr/>
          </p:nvSpPr>
          <p:spPr>
            <a:xfrm>
              <a:off x="6808590" y="1896965"/>
              <a:ext cx="5848" cy="10715"/>
            </a:xfrm>
            <a:custGeom>
              <a:rect b="b" l="l" r="r" t="t"/>
              <a:pathLst>
                <a:path extrusionOk="0" h="295" w="161">
                  <a:moveTo>
                    <a:pt x="0" y="0"/>
                  </a:moveTo>
                  <a:lnTo>
                    <a:pt x="0"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7"/>
            <p:cNvSpPr/>
            <p:nvPr/>
          </p:nvSpPr>
          <p:spPr>
            <a:xfrm>
              <a:off x="6817343" y="1912838"/>
              <a:ext cx="5848" cy="10715"/>
            </a:xfrm>
            <a:custGeom>
              <a:rect b="b" l="l" r="r" t="t"/>
              <a:pathLst>
                <a:path extrusionOk="0" h="295" w="161">
                  <a:moveTo>
                    <a:pt x="0" y="0"/>
                  </a:moveTo>
                  <a:lnTo>
                    <a:pt x="0"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7"/>
            <p:cNvSpPr/>
            <p:nvPr/>
          </p:nvSpPr>
          <p:spPr>
            <a:xfrm>
              <a:off x="6787850" y="1870051"/>
              <a:ext cx="5848" cy="10751"/>
            </a:xfrm>
            <a:custGeom>
              <a:rect b="b" l="l" r="r" t="t"/>
              <a:pathLst>
                <a:path extrusionOk="0" h="296" w="161">
                  <a:moveTo>
                    <a:pt x="0" y="1"/>
                  </a:moveTo>
                  <a:lnTo>
                    <a:pt x="0"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7"/>
            <p:cNvSpPr/>
            <p:nvPr/>
          </p:nvSpPr>
          <p:spPr>
            <a:xfrm>
              <a:off x="6800817" y="1930671"/>
              <a:ext cx="11696" cy="24663"/>
            </a:xfrm>
            <a:custGeom>
              <a:rect b="b" l="l" r="r" t="t"/>
              <a:pathLst>
                <a:path extrusionOk="0" h="679" w="322">
                  <a:moveTo>
                    <a:pt x="0" y="0"/>
                  </a:moveTo>
                  <a:lnTo>
                    <a:pt x="0" y="678"/>
                  </a:lnTo>
                  <a:lnTo>
                    <a:pt x="321" y="678"/>
                  </a:lnTo>
                  <a:lnTo>
                    <a:pt x="32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7"/>
            <p:cNvSpPr/>
            <p:nvPr/>
          </p:nvSpPr>
          <p:spPr>
            <a:xfrm>
              <a:off x="6780077" y="1829553"/>
              <a:ext cx="47328" cy="11369"/>
            </a:xfrm>
            <a:custGeom>
              <a:rect b="b" l="l" r="r" t="t"/>
              <a:pathLst>
                <a:path extrusionOk="0" h="313" w="1303">
                  <a:moveTo>
                    <a:pt x="312" y="1"/>
                  </a:moveTo>
                  <a:lnTo>
                    <a:pt x="0" y="313"/>
                  </a:lnTo>
                  <a:lnTo>
                    <a:pt x="1303" y="313"/>
                  </a:lnTo>
                  <a:lnTo>
                    <a:pt x="130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7"/>
            <p:cNvSpPr/>
            <p:nvPr/>
          </p:nvSpPr>
          <p:spPr>
            <a:xfrm>
              <a:off x="6426235" y="1898563"/>
              <a:ext cx="32109" cy="56118"/>
            </a:xfrm>
            <a:custGeom>
              <a:rect b="b" l="l" r="r" t="t"/>
              <a:pathLst>
                <a:path extrusionOk="0" h="1545" w="884">
                  <a:moveTo>
                    <a:pt x="0" y="1"/>
                  </a:moveTo>
                  <a:lnTo>
                    <a:pt x="0" y="1544"/>
                  </a:lnTo>
                  <a:lnTo>
                    <a:pt x="884" y="1544"/>
                  </a:lnTo>
                  <a:lnTo>
                    <a:pt x="884"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7"/>
            <p:cNvSpPr/>
            <p:nvPr/>
          </p:nvSpPr>
          <p:spPr>
            <a:xfrm>
              <a:off x="6458306" y="1890791"/>
              <a:ext cx="7482" cy="63891"/>
            </a:xfrm>
            <a:custGeom>
              <a:rect b="b" l="l" r="r" t="t"/>
              <a:pathLst>
                <a:path extrusionOk="0" h="1759" w="206">
                  <a:moveTo>
                    <a:pt x="206" y="1"/>
                  </a:moveTo>
                  <a:lnTo>
                    <a:pt x="1" y="215"/>
                  </a:lnTo>
                  <a:lnTo>
                    <a:pt x="1" y="1758"/>
                  </a:lnTo>
                  <a:lnTo>
                    <a:pt x="206" y="1758"/>
                  </a:lnTo>
                  <a:lnTo>
                    <a:pt x="206"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7"/>
            <p:cNvSpPr/>
            <p:nvPr/>
          </p:nvSpPr>
          <p:spPr>
            <a:xfrm>
              <a:off x="6430121" y="1903757"/>
              <a:ext cx="4250" cy="7156"/>
            </a:xfrm>
            <a:custGeom>
              <a:rect b="b" l="l" r="r" t="t"/>
              <a:pathLst>
                <a:path extrusionOk="0" h="197" w="117">
                  <a:moveTo>
                    <a:pt x="0" y="1"/>
                  </a:moveTo>
                  <a:lnTo>
                    <a:pt x="0" y="197"/>
                  </a:lnTo>
                  <a:lnTo>
                    <a:pt x="116" y="197"/>
                  </a:lnTo>
                  <a:lnTo>
                    <a:pt x="11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7"/>
            <p:cNvSpPr/>
            <p:nvPr/>
          </p:nvSpPr>
          <p:spPr>
            <a:xfrm>
              <a:off x="6449553" y="1905719"/>
              <a:ext cx="4250" cy="7156"/>
            </a:xfrm>
            <a:custGeom>
              <a:rect b="b" l="l" r="r" t="t"/>
              <a:pathLst>
                <a:path extrusionOk="0" h="197" w="117">
                  <a:moveTo>
                    <a:pt x="1" y="0"/>
                  </a:moveTo>
                  <a:lnTo>
                    <a:pt x="1" y="196"/>
                  </a:lnTo>
                  <a:lnTo>
                    <a:pt x="117" y="196"/>
                  </a:lnTo>
                  <a:lnTo>
                    <a:pt x="117"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7"/>
            <p:cNvSpPr/>
            <p:nvPr/>
          </p:nvSpPr>
          <p:spPr>
            <a:xfrm>
              <a:off x="6439528" y="1911857"/>
              <a:ext cx="4250" cy="7156"/>
            </a:xfrm>
            <a:custGeom>
              <a:rect b="b" l="l" r="r" t="t"/>
              <a:pathLst>
                <a:path extrusionOk="0" h="197" w="117">
                  <a:moveTo>
                    <a:pt x="0" y="1"/>
                  </a:moveTo>
                  <a:lnTo>
                    <a:pt x="0" y="197"/>
                  </a:lnTo>
                  <a:lnTo>
                    <a:pt x="116" y="197"/>
                  </a:lnTo>
                  <a:lnTo>
                    <a:pt x="11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7"/>
            <p:cNvSpPr/>
            <p:nvPr/>
          </p:nvSpPr>
          <p:spPr>
            <a:xfrm>
              <a:off x="6448282" y="1925151"/>
              <a:ext cx="4250" cy="7156"/>
            </a:xfrm>
            <a:custGeom>
              <a:rect b="b" l="l" r="r" t="t"/>
              <a:pathLst>
                <a:path extrusionOk="0" h="197" w="117">
                  <a:moveTo>
                    <a:pt x="0" y="0"/>
                  </a:moveTo>
                  <a:lnTo>
                    <a:pt x="0" y="197"/>
                  </a:lnTo>
                  <a:lnTo>
                    <a:pt x="116" y="197"/>
                  </a:lnTo>
                  <a:lnTo>
                    <a:pt x="11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7"/>
            <p:cNvSpPr/>
            <p:nvPr/>
          </p:nvSpPr>
          <p:spPr>
            <a:xfrm>
              <a:off x="6433027" y="1923843"/>
              <a:ext cx="4250" cy="7192"/>
            </a:xfrm>
            <a:custGeom>
              <a:rect b="b" l="l" r="r" t="t"/>
              <a:pathLst>
                <a:path extrusionOk="0" h="198" w="117">
                  <a:moveTo>
                    <a:pt x="1" y="1"/>
                  </a:moveTo>
                  <a:lnTo>
                    <a:pt x="1" y="197"/>
                  </a:lnTo>
                  <a:lnTo>
                    <a:pt x="117" y="197"/>
                  </a:lnTo>
                  <a:lnTo>
                    <a:pt x="11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7"/>
            <p:cNvSpPr/>
            <p:nvPr/>
          </p:nvSpPr>
          <p:spPr>
            <a:xfrm>
              <a:off x="6436259" y="1939389"/>
              <a:ext cx="8136" cy="15292"/>
            </a:xfrm>
            <a:custGeom>
              <a:rect b="b" l="l" r="r" t="t"/>
              <a:pathLst>
                <a:path extrusionOk="0" h="421" w="224">
                  <a:moveTo>
                    <a:pt x="1" y="1"/>
                  </a:moveTo>
                  <a:lnTo>
                    <a:pt x="1" y="420"/>
                  </a:lnTo>
                  <a:lnTo>
                    <a:pt x="224" y="420"/>
                  </a:lnTo>
                  <a:lnTo>
                    <a:pt x="22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7"/>
            <p:cNvSpPr/>
            <p:nvPr/>
          </p:nvSpPr>
          <p:spPr>
            <a:xfrm>
              <a:off x="6426235" y="1890791"/>
              <a:ext cx="39555" cy="7809"/>
            </a:xfrm>
            <a:custGeom>
              <a:rect b="b" l="l" r="r" t="t"/>
              <a:pathLst>
                <a:path extrusionOk="0" h="215" w="1089">
                  <a:moveTo>
                    <a:pt x="215" y="1"/>
                  </a:moveTo>
                  <a:lnTo>
                    <a:pt x="0" y="215"/>
                  </a:lnTo>
                  <a:lnTo>
                    <a:pt x="884" y="215"/>
                  </a:lnTo>
                  <a:lnTo>
                    <a:pt x="108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7"/>
            <p:cNvSpPr/>
            <p:nvPr/>
          </p:nvSpPr>
          <p:spPr>
            <a:xfrm>
              <a:off x="6577549" y="1906990"/>
              <a:ext cx="52849" cy="85285"/>
            </a:xfrm>
            <a:custGeom>
              <a:rect b="b" l="l" r="r" t="t"/>
              <a:pathLst>
                <a:path extrusionOk="0" h="2348" w="1455">
                  <a:moveTo>
                    <a:pt x="1" y="1"/>
                  </a:moveTo>
                  <a:lnTo>
                    <a:pt x="1" y="2347"/>
                  </a:lnTo>
                  <a:lnTo>
                    <a:pt x="1455" y="2347"/>
                  </a:lnTo>
                  <a:lnTo>
                    <a:pt x="1455"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7"/>
            <p:cNvSpPr/>
            <p:nvPr/>
          </p:nvSpPr>
          <p:spPr>
            <a:xfrm>
              <a:off x="6616450" y="1913491"/>
              <a:ext cx="5521" cy="9734"/>
            </a:xfrm>
            <a:custGeom>
              <a:rect b="b" l="l" r="r" t="t"/>
              <a:pathLst>
                <a:path extrusionOk="0" h="268" w="152">
                  <a:moveTo>
                    <a:pt x="0" y="0"/>
                  </a:moveTo>
                  <a:lnTo>
                    <a:pt x="0" y="268"/>
                  </a:lnTo>
                  <a:lnTo>
                    <a:pt x="152" y="268"/>
                  </a:lnTo>
                  <a:lnTo>
                    <a:pt x="15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7"/>
            <p:cNvSpPr/>
            <p:nvPr/>
          </p:nvSpPr>
          <p:spPr>
            <a:xfrm>
              <a:off x="6602502" y="1925804"/>
              <a:ext cx="5230" cy="9734"/>
            </a:xfrm>
            <a:custGeom>
              <a:rect b="b" l="l" r="r" t="t"/>
              <a:pathLst>
                <a:path extrusionOk="0" h="268" w="144">
                  <a:moveTo>
                    <a:pt x="0" y="0"/>
                  </a:moveTo>
                  <a:lnTo>
                    <a:pt x="0" y="268"/>
                  </a:lnTo>
                  <a:lnTo>
                    <a:pt x="143" y="268"/>
                  </a:lnTo>
                  <a:lnTo>
                    <a:pt x="14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7"/>
            <p:cNvSpPr/>
            <p:nvPr/>
          </p:nvSpPr>
          <p:spPr>
            <a:xfrm>
              <a:off x="6584668" y="1915743"/>
              <a:ext cx="5230" cy="9444"/>
            </a:xfrm>
            <a:custGeom>
              <a:rect b="b" l="l" r="r" t="t"/>
              <a:pathLst>
                <a:path extrusionOk="0" h="260" w="144">
                  <a:moveTo>
                    <a:pt x="1" y="1"/>
                  </a:moveTo>
                  <a:lnTo>
                    <a:pt x="1" y="259"/>
                  </a:lnTo>
                  <a:lnTo>
                    <a:pt x="144" y="259"/>
                  </a:lnTo>
                  <a:lnTo>
                    <a:pt x="14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7"/>
            <p:cNvSpPr/>
            <p:nvPr/>
          </p:nvSpPr>
          <p:spPr>
            <a:xfrm>
              <a:off x="6613834" y="1936483"/>
              <a:ext cx="5557" cy="9444"/>
            </a:xfrm>
            <a:custGeom>
              <a:rect b="b" l="l" r="r" t="t"/>
              <a:pathLst>
                <a:path extrusionOk="0" h="260" w="153">
                  <a:moveTo>
                    <a:pt x="1" y="1"/>
                  </a:moveTo>
                  <a:lnTo>
                    <a:pt x="1" y="259"/>
                  </a:lnTo>
                  <a:lnTo>
                    <a:pt x="152" y="259"/>
                  </a:lnTo>
                  <a:lnTo>
                    <a:pt x="15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7"/>
            <p:cNvSpPr/>
            <p:nvPr/>
          </p:nvSpPr>
          <p:spPr>
            <a:xfrm>
              <a:off x="6588228" y="1935502"/>
              <a:ext cx="5557" cy="9771"/>
            </a:xfrm>
            <a:custGeom>
              <a:rect b="b" l="l" r="r" t="t"/>
              <a:pathLst>
                <a:path extrusionOk="0" h="269" w="153">
                  <a:moveTo>
                    <a:pt x="1" y="1"/>
                  </a:moveTo>
                  <a:lnTo>
                    <a:pt x="1" y="269"/>
                  </a:lnTo>
                  <a:lnTo>
                    <a:pt x="153" y="269"/>
                  </a:lnTo>
                  <a:lnTo>
                    <a:pt x="15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7"/>
            <p:cNvSpPr/>
            <p:nvPr/>
          </p:nvSpPr>
          <p:spPr>
            <a:xfrm>
              <a:off x="6602502" y="1964668"/>
              <a:ext cx="13330" cy="27605"/>
            </a:xfrm>
            <a:custGeom>
              <a:rect b="b" l="l" r="r" t="t"/>
              <a:pathLst>
                <a:path extrusionOk="0" h="760" w="367">
                  <a:moveTo>
                    <a:pt x="0" y="1"/>
                  </a:moveTo>
                  <a:lnTo>
                    <a:pt x="0" y="759"/>
                  </a:lnTo>
                  <a:lnTo>
                    <a:pt x="366" y="759"/>
                  </a:lnTo>
                  <a:lnTo>
                    <a:pt x="36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7"/>
            <p:cNvSpPr/>
            <p:nvPr/>
          </p:nvSpPr>
          <p:spPr>
            <a:xfrm>
              <a:off x="6577549" y="1894350"/>
              <a:ext cx="52849" cy="12677"/>
            </a:xfrm>
            <a:custGeom>
              <a:rect b="b" l="l" r="r" t="t"/>
              <a:pathLst>
                <a:path extrusionOk="0" h="349" w="1455">
                  <a:moveTo>
                    <a:pt x="1" y="1"/>
                  </a:moveTo>
                  <a:lnTo>
                    <a:pt x="1" y="349"/>
                  </a:lnTo>
                  <a:lnTo>
                    <a:pt x="1455" y="349"/>
                  </a:lnTo>
                  <a:lnTo>
                    <a:pt x="145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7"/>
            <p:cNvSpPr/>
            <p:nvPr/>
          </p:nvSpPr>
          <p:spPr>
            <a:xfrm>
              <a:off x="6560369" y="1980214"/>
              <a:ext cx="17217" cy="12059"/>
            </a:xfrm>
            <a:custGeom>
              <a:rect b="b" l="l" r="r" t="t"/>
              <a:pathLst>
                <a:path extrusionOk="0" h="332" w="474">
                  <a:moveTo>
                    <a:pt x="460" y="0"/>
                  </a:moveTo>
                  <a:cubicBezTo>
                    <a:pt x="423" y="0"/>
                    <a:pt x="320" y="12"/>
                    <a:pt x="313" y="144"/>
                  </a:cubicBezTo>
                  <a:cubicBezTo>
                    <a:pt x="313" y="144"/>
                    <a:pt x="300" y="140"/>
                    <a:pt x="284" y="140"/>
                  </a:cubicBezTo>
                  <a:cubicBezTo>
                    <a:pt x="257" y="140"/>
                    <a:pt x="220" y="150"/>
                    <a:pt x="215" y="206"/>
                  </a:cubicBezTo>
                  <a:cubicBezTo>
                    <a:pt x="215" y="206"/>
                    <a:pt x="182" y="194"/>
                    <a:pt x="141" y="194"/>
                  </a:cubicBezTo>
                  <a:cubicBezTo>
                    <a:pt x="86" y="194"/>
                    <a:pt x="16" y="217"/>
                    <a:pt x="1" y="331"/>
                  </a:cubicBezTo>
                  <a:lnTo>
                    <a:pt x="474" y="331"/>
                  </a:lnTo>
                  <a:lnTo>
                    <a:pt x="474" y="1"/>
                  </a:lnTo>
                  <a:cubicBezTo>
                    <a:pt x="474" y="1"/>
                    <a:pt x="469" y="0"/>
                    <a:pt x="46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7"/>
            <p:cNvSpPr/>
            <p:nvPr/>
          </p:nvSpPr>
          <p:spPr>
            <a:xfrm>
              <a:off x="6671186" y="1975637"/>
              <a:ext cx="24663" cy="17253"/>
            </a:xfrm>
            <a:custGeom>
              <a:rect b="b" l="l" r="r" t="t"/>
              <a:pathLst>
                <a:path extrusionOk="0" h="475" w="679">
                  <a:moveTo>
                    <a:pt x="651" y="0"/>
                  </a:moveTo>
                  <a:cubicBezTo>
                    <a:pt x="594" y="0"/>
                    <a:pt x="467" y="21"/>
                    <a:pt x="447" y="207"/>
                  </a:cubicBezTo>
                  <a:cubicBezTo>
                    <a:pt x="447" y="207"/>
                    <a:pt x="431" y="203"/>
                    <a:pt x="411" y="203"/>
                  </a:cubicBezTo>
                  <a:cubicBezTo>
                    <a:pt x="375" y="203"/>
                    <a:pt x="324" y="217"/>
                    <a:pt x="313" y="297"/>
                  </a:cubicBezTo>
                  <a:cubicBezTo>
                    <a:pt x="313" y="297"/>
                    <a:pt x="265" y="280"/>
                    <a:pt x="207" y="280"/>
                  </a:cubicBezTo>
                  <a:cubicBezTo>
                    <a:pt x="125" y="280"/>
                    <a:pt x="22" y="313"/>
                    <a:pt x="1" y="475"/>
                  </a:cubicBezTo>
                  <a:lnTo>
                    <a:pt x="679" y="475"/>
                  </a:lnTo>
                  <a:lnTo>
                    <a:pt x="679" y="2"/>
                  </a:lnTo>
                  <a:cubicBezTo>
                    <a:pt x="679" y="2"/>
                    <a:pt x="668" y="0"/>
                    <a:pt x="65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7"/>
            <p:cNvSpPr/>
            <p:nvPr/>
          </p:nvSpPr>
          <p:spPr>
            <a:xfrm>
              <a:off x="6552597" y="1940950"/>
              <a:ext cx="24990" cy="17290"/>
            </a:xfrm>
            <a:custGeom>
              <a:rect b="b" l="l" r="r" t="t"/>
              <a:pathLst>
                <a:path extrusionOk="0" h="476" w="688">
                  <a:moveTo>
                    <a:pt x="659" y="1"/>
                  </a:moveTo>
                  <a:cubicBezTo>
                    <a:pt x="599" y="1"/>
                    <a:pt x="467" y="22"/>
                    <a:pt x="447" y="208"/>
                  </a:cubicBezTo>
                  <a:cubicBezTo>
                    <a:pt x="447" y="208"/>
                    <a:pt x="431" y="203"/>
                    <a:pt x="411" y="203"/>
                  </a:cubicBezTo>
                  <a:cubicBezTo>
                    <a:pt x="375" y="203"/>
                    <a:pt x="324" y="217"/>
                    <a:pt x="313" y="297"/>
                  </a:cubicBezTo>
                  <a:cubicBezTo>
                    <a:pt x="313" y="297"/>
                    <a:pt x="265" y="280"/>
                    <a:pt x="207" y="280"/>
                  </a:cubicBezTo>
                  <a:cubicBezTo>
                    <a:pt x="125" y="280"/>
                    <a:pt x="22" y="314"/>
                    <a:pt x="1" y="475"/>
                  </a:cubicBezTo>
                  <a:lnTo>
                    <a:pt x="688" y="475"/>
                  </a:lnTo>
                  <a:lnTo>
                    <a:pt x="688" y="3"/>
                  </a:lnTo>
                  <a:cubicBezTo>
                    <a:pt x="688" y="3"/>
                    <a:pt x="676" y="1"/>
                    <a:pt x="659"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7"/>
            <p:cNvSpPr/>
            <p:nvPr/>
          </p:nvSpPr>
          <p:spPr>
            <a:xfrm>
              <a:off x="6510464" y="1968809"/>
              <a:ext cx="24990" cy="17290"/>
            </a:xfrm>
            <a:custGeom>
              <a:rect b="b" l="l" r="r" t="t"/>
              <a:pathLst>
                <a:path extrusionOk="0" h="476" w="688">
                  <a:moveTo>
                    <a:pt x="659" y="1"/>
                  </a:moveTo>
                  <a:cubicBezTo>
                    <a:pt x="600" y="1"/>
                    <a:pt x="470" y="22"/>
                    <a:pt x="456" y="208"/>
                  </a:cubicBezTo>
                  <a:cubicBezTo>
                    <a:pt x="456" y="208"/>
                    <a:pt x="441" y="204"/>
                    <a:pt x="420" y="204"/>
                  </a:cubicBezTo>
                  <a:cubicBezTo>
                    <a:pt x="382" y="204"/>
                    <a:pt x="325" y="219"/>
                    <a:pt x="313" y="306"/>
                  </a:cubicBezTo>
                  <a:cubicBezTo>
                    <a:pt x="313" y="306"/>
                    <a:pt x="260" y="286"/>
                    <a:pt x="198" y="286"/>
                  </a:cubicBezTo>
                  <a:cubicBezTo>
                    <a:pt x="118" y="286"/>
                    <a:pt x="21" y="320"/>
                    <a:pt x="1" y="476"/>
                  </a:cubicBezTo>
                  <a:lnTo>
                    <a:pt x="688" y="476"/>
                  </a:lnTo>
                  <a:lnTo>
                    <a:pt x="688" y="3"/>
                  </a:lnTo>
                  <a:cubicBezTo>
                    <a:pt x="688" y="3"/>
                    <a:pt x="677" y="1"/>
                    <a:pt x="659"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7"/>
            <p:cNvSpPr/>
            <p:nvPr/>
          </p:nvSpPr>
          <p:spPr>
            <a:xfrm>
              <a:off x="6458306" y="1938408"/>
              <a:ext cx="24990" cy="17253"/>
            </a:xfrm>
            <a:custGeom>
              <a:rect b="b" l="l" r="r" t="t"/>
              <a:pathLst>
                <a:path extrusionOk="0" h="475" w="688">
                  <a:moveTo>
                    <a:pt x="668" y="0"/>
                  </a:moveTo>
                  <a:cubicBezTo>
                    <a:pt x="614" y="0"/>
                    <a:pt x="470" y="18"/>
                    <a:pt x="456" y="206"/>
                  </a:cubicBezTo>
                  <a:cubicBezTo>
                    <a:pt x="456" y="206"/>
                    <a:pt x="440" y="202"/>
                    <a:pt x="420" y="202"/>
                  </a:cubicBezTo>
                  <a:cubicBezTo>
                    <a:pt x="382" y="202"/>
                    <a:pt x="324" y="217"/>
                    <a:pt x="313" y="305"/>
                  </a:cubicBezTo>
                  <a:cubicBezTo>
                    <a:pt x="313" y="305"/>
                    <a:pt x="265" y="287"/>
                    <a:pt x="206" y="287"/>
                  </a:cubicBezTo>
                  <a:cubicBezTo>
                    <a:pt x="126" y="287"/>
                    <a:pt x="26" y="320"/>
                    <a:pt x="1" y="474"/>
                  </a:cubicBezTo>
                  <a:lnTo>
                    <a:pt x="688" y="474"/>
                  </a:lnTo>
                  <a:lnTo>
                    <a:pt x="688" y="1"/>
                  </a:lnTo>
                  <a:cubicBezTo>
                    <a:pt x="688" y="1"/>
                    <a:pt x="680" y="0"/>
                    <a:pt x="668"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7"/>
            <p:cNvSpPr/>
            <p:nvPr/>
          </p:nvSpPr>
          <p:spPr>
            <a:xfrm>
              <a:off x="6537705" y="1951411"/>
              <a:ext cx="39882" cy="31128"/>
            </a:xfrm>
            <a:custGeom>
              <a:rect b="b" l="l" r="r" t="t"/>
              <a:pathLst>
                <a:path extrusionOk="0" h="857" w="1098">
                  <a:moveTo>
                    <a:pt x="955" y="0"/>
                  </a:moveTo>
                  <a:lnTo>
                    <a:pt x="411" y="187"/>
                  </a:lnTo>
                  <a:cubicBezTo>
                    <a:pt x="411" y="187"/>
                    <a:pt x="363" y="169"/>
                    <a:pt x="302" y="169"/>
                  </a:cubicBezTo>
                  <a:cubicBezTo>
                    <a:pt x="229" y="169"/>
                    <a:pt x="138" y="195"/>
                    <a:pt x="89" y="312"/>
                  </a:cubicBezTo>
                  <a:cubicBezTo>
                    <a:pt x="0" y="535"/>
                    <a:pt x="223" y="848"/>
                    <a:pt x="250" y="848"/>
                  </a:cubicBezTo>
                  <a:cubicBezTo>
                    <a:pt x="277" y="856"/>
                    <a:pt x="553" y="856"/>
                    <a:pt x="553" y="856"/>
                  </a:cubicBezTo>
                  <a:cubicBezTo>
                    <a:pt x="553" y="856"/>
                    <a:pt x="678" y="785"/>
                    <a:pt x="839" y="678"/>
                  </a:cubicBezTo>
                  <a:cubicBezTo>
                    <a:pt x="990" y="571"/>
                    <a:pt x="1098" y="339"/>
                    <a:pt x="1098" y="339"/>
                  </a:cubicBezTo>
                  <a:lnTo>
                    <a:pt x="1071" y="9"/>
                  </a:lnTo>
                  <a:lnTo>
                    <a:pt x="95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7"/>
            <p:cNvSpPr/>
            <p:nvPr/>
          </p:nvSpPr>
          <p:spPr>
            <a:xfrm>
              <a:off x="6714626" y="1924134"/>
              <a:ext cx="41807" cy="14674"/>
            </a:xfrm>
            <a:custGeom>
              <a:rect b="b" l="l" r="r" t="t"/>
              <a:pathLst>
                <a:path extrusionOk="0" h="404" w="1151">
                  <a:moveTo>
                    <a:pt x="552" y="1"/>
                  </a:moveTo>
                  <a:cubicBezTo>
                    <a:pt x="507" y="1"/>
                    <a:pt x="398" y="17"/>
                    <a:pt x="384" y="180"/>
                  </a:cubicBezTo>
                  <a:cubicBezTo>
                    <a:pt x="384" y="180"/>
                    <a:pt x="367" y="174"/>
                    <a:pt x="346" y="174"/>
                  </a:cubicBezTo>
                  <a:cubicBezTo>
                    <a:pt x="314" y="174"/>
                    <a:pt x="273" y="187"/>
                    <a:pt x="268" y="251"/>
                  </a:cubicBezTo>
                  <a:cubicBezTo>
                    <a:pt x="268" y="251"/>
                    <a:pt x="229" y="238"/>
                    <a:pt x="181" y="238"/>
                  </a:cubicBezTo>
                  <a:cubicBezTo>
                    <a:pt x="111" y="238"/>
                    <a:pt x="21" y="266"/>
                    <a:pt x="0" y="403"/>
                  </a:cubicBezTo>
                  <a:lnTo>
                    <a:pt x="1151" y="403"/>
                  </a:lnTo>
                  <a:cubicBezTo>
                    <a:pt x="1130" y="266"/>
                    <a:pt x="1040" y="238"/>
                    <a:pt x="970" y="238"/>
                  </a:cubicBezTo>
                  <a:cubicBezTo>
                    <a:pt x="922" y="238"/>
                    <a:pt x="883" y="251"/>
                    <a:pt x="883" y="251"/>
                  </a:cubicBezTo>
                  <a:cubicBezTo>
                    <a:pt x="873" y="187"/>
                    <a:pt x="833" y="174"/>
                    <a:pt x="803" y="174"/>
                  </a:cubicBezTo>
                  <a:cubicBezTo>
                    <a:pt x="783" y="174"/>
                    <a:pt x="767" y="180"/>
                    <a:pt x="767" y="180"/>
                  </a:cubicBezTo>
                  <a:cubicBezTo>
                    <a:pt x="753" y="17"/>
                    <a:pt x="638" y="1"/>
                    <a:pt x="591" y="1"/>
                  </a:cubicBezTo>
                  <a:cubicBezTo>
                    <a:pt x="579" y="1"/>
                    <a:pt x="571" y="2"/>
                    <a:pt x="571" y="2"/>
                  </a:cubicBezTo>
                  <a:cubicBezTo>
                    <a:pt x="571" y="2"/>
                    <a:pt x="564" y="1"/>
                    <a:pt x="552"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7"/>
            <p:cNvSpPr/>
            <p:nvPr/>
          </p:nvSpPr>
          <p:spPr>
            <a:xfrm>
              <a:off x="6695812" y="1893079"/>
              <a:ext cx="32109" cy="104028"/>
            </a:xfrm>
            <a:custGeom>
              <a:rect b="b" l="l" r="r" t="t"/>
              <a:pathLst>
                <a:path extrusionOk="0" h="2864" w="884">
                  <a:moveTo>
                    <a:pt x="1" y="0"/>
                  </a:moveTo>
                  <a:lnTo>
                    <a:pt x="1" y="2864"/>
                  </a:lnTo>
                  <a:lnTo>
                    <a:pt x="884" y="2864"/>
                  </a:lnTo>
                  <a:lnTo>
                    <a:pt x="88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7"/>
            <p:cNvSpPr/>
            <p:nvPr/>
          </p:nvSpPr>
          <p:spPr>
            <a:xfrm>
              <a:off x="6727884" y="1885306"/>
              <a:ext cx="7519" cy="111801"/>
            </a:xfrm>
            <a:custGeom>
              <a:rect b="b" l="l" r="r" t="t"/>
              <a:pathLst>
                <a:path extrusionOk="0" h="3078" w="207">
                  <a:moveTo>
                    <a:pt x="206" y="0"/>
                  </a:moveTo>
                  <a:lnTo>
                    <a:pt x="1" y="214"/>
                  </a:lnTo>
                  <a:lnTo>
                    <a:pt x="1" y="3078"/>
                  </a:lnTo>
                  <a:lnTo>
                    <a:pt x="206" y="3078"/>
                  </a:lnTo>
                  <a:lnTo>
                    <a:pt x="206"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7"/>
            <p:cNvSpPr/>
            <p:nvPr/>
          </p:nvSpPr>
          <p:spPr>
            <a:xfrm>
              <a:off x="6701006" y="1898236"/>
              <a:ext cx="3923" cy="7192"/>
            </a:xfrm>
            <a:custGeom>
              <a:rect b="b" l="l" r="r" t="t"/>
              <a:pathLst>
                <a:path extrusionOk="0" h="198" w="108">
                  <a:moveTo>
                    <a:pt x="0" y="1"/>
                  </a:moveTo>
                  <a:lnTo>
                    <a:pt x="0"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7"/>
            <p:cNvSpPr/>
            <p:nvPr/>
          </p:nvSpPr>
          <p:spPr>
            <a:xfrm>
              <a:off x="6710086" y="1911530"/>
              <a:ext cx="3923" cy="7192"/>
            </a:xfrm>
            <a:custGeom>
              <a:rect b="b" l="l" r="r" t="t"/>
              <a:pathLst>
                <a:path extrusionOk="0" h="198"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7"/>
            <p:cNvSpPr/>
            <p:nvPr/>
          </p:nvSpPr>
          <p:spPr>
            <a:xfrm>
              <a:off x="6718513" y="1900198"/>
              <a:ext cx="3923" cy="7156"/>
            </a:xfrm>
            <a:custGeom>
              <a:rect b="b" l="l" r="r" t="t"/>
              <a:pathLst>
                <a:path extrusionOk="0" h="197"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7"/>
            <p:cNvSpPr/>
            <p:nvPr/>
          </p:nvSpPr>
          <p:spPr>
            <a:xfrm>
              <a:off x="6700025" y="1919303"/>
              <a:ext cx="3923" cy="7192"/>
            </a:xfrm>
            <a:custGeom>
              <a:rect b="b" l="l" r="r" t="t"/>
              <a:pathLst>
                <a:path extrusionOk="0" h="198"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7"/>
            <p:cNvSpPr/>
            <p:nvPr/>
          </p:nvSpPr>
          <p:spPr>
            <a:xfrm>
              <a:off x="6720438" y="1923516"/>
              <a:ext cx="3923" cy="7192"/>
            </a:xfrm>
            <a:custGeom>
              <a:rect b="b" l="l" r="r" t="t"/>
              <a:pathLst>
                <a:path extrusionOk="0" h="198"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7"/>
            <p:cNvSpPr/>
            <p:nvPr/>
          </p:nvSpPr>
          <p:spPr>
            <a:xfrm>
              <a:off x="6709432" y="1932923"/>
              <a:ext cx="3923" cy="7156"/>
            </a:xfrm>
            <a:custGeom>
              <a:rect b="b" l="l" r="r" t="t"/>
              <a:pathLst>
                <a:path extrusionOk="0" h="197"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7"/>
            <p:cNvSpPr/>
            <p:nvPr/>
          </p:nvSpPr>
          <p:spPr>
            <a:xfrm>
              <a:off x="6699371" y="1944909"/>
              <a:ext cx="3923" cy="7156"/>
            </a:xfrm>
            <a:custGeom>
              <a:rect b="b" l="l" r="r" t="t"/>
              <a:pathLst>
                <a:path extrusionOk="0" h="197"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7"/>
            <p:cNvSpPr/>
            <p:nvPr/>
          </p:nvSpPr>
          <p:spPr>
            <a:xfrm>
              <a:off x="6702931" y="1963070"/>
              <a:ext cx="3959" cy="7156"/>
            </a:xfrm>
            <a:custGeom>
              <a:rect b="b" l="l" r="r" t="t"/>
              <a:pathLst>
                <a:path extrusionOk="0" h="197" w="109">
                  <a:moveTo>
                    <a:pt x="1" y="0"/>
                  </a:moveTo>
                  <a:lnTo>
                    <a:pt x="1" y="196"/>
                  </a:lnTo>
                  <a:lnTo>
                    <a:pt x="108" y="196"/>
                  </a:lnTo>
                  <a:lnTo>
                    <a:pt x="10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7"/>
            <p:cNvSpPr/>
            <p:nvPr/>
          </p:nvSpPr>
          <p:spPr>
            <a:xfrm>
              <a:off x="6695812" y="1885306"/>
              <a:ext cx="39592" cy="7809"/>
            </a:xfrm>
            <a:custGeom>
              <a:rect b="b" l="l" r="r" t="t"/>
              <a:pathLst>
                <a:path extrusionOk="0" h="215" w="1090">
                  <a:moveTo>
                    <a:pt x="215" y="0"/>
                  </a:moveTo>
                  <a:lnTo>
                    <a:pt x="1" y="214"/>
                  </a:lnTo>
                  <a:lnTo>
                    <a:pt x="884" y="214"/>
                  </a:lnTo>
                  <a:lnTo>
                    <a:pt x="10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7"/>
            <p:cNvSpPr/>
            <p:nvPr/>
          </p:nvSpPr>
          <p:spPr>
            <a:xfrm>
              <a:off x="6634901" y="1859373"/>
              <a:ext cx="15909" cy="139696"/>
            </a:xfrm>
            <a:custGeom>
              <a:rect b="b" l="l" r="r" t="t"/>
              <a:pathLst>
                <a:path extrusionOk="0" h="3846" w="438">
                  <a:moveTo>
                    <a:pt x="438" y="0"/>
                  </a:moveTo>
                  <a:cubicBezTo>
                    <a:pt x="438" y="0"/>
                    <a:pt x="384" y="63"/>
                    <a:pt x="393" y="143"/>
                  </a:cubicBezTo>
                  <a:cubicBezTo>
                    <a:pt x="402" y="215"/>
                    <a:pt x="322" y="250"/>
                    <a:pt x="357" y="313"/>
                  </a:cubicBezTo>
                  <a:cubicBezTo>
                    <a:pt x="384" y="384"/>
                    <a:pt x="286" y="402"/>
                    <a:pt x="331" y="491"/>
                  </a:cubicBezTo>
                  <a:cubicBezTo>
                    <a:pt x="375" y="571"/>
                    <a:pt x="268" y="670"/>
                    <a:pt x="304" y="759"/>
                  </a:cubicBezTo>
                  <a:cubicBezTo>
                    <a:pt x="348" y="857"/>
                    <a:pt x="259" y="893"/>
                    <a:pt x="295" y="973"/>
                  </a:cubicBezTo>
                  <a:cubicBezTo>
                    <a:pt x="340" y="1053"/>
                    <a:pt x="206" y="1142"/>
                    <a:pt x="268" y="1276"/>
                  </a:cubicBezTo>
                  <a:cubicBezTo>
                    <a:pt x="340" y="1401"/>
                    <a:pt x="206" y="1472"/>
                    <a:pt x="250" y="1562"/>
                  </a:cubicBezTo>
                  <a:cubicBezTo>
                    <a:pt x="295" y="1660"/>
                    <a:pt x="134" y="1767"/>
                    <a:pt x="206" y="1865"/>
                  </a:cubicBezTo>
                  <a:cubicBezTo>
                    <a:pt x="277" y="1972"/>
                    <a:pt x="143" y="2061"/>
                    <a:pt x="188" y="2142"/>
                  </a:cubicBezTo>
                  <a:cubicBezTo>
                    <a:pt x="233" y="2222"/>
                    <a:pt x="108" y="2338"/>
                    <a:pt x="179" y="2427"/>
                  </a:cubicBezTo>
                  <a:cubicBezTo>
                    <a:pt x="241" y="2516"/>
                    <a:pt x="90" y="2623"/>
                    <a:pt x="134" y="2739"/>
                  </a:cubicBezTo>
                  <a:cubicBezTo>
                    <a:pt x="188" y="2864"/>
                    <a:pt x="63" y="2998"/>
                    <a:pt x="125" y="3105"/>
                  </a:cubicBezTo>
                  <a:cubicBezTo>
                    <a:pt x="188" y="3212"/>
                    <a:pt x="36" y="3239"/>
                    <a:pt x="108" y="3355"/>
                  </a:cubicBezTo>
                  <a:cubicBezTo>
                    <a:pt x="179" y="3480"/>
                    <a:pt x="1" y="3631"/>
                    <a:pt x="1" y="3845"/>
                  </a:cubicBezTo>
                  <a:lnTo>
                    <a:pt x="438" y="3845"/>
                  </a:lnTo>
                  <a:lnTo>
                    <a:pt x="4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7"/>
            <p:cNvSpPr/>
            <p:nvPr/>
          </p:nvSpPr>
          <p:spPr>
            <a:xfrm>
              <a:off x="6650773" y="1859373"/>
              <a:ext cx="15909" cy="139696"/>
            </a:xfrm>
            <a:custGeom>
              <a:rect b="b" l="l" r="r" t="t"/>
              <a:pathLst>
                <a:path extrusionOk="0" h="3846" w="438">
                  <a:moveTo>
                    <a:pt x="1" y="0"/>
                  </a:moveTo>
                  <a:lnTo>
                    <a:pt x="1" y="3845"/>
                  </a:lnTo>
                  <a:lnTo>
                    <a:pt x="438" y="3845"/>
                  </a:lnTo>
                  <a:cubicBezTo>
                    <a:pt x="438" y="3631"/>
                    <a:pt x="259" y="3480"/>
                    <a:pt x="331" y="3355"/>
                  </a:cubicBezTo>
                  <a:cubicBezTo>
                    <a:pt x="402" y="3239"/>
                    <a:pt x="250" y="3212"/>
                    <a:pt x="313" y="3105"/>
                  </a:cubicBezTo>
                  <a:cubicBezTo>
                    <a:pt x="375" y="2998"/>
                    <a:pt x="250" y="2864"/>
                    <a:pt x="304" y="2739"/>
                  </a:cubicBezTo>
                  <a:cubicBezTo>
                    <a:pt x="358" y="2623"/>
                    <a:pt x="197" y="2516"/>
                    <a:pt x="268" y="2427"/>
                  </a:cubicBezTo>
                  <a:cubicBezTo>
                    <a:pt x="331" y="2338"/>
                    <a:pt x="206" y="2222"/>
                    <a:pt x="250" y="2142"/>
                  </a:cubicBezTo>
                  <a:cubicBezTo>
                    <a:pt x="295" y="2061"/>
                    <a:pt x="170" y="1972"/>
                    <a:pt x="233" y="1865"/>
                  </a:cubicBezTo>
                  <a:cubicBezTo>
                    <a:pt x="304" y="1767"/>
                    <a:pt x="152" y="1660"/>
                    <a:pt x="188" y="1562"/>
                  </a:cubicBezTo>
                  <a:cubicBezTo>
                    <a:pt x="233" y="1472"/>
                    <a:pt x="108" y="1401"/>
                    <a:pt x="170" y="1276"/>
                  </a:cubicBezTo>
                  <a:cubicBezTo>
                    <a:pt x="242" y="1142"/>
                    <a:pt x="99" y="1053"/>
                    <a:pt x="143" y="973"/>
                  </a:cubicBezTo>
                  <a:cubicBezTo>
                    <a:pt x="188" y="893"/>
                    <a:pt x="90" y="857"/>
                    <a:pt x="135" y="759"/>
                  </a:cubicBezTo>
                  <a:cubicBezTo>
                    <a:pt x="179" y="670"/>
                    <a:pt x="63" y="571"/>
                    <a:pt x="108" y="491"/>
                  </a:cubicBezTo>
                  <a:cubicBezTo>
                    <a:pt x="161" y="402"/>
                    <a:pt x="54" y="384"/>
                    <a:pt x="90" y="313"/>
                  </a:cubicBezTo>
                  <a:cubicBezTo>
                    <a:pt x="117" y="250"/>
                    <a:pt x="45" y="215"/>
                    <a:pt x="54" y="143"/>
                  </a:cubicBezTo>
                  <a:cubicBezTo>
                    <a:pt x="63" y="63"/>
                    <a:pt x="1" y="0"/>
                    <a:pt x="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7"/>
            <p:cNvSpPr/>
            <p:nvPr/>
          </p:nvSpPr>
          <p:spPr>
            <a:xfrm>
              <a:off x="6474179" y="1859373"/>
              <a:ext cx="15909" cy="139696"/>
            </a:xfrm>
            <a:custGeom>
              <a:rect b="b" l="l" r="r" t="t"/>
              <a:pathLst>
                <a:path extrusionOk="0" h="3846" w="438">
                  <a:moveTo>
                    <a:pt x="438" y="0"/>
                  </a:moveTo>
                  <a:cubicBezTo>
                    <a:pt x="438" y="0"/>
                    <a:pt x="375" y="63"/>
                    <a:pt x="384" y="143"/>
                  </a:cubicBezTo>
                  <a:cubicBezTo>
                    <a:pt x="393" y="215"/>
                    <a:pt x="322" y="250"/>
                    <a:pt x="349" y="313"/>
                  </a:cubicBezTo>
                  <a:cubicBezTo>
                    <a:pt x="384" y="384"/>
                    <a:pt x="277" y="402"/>
                    <a:pt x="331" y="491"/>
                  </a:cubicBezTo>
                  <a:cubicBezTo>
                    <a:pt x="375" y="571"/>
                    <a:pt x="259" y="670"/>
                    <a:pt x="304" y="759"/>
                  </a:cubicBezTo>
                  <a:cubicBezTo>
                    <a:pt x="349" y="857"/>
                    <a:pt x="251" y="893"/>
                    <a:pt x="295" y="973"/>
                  </a:cubicBezTo>
                  <a:cubicBezTo>
                    <a:pt x="340" y="1053"/>
                    <a:pt x="197" y="1142"/>
                    <a:pt x="268" y="1276"/>
                  </a:cubicBezTo>
                  <a:cubicBezTo>
                    <a:pt x="331" y="1401"/>
                    <a:pt x="206" y="1472"/>
                    <a:pt x="251" y="1562"/>
                  </a:cubicBezTo>
                  <a:cubicBezTo>
                    <a:pt x="286" y="1660"/>
                    <a:pt x="135" y="1767"/>
                    <a:pt x="206" y="1865"/>
                  </a:cubicBezTo>
                  <a:cubicBezTo>
                    <a:pt x="268" y="1972"/>
                    <a:pt x="143" y="2061"/>
                    <a:pt x="188" y="2142"/>
                  </a:cubicBezTo>
                  <a:cubicBezTo>
                    <a:pt x="233" y="2222"/>
                    <a:pt x="108" y="2338"/>
                    <a:pt x="170" y="2427"/>
                  </a:cubicBezTo>
                  <a:cubicBezTo>
                    <a:pt x="242" y="2516"/>
                    <a:pt x="81" y="2623"/>
                    <a:pt x="135" y="2739"/>
                  </a:cubicBezTo>
                  <a:cubicBezTo>
                    <a:pt x="188" y="2864"/>
                    <a:pt x="63" y="2998"/>
                    <a:pt x="126" y="3105"/>
                  </a:cubicBezTo>
                  <a:cubicBezTo>
                    <a:pt x="188" y="3212"/>
                    <a:pt x="36" y="3239"/>
                    <a:pt x="108" y="3355"/>
                  </a:cubicBezTo>
                  <a:cubicBezTo>
                    <a:pt x="179" y="3480"/>
                    <a:pt x="1" y="3631"/>
                    <a:pt x="1" y="3845"/>
                  </a:cubicBezTo>
                  <a:lnTo>
                    <a:pt x="438" y="3845"/>
                  </a:lnTo>
                  <a:lnTo>
                    <a:pt x="4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7"/>
            <p:cNvSpPr/>
            <p:nvPr/>
          </p:nvSpPr>
          <p:spPr>
            <a:xfrm>
              <a:off x="6490051" y="1859373"/>
              <a:ext cx="15909" cy="139696"/>
            </a:xfrm>
            <a:custGeom>
              <a:rect b="b" l="l" r="r" t="t"/>
              <a:pathLst>
                <a:path extrusionOk="0" h="3846" w="438">
                  <a:moveTo>
                    <a:pt x="1" y="0"/>
                  </a:moveTo>
                  <a:lnTo>
                    <a:pt x="1" y="3845"/>
                  </a:lnTo>
                  <a:lnTo>
                    <a:pt x="438" y="3845"/>
                  </a:lnTo>
                  <a:cubicBezTo>
                    <a:pt x="438" y="3631"/>
                    <a:pt x="260" y="3480"/>
                    <a:pt x="331" y="3355"/>
                  </a:cubicBezTo>
                  <a:cubicBezTo>
                    <a:pt x="402" y="3239"/>
                    <a:pt x="251" y="3212"/>
                    <a:pt x="313" y="3105"/>
                  </a:cubicBezTo>
                  <a:cubicBezTo>
                    <a:pt x="376" y="2998"/>
                    <a:pt x="251" y="2864"/>
                    <a:pt x="304" y="2739"/>
                  </a:cubicBezTo>
                  <a:cubicBezTo>
                    <a:pt x="358" y="2623"/>
                    <a:pt x="197" y="2516"/>
                    <a:pt x="260" y="2427"/>
                  </a:cubicBezTo>
                  <a:cubicBezTo>
                    <a:pt x="331" y="2338"/>
                    <a:pt x="206" y="2222"/>
                    <a:pt x="251" y="2142"/>
                  </a:cubicBezTo>
                  <a:cubicBezTo>
                    <a:pt x="295" y="2061"/>
                    <a:pt x="161" y="1972"/>
                    <a:pt x="233" y="1865"/>
                  </a:cubicBezTo>
                  <a:cubicBezTo>
                    <a:pt x="304" y="1767"/>
                    <a:pt x="144" y="1660"/>
                    <a:pt x="188" y="1562"/>
                  </a:cubicBezTo>
                  <a:cubicBezTo>
                    <a:pt x="233" y="1472"/>
                    <a:pt x="99" y="1401"/>
                    <a:pt x="170" y="1276"/>
                  </a:cubicBezTo>
                  <a:cubicBezTo>
                    <a:pt x="233" y="1142"/>
                    <a:pt x="99" y="1053"/>
                    <a:pt x="144" y="973"/>
                  </a:cubicBezTo>
                  <a:cubicBezTo>
                    <a:pt x="179" y="893"/>
                    <a:pt x="90" y="857"/>
                    <a:pt x="135" y="759"/>
                  </a:cubicBezTo>
                  <a:cubicBezTo>
                    <a:pt x="170" y="670"/>
                    <a:pt x="63" y="571"/>
                    <a:pt x="108" y="491"/>
                  </a:cubicBezTo>
                  <a:cubicBezTo>
                    <a:pt x="153" y="402"/>
                    <a:pt x="54" y="384"/>
                    <a:pt x="81" y="313"/>
                  </a:cubicBezTo>
                  <a:cubicBezTo>
                    <a:pt x="117" y="250"/>
                    <a:pt x="37" y="215"/>
                    <a:pt x="45" y="143"/>
                  </a:cubicBezTo>
                  <a:cubicBezTo>
                    <a:pt x="54" y="63"/>
                    <a:pt x="1" y="0"/>
                    <a:pt x="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7"/>
            <p:cNvSpPr/>
            <p:nvPr/>
          </p:nvSpPr>
          <p:spPr>
            <a:xfrm>
              <a:off x="6654987" y="1902450"/>
              <a:ext cx="12677" cy="111510"/>
            </a:xfrm>
            <a:custGeom>
              <a:rect b="b" l="l" r="r" t="t"/>
              <a:pathLst>
                <a:path extrusionOk="0" h="3070" w="349">
                  <a:moveTo>
                    <a:pt x="349" y="1"/>
                  </a:moveTo>
                  <a:cubicBezTo>
                    <a:pt x="349" y="1"/>
                    <a:pt x="304" y="54"/>
                    <a:pt x="313" y="117"/>
                  </a:cubicBezTo>
                  <a:cubicBezTo>
                    <a:pt x="322" y="179"/>
                    <a:pt x="259" y="206"/>
                    <a:pt x="277" y="251"/>
                  </a:cubicBezTo>
                  <a:cubicBezTo>
                    <a:pt x="304" y="304"/>
                    <a:pt x="224" y="331"/>
                    <a:pt x="259" y="393"/>
                  </a:cubicBezTo>
                  <a:cubicBezTo>
                    <a:pt x="295" y="456"/>
                    <a:pt x="206" y="536"/>
                    <a:pt x="242" y="608"/>
                  </a:cubicBezTo>
                  <a:cubicBezTo>
                    <a:pt x="277" y="688"/>
                    <a:pt x="206" y="715"/>
                    <a:pt x="233" y="777"/>
                  </a:cubicBezTo>
                  <a:cubicBezTo>
                    <a:pt x="268" y="848"/>
                    <a:pt x="161" y="911"/>
                    <a:pt x="215" y="1018"/>
                  </a:cubicBezTo>
                  <a:cubicBezTo>
                    <a:pt x="268" y="1125"/>
                    <a:pt x="161" y="1179"/>
                    <a:pt x="197" y="1250"/>
                  </a:cubicBezTo>
                  <a:cubicBezTo>
                    <a:pt x="233" y="1321"/>
                    <a:pt x="108" y="1410"/>
                    <a:pt x="161" y="1491"/>
                  </a:cubicBezTo>
                  <a:cubicBezTo>
                    <a:pt x="215" y="1580"/>
                    <a:pt x="117" y="1651"/>
                    <a:pt x="143" y="1714"/>
                  </a:cubicBezTo>
                  <a:cubicBezTo>
                    <a:pt x="179" y="1776"/>
                    <a:pt x="90" y="1865"/>
                    <a:pt x="143" y="1937"/>
                  </a:cubicBezTo>
                  <a:cubicBezTo>
                    <a:pt x="197" y="2008"/>
                    <a:pt x="63" y="2097"/>
                    <a:pt x="108" y="2187"/>
                  </a:cubicBezTo>
                  <a:cubicBezTo>
                    <a:pt x="152" y="2285"/>
                    <a:pt x="45" y="2392"/>
                    <a:pt x="99" y="2481"/>
                  </a:cubicBezTo>
                  <a:cubicBezTo>
                    <a:pt x="152" y="2561"/>
                    <a:pt x="27" y="2588"/>
                    <a:pt x="90" y="2686"/>
                  </a:cubicBezTo>
                  <a:cubicBezTo>
                    <a:pt x="143" y="2775"/>
                    <a:pt x="1" y="2900"/>
                    <a:pt x="1" y="3070"/>
                  </a:cubicBezTo>
                  <a:lnTo>
                    <a:pt x="349" y="3070"/>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7"/>
            <p:cNvSpPr/>
            <p:nvPr/>
          </p:nvSpPr>
          <p:spPr>
            <a:xfrm>
              <a:off x="6667626" y="1902450"/>
              <a:ext cx="12677" cy="111510"/>
            </a:xfrm>
            <a:custGeom>
              <a:rect b="b" l="l" r="r" t="t"/>
              <a:pathLst>
                <a:path extrusionOk="0" h="3070" w="349">
                  <a:moveTo>
                    <a:pt x="1" y="1"/>
                  </a:moveTo>
                  <a:lnTo>
                    <a:pt x="1" y="3070"/>
                  </a:lnTo>
                  <a:lnTo>
                    <a:pt x="349" y="3070"/>
                  </a:lnTo>
                  <a:cubicBezTo>
                    <a:pt x="349" y="2900"/>
                    <a:pt x="206" y="2775"/>
                    <a:pt x="268" y="2686"/>
                  </a:cubicBezTo>
                  <a:cubicBezTo>
                    <a:pt x="322" y="2588"/>
                    <a:pt x="197" y="2561"/>
                    <a:pt x="250" y="2481"/>
                  </a:cubicBezTo>
                  <a:cubicBezTo>
                    <a:pt x="304" y="2392"/>
                    <a:pt x="197" y="2285"/>
                    <a:pt x="241" y="2187"/>
                  </a:cubicBezTo>
                  <a:cubicBezTo>
                    <a:pt x="286" y="2097"/>
                    <a:pt x="161" y="2008"/>
                    <a:pt x="206" y="1937"/>
                  </a:cubicBezTo>
                  <a:cubicBezTo>
                    <a:pt x="259" y="1865"/>
                    <a:pt x="170" y="1776"/>
                    <a:pt x="206" y="1714"/>
                  </a:cubicBezTo>
                  <a:cubicBezTo>
                    <a:pt x="241" y="1651"/>
                    <a:pt x="134" y="1580"/>
                    <a:pt x="188" y="1491"/>
                  </a:cubicBezTo>
                  <a:cubicBezTo>
                    <a:pt x="241" y="1410"/>
                    <a:pt x="117" y="1321"/>
                    <a:pt x="152" y="1250"/>
                  </a:cubicBezTo>
                  <a:cubicBezTo>
                    <a:pt x="188" y="1179"/>
                    <a:pt x="81" y="1125"/>
                    <a:pt x="134" y="1018"/>
                  </a:cubicBezTo>
                  <a:cubicBezTo>
                    <a:pt x="188" y="911"/>
                    <a:pt x="81" y="848"/>
                    <a:pt x="117" y="777"/>
                  </a:cubicBezTo>
                  <a:cubicBezTo>
                    <a:pt x="152" y="715"/>
                    <a:pt x="72" y="688"/>
                    <a:pt x="108" y="608"/>
                  </a:cubicBezTo>
                  <a:cubicBezTo>
                    <a:pt x="143" y="536"/>
                    <a:pt x="54" y="456"/>
                    <a:pt x="90" y="393"/>
                  </a:cubicBezTo>
                  <a:cubicBezTo>
                    <a:pt x="125" y="331"/>
                    <a:pt x="45" y="304"/>
                    <a:pt x="72" y="251"/>
                  </a:cubicBezTo>
                  <a:cubicBezTo>
                    <a:pt x="90" y="206"/>
                    <a:pt x="36" y="179"/>
                    <a:pt x="36" y="117"/>
                  </a:cubicBezTo>
                  <a:cubicBezTo>
                    <a:pt x="45" y="54"/>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7"/>
            <p:cNvSpPr/>
            <p:nvPr/>
          </p:nvSpPr>
          <p:spPr>
            <a:xfrm>
              <a:off x="6389296" y="1882037"/>
              <a:ext cx="12677" cy="111183"/>
            </a:xfrm>
            <a:custGeom>
              <a:rect b="b" l="l" r="r" t="t"/>
              <a:pathLst>
                <a:path extrusionOk="0" h="3061" w="349">
                  <a:moveTo>
                    <a:pt x="348" y="1"/>
                  </a:moveTo>
                  <a:cubicBezTo>
                    <a:pt x="348" y="1"/>
                    <a:pt x="304" y="46"/>
                    <a:pt x="304" y="108"/>
                  </a:cubicBezTo>
                  <a:cubicBezTo>
                    <a:pt x="313" y="170"/>
                    <a:pt x="250" y="197"/>
                    <a:pt x="277" y="251"/>
                  </a:cubicBezTo>
                  <a:cubicBezTo>
                    <a:pt x="304" y="304"/>
                    <a:pt x="223" y="322"/>
                    <a:pt x="259" y="385"/>
                  </a:cubicBezTo>
                  <a:cubicBezTo>
                    <a:pt x="295" y="456"/>
                    <a:pt x="206" y="527"/>
                    <a:pt x="241" y="608"/>
                  </a:cubicBezTo>
                  <a:cubicBezTo>
                    <a:pt x="277" y="679"/>
                    <a:pt x="197" y="715"/>
                    <a:pt x="232" y="777"/>
                  </a:cubicBezTo>
                  <a:cubicBezTo>
                    <a:pt x="268" y="840"/>
                    <a:pt x="161" y="911"/>
                    <a:pt x="215" y="1009"/>
                  </a:cubicBezTo>
                  <a:cubicBezTo>
                    <a:pt x="268" y="1116"/>
                    <a:pt x="161" y="1170"/>
                    <a:pt x="197" y="1241"/>
                  </a:cubicBezTo>
                  <a:cubicBezTo>
                    <a:pt x="232" y="1321"/>
                    <a:pt x="99" y="1402"/>
                    <a:pt x="161" y="1491"/>
                  </a:cubicBezTo>
                  <a:cubicBezTo>
                    <a:pt x="215" y="1571"/>
                    <a:pt x="107" y="1642"/>
                    <a:pt x="143" y="1705"/>
                  </a:cubicBezTo>
                  <a:cubicBezTo>
                    <a:pt x="179" y="1776"/>
                    <a:pt x="81" y="1865"/>
                    <a:pt x="134" y="1937"/>
                  </a:cubicBezTo>
                  <a:cubicBezTo>
                    <a:pt x="188" y="2008"/>
                    <a:pt x="63" y="2088"/>
                    <a:pt x="107" y="2187"/>
                  </a:cubicBezTo>
                  <a:cubicBezTo>
                    <a:pt x="143" y="2285"/>
                    <a:pt x="45" y="2392"/>
                    <a:pt x="99" y="2472"/>
                  </a:cubicBezTo>
                  <a:cubicBezTo>
                    <a:pt x="143" y="2561"/>
                    <a:pt x="27" y="2579"/>
                    <a:pt x="81" y="2677"/>
                  </a:cubicBezTo>
                  <a:cubicBezTo>
                    <a:pt x="134" y="2766"/>
                    <a:pt x="0" y="2891"/>
                    <a:pt x="0" y="3061"/>
                  </a:cubicBezTo>
                  <a:lnTo>
                    <a:pt x="348" y="3061"/>
                  </a:lnTo>
                  <a:lnTo>
                    <a:pt x="3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7"/>
            <p:cNvSpPr/>
            <p:nvPr/>
          </p:nvSpPr>
          <p:spPr>
            <a:xfrm>
              <a:off x="6401936" y="1882037"/>
              <a:ext cx="12677" cy="111183"/>
            </a:xfrm>
            <a:custGeom>
              <a:rect b="b" l="l" r="r" t="t"/>
              <a:pathLst>
                <a:path extrusionOk="0" h="3061" w="349">
                  <a:moveTo>
                    <a:pt x="0" y="1"/>
                  </a:moveTo>
                  <a:lnTo>
                    <a:pt x="0" y="3061"/>
                  </a:lnTo>
                  <a:lnTo>
                    <a:pt x="348" y="3061"/>
                  </a:lnTo>
                  <a:cubicBezTo>
                    <a:pt x="348" y="2891"/>
                    <a:pt x="206" y="2766"/>
                    <a:pt x="259" y="2677"/>
                  </a:cubicBezTo>
                  <a:cubicBezTo>
                    <a:pt x="313" y="2579"/>
                    <a:pt x="197" y="2561"/>
                    <a:pt x="250" y="2472"/>
                  </a:cubicBezTo>
                  <a:cubicBezTo>
                    <a:pt x="295" y="2392"/>
                    <a:pt x="197" y="2285"/>
                    <a:pt x="241" y="2187"/>
                  </a:cubicBezTo>
                  <a:cubicBezTo>
                    <a:pt x="277" y="2088"/>
                    <a:pt x="152" y="2008"/>
                    <a:pt x="206" y="1937"/>
                  </a:cubicBezTo>
                  <a:cubicBezTo>
                    <a:pt x="259" y="1865"/>
                    <a:pt x="161" y="1776"/>
                    <a:pt x="197" y="1705"/>
                  </a:cubicBezTo>
                  <a:cubicBezTo>
                    <a:pt x="232" y="1642"/>
                    <a:pt x="125" y="1571"/>
                    <a:pt x="188" y="1491"/>
                  </a:cubicBezTo>
                  <a:cubicBezTo>
                    <a:pt x="241" y="1402"/>
                    <a:pt x="116" y="1321"/>
                    <a:pt x="152" y="1241"/>
                  </a:cubicBezTo>
                  <a:cubicBezTo>
                    <a:pt x="179" y="1170"/>
                    <a:pt x="81" y="1116"/>
                    <a:pt x="134" y="1009"/>
                  </a:cubicBezTo>
                  <a:cubicBezTo>
                    <a:pt x="188" y="911"/>
                    <a:pt x="81" y="840"/>
                    <a:pt x="107" y="777"/>
                  </a:cubicBezTo>
                  <a:cubicBezTo>
                    <a:pt x="143" y="715"/>
                    <a:pt x="72" y="679"/>
                    <a:pt x="107" y="608"/>
                  </a:cubicBezTo>
                  <a:cubicBezTo>
                    <a:pt x="134" y="527"/>
                    <a:pt x="45" y="456"/>
                    <a:pt x="81" y="385"/>
                  </a:cubicBezTo>
                  <a:cubicBezTo>
                    <a:pt x="125" y="322"/>
                    <a:pt x="45" y="304"/>
                    <a:pt x="63" y="251"/>
                  </a:cubicBezTo>
                  <a:cubicBezTo>
                    <a:pt x="90" y="197"/>
                    <a:pt x="27" y="170"/>
                    <a:pt x="36" y="108"/>
                  </a:cubicBezTo>
                  <a:cubicBezTo>
                    <a:pt x="45" y="46"/>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7"/>
            <p:cNvSpPr/>
            <p:nvPr/>
          </p:nvSpPr>
          <p:spPr>
            <a:xfrm>
              <a:off x="6528951" y="1902450"/>
              <a:ext cx="12677" cy="111510"/>
            </a:xfrm>
            <a:custGeom>
              <a:rect b="b" l="l" r="r" t="t"/>
              <a:pathLst>
                <a:path extrusionOk="0" h="3070" w="349">
                  <a:moveTo>
                    <a:pt x="348" y="1"/>
                  </a:moveTo>
                  <a:cubicBezTo>
                    <a:pt x="348" y="1"/>
                    <a:pt x="304" y="46"/>
                    <a:pt x="313" y="117"/>
                  </a:cubicBezTo>
                  <a:cubicBezTo>
                    <a:pt x="322" y="179"/>
                    <a:pt x="259" y="206"/>
                    <a:pt x="286" y="251"/>
                  </a:cubicBezTo>
                  <a:cubicBezTo>
                    <a:pt x="304" y="304"/>
                    <a:pt x="223" y="322"/>
                    <a:pt x="259" y="393"/>
                  </a:cubicBezTo>
                  <a:cubicBezTo>
                    <a:pt x="304" y="456"/>
                    <a:pt x="214" y="536"/>
                    <a:pt x="241" y="608"/>
                  </a:cubicBezTo>
                  <a:cubicBezTo>
                    <a:pt x="277" y="688"/>
                    <a:pt x="206" y="715"/>
                    <a:pt x="232" y="777"/>
                  </a:cubicBezTo>
                  <a:cubicBezTo>
                    <a:pt x="268" y="840"/>
                    <a:pt x="161" y="911"/>
                    <a:pt x="214" y="1018"/>
                  </a:cubicBezTo>
                  <a:cubicBezTo>
                    <a:pt x="268" y="1125"/>
                    <a:pt x="170" y="1179"/>
                    <a:pt x="197" y="1250"/>
                  </a:cubicBezTo>
                  <a:cubicBezTo>
                    <a:pt x="232" y="1321"/>
                    <a:pt x="107" y="1410"/>
                    <a:pt x="161" y="1491"/>
                  </a:cubicBezTo>
                  <a:cubicBezTo>
                    <a:pt x="214" y="1580"/>
                    <a:pt x="116" y="1651"/>
                    <a:pt x="152" y="1714"/>
                  </a:cubicBezTo>
                  <a:cubicBezTo>
                    <a:pt x="188" y="1776"/>
                    <a:pt x="90" y="1865"/>
                    <a:pt x="143" y="1937"/>
                  </a:cubicBezTo>
                  <a:cubicBezTo>
                    <a:pt x="197" y="2008"/>
                    <a:pt x="72" y="2088"/>
                    <a:pt x="107" y="2187"/>
                  </a:cubicBezTo>
                  <a:cubicBezTo>
                    <a:pt x="152" y="2285"/>
                    <a:pt x="54" y="2392"/>
                    <a:pt x="99" y="2481"/>
                  </a:cubicBezTo>
                  <a:cubicBezTo>
                    <a:pt x="152" y="2561"/>
                    <a:pt x="27" y="2588"/>
                    <a:pt x="90" y="2677"/>
                  </a:cubicBezTo>
                  <a:cubicBezTo>
                    <a:pt x="143" y="2775"/>
                    <a:pt x="0" y="2891"/>
                    <a:pt x="0" y="3070"/>
                  </a:cubicBezTo>
                  <a:lnTo>
                    <a:pt x="348" y="3070"/>
                  </a:lnTo>
                  <a:lnTo>
                    <a:pt x="3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7"/>
            <p:cNvSpPr/>
            <p:nvPr/>
          </p:nvSpPr>
          <p:spPr>
            <a:xfrm>
              <a:off x="6541591" y="1902450"/>
              <a:ext cx="12677" cy="111510"/>
            </a:xfrm>
            <a:custGeom>
              <a:rect b="b" l="l" r="r" t="t"/>
              <a:pathLst>
                <a:path extrusionOk="0" h="3070" w="349">
                  <a:moveTo>
                    <a:pt x="0" y="1"/>
                  </a:moveTo>
                  <a:lnTo>
                    <a:pt x="0" y="3070"/>
                  </a:lnTo>
                  <a:lnTo>
                    <a:pt x="348" y="3070"/>
                  </a:lnTo>
                  <a:cubicBezTo>
                    <a:pt x="348" y="2891"/>
                    <a:pt x="214" y="2775"/>
                    <a:pt x="268" y="2677"/>
                  </a:cubicBezTo>
                  <a:cubicBezTo>
                    <a:pt x="321" y="2588"/>
                    <a:pt x="197" y="2561"/>
                    <a:pt x="250" y="2481"/>
                  </a:cubicBezTo>
                  <a:cubicBezTo>
                    <a:pt x="304" y="2392"/>
                    <a:pt x="197" y="2285"/>
                    <a:pt x="241" y="2187"/>
                  </a:cubicBezTo>
                  <a:cubicBezTo>
                    <a:pt x="286" y="2088"/>
                    <a:pt x="161" y="2008"/>
                    <a:pt x="214" y="1937"/>
                  </a:cubicBezTo>
                  <a:cubicBezTo>
                    <a:pt x="268" y="1865"/>
                    <a:pt x="170" y="1776"/>
                    <a:pt x="205" y="1714"/>
                  </a:cubicBezTo>
                  <a:cubicBezTo>
                    <a:pt x="241" y="1651"/>
                    <a:pt x="134" y="1580"/>
                    <a:pt x="188" y="1491"/>
                  </a:cubicBezTo>
                  <a:cubicBezTo>
                    <a:pt x="241" y="1410"/>
                    <a:pt x="116" y="1321"/>
                    <a:pt x="152" y="1250"/>
                  </a:cubicBezTo>
                  <a:cubicBezTo>
                    <a:pt x="188" y="1179"/>
                    <a:pt x="81" y="1125"/>
                    <a:pt x="134" y="1018"/>
                  </a:cubicBezTo>
                  <a:cubicBezTo>
                    <a:pt x="188" y="911"/>
                    <a:pt x="81" y="840"/>
                    <a:pt x="116" y="777"/>
                  </a:cubicBezTo>
                  <a:cubicBezTo>
                    <a:pt x="152" y="715"/>
                    <a:pt x="72" y="688"/>
                    <a:pt x="107" y="608"/>
                  </a:cubicBezTo>
                  <a:cubicBezTo>
                    <a:pt x="143" y="536"/>
                    <a:pt x="54" y="456"/>
                    <a:pt x="90" y="393"/>
                  </a:cubicBezTo>
                  <a:cubicBezTo>
                    <a:pt x="125" y="322"/>
                    <a:pt x="45" y="304"/>
                    <a:pt x="72" y="251"/>
                  </a:cubicBezTo>
                  <a:cubicBezTo>
                    <a:pt x="98" y="206"/>
                    <a:pt x="36" y="179"/>
                    <a:pt x="45" y="117"/>
                  </a:cubicBezTo>
                  <a:cubicBezTo>
                    <a:pt x="45" y="46"/>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7"/>
            <p:cNvSpPr/>
            <p:nvPr/>
          </p:nvSpPr>
          <p:spPr>
            <a:xfrm>
              <a:off x="6244119" y="1770930"/>
              <a:ext cx="634191" cy="385636"/>
            </a:xfrm>
            <a:custGeom>
              <a:rect b="b" l="l" r="r" t="t"/>
              <a:pathLst>
                <a:path extrusionOk="0" h="10617" w="17460">
                  <a:moveTo>
                    <a:pt x="17459" y="0"/>
                  </a:moveTo>
                  <a:lnTo>
                    <a:pt x="16094" y="1472"/>
                  </a:lnTo>
                  <a:lnTo>
                    <a:pt x="15711" y="2953"/>
                  </a:lnTo>
                  <a:lnTo>
                    <a:pt x="14266" y="3774"/>
                  </a:lnTo>
                  <a:lnTo>
                    <a:pt x="13855" y="4478"/>
                  </a:lnTo>
                  <a:lnTo>
                    <a:pt x="13052" y="4719"/>
                  </a:lnTo>
                  <a:lnTo>
                    <a:pt x="12687" y="5995"/>
                  </a:lnTo>
                  <a:lnTo>
                    <a:pt x="11304" y="6164"/>
                  </a:lnTo>
                  <a:lnTo>
                    <a:pt x="10519" y="5692"/>
                  </a:lnTo>
                  <a:lnTo>
                    <a:pt x="10153" y="4951"/>
                  </a:lnTo>
                  <a:lnTo>
                    <a:pt x="8806" y="5112"/>
                  </a:lnTo>
                  <a:lnTo>
                    <a:pt x="8253" y="5879"/>
                  </a:lnTo>
                  <a:lnTo>
                    <a:pt x="7370" y="5897"/>
                  </a:lnTo>
                  <a:lnTo>
                    <a:pt x="6130" y="4701"/>
                  </a:lnTo>
                  <a:lnTo>
                    <a:pt x="5059" y="4496"/>
                  </a:lnTo>
                  <a:lnTo>
                    <a:pt x="4363" y="4889"/>
                  </a:lnTo>
                  <a:lnTo>
                    <a:pt x="3596" y="3836"/>
                  </a:lnTo>
                  <a:lnTo>
                    <a:pt x="2748" y="3444"/>
                  </a:lnTo>
                  <a:lnTo>
                    <a:pt x="1749" y="5308"/>
                  </a:lnTo>
                  <a:lnTo>
                    <a:pt x="938" y="6075"/>
                  </a:lnTo>
                  <a:lnTo>
                    <a:pt x="777" y="7271"/>
                  </a:lnTo>
                  <a:lnTo>
                    <a:pt x="1" y="7868"/>
                  </a:lnTo>
                  <a:lnTo>
                    <a:pt x="1" y="8975"/>
                  </a:lnTo>
                  <a:lnTo>
                    <a:pt x="938" y="8983"/>
                  </a:lnTo>
                  <a:lnTo>
                    <a:pt x="2053" y="9091"/>
                  </a:lnTo>
                  <a:lnTo>
                    <a:pt x="2918" y="8859"/>
                  </a:lnTo>
                  <a:lnTo>
                    <a:pt x="5220" y="8859"/>
                  </a:lnTo>
                  <a:lnTo>
                    <a:pt x="5844" y="9091"/>
                  </a:lnTo>
                  <a:lnTo>
                    <a:pt x="7343" y="8903"/>
                  </a:lnTo>
                  <a:lnTo>
                    <a:pt x="8190" y="9091"/>
                  </a:lnTo>
                  <a:lnTo>
                    <a:pt x="7655" y="9813"/>
                  </a:lnTo>
                  <a:lnTo>
                    <a:pt x="9073" y="9974"/>
                  </a:lnTo>
                  <a:lnTo>
                    <a:pt x="10867" y="9626"/>
                  </a:lnTo>
                  <a:lnTo>
                    <a:pt x="11901" y="9626"/>
                  </a:lnTo>
                  <a:lnTo>
                    <a:pt x="12865" y="9974"/>
                  </a:lnTo>
                  <a:lnTo>
                    <a:pt x="14970" y="9974"/>
                  </a:lnTo>
                  <a:lnTo>
                    <a:pt x="15693" y="10616"/>
                  </a:lnTo>
                  <a:lnTo>
                    <a:pt x="17459" y="10616"/>
                  </a:lnTo>
                  <a:lnTo>
                    <a:pt x="1745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7"/>
            <p:cNvSpPr/>
            <p:nvPr/>
          </p:nvSpPr>
          <p:spPr>
            <a:xfrm>
              <a:off x="6704892" y="1770930"/>
              <a:ext cx="173404" cy="243034"/>
            </a:xfrm>
            <a:custGeom>
              <a:rect b="b" l="l" r="r" t="t"/>
              <a:pathLst>
                <a:path extrusionOk="0" h="6691" w="4774">
                  <a:moveTo>
                    <a:pt x="4773" y="0"/>
                  </a:moveTo>
                  <a:lnTo>
                    <a:pt x="3408" y="1472"/>
                  </a:lnTo>
                  <a:lnTo>
                    <a:pt x="3025" y="2953"/>
                  </a:lnTo>
                  <a:lnTo>
                    <a:pt x="1588" y="3774"/>
                  </a:lnTo>
                  <a:lnTo>
                    <a:pt x="1169" y="4478"/>
                  </a:lnTo>
                  <a:lnTo>
                    <a:pt x="366" y="4719"/>
                  </a:lnTo>
                  <a:lnTo>
                    <a:pt x="1" y="5995"/>
                  </a:lnTo>
                  <a:lnTo>
                    <a:pt x="1722" y="6691"/>
                  </a:lnTo>
                  <a:lnTo>
                    <a:pt x="580" y="5727"/>
                  </a:lnTo>
                  <a:lnTo>
                    <a:pt x="759" y="5255"/>
                  </a:lnTo>
                  <a:lnTo>
                    <a:pt x="1321" y="4844"/>
                  </a:lnTo>
                  <a:lnTo>
                    <a:pt x="1901" y="4692"/>
                  </a:lnTo>
                  <a:lnTo>
                    <a:pt x="2097" y="3916"/>
                  </a:lnTo>
                  <a:lnTo>
                    <a:pt x="3212" y="3765"/>
                  </a:lnTo>
                  <a:lnTo>
                    <a:pt x="3310" y="3015"/>
                  </a:lnTo>
                  <a:lnTo>
                    <a:pt x="3614" y="2373"/>
                  </a:lnTo>
                  <a:lnTo>
                    <a:pt x="4015" y="3916"/>
                  </a:lnTo>
                  <a:lnTo>
                    <a:pt x="3890" y="1490"/>
                  </a:lnTo>
                  <a:lnTo>
                    <a:pt x="4773"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7"/>
            <p:cNvSpPr/>
            <p:nvPr/>
          </p:nvSpPr>
          <p:spPr>
            <a:xfrm>
              <a:off x="6612854" y="1950757"/>
              <a:ext cx="92078" cy="79728"/>
            </a:xfrm>
            <a:custGeom>
              <a:rect b="b" l="l" r="r" t="t"/>
              <a:pathLst>
                <a:path extrusionOk="0" h="2195" w="2535">
                  <a:moveTo>
                    <a:pt x="1" y="0"/>
                  </a:moveTo>
                  <a:lnTo>
                    <a:pt x="170" y="1178"/>
                  </a:lnTo>
                  <a:lnTo>
                    <a:pt x="724" y="1454"/>
                  </a:lnTo>
                  <a:lnTo>
                    <a:pt x="724" y="2195"/>
                  </a:lnTo>
                  <a:lnTo>
                    <a:pt x="1089" y="1820"/>
                  </a:lnTo>
                  <a:lnTo>
                    <a:pt x="2535" y="1044"/>
                  </a:lnTo>
                  <a:lnTo>
                    <a:pt x="2535" y="1044"/>
                  </a:lnTo>
                  <a:lnTo>
                    <a:pt x="1152" y="1213"/>
                  </a:lnTo>
                  <a:lnTo>
                    <a:pt x="367" y="741"/>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7"/>
            <p:cNvSpPr/>
            <p:nvPr/>
          </p:nvSpPr>
          <p:spPr>
            <a:xfrm>
              <a:off x="6676380" y="2039200"/>
              <a:ext cx="64182" cy="94003"/>
            </a:xfrm>
            <a:custGeom>
              <a:rect b="b" l="l" r="r" t="t"/>
              <a:pathLst>
                <a:path extrusionOk="0" h="2588" w="1767">
                  <a:moveTo>
                    <a:pt x="1767" y="1"/>
                  </a:moveTo>
                  <a:lnTo>
                    <a:pt x="1276" y="652"/>
                  </a:lnTo>
                  <a:lnTo>
                    <a:pt x="786" y="1794"/>
                  </a:lnTo>
                  <a:lnTo>
                    <a:pt x="0" y="2240"/>
                  </a:lnTo>
                  <a:lnTo>
                    <a:pt x="964" y="2588"/>
                  </a:lnTo>
                  <a:lnTo>
                    <a:pt x="1410" y="1758"/>
                  </a:lnTo>
                  <a:lnTo>
                    <a:pt x="1410" y="1027"/>
                  </a:lnTo>
                  <a:lnTo>
                    <a:pt x="176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7"/>
            <p:cNvSpPr/>
            <p:nvPr/>
          </p:nvSpPr>
          <p:spPr>
            <a:xfrm>
              <a:off x="6778443" y="1943311"/>
              <a:ext cx="99851" cy="213249"/>
            </a:xfrm>
            <a:custGeom>
              <a:rect b="b" l="l" r="r" t="t"/>
              <a:pathLst>
                <a:path extrusionOk="0" h="5871" w="2749">
                  <a:moveTo>
                    <a:pt x="1089" y="0"/>
                  </a:moveTo>
                  <a:lnTo>
                    <a:pt x="661" y="1115"/>
                  </a:lnTo>
                  <a:lnTo>
                    <a:pt x="482" y="3212"/>
                  </a:lnTo>
                  <a:lnTo>
                    <a:pt x="1" y="4514"/>
                  </a:lnTo>
                  <a:lnTo>
                    <a:pt x="259" y="5228"/>
                  </a:lnTo>
                  <a:lnTo>
                    <a:pt x="982" y="5870"/>
                  </a:lnTo>
                  <a:lnTo>
                    <a:pt x="2748" y="5870"/>
                  </a:lnTo>
                  <a:lnTo>
                    <a:pt x="2748" y="3105"/>
                  </a:lnTo>
                  <a:lnTo>
                    <a:pt x="2133" y="4737"/>
                  </a:lnTo>
                  <a:lnTo>
                    <a:pt x="1678" y="4086"/>
                  </a:lnTo>
                  <a:lnTo>
                    <a:pt x="1544" y="2480"/>
                  </a:lnTo>
                  <a:lnTo>
                    <a:pt x="1071" y="1302"/>
                  </a:lnTo>
                  <a:lnTo>
                    <a:pt x="108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7"/>
            <p:cNvSpPr/>
            <p:nvPr/>
          </p:nvSpPr>
          <p:spPr>
            <a:xfrm>
              <a:off x="6787850" y="2079044"/>
              <a:ext cx="26261" cy="77512"/>
            </a:xfrm>
            <a:custGeom>
              <a:rect b="b" l="l" r="r" t="t"/>
              <a:pathLst>
                <a:path extrusionOk="0" h="2134" w="723">
                  <a:moveTo>
                    <a:pt x="607" y="1"/>
                  </a:moveTo>
                  <a:lnTo>
                    <a:pt x="437" y="1455"/>
                  </a:lnTo>
                  <a:lnTo>
                    <a:pt x="205" y="875"/>
                  </a:lnTo>
                  <a:lnTo>
                    <a:pt x="0" y="1491"/>
                  </a:lnTo>
                  <a:lnTo>
                    <a:pt x="723" y="2133"/>
                  </a:lnTo>
                  <a:lnTo>
                    <a:pt x="607"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7"/>
            <p:cNvSpPr/>
            <p:nvPr/>
          </p:nvSpPr>
          <p:spPr>
            <a:xfrm>
              <a:off x="6743139" y="2044067"/>
              <a:ext cx="23355" cy="89135"/>
            </a:xfrm>
            <a:custGeom>
              <a:rect b="b" l="l" r="r" t="t"/>
              <a:pathLst>
                <a:path extrusionOk="0" h="2454" w="643">
                  <a:moveTo>
                    <a:pt x="419" y="0"/>
                  </a:moveTo>
                  <a:lnTo>
                    <a:pt x="98" y="1410"/>
                  </a:lnTo>
                  <a:lnTo>
                    <a:pt x="188" y="1883"/>
                  </a:lnTo>
                  <a:lnTo>
                    <a:pt x="0" y="2454"/>
                  </a:lnTo>
                  <a:lnTo>
                    <a:pt x="643" y="2454"/>
                  </a:lnTo>
                  <a:lnTo>
                    <a:pt x="366" y="1232"/>
                  </a:lnTo>
                  <a:lnTo>
                    <a:pt x="419"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7"/>
            <p:cNvSpPr/>
            <p:nvPr/>
          </p:nvSpPr>
          <p:spPr>
            <a:xfrm>
              <a:off x="6522159" y="2039200"/>
              <a:ext cx="54447" cy="94003"/>
            </a:xfrm>
            <a:custGeom>
              <a:rect b="b" l="l" r="r" t="t"/>
              <a:pathLst>
                <a:path extrusionOk="0" h="2588" w="1499">
                  <a:moveTo>
                    <a:pt x="1187" y="1"/>
                  </a:moveTo>
                  <a:lnTo>
                    <a:pt x="1187" y="1455"/>
                  </a:lnTo>
                  <a:lnTo>
                    <a:pt x="0" y="2427"/>
                  </a:lnTo>
                  <a:lnTo>
                    <a:pt x="1418" y="2588"/>
                  </a:lnTo>
                  <a:lnTo>
                    <a:pt x="1499" y="1151"/>
                  </a:lnTo>
                  <a:lnTo>
                    <a:pt x="118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7"/>
            <p:cNvSpPr/>
            <p:nvPr/>
          </p:nvSpPr>
          <p:spPr>
            <a:xfrm>
              <a:off x="6573663" y="2047299"/>
              <a:ext cx="73262" cy="85903"/>
            </a:xfrm>
            <a:custGeom>
              <a:rect b="b" l="l" r="r" t="t"/>
              <a:pathLst>
                <a:path extrusionOk="0" h="2365" w="2017">
                  <a:moveTo>
                    <a:pt x="2017" y="1"/>
                  </a:moveTo>
                  <a:lnTo>
                    <a:pt x="1321" y="1214"/>
                  </a:lnTo>
                  <a:lnTo>
                    <a:pt x="1160" y="1785"/>
                  </a:lnTo>
                  <a:lnTo>
                    <a:pt x="0" y="2365"/>
                  </a:lnTo>
                  <a:lnTo>
                    <a:pt x="1794" y="2017"/>
                  </a:lnTo>
                  <a:lnTo>
                    <a:pt x="1695" y="1259"/>
                  </a:lnTo>
                  <a:lnTo>
                    <a:pt x="2017"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7"/>
            <p:cNvSpPr/>
            <p:nvPr/>
          </p:nvSpPr>
          <p:spPr>
            <a:xfrm>
              <a:off x="6510791" y="2044067"/>
              <a:ext cx="30838" cy="57063"/>
            </a:xfrm>
            <a:custGeom>
              <a:rect b="b" l="l" r="r" t="t"/>
              <a:pathLst>
                <a:path extrusionOk="0" h="1571" w="849">
                  <a:moveTo>
                    <a:pt x="545" y="0"/>
                  </a:moveTo>
                  <a:lnTo>
                    <a:pt x="393" y="848"/>
                  </a:lnTo>
                  <a:lnTo>
                    <a:pt x="1" y="1383"/>
                  </a:lnTo>
                  <a:lnTo>
                    <a:pt x="848" y="1571"/>
                  </a:lnTo>
                  <a:lnTo>
                    <a:pt x="54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7"/>
            <p:cNvSpPr/>
            <p:nvPr/>
          </p:nvSpPr>
          <p:spPr>
            <a:xfrm>
              <a:off x="6410362" y="1934231"/>
              <a:ext cx="133522" cy="94656"/>
            </a:xfrm>
            <a:custGeom>
              <a:rect b="b" l="l" r="r" t="t"/>
              <a:pathLst>
                <a:path extrusionOk="0" h="2606" w="3676">
                  <a:moveTo>
                    <a:pt x="482" y="0"/>
                  </a:moveTo>
                  <a:lnTo>
                    <a:pt x="901" y="375"/>
                  </a:lnTo>
                  <a:lnTo>
                    <a:pt x="955" y="812"/>
                  </a:lnTo>
                  <a:lnTo>
                    <a:pt x="1321" y="518"/>
                  </a:lnTo>
                  <a:lnTo>
                    <a:pt x="2061" y="1142"/>
                  </a:lnTo>
                  <a:lnTo>
                    <a:pt x="1267" y="1401"/>
                  </a:lnTo>
                  <a:lnTo>
                    <a:pt x="0" y="2605"/>
                  </a:lnTo>
                  <a:lnTo>
                    <a:pt x="1642" y="1677"/>
                  </a:lnTo>
                  <a:lnTo>
                    <a:pt x="2462" y="1481"/>
                  </a:lnTo>
                  <a:lnTo>
                    <a:pt x="2766" y="1909"/>
                  </a:lnTo>
                  <a:lnTo>
                    <a:pt x="2578" y="2605"/>
                  </a:lnTo>
                  <a:lnTo>
                    <a:pt x="3676" y="1383"/>
                  </a:lnTo>
                  <a:lnTo>
                    <a:pt x="2793" y="1401"/>
                  </a:lnTo>
                  <a:lnTo>
                    <a:pt x="1553" y="205"/>
                  </a:lnTo>
                  <a:lnTo>
                    <a:pt x="482"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7"/>
            <p:cNvSpPr/>
            <p:nvPr/>
          </p:nvSpPr>
          <p:spPr>
            <a:xfrm>
              <a:off x="6343930" y="1895985"/>
              <a:ext cx="58697" cy="52522"/>
            </a:xfrm>
            <a:custGeom>
              <a:rect b="b" l="l" r="r" t="t"/>
              <a:pathLst>
                <a:path extrusionOk="0" h="1446" w="1616">
                  <a:moveTo>
                    <a:pt x="0" y="1"/>
                  </a:moveTo>
                  <a:lnTo>
                    <a:pt x="1615" y="1446"/>
                  </a:lnTo>
                  <a:lnTo>
                    <a:pt x="848" y="393"/>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7"/>
            <p:cNvSpPr/>
            <p:nvPr/>
          </p:nvSpPr>
          <p:spPr>
            <a:xfrm>
              <a:off x="6244119" y="1963724"/>
              <a:ext cx="116704" cy="137408"/>
            </a:xfrm>
            <a:custGeom>
              <a:rect b="b" l="l" r="r" t="t"/>
              <a:pathLst>
                <a:path extrusionOk="0" h="3783" w="3213">
                  <a:moveTo>
                    <a:pt x="1749" y="0"/>
                  </a:moveTo>
                  <a:lnTo>
                    <a:pt x="938" y="767"/>
                  </a:lnTo>
                  <a:lnTo>
                    <a:pt x="777" y="1963"/>
                  </a:lnTo>
                  <a:lnTo>
                    <a:pt x="1" y="2560"/>
                  </a:lnTo>
                  <a:lnTo>
                    <a:pt x="1" y="3667"/>
                  </a:lnTo>
                  <a:lnTo>
                    <a:pt x="938" y="3675"/>
                  </a:lnTo>
                  <a:lnTo>
                    <a:pt x="2053" y="3783"/>
                  </a:lnTo>
                  <a:lnTo>
                    <a:pt x="2186" y="2212"/>
                  </a:lnTo>
                  <a:lnTo>
                    <a:pt x="1687" y="3426"/>
                  </a:lnTo>
                  <a:lnTo>
                    <a:pt x="688" y="3488"/>
                  </a:lnTo>
                  <a:lnTo>
                    <a:pt x="304" y="2917"/>
                  </a:lnTo>
                  <a:lnTo>
                    <a:pt x="1223" y="1963"/>
                  </a:lnTo>
                  <a:lnTo>
                    <a:pt x="1419" y="1258"/>
                  </a:lnTo>
                  <a:lnTo>
                    <a:pt x="2427" y="740"/>
                  </a:lnTo>
                  <a:lnTo>
                    <a:pt x="3212" y="54"/>
                  </a:lnTo>
                  <a:lnTo>
                    <a:pt x="2133" y="544"/>
                  </a:lnTo>
                  <a:lnTo>
                    <a:pt x="1348" y="669"/>
                  </a:lnTo>
                  <a:lnTo>
                    <a:pt x="174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7"/>
            <p:cNvSpPr/>
            <p:nvPr/>
          </p:nvSpPr>
          <p:spPr>
            <a:xfrm>
              <a:off x="6343930" y="2023654"/>
              <a:ext cx="31128" cy="69049"/>
            </a:xfrm>
            <a:custGeom>
              <a:rect b="b" l="l" r="r" t="t"/>
              <a:pathLst>
                <a:path extrusionOk="0" h="1901" w="857">
                  <a:moveTo>
                    <a:pt x="0" y="0"/>
                  </a:moveTo>
                  <a:lnTo>
                    <a:pt x="170" y="1901"/>
                  </a:lnTo>
                  <a:lnTo>
                    <a:pt x="857" y="190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7"/>
            <p:cNvSpPr/>
            <p:nvPr/>
          </p:nvSpPr>
          <p:spPr>
            <a:xfrm>
              <a:off x="6433681" y="2028848"/>
              <a:ext cx="26624" cy="72282"/>
            </a:xfrm>
            <a:custGeom>
              <a:rect b="b" l="l" r="r" t="t"/>
              <a:pathLst>
                <a:path extrusionOk="0" h="1990" w="733">
                  <a:moveTo>
                    <a:pt x="465" y="0"/>
                  </a:moveTo>
                  <a:lnTo>
                    <a:pt x="268" y="901"/>
                  </a:lnTo>
                  <a:lnTo>
                    <a:pt x="331" y="1303"/>
                  </a:lnTo>
                  <a:lnTo>
                    <a:pt x="1" y="1758"/>
                  </a:lnTo>
                  <a:lnTo>
                    <a:pt x="625" y="1990"/>
                  </a:lnTo>
                  <a:lnTo>
                    <a:pt x="732" y="1472"/>
                  </a:lnTo>
                  <a:lnTo>
                    <a:pt x="500" y="839"/>
                  </a:lnTo>
                  <a:lnTo>
                    <a:pt x="46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4" name="Google Shape;3374;p57"/>
          <p:cNvGrpSpPr/>
          <p:nvPr/>
        </p:nvGrpSpPr>
        <p:grpSpPr>
          <a:xfrm>
            <a:off x="1694749" y="-132157"/>
            <a:ext cx="1151601" cy="1147072"/>
            <a:chOff x="6089572" y="1894059"/>
            <a:chExt cx="91097" cy="90734"/>
          </a:xfrm>
        </p:grpSpPr>
        <p:sp>
          <p:nvSpPr>
            <p:cNvPr id="3375" name="Google Shape;3375;p57"/>
            <p:cNvSpPr/>
            <p:nvPr/>
          </p:nvSpPr>
          <p:spPr>
            <a:xfrm>
              <a:off x="6089572" y="1894059"/>
              <a:ext cx="91097" cy="90734"/>
            </a:xfrm>
            <a:custGeom>
              <a:rect b="b" l="l" r="r" t="t"/>
              <a:pathLst>
                <a:path extrusionOk="0" h="2498" w="2508">
                  <a:moveTo>
                    <a:pt x="1258" y="0"/>
                  </a:moveTo>
                  <a:cubicBezTo>
                    <a:pt x="562" y="0"/>
                    <a:pt x="0" y="553"/>
                    <a:pt x="0" y="1249"/>
                  </a:cubicBezTo>
                  <a:cubicBezTo>
                    <a:pt x="0" y="1936"/>
                    <a:pt x="562" y="2498"/>
                    <a:pt x="1258" y="2498"/>
                  </a:cubicBezTo>
                  <a:cubicBezTo>
                    <a:pt x="1945" y="2498"/>
                    <a:pt x="2507" y="1936"/>
                    <a:pt x="2507" y="1249"/>
                  </a:cubicBezTo>
                  <a:cubicBezTo>
                    <a:pt x="2507" y="553"/>
                    <a:pt x="1945" y="0"/>
                    <a:pt x="12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7"/>
            <p:cNvSpPr/>
            <p:nvPr/>
          </p:nvSpPr>
          <p:spPr>
            <a:xfrm>
              <a:off x="6096037" y="1900525"/>
              <a:ext cx="78130" cy="77803"/>
            </a:xfrm>
            <a:custGeom>
              <a:rect b="b" l="l" r="r" t="t"/>
              <a:pathLst>
                <a:path extrusionOk="0" h="2142" w="2151">
                  <a:moveTo>
                    <a:pt x="1080" y="0"/>
                  </a:moveTo>
                  <a:cubicBezTo>
                    <a:pt x="483" y="0"/>
                    <a:pt x="1" y="482"/>
                    <a:pt x="1" y="1071"/>
                  </a:cubicBezTo>
                  <a:cubicBezTo>
                    <a:pt x="1" y="1660"/>
                    <a:pt x="483" y="2141"/>
                    <a:pt x="1080" y="2141"/>
                  </a:cubicBezTo>
                  <a:cubicBezTo>
                    <a:pt x="1669" y="2141"/>
                    <a:pt x="2151" y="1660"/>
                    <a:pt x="2151" y="1071"/>
                  </a:cubicBezTo>
                  <a:cubicBezTo>
                    <a:pt x="2151" y="482"/>
                    <a:pt x="1669" y="0"/>
                    <a:pt x="1080" y="0"/>
                  </a:cubicBezTo>
                  <a:close/>
                </a:path>
              </a:pathLst>
            </a:custGeom>
            <a:solidFill>
              <a:srgbClr val="EA9B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
  <p:cSld name="CUSTOM">
    <p:spTree>
      <p:nvGrpSpPr>
        <p:cNvPr id="3377" name="Shape 3377"/>
        <p:cNvGrpSpPr/>
        <p:nvPr/>
      </p:nvGrpSpPr>
      <p:grpSpPr>
        <a:xfrm>
          <a:off x="0" y="0"/>
          <a:ext cx="0" cy="0"/>
          <a:chOff x="0" y="0"/>
          <a:chExt cx="0" cy="0"/>
        </a:xfrm>
      </p:grpSpPr>
      <p:sp>
        <p:nvSpPr>
          <p:cNvPr id="3378" name="Google Shape;3378;p58"/>
          <p:cNvSpPr/>
          <p:nvPr/>
        </p:nvSpPr>
        <p:spPr>
          <a:xfrm>
            <a:off x="0" y="4457704"/>
            <a:ext cx="9144017" cy="685804"/>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8"/>
          <p:cNvSpPr/>
          <p:nvPr/>
        </p:nvSpPr>
        <p:spPr>
          <a:xfrm flipH="1" rot="-238332">
            <a:off x="6971149" y="3937517"/>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80" name="Google Shape;3380;p58"/>
          <p:cNvGrpSpPr/>
          <p:nvPr/>
        </p:nvGrpSpPr>
        <p:grpSpPr>
          <a:xfrm flipH="1">
            <a:off x="6989366" y="3684202"/>
            <a:ext cx="2154611" cy="785401"/>
            <a:chOff x="3363545" y="1399908"/>
            <a:chExt cx="240164" cy="87537"/>
          </a:xfrm>
        </p:grpSpPr>
        <p:sp>
          <p:nvSpPr>
            <p:cNvPr id="3381" name="Google Shape;3381;p58"/>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8"/>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8"/>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8"/>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8"/>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86" name="Google Shape;3386;p58"/>
          <p:cNvSpPr/>
          <p:nvPr/>
        </p:nvSpPr>
        <p:spPr>
          <a:xfrm rot="27">
            <a:off x="-3372095" y="4126636"/>
            <a:ext cx="5553997" cy="2709902"/>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87" name="Google Shape;3387;p58"/>
          <p:cNvGrpSpPr/>
          <p:nvPr/>
        </p:nvGrpSpPr>
        <p:grpSpPr>
          <a:xfrm>
            <a:off x="-13051" y="3684166"/>
            <a:ext cx="2154611" cy="785401"/>
            <a:chOff x="3363545" y="1399908"/>
            <a:chExt cx="240164" cy="87537"/>
          </a:xfrm>
        </p:grpSpPr>
        <p:sp>
          <p:nvSpPr>
            <p:cNvPr id="3388" name="Google Shape;3388;p58"/>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8"/>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8"/>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8"/>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8"/>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93" name="Google Shape;3393;p58"/>
          <p:cNvSpPr/>
          <p:nvPr/>
        </p:nvSpPr>
        <p:spPr>
          <a:xfrm flipH="1">
            <a:off x="8364279" y="287984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8"/>
          <p:cNvSpPr txBox="1"/>
          <p:nvPr>
            <p:ph type="title"/>
          </p:nvPr>
        </p:nvSpPr>
        <p:spPr>
          <a:xfrm>
            <a:off x="713100" y="1052963"/>
            <a:ext cx="3142800" cy="21111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395" name="Google Shape;3395;p58"/>
          <p:cNvSpPr txBox="1"/>
          <p:nvPr>
            <p:ph idx="1" type="subTitle"/>
          </p:nvPr>
        </p:nvSpPr>
        <p:spPr>
          <a:xfrm>
            <a:off x="713100" y="3163825"/>
            <a:ext cx="3852000" cy="926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3396" name="Shape 3396"/>
        <p:cNvGrpSpPr/>
        <p:nvPr/>
      </p:nvGrpSpPr>
      <p:grpSpPr>
        <a:xfrm>
          <a:off x="0" y="0"/>
          <a:ext cx="0" cy="0"/>
          <a:chOff x="0" y="0"/>
          <a:chExt cx="0" cy="0"/>
        </a:xfrm>
      </p:grpSpPr>
      <p:sp>
        <p:nvSpPr>
          <p:cNvPr id="3397" name="Google Shape;3397;p59"/>
          <p:cNvSpPr/>
          <p:nvPr/>
        </p:nvSpPr>
        <p:spPr>
          <a:xfrm>
            <a:off x="0" y="4321767"/>
            <a:ext cx="9144017" cy="821711"/>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9"/>
          <p:cNvSpPr/>
          <p:nvPr/>
        </p:nvSpPr>
        <p:spPr>
          <a:xfrm>
            <a:off x="-1990651" y="4443935"/>
            <a:ext cx="3909622" cy="1843739"/>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9"/>
          <p:cNvSpPr/>
          <p:nvPr/>
        </p:nvSpPr>
        <p:spPr>
          <a:xfrm flipH="1" rot="-118">
            <a:off x="7102514" y="4317796"/>
            <a:ext cx="2656786" cy="855007"/>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0" name="Google Shape;3400;p59"/>
          <p:cNvGrpSpPr/>
          <p:nvPr/>
        </p:nvGrpSpPr>
        <p:grpSpPr>
          <a:xfrm>
            <a:off x="7290042" y="3940088"/>
            <a:ext cx="1963893" cy="855121"/>
            <a:chOff x="8284835" y="1862888"/>
            <a:chExt cx="427165" cy="213583"/>
          </a:xfrm>
        </p:grpSpPr>
        <p:sp>
          <p:nvSpPr>
            <p:cNvPr id="3401" name="Google Shape;3401;p59"/>
            <p:cNvSpPr/>
            <p:nvPr/>
          </p:nvSpPr>
          <p:spPr>
            <a:xfrm>
              <a:off x="8284835" y="1862888"/>
              <a:ext cx="427165" cy="213583"/>
            </a:xfrm>
            <a:custGeom>
              <a:rect b="b" l="l" r="r" t="t"/>
              <a:pathLst>
                <a:path extrusionOk="0" h="4827" w="9654">
                  <a:moveTo>
                    <a:pt x="9653" y="0"/>
                  </a:moveTo>
                  <a:lnTo>
                    <a:pt x="8948" y="482"/>
                  </a:lnTo>
                  <a:cubicBezTo>
                    <a:pt x="8948" y="482"/>
                    <a:pt x="8774" y="656"/>
                    <a:pt x="8707" y="656"/>
                  </a:cubicBezTo>
                  <a:cubicBezTo>
                    <a:pt x="8688" y="656"/>
                    <a:pt x="8677" y="642"/>
                    <a:pt x="8681" y="607"/>
                  </a:cubicBezTo>
                  <a:cubicBezTo>
                    <a:pt x="8687" y="553"/>
                    <a:pt x="8657" y="536"/>
                    <a:pt x="8615" y="536"/>
                  </a:cubicBezTo>
                  <a:cubicBezTo>
                    <a:pt x="8530" y="536"/>
                    <a:pt x="8395" y="607"/>
                    <a:pt x="8395" y="607"/>
                  </a:cubicBezTo>
                  <a:lnTo>
                    <a:pt x="7780" y="1044"/>
                  </a:lnTo>
                  <a:lnTo>
                    <a:pt x="6941" y="1178"/>
                  </a:lnTo>
                  <a:lnTo>
                    <a:pt x="5505" y="1187"/>
                  </a:lnTo>
                  <a:lnTo>
                    <a:pt x="4863" y="1365"/>
                  </a:lnTo>
                  <a:lnTo>
                    <a:pt x="4318" y="1365"/>
                  </a:lnTo>
                  <a:lnTo>
                    <a:pt x="3712" y="1544"/>
                  </a:lnTo>
                  <a:cubicBezTo>
                    <a:pt x="3712" y="1544"/>
                    <a:pt x="3582" y="1520"/>
                    <a:pt x="3388" y="1520"/>
                  </a:cubicBezTo>
                  <a:cubicBezTo>
                    <a:pt x="3227" y="1520"/>
                    <a:pt x="3022" y="1536"/>
                    <a:pt x="2811" y="1597"/>
                  </a:cubicBezTo>
                  <a:cubicBezTo>
                    <a:pt x="2338" y="1740"/>
                    <a:pt x="1910" y="1776"/>
                    <a:pt x="1910" y="1776"/>
                  </a:cubicBezTo>
                  <a:lnTo>
                    <a:pt x="197" y="2150"/>
                  </a:lnTo>
                  <a:cubicBezTo>
                    <a:pt x="197" y="2150"/>
                    <a:pt x="1" y="2231"/>
                    <a:pt x="1044" y="2587"/>
                  </a:cubicBezTo>
                  <a:cubicBezTo>
                    <a:pt x="2498" y="3096"/>
                    <a:pt x="3587" y="2846"/>
                    <a:pt x="3774" y="3087"/>
                  </a:cubicBezTo>
                  <a:cubicBezTo>
                    <a:pt x="3962" y="3328"/>
                    <a:pt x="3863" y="3167"/>
                    <a:pt x="4113" y="3497"/>
                  </a:cubicBezTo>
                  <a:cubicBezTo>
                    <a:pt x="4363" y="3818"/>
                    <a:pt x="4292" y="3890"/>
                    <a:pt x="4684" y="3917"/>
                  </a:cubicBezTo>
                  <a:cubicBezTo>
                    <a:pt x="4815" y="3926"/>
                    <a:pt x="4929" y="3928"/>
                    <a:pt x="5023" y="3928"/>
                  </a:cubicBezTo>
                  <a:cubicBezTo>
                    <a:pt x="5210" y="3928"/>
                    <a:pt x="5318" y="3917"/>
                    <a:pt x="5318" y="3917"/>
                  </a:cubicBezTo>
                  <a:lnTo>
                    <a:pt x="5790" y="3863"/>
                  </a:lnTo>
                  <a:lnTo>
                    <a:pt x="6040" y="3917"/>
                  </a:lnTo>
                  <a:cubicBezTo>
                    <a:pt x="6040" y="3917"/>
                    <a:pt x="6352" y="4131"/>
                    <a:pt x="6629" y="4175"/>
                  </a:cubicBezTo>
                  <a:cubicBezTo>
                    <a:pt x="6672" y="4184"/>
                    <a:pt x="6701" y="4187"/>
                    <a:pt x="6720" y="4187"/>
                  </a:cubicBezTo>
                  <a:cubicBezTo>
                    <a:pt x="6782" y="4187"/>
                    <a:pt x="6748" y="4155"/>
                    <a:pt x="6759" y="4155"/>
                  </a:cubicBezTo>
                  <a:lnTo>
                    <a:pt x="6759" y="4155"/>
                  </a:lnTo>
                  <a:cubicBezTo>
                    <a:pt x="6767" y="4155"/>
                    <a:pt x="6798" y="4172"/>
                    <a:pt x="6905" y="4229"/>
                  </a:cubicBezTo>
                  <a:cubicBezTo>
                    <a:pt x="7218" y="4380"/>
                    <a:pt x="7405" y="4452"/>
                    <a:pt x="7405" y="4452"/>
                  </a:cubicBezTo>
                  <a:cubicBezTo>
                    <a:pt x="7405" y="4452"/>
                    <a:pt x="7905" y="4505"/>
                    <a:pt x="8154" y="4568"/>
                  </a:cubicBezTo>
                  <a:cubicBezTo>
                    <a:pt x="8413" y="4630"/>
                    <a:pt x="8681" y="4666"/>
                    <a:pt x="8681" y="4666"/>
                  </a:cubicBezTo>
                  <a:lnTo>
                    <a:pt x="9653" y="4827"/>
                  </a:lnTo>
                  <a:lnTo>
                    <a:pt x="965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9"/>
            <p:cNvSpPr/>
            <p:nvPr/>
          </p:nvSpPr>
          <p:spPr>
            <a:xfrm>
              <a:off x="8454567" y="1962751"/>
              <a:ext cx="257432" cy="113716"/>
            </a:xfrm>
            <a:custGeom>
              <a:rect b="b" l="l" r="r" t="t"/>
              <a:pathLst>
                <a:path extrusionOk="0" h="2570" w="5818">
                  <a:moveTo>
                    <a:pt x="5817" y="0"/>
                  </a:moveTo>
                  <a:lnTo>
                    <a:pt x="5202" y="152"/>
                  </a:lnTo>
                  <a:lnTo>
                    <a:pt x="4809" y="411"/>
                  </a:lnTo>
                  <a:lnTo>
                    <a:pt x="4399" y="500"/>
                  </a:lnTo>
                  <a:lnTo>
                    <a:pt x="4006" y="830"/>
                  </a:lnTo>
                  <a:cubicBezTo>
                    <a:pt x="4006" y="830"/>
                    <a:pt x="3911" y="850"/>
                    <a:pt x="3781" y="850"/>
                  </a:cubicBezTo>
                  <a:cubicBezTo>
                    <a:pt x="3717" y="850"/>
                    <a:pt x="3643" y="845"/>
                    <a:pt x="3569" y="830"/>
                  </a:cubicBezTo>
                  <a:cubicBezTo>
                    <a:pt x="3426" y="796"/>
                    <a:pt x="3246" y="780"/>
                    <a:pt x="3042" y="780"/>
                  </a:cubicBezTo>
                  <a:cubicBezTo>
                    <a:pt x="2927" y="780"/>
                    <a:pt x="2805" y="785"/>
                    <a:pt x="2677" y="794"/>
                  </a:cubicBezTo>
                  <a:cubicBezTo>
                    <a:pt x="2363" y="817"/>
                    <a:pt x="2417" y="919"/>
                    <a:pt x="2416" y="919"/>
                  </a:cubicBezTo>
                  <a:cubicBezTo>
                    <a:pt x="2416" y="919"/>
                    <a:pt x="2414" y="917"/>
                    <a:pt x="2409" y="910"/>
                  </a:cubicBezTo>
                  <a:cubicBezTo>
                    <a:pt x="2405" y="906"/>
                    <a:pt x="2401" y="905"/>
                    <a:pt x="2395" y="905"/>
                  </a:cubicBezTo>
                  <a:cubicBezTo>
                    <a:pt x="2338" y="905"/>
                    <a:pt x="2204" y="1098"/>
                    <a:pt x="2204" y="1098"/>
                  </a:cubicBezTo>
                  <a:cubicBezTo>
                    <a:pt x="2204" y="1098"/>
                    <a:pt x="2052" y="1089"/>
                    <a:pt x="1847" y="1053"/>
                  </a:cubicBezTo>
                  <a:cubicBezTo>
                    <a:pt x="1788" y="1046"/>
                    <a:pt x="1746" y="1042"/>
                    <a:pt x="1710" y="1042"/>
                  </a:cubicBezTo>
                  <a:cubicBezTo>
                    <a:pt x="1618" y="1042"/>
                    <a:pt x="1577" y="1065"/>
                    <a:pt x="1428" y="1098"/>
                  </a:cubicBezTo>
                  <a:cubicBezTo>
                    <a:pt x="1223" y="1133"/>
                    <a:pt x="1080" y="1231"/>
                    <a:pt x="1080" y="1231"/>
                  </a:cubicBezTo>
                  <a:lnTo>
                    <a:pt x="946" y="1312"/>
                  </a:lnTo>
                  <a:lnTo>
                    <a:pt x="1" y="910"/>
                  </a:lnTo>
                  <a:lnTo>
                    <a:pt x="1" y="910"/>
                  </a:lnTo>
                  <a:cubicBezTo>
                    <a:pt x="99" y="1035"/>
                    <a:pt x="63" y="955"/>
                    <a:pt x="277" y="1240"/>
                  </a:cubicBezTo>
                  <a:cubicBezTo>
                    <a:pt x="527" y="1561"/>
                    <a:pt x="456" y="1633"/>
                    <a:pt x="848" y="1660"/>
                  </a:cubicBezTo>
                  <a:cubicBezTo>
                    <a:pt x="979" y="1669"/>
                    <a:pt x="1093" y="1671"/>
                    <a:pt x="1187" y="1671"/>
                  </a:cubicBezTo>
                  <a:cubicBezTo>
                    <a:pt x="1374" y="1671"/>
                    <a:pt x="1482" y="1660"/>
                    <a:pt x="1482" y="1660"/>
                  </a:cubicBezTo>
                  <a:lnTo>
                    <a:pt x="1954" y="1606"/>
                  </a:lnTo>
                  <a:lnTo>
                    <a:pt x="2204" y="1660"/>
                  </a:lnTo>
                  <a:cubicBezTo>
                    <a:pt x="2204" y="1660"/>
                    <a:pt x="2516" y="1874"/>
                    <a:pt x="2793" y="1918"/>
                  </a:cubicBezTo>
                  <a:cubicBezTo>
                    <a:pt x="2836" y="1927"/>
                    <a:pt x="2865" y="1930"/>
                    <a:pt x="2884" y="1930"/>
                  </a:cubicBezTo>
                  <a:cubicBezTo>
                    <a:pt x="2946" y="1930"/>
                    <a:pt x="2912" y="1898"/>
                    <a:pt x="2923" y="1898"/>
                  </a:cubicBezTo>
                  <a:lnTo>
                    <a:pt x="2923" y="1898"/>
                  </a:lnTo>
                  <a:cubicBezTo>
                    <a:pt x="2931" y="1898"/>
                    <a:pt x="2962" y="1915"/>
                    <a:pt x="3069" y="1972"/>
                  </a:cubicBezTo>
                  <a:cubicBezTo>
                    <a:pt x="3382" y="2123"/>
                    <a:pt x="3569" y="2195"/>
                    <a:pt x="3569" y="2195"/>
                  </a:cubicBezTo>
                  <a:cubicBezTo>
                    <a:pt x="3569" y="2195"/>
                    <a:pt x="4069" y="2248"/>
                    <a:pt x="4318" y="2311"/>
                  </a:cubicBezTo>
                  <a:cubicBezTo>
                    <a:pt x="4577" y="2373"/>
                    <a:pt x="4845" y="2409"/>
                    <a:pt x="4845" y="2409"/>
                  </a:cubicBezTo>
                  <a:lnTo>
                    <a:pt x="5817" y="2570"/>
                  </a:lnTo>
                  <a:lnTo>
                    <a:pt x="5817"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9"/>
            <p:cNvSpPr/>
            <p:nvPr/>
          </p:nvSpPr>
          <p:spPr>
            <a:xfrm>
              <a:off x="8293508" y="1862888"/>
              <a:ext cx="418493" cy="100176"/>
            </a:xfrm>
            <a:custGeom>
              <a:rect b="b" l="l" r="r" t="t"/>
              <a:pathLst>
                <a:path extrusionOk="0" h="2264" w="9458">
                  <a:moveTo>
                    <a:pt x="9457" y="0"/>
                  </a:moveTo>
                  <a:lnTo>
                    <a:pt x="8752" y="482"/>
                  </a:lnTo>
                  <a:cubicBezTo>
                    <a:pt x="8752" y="482"/>
                    <a:pt x="8578" y="656"/>
                    <a:pt x="8511" y="656"/>
                  </a:cubicBezTo>
                  <a:cubicBezTo>
                    <a:pt x="8492" y="656"/>
                    <a:pt x="8481" y="642"/>
                    <a:pt x="8485" y="607"/>
                  </a:cubicBezTo>
                  <a:cubicBezTo>
                    <a:pt x="8491" y="553"/>
                    <a:pt x="8461" y="536"/>
                    <a:pt x="8419" y="536"/>
                  </a:cubicBezTo>
                  <a:cubicBezTo>
                    <a:pt x="8334" y="536"/>
                    <a:pt x="8199" y="607"/>
                    <a:pt x="8199" y="607"/>
                  </a:cubicBezTo>
                  <a:lnTo>
                    <a:pt x="7584" y="1044"/>
                  </a:lnTo>
                  <a:lnTo>
                    <a:pt x="6745" y="1178"/>
                  </a:lnTo>
                  <a:lnTo>
                    <a:pt x="5309" y="1187"/>
                  </a:lnTo>
                  <a:lnTo>
                    <a:pt x="4667" y="1365"/>
                  </a:lnTo>
                  <a:lnTo>
                    <a:pt x="4122" y="1365"/>
                  </a:lnTo>
                  <a:lnTo>
                    <a:pt x="3516" y="1544"/>
                  </a:lnTo>
                  <a:cubicBezTo>
                    <a:pt x="3516" y="1544"/>
                    <a:pt x="3386" y="1520"/>
                    <a:pt x="3192" y="1520"/>
                  </a:cubicBezTo>
                  <a:cubicBezTo>
                    <a:pt x="3031" y="1520"/>
                    <a:pt x="2826" y="1536"/>
                    <a:pt x="2615" y="1597"/>
                  </a:cubicBezTo>
                  <a:cubicBezTo>
                    <a:pt x="2142" y="1740"/>
                    <a:pt x="1714" y="1776"/>
                    <a:pt x="1714" y="1776"/>
                  </a:cubicBezTo>
                  <a:lnTo>
                    <a:pt x="1" y="2150"/>
                  </a:lnTo>
                  <a:lnTo>
                    <a:pt x="170" y="2239"/>
                  </a:lnTo>
                  <a:cubicBezTo>
                    <a:pt x="170" y="2239"/>
                    <a:pt x="262" y="2263"/>
                    <a:pt x="341" y="2263"/>
                  </a:cubicBezTo>
                  <a:cubicBezTo>
                    <a:pt x="380" y="2263"/>
                    <a:pt x="417" y="2257"/>
                    <a:pt x="438" y="2239"/>
                  </a:cubicBezTo>
                  <a:cubicBezTo>
                    <a:pt x="500" y="2186"/>
                    <a:pt x="1098" y="2150"/>
                    <a:pt x="1098" y="2150"/>
                  </a:cubicBezTo>
                  <a:lnTo>
                    <a:pt x="1508" y="2052"/>
                  </a:lnTo>
                  <a:lnTo>
                    <a:pt x="1919" y="1972"/>
                  </a:lnTo>
                  <a:cubicBezTo>
                    <a:pt x="1919" y="1972"/>
                    <a:pt x="2133" y="1918"/>
                    <a:pt x="2258" y="1874"/>
                  </a:cubicBezTo>
                  <a:cubicBezTo>
                    <a:pt x="2315" y="1853"/>
                    <a:pt x="2399" y="1848"/>
                    <a:pt x="2474" y="1848"/>
                  </a:cubicBezTo>
                  <a:cubicBezTo>
                    <a:pt x="2564" y="1848"/>
                    <a:pt x="2641" y="1856"/>
                    <a:pt x="2641" y="1856"/>
                  </a:cubicBezTo>
                  <a:lnTo>
                    <a:pt x="3302" y="1972"/>
                  </a:lnTo>
                  <a:lnTo>
                    <a:pt x="3685" y="1865"/>
                  </a:lnTo>
                  <a:lnTo>
                    <a:pt x="4015" y="1749"/>
                  </a:lnTo>
                  <a:lnTo>
                    <a:pt x="4354" y="1686"/>
                  </a:lnTo>
                  <a:lnTo>
                    <a:pt x="4961" y="1722"/>
                  </a:lnTo>
                  <a:lnTo>
                    <a:pt x="5353" y="1740"/>
                  </a:lnTo>
                  <a:lnTo>
                    <a:pt x="5737" y="1642"/>
                  </a:lnTo>
                  <a:lnTo>
                    <a:pt x="6112" y="1642"/>
                  </a:lnTo>
                  <a:lnTo>
                    <a:pt x="6469" y="1829"/>
                  </a:lnTo>
                  <a:lnTo>
                    <a:pt x="6870" y="1776"/>
                  </a:lnTo>
                  <a:lnTo>
                    <a:pt x="7120" y="1695"/>
                  </a:lnTo>
                  <a:lnTo>
                    <a:pt x="7949" y="1472"/>
                  </a:lnTo>
                  <a:lnTo>
                    <a:pt x="8404" y="1356"/>
                  </a:lnTo>
                  <a:lnTo>
                    <a:pt x="8485" y="1214"/>
                  </a:lnTo>
                  <a:cubicBezTo>
                    <a:pt x="8485" y="1214"/>
                    <a:pt x="8529" y="1169"/>
                    <a:pt x="8485" y="1098"/>
                  </a:cubicBezTo>
                  <a:cubicBezTo>
                    <a:pt x="8449" y="1026"/>
                    <a:pt x="8574" y="973"/>
                    <a:pt x="8690" y="839"/>
                  </a:cubicBezTo>
                  <a:cubicBezTo>
                    <a:pt x="8729" y="794"/>
                    <a:pt x="8756" y="779"/>
                    <a:pt x="8776" y="779"/>
                  </a:cubicBezTo>
                  <a:cubicBezTo>
                    <a:pt x="8816" y="779"/>
                    <a:pt x="8824" y="839"/>
                    <a:pt x="8824" y="839"/>
                  </a:cubicBezTo>
                  <a:cubicBezTo>
                    <a:pt x="8824" y="839"/>
                    <a:pt x="8894" y="853"/>
                    <a:pt x="8981" y="853"/>
                  </a:cubicBezTo>
                  <a:cubicBezTo>
                    <a:pt x="9060" y="853"/>
                    <a:pt x="9152" y="841"/>
                    <a:pt x="9216" y="794"/>
                  </a:cubicBezTo>
                  <a:cubicBezTo>
                    <a:pt x="9350" y="696"/>
                    <a:pt x="9270" y="634"/>
                    <a:pt x="9314" y="384"/>
                  </a:cubicBezTo>
                  <a:cubicBezTo>
                    <a:pt x="9350" y="134"/>
                    <a:pt x="9457" y="0"/>
                    <a:pt x="9457"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04" name="Google Shape;3404;p59"/>
          <p:cNvSpPr/>
          <p:nvPr/>
        </p:nvSpPr>
        <p:spPr>
          <a:xfrm>
            <a:off x="-27193" y="4323721"/>
            <a:ext cx="1172549" cy="617040"/>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5" name="Google Shape;3405;p59"/>
          <p:cNvGrpSpPr/>
          <p:nvPr/>
        </p:nvGrpSpPr>
        <p:grpSpPr>
          <a:xfrm>
            <a:off x="-141423" y="2951641"/>
            <a:ext cx="1270176" cy="2033197"/>
            <a:chOff x="1352322" y="1338997"/>
            <a:chExt cx="415457" cy="676942"/>
          </a:xfrm>
        </p:grpSpPr>
        <p:sp>
          <p:nvSpPr>
            <p:cNvPr id="3406" name="Google Shape;3406;p59"/>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9"/>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9"/>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9"/>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9"/>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9"/>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9"/>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9"/>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9"/>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9"/>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9"/>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9"/>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9"/>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9" name="Google Shape;3419;p59"/>
          <p:cNvGrpSpPr/>
          <p:nvPr/>
        </p:nvGrpSpPr>
        <p:grpSpPr>
          <a:xfrm flipH="1">
            <a:off x="935126" y="4112968"/>
            <a:ext cx="839013" cy="613436"/>
            <a:chOff x="6123718" y="525411"/>
            <a:chExt cx="1395563" cy="1024955"/>
          </a:xfrm>
        </p:grpSpPr>
        <p:grpSp>
          <p:nvGrpSpPr>
            <p:cNvPr id="3420" name="Google Shape;3420;p59"/>
            <p:cNvGrpSpPr/>
            <p:nvPr/>
          </p:nvGrpSpPr>
          <p:grpSpPr>
            <a:xfrm flipH="1">
              <a:off x="6123718" y="525411"/>
              <a:ext cx="1395563" cy="1024955"/>
              <a:chOff x="1696430" y="1591394"/>
              <a:chExt cx="279683" cy="208092"/>
            </a:xfrm>
          </p:grpSpPr>
          <p:sp>
            <p:nvSpPr>
              <p:cNvPr id="3421" name="Google Shape;3421;p59"/>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9"/>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9"/>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9"/>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9"/>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9"/>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9"/>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9"/>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9"/>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9"/>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9"/>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32" name="Google Shape;3432;p59"/>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33" name="Google Shape;3433;p59"/>
          <p:cNvSpPr txBox="1"/>
          <p:nvPr>
            <p:ph type="title"/>
          </p:nvPr>
        </p:nvSpPr>
        <p:spPr>
          <a:xfrm>
            <a:off x="4849800" y="1874550"/>
            <a:ext cx="34104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434" name="Google Shape;3434;p59"/>
          <p:cNvSpPr txBox="1"/>
          <p:nvPr>
            <p:ph idx="1" type="subTitle"/>
          </p:nvPr>
        </p:nvSpPr>
        <p:spPr>
          <a:xfrm>
            <a:off x="4849800" y="2447250"/>
            <a:ext cx="3410400" cy="821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3435" name="Shape 3435"/>
        <p:cNvGrpSpPr/>
        <p:nvPr/>
      </p:nvGrpSpPr>
      <p:grpSpPr>
        <a:xfrm>
          <a:off x="0" y="0"/>
          <a:ext cx="0" cy="0"/>
          <a:chOff x="0" y="0"/>
          <a:chExt cx="0" cy="0"/>
        </a:xfrm>
      </p:grpSpPr>
      <p:sp>
        <p:nvSpPr>
          <p:cNvPr id="3436" name="Google Shape;3436;p60"/>
          <p:cNvSpPr/>
          <p:nvPr/>
        </p:nvSpPr>
        <p:spPr>
          <a:xfrm flipH="1">
            <a:off x="-1" y="4762490"/>
            <a:ext cx="9173906"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0"/>
          <p:cNvSpPr/>
          <p:nvPr/>
        </p:nvSpPr>
        <p:spPr>
          <a:xfrm rot="238332">
            <a:off x="-3594095" y="4242315"/>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38" name="Google Shape;3438;p60"/>
          <p:cNvGrpSpPr/>
          <p:nvPr/>
        </p:nvGrpSpPr>
        <p:grpSpPr>
          <a:xfrm>
            <a:off x="-12751" y="2647408"/>
            <a:ext cx="2737383" cy="2109215"/>
            <a:chOff x="3363545" y="1191568"/>
            <a:chExt cx="384038" cy="295876"/>
          </a:xfrm>
        </p:grpSpPr>
        <p:sp>
          <p:nvSpPr>
            <p:cNvPr id="3439" name="Google Shape;3439;p60"/>
            <p:cNvSpPr/>
            <p:nvPr/>
          </p:nvSpPr>
          <p:spPr>
            <a:xfrm>
              <a:off x="3363545"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0"/>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0"/>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0"/>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0"/>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0"/>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0"/>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46" name="Google Shape;3446;p60"/>
          <p:cNvSpPr/>
          <p:nvPr/>
        </p:nvSpPr>
        <p:spPr>
          <a:xfrm flipH="1" rot="-238332">
            <a:off x="7203298" y="4242312"/>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47" name="Google Shape;3447;p60"/>
          <p:cNvGrpSpPr/>
          <p:nvPr/>
        </p:nvGrpSpPr>
        <p:grpSpPr>
          <a:xfrm flipH="1">
            <a:off x="6438566" y="2647368"/>
            <a:ext cx="2737383" cy="2109215"/>
            <a:chOff x="3363545" y="1191568"/>
            <a:chExt cx="384038" cy="295876"/>
          </a:xfrm>
        </p:grpSpPr>
        <p:sp>
          <p:nvSpPr>
            <p:cNvPr id="3448" name="Google Shape;3448;p60"/>
            <p:cNvSpPr/>
            <p:nvPr/>
          </p:nvSpPr>
          <p:spPr>
            <a:xfrm>
              <a:off x="3363545"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0"/>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0"/>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0"/>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0"/>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0"/>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0"/>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55" name="Google Shape;3455;p60"/>
          <p:cNvSpPr/>
          <p:nvPr/>
        </p:nvSpPr>
        <p:spPr>
          <a:xfrm flipH="1">
            <a:off x="-334053" y="8650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0"/>
          <p:cNvSpPr/>
          <p:nvPr/>
        </p:nvSpPr>
        <p:spPr>
          <a:xfrm flipH="1">
            <a:off x="8430904" y="158472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0"/>
          <p:cNvSpPr txBox="1"/>
          <p:nvPr>
            <p:ph type="title"/>
          </p:nvPr>
        </p:nvSpPr>
        <p:spPr>
          <a:xfrm>
            <a:off x="720075"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458" name="Google Shape;3458;p60"/>
          <p:cNvSpPr txBox="1"/>
          <p:nvPr>
            <p:ph idx="2" type="title"/>
          </p:nvPr>
        </p:nvSpPr>
        <p:spPr>
          <a:xfrm>
            <a:off x="937700" y="2437638"/>
            <a:ext cx="21753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3459" name="Google Shape;3459;p60"/>
          <p:cNvSpPr txBox="1"/>
          <p:nvPr>
            <p:ph idx="1" type="subTitle"/>
          </p:nvPr>
        </p:nvSpPr>
        <p:spPr>
          <a:xfrm>
            <a:off x="937700" y="2762863"/>
            <a:ext cx="2175300" cy="869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3460" name="Google Shape;3460;p60"/>
          <p:cNvSpPr txBox="1"/>
          <p:nvPr>
            <p:ph idx="3" type="title"/>
          </p:nvPr>
        </p:nvSpPr>
        <p:spPr>
          <a:xfrm>
            <a:off x="3484425" y="3409475"/>
            <a:ext cx="21753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3461" name="Google Shape;3461;p60"/>
          <p:cNvSpPr txBox="1"/>
          <p:nvPr>
            <p:ph idx="4" type="subTitle"/>
          </p:nvPr>
        </p:nvSpPr>
        <p:spPr>
          <a:xfrm>
            <a:off x="3484421" y="3734700"/>
            <a:ext cx="2175300" cy="869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3462" name="Google Shape;3462;p60"/>
          <p:cNvSpPr txBox="1"/>
          <p:nvPr>
            <p:ph idx="5" type="title"/>
          </p:nvPr>
        </p:nvSpPr>
        <p:spPr>
          <a:xfrm>
            <a:off x="6031150" y="2437638"/>
            <a:ext cx="21753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3463" name="Google Shape;3463;p60"/>
          <p:cNvSpPr txBox="1"/>
          <p:nvPr>
            <p:ph idx="6" type="subTitle"/>
          </p:nvPr>
        </p:nvSpPr>
        <p:spPr>
          <a:xfrm>
            <a:off x="6031149" y="2762863"/>
            <a:ext cx="2175300" cy="869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_2">
    <p:spTree>
      <p:nvGrpSpPr>
        <p:cNvPr id="3464" name="Shape 3464"/>
        <p:cNvGrpSpPr/>
        <p:nvPr/>
      </p:nvGrpSpPr>
      <p:grpSpPr>
        <a:xfrm>
          <a:off x="0" y="0"/>
          <a:ext cx="0" cy="0"/>
          <a:chOff x="0" y="0"/>
          <a:chExt cx="0" cy="0"/>
        </a:xfrm>
      </p:grpSpPr>
      <p:sp>
        <p:nvSpPr>
          <p:cNvPr id="3465" name="Google Shape;3465;p61"/>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1"/>
          <p:cNvSpPr/>
          <p:nvPr/>
        </p:nvSpPr>
        <p:spPr>
          <a:xfrm>
            <a:off x="-1554963" y="4806852"/>
            <a:ext cx="2885856" cy="136094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1"/>
          <p:cNvSpPr/>
          <p:nvPr/>
        </p:nvSpPr>
        <p:spPr>
          <a:xfrm flipH="1" rot="-99">
            <a:off x="7380676" y="4769930"/>
            <a:ext cx="2100438" cy="452713"/>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68" name="Google Shape;3468;p61"/>
          <p:cNvGrpSpPr/>
          <p:nvPr/>
        </p:nvGrpSpPr>
        <p:grpSpPr>
          <a:xfrm>
            <a:off x="7719034" y="4445634"/>
            <a:ext cx="1534549" cy="668193"/>
            <a:chOff x="8284835" y="1862888"/>
            <a:chExt cx="427165" cy="213583"/>
          </a:xfrm>
        </p:grpSpPr>
        <p:sp>
          <p:nvSpPr>
            <p:cNvPr id="3469" name="Google Shape;3469;p61"/>
            <p:cNvSpPr/>
            <p:nvPr/>
          </p:nvSpPr>
          <p:spPr>
            <a:xfrm>
              <a:off x="8284835" y="1862888"/>
              <a:ext cx="427165" cy="213583"/>
            </a:xfrm>
            <a:custGeom>
              <a:rect b="b" l="l" r="r" t="t"/>
              <a:pathLst>
                <a:path extrusionOk="0" h="4827" w="9654">
                  <a:moveTo>
                    <a:pt x="9653" y="0"/>
                  </a:moveTo>
                  <a:lnTo>
                    <a:pt x="8948" y="482"/>
                  </a:lnTo>
                  <a:cubicBezTo>
                    <a:pt x="8948" y="482"/>
                    <a:pt x="8774" y="656"/>
                    <a:pt x="8707" y="656"/>
                  </a:cubicBezTo>
                  <a:cubicBezTo>
                    <a:pt x="8688" y="656"/>
                    <a:pt x="8677" y="642"/>
                    <a:pt x="8681" y="607"/>
                  </a:cubicBezTo>
                  <a:cubicBezTo>
                    <a:pt x="8687" y="553"/>
                    <a:pt x="8657" y="536"/>
                    <a:pt x="8615" y="536"/>
                  </a:cubicBezTo>
                  <a:cubicBezTo>
                    <a:pt x="8530" y="536"/>
                    <a:pt x="8395" y="607"/>
                    <a:pt x="8395" y="607"/>
                  </a:cubicBezTo>
                  <a:lnTo>
                    <a:pt x="7780" y="1044"/>
                  </a:lnTo>
                  <a:lnTo>
                    <a:pt x="6941" y="1178"/>
                  </a:lnTo>
                  <a:lnTo>
                    <a:pt x="5505" y="1187"/>
                  </a:lnTo>
                  <a:lnTo>
                    <a:pt x="4863" y="1365"/>
                  </a:lnTo>
                  <a:lnTo>
                    <a:pt x="4318" y="1365"/>
                  </a:lnTo>
                  <a:lnTo>
                    <a:pt x="3712" y="1544"/>
                  </a:lnTo>
                  <a:cubicBezTo>
                    <a:pt x="3712" y="1544"/>
                    <a:pt x="3582" y="1520"/>
                    <a:pt x="3388" y="1520"/>
                  </a:cubicBezTo>
                  <a:cubicBezTo>
                    <a:pt x="3227" y="1520"/>
                    <a:pt x="3022" y="1536"/>
                    <a:pt x="2811" y="1597"/>
                  </a:cubicBezTo>
                  <a:cubicBezTo>
                    <a:pt x="2338" y="1740"/>
                    <a:pt x="1910" y="1776"/>
                    <a:pt x="1910" y="1776"/>
                  </a:cubicBezTo>
                  <a:lnTo>
                    <a:pt x="197" y="2150"/>
                  </a:lnTo>
                  <a:cubicBezTo>
                    <a:pt x="197" y="2150"/>
                    <a:pt x="1" y="2231"/>
                    <a:pt x="1044" y="2587"/>
                  </a:cubicBezTo>
                  <a:cubicBezTo>
                    <a:pt x="2498" y="3096"/>
                    <a:pt x="3587" y="2846"/>
                    <a:pt x="3774" y="3087"/>
                  </a:cubicBezTo>
                  <a:cubicBezTo>
                    <a:pt x="3962" y="3328"/>
                    <a:pt x="3863" y="3167"/>
                    <a:pt x="4113" y="3497"/>
                  </a:cubicBezTo>
                  <a:cubicBezTo>
                    <a:pt x="4363" y="3818"/>
                    <a:pt x="4292" y="3890"/>
                    <a:pt x="4684" y="3917"/>
                  </a:cubicBezTo>
                  <a:cubicBezTo>
                    <a:pt x="4815" y="3926"/>
                    <a:pt x="4929" y="3928"/>
                    <a:pt x="5023" y="3928"/>
                  </a:cubicBezTo>
                  <a:cubicBezTo>
                    <a:pt x="5210" y="3928"/>
                    <a:pt x="5318" y="3917"/>
                    <a:pt x="5318" y="3917"/>
                  </a:cubicBezTo>
                  <a:lnTo>
                    <a:pt x="5790" y="3863"/>
                  </a:lnTo>
                  <a:lnTo>
                    <a:pt x="6040" y="3917"/>
                  </a:lnTo>
                  <a:cubicBezTo>
                    <a:pt x="6040" y="3917"/>
                    <a:pt x="6352" y="4131"/>
                    <a:pt x="6629" y="4175"/>
                  </a:cubicBezTo>
                  <a:cubicBezTo>
                    <a:pt x="6672" y="4184"/>
                    <a:pt x="6701" y="4187"/>
                    <a:pt x="6720" y="4187"/>
                  </a:cubicBezTo>
                  <a:cubicBezTo>
                    <a:pt x="6782" y="4187"/>
                    <a:pt x="6748" y="4155"/>
                    <a:pt x="6759" y="4155"/>
                  </a:cubicBezTo>
                  <a:lnTo>
                    <a:pt x="6759" y="4155"/>
                  </a:lnTo>
                  <a:cubicBezTo>
                    <a:pt x="6767" y="4155"/>
                    <a:pt x="6798" y="4172"/>
                    <a:pt x="6905" y="4229"/>
                  </a:cubicBezTo>
                  <a:cubicBezTo>
                    <a:pt x="7218" y="4380"/>
                    <a:pt x="7405" y="4452"/>
                    <a:pt x="7405" y="4452"/>
                  </a:cubicBezTo>
                  <a:cubicBezTo>
                    <a:pt x="7405" y="4452"/>
                    <a:pt x="7905" y="4505"/>
                    <a:pt x="8154" y="4568"/>
                  </a:cubicBezTo>
                  <a:cubicBezTo>
                    <a:pt x="8413" y="4630"/>
                    <a:pt x="8681" y="4666"/>
                    <a:pt x="8681" y="4666"/>
                  </a:cubicBezTo>
                  <a:lnTo>
                    <a:pt x="9653" y="4827"/>
                  </a:lnTo>
                  <a:lnTo>
                    <a:pt x="965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1"/>
            <p:cNvSpPr/>
            <p:nvPr/>
          </p:nvSpPr>
          <p:spPr>
            <a:xfrm>
              <a:off x="8454567" y="1962751"/>
              <a:ext cx="257432" cy="113716"/>
            </a:xfrm>
            <a:custGeom>
              <a:rect b="b" l="l" r="r" t="t"/>
              <a:pathLst>
                <a:path extrusionOk="0" h="2570" w="5818">
                  <a:moveTo>
                    <a:pt x="5817" y="0"/>
                  </a:moveTo>
                  <a:lnTo>
                    <a:pt x="5202" y="152"/>
                  </a:lnTo>
                  <a:lnTo>
                    <a:pt x="4809" y="411"/>
                  </a:lnTo>
                  <a:lnTo>
                    <a:pt x="4399" y="500"/>
                  </a:lnTo>
                  <a:lnTo>
                    <a:pt x="4006" y="830"/>
                  </a:lnTo>
                  <a:cubicBezTo>
                    <a:pt x="4006" y="830"/>
                    <a:pt x="3911" y="850"/>
                    <a:pt x="3781" y="850"/>
                  </a:cubicBezTo>
                  <a:cubicBezTo>
                    <a:pt x="3717" y="850"/>
                    <a:pt x="3643" y="845"/>
                    <a:pt x="3569" y="830"/>
                  </a:cubicBezTo>
                  <a:cubicBezTo>
                    <a:pt x="3426" y="796"/>
                    <a:pt x="3246" y="780"/>
                    <a:pt x="3042" y="780"/>
                  </a:cubicBezTo>
                  <a:cubicBezTo>
                    <a:pt x="2927" y="780"/>
                    <a:pt x="2805" y="785"/>
                    <a:pt x="2677" y="794"/>
                  </a:cubicBezTo>
                  <a:cubicBezTo>
                    <a:pt x="2363" y="817"/>
                    <a:pt x="2417" y="919"/>
                    <a:pt x="2416" y="919"/>
                  </a:cubicBezTo>
                  <a:cubicBezTo>
                    <a:pt x="2416" y="919"/>
                    <a:pt x="2414" y="917"/>
                    <a:pt x="2409" y="910"/>
                  </a:cubicBezTo>
                  <a:cubicBezTo>
                    <a:pt x="2405" y="906"/>
                    <a:pt x="2401" y="905"/>
                    <a:pt x="2395" y="905"/>
                  </a:cubicBezTo>
                  <a:cubicBezTo>
                    <a:pt x="2338" y="905"/>
                    <a:pt x="2204" y="1098"/>
                    <a:pt x="2204" y="1098"/>
                  </a:cubicBezTo>
                  <a:cubicBezTo>
                    <a:pt x="2204" y="1098"/>
                    <a:pt x="2052" y="1089"/>
                    <a:pt x="1847" y="1053"/>
                  </a:cubicBezTo>
                  <a:cubicBezTo>
                    <a:pt x="1788" y="1046"/>
                    <a:pt x="1746" y="1042"/>
                    <a:pt x="1710" y="1042"/>
                  </a:cubicBezTo>
                  <a:cubicBezTo>
                    <a:pt x="1618" y="1042"/>
                    <a:pt x="1577" y="1065"/>
                    <a:pt x="1428" y="1098"/>
                  </a:cubicBezTo>
                  <a:cubicBezTo>
                    <a:pt x="1223" y="1133"/>
                    <a:pt x="1080" y="1231"/>
                    <a:pt x="1080" y="1231"/>
                  </a:cubicBezTo>
                  <a:lnTo>
                    <a:pt x="946" y="1312"/>
                  </a:lnTo>
                  <a:lnTo>
                    <a:pt x="1" y="910"/>
                  </a:lnTo>
                  <a:lnTo>
                    <a:pt x="1" y="910"/>
                  </a:lnTo>
                  <a:cubicBezTo>
                    <a:pt x="99" y="1035"/>
                    <a:pt x="63" y="955"/>
                    <a:pt x="277" y="1240"/>
                  </a:cubicBezTo>
                  <a:cubicBezTo>
                    <a:pt x="527" y="1561"/>
                    <a:pt x="456" y="1633"/>
                    <a:pt x="848" y="1660"/>
                  </a:cubicBezTo>
                  <a:cubicBezTo>
                    <a:pt x="979" y="1669"/>
                    <a:pt x="1093" y="1671"/>
                    <a:pt x="1187" y="1671"/>
                  </a:cubicBezTo>
                  <a:cubicBezTo>
                    <a:pt x="1374" y="1671"/>
                    <a:pt x="1482" y="1660"/>
                    <a:pt x="1482" y="1660"/>
                  </a:cubicBezTo>
                  <a:lnTo>
                    <a:pt x="1954" y="1606"/>
                  </a:lnTo>
                  <a:lnTo>
                    <a:pt x="2204" y="1660"/>
                  </a:lnTo>
                  <a:cubicBezTo>
                    <a:pt x="2204" y="1660"/>
                    <a:pt x="2516" y="1874"/>
                    <a:pt x="2793" y="1918"/>
                  </a:cubicBezTo>
                  <a:cubicBezTo>
                    <a:pt x="2836" y="1927"/>
                    <a:pt x="2865" y="1930"/>
                    <a:pt x="2884" y="1930"/>
                  </a:cubicBezTo>
                  <a:cubicBezTo>
                    <a:pt x="2946" y="1930"/>
                    <a:pt x="2912" y="1898"/>
                    <a:pt x="2923" y="1898"/>
                  </a:cubicBezTo>
                  <a:lnTo>
                    <a:pt x="2923" y="1898"/>
                  </a:lnTo>
                  <a:cubicBezTo>
                    <a:pt x="2931" y="1898"/>
                    <a:pt x="2962" y="1915"/>
                    <a:pt x="3069" y="1972"/>
                  </a:cubicBezTo>
                  <a:cubicBezTo>
                    <a:pt x="3382" y="2123"/>
                    <a:pt x="3569" y="2195"/>
                    <a:pt x="3569" y="2195"/>
                  </a:cubicBezTo>
                  <a:cubicBezTo>
                    <a:pt x="3569" y="2195"/>
                    <a:pt x="4069" y="2248"/>
                    <a:pt x="4318" y="2311"/>
                  </a:cubicBezTo>
                  <a:cubicBezTo>
                    <a:pt x="4577" y="2373"/>
                    <a:pt x="4845" y="2409"/>
                    <a:pt x="4845" y="2409"/>
                  </a:cubicBezTo>
                  <a:lnTo>
                    <a:pt x="5817" y="2570"/>
                  </a:lnTo>
                  <a:lnTo>
                    <a:pt x="5817"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1"/>
            <p:cNvSpPr/>
            <p:nvPr/>
          </p:nvSpPr>
          <p:spPr>
            <a:xfrm>
              <a:off x="8293508" y="1862888"/>
              <a:ext cx="418493" cy="100176"/>
            </a:xfrm>
            <a:custGeom>
              <a:rect b="b" l="l" r="r" t="t"/>
              <a:pathLst>
                <a:path extrusionOk="0" h="2264" w="9458">
                  <a:moveTo>
                    <a:pt x="9457" y="0"/>
                  </a:moveTo>
                  <a:lnTo>
                    <a:pt x="8752" y="482"/>
                  </a:lnTo>
                  <a:cubicBezTo>
                    <a:pt x="8752" y="482"/>
                    <a:pt x="8578" y="656"/>
                    <a:pt x="8511" y="656"/>
                  </a:cubicBezTo>
                  <a:cubicBezTo>
                    <a:pt x="8492" y="656"/>
                    <a:pt x="8481" y="642"/>
                    <a:pt x="8485" y="607"/>
                  </a:cubicBezTo>
                  <a:cubicBezTo>
                    <a:pt x="8491" y="553"/>
                    <a:pt x="8461" y="536"/>
                    <a:pt x="8419" y="536"/>
                  </a:cubicBezTo>
                  <a:cubicBezTo>
                    <a:pt x="8334" y="536"/>
                    <a:pt x="8199" y="607"/>
                    <a:pt x="8199" y="607"/>
                  </a:cubicBezTo>
                  <a:lnTo>
                    <a:pt x="7584" y="1044"/>
                  </a:lnTo>
                  <a:lnTo>
                    <a:pt x="6745" y="1178"/>
                  </a:lnTo>
                  <a:lnTo>
                    <a:pt x="5309" y="1187"/>
                  </a:lnTo>
                  <a:lnTo>
                    <a:pt x="4667" y="1365"/>
                  </a:lnTo>
                  <a:lnTo>
                    <a:pt x="4122" y="1365"/>
                  </a:lnTo>
                  <a:lnTo>
                    <a:pt x="3516" y="1544"/>
                  </a:lnTo>
                  <a:cubicBezTo>
                    <a:pt x="3516" y="1544"/>
                    <a:pt x="3386" y="1520"/>
                    <a:pt x="3192" y="1520"/>
                  </a:cubicBezTo>
                  <a:cubicBezTo>
                    <a:pt x="3031" y="1520"/>
                    <a:pt x="2826" y="1536"/>
                    <a:pt x="2615" y="1597"/>
                  </a:cubicBezTo>
                  <a:cubicBezTo>
                    <a:pt x="2142" y="1740"/>
                    <a:pt x="1714" y="1776"/>
                    <a:pt x="1714" y="1776"/>
                  </a:cubicBezTo>
                  <a:lnTo>
                    <a:pt x="1" y="2150"/>
                  </a:lnTo>
                  <a:lnTo>
                    <a:pt x="170" y="2239"/>
                  </a:lnTo>
                  <a:cubicBezTo>
                    <a:pt x="170" y="2239"/>
                    <a:pt x="262" y="2263"/>
                    <a:pt x="341" y="2263"/>
                  </a:cubicBezTo>
                  <a:cubicBezTo>
                    <a:pt x="380" y="2263"/>
                    <a:pt x="417" y="2257"/>
                    <a:pt x="438" y="2239"/>
                  </a:cubicBezTo>
                  <a:cubicBezTo>
                    <a:pt x="500" y="2186"/>
                    <a:pt x="1098" y="2150"/>
                    <a:pt x="1098" y="2150"/>
                  </a:cubicBezTo>
                  <a:lnTo>
                    <a:pt x="1508" y="2052"/>
                  </a:lnTo>
                  <a:lnTo>
                    <a:pt x="1919" y="1972"/>
                  </a:lnTo>
                  <a:cubicBezTo>
                    <a:pt x="1919" y="1972"/>
                    <a:pt x="2133" y="1918"/>
                    <a:pt x="2258" y="1874"/>
                  </a:cubicBezTo>
                  <a:cubicBezTo>
                    <a:pt x="2315" y="1853"/>
                    <a:pt x="2399" y="1848"/>
                    <a:pt x="2474" y="1848"/>
                  </a:cubicBezTo>
                  <a:cubicBezTo>
                    <a:pt x="2564" y="1848"/>
                    <a:pt x="2641" y="1856"/>
                    <a:pt x="2641" y="1856"/>
                  </a:cubicBezTo>
                  <a:lnTo>
                    <a:pt x="3302" y="1972"/>
                  </a:lnTo>
                  <a:lnTo>
                    <a:pt x="3685" y="1865"/>
                  </a:lnTo>
                  <a:lnTo>
                    <a:pt x="4015" y="1749"/>
                  </a:lnTo>
                  <a:lnTo>
                    <a:pt x="4354" y="1686"/>
                  </a:lnTo>
                  <a:lnTo>
                    <a:pt x="4961" y="1722"/>
                  </a:lnTo>
                  <a:lnTo>
                    <a:pt x="5353" y="1740"/>
                  </a:lnTo>
                  <a:lnTo>
                    <a:pt x="5737" y="1642"/>
                  </a:lnTo>
                  <a:lnTo>
                    <a:pt x="6112" y="1642"/>
                  </a:lnTo>
                  <a:lnTo>
                    <a:pt x="6469" y="1829"/>
                  </a:lnTo>
                  <a:lnTo>
                    <a:pt x="6870" y="1776"/>
                  </a:lnTo>
                  <a:lnTo>
                    <a:pt x="7120" y="1695"/>
                  </a:lnTo>
                  <a:lnTo>
                    <a:pt x="7949" y="1472"/>
                  </a:lnTo>
                  <a:lnTo>
                    <a:pt x="8404" y="1356"/>
                  </a:lnTo>
                  <a:lnTo>
                    <a:pt x="8485" y="1214"/>
                  </a:lnTo>
                  <a:cubicBezTo>
                    <a:pt x="8485" y="1214"/>
                    <a:pt x="8529" y="1169"/>
                    <a:pt x="8485" y="1098"/>
                  </a:cubicBezTo>
                  <a:cubicBezTo>
                    <a:pt x="8449" y="1026"/>
                    <a:pt x="8574" y="973"/>
                    <a:pt x="8690" y="839"/>
                  </a:cubicBezTo>
                  <a:cubicBezTo>
                    <a:pt x="8729" y="794"/>
                    <a:pt x="8756" y="779"/>
                    <a:pt x="8776" y="779"/>
                  </a:cubicBezTo>
                  <a:cubicBezTo>
                    <a:pt x="8816" y="779"/>
                    <a:pt x="8824" y="839"/>
                    <a:pt x="8824" y="839"/>
                  </a:cubicBezTo>
                  <a:cubicBezTo>
                    <a:pt x="8824" y="839"/>
                    <a:pt x="8894" y="853"/>
                    <a:pt x="8981" y="853"/>
                  </a:cubicBezTo>
                  <a:cubicBezTo>
                    <a:pt x="9060" y="853"/>
                    <a:pt x="9152" y="841"/>
                    <a:pt x="9216" y="794"/>
                  </a:cubicBezTo>
                  <a:cubicBezTo>
                    <a:pt x="9350" y="696"/>
                    <a:pt x="9270" y="634"/>
                    <a:pt x="9314" y="384"/>
                  </a:cubicBezTo>
                  <a:cubicBezTo>
                    <a:pt x="9350" y="134"/>
                    <a:pt x="9457" y="0"/>
                    <a:pt x="9457"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72" name="Google Shape;3472;p61"/>
          <p:cNvSpPr/>
          <p:nvPr/>
        </p:nvSpPr>
        <p:spPr>
          <a:xfrm>
            <a:off x="-49407" y="4774363"/>
            <a:ext cx="865511" cy="455470"/>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73" name="Google Shape;3473;p61"/>
          <p:cNvGrpSpPr/>
          <p:nvPr/>
        </p:nvGrpSpPr>
        <p:grpSpPr>
          <a:xfrm>
            <a:off x="-49410" y="4054122"/>
            <a:ext cx="684507" cy="1095699"/>
            <a:chOff x="1352322" y="1338997"/>
            <a:chExt cx="415457" cy="676942"/>
          </a:xfrm>
        </p:grpSpPr>
        <p:sp>
          <p:nvSpPr>
            <p:cNvPr id="3474" name="Google Shape;3474;p61"/>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1"/>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1"/>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1"/>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1"/>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1"/>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1"/>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1"/>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1"/>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1"/>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1"/>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1"/>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1"/>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7" name="Google Shape;3487;p61"/>
          <p:cNvGrpSpPr/>
          <p:nvPr/>
        </p:nvGrpSpPr>
        <p:grpSpPr>
          <a:xfrm flipH="1">
            <a:off x="441417" y="4660901"/>
            <a:ext cx="619351" cy="452825"/>
            <a:chOff x="6123718" y="525411"/>
            <a:chExt cx="1395563" cy="1024955"/>
          </a:xfrm>
        </p:grpSpPr>
        <p:grpSp>
          <p:nvGrpSpPr>
            <p:cNvPr id="3488" name="Google Shape;3488;p61"/>
            <p:cNvGrpSpPr/>
            <p:nvPr/>
          </p:nvGrpSpPr>
          <p:grpSpPr>
            <a:xfrm flipH="1">
              <a:off x="6123718" y="525411"/>
              <a:ext cx="1395563" cy="1024955"/>
              <a:chOff x="1696430" y="1591394"/>
              <a:chExt cx="279683" cy="208092"/>
            </a:xfrm>
          </p:grpSpPr>
          <p:sp>
            <p:nvSpPr>
              <p:cNvPr id="3489" name="Google Shape;3489;p61"/>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1"/>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1"/>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1"/>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1"/>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1"/>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1"/>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1"/>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1"/>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1"/>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1"/>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00" name="Google Shape;3500;p61"/>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01" name="Google Shape;3501;p61"/>
          <p:cNvSpPr/>
          <p:nvPr/>
        </p:nvSpPr>
        <p:spPr>
          <a:xfrm flipH="1">
            <a:off x="-80978" y="381194"/>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1"/>
          <p:cNvSpPr/>
          <p:nvPr/>
        </p:nvSpPr>
        <p:spPr>
          <a:xfrm flipH="1">
            <a:off x="8424079" y="131829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1"/>
          <p:cNvSpPr/>
          <p:nvPr/>
        </p:nvSpPr>
        <p:spPr>
          <a:xfrm flipH="1">
            <a:off x="-175421" y="153847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1"/>
          <p:cNvSpPr txBox="1"/>
          <p:nvPr>
            <p:ph type="title"/>
          </p:nvPr>
        </p:nvSpPr>
        <p:spPr>
          <a:xfrm>
            <a:off x="720075"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505" name="Google Shape;3505;p61"/>
          <p:cNvSpPr txBox="1"/>
          <p:nvPr>
            <p:ph idx="2" type="title"/>
          </p:nvPr>
        </p:nvSpPr>
        <p:spPr>
          <a:xfrm>
            <a:off x="937700" y="1664250"/>
            <a:ext cx="2175300" cy="5277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3506" name="Google Shape;3506;p61"/>
          <p:cNvSpPr txBox="1"/>
          <p:nvPr>
            <p:ph idx="1" type="subTitle"/>
          </p:nvPr>
        </p:nvSpPr>
        <p:spPr>
          <a:xfrm>
            <a:off x="937700" y="2191950"/>
            <a:ext cx="2175300" cy="783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3507" name="Google Shape;3507;p61"/>
          <p:cNvSpPr txBox="1"/>
          <p:nvPr>
            <p:ph idx="3" type="title"/>
          </p:nvPr>
        </p:nvSpPr>
        <p:spPr>
          <a:xfrm>
            <a:off x="3484419" y="1664250"/>
            <a:ext cx="2175300" cy="5277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3508" name="Google Shape;3508;p61"/>
          <p:cNvSpPr txBox="1"/>
          <p:nvPr>
            <p:ph idx="4" type="subTitle"/>
          </p:nvPr>
        </p:nvSpPr>
        <p:spPr>
          <a:xfrm>
            <a:off x="3484422" y="2191950"/>
            <a:ext cx="2175300" cy="783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3509" name="Google Shape;3509;p61"/>
          <p:cNvSpPr txBox="1"/>
          <p:nvPr>
            <p:ph idx="5" type="title"/>
          </p:nvPr>
        </p:nvSpPr>
        <p:spPr>
          <a:xfrm>
            <a:off x="6031146" y="1664250"/>
            <a:ext cx="2175300" cy="5277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3510" name="Google Shape;3510;p61"/>
          <p:cNvSpPr txBox="1"/>
          <p:nvPr>
            <p:ph idx="6" type="subTitle"/>
          </p:nvPr>
        </p:nvSpPr>
        <p:spPr>
          <a:xfrm>
            <a:off x="6031150" y="2191950"/>
            <a:ext cx="2175300" cy="783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6_2_1">
    <p:spTree>
      <p:nvGrpSpPr>
        <p:cNvPr id="3511" name="Shape 3511"/>
        <p:cNvGrpSpPr/>
        <p:nvPr/>
      </p:nvGrpSpPr>
      <p:grpSpPr>
        <a:xfrm>
          <a:off x="0" y="0"/>
          <a:ext cx="0" cy="0"/>
          <a:chOff x="0" y="0"/>
          <a:chExt cx="0" cy="0"/>
        </a:xfrm>
      </p:grpSpPr>
      <p:sp>
        <p:nvSpPr>
          <p:cNvPr id="3512" name="Google Shape;3512;p62"/>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2"/>
          <p:cNvSpPr/>
          <p:nvPr/>
        </p:nvSpPr>
        <p:spPr>
          <a:xfrm flipH="1" rot="-238332">
            <a:off x="6971149" y="4242317"/>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2"/>
          <p:cNvSpPr/>
          <p:nvPr/>
        </p:nvSpPr>
        <p:spPr>
          <a:xfrm>
            <a:off x="4" y="4864136"/>
            <a:ext cx="1665423" cy="78539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2"/>
          <p:cNvSpPr/>
          <p:nvPr/>
        </p:nvSpPr>
        <p:spPr>
          <a:xfrm>
            <a:off x="96226" y="4775056"/>
            <a:ext cx="1043455" cy="549114"/>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16" name="Google Shape;3516;p62"/>
          <p:cNvGrpSpPr/>
          <p:nvPr/>
        </p:nvGrpSpPr>
        <p:grpSpPr>
          <a:xfrm>
            <a:off x="-114735" y="3498258"/>
            <a:ext cx="1159291" cy="1855702"/>
            <a:chOff x="1352322" y="1338997"/>
            <a:chExt cx="415457" cy="676942"/>
          </a:xfrm>
        </p:grpSpPr>
        <p:sp>
          <p:nvSpPr>
            <p:cNvPr id="3517" name="Google Shape;3517;p62"/>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2"/>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2"/>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2"/>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2"/>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2"/>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2"/>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2"/>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2"/>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2"/>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2"/>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2"/>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2"/>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0" name="Google Shape;3530;p62"/>
          <p:cNvGrpSpPr/>
          <p:nvPr/>
        </p:nvGrpSpPr>
        <p:grpSpPr>
          <a:xfrm flipH="1">
            <a:off x="939877" y="4497343"/>
            <a:ext cx="746626" cy="545891"/>
            <a:chOff x="6123718" y="525411"/>
            <a:chExt cx="1395563" cy="1024955"/>
          </a:xfrm>
        </p:grpSpPr>
        <p:grpSp>
          <p:nvGrpSpPr>
            <p:cNvPr id="3531" name="Google Shape;3531;p62"/>
            <p:cNvGrpSpPr/>
            <p:nvPr/>
          </p:nvGrpSpPr>
          <p:grpSpPr>
            <a:xfrm flipH="1">
              <a:off x="6123718" y="525411"/>
              <a:ext cx="1395563" cy="1024955"/>
              <a:chOff x="1696430" y="1591394"/>
              <a:chExt cx="279683" cy="208092"/>
            </a:xfrm>
          </p:grpSpPr>
          <p:sp>
            <p:nvSpPr>
              <p:cNvPr id="3532" name="Google Shape;3532;p62"/>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2"/>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2"/>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2"/>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2"/>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2"/>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2"/>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2"/>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2"/>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2"/>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2"/>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43" name="Google Shape;3543;p62"/>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4" name="Google Shape;3544;p62"/>
          <p:cNvGrpSpPr/>
          <p:nvPr/>
        </p:nvGrpSpPr>
        <p:grpSpPr>
          <a:xfrm flipH="1">
            <a:off x="6989366" y="3989002"/>
            <a:ext cx="2154611" cy="785401"/>
            <a:chOff x="3363545" y="1399908"/>
            <a:chExt cx="240164" cy="87537"/>
          </a:xfrm>
        </p:grpSpPr>
        <p:sp>
          <p:nvSpPr>
            <p:cNvPr id="3545" name="Google Shape;3545;p62"/>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2"/>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2"/>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2"/>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2"/>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50" name="Google Shape;3550;p62"/>
          <p:cNvSpPr txBox="1"/>
          <p:nvPr>
            <p:ph type="title"/>
          </p:nvPr>
        </p:nvSpPr>
        <p:spPr>
          <a:xfrm>
            <a:off x="720075"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551" name="Google Shape;3551;p62"/>
          <p:cNvSpPr txBox="1"/>
          <p:nvPr>
            <p:ph idx="2" type="title"/>
          </p:nvPr>
        </p:nvSpPr>
        <p:spPr>
          <a:xfrm>
            <a:off x="937700" y="3018875"/>
            <a:ext cx="2175300" cy="5277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3552" name="Google Shape;3552;p62"/>
          <p:cNvSpPr txBox="1"/>
          <p:nvPr>
            <p:ph idx="1" type="subTitle"/>
          </p:nvPr>
        </p:nvSpPr>
        <p:spPr>
          <a:xfrm>
            <a:off x="937700" y="3546575"/>
            <a:ext cx="2175300" cy="783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3553" name="Google Shape;3553;p62"/>
          <p:cNvSpPr txBox="1"/>
          <p:nvPr>
            <p:ph idx="3" type="title"/>
          </p:nvPr>
        </p:nvSpPr>
        <p:spPr>
          <a:xfrm>
            <a:off x="6031146" y="3018875"/>
            <a:ext cx="2175300" cy="5277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3554" name="Google Shape;3554;p62"/>
          <p:cNvSpPr txBox="1"/>
          <p:nvPr>
            <p:ph idx="4" type="subTitle"/>
          </p:nvPr>
        </p:nvSpPr>
        <p:spPr>
          <a:xfrm>
            <a:off x="6031150" y="3546575"/>
            <a:ext cx="2175300" cy="783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6_1">
    <p:spTree>
      <p:nvGrpSpPr>
        <p:cNvPr id="3555" name="Shape 3555"/>
        <p:cNvGrpSpPr/>
        <p:nvPr/>
      </p:nvGrpSpPr>
      <p:grpSpPr>
        <a:xfrm>
          <a:off x="0" y="0"/>
          <a:ext cx="0" cy="0"/>
          <a:chOff x="0" y="0"/>
          <a:chExt cx="0" cy="0"/>
        </a:xfrm>
      </p:grpSpPr>
      <p:sp>
        <p:nvSpPr>
          <p:cNvPr id="3556" name="Google Shape;3556;p63"/>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3"/>
          <p:cNvSpPr/>
          <p:nvPr/>
        </p:nvSpPr>
        <p:spPr>
          <a:xfrm>
            <a:off x="-294671" y="4901161"/>
            <a:ext cx="1665423" cy="78539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3"/>
          <p:cNvSpPr/>
          <p:nvPr/>
        </p:nvSpPr>
        <p:spPr>
          <a:xfrm>
            <a:off x="96226" y="4775056"/>
            <a:ext cx="1043455" cy="549114"/>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59" name="Google Shape;3559;p63"/>
          <p:cNvGrpSpPr/>
          <p:nvPr/>
        </p:nvGrpSpPr>
        <p:grpSpPr>
          <a:xfrm>
            <a:off x="-114732" y="3692004"/>
            <a:ext cx="1038268" cy="1662029"/>
            <a:chOff x="1352322" y="1338997"/>
            <a:chExt cx="415457" cy="676942"/>
          </a:xfrm>
        </p:grpSpPr>
        <p:sp>
          <p:nvSpPr>
            <p:cNvPr id="3560" name="Google Shape;3560;p63"/>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3"/>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3"/>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3"/>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3"/>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3"/>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3"/>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3"/>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3"/>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3"/>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3"/>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3"/>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3"/>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3" name="Google Shape;3573;p63"/>
          <p:cNvGrpSpPr/>
          <p:nvPr/>
        </p:nvGrpSpPr>
        <p:grpSpPr>
          <a:xfrm flipH="1">
            <a:off x="713096" y="4680107"/>
            <a:ext cx="540920" cy="395428"/>
            <a:chOff x="6123718" y="525411"/>
            <a:chExt cx="1395563" cy="1024955"/>
          </a:xfrm>
        </p:grpSpPr>
        <p:grpSp>
          <p:nvGrpSpPr>
            <p:cNvPr id="3574" name="Google Shape;3574;p63"/>
            <p:cNvGrpSpPr/>
            <p:nvPr/>
          </p:nvGrpSpPr>
          <p:grpSpPr>
            <a:xfrm flipH="1">
              <a:off x="6123718" y="525411"/>
              <a:ext cx="1395563" cy="1024955"/>
              <a:chOff x="1696430" y="1591394"/>
              <a:chExt cx="279683" cy="208092"/>
            </a:xfrm>
          </p:grpSpPr>
          <p:sp>
            <p:nvSpPr>
              <p:cNvPr id="3575" name="Google Shape;3575;p63"/>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3"/>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3"/>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3"/>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3"/>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3"/>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3"/>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3"/>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3"/>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3"/>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3"/>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86" name="Google Shape;3586;p63"/>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7" name="Google Shape;3587;p63"/>
          <p:cNvGrpSpPr/>
          <p:nvPr/>
        </p:nvGrpSpPr>
        <p:grpSpPr>
          <a:xfrm>
            <a:off x="8303848" y="3734044"/>
            <a:ext cx="1176845" cy="1035418"/>
            <a:chOff x="3650956" y="1757963"/>
            <a:chExt cx="258943" cy="227815"/>
          </a:xfrm>
        </p:grpSpPr>
        <p:sp>
          <p:nvSpPr>
            <p:cNvPr id="3588" name="Google Shape;3588;p63"/>
            <p:cNvSpPr/>
            <p:nvPr/>
          </p:nvSpPr>
          <p:spPr>
            <a:xfrm>
              <a:off x="3650956" y="1757963"/>
              <a:ext cx="258943" cy="227815"/>
            </a:xfrm>
            <a:custGeom>
              <a:rect b="b" l="l" r="r" t="t"/>
              <a:pathLst>
                <a:path extrusionOk="0" h="6272" w="7129">
                  <a:moveTo>
                    <a:pt x="5416" y="0"/>
                  </a:moveTo>
                  <a:lnTo>
                    <a:pt x="3828" y="411"/>
                  </a:lnTo>
                  <a:lnTo>
                    <a:pt x="3337" y="1499"/>
                  </a:lnTo>
                  <a:lnTo>
                    <a:pt x="2320" y="1945"/>
                  </a:lnTo>
                  <a:lnTo>
                    <a:pt x="1642" y="3016"/>
                  </a:lnTo>
                  <a:lnTo>
                    <a:pt x="1535" y="4095"/>
                  </a:lnTo>
                  <a:lnTo>
                    <a:pt x="1018" y="5219"/>
                  </a:lnTo>
                  <a:lnTo>
                    <a:pt x="1" y="6272"/>
                  </a:lnTo>
                  <a:lnTo>
                    <a:pt x="3846" y="6272"/>
                  </a:lnTo>
                  <a:lnTo>
                    <a:pt x="3417" y="5255"/>
                  </a:lnTo>
                  <a:lnTo>
                    <a:pt x="3623" y="4461"/>
                  </a:lnTo>
                  <a:lnTo>
                    <a:pt x="4390" y="3408"/>
                  </a:lnTo>
                  <a:lnTo>
                    <a:pt x="4898" y="3533"/>
                  </a:lnTo>
                  <a:lnTo>
                    <a:pt x="5327" y="4505"/>
                  </a:lnTo>
                  <a:lnTo>
                    <a:pt x="5077" y="5522"/>
                  </a:lnTo>
                  <a:lnTo>
                    <a:pt x="5228" y="6272"/>
                  </a:lnTo>
                  <a:lnTo>
                    <a:pt x="7129" y="6272"/>
                  </a:lnTo>
                  <a:lnTo>
                    <a:pt x="6745" y="5174"/>
                  </a:lnTo>
                  <a:lnTo>
                    <a:pt x="7066" y="4211"/>
                  </a:lnTo>
                  <a:lnTo>
                    <a:pt x="6593" y="2837"/>
                  </a:lnTo>
                  <a:lnTo>
                    <a:pt x="6308" y="1196"/>
                  </a:lnTo>
                  <a:lnTo>
                    <a:pt x="54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3"/>
            <p:cNvSpPr/>
            <p:nvPr/>
          </p:nvSpPr>
          <p:spPr>
            <a:xfrm>
              <a:off x="3710595" y="1757963"/>
              <a:ext cx="169481" cy="109549"/>
            </a:xfrm>
            <a:custGeom>
              <a:rect b="b" l="l" r="r" t="t"/>
              <a:pathLst>
                <a:path extrusionOk="0" h="3016" w="4666">
                  <a:moveTo>
                    <a:pt x="3774" y="0"/>
                  </a:moveTo>
                  <a:lnTo>
                    <a:pt x="2186" y="411"/>
                  </a:lnTo>
                  <a:lnTo>
                    <a:pt x="1695" y="1499"/>
                  </a:lnTo>
                  <a:lnTo>
                    <a:pt x="678" y="1945"/>
                  </a:lnTo>
                  <a:lnTo>
                    <a:pt x="0" y="3016"/>
                  </a:lnTo>
                  <a:lnTo>
                    <a:pt x="0" y="3016"/>
                  </a:lnTo>
                  <a:lnTo>
                    <a:pt x="794" y="2346"/>
                  </a:lnTo>
                  <a:lnTo>
                    <a:pt x="1401" y="2257"/>
                  </a:lnTo>
                  <a:lnTo>
                    <a:pt x="1918" y="2552"/>
                  </a:lnTo>
                  <a:lnTo>
                    <a:pt x="1570" y="1927"/>
                  </a:lnTo>
                  <a:lnTo>
                    <a:pt x="2186" y="2061"/>
                  </a:lnTo>
                  <a:lnTo>
                    <a:pt x="2025" y="1579"/>
                  </a:lnTo>
                  <a:lnTo>
                    <a:pt x="2560" y="866"/>
                  </a:lnTo>
                  <a:lnTo>
                    <a:pt x="3649" y="803"/>
                  </a:lnTo>
                  <a:lnTo>
                    <a:pt x="4666" y="1196"/>
                  </a:lnTo>
                  <a:lnTo>
                    <a:pt x="3774"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3"/>
            <p:cNvSpPr/>
            <p:nvPr/>
          </p:nvSpPr>
          <p:spPr>
            <a:xfrm>
              <a:off x="3768600" y="1867472"/>
              <a:ext cx="141295" cy="118302"/>
            </a:xfrm>
            <a:custGeom>
              <a:rect b="b" l="l" r="r" t="t"/>
              <a:pathLst>
                <a:path extrusionOk="0" h="3257" w="3890">
                  <a:moveTo>
                    <a:pt x="1534" y="1"/>
                  </a:moveTo>
                  <a:lnTo>
                    <a:pt x="856" y="116"/>
                  </a:lnTo>
                  <a:lnTo>
                    <a:pt x="259" y="1196"/>
                  </a:lnTo>
                  <a:lnTo>
                    <a:pt x="71" y="447"/>
                  </a:lnTo>
                  <a:lnTo>
                    <a:pt x="0" y="1767"/>
                  </a:lnTo>
                  <a:lnTo>
                    <a:pt x="178" y="2240"/>
                  </a:lnTo>
                  <a:lnTo>
                    <a:pt x="384" y="1446"/>
                  </a:lnTo>
                  <a:lnTo>
                    <a:pt x="1151" y="393"/>
                  </a:lnTo>
                  <a:lnTo>
                    <a:pt x="1659" y="518"/>
                  </a:lnTo>
                  <a:lnTo>
                    <a:pt x="2088" y="1490"/>
                  </a:lnTo>
                  <a:lnTo>
                    <a:pt x="1838" y="2507"/>
                  </a:lnTo>
                  <a:lnTo>
                    <a:pt x="1989" y="3257"/>
                  </a:lnTo>
                  <a:lnTo>
                    <a:pt x="3890" y="3257"/>
                  </a:lnTo>
                  <a:lnTo>
                    <a:pt x="3506" y="2159"/>
                  </a:lnTo>
                  <a:lnTo>
                    <a:pt x="3488" y="3087"/>
                  </a:lnTo>
                  <a:lnTo>
                    <a:pt x="2935" y="2820"/>
                  </a:lnTo>
                  <a:lnTo>
                    <a:pt x="2882" y="1767"/>
                  </a:lnTo>
                  <a:lnTo>
                    <a:pt x="2614" y="2820"/>
                  </a:lnTo>
                  <a:lnTo>
                    <a:pt x="2177" y="2382"/>
                  </a:lnTo>
                  <a:lnTo>
                    <a:pt x="2543" y="973"/>
                  </a:lnTo>
                  <a:lnTo>
                    <a:pt x="1534"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3"/>
            <p:cNvSpPr/>
            <p:nvPr/>
          </p:nvSpPr>
          <p:spPr>
            <a:xfrm>
              <a:off x="3722908" y="1895331"/>
              <a:ext cx="23682" cy="90443"/>
            </a:xfrm>
            <a:custGeom>
              <a:rect b="b" l="l" r="r" t="t"/>
              <a:pathLst>
                <a:path extrusionOk="0" h="2490" w="652">
                  <a:moveTo>
                    <a:pt x="179" y="1"/>
                  </a:moveTo>
                  <a:lnTo>
                    <a:pt x="286" y="1856"/>
                  </a:lnTo>
                  <a:lnTo>
                    <a:pt x="0" y="2490"/>
                  </a:lnTo>
                  <a:lnTo>
                    <a:pt x="651" y="2490"/>
                  </a:lnTo>
                  <a:lnTo>
                    <a:pt x="598" y="1910"/>
                  </a:lnTo>
                  <a:lnTo>
                    <a:pt x="598" y="1348"/>
                  </a:lnTo>
                  <a:lnTo>
                    <a:pt x="179"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3"/>
            <p:cNvSpPr/>
            <p:nvPr/>
          </p:nvSpPr>
          <p:spPr>
            <a:xfrm>
              <a:off x="3650956" y="1906663"/>
              <a:ext cx="57390" cy="79110"/>
            </a:xfrm>
            <a:custGeom>
              <a:rect b="b" l="l" r="r" t="t"/>
              <a:pathLst>
                <a:path extrusionOk="0" h="2178" w="1580">
                  <a:moveTo>
                    <a:pt x="1535" y="1"/>
                  </a:moveTo>
                  <a:lnTo>
                    <a:pt x="1018" y="1125"/>
                  </a:lnTo>
                  <a:lnTo>
                    <a:pt x="1" y="2178"/>
                  </a:lnTo>
                  <a:lnTo>
                    <a:pt x="1250" y="2178"/>
                  </a:lnTo>
                  <a:lnTo>
                    <a:pt x="795" y="1839"/>
                  </a:lnTo>
                  <a:lnTo>
                    <a:pt x="1428" y="1303"/>
                  </a:lnTo>
                  <a:lnTo>
                    <a:pt x="1580" y="643"/>
                  </a:lnTo>
                  <a:lnTo>
                    <a:pt x="153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3"/>
            <p:cNvSpPr/>
            <p:nvPr/>
          </p:nvSpPr>
          <p:spPr>
            <a:xfrm>
              <a:off x="3857370" y="1801367"/>
              <a:ext cx="50270" cy="109549"/>
            </a:xfrm>
            <a:custGeom>
              <a:rect b="b" l="l" r="r" t="t"/>
              <a:pathLst>
                <a:path extrusionOk="0" h="3016" w="1384">
                  <a:moveTo>
                    <a:pt x="625" y="1"/>
                  </a:moveTo>
                  <a:lnTo>
                    <a:pt x="580" y="1357"/>
                  </a:lnTo>
                  <a:lnTo>
                    <a:pt x="0" y="402"/>
                  </a:lnTo>
                  <a:lnTo>
                    <a:pt x="411" y="1874"/>
                  </a:lnTo>
                  <a:lnTo>
                    <a:pt x="1383" y="3016"/>
                  </a:lnTo>
                  <a:lnTo>
                    <a:pt x="910" y="1642"/>
                  </a:lnTo>
                  <a:lnTo>
                    <a:pt x="62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4" name="Google Shape;3594;p63"/>
          <p:cNvSpPr/>
          <p:nvPr/>
        </p:nvSpPr>
        <p:spPr>
          <a:xfrm rot="557657">
            <a:off x="8216558" y="4705705"/>
            <a:ext cx="1351433" cy="380974"/>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3"/>
          <p:cNvSpPr/>
          <p:nvPr/>
        </p:nvSpPr>
        <p:spPr>
          <a:xfrm flipH="1">
            <a:off x="7642147" y="70838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3"/>
          <p:cNvSpPr/>
          <p:nvPr/>
        </p:nvSpPr>
        <p:spPr>
          <a:xfrm flipH="1">
            <a:off x="-168596" y="2487257"/>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3"/>
          <p:cNvSpPr/>
          <p:nvPr/>
        </p:nvSpPr>
        <p:spPr>
          <a:xfrm flipH="1">
            <a:off x="8447941" y="2191232"/>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3"/>
          <p:cNvSpPr txBox="1"/>
          <p:nvPr>
            <p:ph type="title"/>
          </p:nvPr>
        </p:nvSpPr>
        <p:spPr>
          <a:xfrm>
            <a:off x="720075"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599" name="Google Shape;3599;p63"/>
          <p:cNvSpPr txBox="1"/>
          <p:nvPr>
            <p:ph idx="2" type="title"/>
          </p:nvPr>
        </p:nvSpPr>
        <p:spPr>
          <a:xfrm>
            <a:off x="937700" y="3384150"/>
            <a:ext cx="21753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3600" name="Google Shape;3600;p63"/>
          <p:cNvSpPr txBox="1"/>
          <p:nvPr>
            <p:ph idx="1" type="subTitle"/>
          </p:nvPr>
        </p:nvSpPr>
        <p:spPr>
          <a:xfrm>
            <a:off x="937700" y="3740100"/>
            <a:ext cx="21753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3601" name="Google Shape;3601;p63"/>
          <p:cNvSpPr txBox="1"/>
          <p:nvPr>
            <p:ph idx="3" type="title"/>
          </p:nvPr>
        </p:nvSpPr>
        <p:spPr>
          <a:xfrm>
            <a:off x="3484421" y="3384150"/>
            <a:ext cx="21753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3602" name="Google Shape;3602;p63"/>
          <p:cNvSpPr txBox="1"/>
          <p:nvPr>
            <p:ph idx="4" type="subTitle"/>
          </p:nvPr>
        </p:nvSpPr>
        <p:spPr>
          <a:xfrm>
            <a:off x="3484421" y="3740100"/>
            <a:ext cx="21753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3603" name="Google Shape;3603;p63"/>
          <p:cNvSpPr txBox="1"/>
          <p:nvPr>
            <p:ph idx="5" type="title"/>
          </p:nvPr>
        </p:nvSpPr>
        <p:spPr>
          <a:xfrm>
            <a:off x="6031149" y="3384150"/>
            <a:ext cx="21753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3604" name="Google Shape;3604;p63"/>
          <p:cNvSpPr txBox="1"/>
          <p:nvPr>
            <p:ph idx="6" type="subTitle"/>
          </p:nvPr>
        </p:nvSpPr>
        <p:spPr>
          <a:xfrm>
            <a:off x="6031148" y="3740100"/>
            <a:ext cx="21753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3605" name="Google Shape;3605;p63"/>
          <p:cNvSpPr txBox="1"/>
          <p:nvPr>
            <p:ph hasCustomPrompt="1" idx="7" type="title"/>
          </p:nvPr>
        </p:nvSpPr>
        <p:spPr>
          <a:xfrm>
            <a:off x="1502000" y="1845783"/>
            <a:ext cx="1046700" cy="4416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2400"/>
            </a:lvl1pPr>
            <a:lvl2pPr lvl="1" algn="ctr">
              <a:spcBef>
                <a:spcPts val="0"/>
              </a:spcBef>
              <a:spcAft>
                <a:spcPts val="0"/>
              </a:spcAft>
              <a:buSzPts val="4800"/>
              <a:buNone/>
              <a:defRPr sz="4800"/>
            </a:lvl2pPr>
            <a:lvl3pPr lvl="2" algn="ctr">
              <a:spcBef>
                <a:spcPts val="0"/>
              </a:spcBef>
              <a:spcAft>
                <a:spcPts val="0"/>
              </a:spcAft>
              <a:buSzPts val="4800"/>
              <a:buNone/>
              <a:defRPr sz="4800"/>
            </a:lvl3pPr>
            <a:lvl4pPr lvl="3" algn="ctr">
              <a:spcBef>
                <a:spcPts val="0"/>
              </a:spcBef>
              <a:spcAft>
                <a:spcPts val="0"/>
              </a:spcAft>
              <a:buSzPts val="4800"/>
              <a:buNone/>
              <a:defRPr sz="4800"/>
            </a:lvl4pPr>
            <a:lvl5pPr lvl="4" algn="ctr">
              <a:spcBef>
                <a:spcPts val="0"/>
              </a:spcBef>
              <a:spcAft>
                <a:spcPts val="0"/>
              </a:spcAft>
              <a:buSzPts val="4800"/>
              <a:buNone/>
              <a:defRPr sz="4800"/>
            </a:lvl5pPr>
            <a:lvl6pPr lvl="5" algn="ctr">
              <a:spcBef>
                <a:spcPts val="0"/>
              </a:spcBef>
              <a:spcAft>
                <a:spcPts val="0"/>
              </a:spcAft>
              <a:buSzPts val="4800"/>
              <a:buNone/>
              <a:defRPr sz="4800"/>
            </a:lvl6pPr>
            <a:lvl7pPr lvl="6" algn="ctr">
              <a:spcBef>
                <a:spcPts val="0"/>
              </a:spcBef>
              <a:spcAft>
                <a:spcPts val="0"/>
              </a:spcAft>
              <a:buSzPts val="4800"/>
              <a:buNone/>
              <a:defRPr sz="4800"/>
            </a:lvl7pPr>
            <a:lvl8pPr lvl="7" algn="ctr">
              <a:spcBef>
                <a:spcPts val="0"/>
              </a:spcBef>
              <a:spcAft>
                <a:spcPts val="0"/>
              </a:spcAft>
              <a:buSzPts val="4800"/>
              <a:buNone/>
              <a:defRPr sz="4800"/>
            </a:lvl8pPr>
            <a:lvl9pPr lvl="8" algn="ctr">
              <a:spcBef>
                <a:spcPts val="0"/>
              </a:spcBef>
              <a:spcAft>
                <a:spcPts val="0"/>
              </a:spcAft>
              <a:buSzPts val="4800"/>
              <a:buNone/>
              <a:defRPr sz="4800"/>
            </a:lvl9pPr>
          </a:lstStyle>
          <a:p>
            <a:r>
              <a:t>xx%</a:t>
            </a:r>
          </a:p>
        </p:txBody>
      </p:sp>
      <p:sp>
        <p:nvSpPr>
          <p:cNvPr id="3606" name="Google Shape;3606;p63"/>
          <p:cNvSpPr txBox="1"/>
          <p:nvPr>
            <p:ph hasCustomPrompt="1" idx="8" type="title"/>
          </p:nvPr>
        </p:nvSpPr>
        <p:spPr>
          <a:xfrm>
            <a:off x="4048721" y="1845858"/>
            <a:ext cx="1046700" cy="4416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2400"/>
            </a:lvl1pPr>
            <a:lvl2pPr lvl="1" algn="ctr">
              <a:spcBef>
                <a:spcPts val="0"/>
              </a:spcBef>
              <a:spcAft>
                <a:spcPts val="0"/>
              </a:spcAft>
              <a:buSzPts val="4800"/>
              <a:buNone/>
              <a:defRPr sz="4800"/>
            </a:lvl2pPr>
            <a:lvl3pPr lvl="2" algn="ctr">
              <a:spcBef>
                <a:spcPts val="0"/>
              </a:spcBef>
              <a:spcAft>
                <a:spcPts val="0"/>
              </a:spcAft>
              <a:buSzPts val="4800"/>
              <a:buNone/>
              <a:defRPr sz="4800"/>
            </a:lvl3pPr>
            <a:lvl4pPr lvl="3" algn="ctr">
              <a:spcBef>
                <a:spcPts val="0"/>
              </a:spcBef>
              <a:spcAft>
                <a:spcPts val="0"/>
              </a:spcAft>
              <a:buSzPts val="4800"/>
              <a:buNone/>
              <a:defRPr sz="4800"/>
            </a:lvl4pPr>
            <a:lvl5pPr lvl="4" algn="ctr">
              <a:spcBef>
                <a:spcPts val="0"/>
              </a:spcBef>
              <a:spcAft>
                <a:spcPts val="0"/>
              </a:spcAft>
              <a:buSzPts val="4800"/>
              <a:buNone/>
              <a:defRPr sz="4800"/>
            </a:lvl5pPr>
            <a:lvl6pPr lvl="5" algn="ctr">
              <a:spcBef>
                <a:spcPts val="0"/>
              </a:spcBef>
              <a:spcAft>
                <a:spcPts val="0"/>
              </a:spcAft>
              <a:buSzPts val="4800"/>
              <a:buNone/>
              <a:defRPr sz="4800"/>
            </a:lvl6pPr>
            <a:lvl7pPr lvl="6" algn="ctr">
              <a:spcBef>
                <a:spcPts val="0"/>
              </a:spcBef>
              <a:spcAft>
                <a:spcPts val="0"/>
              </a:spcAft>
              <a:buSzPts val="4800"/>
              <a:buNone/>
              <a:defRPr sz="4800"/>
            </a:lvl7pPr>
            <a:lvl8pPr lvl="7" algn="ctr">
              <a:spcBef>
                <a:spcPts val="0"/>
              </a:spcBef>
              <a:spcAft>
                <a:spcPts val="0"/>
              </a:spcAft>
              <a:buSzPts val="4800"/>
              <a:buNone/>
              <a:defRPr sz="4800"/>
            </a:lvl8pPr>
            <a:lvl9pPr lvl="8" algn="ctr">
              <a:spcBef>
                <a:spcPts val="0"/>
              </a:spcBef>
              <a:spcAft>
                <a:spcPts val="0"/>
              </a:spcAft>
              <a:buSzPts val="4800"/>
              <a:buNone/>
              <a:defRPr sz="4800"/>
            </a:lvl9pPr>
          </a:lstStyle>
          <a:p>
            <a:r>
              <a:t>xx%</a:t>
            </a:r>
          </a:p>
        </p:txBody>
      </p:sp>
      <p:sp>
        <p:nvSpPr>
          <p:cNvPr id="3607" name="Google Shape;3607;p63"/>
          <p:cNvSpPr txBox="1"/>
          <p:nvPr>
            <p:ph hasCustomPrompt="1" idx="9" type="title"/>
          </p:nvPr>
        </p:nvSpPr>
        <p:spPr>
          <a:xfrm>
            <a:off x="6595448" y="1845858"/>
            <a:ext cx="1046700" cy="4416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2400"/>
            </a:lvl1pPr>
            <a:lvl2pPr lvl="1" algn="ctr">
              <a:spcBef>
                <a:spcPts val="0"/>
              </a:spcBef>
              <a:spcAft>
                <a:spcPts val="0"/>
              </a:spcAft>
              <a:buSzPts val="4800"/>
              <a:buNone/>
              <a:defRPr sz="4800"/>
            </a:lvl2pPr>
            <a:lvl3pPr lvl="2" algn="ctr">
              <a:spcBef>
                <a:spcPts val="0"/>
              </a:spcBef>
              <a:spcAft>
                <a:spcPts val="0"/>
              </a:spcAft>
              <a:buSzPts val="4800"/>
              <a:buNone/>
              <a:defRPr sz="4800"/>
            </a:lvl3pPr>
            <a:lvl4pPr lvl="3" algn="ctr">
              <a:spcBef>
                <a:spcPts val="0"/>
              </a:spcBef>
              <a:spcAft>
                <a:spcPts val="0"/>
              </a:spcAft>
              <a:buSzPts val="4800"/>
              <a:buNone/>
              <a:defRPr sz="4800"/>
            </a:lvl4pPr>
            <a:lvl5pPr lvl="4" algn="ctr">
              <a:spcBef>
                <a:spcPts val="0"/>
              </a:spcBef>
              <a:spcAft>
                <a:spcPts val="0"/>
              </a:spcAft>
              <a:buSzPts val="4800"/>
              <a:buNone/>
              <a:defRPr sz="4800"/>
            </a:lvl5pPr>
            <a:lvl6pPr lvl="5" algn="ctr">
              <a:spcBef>
                <a:spcPts val="0"/>
              </a:spcBef>
              <a:spcAft>
                <a:spcPts val="0"/>
              </a:spcAft>
              <a:buSzPts val="4800"/>
              <a:buNone/>
              <a:defRPr sz="4800"/>
            </a:lvl6pPr>
            <a:lvl7pPr lvl="6" algn="ctr">
              <a:spcBef>
                <a:spcPts val="0"/>
              </a:spcBef>
              <a:spcAft>
                <a:spcPts val="0"/>
              </a:spcAft>
              <a:buSzPts val="4800"/>
              <a:buNone/>
              <a:defRPr sz="4800"/>
            </a:lvl7pPr>
            <a:lvl8pPr lvl="7" algn="ctr">
              <a:spcBef>
                <a:spcPts val="0"/>
              </a:spcBef>
              <a:spcAft>
                <a:spcPts val="0"/>
              </a:spcAft>
              <a:buSzPts val="4800"/>
              <a:buNone/>
              <a:defRPr sz="4800"/>
            </a:lvl8pPr>
            <a:lvl9pPr lvl="8" algn="ctr">
              <a:spcBef>
                <a:spcPts val="0"/>
              </a:spcBef>
              <a:spcAft>
                <a:spcPts val="0"/>
              </a:spcAft>
              <a:buSzPts val="4800"/>
              <a:buNone/>
              <a:defRPr sz="4800"/>
            </a:lvl9pPr>
          </a:lstStyle>
          <a:p>
            <a:r>
              <a:t>xx%</a:t>
            </a:r>
          </a:p>
        </p:txBody>
      </p:sp>
    </p:spTree>
  </p:cSld>
  <p:clrMapOvr>
    <a:masterClrMapping/>
  </p:clrMapOvr>
</p:sldLayout>
</file>

<file path=ppt/slideLayouts/slideLayout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3608" name="Shape 3608"/>
        <p:cNvGrpSpPr/>
        <p:nvPr/>
      </p:nvGrpSpPr>
      <p:grpSpPr>
        <a:xfrm>
          <a:off x="0" y="0"/>
          <a:ext cx="0" cy="0"/>
          <a:chOff x="0" y="0"/>
          <a:chExt cx="0" cy="0"/>
        </a:xfrm>
      </p:grpSpPr>
      <p:sp>
        <p:nvSpPr>
          <p:cNvPr id="3609" name="Google Shape;3609;p64"/>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4"/>
          <p:cNvSpPr/>
          <p:nvPr/>
        </p:nvSpPr>
        <p:spPr>
          <a:xfrm flipH="1" rot="-27">
            <a:off x="6928297" y="4535828"/>
            <a:ext cx="5553997" cy="166108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4"/>
          <p:cNvSpPr/>
          <p:nvPr/>
        </p:nvSpPr>
        <p:spPr>
          <a:xfrm>
            <a:off x="-281248" y="4723350"/>
            <a:ext cx="1872395" cy="736075"/>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12" name="Google Shape;3612;p64"/>
          <p:cNvGrpSpPr/>
          <p:nvPr/>
        </p:nvGrpSpPr>
        <p:grpSpPr>
          <a:xfrm>
            <a:off x="-107222" y="3866483"/>
            <a:ext cx="1587377" cy="1306567"/>
            <a:chOff x="1352322" y="1338997"/>
            <a:chExt cx="415457" cy="676942"/>
          </a:xfrm>
        </p:grpSpPr>
        <p:sp>
          <p:nvSpPr>
            <p:cNvPr id="3613" name="Google Shape;3613;p64"/>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4"/>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4"/>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4"/>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4"/>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4"/>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4"/>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4"/>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4"/>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4"/>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4"/>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4"/>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4"/>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6" name="Google Shape;3626;p64"/>
          <p:cNvGrpSpPr/>
          <p:nvPr/>
        </p:nvGrpSpPr>
        <p:grpSpPr>
          <a:xfrm flipH="1">
            <a:off x="6989366" y="3989002"/>
            <a:ext cx="2154611" cy="785401"/>
            <a:chOff x="3363545" y="1399908"/>
            <a:chExt cx="240164" cy="87537"/>
          </a:xfrm>
        </p:grpSpPr>
        <p:sp>
          <p:nvSpPr>
            <p:cNvPr id="3627" name="Google Shape;3627;p64"/>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4"/>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4"/>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4"/>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4"/>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32" name="Google Shape;3632;p64"/>
          <p:cNvSpPr/>
          <p:nvPr/>
        </p:nvSpPr>
        <p:spPr>
          <a:xfrm flipH="1">
            <a:off x="-281246" y="195779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4"/>
          <p:cNvSpPr/>
          <p:nvPr/>
        </p:nvSpPr>
        <p:spPr>
          <a:xfrm flipH="1">
            <a:off x="7784522" y="8946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4"/>
          <p:cNvSpPr/>
          <p:nvPr/>
        </p:nvSpPr>
        <p:spPr>
          <a:xfrm flipH="1">
            <a:off x="8430904" y="1991707"/>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4"/>
          <p:cNvSpPr/>
          <p:nvPr/>
        </p:nvSpPr>
        <p:spPr>
          <a:xfrm flipH="1">
            <a:off x="-145626" y="239627"/>
            <a:ext cx="1255728" cy="238749"/>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4"/>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637" name="Google Shape;3637;p64"/>
          <p:cNvSpPr txBox="1"/>
          <p:nvPr>
            <p:ph idx="2" type="title"/>
          </p:nvPr>
        </p:nvSpPr>
        <p:spPr>
          <a:xfrm>
            <a:off x="628650" y="2941350"/>
            <a:ext cx="19782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3638" name="Google Shape;3638;p64"/>
          <p:cNvSpPr txBox="1"/>
          <p:nvPr>
            <p:ph idx="1" type="subTitle"/>
          </p:nvPr>
        </p:nvSpPr>
        <p:spPr>
          <a:xfrm>
            <a:off x="628650" y="3265015"/>
            <a:ext cx="1978200" cy="77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3639" name="Google Shape;3639;p64"/>
          <p:cNvSpPr txBox="1"/>
          <p:nvPr>
            <p:ph idx="3" type="title"/>
          </p:nvPr>
        </p:nvSpPr>
        <p:spPr>
          <a:xfrm>
            <a:off x="6537176" y="2941350"/>
            <a:ext cx="19782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3640" name="Google Shape;3640;p64"/>
          <p:cNvSpPr txBox="1"/>
          <p:nvPr>
            <p:ph idx="4" type="subTitle"/>
          </p:nvPr>
        </p:nvSpPr>
        <p:spPr>
          <a:xfrm>
            <a:off x="6537176" y="3265015"/>
            <a:ext cx="1978200" cy="77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3641" name="Google Shape;3641;p64"/>
          <p:cNvSpPr txBox="1"/>
          <p:nvPr>
            <p:ph idx="5" type="title"/>
          </p:nvPr>
        </p:nvSpPr>
        <p:spPr>
          <a:xfrm>
            <a:off x="2598159" y="2941350"/>
            <a:ext cx="19782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3642" name="Google Shape;3642;p64"/>
          <p:cNvSpPr txBox="1"/>
          <p:nvPr>
            <p:ph idx="6" type="subTitle"/>
          </p:nvPr>
        </p:nvSpPr>
        <p:spPr>
          <a:xfrm>
            <a:off x="2598159" y="3265015"/>
            <a:ext cx="1978200" cy="77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3643" name="Google Shape;3643;p64"/>
          <p:cNvSpPr txBox="1"/>
          <p:nvPr>
            <p:ph idx="7" type="title"/>
          </p:nvPr>
        </p:nvSpPr>
        <p:spPr>
          <a:xfrm>
            <a:off x="4567667" y="2941350"/>
            <a:ext cx="19782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3644" name="Google Shape;3644;p64"/>
          <p:cNvSpPr txBox="1"/>
          <p:nvPr>
            <p:ph idx="8" type="subTitle"/>
          </p:nvPr>
        </p:nvSpPr>
        <p:spPr>
          <a:xfrm>
            <a:off x="4567667" y="3265015"/>
            <a:ext cx="1978200" cy="77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5_1">
    <p:spTree>
      <p:nvGrpSpPr>
        <p:cNvPr id="3645" name="Shape 3645"/>
        <p:cNvGrpSpPr/>
        <p:nvPr/>
      </p:nvGrpSpPr>
      <p:grpSpPr>
        <a:xfrm>
          <a:off x="0" y="0"/>
          <a:ext cx="0" cy="0"/>
          <a:chOff x="0" y="0"/>
          <a:chExt cx="0" cy="0"/>
        </a:xfrm>
      </p:grpSpPr>
      <p:sp>
        <p:nvSpPr>
          <p:cNvPr id="3646" name="Google Shape;3646;p65"/>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5"/>
          <p:cNvSpPr/>
          <p:nvPr/>
        </p:nvSpPr>
        <p:spPr>
          <a:xfrm flipH="1" rot="-238332">
            <a:off x="6971149" y="4242317"/>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48" name="Google Shape;3648;p65"/>
          <p:cNvGrpSpPr/>
          <p:nvPr/>
        </p:nvGrpSpPr>
        <p:grpSpPr>
          <a:xfrm flipH="1">
            <a:off x="6989366" y="3989002"/>
            <a:ext cx="2154611" cy="785401"/>
            <a:chOff x="3363545" y="1399908"/>
            <a:chExt cx="240164" cy="87537"/>
          </a:xfrm>
        </p:grpSpPr>
        <p:sp>
          <p:nvSpPr>
            <p:cNvPr id="3649" name="Google Shape;3649;p65"/>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5"/>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5"/>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5"/>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5"/>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54" name="Google Shape;3654;p65"/>
          <p:cNvSpPr/>
          <p:nvPr/>
        </p:nvSpPr>
        <p:spPr>
          <a:xfrm rot="238332">
            <a:off x="-3394295" y="4242315"/>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55" name="Google Shape;3655;p65"/>
          <p:cNvGrpSpPr/>
          <p:nvPr/>
        </p:nvGrpSpPr>
        <p:grpSpPr>
          <a:xfrm>
            <a:off x="-13051" y="3988966"/>
            <a:ext cx="2154611" cy="785401"/>
            <a:chOff x="3363545" y="1399908"/>
            <a:chExt cx="240164" cy="87537"/>
          </a:xfrm>
        </p:grpSpPr>
        <p:sp>
          <p:nvSpPr>
            <p:cNvPr id="3656" name="Google Shape;3656;p65"/>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5"/>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5"/>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5"/>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5"/>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61" name="Google Shape;3661;p65"/>
          <p:cNvSpPr/>
          <p:nvPr/>
        </p:nvSpPr>
        <p:spPr>
          <a:xfrm flipH="1">
            <a:off x="-334053" y="8650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5"/>
          <p:cNvSpPr/>
          <p:nvPr/>
        </p:nvSpPr>
        <p:spPr>
          <a:xfrm flipH="1">
            <a:off x="8430904" y="123517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5"/>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664" name="Google Shape;3664;p65"/>
          <p:cNvSpPr txBox="1"/>
          <p:nvPr>
            <p:ph idx="2" type="title"/>
          </p:nvPr>
        </p:nvSpPr>
        <p:spPr>
          <a:xfrm>
            <a:off x="628650" y="2489575"/>
            <a:ext cx="1978200" cy="4782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3665" name="Google Shape;3665;p65"/>
          <p:cNvSpPr txBox="1"/>
          <p:nvPr>
            <p:ph idx="1" type="subTitle"/>
          </p:nvPr>
        </p:nvSpPr>
        <p:spPr>
          <a:xfrm>
            <a:off x="628650" y="1710775"/>
            <a:ext cx="1978200" cy="7788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3666" name="Google Shape;3666;p65"/>
          <p:cNvSpPr txBox="1"/>
          <p:nvPr>
            <p:ph idx="3" type="title"/>
          </p:nvPr>
        </p:nvSpPr>
        <p:spPr>
          <a:xfrm>
            <a:off x="6537175" y="2489575"/>
            <a:ext cx="1978200" cy="4782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3667" name="Google Shape;3667;p65"/>
          <p:cNvSpPr txBox="1"/>
          <p:nvPr>
            <p:ph idx="4" type="subTitle"/>
          </p:nvPr>
        </p:nvSpPr>
        <p:spPr>
          <a:xfrm>
            <a:off x="6537176" y="1717404"/>
            <a:ext cx="1978200" cy="7788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3668" name="Google Shape;3668;p65"/>
          <p:cNvSpPr txBox="1"/>
          <p:nvPr>
            <p:ph idx="5" type="title"/>
          </p:nvPr>
        </p:nvSpPr>
        <p:spPr>
          <a:xfrm>
            <a:off x="2598158" y="2489575"/>
            <a:ext cx="1978200" cy="4782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3669" name="Google Shape;3669;p65"/>
          <p:cNvSpPr txBox="1"/>
          <p:nvPr>
            <p:ph idx="6" type="subTitle"/>
          </p:nvPr>
        </p:nvSpPr>
        <p:spPr>
          <a:xfrm>
            <a:off x="2598159" y="1710775"/>
            <a:ext cx="1978200" cy="7788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3670" name="Google Shape;3670;p65"/>
          <p:cNvSpPr txBox="1"/>
          <p:nvPr>
            <p:ph idx="7" type="title"/>
          </p:nvPr>
        </p:nvSpPr>
        <p:spPr>
          <a:xfrm>
            <a:off x="4567667" y="2489575"/>
            <a:ext cx="1978200" cy="4782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3671" name="Google Shape;3671;p65"/>
          <p:cNvSpPr txBox="1"/>
          <p:nvPr>
            <p:ph idx="8" type="subTitle"/>
          </p:nvPr>
        </p:nvSpPr>
        <p:spPr>
          <a:xfrm>
            <a:off x="4567667" y="1710775"/>
            <a:ext cx="1978200" cy="7788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3672" name="Shape 3672"/>
        <p:cNvGrpSpPr/>
        <p:nvPr/>
      </p:nvGrpSpPr>
      <p:grpSpPr>
        <a:xfrm>
          <a:off x="0" y="0"/>
          <a:ext cx="0" cy="0"/>
          <a:chOff x="0" y="0"/>
          <a:chExt cx="0" cy="0"/>
        </a:xfrm>
      </p:grpSpPr>
      <p:sp>
        <p:nvSpPr>
          <p:cNvPr id="3673" name="Google Shape;3673;p66"/>
          <p:cNvSpPr/>
          <p:nvPr/>
        </p:nvSpPr>
        <p:spPr>
          <a:xfrm flipH="1">
            <a:off x="-1" y="4762490"/>
            <a:ext cx="9173906"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6"/>
          <p:cNvSpPr/>
          <p:nvPr/>
        </p:nvSpPr>
        <p:spPr>
          <a:xfrm flipH="1">
            <a:off x="7935179" y="4901155"/>
            <a:ext cx="1670860" cy="78539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6"/>
          <p:cNvSpPr/>
          <p:nvPr/>
        </p:nvSpPr>
        <p:spPr>
          <a:xfrm flipH="1">
            <a:off x="8166989" y="4775050"/>
            <a:ext cx="1046875" cy="549114"/>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76" name="Google Shape;3676;p66"/>
          <p:cNvGrpSpPr/>
          <p:nvPr/>
        </p:nvGrpSpPr>
        <p:grpSpPr>
          <a:xfrm flipH="1">
            <a:off x="8383798" y="3692007"/>
            <a:ext cx="1041675" cy="1662029"/>
            <a:chOff x="1352322" y="1338997"/>
            <a:chExt cx="415457" cy="676942"/>
          </a:xfrm>
        </p:grpSpPr>
        <p:sp>
          <p:nvSpPr>
            <p:cNvPr id="3677" name="Google Shape;3677;p66"/>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6"/>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6"/>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6"/>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6"/>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6"/>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6"/>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6"/>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6"/>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6"/>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6"/>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6"/>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6"/>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0" name="Google Shape;3690;p66"/>
          <p:cNvGrpSpPr/>
          <p:nvPr/>
        </p:nvGrpSpPr>
        <p:grpSpPr>
          <a:xfrm flipH="1">
            <a:off x="-201443" y="3734057"/>
            <a:ext cx="1180703" cy="1035418"/>
            <a:chOff x="3650956" y="1757963"/>
            <a:chExt cx="258943" cy="227815"/>
          </a:xfrm>
        </p:grpSpPr>
        <p:sp>
          <p:nvSpPr>
            <p:cNvPr id="3691" name="Google Shape;3691;p66"/>
            <p:cNvSpPr/>
            <p:nvPr/>
          </p:nvSpPr>
          <p:spPr>
            <a:xfrm>
              <a:off x="3650956" y="1757963"/>
              <a:ext cx="258943" cy="227815"/>
            </a:xfrm>
            <a:custGeom>
              <a:rect b="b" l="l" r="r" t="t"/>
              <a:pathLst>
                <a:path extrusionOk="0" h="6272" w="7129">
                  <a:moveTo>
                    <a:pt x="5416" y="0"/>
                  </a:moveTo>
                  <a:lnTo>
                    <a:pt x="3828" y="411"/>
                  </a:lnTo>
                  <a:lnTo>
                    <a:pt x="3337" y="1499"/>
                  </a:lnTo>
                  <a:lnTo>
                    <a:pt x="2320" y="1945"/>
                  </a:lnTo>
                  <a:lnTo>
                    <a:pt x="1642" y="3016"/>
                  </a:lnTo>
                  <a:lnTo>
                    <a:pt x="1535" y="4095"/>
                  </a:lnTo>
                  <a:lnTo>
                    <a:pt x="1018" y="5219"/>
                  </a:lnTo>
                  <a:lnTo>
                    <a:pt x="1" y="6272"/>
                  </a:lnTo>
                  <a:lnTo>
                    <a:pt x="3846" y="6272"/>
                  </a:lnTo>
                  <a:lnTo>
                    <a:pt x="3417" y="5255"/>
                  </a:lnTo>
                  <a:lnTo>
                    <a:pt x="3623" y="4461"/>
                  </a:lnTo>
                  <a:lnTo>
                    <a:pt x="4390" y="3408"/>
                  </a:lnTo>
                  <a:lnTo>
                    <a:pt x="4898" y="3533"/>
                  </a:lnTo>
                  <a:lnTo>
                    <a:pt x="5327" y="4505"/>
                  </a:lnTo>
                  <a:lnTo>
                    <a:pt x="5077" y="5522"/>
                  </a:lnTo>
                  <a:lnTo>
                    <a:pt x="5228" y="6272"/>
                  </a:lnTo>
                  <a:lnTo>
                    <a:pt x="7129" y="6272"/>
                  </a:lnTo>
                  <a:lnTo>
                    <a:pt x="6745" y="5174"/>
                  </a:lnTo>
                  <a:lnTo>
                    <a:pt x="7066" y="4211"/>
                  </a:lnTo>
                  <a:lnTo>
                    <a:pt x="6593" y="2837"/>
                  </a:lnTo>
                  <a:lnTo>
                    <a:pt x="6308" y="1196"/>
                  </a:lnTo>
                  <a:lnTo>
                    <a:pt x="54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6"/>
            <p:cNvSpPr/>
            <p:nvPr/>
          </p:nvSpPr>
          <p:spPr>
            <a:xfrm>
              <a:off x="3710595" y="1757963"/>
              <a:ext cx="169481" cy="109549"/>
            </a:xfrm>
            <a:custGeom>
              <a:rect b="b" l="l" r="r" t="t"/>
              <a:pathLst>
                <a:path extrusionOk="0" h="3016" w="4666">
                  <a:moveTo>
                    <a:pt x="3774" y="0"/>
                  </a:moveTo>
                  <a:lnTo>
                    <a:pt x="2186" y="411"/>
                  </a:lnTo>
                  <a:lnTo>
                    <a:pt x="1695" y="1499"/>
                  </a:lnTo>
                  <a:lnTo>
                    <a:pt x="678" y="1945"/>
                  </a:lnTo>
                  <a:lnTo>
                    <a:pt x="0" y="3016"/>
                  </a:lnTo>
                  <a:lnTo>
                    <a:pt x="0" y="3016"/>
                  </a:lnTo>
                  <a:lnTo>
                    <a:pt x="794" y="2346"/>
                  </a:lnTo>
                  <a:lnTo>
                    <a:pt x="1401" y="2257"/>
                  </a:lnTo>
                  <a:lnTo>
                    <a:pt x="1918" y="2552"/>
                  </a:lnTo>
                  <a:lnTo>
                    <a:pt x="1570" y="1927"/>
                  </a:lnTo>
                  <a:lnTo>
                    <a:pt x="2186" y="2061"/>
                  </a:lnTo>
                  <a:lnTo>
                    <a:pt x="2025" y="1579"/>
                  </a:lnTo>
                  <a:lnTo>
                    <a:pt x="2560" y="866"/>
                  </a:lnTo>
                  <a:lnTo>
                    <a:pt x="3649" y="803"/>
                  </a:lnTo>
                  <a:lnTo>
                    <a:pt x="4666" y="1196"/>
                  </a:lnTo>
                  <a:lnTo>
                    <a:pt x="3774"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6"/>
            <p:cNvSpPr/>
            <p:nvPr/>
          </p:nvSpPr>
          <p:spPr>
            <a:xfrm>
              <a:off x="3768600" y="1867472"/>
              <a:ext cx="141295" cy="118302"/>
            </a:xfrm>
            <a:custGeom>
              <a:rect b="b" l="l" r="r" t="t"/>
              <a:pathLst>
                <a:path extrusionOk="0" h="3257" w="3890">
                  <a:moveTo>
                    <a:pt x="1534" y="1"/>
                  </a:moveTo>
                  <a:lnTo>
                    <a:pt x="856" y="116"/>
                  </a:lnTo>
                  <a:lnTo>
                    <a:pt x="259" y="1196"/>
                  </a:lnTo>
                  <a:lnTo>
                    <a:pt x="71" y="447"/>
                  </a:lnTo>
                  <a:lnTo>
                    <a:pt x="0" y="1767"/>
                  </a:lnTo>
                  <a:lnTo>
                    <a:pt x="178" y="2240"/>
                  </a:lnTo>
                  <a:lnTo>
                    <a:pt x="384" y="1446"/>
                  </a:lnTo>
                  <a:lnTo>
                    <a:pt x="1151" y="393"/>
                  </a:lnTo>
                  <a:lnTo>
                    <a:pt x="1659" y="518"/>
                  </a:lnTo>
                  <a:lnTo>
                    <a:pt x="2088" y="1490"/>
                  </a:lnTo>
                  <a:lnTo>
                    <a:pt x="1838" y="2507"/>
                  </a:lnTo>
                  <a:lnTo>
                    <a:pt x="1989" y="3257"/>
                  </a:lnTo>
                  <a:lnTo>
                    <a:pt x="3890" y="3257"/>
                  </a:lnTo>
                  <a:lnTo>
                    <a:pt x="3506" y="2159"/>
                  </a:lnTo>
                  <a:lnTo>
                    <a:pt x="3488" y="3087"/>
                  </a:lnTo>
                  <a:lnTo>
                    <a:pt x="2935" y="2820"/>
                  </a:lnTo>
                  <a:lnTo>
                    <a:pt x="2882" y="1767"/>
                  </a:lnTo>
                  <a:lnTo>
                    <a:pt x="2614" y="2820"/>
                  </a:lnTo>
                  <a:lnTo>
                    <a:pt x="2177" y="2382"/>
                  </a:lnTo>
                  <a:lnTo>
                    <a:pt x="2543" y="973"/>
                  </a:lnTo>
                  <a:lnTo>
                    <a:pt x="1534"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6"/>
            <p:cNvSpPr/>
            <p:nvPr/>
          </p:nvSpPr>
          <p:spPr>
            <a:xfrm>
              <a:off x="3722908" y="1895331"/>
              <a:ext cx="23682" cy="90443"/>
            </a:xfrm>
            <a:custGeom>
              <a:rect b="b" l="l" r="r" t="t"/>
              <a:pathLst>
                <a:path extrusionOk="0" h="2490" w="652">
                  <a:moveTo>
                    <a:pt x="179" y="1"/>
                  </a:moveTo>
                  <a:lnTo>
                    <a:pt x="286" y="1856"/>
                  </a:lnTo>
                  <a:lnTo>
                    <a:pt x="0" y="2490"/>
                  </a:lnTo>
                  <a:lnTo>
                    <a:pt x="651" y="2490"/>
                  </a:lnTo>
                  <a:lnTo>
                    <a:pt x="598" y="1910"/>
                  </a:lnTo>
                  <a:lnTo>
                    <a:pt x="598" y="1348"/>
                  </a:lnTo>
                  <a:lnTo>
                    <a:pt x="179"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6"/>
            <p:cNvSpPr/>
            <p:nvPr/>
          </p:nvSpPr>
          <p:spPr>
            <a:xfrm>
              <a:off x="3650956" y="1906663"/>
              <a:ext cx="57390" cy="79110"/>
            </a:xfrm>
            <a:custGeom>
              <a:rect b="b" l="l" r="r" t="t"/>
              <a:pathLst>
                <a:path extrusionOk="0" h="2178" w="1580">
                  <a:moveTo>
                    <a:pt x="1535" y="1"/>
                  </a:moveTo>
                  <a:lnTo>
                    <a:pt x="1018" y="1125"/>
                  </a:lnTo>
                  <a:lnTo>
                    <a:pt x="1" y="2178"/>
                  </a:lnTo>
                  <a:lnTo>
                    <a:pt x="1250" y="2178"/>
                  </a:lnTo>
                  <a:lnTo>
                    <a:pt x="795" y="1839"/>
                  </a:lnTo>
                  <a:lnTo>
                    <a:pt x="1428" y="1303"/>
                  </a:lnTo>
                  <a:lnTo>
                    <a:pt x="1580" y="643"/>
                  </a:lnTo>
                  <a:lnTo>
                    <a:pt x="153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6"/>
            <p:cNvSpPr/>
            <p:nvPr/>
          </p:nvSpPr>
          <p:spPr>
            <a:xfrm>
              <a:off x="3857370" y="1801367"/>
              <a:ext cx="50270" cy="109549"/>
            </a:xfrm>
            <a:custGeom>
              <a:rect b="b" l="l" r="r" t="t"/>
              <a:pathLst>
                <a:path extrusionOk="0" h="3016" w="1384">
                  <a:moveTo>
                    <a:pt x="625" y="1"/>
                  </a:moveTo>
                  <a:lnTo>
                    <a:pt x="580" y="1357"/>
                  </a:lnTo>
                  <a:lnTo>
                    <a:pt x="0" y="402"/>
                  </a:lnTo>
                  <a:lnTo>
                    <a:pt x="411" y="1874"/>
                  </a:lnTo>
                  <a:lnTo>
                    <a:pt x="1383" y="3016"/>
                  </a:lnTo>
                  <a:lnTo>
                    <a:pt x="910" y="1642"/>
                  </a:lnTo>
                  <a:lnTo>
                    <a:pt x="62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97" name="Google Shape;3697;p66"/>
          <p:cNvSpPr/>
          <p:nvPr/>
        </p:nvSpPr>
        <p:spPr>
          <a:xfrm flipH="1" rot="-555866">
            <a:off x="-288823" y="4705683"/>
            <a:ext cx="1355749" cy="381007"/>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6"/>
          <p:cNvSpPr/>
          <p:nvPr/>
        </p:nvSpPr>
        <p:spPr>
          <a:xfrm flipH="1">
            <a:off x="-113446" y="37042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6"/>
          <p:cNvSpPr/>
          <p:nvPr/>
        </p:nvSpPr>
        <p:spPr>
          <a:xfrm flipH="1">
            <a:off x="7814147" y="46568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6"/>
          <p:cNvSpPr/>
          <p:nvPr/>
        </p:nvSpPr>
        <p:spPr>
          <a:xfrm flipH="1">
            <a:off x="8326279" y="3021607"/>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01" name="Google Shape;3701;p66"/>
          <p:cNvGrpSpPr/>
          <p:nvPr/>
        </p:nvGrpSpPr>
        <p:grpSpPr>
          <a:xfrm>
            <a:off x="8052488" y="4680102"/>
            <a:ext cx="542735" cy="395428"/>
            <a:chOff x="6123718" y="525411"/>
            <a:chExt cx="1395563" cy="1024955"/>
          </a:xfrm>
        </p:grpSpPr>
        <p:grpSp>
          <p:nvGrpSpPr>
            <p:cNvPr id="3702" name="Google Shape;3702;p66"/>
            <p:cNvGrpSpPr/>
            <p:nvPr/>
          </p:nvGrpSpPr>
          <p:grpSpPr>
            <a:xfrm flipH="1">
              <a:off x="6123718" y="525411"/>
              <a:ext cx="1395563" cy="1024955"/>
              <a:chOff x="1696430" y="1591394"/>
              <a:chExt cx="279683" cy="208092"/>
            </a:xfrm>
          </p:grpSpPr>
          <p:sp>
            <p:nvSpPr>
              <p:cNvPr id="3703" name="Google Shape;3703;p66"/>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6"/>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6"/>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6"/>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6"/>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6"/>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6"/>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6"/>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6"/>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6"/>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6"/>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14" name="Google Shape;3714;p66"/>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15" name="Google Shape;3715;p66"/>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716" name="Google Shape;3716;p66"/>
          <p:cNvSpPr txBox="1"/>
          <p:nvPr>
            <p:ph idx="2" type="title"/>
          </p:nvPr>
        </p:nvSpPr>
        <p:spPr>
          <a:xfrm>
            <a:off x="1101175" y="1866200"/>
            <a:ext cx="198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3717" name="Google Shape;3717;p66"/>
          <p:cNvSpPr txBox="1"/>
          <p:nvPr>
            <p:ph idx="1" type="subTitle"/>
          </p:nvPr>
        </p:nvSpPr>
        <p:spPr>
          <a:xfrm>
            <a:off x="1101175" y="2191400"/>
            <a:ext cx="19860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3718" name="Google Shape;3718;p66"/>
          <p:cNvSpPr txBox="1"/>
          <p:nvPr>
            <p:ph idx="3" type="title"/>
          </p:nvPr>
        </p:nvSpPr>
        <p:spPr>
          <a:xfrm>
            <a:off x="3578950" y="1866200"/>
            <a:ext cx="198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3719" name="Google Shape;3719;p66"/>
          <p:cNvSpPr txBox="1"/>
          <p:nvPr>
            <p:ph idx="4" type="subTitle"/>
          </p:nvPr>
        </p:nvSpPr>
        <p:spPr>
          <a:xfrm>
            <a:off x="3578950" y="2191400"/>
            <a:ext cx="19860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3720" name="Google Shape;3720;p66"/>
          <p:cNvSpPr txBox="1"/>
          <p:nvPr>
            <p:ph idx="5" type="title"/>
          </p:nvPr>
        </p:nvSpPr>
        <p:spPr>
          <a:xfrm>
            <a:off x="1101175" y="3680600"/>
            <a:ext cx="198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3721" name="Google Shape;3721;p66"/>
          <p:cNvSpPr txBox="1"/>
          <p:nvPr>
            <p:ph idx="6" type="subTitle"/>
          </p:nvPr>
        </p:nvSpPr>
        <p:spPr>
          <a:xfrm>
            <a:off x="1101175" y="4005800"/>
            <a:ext cx="19860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3722" name="Google Shape;3722;p66"/>
          <p:cNvSpPr txBox="1"/>
          <p:nvPr>
            <p:ph idx="7" type="title"/>
          </p:nvPr>
        </p:nvSpPr>
        <p:spPr>
          <a:xfrm>
            <a:off x="3578947" y="3680600"/>
            <a:ext cx="198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3723" name="Google Shape;3723;p66"/>
          <p:cNvSpPr txBox="1"/>
          <p:nvPr>
            <p:ph idx="8" type="subTitle"/>
          </p:nvPr>
        </p:nvSpPr>
        <p:spPr>
          <a:xfrm>
            <a:off x="3578997" y="4005800"/>
            <a:ext cx="19860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3724" name="Google Shape;3724;p66"/>
          <p:cNvSpPr txBox="1"/>
          <p:nvPr>
            <p:ph idx="9" type="title"/>
          </p:nvPr>
        </p:nvSpPr>
        <p:spPr>
          <a:xfrm>
            <a:off x="6056725" y="1866200"/>
            <a:ext cx="198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3725" name="Google Shape;3725;p66"/>
          <p:cNvSpPr txBox="1"/>
          <p:nvPr>
            <p:ph idx="13" type="subTitle"/>
          </p:nvPr>
        </p:nvSpPr>
        <p:spPr>
          <a:xfrm>
            <a:off x="6056725" y="2191400"/>
            <a:ext cx="19860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3726" name="Google Shape;3726;p66"/>
          <p:cNvSpPr txBox="1"/>
          <p:nvPr>
            <p:ph idx="14" type="title"/>
          </p:nvPr>
        </p:nvSpPr>
        <p:spPr>
          <a:xfrm>
            <a:off x="6056725" y="3680600"/>
            <a:ext cx="198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3727" name="Google Shape;3727;p66"/>
          <p:cNvSpPr txBox="1"/>
          <p:nvPr>
            <p:ph idx="15" type="subTitle"/>
          </p:nvPr>
        </p:nvSpPr>
        <p:spPr>
          <a:xfrm>
            <a:off x="6056825" y="4005800"/>
            <a:ext cx="19860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3728" name="Shape 3728"/>
        <p:cNvGrpSpPr/>
        <p:nvPr/>
      </p:nvGrpSpPr>
      <p:grpSpPr>
        <a:xfrm>
          <a:off x="0" y="0"/>
          <a:ext cx="0" cy="0"/>
          <a:chOff x="0" y="0"/>
          <a:chExt cx="0" cy="0"/>
        </a:xfrm>
      </p:grpSpPr>
      <p:sp>
        <p:nvSpPr>
          <p:cNvPr id="3729" name="Google Shape;3729;p67"/>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7"/>
          <p:cNvSpPr/>
          <p:nvPr/>
        </p:nvSpPr>
        <p:spPr>
          <a:xfrm flipH="1" rot="-27">
            <a:off x="7712747" y="4535828"/>
            <a:ext cx="5553997" cy="166108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7"/>
          <p:cNvSpPr/>
          <p:nvPr/>
        </p:nvSpPr>
        <p:spPr>
          <a:xfrm rot="-484425">
            <a:off x="-584671" y="4812462"/>
            <a:ext cx="1872361" cy="736091"/>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32" name="Google Shape;3732;p67"/>
          <p:cNvGrpSpPr/>
          <p:nvPr/>
        </p:nvGrpSpPr>
        <p:grpSpPr>
          <a:xfrm>
            <a:off x="-107175" y="4023152"/>
            <a:ext cx="1339640" cy="1102672"/>
            <a:chOff x="1352322" y="1338997"/>
            <a:chExt cx="415457" cy="676942"/>
          </a:xfrm>
        </p:grpSpPr>
        <p:sp>
          <p:nvSpPr>
            <p:cNvPr id="3733" name="Google Shape;3733;p67"/>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7"/>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7"/>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7"/>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7"/>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7"/>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7"/>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7"/>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7"/>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7"/>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7"/>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7"/>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7"/>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46" name="Google Shape;3746;p67"/>
          <p:cNvSpPr/>
          <p:nvPr/>
        </p:nvSpPr>
        <p:spPr>
          <a:xfrm flipH="1">
            <a:off x="-334053" y="8650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7"/>
          <p:cNvSpPr/>
          <p:nvPr/>
        </p:nvSpPr>
        <p:spPr>
          <a:xfrm flipH="1">
            <a:off x="8430904" y="158472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48" name="Google Shape;3748;p67"/>
          <p:cNvGrpSpPr/>
          <p:nvPr/>
        </p:nvGrpSpPr>
        <p:grpSpPr>
          <a:xfrm flipH="1">
            <a:off x="7770333" y="4233183"/>
            <a:ext cx="1484696" cy="541199"/>
            <a:chOff x="3363545" y="1399908"/>
            <a:chExt cx="240164" cy="87537"/>
          </a:xfrm>
        </p:grpSpPr>
        <p:sp>
          <p:nvSpPr>
            <p:cNvPr id="3749" name="Google Shape;3749;p67"/>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7"/>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7"/>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7"/>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7"/>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54" name="Google Shape;3754;p67"/>
          <p:cNvSpPr txBox="1"/>
          <p:nvPr>
            <p:ph type="title"/>
          </p:nvPr>
        </p:nvSpPr>
        <p:spPr>
          <a:xfrm>
            <a:off x="720000" y="3384148"/>
            <a:ext cx="192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3755" name="Google Shape;3755;p67"/>
          <p:cNvSpPr txBox="1"/>
          <p:nvPr>
            <p:ph idx="1" type="subTitle"/>
          </p:nvPr>
        </p:nvSpPr>
        <p:spPr>
          <a:xfrm>
            <a:off x="720000" y="3740099"/>
            <a:ext cx="19260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3756" name="Google Shape;3756;p67"/>
          <p:cNvSpPr txBox="1"/>
          <p:nvPr>
            <p:ph hasCustomPrompt="1" idx="2" type="title"/>
          </p:nvPr>
        </p:nvSpPr>
        <p:spPr>
          <a:xfrm>
            <a:off x="1131131" y="2205300"/>
            <a:ext cx="1104000" cy="441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4800"/>
              <a:buNone/>
              <a:defRPr sz="2400"/>
            </a:lvl1pPr>
            <a:lvl2pPr lvl="1" algn="ctr">
              <a:lnSpc>
                <a:spcPct val="100000"/>
              </a:lnSpc>
              <a:spcBef>
                <a:spcPts val="0"/>
              </a:spcBef>
              <a:spcAft>
                <a:spcPts val="0"/>
              </a:spcAft>
              <a:buSzPts val="4800"/>
              <a:buNone/>
              <a:defRPr sz="4800"/>
            </a:lvl2pPr>
            <a:lvl3pPr lvl="2" algn="ctr">
              <a:lnSpc>
                <a:spcPct val="100000"/>
              </a:lnSpc>
              <a:spcBef>
                <a:spcPts val="0"/>
              </a:spcBef>
              <a:spcAft>
                <a:spcPts val="0"/>
              </a:spcAft>
              <a:buSzPts val="4800"/>
              <a:buNone/>
              <a:defRPr sz="4800"/>
            </a:lvl3pPr>
            <a:lvl4pPr lvl="3" algn="ctr">
              <a:lnSpc>
                <a:spcPct val="100000"/>
              </a:lnSpc>
              <a:spcBef>
                <a:spcPts val="0"/>
              </a:spcBef>
              <a:spcAft>
                <a:spcPts val="0"/>
              </a:spcAft>
              <a:buSzPts val="4800"/>
              <a:buNone/>
              <a:defRPr sz="4800"/>
            </a:lvl4pPr>
            <a:lvl5pPr lvl="4" algn="ctr">
              <a:lnSpc>
                <a:spcPct val="100000"/>
              </a:lnSpc>
              <a:spcBef>
                <a:spcPts val="0"/>
              </a:spcBef>
              <a:spcAft>
                <a:spcPts val="0"/>
              </a:spcAft>
              <a:buSzPts val="4800"/>
              <a:buNone/>
              <a:defRPr sz="4800"/>
            </a:lvl5pPr>
            <a:lvl6pPr lvl="5" algn="ctr">
              <a:lnSpc>
                <a:spcPct val="100000"/>
              </a:lnSpc>
              <a:spcBef>
                <a:spcPts val="0"/>
              </a:spcBef>
              <a:spcAft>
                <a:spcPts val="0"/>
              </a:spcAft>
              <a:buSzPts val="4800"/>
              <a:buNone/>
              <a:defRPr sz="4800"/>
            </a:lvl6pPr>
            <a:lvl7pPr lvl="6" algn="ctr">
              <a:lnSpc>
                <a:spcPct val="100000"/>
              </a:lnSpc>
              <a:spcBef>
                <a:spcPts val="0"/>
              </a:spcBef>
              <a:spcAft>
                <a:spcPts val="0"/>
              </a:spcAft>
              <a:buSzPts val="4800"/>
              <a:buNone/>
              <a:defRPr sz="4800"/>
            </a:lvl7pPr>
            <a:lvl8pPr lvl="7" algn="ctr">
              <a:lnSpc>
                <a:spcPct val="100000"/>
              </a:lnSpc>
              <a:spcBef>
                <a:spcPts val="0"/>
              </a:spcBef>
              <a:spcAft>
                <a:spcPts val="0"/>
              </a:spcAft>
              <a:buSzPts val="4800"/>
              <a:buNone/>
              <a:defRPr sz="4800"/>
            </a:lvl8pPr>
            <a:lvl9pPr lvl="8" algn="ctr">
              <a:lnSpc>
                <a:spcPct val="100000"/>
              </a:lnSpc>
              <a:spcBef>
                <a:spcPts val="0"/>
              </a:spcBef>
              <a:spcAft>
                <a:spcPts val="0"/>
              </a:spcAft>
              <a:buSzPts val="4800"/>
              <a:buNone/>
              <a:defRPr sz="4800"/>
            </a:lvl9pPr>
          </a:lstStyle>
          <a:p>
            <a:r>
              <a:t>xx%</a:t>
            </a:r>
          </a:p>
        </p:txBody>
      </p:sp>
      <p:sp>
        <p:nvSpPr>
          <p:cNvPr id="3757" name="Google Shape;3757;p67"/>
          <p:cNvSpPr txBox="1"/>
          <p:nvPr>
            <p:ph idx="3"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758" name="Google Shape;3758;p67"/>
          <p:cNvSpPr txBox="1"/>
          <p:nvPr>
            <p:ph idx="4" type="title"/>
          </p:nvPr>
        </p:nvSpPr>
        <p:spPr>
          <a:xfrm>
            <a:off x="2646000" y="3384148"/>
            <a:ext cx="192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3759" name="Google Shape;3759;p67"/>
          <p:cNvSpPr txBox="1"/>
          <p:nvPr>
            <p:ph idx="5" type="subTitle"/>
          </p:nvPr>
        </p:nvSpPr>
        <p:spPr>
          <a:xfrm>
            <a:off x="2646000" y="3740099"/>
            <a:ext cx="19260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3760" name="Google Shape;3760;p67"/>
          <p:cNvSpPr txBox="1"/>
          <p:nvPr>
            <p:ph hasCustomPrompt="1" idx="6" type="title"/>
          </p:nvPr>
        </p:nvSpPr>
        <p:spPr>
          <a:xfrm>
            <a:off x="3057131" y="2205300"/>
            <a:ext cx="1104000" cy="441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4800"/>
              <a:buNone/>
              <a:defRPr sz="2400"/>
            </a:lvl1pPr>
            <a:lvl2pPr lvl="1" algn="ctr">
              <a:lnSpc>
                <a:spcPct val="100000"/>
              </a:lnSpc>
              <a:spcBef>
                <a:spcPts val="0"/>
              </a:spcBef>
              <a:spcAft>
                <a:spcPts val="0"/>
              </a:spcAft>
              <a:buSzPts val="4800"/>
              <a:buNone/>
              <a:defRPr sz="4800"/>
            </a:lvl2pPr>
            <a:lvl3pPr lvl="2" algn="ctr">
              <a:lnSpc>
                <a:spcPct val="100000"/>
              </a:lnSpc>
              <a:spcBef>
                <a:spcPts val="0"/>
              </a:spcBef>
              <a:spcAft>
                <a:spcPts val="0"/>
              </a:spcAft>
              <a:buSzPts val="4800"/>
              <a:buNone/>
              <a:defRPr sz="4800"/>
            </a:lvl3pPr>
            <a:lvl4pPr lvl="3" algn="ctr">
              <a:lnSpc>
                <a:spcPct val="100000"/>
              </a:lnSpc>
              <a:spcBef>
                <a:spcPts val="0"/>
              </a:spcBef>
              <a:spcAft>
                <a:spcPts val="0"/>
              </a:spcAft>
              <a:buSzPts val="4800"/>
              <a:buNone/>
              <a:defRPr sz="4800"/>
            </a:lvl4pPr>
            <a:lvl5pPr lvl="4" algn="ctr">
              <a:lnSpc>
                <a:spcPct val="100000"/>
              </a:lnSpc>
              <a:spcBef>
                <a:spcPts val="0"/>
              </a:spcBef>
              <a:spcAft>
                <a:spcPts val="0"/>
              </a:spcAft>
              <a:buSzPts val="4800"/>
              <a:buNone/>
              <a:defRPr sz="4800"/>
            </a:lvl5pPr>
            <a:lvl6pPr lvl="5" algn="ctr">
              <a:lnSpc>
                <a:spcPct val="100000"/>
              </a:lnSpc>
              <a:spcBef>
                <a:spcPts val="0"/>
              </a:spcBef>
              <a:spcAft>
                <a:spcPts val="0"/>
              </a:spcAft>
              <a:buSzPts val="4800"/>
              <a:buNone/>
              <a:defRPr sz="4800"/>
            </a:lvl6pPr>
            <a:lvl7pPr lvl="6" algn="ctr">
              <a:lnSpc>
                <a:spcPct val="100000"/>
              </a:lnSpc>
              <a:spcBef>
                <a:spcPts val="0"/>
              </a:spcBef>
              <a:spcAft>
                <a:spcPts val="0"/>
              </a:spcAft>
              <a:buSzPts val="4800"/>
              <a:buNone/>
              <a:defRPr sz="4800"/>
            </a:lvl7pPr>
            <a:lvl8pPr lvl="7" algn="ctr">
              <a:lnSpc>
                <a:spcPct val="100000"/>
              </a:lnSpc>
              <a:spcBef>
                <a:spcPts val="0"/>
              </a:spcBef>
              <a:spcAft>
                <a:spcPts val="0"/>
              </a:spcAft>
              <a:buSzPts val="4800"/>
              <a:buNone/>
              <a:defRPr sz="4800"/>
            </a:lvl8pPr>
            <a:lvl9pPr lvl="8" algn="ctr">
              <a:lnSpc>
                <a:spcPct val="100000"/>
              </a:lnSpc>
              <a:spcBef>
                <a:spcPts val="0"/>
              </a:spcBef>
              <a:spcAft>
                <a:spcPts val="0"/>
              </a:spcAft>
              <a:buSzPts val="4800"/>
              <a:buNone/>
              <a:defRPr sz="4800"/>
            </a:lvl9pPr>
          </a:lstStyle>
          <a:p>
            <a:r>
              <a:t>xx%</a:t>
            </a:r>
          </a:p>
        </p:txBody>
      </p:sp>
      <p:sp>
        <p:nvSpPr>
          <p:cNvPr id="3761" name="Google Shape;3761;p67"/>
          <p:cNvSpPr txBox="1"/>
          <p:nvPr>
            <p:ph idx="7" type="title"/>
          </p:nvPr>
        </p:nvSpPr>
        <p:spPr>
          <a:xfrm>
            <a:off x="4572000" y="3384148"/>
            <a:ext cx="192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3762" name="Google Shape;3762;p67"/>
          <p:cNvSpPr txBox="1"/>
          <p:nvPr>
            <p:ph idx="8" type="subTitle"/>
          </p:nvPr>
        </p:nvSpPr>
        <p:spPr>
          <a:xfrm>
            <a:off x="4572000" y="3740099"/>
            <a:ext cx="19260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3763" name="Google Shape;3763;p67"/>
          <p:cNvSpPr txBox="1"/>
          <p:nvPr>
            <p:ph hasCustomPrompt="1" idx="9" type="title"/>
          </p:nvPr>
        </p:nvSpPr>
        <p:spPr>
          <a:xfrm>
            <a:off x="4983131" y="2205300"/>
            <a:ext cx="1104000" cy="441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4800"/>
              <a:buNone/>
              <a:defRPr sz="2400"/>
            </a:lvl1pPr>
            <a:lvl2pPr lvl="1" algn="ctr">
              <a:lnSpc>
                <a:spcPct val="100000"/>
              </a:lnSpc>
              <a:spcBef>
                <a:spcPts val="0"/>
              </a:spcBef>
              <a:spcAft>
                <a:spcPts val="0"/>
              </a:spcAft>
              <a:buSzPts val="4800"/>
              <a:buNone/>
              <a:defRPr sz="4800"/>
            </a:lvl2pPr>
            <a:lvl3pPr lvl="2" algn="ctr">
              <a:lnSpc>
                <a:spcPct val="100000"/>
              </a:lnSpc>
              <a:spcBef>
                <a:spcPts val="0"/>
              </a:spcBef>
              <a:spcAft>
                <a:spcPts val="0"/>
              </a:spcAft>
              <a:buSzPts val="4800"/>
              <a:buNone/>
              <a:defRPr sz="4800"/>
            </a:lvl3pPr>
            <a:lvl4pPr lvl="3" algn="ctr">
              <a:lnSpc>
                <a:spcPct val="100000"/>
              </a:lnSpc>
              <a:spcBef>
                <a:spcPts val="0"/>
              </a:spcBef>
              <a:spcAft>
                <a:spcPts val="0"/>
              </a:spcAft>
              <a:buSzPts val="4800"/>
              <a:buNone/>
              <a:defRPr sz="4800"/>
            </a:lvl4pPr>
            <a:lvl5pPr lvl="4" algn="ctr">
              <a:lnSpc>
                <a:spcPct val="100000"/>
              </a:lnSpc>
              <a:spcBef>
                <a:spcPts val="0"/>
              </a:spcBef>
              <a:spcAft>
                <a:spcPts val="0"/>
              </a:spcAft>
              <a:buSzPts val="4800"/>
              <a:buNone/>
              <a:defRPr sz="4800"/>
            </a:lvl5pPr>
            <a:lvl6pPr lvl="5" algn="ctr">
              <a:lnSpc>
                <a:spcPct val="100000"/>
              </a:lnSpc>
              <a:spcBef>
                <a:spcPts val="0"/>
              </a:spcBef>
              <a:spcAft>
                <a:spcPts val="0"/>
              </a:spcAft>
              <a:buSzPts val="4800"/>
              <a:buNone/>
              <a:defRPr sz="4800"/>
            </a:lvl6pPr>
            <a:lvl7pPr lvl="6" algn="ctr">
              <a:lnSpc>
                <a:spcPct val="100000"/>
              </a:lnSpc>
              <a:spcBef>
                <a:spcPts val="0"/>
              </a:spcBef>
              <a:spcAft>
                <a:spcPts val="0"/>
              </a:spcAft>
              <a:buSzPts val="4800"/>
              <a:buNone/>
              <a:defRPr sz="4800"/>
            </a:lvl7pPr>
            <a:lvl8pPr lvl="7" algn="ctr">
              <a:lnSpc>
                <a:spcPct val="100000"/>
              </a:lnSpc>
              <a:spcBef>
                <a:spcPts val="0"/>
              </a:spcBef>
              <a:spcAft>
                <a:spcPts val="0"/>
              </a:spcAft>
              <a:buSzPts val="4800"/>
              <a:buNone/>
              <a:defRPr sz="4800"/>
            </a:lvl8pPr>
            <a:lvl9pPr lvl="8" algn="ctr">
              <a:lnSpc>
                <a:spcPct val="100000"/>
              </a:lnSpc>
              <a:spcBef>
                <a:spcPts val="0"/>
              </a:spcBef>
              <a:spcAft>
                <a:spcPts val="0"/>
              </a:spcAft>
              <a:buSzPts val="4800"/>
              <a:buNone/>
              <a:defRPr sz="4800"/>
            </a:lvl9pPr>
          </a:lstStyle>
          <a:p>
            <a:r>
              <a:t>xx%</a:t>
            </a:r>
          </a:p>
        </p:txBody>
      </p:sp>
      <p:sp>
        <p:nvSpPr>
          <p:cNvPr id="3764" name="Google Shape;3764;p67"/>
          <p:cNvSpPr txBox="1"/>
          <p:nvPr>
            <p:ph idx="13" type="title"/>
          </p:nvPr>
        </p:nvSpPr>
        <p:spPr>
          <a:xfrm>
            <a:off x="6498000" y="3384148"/>
            <a:ext cx="192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3765" name="Google Shape;3765;p67"/>
          <p:cNvSpPr txBox="1"/>
          <p:nvPr>
            <p:ph idx="14" type="subTitle"/>
          </p:nvPr>
        </p:nvSpPr>
        <p:spPr>
          <a:xfrm>
            <a:off x="6498000" y="3740099"/>
            <a:ext cx="19260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3766" name="Google Shape;3766;p67"/>
          <p:cNvSpPr txBox="1"/>
          <p:nvPr>
            <p:ph hasCustomPrompt="1" idx="15" type="title"/>
          </p:nvPr>
        </p:nvSpPr>
        <p:spPr>
          <a:xfrm>
            <a:off x="6909131" y="2205300"/>
            <a:ext cx="1104000" cy="441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4800"/>
              <a:buNone/>
              <a:defRPr sz="2400"/>
            </a:lvl1pPr>
            <a:lvl2pPr lvl="1" algn="ctr">
              <a:lnSpc>
                <a:spcPct val="100000"/>
              </a:lnSpc>
              <a:spcBef>
                <a:spcPts val="0"/>
              </a:spcBef>
              <a:spcAft>
                <a:spcPts val="0"/>
              </a:spcAft>
              <a:buSzPts val="4800"/>
              <a:buNone/>
              <a:defRPr sz="4800"/>
            </a:lvl2pPr>
            <a:lvl3pPr lvl="2" algn="ctr">
              <a:lnSpc>
                <a:spcPct val="100000"/>
              </a:lnSpc>
              <a:spcBef>
                <a:spcPts val="0"/>
              </a:spcBef>
              <a:spcAft>
                <a:spcPts val="0"/>
              </a:spcAft>
              <a:buSzPts val="4800"/>
              <a:buNone/>
              <a:defRPr sz="4800"/>
            </a:lvl3pPr>
            <a:lvl4pPr lvl="3" algn="ctr">
              <a:lnSpc>
                <a:spcPct val="100000"/>
              </a:lnSpc>
              <a:spcBef>
                <a:spcPts val="0"/>
              </a:spcBef>
              <a:spcAft>
                <a:spcPts val="0"/>
              </a:spcAft>
              <a:buSzPts val="4800"/>
              <a:buNone/>
              <a:defRPr sz="4800"/>
            </a:lvl4pPr>
            <a:lvl5pPr lvl="4" algn="ctr">
              <a:lnSpc>
                <a:spcPct val="100000"/>
              </a:lnSpc>
              <a:spcBef>
                <a:spcPts val="0"/>
              </a:spcBef>
              <a:spcAft>
                <a:spcPts val="0"/>
              </a:spcAft>
              <a:buSzPts val="4800"/>
              <a:buNone/>
              <a:defRPr sz="4800"/>
            </a:lvl5pPr>
            <a:lvl6pPr lvl="5" algn="ctr">
              <a:lnSpc>
                <a:spcPct val="100000"/>
              </a:lnSpc>
              <a:spcBef>
                <a:spcPts val="0"/>
              </a:spcBef>
              <a:spcAft>
                <a:spcPts val="0"/>
              </a:spcAft>
              <a:buSzPts val="4800"/>
              <a:buNone/>
              <a:defRPr sz="4800"/>
            </a:lvl6pPr>
            <a:lvl7pPr lvl="6" algn="ctr">
              <a:lnSpc>
                <a:spcPct val="100000"/>
              </a:lnSpc>
              <a:spcBef>
                <a:spcPts val="0"/>
              </a:spcBef>
              <a:spcAft>
                <a:spcPts val="0"/>
              </a:spcAft>
              <a:buSzPts val="4800"/>
              <a:buNone/>
              <a:defRPr sz="4800"/>
            </a:lvl7pPr>
            <a:lvl8pPr lvl="7" algn="ctr">
              <a:lnSpc>
                <a:spcPct val="100000"/>
              </a:lnSpc>
              <a:spcBef>
                <a:spcPts val="0"/>
              </a:spcBef>
              <a:spcAft>
                <a:spcPts val="0"/>
              </a:spcAft>
              <a:buSzPts val="4800"/>
              <a:buNone/>
              <a:defRPr sz="4800"/>
            </a:lvl8pPr>
            <a:lvl9pPr lvl="8" algn="ctr">
              <a:lnSpc>
                <a:spcPct val="100000"/>
              </a:lnSpc>
              <a:spcBef>
                <a:spcPts val="0"/>
              </a:spcBef>
              <a:spcAft>
                <a:spcPts val="0"/>
              </a:spcAft>
              <a:buSzPts val="4800"/>
              <a:buNone/>
              <a:defRPr sz="4800"/>
            </a:lvl9pPr>
          </a:lstStyle>
          <a:p>
            <a:r>
              <a:t>xx%</a:t>
            </a:r>
          </a:p>
        </p:txBody>
      </p:sp>
    </p:spTree>
  </p:cSld>
  <p:clrMapOvr>
    <a:masterClrMapping/>
  </p:clrMapOvr>
</p:sldLayout>
</file>

<file path=ppt/slideLayouts/slideLayout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2">
    <p:spTree>
      <p:nvGrpSpPr>
        <p:cNvPr id="3767" name="Shape 3767"/>
        <p:cNvGrpSpPr/>
        <p:nvPr/>
      </p:nvGrpSpPr>
      <p:grpSpPr>
        <a:xfrm>
          <a:off x="0" y="0"/>
          <a:ext cx="0" cy="0"/>
          <a:chOff x="0" y="0"/>
          <a:chExt cx="0" cy="0"/>
        </a:xfrm>
      </p:grpSpPr>
      <p:sp>
        <p:nvSpPr>
          <p:cNvPr id="3768" name="Google Shape;3768;p68"/>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
        <p:nvSpPr>
          <p:cNvPr id="3769" name="Google Shape;3769;p68"/>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8"/>
          <p:cNvSpPr/>
          <p:nvPr/>
        </p:nvSpPr>
        <p:spPr>
          <a:xfrm flipH="1">
            <a:off x="7770062" y="4806850"/>
            <a:ext cx="2872438" cy="136094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8"/>
          <p:cNvSpPr/>
          <p:nvPr/>
        </p:nvSpPr>
        <p:spPr>
          <a:xfrm rot="100">
            <a:off x="-274143" y="4769926"/>
            <a:ext cx="2084375" cy="452721"/>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72" name="Google Shape;3772;p68"/>
          <p:cNvGrpSpPr/>
          <p:nvPr/>
        </p:nvGrpSpPr>
        <p:grpSpPr>
          <a:xfrm flipH="1">
            <a:off x="-48291" y="4445541"/>
            <a:ext cx="1522802" cy="668193"/>
            <a:chOff x="8284835" y="1862888"/>
            <a:chExt cx="427165" cy="213583"/>
          </a:xfrm>
        </p:grpSpPr>
        <p:sp>
          <p:nvSpPr>
            <p:cNvPr id="3773" name="Google Shape;3773;p68"/>
            <p:cNvSpPr/>
            <p:nvPr/>
          </p:nvSpPr>
          <p:spPr>
            <a:xfrm>
              <a:off x="8284835" y="1862888"/>
              <a:ext cx="427165" cy="213583"/>
            </a:xfrm>
            <a:custGeom>
              <a:rect b="b" l="l" r="r" t="t"/>
              <a:pathLst>
                <a:path extrusionOk="0" h="4827" w="9654">
                  <a:moveTo>
                    <a:pt x="9653" y="0"/>
                  </a:moveTo>
                  <a:lnTo>
                    <a:pt x="8948" y="482"/>
                  </a:lnTo>
                  <a:cubicBezTo>
                    <a:pt x="8948" y="482"/>
                    <a:pt x="8774" y="656"/>
                    <a:pt x="8707" y="656"/>
                  </a:cubicBezTo>
                  <a:cubicBezTo>
                    <a:pt x="8688" y="656"/>
                    <a:pt x="8677" y="642"/>
                    <a:pt x="8681" y="607"/>
                  </a:cubicBezTo>
                  <a:cubicBezTo>
                    <a:pt x="8687" y="553"/>
                    <a:pt x="8657" y="536"/>
                    <a:pt x="8615" y="536"/>
                  </a:cubicBezTo>
                  <a:cubicBezTo>
                    <a:pt x="8530" y="536"/>
                    <a:pt x="8395" y="607"/>
                    <a:pt x="8395" y="607"/>
                  </a:cubicBezTo>
                  <a:lnTo>
                    <a:pt x="7780" y="1044"/>
                  </a:lnTo>
                  <a:lnTo>
                    <a:pt x="6941" y="1178"/>
                  </a:lnTo>
                  <a:lnTo>
                    <a:pt x="5505" y="1187"/>
                  </a:lnTo>
                  <a:lnTo>
                    <a:pt x="4863" y="1365"/>
                  </a:lnTo>
                  <a:lnTo>
                    <a:pt x="4318" y="1365"/>
                  </a:lnTo>
                  <a:lnTo>
                    <a:pt x="3712" y="1544"/>
                  </a:lnTo>
                  <a:cubicBezTo>
                    <a:pt x="3712" y="1544"/>
                    <a:pt x="3582" y="1520"/>
                    <a:pt x="3388" y="1520"/>
                  </a:cubicBezTo>
                  <a:cubicBezTo>
                    <a:pt x="3227" y="1520"/>
                    <a:pt x="3022" y="1536"/>
                    <a:pt x="2811" y="1597"/>
                  </a:cubicBezTo>
                  <a:cubicBezTo>
                    <a:pt x="2338" y="1740"/>
                    <a:pt x="1910" y="1776"/>
                    <a:pt x="1910" y="1776"/>
                  </a:cubicBezTo>
                  <a:lnTo>
                    <a:pt x="197" y="2150"/>
                  </a:lnTo>
                  <a:cubicBezTo>
                    <a:pt x="197" y="2150"/>
                    <a:pt x="1" y="2231"/>
                    <a:pt x="1044" y="2587"/>
                  </a:cubicBezTo>
                  <a:cubicBezTo>
                    <a:pt x="2498" y="3096"/>
                    <a:pt x="3587" y="2846"/>
                    <a:pt x="3774" y="3087"/>
                  </a:cubicBezTo>
                  <a:cubicBezTo>
                    <a:pt x="3962" y="3328"/>
                    <a:pt x="3863" y="3167"/>
                    <a:pt x="4113" y="3497"/>
                  </a:cubicBezTo>
                  <a:cubicBezTo>
                    <a:pt x="4363" y="3818"/>
                    <a:pt x="4292" y="3890"/>
                    <a:pt x="4684" y="3917"/>
                  </a:cubicBezTo>
                  <a:cubicBezTo>
                    <a:pt x="4815" y="3926"/>
                    <a:pt x="4929" y="3928"/>
                    <a:pt x="5023" y="3928"/>
                  </a:cubicBezTo>
                  <a:cubicBezTo>
                    <a:pt x="5210" y="3928"/>
                    <a:pt x="5318" y="3917"/>
                    <a:pt x="5318" y="3917"/>
                  </a:cubicBezTo>
                  <a:lnTo>
                    <a:pt x="5790" y="3863"/>
                  </a:lnTo>
                  <a:lnTo>
                    <a:pt x="6040" y="3917"/>
                  </a:lnTo>
                  <a:cubicBezTo>
                    <a:pt x="6040" y="3917"/>
                    <a:pt x="6352" y="4131"/>
                    <a:pt x="6629" y="4175"/>
                  </a:cubicBezTo>
                  <a:cubicBezTo>
                    <a:pt x="6672" y="4184"/>
                    <a:pt x="6701" y="4187"/>
                    <a:pt x="6720" y="4187"/>
                  </a:cubicBezTo>
                  <a:cubicBezTo>
                    <a:pt x="6782" y="4187"/>
                    <a:pt x="6748" y="4155"/>
                    <a:pt x="6759" y="4155"/>
                  </a:cubicBezTo>
                  <a:lnTo>
                    <a:pt x="6759" y="4155"/>
                  </a:lnTo>
                  <a:cubicBezTo>
                    <a:pt x="6767" y="4155"/>
                    <a:pt x="6798" y="4172"/>
                    <a:pt x="6905" y="4229"/>
                  </a:cubicBezTo>
                  <a:cubicBezTo>
                    <a:pt x="7218" y="4380"/>
                    <a:pt x="7405" y="4452"/>
                    <a:pt x="7405" y="4452"/>
                  </a:cubicBezTo>
                  <a:cubicBezTo>
                    <a:pt x="7405" y="4452"/>
                    <a:pt x="7905" y="4505"/>
                    <a:pt x="8154" y="4568"/>
                  </a:cubicBezTo>
                  <a:cubicBezTo>
                    <a:pt x="8413" y="4630"/>
                    <a:pt x="8681" y="4666"/>
                    <a:pt x="8681" y="4666"/>
                  </a:cubicBezTo>
                  <a:lnTo>
                    <a:pt x="9653" y="4827"/>
                  </a:lnTo>
                  <a:lnTo>
                    <a:pt x="965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8"/>
            <p:cNvSpPr/>
            <p:nvPr/>
          </p:nvSpPr>
          <p:spPr>
            <a:xfrm>
              <a:off x="8454567" y="1962751"/>
              <a:ext cx="257432" cy="113716"/>
            </a:xfrm>
            <a:custGeom>
              <a:rect b="b" l="l" r="r" t="t"/>
              <a:pathLst>
                <a:path extrusionOk="0" h="2570" w="5818">
                  <a:moveTo>
                    <a:pt x="5817" y="0"/>
                  </a:moveTo>
                  <a:lnTo>
                    <a:pt x="5202" y="152"/>
                  </a:lnTo>
                  <a:lnTo>
                    <a:pt x="4809" y="411"/>
                  </a:lnTo>
                  <a:lnTo>
                    <a:pt x="4399" y="500"/>
                  </a:lnTo>
                  <a:lnTo>
                    <a:pt x="4006" y="830"/>
                  </a:lnTo>
                  <a:cubicBezTo>
                    <a:pt x="4006" y="830"/>
                    <a:pt x="3911" y="850"/>
                    <a:pt x="3781" y="850"/>
                  </a:cubicBezTo>
                  <a:cubicBezTo>
                    <a:pt x="3717" y="850"/>
                    <a:pt x="3643" y="845"/>
                    <a:pt x="3569" y="830"/>
                  </a:cubicBezTo>
                  <a:cubicBezTo>
                    <a:pt x="3426" y="796"/>
                    <a:pt x="3246" y="780"/>
                    <a:pt x="3042" y="780"/>
                  </a:cubicBezTo>
                  <a:cubicBezTo>
                    <a:pt x="2927" y="780"/>
                    <a:pt x="2805" y="785"/>
                    <a:pt x="2677" y="794"/>
                  </a:cubicBezTo>
                  <a:cubicBezTo>
                    <a:pt x="2363" y="817"/>
                    <a:pt x="2417" y="919"/>
                    <a:pt x="2416" y="919"/>
                  </a:cubicBezTo>
                  <a:cubicBezTo>
                    <a:pt x="2416" y="919"/>
                    <a:pt x="2414" y="917"/>
                    <a:pt x="2409" y="910"/>
                  </a:cubicBezTo>
                  <a:cubicBezTo>
                    <a:pt x="2405" y="906"/>
                    <a:pt x="2401" y="905"/>
                    <a:pt x="2395" y="905"/>
                  </a:cubicBezTo>
                  <a:cubicBezTo>
                    <a:pt x="2338" y="905"/>
                    <a:pt x="2204" y="1098"/>
                    <a:pt x="2204" y="1098"/>
                  </a:cubicBezTo>
                  <a:cubicBezTo>
                    <a:pt x="2204" y="1098"/>
                    <a:pt x="2052" y="1089"/>
                    <a:pt x="1847" y="1053"/>
                  </a:cubicBezTo>
                  <a:cubicBezTo>
                    <a:pt x="1788" y="1046"/>
                    <a:pt x="1746" y="1042"/>
                    <a:pt x="1710" y="1042"/>
                  </a:cubicBezTo>
                  <a:cubicBezTo>
                    <a:pt x="1618" y="1042"/>
                    <a:pt x="1577" y="1065"/>
                    <a:pt x="1428" y="1098"/>
                  </a:cubicBezTo>
                  <a:cubicBezTo>
                    <a:pt x="1223" y="1133"/>
                    <a:pt x="1080" y="1231"/>
                    <a:pt x="1080" y="1231"/>
                  </a:cubicBezTo>
                  <a:lnTo>
                    <a:pt x="946" y="1312"/>
                  </a:lnTo>
                  <a:lnTo>
                    <a:pt x="1" y="910"/>
                  </a:lnTo>
                  <a:lnTo>
                    <a:pt x="1" y="910"/>
                  </a:lnTo>
                  <a:cubicBezTo>
                    <a:pt x="99" y="1035"/>
                    <a:pt x="63" y="955"/>
                    <a:pt x="277" y="1240"/>
                  </a:cubicBezTo>
                  <a:cubicBezTo>
                    <a:pt x="527" y="1561"/>
                    <a:pt x="456" y="1633"/>
                    <a:pt x="848" y="1660"/>
                  </a:cubicBezTo>
                  <a:cubicBezTo>
                    <a:pt x="979" y="1669"/>
                    <a:pt x="1093" y="1671"/>
                    <a:pt x="1187" y="1671"/>
                  </a:cubicBezTo>
                  <a:cubicBezTo>
                    <a:pt x="1374" y="1671"/>
                    <a:pt x="1482" y="1660"/>
                    <a:pt x="1482" y="1660"/>
                  </a:cubicBezTo>
                  <a:lnTo>
                    <a:pt x="1954" y="1606"/>
                  </a:lnTo>
                  <a:lnTo>
                    <a:pt x="2204" y="1660"/>
                  </a:lnTo>
                  <a:cubicBezTo>
                    <a:pt x="2204" y="1660"/>
                    <a:pt x="2516" y="1874"/>
                    <a:pt x="2793" y="1918"/>
                  </a:cubicBezTo>
                  <a:cubicBezTo>
                    <a:pt x="2836" y="1927"/>
                    <a:pt x="2865" y="1930"/>
                    <a:pt x="2884" y="1930"/>
                  </a:cubicBezTo>
                  <a:cubicBezTo>
                    <a:pt x="2946" y="1930"/>
                    <a:pt x="2912" y="1898"/>
                    <a:pt x="2923" y="1898"/>
                  </a:cubicBezTo>
                  <a:lnTo>
                    <a:pt x="2923" y="1898"/>
                  </a:lnTo>
                  <a:cubicBezTo>
                    <a:pt x="2931" y="1898"/>
                    <a:pt x="2962" y="1915"/>
                    <a:pt x="3069" y="1972"/>
                  </a:cubicBezTo>
                  <a:cubicBezTo>
                    <a:pt x="3382" y="2123"/>
                    <a:pt x="3569" y="2195"/>
                    <a:pt x="3569" y="2195"/>
                  </a:cubicBezTo>
                  <a:cubicBezTo>
                    <a:pt x="3569" y="2195"/>
                    <a:pt x="4069" y="2248"/>
                    <a:pt x="4318" y="2311"/>
                  </a:cubicBezTo>
                  <a:cubicBezTo>
                    <a:pt x="4577" y="2373"/>
                    <a:pt x="4845" y="2409"/>
                    <a:pt x="4845" y="2409"/>
                  </a:cubicBezTo>
                  <a:lnTo>
                    <a:pt x="5817" y="2570"/>
                  </a:lnTo>
                  <a:lnTo>
                    <a:pt x="5817"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8"/>
            <p:cNvSpPr/>
            <p:nvPr/>
          </p:nvSpPr>
          <p:spPr>
            <a:xfrm>
              <a:off x="8293508" y="1862888"/>
              <a:ext cx="418493" cy="100176"/>
            </a:xfrm>
            <a:custGeom>
              <a:rect b="b" l="l" r="r" t="t"/>
              <a:pathLst>
                <a:path extrusionOk="0" h="2264" w="9458">
                  <a:moveTo>
                    <a:pt x="9457" y="0"/>
                  </a:moveTo>
                  <a:lnTo>
                    <a:pt x="8752" y="482"/>
                  </a:lnTo>
                  <a:cubicBezTo>
                    <a:pt x="8752" y="482"/>
                    <a:pt x="8578" y="656"/>
                    <a:pt x="8511" y="656"/>
                  </a:cubicBezTo>
                  <a:cubicBezTo>
                    <a:pt x="8492" y="656"/>
                    <a:pt x="8481" y="642"/>
                    <a:pt x="8485" y="607"/>
                  </a:cubicBezTo>
                  <a:cubicBezTo>
                    <a:pt x="8491" y="553"/>
                    <a:pt x="8461" y="536"/>
                    <a:pt x="8419" y="536"/>
                  </a:cubicBezTo>
                  <a:cubicBezTo>
                    <a:pt x="8334" y="536"/>
                    <a:pt x="8199" y="607"/>
                    <a:pt x="8199" y="607"/>
                  </a:cubicBezTo>
                  <a:lnTo>
                    <a:pt x="7584" y="1044"/>
                  </a:lnTo>
                  <a:lnTo>
                    <a:pt x="6745" y="1178"/>
                  </a:lnTo>
                  <a:lnTo>
                    <a:pt x="5309" y="1187"/>
                  </a:lnTo>
                  <a:lnTo>
                    <a:pt x="4667" y="1365"/>
                  </a:lnTo>
                  <a:lnTo>
                    <a:pt x="4122" y="1365"/>
                  </a:lnTo>
                  <a:lnTo>
                    <a:pt x="3516" y="1544"/>
                  </a:lnTo>
                  <a:cubicBezTo>
                    <a:pt x="3516" y="1544"/>
                    <a:pt x="3386" y="1520"/>
                    <a:pt x="3192" y="1520"/>
                  </a:cubicBezTo>
                  <a:cubicBezTo>
                    <a:pt x="3031" y="1520"/>
                    <a:pt x="2826" y="1536"/>
                    <a:pt x="2615" y="1597"/>
                  </a:cubicBezTo>
                  <a:cubicBezTo>
                    <a:pt x="2142" y="1740"/>
                    <a:pt x="1714" y="1776"/>
                    <a:pt x="1714" y="1776"/>
                  </a:cubicBezTo>
                  <a:lnTo>
                    <a:pt x="1" y="2150"/>
                  </a:lnTo>
                  <a:lnTo>
                    <a:pt x="170" y="2239"/>
                  </a:lnTo>
                  <a:cubicBezTo>
                    <a:pt x="170" y="2239"/>
                    <a:pt x="262" y="2263"/>
                    <a:pt x="341" y="2263"/>
                  </a:cubicBezTo>
                  <a:cubicBezTo>
                    <a:pt x="380" y="2263"/>
                    <a:pt x="417" y="2257"/>
                    <a:pt x="438" y="2239"/>
                  </a:cubicBezTo>
                  <a:cubicBezTo>
                    <a:pt x="500" y="2186"/>
                    <a:pt x="1098" y="2150"/>
                    <a:pt x="1098" y="2150"/>
                  </a:cubicBezTo>
                  <a:lnTo>
                    <a:pt x="1508" y="2052"/>
                  </a:lnTo>
                  <a:lnTo>
                    <a:pt x="1919" y="1972"/>
                  </a:lnTo>
                  <a:cubicBezTo>
                    <a:pt x="1919" y="1972"/>
                    <a:pt x="2133" y="1918"/>
                    <a:pt x="2258" y="1874"/>
                  </a:cubicBezTo>
                  <a:cubicBezTo>
                    <a:pt x="2315" y="1853"/>
                    <a:pt x="2399" y="1848"/>
                    <a:pt x="2474" y="1848"/>
                  </a:cubicBezTo>
                  <a:cubicBezTo>
                    <a:pt x="2564" y="1848"/>
                    <a:pt x="2641" y="1856"/>
                    <a:pt x="2641" y="1856"/>
                  </a:cubicBezTo>
                  <a:lnTo>
                    <a:pt x="3302" y="1972"/>
                  </a:lnTo>
                  <a:lnTo>
                    <a:pt x="3685" y="1865"/>
                  </a:lnTo>
                  <a:lnTo>
                    <a:pt x="4015" y="1749"/>
                  </a:lnTo>
                  <a:lnTo>
                    <a:pt x="4354" y="1686"/>
                  </a:lnTo>
                  <a:lnTo>
                    <a:pt x="4961" y="1722"/>
                  </a:lnTo>
                  <a:lnTo>
                    <a:pt x="5353" y="1740"/>
                  </a:lnTo>
                  <a:lnTo>
                    <a:pt x="5737" y="1642"/>
                  </a:lnTo>
                  <a:lnTo>
                    <a:pt x="6112" y="1642"/>
                  </a:lnTo>
                  <a:lnTo>
                    <a:pt x="6469" y="1829"/>
                  </a:lnTo>
                  <a:lnTo>
                    <a:pt x="6870" y="1776"/>
                  </a:lnTo>
                  <a:lnTo>
                    <a:pt x="7120" y="1695"/>
                  </a:lnTo>
                  <a:lnTo>
                    <a:pt x="7949" y="1472"/>
                  </a:lnTo>
                  <a:lnTo>
                    <a:pt x="8404" y="1356"/>
                  </a:lnTo>
                  <a:lnTo>
                    <a:pt x="8485" y="1214"/>
                  </a:lnTo>
                  <a:cubicBezTo>
                    <a:pt x="8485" y="1214"/>
                    <a:pt x="8529" y="1169"/>
                    <a:pt x="8485" y="1098"/>
                  </a:cubicBezTo>
                  <a:cubicBezTo>
                    <a:pt x="8449" y="1026"/>
                    <a:pt x="8574" y="973"/>
                    <a:pt x="8690" y="839"/>
                  </a:cubicBezTo>
                  <a:cubicBezTo>
                    <a:pt x="8729" y="794"/>
                    <a:pt x="8756" y="779"/>
                    <a:pt x="8776" y="779"/>
                  </a:cubicBezTo>
                  <a:cubicBezTo>
                    <a:pt x="8816" y="779"/>
                    <a:pt x="8824" y="839"/>
                    <a:pt x="8824" y="839"/>
                  </a:cubicBezTo>
                  <a:cubicBezTo>
                    <a:pt x="8824" y="839"/>
                    <a:pt x="8894" y="853"/>
                    <a:pt x="8981" y="853"/>
                  </a:cubicBezTo>
                  <a:cubicBezTo>
                    <a:pt x="9060" y="853"/>
                    <a:pt x="9152" y="841"/>
                    <a:pt x="9216" y="794"/>
                  </a:cubicBezTo>
                  <a:cubicBezTo>
                    <a:pt x="9350" y="696"/>
                    <a:pt x="9270" y="634"/>
                    <a:pt x="9314" y="384"/>
                  </a:cubicBezTo>
                  <a:cubicBezTo>
                    <a:pt x="9350" y="134"/>
                    <a:pt x="9457" y="0"/>
                    <a:pt x="9457"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76" name="Google Shape;3776;p68"/>
          <p:cNvSpPr/>
          <p:nvPr/>
        </p:nvSpPr>
        <p:spPr>
          <a:xfrm flipH="1">
            <a:off x="8282464" y="4774361"/>
            <a:ext cx="861477" cy="455470"/>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77" name="Google Shape;3777;p68"/>
          <p:cNvGrpSpPr/>
          <p:nvPr/>
        </p:nvGrpSpPr>
        <p:grpSpPr>
          <a:xfrm flipH="1">
            <a:off x="8462695" y="4054124"/>
            <a:ext cx="681308" cy="1095699"/>
            <a:chOff x="1352322" y="1338997"/>
            <a:chExt cx="415457" cy="676942"/>
          </a:xfrm>
        </p:grpSpPr>
        <p:sp>
          <p:nvSpPr>
            <p:cNvPr id="3778" name="Google Shape;3778;p68"/>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8"/>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8"/>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8"/>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8"/>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8"/>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8"/>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8"/>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8"/>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8"/>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8"/>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8"/>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8"/>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1" name="Google Shape;3791;p68"/>
          <p:cNvGrpSpPr/>
          <p:nvPr/>
        </p:nvGrpSpPr>
        <p:grpSpPr>
          <a:xfrm>
            <a:off x="8038697" y="4660899"/>
            <a:ext cx="616420" cy="452825"/>
            <a:chOff x="6123718" y="525411"/>
            <a:chExt cx="1395563" cy="1024955"/>
          </a:xfrm>
        </p:grpSpPr>
        <p:grpSp>
          <p:nvGrpSpPr>
            <p:cNvPr id="3792" name="Google Shape;3792;p68"/>
            <p:cNvGrpSpPr/>
            <p:nvPr/>
          </p:nvGrpSpPr>
          <p:grpSpPr>
            <a:xfrm flipH="1">
              <a:off x="6123718" y="525411"/>
              <a:ext cx="1395563" cy="1024955"/>
              <a:chOff x="1696430" y="1591394"/>
              <a:chExt cx="279683" cy="208092"/>
            </a:xfrm>
          </p:grpSpPr>
          <p:sp>
            <p:nvSpPr>
              <p:cNvPr id="3793" name="Google Shape;3793;p68"/>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8"/>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8"/>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8"/>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8"/>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8"/>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8"/>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8"/>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8"/>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8"/>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8"/>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04" name="Google Shape;3804;p68"/>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05" name="Google Shape;3805;p68"/>
          <p:cNvSpPr/>
          <p:nvPr/>
        </p:nvSpPr>
        <p:spPr>
          <a:xfrm flipH="1">
            <a:off x="7779947" y="3182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8"/>
          <p:cNvSpPr/>
          <p:nvPr/>
        </p:nvSpPr>
        <p:spPr>
          <a:xfrm flipH="1">
            <a:off x="8488479" y="244204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8"/>
          <p:cNvSpPr/>
          <p:nvPr/>
        </p:nvSpPr>
        <p:spPr>
          <a:xfrm flipH="1">
            <a:off x="-302196" y="175007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2_1">
    <p:spTree>
      <p:nvGrpSpPr>
        <p:cNvPr id="3808" name="Shape 3808"/>
        <p:cNvGrpSpPr/>
        <p:nvPr/>
      </p:nvGrpSpPr>
      <p:grpSpPr>
        <a:xfrm>
          <a:off x="0" y="0"/>
          <a:ext cx="0" cy="0"/>
          <a:chOff x="0" y="0"/>
          <a:chExt cx="0" cy="0"/>
        </a:xfrm>
      </p:grpSpPr>
      <p:sp>
        <p:nvSpPr>
          <p:cNvPr id="3809" name="Google Shape;3809;p69"/>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9"/>
          <p:cNvSpPr/>
          <p:nvPr/>
        </p:nvSpPr>
        <p:spPr>
          <a:xfrm flipH="1">
            <a:off x="7929862" y="4570200"/>
            <a:ext cx="2872438" cy="136094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9"/>
          <p:cNvSpPr/>
          <p:nvPr/>
        </p:nvSpPr>
        <p:spPr>
          <a:xfrm flipH="1">
            <a:off x="-266407" y="4852500"/>
            <a:ext cx="9676842" cy="289832"/>
          </a:xfrm>
          <a:custGeom>
            <a:rect b="b" l="l" r="r" t="t"/>
            <a:pathLst>
              <a:path extrusionOk="0" h="9234" w="27897">
                <a:moveTo>
                  <a:pt x="14337" y="0"/>
                </a:moveTo>
                <a:cubicBezTo>
                  <a:pt x="14337" y="0"/>
                  <a:pt x="12053" y="402"/>
                  <a:pt x="13222" y="633"/>
                </a:cubicBezTo>
                <a:cubicBezTo>
                  <a:pt x="14391" y="857"/>
                  <a:pt x="13704" y="1276"/>
                  <a:pt x="11001" y="1419"/>
                </a:cubicBezTo>
                <a:cubicBezTo>
                  <a:pt x="8289" y="1561"/>
                  <a:pt x="8164" y="2204"/>
                  <a:pt x="9529" y="2346"/>
                </a:cubicBezTo>
                <a:cubicBezTo>
                  <a:pt x="10885" y="2489"/>
                  <a:pt x="4131" y="3470"/>
                  <a:pt x="5808" y="4006"/>
                </a:cubicBezTo>
                <a:cubicBezTo>
                  <a:pt x="7495" y="4550"/>
                  <a:pt x="4961" y="5040"/>
                  <a:pt x="3257" y="5272"/>
                </a:cubicBezTo>
                <a:cubicBezTo>
                  <a:pt x="1553" y="5504"/>
                  <a:pt x="1375" y="6040"/>
                  <a:pt x="2365" y="6227"/>
                </a:cubicBezTo>
                <a:cubicBezTo>
                  <a:pt x="3355" y="6414"/>
                  <a:pt x="1" y="7271"/>
                  <a:pt x="1" y="7271"/>
                </a:cubicBezTo>
                <a:lnTo>
                  <a:pt x="1" y="9233"/>
                </a:lnTo>
                <a:lnTo>
                  <a:pt x="27897" y="9233"/>
                </a:lnTo>
                <a:lnTo>
                  <a:pt x="27897" y="7137"/>
                </a:lnTo>
                <a:cubicBezTo>
                  <a:pt x="27897" y="7137"/>
                  <a:pt x="23472" y="6361"/>
                  <a:pt x="24445" y="5504"/>
                </a:cubicBezTo>
                <a:cubicBezTo>
                  <a:pt x="25417" y="4648"/>
                  <a:pt x="20171" y="4434"/>
                  <a:pt x="21340" y="3925"/>
                </a:cubicBezTo>
                <a:cubicBezTo>
                  <a:pt x="22500" y="3417"/>
                  <a:pt x="21893" y="2917"/>
                  <a:pt x="20912" y="2721"/>
                </a:cubicBezTo>
                <a:cubicBezTo>
                  <a:pt x="19939" y="2534"/>
                  <a:pt x="18780" y="2034"/>
                  <a:pt x="19422" y="1481"/>
                </a:cubicBezTo>
                <a:cubicBezTo>
                  <a:pt x="20055" y="928"/>
                  <a:pt x="19288" y="732"/>
                  <a:pt x="18512" y="491"/>
                </a:cubicBezTo>
                <a:cubicBezTo>
                  <a:pt x="17727" y="259"/>
                  <a:pt x="18637" y="0"/>
                  <a:pt x="18637"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9"/>
          <p:cNvSpPr/>
          <p:nvPr/>
        </p:nvSpPr>
        <p:spPr>
          <a:xfrm flipH="1" rot="-517971">
            <a:off x="-642987" y="4698288"/>
            <a:ext cx="1482423" cy="380966"/>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13" name="Google Shape;3813;p69"/>
          <p:cNvGrpSpPr/>
          <p:nvPr/>
        </p:nvGrpSpPr>
        <p:grpSpPr>
          <a:xfrm>
            <a:off x="-340785" y="3600346"/>
            <a:ext cx="1043741" cy="1287607"/>
            <a:chOff x="4171005" y="1331224"/>
            <a:chExt cx="356505" cy="439757"/>
          </a:xfrm>
        </p:grpSpPr>
        <p:sp>
          <p:nvSpPr>
            <p:cNvPr id="3814" name="Google Shape;3814;p69"/>
            <p:cNvSpPr/>
            <p:nvPr/>
          </p:nvSpPr>
          <p:spPr>
            <a:xfrm>
              <a:off x="4171005" y="1331224"/>
              <a:ext cx="356505" cy="439757"/>
            </a:xfrm>
            <a:custGeom>
              <a:rect b="b" l="l" r="r" t="t"/>
              <a:pathLst>
                <a:path extrusionOk="0" h="12107" w="9815">
                  <a:moveTo>
                    <a:pt x="3337" y="0"/>
                  </a:moveTo>
                  <a:lnTo>
                    <a:pt x="2320" y="464"/>
                  </a:lnTo>
                  <a:lnTo>
                    <a:pt x="2320" y="2525"/>
                  </a:lnTo>
                  <a:lnTo>
                    <a:pt x="1562" y="2257"/>
                  </a:lnTo>
                  <a:lnTo>
                    <a:pt x="964" y="2793"/>
                  </a:lnTo>
                  <a:lnTo>
                    <a:pt x="1152" y="5505"/>
                  </a:lnTo>
                  <a:lnTo>
                    <a:pt x="920" y="7182"/>
                  </a:lnTo>
                  <a:lnTo>
                    <a:pt x="1152" y="9510"/>
                  </a:lnTo>
                  <a:lnTo>
                    <a:pt x="1" y="11152"/>
                  </a:lnTo>
                  <a:lnTo>
                    <a:pt x="3266" y="11152"/>
                  </a:lnTo>
                  <a:lnTo>
                    <a:pt x="4238" y="11571"/>
                  </a:lnTo>
                  <a:lnTo>
                    <a:pt x="5282" y="11571"/>
                  </a:lnTo>
                  <a:lnTo>
                    <a:pt x="5452" y="12106"/>
                  </a:lnTo>
                  <a:lnTo>
                    <a:pt x="6522" y="12106"/>
                  </a:lnTo>
                  <a:lnTo>
                    <a:pt x="7352" y="11036"/>
                  </a:lnTo>
                  <a:lnTo>
                    <a:pt x="9814" y="11036"/>
                  </a:lnTo>
                  <a:lnTo>
                    <a:pt x="9814" y="9831"/>
                  </a:lnTo>
                  <a:lnTo>
                    <a:pt x="9341" y="9394"/>
                  </a:lnTo>
                  <a:lnTo>
                    <a:pt x="9341" y="8404"/>
                  </a:lnTo>
                  <a:lnTo>
                    <a:pt x="8467" y="6530"/>
                  </a:lnTo>
                  <a:lnTo>
                    <a:pt x="8369" y="5005"/>
                  </a:lnTo>
                  <a:lnTo>
                    <a:pt x="7138" y="3515"/>
                  </a:lnTo>
                  <a:lnTo>
                    <a:pt x="5407" y="304"/>
                  </a:lnTo>
                  <a:lnTo>
                    <a:pt x="4595" y="464"/>
                  </a:lnTo>
                  <a:lnTo>
                    <a:pt x="333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9"/>
            <p:cNvSpPr/>
            <p:nvPr/>
          </p:nvSpPr>
          <p:spPr>
            <a:xfrm>
              <a:off x="4345021" y="1403794"/>
              <a:ext cx="149431" cy="367184"/>
            </a:xfrm>
            <a:custGeom>
              <a:rect b="b" l="l" r="r" t="t"/>
              <a:pathLst>
                <a:path extrusionOk="0" h="10109" w="4114">
                  <a:moveTo>
                    <a:pt x="652" y="1"/>
                  </a:moveTo>
                  <a:lnTo>
                    <a:pt x="652" y="1669"/>
                  </a:lnTo>
                  <a:lnTo>
                    <a:pt x="1116" y="2266"/>
                  </a:lnTo>
                  <a:lnTo>
                    <a:pt x="741" y="2882"/>
                  </a:lnTo>
                  <a:lnTo>
                    <a:pt x="910" y="3890"/>
                  </a:lnTo>
                  <a:lnTo>
                    <a:pt x="812" y="5059"/>
                  </a:lnTo>
                  <a:lnTo>
                    <a:pt x="982" y="5862"/>
                  </a:lnTo>
                  <a:lnTo>
                    <a:pt x="812" y="6682"/>
                  </a:lnTo>
                  <a:lnTo>
                    <a:pt x="277" y="7325"/>
                  </a:lnTo>
                  <a:lnTo>
                    <a:pt x="224" y="9038"/>
                  </a:lnTo>
                  <a:lnTo>
                    <a:pt x="1" y="9573"/>
                  </a:lnTo>
                  <a:lnTo>
                    <a:pt x="491" y="9573"/>
                  </a:lnTo>
                  <a:lnTo>
                    <a:pt x="661" y="10108"/>
                  </a:lnTo>
                  <a:lnTo>
                    <a:pt x="1731" y="10108"/>
                  </a:lnTo>
                  <a:lnTo>
                    <a:pt x="2561" y="9038"/>
                  </a:lnTo>
                  <a:lnTo>
                    <a:pt x="4113" y="9038"/>
                  </a:lnTo>
                  <a:lnTo>
                    <a:pt x="3765" y="8172"/>
                  </a:lnTo>
                  <a:lnTo>
                    <a:pt x="3846" y="6798"/>
                  </a:lnTo>
                  <a:cubicBezTo>
                    <a:pt x="3846" y="6798"/>
                    <a:pt x="2855" y="5879"/>
                    <a:pt x="2846" y="5835"/>
                  </a:cubicBezTo>
                  <a:cubicBezTo>
                    <a:pt x="2837" y="5790"/>
                    <a:pt x="2846" y="4961"/>
                    <a:pt x="2846" y="4961"/>
                  </a:cubicBezTo>
                  <a:lnTo>
                    <a:pt x="2418" y="4185"/>
                  </a:lnTo>
                  <a:lnTo>
                    <a:pt x="1990" y="2391"/>
                  </a:lnTo>
                  <a:lnTo>
                    <a:pt x="946" y="1214"/>
                  </a:lnTo>
                  <a:lnTo>
                    <a:pt x="652"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9"/>
            <p:cNvSpPr/>
            <p:nvPr/>
          </p:nvSpPr>
          <p:spPr>
            <a:xfrm>
              <a:off x="4430230" y="1458893"/>
              <a:ext cx="97272" cy="237549"/>
            </a:xfrm>
            <a:custGeom>
              <a:rect b="b" l="l" r="r" t="t"/>
              <a:pathLst>
                <a:path extrusionOk="0" h="6540" w="2678">
                  <a:moveTo>
                    <a:pt x="1" y="0"/>
                  </a:moveTo>
                  <a:lnTo>
                    <a:pt x="661" y="1490"/>
                  </a:lnTo>
                  <a:lnTo>
                    <a:pt x="982" y="1775"/>
                  </a:lnTo>
                  <a:lnTo>
                    <a:pt x="697" y="2926"/>
                  </a:lnTo>
                  <a:lnTo>
                    <a:pt x="1401" y="3872"/>
                  </a:lnTo>
                  <a:lnTo>
                    <a:pt x="1357" y="4505"/>
                  </a:lnTo>
                  <a:lnTo>
                    <a:pt x="1803" y="4844"/>
                  </a:lnTo>
                  <a:lnTo>
                    <a:pt x="2035" y="5879"/>
                  </a:lnTo>
                  <a:lnTo>
                    <a:pt x="1999" y="6405"/>
                  </a:lnTo>
                  <a:lnTo>
                    <a:pt x="2677" y="6539"/>
                  </a:lnTo>
                  <a:lnTo>
                    <a:pt x="2677" y="6316"/>
                  </a:lnTo>
                  <a:lnTo>
                    <a:pt x="2204" y="5879"/>
                  </a:lnTo>
                  <a:lnTo>
                    <a:pt x="2204" y="4889"/>
                  </a:lnTo>
                  <a:lnTo>
                    <a:pt x="1330" y="3015"/>
                  </a:lnTo>
                  <a:lnTo>
                    <a:pt x="1276" y="2257"/>
                  </a:lnTo>
                  <a:lnTo>
                    <a:pt x="1232" y="1490"/>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9"/>
            <p:cNvSpPr/>
            <p:nvPr/>
          </p:nvSpPr>
          <p:spPr>
            <a:xfrm>
              <a:off x="4255270" y="1331224"/>
              <a:ext cx="112164" cy="220042"/>
            </a:xfrm>
            <a:custGeom>
              <a:rect b="b" l="l" r="r" t="t"/>
              <a:pathLst>
                <a:path extrusionOk="0" h="6058" w="3088">
                  <a:moveTo>
                    <a:pt x="1017" y="0"/>
                  </a:moveTo>
                  <a:lnTo>
                    <a:pt x="0" y="464"/>
                  </a:lnTo>
                  <a:lnTo>
                    <a:pt x="330" y="955"/>
                  </a:lnTo>
                  <a:lnTo>
                    <a:pt x="1008" y="1044"/>
                  </a:lnTo>
                  <a:lnTo>
                    <a:pt x="1740" y="2338"/>
                  </a:lnTo>
                  <a:lnTo>
                    <a:pt x="1571" y="3738"/>
                  </a:lnTo>
                  <a:cubicBezTo>
                    <a:pt x="1571" y="3738"/>
                    <a:pt x="2637" y="6058"/>
                    <a:pt x="2641" y="6058"/>
                  </a:cubicBezTo>
                  <a:cubicBezTo>
                    <a:pt x="2641" y="6058"/>
                    <a:pt x="2641" y="6058"/>
                    <a:pt x="2641" y="6058"/>
                  </a:cubicBezTo>
                  <a:cubicBezTo>
                    <a:pt x="2641" y="6040"/>
                    <a:pt x="2043" y="3631"/>
                    <a:pt x="2025" y="3542"/>
                  </a:cubicBezTo>
                  <a:cubicBezTo>
                    <a:pt x="2017" y="3453"/>
                    <a:pt x="2454" y="2320"/>
                    <a:pt x="2454" y="2320"/>
                  </a:cubicBezTo>
                  <a:lnTo>
                    <a:pt x="2382" y="1704"/>
                  </a:lnTo>
                  <a:lnTo>
                    <a:pt x="3087" y="304"/>
                  </a:lnTo>
                  <a:lnTo>
                    <a:pt x="2275" y="464"/>
                  </a:lnTo>
                  <a:lnTo>
                    <a:pt x="1017"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9"/>
            <p:cNvSpPr/>
            <p:nvPr/>
          </p:nvSpPr>
          <p:spPr>
            <a:xfrm>
              <a:off x="4206019" y="1413201"/>
              <a:ext cx="76495" cy="154915"/>
            </a:xfrm>
            <a:custGeom>
              <a:rect b="b" l="l" r="r" t="t"/>
              <a:pathLst>
                <a:path extrusionOk="0" h="4265" w="2106">
                  <a:moveTo>
                    <a:pt x="598" y="0"/>
                  </a:moveTo>
                  <a:lnTo>
                    <a:pt x="0" y="536"/>
                  </a:lnTo>
                  <a:lnTo>
                    <a:pt x="0" y="536"/>
                  </a:lnTo>
                  <a:lnTo>
                    <a:pt x="812" y="393"/>
                  </a:lnTo>
                  <a:lnTo>
                    <a:pt x="1740" y="1767"/>
                  </a:lnTo>
                  <a:lnTo>
                    <a:pt x="2106" y="4265"/>
                  </a:lnTo>
                  <a:lnTo>
                    <a:pt x="2106" y="1883"/>
                  </a:lnTo>
                  <a:lnTo>
                    <a:pt x="1356" y="268"/>
                  </a:lnTo>
                  <a:lnTo>
                    <a:pt x="598"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9"/>
            <p:cNvSpPr/>
            <p:nvPr/>
          </p:nvSpPr>
          <p:spPr>
            <a:xfrm>
              <a:off x="4367394" y="1342229"/>
              <a:ext cx="62874" cy="116704"/>
            </a:xfrm>
            <a:custGeom>
              <a:rect b="b" l="l" r="r" t="t"/>
              <a:pathLst>
                <a:path extrusionOk="0" h="3213" w="1731">
                  <a:moveTo>
                    <a:pt x="0" y="1"/>
                  </a:moveTo>
                  <a:lnTo>
                    <a:pt x="803" y="2605"/>
                  </a:lnTo>
                  <a:lnTo>
                    <a:pt x="1731" y="3212"/>
                  </a:lnTo>
                  <a:lnTo>
                    <a:pt x="0" y="1"/>
                  </a:lnTo>
                  <a:close/>
                  <a:moveTo>
                    <a:pt x="1731" y="3212"/>
                  </a:moveTo>
                  <a:lnTo>
                    <a:pt x="1731" y="3212"/>
                  </a:lnTo>
                  <a:lnTo>
                    <a:pt x="1731" y="3212"/>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9"/>
            <p:cNvSpPr/>
            <p:nvPr/>
          </p:nvSpPr>
          <p:spPr>
            <a:xfrm>
              <a:off x="4362854" y="1675659"/>
              <a:ext cx="11696" cy="95310"/>
            </a:xfrm>
            <a:custGeom>
              <a:rect b="b" l="l" r="r" t="t"/>
              <a:pathLst>
                <a:path extrusionOk="0" h="2624" w="322">
                  <a:moveTo>
                    <a:pt x="321" y="0"/>
                  </a:moveTo>
                  <a:lnTo>
                    <a:pt x="0" y="2088"/>
                  </a:lnTo>
                  <a:lnTo>
                    <a:pt x="170" y="2623"/>
                  </a:lnTo>
                  <a:lnTo>
                    <a:pt x="32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9"/>
            <p:cNvSpPr/>
            <p:nvPr/>
          </p:nvSpPr>
          <p:spPr>
            <a:xfrm>
              <a:off x="4385519" y="1551222"/>
              <a:ext cx="52522" cy="219751"/>
            </a:xfrm>
            <a:custGeom>
              <a:rect b="b" l="l" r="r" t="t"/>
              <a:pathLst>
                <a:path extrusionOk="0" h="6050" w="1446">
                  <a:moveTo>
                    <a:pt x="1" y="1"/>
                  </a:moveTo>
                  <a:lnTo>
                    <a:pt x="331" y="1642"/>
                  </a:lnTo>
                  <a:lnTo>
                    <a:pt x="366" y="2855"/>
                  </a:lnTo>
                  <a:lnTo>
                    <a:pt x="616" y="4880"/>
                  </a:lnTo>
                  <a:lnTo>
                    <a:pt x="545" y="5442"/>
                  </a:lnTo>
                  <a:lnTo>
                    <a:pt x="616" y="6049"/>
                  </a:lnTo>
                  <a:lnTo>
                    <a:pt x="1446" y="4979"/>
                  </a:lnTo>
                  <a:lnTo>
                    <a:pt x="670" y="2748"/>
                  </a:lnTo>
                  <a:lnTo>
                    <a:pt x="670" y="1901"/>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9"/>
            <p:cNvSpPr/>
            <p:nvPr/>
          </p:nvSpPr>
          <p:spPr>
            <a:xfrm>
              <a:off x="4251384" y="1576502"/>
              <a:ext cx="38284" cy="159783"/>
            </a:xfrm>
            <a:custGeom>
              <a:rect b="b" l="l" r="r" t="t"/>
              <a:pathLst>
                <a:path extrusionOk="0" h="4399" w="1054">
                  <a:moveTo>
                    <a:pt x="0" y="0"/>
                  </a:moveTo>
                  <a:lnTo>
                    <a:pt x="366" y="2918"/>
                  </a:lnTo>
                  <a:lnTo>
                    <a:pt x="54" y="4399"/>
                  </a:lnTo>
                  <a:lnTo>
                    <a:pt x="1053" y="4399"/>
                  </a:lnTo>
                  <a:lnTo>
                    <a:pt x="928" y="2730"/>
                  </a:lnTo>
                  <a:lnTo>
                    <a:pt x="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9"/>
            <p:cNvSpPr/>
            <p:nvPr/>
          </p:nvSpPr>
          <p:spPr>
            <a:xfrm>
              <a:off x="4455510" y="1650706"/>
              <a:ext cx="29203" cy="81362"/>
            </a:xfrm>
            <a:custGeom>
              <a:rect b="b" l="l" r="r" t="t"/>
              <a:pathLst>
                <a:path extrusionOk="0" h="2240" w="804">
                  <a:moveTo>
                    <a:pt x="90" y="0"/>
                  </a:moveTo>
                  <a:lnTo>
                    <a:pt x="1" y="1017"/>
                  </a:lnTo>
                  <a:lnTo>
                    <a:pt x="170" y="2240"/>
                  </a:lnTo>
                  <a:lnTo>
                    <a:pt x="804" y="2240"/>
                  </a:lnTo>
                  <a:lnTo>
                    <a:pt x="224" y="1035"/>
                  </a:lnTo>
                  <a:lnTo>
                    <a:pt x="9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9"/>
            <p:cNvSpPr/>
            <p:nvPr/>
          </p:nvSpPr>
          <p:spPr>
            <a:xfrm>
              <a:off x="4171005" y="1592047"/>
              <a:ext cx="82343" cy="144237"/>
            </a:xfrm>
            <a:custGeom>
              <a:rect b="b" l="l" r="r" t="t"/>
              <a:pathLst>
                <a:path extrusionOk="0" h="3971" w="2267">
                  <a:moveTo>
                    <a:pt x="920" y="1"/>
                  </a:moveTo>
                  <a:lnTo>
                    <a:pt x="1152" y="2329"/>
                  </a:lnTo>
                  <a:lnTo>
                    <a:pt x="1" y="3971"/>
                  </a:lnTo>
                  <a:lnTo>
                    <a:pt x="2267" y="3971"/>
                  </a:lnTo>
                  <a:lnTo>
                    <a:pt x="1366" y="3248"/>
                  </a:lnTo>
                  <a:lnTo>
                    <a:pt x="1607" y="2124"/>
                  </a:lnTo>
                  <a:lnTo>
                    <a:pt x="92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9"/>
            <p:cNvSpPr/>
            <p:nvPr/>
          </p:nvSpPr>
          <p:spPr>
            <a:xfrm>
              <a:off x="4289630" y="1649726"/>
              <a:ext cx="38248" cy="101776"/>
            </a:xfrm>
            <a:custGeom>
              <a:rect b="b" l="l" r="r" t="t"/>
              <a:pathLst>
                <a:path extrusionOk="0" h="2802" w="1053">
                  <a:moveTo>
                    <a:pt x="723" y="1"/>
                  </a:moveTo>
                  <a:lnTo>
                    <a:pt x="446" y="1490"/>
                  </a:lnTo>
                  <a:lnTo>
                    <a:pt x="0" y="2383"/>
                  </a:lnTo>
                  <a:lnTo>
                    <a:pt x="972" y="2802"/>
                  </a:lnTo>
                  <a:lnTo>
                    <a:pt x="1053" y="1357"/>
                  </a:lnTo>
                  <a:lnTo>
                    <a:pt x="758" y="2070"/>
                  </a:lnTo>
                  <a:lnTo>
                    <a:pt x="723"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6" name="Google Shape;3826;p69"/>
          <p:cNvGrpSpPr/>
          <p:nvPr/>
        </p:nvGrpSpPr>
        <p:grpSpPr>
          <a:xfrm flipH="1">
            <a:off x="7979792" y="4298154"/>
            <a:ext cx="1281277" cy="466197"/>
            <a:chOff x="3363545" y="1399908"/>
            <a:chExt cx="240164" cy="87537"/>
          </a:xfrm>
        </p:grpSpPr>
        <p:sp>
          <p:nvSpPr>
            <p:cNvPr id="3827" name="Google Shape;3827;p69"/>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9"/>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9"/>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9"/>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9"/>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32" name="Google Shape;3832;p69"/>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
        <p:nvSpPr>
          <p:cNvPr id="3833" name="Google Shape;3833;p69"/>
          <p:cNvSpPr/>
          <p:nvPr/>
        </p:nvSpPr>
        <p:spPr>
          <a:xfrm flipH="1">
            <a:off x="-266391" y="92444"/>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9"/>
          <p:cNvSpPr/>
          <p:nvPr/>
        </p:nvSpPr>
        <p:spPr>
          <a:xfrm flipH="1">
            <a:off x="8488479" y="97247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9"/>
          <p:cNvSpPr/>
          <p:nvPr/>
        </p:nvSpPr>
        <p:spPr>
          <a:xfrm flipH="1">
            <a:off x="-302196" y="213464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
    <p:spTree>
      <p:nvGrpSpPr>
        <p:cNvPr id="3836" name="Shape 3836"/>
        <p:cNvGrpSpPr/>
        <p:nvPr/>
      </p:nvGrpSpPr>
      <p:grpSpPr>
        <a:xfrm>
          <a:off x="0" y="0"/>
          <a:ext cx="0" cy="0"/>
          <a:chOff x="0" y="0"/>
          <a:chExt cx="0" cy="0"/>
        </a:xfrm>
      </p:grpSpPr>
      <p:sp>
        <p:nvSpPr>
          <p:cNvPr id="3837" name="Google Shape;3837;p70"/>
          <p:cNvSpPr/>
          <p:nvPr/>
        </p:nvSpPr>
        <p:spPr>
          <a:xfrm>
            <a:off x="0" y="2946100"/>
            <a:ext cx="9144017" cy="2212162"/>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0"/>
          <p:cNvSpPr/>
          <p:nvPr/>
        </p:nvSpPr>
        <p:spPr>
          <a:xfrm rot="-238101">
            <a:off x="2252374" y="2540951"/>
            <a:ext cx="9184698" cy="3467877"/>
          </a:xfrm>
          <a:custGeom>
            <a:rect b="b" l="l" r="r" t="t"/>
            <a:pathLst>
              <a:path extrusionOk="0" h="13052" w="30413">
                <a:moveTo>
                  <a:pt x="22990" y="1"/>
                </a:moveTo>
                <a:lnTo>
                  <a:pt x="13801" y="1071"/>
                </a:lnTo>
                <a:lnTo>
                  <a:pt x="13596" y="1071"/>
                </a:lnTo>
                <a:cubicBezTo>
                  <a:pt x="13596" y="1071"/>
                  <a:pt x="9965" y="1437"/>
                  <a:pt x="11027" y="1856"/>
                </a:cubicBezTo>
                <a:cubicBezTo>
                  <a:pt x="12080" y="2275"/>
                  <a:pt x="12570" y="2552"/>
                  <a:pt x="10447" y="2918"/>
                </a:cubicBezTo>
                <a:cubicBezTo>
                  <a:pt x="8333" y="3275"/>
                  <a:pt x="5960" y="3560"/>
                  <a:pt x="7610" y="4184"/>
                </a:cubicBezTo>
                <a:cubicBezTo>
                  <a:pt x="9260" y="4800"/>
                  <a:pt x="6575" y="5549"/>
                  <a:pt x="3694" y="5755"/>
                </a:cubicBezTo>
                <a:cubicBezTo>
                  <a:pt x="2427" y="5844"/>
                  <a:pt x="1098" y="6450"/>
                  <a:pt x="0" y="7102"/>
                </a:cubicBezTo>
                <a:lnTo>
                  <a:pt x="0" y="13052"/>
                </a:lnTo>
                <a:lnTo>
                  <a:pt x="28869" y="13052"/>
                </a:lnTo>
                <a:lnTo>
                  <a:pt x="30412" y="12704"/>
                </a:lnTo>
                <a:lnTo>
                  <a:pt x="30412" y="81"/>
                </a:lnTo>
                <a:lnTo>
                  <a:pt x="30038"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0"/>
          <p:cNvSpPr/>
          <p:nvPr/>
        </p:nvSpPr>
        <p:spPr>
          <a:xfrm rot="-238109">
            <a:off x="2107217" y="2665026"/>
            <a:ext cx="8527419" cy="3219687"/>
          </a:xfrm>
          <a:custGeom>
            <a:rect b="b" l="l" r="r" t="t"/>
            <a:pathLst>
              <a:path extrusionOk="0" h="13052" w="30413">
                <a:moveTo>
                  <a:pt x="22990" y="1"/>
                </a:moveTo>
                <a:lnTo>
                  <a:pt x="15728" y="848"/>
                </a:lnTo>
                <a:lnTo>
                  <a:pt x="13569" y="1749"/>
                </a:lnTo>
                <a:cubicBezTo>
                  <a:pt x="13569" y="1749"/>
                  <a:pt x="15666" y="2409"/>
                  <a:pt x="12766" y="2909"/>
                </a:cubicBezTo>
                <a:cubicBezTo>
                  <a:pt x="9867" y="3417"/>
                  <a:pt x="12017" y="3997"/>
                  <a:pt x="13337" y="4184"/>
                </a:cubicBezTo>
                <a:cubicBezTo>
                  <a:pt x="14649" y="4372"/>
                  <a:pt x="15407" y="5210"/>
                  <a:pt x="8939" y="6236"/>
                </a:cubicBezTo>
                <a:cubicBezTo>
                  <a:pt x="2480" y="7271"/>
                  <a:pt x="4684" y="7789"/>
                  <a:pt x="5888" y="8029"/>
                </a:cubicBezTo>
                <a:cubicBezTo>
                  <a:pt x="7030" y="8252"/>
                  <a:pt x="5291" y="8725"/>
                  <a:pt x="0" y="9555"/>
                </a:cubicBezTo>
                <a:lnTo>
                  <a:pt x="0" y="13052"/>
                </a:lnTo>
                <a:lnTo>
                  <a:pt x="28494" y="13052"/>
                </a:lnTo>
                <a:lnTo>
                  <a:pt x="28155" y="7887"/>
                </a:lnTo>
                <a:cubicBezTo>
                  <a:pt x="28155" y="7887"/>
                  <a:pt x="25953" y="8060"/>
                  <a:pt x="24567" y="8060"/>
                </a:cubicBezTo>
                <a:cubicBezTo>
                  <a:pt x="24042" y="8060"/>
                  <a:pt x="23635" y="8036"/>
                  <a:pt x="23507" y="7967"/>
                </a:cubicBezTo>
                <a:cubicBezTo>
                  <a:pt x="23035" y="7726"/>
                  <a:pt x="26639" y="7664"/>
                  <a:pt x="25104" y="6888"/>
                </a:cubicBezTo>
                <a:cubicBezTo>
                  <a:pt x="23579" y="6111"/>
                  <a:pt x="18413" y="6067"/>
                  <a:pt x="20233" y="5317"/>
                </a:cubicBezTo>
                <a:cubicBezTo>
                  <a:pt x="22062" y="4577"/>
                  <a:pt x="20028" y="4220"/>
                  <a:pt x="18333" y="3640"/>
                </a:cubicBezTo>
                <a:cubicBezTo>
                  <a:pt x="16638" y="3060"/>
                  <a:pt x="17236" y="2543"/>
                  <a:pt x="18770" y="2525"/>
                </a:cubicBezTo>
                <a:cubicBezTo>
                  <a:pt x="18807" y="2525"/>
                  <a:pt x="18842" y="2525"/>
                  <a:pt x="18876" y="2525"/>
                </a:cubicBezTo>
                <a:cubicBezTo>
                  <a:pt x="20301" y="2525"/>
                  <a:pt x="20215" y="2879"/>
                  <a:pt x="19832" y="3105"/>
                </a:cubicBezTo>
                <a:cubicBezTo>
                  <a:pt x="19586" y="3247"/>
                  <a:pt x="19856" y="3386"/>
                  <a:pt x="20555" y="3386"/>
                </a:cubicBezTo>
                <a:cubicBezTo>
                  <a:pt x="20997" y="3386"/>
                  <a:pt x="21611" y="3330"/>
                  <a:pt x="22374" y="3185"/>
                </a:cubicBezTo>
                <a:cubicBezTo>
                  <a:pt x="22844" y="3098"/>
                  <a:pt x="23275" y="3061"/>
                  <a:pt x="23640" y="3061"/>
                </a:cubicBezTo>
                <a:cubicBezTo>
                  <a:pt x="24807" y="3061"/>
                  <a:pt x="25303" y="3439"/>
                  <a:pt x="24257" y="3765"/>
                </a:cubicBezTo>
                <a:cubicBezTo>
                  <a:pt x="23293" y="4074"/>
                  <a:pt x="23579" y="4205"/>
                  <a:pt x="24624" y="4205"/>
                </a:cubicBezTo>
                <a:cubicBezTo>
                  <a:pt x="25060" y="4205"/>
                  <a:pt x="25627" y="4182"/>
                  <a:pt x="26291" y="4140"/>
                </a:cubicBezTo>
                <a:cubicBezTo>
                  <a:pt x="26778" y="4109"/>
                  <a:pt x="27185" y="4094"/>
                  <a:pt x="27510" y="4094"/>
                </a:cubicBezTo>
                <a:cubicBezTo>
                  <a:pt x="28693" y="4094"/>
                  <a:pt x="28808" y="4287"/>
                  <a:pt x="27843" y="4595"/>
                </a:cubicBezTo>
                <a:cubicBezTo>
                  <a:pt x="27072" y="4842"/>
                  <a:pt x="27244" y="5114"/>
                  <a:pt x="28358" y="5114"/>
                </a:cubicBezTo>
                <a:cubicBezTo>
                  <a:pt x="28855" y="5114"/>
                  <a:pt x="29540" y="5060"/>
                  <a:pt x="30412" y="4925"/>
                </a:cubicBezTo>
                <a:lnTo>
                  <a:pt x="30412" y="179"/>
                </a:lnTo>
                <a:cubicBezTo>
                  <a:pt x="29547" y="108"/>
                  <a:pt x="28494" y="45"/>
                  <a:pt x="27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40" name="Google Shape;3840;p70"/>
          <p:cNvGrpSpPr/>
          <p:nvPr/>
        </p:nvGrpSpPr>
        <p:grpSpPr>
          <a:xfrm>
            <a:off x="3619619" y="2360686"/>
            <a:ext cx="2081626" cy="2993796"/>
            <a:chOff x="4025327" y="3355494"/>
            <a:chExt cx="1740199" cy="2502755"/>
          </a:xfrm>
        </p:grpSpPr>
        <p:sp>
          <p:nvSpPr>
            <p:cNvPr id="3841" name="Google Shape;3841;p70"/>
            <p:cNvSpPr/>
            <p:nvPr/>
          </p:nvSpPr>
          <p:spPr>
            <a:xfrm>
              <a:off x="4706126" y="3843812"/>
              <a:ext cx="153439" cy="2008135"/>
            </a:xfrm>
            <a:custGeom>
              <a:rect b="b" l="l" r="r" t="t"/>
              <a:pathLst>
                <a:path extrusionOk="0" h="19735" w="1508">
                  <a:moveTo>
                    <a:pt x="357" y="1"/>
                  </a:moveTo>
                  <a:cubicBezTo>
                    <a:pt x="357" y="1"/>
                    <a:pt x="0" y="982"/>
                    <a:pt x="357" y="3088"/>
                  </a:cubicBezTo>
                  <a:cubicBezTo>
                    <a:pt x="634" y="4720"/>
                    <a:pt x="357" y="19734"/>
                    <a:pt x="357" y="19734"/>
                  </a:cubicBezTo>
                  <a:lnTo>
                    <a:pt x="1151" y="19734"/>
                  </a:lnTo>
                  <a:cubicBezTo>
                    <a:pt x="1151" y="19734"/>
                    <a:pt x="874" y="4720"/>
                    <a:pt x="1151" y="3088"/>
                  </a:cubicBezTo>
                  <a:cubicBezTo>
                    <a:pt x="1508" y="982"/>
                    <a:pt x="1151" y="1"/>
                    <a:pt x="1151"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0"/>
            <p:cNvSpPr/>
            <p:nvPr/>
          </p:nvSpPr>
          <p:spPr>
            <a:xfrm>
              <a:off x="4775111" y="3843812"/>
              <a:ext cx="84453" cy="2008135"/>
            </a:xfrm>
            <a:custGeom>
              <a:rect b="b" l="l" r="r" t="t"/>
              <a:pathLst>
                <a:path extrusionOk="0" h="19735" w="830">
                  <a:moveTo>
                    <a:pt x="277" y="1"/>
                  </a:moveTo>
                  <a:cubicBezTo>
                    <a:pt x="277" y="1"/>
                    <a:pt x="634" y="982"/>
                    <a:pt x="277" y="3088"/>
                  </a:cubicBezTo>
                  <a:cubicBezTo>
                    <a:pt x="0" y="4720"/>
                    <a:pt x="277" y="19734"/>
                    <a:pt x="277" y="19734"/>
                  </a:cubicBezTo>
                  <a:lnTo>
                    <a:pt x="473" y="19734"/>
                  </a:lnTo>
                  <a:cubicBezTo>
                    <a:pt x="473" y="19734"/>
                    <a:pt x="196" y="4720"/>
                    <a:pt x="473" y="3088"/>
                  </a:cubicBezTo>
                  <a:cubicBezTo>
                    <a:pt x="830" y="982"/>
                    <a:pt x="473" y="1"/>
                    <a:pt x="473"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0"/>
            <p:cNvSpPr/>
            <p:nvPr/>
          </p:nvSpPr>
          <p:spPr>
            <a:xfrm>
              <a:off x="4298521" y="3355494"/>
              <a:ext cx="968660" cy="758075"/>
            </a:xfrm>
            <a:custGeom>
              <a:rect b="b" l="l" r="r" t="t"/>
              <a:pathLst>
                <a:path extrusionOk="0" h="7450" w="9520">
                  <a:moveTo>
                    <a:pt x="3712" y="0"/>
                  </a:moveTo>
                  <a:lnTo>
                    <a:pt x="3712" y="0"/>
                  </a:lnTo>
                  <a:cubicBezTo>
                    <a:pt x="3944" y="830"/>
                    <a:pt x="4042" y="1481"/>
                    <a:pt x="4042" y="1481"/>
                  </a:cubicBezTo>
                  <a:cubicBezTo>
                    <a:pt x="3426" y="456"/>
                    <a:pt x="2436" y="125"/>
                    <a:pt x="2436" y="125"/>
                  </a:cubicBezTo>
                  <a:lnTo>
                    <a:pt x="2436" y="125"/>
                  </a:lnTo>
                  <a:cubicBezTo>
                    <a:pt x="3533" y="884"/>
                    <a:pt x="3748" y="1945"/>
                    <a:pt x="3748" y="1945"/>
                  </a:cubicBezTo>
                  <a:cubicBezTo>
                    <a:pt x="2998" y="937"/>
                    <a:pt x="1562" y="919"/>
                    <a:pt x="1562" y="919"/>
                  </a:cubicBezTo>
                  <a:lnTo>
                    <a:pt x="1562" y="919"/>
                  </a:lnTo>
                  <a:cubicBezTo>
                    <a:pt x="2481" y="1214"/>
                    <a:pt x="3087" y="2017"/>
                    <a:pt x="3087" y="2017"/>
                  </a:cubicBezTo>
                  <a:cubicBezTo>
                    <a:pt x="3087" y="2017"/>
                    <a:pt x="2561" y="1597"/>
                    <a:pt x="1758" y="1526"/>
                  </a:cubicBezTo>
                  <a:cubicBezTo>
                    <a:pt x="1614" y="1513"/>
                    <a:pt x="1482" y="1508"/>
                    <a:pt x="1362" y="1508"/>
                  </a:cubicBezTo>
                  <a:cubicBezTo>
                    <a:pt x="826" y="1508"/>
                    <a:pt x="545" y="1615"/>
                    <a:pt x="545" y="1615"/>
                  </a:cubicBezTo>
                  <a:cubicBezTo>
                    <a:pt x="1954" y="1651"/>
                    <a:pt x="2436" y="2302"/>
                    <a:pt x="2436" y="2302"/>
                  </a:cubicBezTo>
                  <a:cubicBezTo>
                    <a:pt x="2107" y="2194"/>
                    <a:pt x="1771" y="2170"/>
                    <a:pt x="1534" y="2170"/>
                  </a:cubicBezTo>
                  <a:cubicBezTo>
                    <a:pt x="1340" y="2170"/>
                    <a:pt x="1214" y="2186"/>
                    <a:pt x="1214" y="2186"/>
                  </a:cubicBezTo>
                  <a:cubicBezTo>
                    <a:pt x="2186" y="2347"/>
                    <a:pt x="2606" y="2837"/>
                    <a:pt x="2606" y="2837"/>
                  </a:cubicBezTo>
                  <a:cubicBezTo>
                    <a:pt x="2606" y="2837"/>
                    <a:pt x="2146" y="2706"/>
                    <a:pt x="1646" y="2706"/>
                  </a:cubicBezTo>
                  <a:cubicBezTo>
                    <a:pt x="1396" y="2706"/>
                    <a:pt x="1137" y="2739"/>
                    <a:pt x="920" y="2837"/>
                  </a:cubicBezTo>
                  <a:cubicBezTo>
                    <a:pt x="259" y="3132"/>
                    <a:pt x="134" y="3720"/>
                    <a:pt x="134" y="3720"/>
                  </a:cubicBezTo>
                  <a:cubicBezTo>
                    <a:pt x="439" y="3339"/>
                    <a:pt x="929" y="3103"/>
                    <a:pt x="1520" y="3103"/>
                  </a:cubicBezTo>
                  <a:cubicBezTo>
                    <a:pt x="1552" y="3103"/>
                    <a:pt x="1583" y="3104"/>
                    <a:pt x="1615" y="3105"/>
                  </a:cubicBezTo>
                  <a:cubicBezTo>
                    <a:pt x="2168" y="3123"/>
                    <a:pt x="2436" y="3364"/>
                    <a:pt x="2436" y="3364"/>
                  </a:cubicBezTo>
                  <a:cubicBezTo>
                    <a:pt x="2436" y="3364"/>
                    <a:pt x="2270" y="3337"/>
                    <a:pt x="2019" y="3337"/>
                  </a:cubicBezTo>
                  <a:cubicBezTo>
                    <a:pt x="1709" y="3337"/>
                    <a:pt x="1271" y="3378"/>
                    <a:pt x="857" y="3560"/>
                  </a:cubicBezTo>
                  <a:cubicBezTo>
                    <a:pt x="108" y="3890"/>
                    <a:pt x="1" y="4488"/>
                    <a:pt x="1" y="4488"/>
                  </a:cubicBezTo>
                  <a:cubicBezTo>
                    <a:pt x="500" y="3935"/>
                    <a:pt x="1383" y="3828"/>
                    <a:pt x="1383" y="3828"/>
                  </a:cubicBezTo>
                  <a:lnTo>
                    <a:pt x="1383" y="3828"/>
                  </a:lnTo>
                  <a:cubicBezTo>
                    <a:pt x="242" y="4390"/>
                    <a:pt x="63" y="5362"/>
                    <a:pt x="63" y="5362"/>
                  </a:cubicBezTo>
                  <a:cubicBezTo>
                    <a:pt x="429" y="4969"/>
                    <a:pt x="1134" y="4755"/>
                    <a:pt x="1134" y="4755"/>
                  </a:cubicBezTo>
                  <a:lnTo>
                    <a:pt x="1134" y="4755"/>
                  </a:lnTo>
                  <a:cubicBezTo>
                    <a:pt x="384" y="5335"/>
                    <a:pt x="152" y="6156"/>
                    <a:pt x="152" y="6156"/>
                  </a:cubicBezTo>
                  <a:cubicBezTo>
                    <a:pt x="652" y="5469"/>
                    <a:pt x="1544" y="5157"/>
                    <a:pt x="1544" y="5157"/>
                  </a:cubicBezTo>
                  <a:lnTo>
                    <a:pt x="1544" y="5157"/>
                  </a:lnTo>
                  <a:cubicBezTo>
                    <a:pt x="1160" y="5630"/>
                    <a:pt x="1044" y="6272"/>
                    <a:pt x="1044" y="6272"/>
                  </a:cubicBezTo>
                  <a:cubicBezTo>
                    <a:pt x="1624" y="4961"/>
                    <a:pt x="2659" y="4755"/>
                    <a:pt x="2659" y="4755"/>
                  </a:cubicBezTo>
                  <a:lnTo>
                    <a:pt x="2659" y="4755"/>
                  </a:lnTo>
                  <a:cubicBezTo>
                    <a:pt x="1642" y="5273"/>
                    <a:pt x="1473" y="6647"/>
                    <a:pt x="1473" y="6647"/>
                  </a:cubicBezTo>
                  <a:cubicBezTo>
                    <a:pt x="1963" y="5362"/>
                    <a:pt x="2891" y="4969"/>
                    <a:pt x="2891" y="4969"/>
                  </a:cubicBezTo>
                  <a:lnTo>
                    <a:pt x="2891" y="4969"/>
                  </a:lnTo>
                  <a:cubicBezTo>
                    <a:pt x="1892" y="6067"/>
                    <a:pt x="2284" y="7316"/>
                    <a:pt x="2284" y="7316"/>
                  </a:cubicBezTo>
                  <a:cubicBezTo>
                    <a:pt x="2284" y="6236"/>
                    <a:pt x="2802" y="5674"/>
                    <a:pt x="2802" y="5674"/>
                  </a:cubicBezTo>
                  <a:lnTo>
                    <a:pt x="2802" y="5674"/>
                  </a:lnTo>
                  <a:cubicBezTo>
                    <a:pt x="2579" y="6272"/>
                    <a:pt x="2686" y="6780"/>
                    <a:pt x="2686" y="6780"/>
                  </a:cubicBezTo>
                  <a:cubicBezTo>
                    <a:pt x="2900" y="5630"/>
                    <a:pt x="3533" y="5166"/>
                    <a:pt x="3533" y="5166"/>
                  </a:cubicBezTo>
                  <a:lnTo>
                    <a:pt x="3533" y="5166"/>
                  </a:lnTo>
                  <a:cubicBezTo>
                    <a:pt x="3150" y="5853"/>
                    <a:pt x="3221" y="6896"/>
                    <a:pt x="3221" y="6896"/>
                  </a:cubicBezTo>
                  <a:cubicBezTo>
                    <a:pt x="3408" y="5701"/>
                    <a:pt x="4015" y="5023"/>
                    <a:pt x="4015" y="5023"/>
                  </a:cubicBezTo>
                  <a:lnTo>
                    <a:pt x="4015" y="5023"/>
                  </a:lnTo>
                  <a:cubicBezTo>
                    <a:pt x="3542" y="6192"/>
                    <a:pt x="4033" y="7449"/>
                    <a:pt x="4033" y="7449"/>
                  </a:cubicBezTo>
                  <a:cubicBezTo>
                    <a:pt x="3872" y="5415"/>
                    <a:pt x="4756" y="4800"/>
                    <a:pt x="4756" y="4800"/>
                  </a:cubicBezTo>
                  <a:cubicBezTo>
                    <a:pt x="4756" y="4800"/>
                    <a:pt x="5639" y="5415"/>
                    <a:pt x="5487" y="7449"/>
                  </a:cubicBezTo>
                  <a:cubicBezTo>
                    <a:pt x="5487" y="7449"/>
                    <a:pt x="5978" y="6192"/>
                    <a:pt x="5505" y="5023"/>
                  </a:cubicBezTo>
                  <a:lnTo>
                    <a:pt x="5505" y="5023"/>
                  </a:lnTo>
                  <a:cubicBezTo>
                    <a:pt x="5505" y="5023"/>
                    <a:pt x="6103" y="5701"/>
                    <a:pt x="6299" y="6896"/>
                  </a:cubicBezTo>
                  <a:cubicBezTo>
                    <a:pt x="6299" y="6896"/>
                    <a:pt x="6361" y="5853"/>
                    <a:pt x="5987" y="5166"/>
                  </a:cubicBezTo>
                  <a:lnTo>
                    <a:pt x="5987" y="5166"/>
                  </a:lnTo>
                  <a:cubicBezTo>
                    <a:pt x="5987" y="5166"/>
                    <a:pt x="6620" y="5630"/>
                    <a:pt x="6834" y="6780"/>
                  </a:cubicBezTo>
                  <a:cubicBezTo>
                    <a:pt x="6834" y="6780"/>
                    <a:pt x="6941" y="6272"/>
                    <a:pt x="6718" y="5674"/>
                  </a:cubicBezTo>
                  <a:lnTo>
                    <a:pt x="6718" y="5674"/>
                  </a:lnTo>
                  <a:cubicBezTo>
                    <a:pt x="6718" y="5674"/>
                    <a:pt x="7236" y="6236"/>
                    <a:pt x="7236" y="7316"/>
                  </a:cubicBezTo>
                  <a:cubicBezTo>
                    <a:pt x="7236" y="7316"/>
                    <a:pt x="7628" y="6067"/>
                    <a:pt x="6629" y="4969"/>
                  </a:cubicBezTo>
                  <a:lnTo>
                    <a:pt x="6629" y="4969"/>
                  </a:lnTo>
                  <a:cubicBezTo>
                    <a:pt x="6629" y="4969"/>
                    <a:pt x="7557" y="5362"/>
                    <a:pt x="8047" y="6647"/>
                  </a:cubicBezTo>
                  <a:cubicBezTo>
                    <a:pt x="8047" y="6647"/>
                    <a:pt x="7878" y="5273"/>
                    <a:pt x="6861" y="4755"/>
                  </a:cubicBezTo>
                  <a:lnTo>
                    <a:pt x="6861" y="4755"/>
                  </a:lnTo>
                  <a:cubicBezTo>
                    <a:pt x="6861" y="4755"/>
                    <a:pt x="7896" y="4961"/>
                    <a:pt x="8467" y="6272"/>
                  </a:cubicBezTo>
                  <a:cubicBezTo>
                    <a:pt x="8467" y="6272"/>
                    <a:pt x="8351" y="5630"/>
                    <a:pt x="7976" y="5157"/>
                  </a:cubicBezTo>
                  <a:lnTo>
                    <a:pt x="7976" y="5157"/>
                  </a:lnTo>
                  <a:cubicBezTo>
                    <a:pt x="7976" y="5157"/>
                    <a:pt x="8868" y="5469"/>
                    <a:pt x="9368" y="6156"/>
                  </a:cubicBezTo>
                  <a:cubicBezTo>
                    <a:pt x="9368" y="6156"/>
                    <a:pt x="9136" y="5335"/>
                    <a:pt x="8386" y="4755"/>
                  </a:cubicBezTo>
                  <a:lnTo>
                    <a:pt x="8386" y="4755"/>
                  </a:lnTo>
                  <a:cubicBezTo>
                    <a:pt x="8387" y="4755"/>
                    <a:pt x="9091" y="4969"/>
                    <a:pt x="9457" y="5362"/>
                  </a:cubicBezTo>
                  <a:cubicBezTo>
                    <a:pt x="9457" y="5362"/>
                    <a:pt x="9270" y="4390"/>
                    <a:pt x="8128" y="3828"/>
                  </a:cubicBezTo>
                  <a:lnTo>
                    <a:pt x="8128" y="3828"/>
                  </a:lnTo>
                  <a:cubicBezTo>
                    <a:pt x="8128" y="3828"/>
                    <a:pt x="9020" y="3935"/>
                    <a:pt x="9519" y="4488"/>
                  </a:cubicBezTo>
                  <a:cubicBezTo>
                    <a:pt x="9519" y="4488"/>
                    <a:pt x="9412" y="3890"/>
                    <a:pt x="8663" y="3560"/>
                  </a:cubicBezTo>
                  <a:cubicBezTo>
                    <a:pt x="8249" y="3378"/>
                    <a:pt x="7811" y="3337"/>
                    <a:pt x="7501" y="3337"/>
                  </a:cubicBezTo>
                  <a:cubicBezTo>
                    <a:pt x="7250" y="3337"/>
                    <a:pt x="7084" y="3364"/>
                    <a:pt x="7084" y="3364"/>
                  </a:cubicBezTo>
                  <a:cubicBezTo>
                    <a:pt x="7084" y="3364"/>
                    <a:pt x="7352" y="3123"/>
                    <a:pt x="7905" y="3105"/>
                  </a:cubicBezTo>
                  <a:cubicBezTo>
                    <a:pt x="7937" y="3104"/>
                    <a:pt x="7968" y="3103"/>
                    <a:pt x="8000" y="3103"/>
                  </a:cubicBezTo>
                  <a:cubicBezTo>
                    <a:pt x="8590" y="3103"/>
                    <a:pt x="9072" y="3339"/>
                    <a:pt x="9386" y="3720"/>
                  </a:cubicBezTo>
                  <a:cubicBezTo>
                    <a:pt x="9386" y="3720"/>
                    <a:pt x="9261" y="3132"/>
                    <a:pt x="8601" y="2837"/>
                  </a:cubicBezTo>
                  <a:cubicBezTo>
                    <a:pt x="8383" y="2739"/>
                    <a:pt x="8123" y="2706"/>
                    <a:pt x="7872" y="2706"/>
                  </a:cubicBezTo>
                  <a:cubicBezTo>
                    <a:pt x="7369" y="2706"/>
                    <a:pt x="6906" y="2837"/>
                    <a:pt x="6906" y="2837"/>
                  </a:cubicBezTo>
                  <a:cubicBezTo>
                    <a:pt x="6906" y="2837"/>
                    <a:pt x="7334" y="2347"/>
                    <a:pt x="8306" y="2186"/>
                  </a:cubicBezTo>
                  <a:cubicBezTo>
                    <a:pt x="8306" y="2186"/>
                    <a:pt x="8180" y="2170"/>
                    <a:pt x="7985" y="2170"/>
                  </a:cubicBezTo>
                  <a:cubicBezTo>
                    <a:pt x="7748" y="2170"/>
                    <a:pt x="7409" y="2194"/>
                    <a:pt x="7075" y="2302"/>
                  </a:cubicBezTo>
                  <a:cubicBezTo>
                    <a:pt x="7075" y="2302"/>
                    <a:pt x="7566" y="1651"/>
                    <a:pt x="8975" y="1615"/>
                  </a:cubicBezTo>
                  <a:cubicBezTo>
                    <a:pt x="8975" y="1615"/>
                    <a:pt x="8689" y="1508"/>
                    <a:pt x="8149" y="1508"/>
                  </a:cubicBezTo>
                  <a:cubicBezTo>
                    <a:pt x="8030" y="1508"/>
                    <a:pt x="7897" y="1513"/>
                    <a:pt x="7753" y="1526"/>
                  </a:cubicBezTo>
                  <a:cubicBezTo>
                    <a:pt x="6959" y="1597"/>
                    <a:pt x="6433" y="2017"/>
                    <a:pt x="6433" y="2017"/>
                  </a:cubicBezTo>
                  <a:cubicBezTo>
                    <a:pt x="6433" y="2017"/>
                    <a:pt x="7030" y="1214"/>
                    <a:pt x="7958" y="919"/>
                  </a:cubicBezTo>
                  <a:lnTo>
                    <a:pt x="7958" y="919"/>
                  </a:lnTo>
                  <a:cubicBezTo>
                    <a:pt x="7958" y="919"/>
                    <a:pt x="6522" y="937"/>
                    <a:pt x="5773" y="1945"/>
                  </a:cubicBezTo>
                  <a:cubicBezTo>
                    <a:pt x="5773" y="1945"/>
                    <a:pt x="5978" y="884"/>
                    <a:pt x="7084" y="125"/>
                  </a:cubicBezTo>
                  <a:lnTo>
                    <a:pt x="7084" y="125"/>
                  </a:lnTo>
                  <a:cubicBezTo>
                    <a:pt x="7084" y="125"/>
                    <a:pt x="6094" y="456"/>
                    <a:pt x="5469" y="1481"/>
                  </a:cubicBezTo>
                  <a:cubicBezTo>
                    <a:pt x="5469" y="1481"/>
                    <a:pt x="5576" y="830"/>
                    <a:pt x="5808" y="0"/>
                  </a:cubicBezTo>
                  <a:lnTo>
                    <a:pt x="5808" y="0"/>
                  </a:lnTo>
                  <a:cubicBezTo>
                    <a:pt x="5808" y="1"/>
                    <a:pt x="5014" y="518"/>
                    <a:pt x="4756" y="1633"/>
                  </a:cubicBezTo>
                  <a:cubicBezTo>
                    <a:pt x="4506" y="518"/>
                    <a:pt x="3712" y="1"/>
                    <a:pt x="37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0"/>
            <p:cNvSpPr/>
            <p:nvPr/>
          </p:nvSpPr>
          <p:spPr>
            <a:xfrm>
              <a:off x="4493675" y="3534276"/>
              <a:ext cx="578347" cy="452199"/>
            </a:xfrm>
            <a:custGeom>
              <a:rect b="b" l="l" r="r" t="t"/>
              <a:pathLst>
                <a:path extrusionOk="0" h="4444" w="5684">
                  <a:moveTo>
                    <a:pt x="2213" y="1"/>
                  </a:moveTo>
                  <a:lnTo>
                    <a:pt x="2213" y="1"/>
                  </a:lnTo>
                  <a:cubicBezTo>
                    <a:pt x="2356" y="492"/>
                    <a:pt x="2418" y="884"/>
                    <a:pt x="2418" y="884"/>
                  </a:cubicBezTo>
                  <a:cubicBezTo>
                    <a:pt x="2044" y="269"/>
                    <a:pt x="1455" y="72"/>
                    <a:pt x="1455" y="72"/>
                  </a:cubicBezTo>
                  <a:lnTo>
                    <a:pt x="1455" y="72"/>
                  </a:lnTo>
                  <a:cubicBezTo>
                    <a:pt x="2115" y="527"/>
                    <a:pt x="2231" y="1161"/>
                    <a:pt x="2231" y="1161"/>
                  </a:cubicBezTo>
                  <a:cubicBezTo>
                    <a:pt x="1794" y="554"/>
                    <a:pt x="938" y="545"/>
                    <a:pt x="937" y="545"/>
                  </a:cubicBezTo>
                  <a:lnTo>
                    <a:pt x="937" y="545"/>
                  </a:lnTo>
                  <a:cubicBezTo>
                    <a:pt x="1482" y="715"/>
                    <a:pt x="1847" y="1205"/>
                    <a:pt x="1847" y="1205"/>
                  </a:cubicBezTo>
                  <a:cubicBezTo>
                    <a:pt x="1847" y="1205"/>
                    <a:pt x="1526" y="955"/>
                    <a:pt x="1053" y="911"/>
                  </a:cubicBezTo>
                  <a:cubicBezTo>
                    <a:pt x="966" y="903"/>
                    <a:pt x="886" y="899"/>
                    <a:pt x="814" y="899"/>
                  </a:cubicBezTo>
                  <a:cubicBezTo>
                    <a:pt x="497" y="899"/>
                    <a:pt x="331" y="964"/>
                    <a:pt x="331" y="964"/>
                  </a:cubicBezTo>
                  <a:cubicBezTo>
                    <a:pt x="1169" y="982"/>
                    <a:pt x="1455" y="1366"/>
                    <a:pt x="1455" y="1366"/>
                  </a:cubicBezTo>
                  <a:cubicBezTo>
                    <a:pt x="1241" y="1302"/>
                    <a:pt x="1020" y="1289"/>
                    <a:pt x="878" y="1289"/>
                  </a:cubicBezTo>
                  <a:cubicBezTo>
                    <a:pt x="783" y="1289"/>
                    <a:pt x="723" y="1294"/>
                    <a:pt x="723" y="1294"/>
                  </a:cubicBezTo>
                  <a:cubicBezTo>
                    <a:pt x="1303" y="1393"/>
                    <a:pt x="1562" y="1687"/>
                    <a:pt x="1562" y="1687"/>
                  </a:cubicBezTo>
                  <a:cubicBezTo>
                    <a:pt x="1562" y="1687"/>
                    <a:pt x="1284" y="1612"/>
                    <a:pt x="983" y="1612"/>
                  </a:cubicBezTo>
                  <a:cubicBezTo>
                    <a:pt x="832" y="1612"/>
                    <a:pt x="676" y="1630"/>
                    <a:pt x="545" y="1687"/>
                  </a:cubicBezTo>
                  <a:cubicBezTo>
                    <a:pt x="161" y="1865"/>
                    <a:pt x="81" y="2213"/>
                    <a:pt x="81" y="2213"/>
                  </a:cubicBezTo>
                  <a:cubicBezTo>
                    <a:pt x="267" y="1994"/>
                    <a:pt x="556" y="1846"/>
                    <a:pt x="905" y="1846"/>
                  </a:cubicBezTo>
                  <a:cubicBezTo>
                    <a:pt x="924" y="1846"/>
                    <a:pt x="944" y="1847"/>
                    <a:pt x="964" y="1848"/>
                  </a:cubicBezTo>
                  <a:cubicBezTo>
                    <a:pt x="1294" y="1856"/>
                    <a:pt x="1455" y="2008"/>
                    <a:pt x="1455" y="2008"/>
                  </a:cubicBezTo>
                  <a:cubicBezTo>
                    <a:pt x="1455" y="2008"/>
                    <a:pt x="1349" y="1989"/>
                    <a:pt x="1189" y="1989"/>
                  </a:cubicBezTo>
                  <a:cubicBezTo>
                    <a:pt x="1006" y="1989"/>
                    <a:pt x="753" y="2014"/>
                    <a:pt x="509" y="2124"/>
                  </a:cubicBezTo>
                  <a:cubicBezTo>
                    <a:pt x="63" y="2320"/>
                    <a:pt x="1" y="2677"/>
                    <a:pt x="1" y="2677"/>
                  </a:cubicBezTo>
                  <a:cubicBezTo>
                    <a:pt x="295" y="2347"/>
                    <a:pt x="830" y="2276"/>
                    <a:pt x="830" y="2276"/>
                  </a:cubicBezTo>
                  <a:lnTo>
                    <a:pt x="830" y="2276"/>
                  </a:lnTo>
                  <a:cubicBezTo>
                    <a:pt x="152" y="2615"/>
                    <a:pt x="36" y="3195"/>
                    <a:pt x="36" y="3195"/>
                  </a:cubicBezTo>
                  <a:cubicBezTo>
                    <a:pt x="259" y="2963"/>
                    <a:pt x="679" y="2829"/>
                    <a:pt x="679" y="2829"/>
                  </a:cubicBezTo>
                  <a:lnTo>
                    <a:pt x="679" y="2829"/>
                  </a:lnTo>
                  <a:cubicBezTo>
                    <a:pt x="233" y="3177"/>
                    <a:pt x="90" y="3667"/>
                    <a:pt x="90" y="3667"/>
                  </a:cubicBezTo>
                  <a:cubicBezTo>
                    <a:pt x="393" y="3266"/>
                    <a:pt x="919" y="3079"/>
                    <a:pt x="920" y="3079"/>
                  </a:cubicBezTo>
                  <a:lnTo>
                    <a:pt x="920" y="3079"/>
                  </a:lnTo>
                  <a:cubicBezTo>
                    <a:pt x="697" y="3355"/>
                    <a:pt x="625" y="3739"/>
                    <a:pt x="625" y="3739"/>
                  </a:cubicBezTo>
                  <a:cubicBezTo>
                    <a:pt x="973" y="2954"/>
                    <a:pt x="1589" y="2829"/>
                    <a:pt x="1589" y="2829"/>
                  </a:cubicBezTo>
                  <a:lnTo>
                    <a:pt x="1589" y="2829"/>
                  </a:lnTo>
                  <a:cubicBezTo>
                    <a:pt x="982" y="3141"/>
                    <a:pt x="884" y="3962"/>
                    <a:pt x="884" y="3962"/>
                  </a:cubicBezTo>
                  <a:cubicBezTo>
                    <a:pt x="1169" y="3195"/>
                    <a:pt x="1722" y="2963"/>
                    <a:pt x="1722" y="2963"/>
                  </a:cubicBezTo>
                  <a:lnTo>
                    <a:pt x="1722" y="2963"/>
                  </a:lnTo>
                  <a:cubicBezTo>
                    <a:pt x="1125" y="3614"/>
                    <a:pt x="1366" y="4363"/>
                    <a:pt x="1366" y="4363"/>
                  </a:cubicBezTo>
                  <a:cubicBezTo>
                    <a:pt x="1366" y="3712"/>
                    <a:pt x="1669" y="3382"/>
                    <a:pt x="1669" y="3382"/>
                  </a:cubicBezTo>
                  <a:lnTo>
                    <a:pt x="1669" y="3382"/>
                  </a:lnTo>
                  <a:cubicBezTo>
                    <a:pt x="1544" y="3739"/>
                    <a:pt x="1606" y="4042"/>
                    <a:pt x="1606" y="4042"/>
                  </a:cubicBezTo>
                  <a:cubicBezTo>
                    <a:pt x="1731" y="3355"/>
                    <a:pt x="2106" y="3079"/>
                    <a:pt x="2106" y="3079"/>
                  </a:cubicBezTo>
                  <a:lnTo>
                    <a:pt x="2106" y="3079"/>
                  </a:lnTo>
                  <a:cubicBezTo>
                    <a:pt x="1883" y="3489"/>
                    <a:pt x="1919" y="4113"/>
                    <a:pt x="1919" y="4113"/>
                  </a:cubicBezTo>
                  <a:cubicBezTo>
                    <a:pt x="2035" y="3400"/>
                    <a:pt x="2391" y="2990"/>
                    <a:pt x="2392" y="2989"/>
                  </a:cubicBezTo>
                  <a:lnTo>
                    <a:pt x="2392" y="2989"/>
                  </a:lnTo>
                  <a:cubicBezTo>
                    <a:pt x="2115" y="3694"/>
                    <a:pt x="2409" y="4444"/>
                    <a:pt x="2409" y="4444"/>
                  </a:cubicBezTo>
                  <a:cubicBezTo>
                    <a:pt x="2311" y="3230"/>
                    <a:pt x="2838" y="2856"/>
                    <a:pt x="2838" y="2856"/>
                  </a:cubicBezTo>
                  <a:cubicBezTo>
                    <a:pt x="2838" y="2856"/>
                    <a:pt x="3364" y="3230"/>
                    <a:pt x="3275" y="4444"/>
                  </a:cubicBezTo>
                  <a:cubicBezTo>
                    <a:pt x="3275" y="4444"/>
                    <a:pt x="3569" y="3694"/>
                    <a:pt x="3284" y="2989"/>
                  </a:cubicBezTo>
                  <a:lnTo>
                    <a:pt x="3284" y="2989"/>
                  </a:lnTo>
                  <a:cubicBezTo>
                    <a:pt x="3284" y="2990"/>
                    <a:pt x="3649" y="3400"/>
                    <a:pt x="3756" y="4113"/>
                  </a:cubicBezTo>
                  <a:cubicBezTo>
                    <a:pt x="3756" y="4113"/>
                    <a:pt x="3801" y="3489"/>
                    <a:pt x="3578" y="3079"/>
                  </a:cubicBezTo>
                  <a:lnTo>
                    <a:pt x="3578" y="3079"/>
                  </a:lnTo>
                  <a:cubicBezTo>
                    <a:pt x="3578" y="3079"/>
                    <a:pt x="3953" y="3355"/>
                    <a:pt x="4078" y="4042"/>
                  </a:cubicBezTo>
                  <a:cubicBezTo>
                    <a:pt x="4078" y="4042"/>
                    <a:pt x="4140" y="3739"/>
                    <a:pt x="4006" y="3382"/>
                  </a:cubicBezTo>
                  <a:lnTo>
                    <a:pt x="4006" y="3382"/>
                  </a:lnTo>
                  <a:cubicBezTo>
                    <a:pt x="4006" y="3382"/>
                    <a:pt x="4318" y="3712"/>
                    <a:pt x="4318" y="4363"/>
                  </a:cubicBezTo>
                  <a:cubicBezTo>
                    <a:pt x="4318" y="4363"/>
                    <a:pt x="4550" y="3614"/>
                    <a:pt x="3953" y="2963"/>
                  </a:cubicBezTo>
                  <a:lnTo>
                    <a:pt x="3953" y="2963"/>
                  </a:lnTo>
                  <a:cubicBezTo>
                    <a:pt x="3953" y="2963"/>
                    <a:pt x="4515" y="3195"/>
                    <a:pt x="4800" y="3962"/>
                  </a:cubicBezTo>
                  <a:cubicBezTo>
                    <a:pt x="4800" y="3962"/>
                    <a:pt x="4702" y="3141"/>
                    <a:pt x="4095" y="2829"/>
                  </a:cubicBezTo>
                  <a:lnTo>
                    <a:pt x="4095" y="2829"/>
                  </a:lnTo>
                  <a:cubicBezTo>
                    <a:pt x="4096" y="2829"/>
                    <a:pt x="4711" y="2954"/>
                    <a:pt x="5059" y="3739"/>
                  </a:cubicBezTo>
                  <a:cubicBezTo>
                    <a:pt x="5059" y="3739"/>
                    <a:pt x="4988" y="3355"/>
                    <a:pt x="4765" y="3079"/>
                  </a:cubicBezTo>
                  <a:lnTo>
                    <a:pt x="4765" y="3079"/>
                  </a:lnTo>
                  <a:cubicBezTo>
                    <a:pt x="4765" y="3079"/>
                    <a:pt x="5291" y="3266"/>
                    <a:pt x="5585" y="3667"/>
                  </a:cubicBezTo>
                  <a:cubicBezTo>
                    <a:pt x="5585" y="3667"/>
                    <a:pt x="5451" y="3177"/>
                    <a:pt x="5005" y="2829"/>
                  </a:cubicBezTo>
                  <a:lnTo>
                    <a:pt x="5005" y="2829"/>
                  </a:lnTo>
                  <a:cubicBezTo>
                    <a:pt x="5006" y="2829"/>
                    <a:pt x="5425" y="2963"/>
                    <a:pt x="5648" y="3195"/>
                  </a:cubicBezTo>
                  <a:cubicBezTo>
                    <a:pt x="5648" y="3195"/>
                    <a:pt x="5532" y="2615"/>
                    <a:pt x="4854" y="2276"/>
                  </a:cubicBezTo>
                  <a:lnTo>
                    <a:pt x="4854" y="2276"/>
                  </a:lnTo>
                  <a:cubicBezTo>
                    <a:pt x="4854" y="2276"/>
                    <a:pt x="5389" y="2347"/>
                    <a:pt x="5683" y="2677"/>
                  </a:cubicBezTo>
                  <a:cubicBezTo>
                    <a:pt x="5683" y="2677"/>
                    <a:pt x="5621" y="2320"/>
                    <a:pt x="5166" y="2124"/>
                  </a:cubicBezTo>
                  <a:cubicBezTo>
                    <a:pt x="4927" y="2014"/>
                    <a:pt x="4676" y="1989"/>
                    <a:pt x="4494" y="1989"/>
                  </a:cubicBezTo>
                  <a:cubicBezTo>
                    <a:pt x="4335" y="1989"/>
                    <a:pt x="4229" y="2008"/>
                    <a:pt x="4229" y="2008"/>
                  </a:cubicBezTo>
                  <a:cubicBezTo>
                    <a:pt x="4229" y="2008"/>
                    <a:pt x="4390" y="1856"/>
                    <a:pt x="4720" y="1848"/>
                  </a:cubicBezTo>
                  <a:cubicBezTo>
                    <a:pt x="4740" y="1847"/>
                    <a:pt x="4760" y="1846"/>
                    <a:pt x="4779" y="1846"/>
                  </a:cubicBezTo>
                  <a:cubicBezTo>
                    <a:pt x="5128" y="1846"/>
                    <a:pt x="5417" y="1994"/>
                    <a:pt x="5603" y="2213"/>
                  </a:cubicBezTo>
                  <a:cubicBezTo>
                    <a:pt x="5603" y="2213"/>
                    <a:pt x="5523" y="1865"/>
                    <a:pt x="5130" y="1687"/>
                  </a:cubicBezTo>
                  <a:cubicBezTo>
                    <a:pt x="5002" y="1630"/>
                    <a:pt x="4848" y="1612"/>
                    <a:pt x="4698" y="1612"/>
                  </a:cubicBezTo>
                  <a:cubicBezTo>
                    <a:pt x="4400" y="1612"/>
                    <a:pt x="4122" y="1687"/>
                    <a:pt x="4122" y="1687"/>
                  </a:cubicBezTo>
                  <a:cubicBezTo>
                    <a:pt x="4122" y="1687"/>
                    <a:pt x="4381" y="1393"/>
                    <a:pt x="4961" y="1294"/>
                  </a:cubicBezTo>
                  <a:cubicBezTo>
                    <a:pt x="4961" y="1294"/>
                    <a:pt x="4901" y="1289"/>
                    <a:pt x="4806" y="1289"/>
                  </a:cubicBezTo>
                  <a:cubicBezTo>
                    <a:pt x="4664" y="1289"/>
                    <a:pt x="4443" y="1302"/>
                    <a:pt x="4229" y="1366"/>
                  </a:cubicBezTo>
                  <a:cubicBezTo>
                    <a:pt x="4229" y="1366"/>
                    <a:pt x="4515" y="982"/>
                    <a:pt x="5353" y="964"/>
                  </a:cubicBezTo>
                  <a:cubicBezTo>
                    <a:pt x="5353" y="964"/>
                    <a:pt x="5187" y="899"/>
                    <a:pt x="4870" y="899"/>
                  </a:cubicBezTo>
                  <a:cubicBezTo>
                    <a:pt x="4798" y="899"/>
                    <a:pt x="4718" y="903"/>
                    <a:pt x="4631" y="911"/>
                  </a:cubicBezTo>
                  <a:cubicBezTo>
                    <a:pt x="4158" y="955"/>
                    <a:pt x="3837" y="1205"/>
                    <a:pt x="3837" y="1205"/>
                  </a:cubicBezTo>
                  <a:cubicBezTo>
                    <a:pt x="3837" y="1205"/>
                    <a:pt x="4203" y="715"/>
                    <a:pt x="4747" y="545"/>
                  </a:cubicBezTo>
                  <a:lnTo>
                    <a:pt x="4747" y="545"/>
                  </a:lnTo>
                  <a:cubicBezTo>
                    <a:pt x="4747" y="545"/>
                    <a:pt x="3890" y="554"/>
                    <a:pt x="3444" y="1161"/>
                  </a:cubicBezTo>
                  <a:cubicBezTo>
                    <a:pt x="3444" y="1161"/>
                    <a:pt x="3569" y="527"/>
                    <a:pt x="4229" y="72"/>
                  </a:cubicBezTo>
                  <a:lnTo>
                    <a:pt x="4229" y="72"/>
                  </a:lnTo>
                  <a:cubicBezTo>
                    <a:pt x="4229" y="72"/>
                    <a:pt x="3640" y="269"/>
                    <a:pt x="3266" y="884"/>
                  </a:cubicBezTo>
                  <a:cubicBezTo>
                    <a:pt x="3266" y="884"/>
                    <a:pt x="3328" y="492"/>
                    <a:pt x="3462" y="1"/>
                  </a:cubicBezTo>
                  <a:lnTo>
                    <a:pt x="3462" y="1"/>
                  </a:lnTo>
                  <a:cubicBezTo>
                    <a:pt x="3462" y="1"/>
                    <a:pt x="2989" y="304"/>
                    <a:pt x="2838" y="973"/>
                  </a:cubicBezTo>
                  <a:cubicBezTo>
                    <a:pt x="2686" y="304"/>
                    <a:pt x="2213" y="1"/>
                    <a:pt x="2213"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45" name="Google Shape;3845;p70"/>
            <p:cNvGrpSpPr/>
            <p:nvPr/>
          </p:nvGrpSpPr>
          <p:grpSpPr>
            <a:xfrm>
              <a:off x="4025327" y="4080797"/>
              <a:ext cx="659136" cy="1697576"/>
              <a:chOff x="4025327" y="4080797"/>
              <a:chExt cx="659136" cy="1697576"/>
            </a:xfrm>
          </p:grpSpPr>
          <p:sp>
            <p:nvSpPr>
              <p:cNvPr id="3846" name="Google Shape;3846;p70"/>
              <p:cNvSpPr/>
              <p:nvPr/>
            </p:nvSpPr>
            <p:spPr>
              <a:xfrm>
                <a:off x="4302184" y="4412109"/>
                <a:ext cx="105413" cy="1366264"/>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0"/>
              <p:cNvSpPr/>
              <p:nvPr/>
            </p:nvSpPr>
            <p:spPr>
              <a:xfrm>
                <a:off x="4346648" y="4412109"/>
                <a:ext cx="60948" cy="1366264"/>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0"/>
              <p:cNvSpPr/>
              <p:nvPr/>
            </p:nvSpPr>
            <p:spPr>
              <a:xfrm>
                <a:off x="4025327" y="4080797"/>
                <a:ext cx="659136" cy="514779"/>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0"/>
              <p:cNvSpPr/>
              <p:nvPr/>
            </p:nvSpPr>
            <p:spPr>
              <a:xfrm>
                <a:off x="4158719" y="4201478"/>
                <a:ext cx="392246" cy="307911"/>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50" name="Google Shape;3850;p70"/>
            <p:cNvSpPr/>
            <p:nvPr/>
          </p:nvSpPr>
          <p:spPr>
            <a:xfrm>
              <a:off x="5106404" y="4721645"/>
              <a:ext cx="87200" cy="1136603"/>
            </a:xfrm>
            <a:custGeom>
              <a:rect b="b" l="l" r="r" t="t"/>
              <a:pathLst>
                <a:path extrusionOk="0" h="11170" w="857">
                  <a:moveTo>
                    <a:pt x="206" y="1"/>
                  </a:moveTo>
                  <a:cubicBezTo>
                    <a:pt x="206" y="1"/>
                    <a:pt x="0" y="563"/>
                    <a:pt x="206" y="1749"/>
                  </a:cubicBezTo>
                  <a:cubicBezTo>
                    <a:pt x="357" y="2677"/>
                    <a:pt x="206" y="11170"/>
                    <a:pt x="206" y="11170"/>
                  </a:cubicBezTo>
                  <a:lnTo>
                    <a:pt x="652" y="11170"/>
                  </a:lnTo>
                  <a:cubicBezTo>
                    <a:pt x="652" y="11170"/>
                    <a:pt x="500" y="2677"/>
                    <a:pt x="652" y="1749"/>
                  </a:cubicBezTo>
                  <a:cubicBezTo>
                    <a:pt x="857" y="563"/>
                    <a:pt x="652" y="1"/>
                    <a:pt x="652"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0"/>
            <p:cNvSpPr/>
            <p:nvPr/>
          </p:nvSpPr>
          <p:spPr>
            <a:xfrm>
              <a:off x="5143644" y="4721645"/>
              <a:ext cx="49959" cy="1136603"/>
            </a:xfrm>
            <a:custGeom>
              <a:rect b="b" l="l" r="r" t="t"/>
              <a:pathLst>
                <a:path extrusionOk="0" h="11170" w="491">
                  <a:moveTo>
                    <a:pt x="161" y="1"/>
                  </a:moveTo>
                  <a:cubicBezTo>
                    <a:pt x="161" y="1"/>
                    <a:pt x="357" y="563"/>
                    <a:pt x="161" y="1749"/>
                  </a:cubicBezTo>
                  <a:cubicBezTo>
                    <a:pt x="0" y="2677"/>
                    <a:pt x="161" y="11170"/>
                    <a:pt x="161" y="11170"/>
                  </a:cubicBezTo>
                  <a:lnTo>
                    <a:pt x="286" y="11170"/>
                  </a:lnTo>
                  <a:cubicBezTo>
                    <a:pt x="286" y="11170"/>
                    <a:pt x="134" y="2677"/>
                    <a:pt x="286" y="1749"/>
                  </a:cubicBezTo>
                  <a:cubicBezTo>
                    <a:pt x="491" y="563"/>
                    <a:pt x="286" y="1"/>
                    <a:pt x="286"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0"/>
            <p:cNvSpPr/>
            <p:nvPr/>
          </p:nvSpPr>
          <p:spPr>
            <a:xfrm>
              <a:off x="4875842" y="4445688"/>
              <a:ext cx="547415" cy="428592"/>
            </a:xfrm>
            <a:custGeom>
              <a:rect b="b" l="l" r="r" t="t"/>
              <a:pathLst>
                <a:path extrusionOk="0" h="4212" w="5380">
                  <a:moveTo>
                    <a:pt x="2106" y="1"/>
                  </a:moveTo>
                  <a:cubicBezTo>
                    <a:pt x="2231" y="473"/>
                    <a:pt x="2293" y="839"/>
                    <a:pt x="2293" y="839"/>
                  </a:cubicBezTo>
                  <a:cubicBezTo>
                    <a:pt x="1936" y="259"/>
                    <a:pt x="1374" y="72"/>
                    <a:pt x="1374" y="72"/>
                  </a:cubicBezTo>
                  <a:lnTo>
                    <a:pt x="1374" y="72"/>
                  </a:lnTo>
                  <a:cubicBezTo>
                    <a:pt x="1999" y="500"/>
                    <a:pt x="2115" y="1098"/>
                    <a:pt x="2115" y="1098"/>
                  </a:cubicBezTo>
                  <a:cubicBezTo>
                    <a:pt x="1695" y="527"/>
                    <a:pt x="884" y="527"/>
                    <a:pt x="884" y="527"/>
                  </a:cubicBezTo>
                  <a:lnTo>
                    <a:pt x="884" y="527"/>
                  </a:lnTo>
                  <a:cubicBezTo>
                    <a:pt x="1410" y="687"/>
                    <a:pt x="1749" y="1142"/>
                    <a:pt x="1749" y="1142"/>
                  </a:cubicBezTo>
                  <a:cubicBezTo>
                    <a:pt x="1749" y="1142"/>
                    <a:pt x="1446" y="902"/>
                    <a:pt x="1000" y="866"/>
                  </a:cubicBezTo>
                  <a:cubicBezTo>
                    <a:pt x="909" y="857"/>
                    <a:pt x="827" y="853"/>
                    <a:pt x="753" y="853"/>
                  </a:cubicBezTo>
                  <a:cubicBezTo>
                    <a:pt x="461" y="853"/>
                    <a:pt x="313" y="910"/>
                    <a:pt x="313" y="910"/>
                  </a:cubicBezTo>
                  <a:cubicBezTo>
                    <a:pt x="1107" y="937"/>
                    <a:pt x="1383" y="1303"/>
                    <a:pt x="1383" y="1303"/>
                  </a:cubicBezTo>
                  <a:cubicBezTo>
                    <a:pt x="1174" y="1239"/>
                    <a:pt x="966" y="1226"/>
                    <a:pt x="832" y="1226"/>
                  </a:cubicBezTo>
                  <a:cubicBezTo>
                    <a:pt x="743" y="1226"/>
                    <a:pt x="687" y="1232"/>
                    <a:pt x="687" y="1232"/>
                  </a:cubicBezTo>
                  <a:cubicBezTo>
                    <a:pt x="1232" y="1330"/>
                    <a:pt x="1481" y="1606"/>
                    <a:pt x="1481" y="1606"/>
                  </a:cubicBezTo>
                  <a:cubicBezTo>
                    <a:pt x="1481" y="1606"/>
                    <a:pt x="1220" y="1531"/>
                    <a:pt x="934" y="1531"/>
                  </a:cubicBezTo>
                  <a:cubicBezTo>
                    <a:pt x="791" y="1531"/>
                    <a:pt x="643" y="1550"/>
                    <a:pt x="518" y="1606"/>
                  </a:cubicBezTo>
                  <a:cubicBezTo>
                    <a:pt x="152" y="1776"/>
                    <a:pt x="81" y="2106"/>
                    <a:pt x="81" y="2106"/>
                  </a:cubicBezTo>
                  <a:cubicBezTo>
                    <a:pt x="249" y="1895"/>
                    <a:pt x="521" y="1756"/>
                    <a:pt x="851" y="1756"/>
                  </a:cubicBezTo>
                  <a:cubicBezTo>
                    <a:pt x="870" y="1756"/>
                    <a:pt x="890" y="1757"/>
                    <a:pt x="910" y="1758"/>
                  </a:cubicBezTo>
                  <a:cubicBezTo>
                    <a:pt x="1223" y="1767"/>
                    <a:pt x="1374" y="1910"/>
                    <a:pt x="1374" y="1910"/>
                  </a:cubicBezTo>
                  <a:cubicBezTo>
                    <a:pt x="1374" y="1910"/>
                    <a:pt x="1275" y="1893"/>
                    <a:pt x="1127" y="1893"/>
                  </a:cubicBezTo>
                  <a:cubicBezTo>
                    <a:pt x="954" y="1893"/>
                    <a:pt x="713" y="1916"/>
                    <a:pt x="482" y="2017"/>
                  </a:cubicBezTo>
                  <a:cubicBezTo>
                    <a:pt x="63" y="2204"/>
                    <a:pt x="0" y="2543"/>
                    <a:pt x="0" y="2543"/>
                  </a:cubicBezTo>
                  <a:cubicBezTo>
                    <a:pt x="277" y="2231"/>
                    <a:pt x="785" y="2168"/>
                    <a:pt x="786" y="2168"/>
                  </a:cubicBezTo>
                  <a:lnTo>
                    <a:pt x="786" y="2168"/>
                  </a:lnTo>
                  <a:cubicBezTo>
                    <a:pt x="143" y="2481"/>
                    <a:pt x="36" y="3034"/>
                    <a:pt x="36" y="3034"/>
                  </a:cubicBezTo>
                  <a:cubicBezTo>
                    <a:pt x="241" y="2811"/>
                    <a:pt x="643" y="2686"/>
                    <a:pt x="643" y="2686"/>
                  </a:cubicBezTo>
                  <a:lnTo>
                    <a:pt x="643" y="2686"/>
                  </a:lnTo>
                  <a:cubicBezTo>
                    <a:pt x="215" y="3016"/>
                    <a:pt x="90" y="3489"/>
                    <a:pt x="90" y="3489"/>
                  </a:cubicBezTo>
                  <a:cubicBezTo>
                    <a:pt x="366" y="3096"/>
                    <a:pt x="875" y="2918"/>
                    <a:pt x="875" y="2918"/>
                  </a:cubicBezTo>
                  <a:lnTo>
                    <a:pt x="875" y="2918"/>
                  </a:lnTo>
                  <a:cubicBezTo>
                    <a:pt x="661" y="3185"/>
                    <a:pt x="598" y="3551"/>
                    <a:pt x="598" y="3551"/>
                  </a:cubicBezTo>
                  <a:cubicBezTo>
                    <a:pt x="919" y="2802"/>
                    <a:pt x="1508" y="2686"/>
                    <a:pt x="1508" y="2686"/>
                  </a:cubicBezTo>
                  <a:lnTo>
                    <a:pt x="1508" y="2686"/>
                  </a:lnTo>
                  <a:cubicBezTo>
                    <a:pt x="928" y="2980"/>
                    <a:pt x="839" y="3756"/>
                    <a:pt x="839" y="3756"/>
                  </a:cubicBezTo>
                  <a:cubicBezTo>
                    <a:pt x="1107" y="3034"/>
                    <a:pt x="1633" y="2811"/>
                    <a:pt x="1633" y="2811"/>
                  </a:cubicBezTo>
                  <a:lnTo>
                    <a:pt x="1633" y="2811"/>
                  </a:lnTo>
                  <a:cubicBezTo>
                    <a:pt x="1071" y="3426"/>
                    <a:pt x="1294" y="4140"/>
                    <a:pt x="1294" y="4140"/>
                  </a:cubicBezTo>
                  <a:cubicBezTo>
                    <a:pt x="1294" y="3524"/>
                    <a:pt x="1588" y="3212"/>
                    <a:pt x="1588" y="3212"/>
                  </a:cubicBezTo>
                  <a:lnTo>
                    <a:pt x="1588" y="3212"/>
                  </a:lnTo>
                  <a:cubicBezTo>
                    <a:pt x="1464" y="3551"/>
                    <a:pt x="1517" y="3837"/>
                    <a:pt x="1517" y="3837"/>
                  </a:cubicBezTo>
                  <a:cubicBezTo>
                    <a:pt x="1642" y="3185"/>
                    <a:pt x="1999" y="2918"/>
                    <a:pt x="1999" y="2918"/>
                  </a:cubicBezTo>
                  <a:lnTo>
                    <a:pt x="1999" y="2918"/>
                  </a:lnTo>
                  <a:cubicBezTo>
                    <a:pt x="1785" y="3310"/>
                    <a:pt x="1820" y="3899"/>
                    <a:pt x="1820" y="3899"/>
                  </a:cubicBezTo>
                  <a:cubicBezTo>
                    <a:pt x="1927" y="3230"/>
                    <a:pt x="2266" y="2838"/>
                    <a:pt x="2266" y="2837"/>
                  </a:cubicBezTo>
                  <a:lnTo>
                    <a:pt x="2266" y="2837"/>
                  </a:lnTo>
                  <a:cubicBezTo>
                    <a:pt x="2008" y="3507"/>
                    <a:pt x="2284" y="4211"/>
                    <a:pt x="2284" y="4211"/>
                  </a:cubicBezTo>
                  <a:cubicBezTo>
                    <a:pt x="2195" y="3069"/>
                    <a:pt x="2695" y="2713"/>
                    <a:pt x="2695" y="2713"/>
                  </a:cubicBezTo>
                  <a:cubicBezTo>
                    <a:pt x="2695" y="2713"/>
                    <a:pt x="3194" y="3069"/>
                    <a:pt x="3105" y="4211"/>
                  </a:cubicBezTo>
                  <a:cubicBezTo>
                    <a:pt x="3105" y="4211"/>
                    <a:pt x="3382" y="3507"/>
                    <a:pt x="3114" y="2837"/>
                  </a:cubicBezTo>
                  <a:lnTo>
                    <a:pt x="3114" y="2837"/>
                  </a:lnTo>
                  <a:cubicBezTo>
                    <a:pt x="3114" y="2838"/>
                    <a:pt x="3453" y="3230"/>
                    <a:pt x="3560" y="3899"/>
                  </a:cubicBezTo>
                  <a:cubicBezTo>
                    <a:pt x="3560" y="3899"/>
                    <a:pt x="3605" y="3310"/>
                    <a:pt x="3390" y="2918"/>
                  </a:cubicBezTo>
                  <a:lnTo>
                    <a:pt x="3390" y="2918"/>
                  </a:lnTo>
                  <a:cubicBezTo>
                    <a:pt x="3391" y="2918"/>
                    <a:pt x="3747" y="3185"/>
                    <a:pt x="3872" y="3837"/>
                  </a:cubicBezTo>
                  <a:cubicBezTo>
                    <a:pt x="3872" y="3837"/>
                    <a:pt x="3926" y="3551"/>
                    <a:pt x="3801" y="3212"/>
                  </a:cubicBezTo>
                  <a:lnTo>
                    <a:pt x="3801" y="3212"/>
                  </a:lnTo>
                  <a:cubicBezTo>
                    <a:pt x="3801" y="3212"/>
                    <a:pt x="4095" y="3524"/>
                    <a:pt x="4095" y="4140"/>
                  </a:cubicBezTo>
                  <a:cubicBezTo>
                    <a:pt x="4095" y="4140"/>
                    <a:pt x="4318" y="3426"/>
                    <a:pt x="3747" y="2811"/>
                  </a:cubicBezTo>
                  <a:lnTo>
                    <a:pt x="3747" y="2811"/>
                  </a:lnTo>
                  <a:cubicBezTo>
                    <a:pt x="3747" y="2811"/>
                    <a:pt x="4274" y="3034"/>
                    <a:pt x="4550" y="3756"/>
                  </a:cubicBezTo>
                  <a:cubicBezTo>
                    <a:pt x="4550" y="3756"/>
                    <a:pt x="4452" y="2980"/>
                    <a:pt x="3881" y="2686"/>
                  </a:cubicBezTo>
                  <a:lnTo>
                    <a:pt x="3881" y="2686"/>
                  </a:lnTo>
                  <a:cubicBezTo>
                    <a:pt x="3881" y="2686"/>
                    <a:pt x="4470" y="2802"/>
                    <a:pt x="4791" y="3551"/>
                  </a:cubicBezTo>
                  <a:cubicBezTo>
                    <a:pt x="4791" y="3551"/>
                    <a:pt x="4729" y="3185"/>
                    <a:pt x="4515" y="2918"/>
                  </a:cubicBezTo>
                  <a:lnTo>
                    <a:pt x="4515" y="2918"/>
                  </a:lnTo>
                  <a:cubicBezTo>
                    <a:pt x="4515" y="2918"/>
                    <a:pt x="5014" y="3096"/>
                    <a:pt x="5300" y="3489"/>
                  </a:cubicBezTo>
                  <a:cubicBezTo>
                    <a:pt x="5300" y="3489"/>
                    <a:pt x="5166" y="3016"/>
                    <a:pt x="4746" y="2686"/>
                  </a:cubicBezTo>
                  <a:lnTo>
                    <a:pt x="4746" y="2686"/>
                  </a:lnTo>
                  <a:cubicBezTo>
                    <a:pt x="4747" y="2686"/>
                    <a:pt x="5139" y="2811"/>
                    <a:pt x="5353" y="3034"/>
                  </a:cubicBezTo>
                  <a:cubicBezTo>
                    <a:pt x="5353" y="3034"/>
                    <a:pt x="5246" y="2481"/>
                    <a:pt x="4604" y="2168"/>
                  </a:cubicBezTo>
                  <a:lnTo>
                    <a:pt x="4604" y="2168"/>
                  </a:lnTo>
                  <a:cubicBezTo>
                    <a:pt x="4604" y="2168"/>
                    <a:pt x="5103" y="2231"/>
                    <a:pt x="5380" y="2543"/>
                  </a:cubicBezTo>
                  <a:cubicBezTo>
                    <a:pt x="5380" y="2543"/>
                    <a:pt x="5326" y="2204"/>
                    <a:pt x="4898" y="2017"/>
                  </a:cubicBezTo>
                  <a:cubicBezTo>
                    <a:pt x="4672" y="1916"/>
                    <a:pt x="4431" y="1893"/>
                    <a:pt x="4256" y="1893"/>
                  </a:cubicBezTo>
                  <a:cubicBezTo>
                    <a:pt x="4107" y="1893"/>
                    <a:pt x="4006" y="1910"/>
                    <a:pt x="4006" y="1910"/>
                  </a:cubicBezTo>
                  <a:cubicBezTo>
                    <a:pt x="4006" y="1910"/>
                    <a:pt x="4158" y="1767"/>
                    <a:pt x="4470" y="1758"/>
                  </a:cubicBezTo>
                  <a:cubicBezTo>
                    <a:pt x="4490" y="1757"/>
                    <a:pt x="4510" y="1756"/>
                    <a:pt x="4530" y="1756"/>
                  </a:cubicBezTo>
                  <a:cubicBezTo>
                    <a:pt x="4861" y="1756"/>
                    <a:pt x="5140" y="1895"/>
                    <a:pt x="5308" y="2106"/>
                  </a:cubicBezTo>
                  <a:cubicBezTo>
                    <a:pt x="5308" y="2106"/>
                    <a:pt x="5237" y="1776"/>
                    <a:pt x="4871" y="1606"/>
                  </a:cubicBezTo>
                  <a:cubicBezTo>
                    <a:pt x="4746" y="1550"/>
                    <a:pt x="4598" y="1531"/>
                    <a:pt x="4455" y="1531"/>
                  </a:cubicBezTo>
                  <a:cubicBezTo>
                    <a:pt x="4170" y="1531"/>
                    <a:pt x="3908" y="1606"/>
                    <a:pt x="3908" y="1606"/>
                  </a:cubicBezTo>
                  <a:cubicBezTo>
                    <a:pt x="3908" y="1606"/>
                    <a:pt x="4149" y="1330"/>
                    <a:pt x="4702" y="1232"/>
                  </a:cubicBezTo>
                  <a:cubicBezTo>
                    <a:pt x="4702" y="1232"/>
                    <a:pt x="4645" y="1226"/>
                    <a:pt x="4555" y="1226"/>
                  </a:cubicBezTo>
                  <a:cubicBezTo>
                    <a:pt x="4419" y="1226"/>
                    <a:pt x="4209" y="1239"/>
                    <a:pt x="4006" y="1303"/>
                  </a:cubicBezTo>
                  <a:cubicBezTo>
                    <a:pt x="4006" y="1303"/>
                    <a:pt x="4283" y="937"/>
                    <a:pt x="5077" y="910"/>
                  </a:cubicBezTo>
                  <a:cubicBezTo>
                    <a:pt x="5077" y="910"/>
                    <a:pt x="4922" y="853"/>
                    <a:pt x="4632" y="853"/>
                  </a:cubicBezTo>
                  <a:cubicBezTo>
                    <a:pt x="4560" y="853"/>
                    <a:pt x="4479" y="857"/>
                    <a:pt x="4390" y="866"/>
                  </a:cubicBezTo>
                  <a:cubicBezTo>
                    <a:pt x="3935" y="902"/>
                    <a:pt x="3640" y="1142"/>
                    <a:pt x="3640" y="1142"/>
                  </a:cubicBezTo>
                  <a:cubicBezTo>
                    <a:pt x="3640" y="1142"/>
                    <a:pt x="3979" y="687"/>
                    <a:pt x="4506" y="527"/>
                  </a:cubicBezTo>
                  <a:lnTo>
                    <a:pt x="4506" y="527"/>
                  </a:lnTo>
                  <a:cubicBezTo>
                    <a:pt x="4505" y="527"/>
                    <a:pt x="3685" y="527"/>
                    <a:pt x="3266" y="1098"/>
                  </a:cubicBezTo>
                  <a:cubicBezTo>
                    <a:pt x="3266" y="1098"/>
                    <a:pt x="3382" y="500"/>
                    <a:pt x="4006" y="72"/>
                  </a:cubicBezTo>
                  <a:lnTo>
                    <a:pt x="4006" y="72"/>
                  </a:lnTo>
                  <a:cubicBezTo>
                    <a:pt x="4006" y="72"/>
                    <a:pt x="3444" y="259"/>
                    <a:pt x="3096" y="839"/>
                  </a:cubicBezTo>
                  <a:cubicBezTo>
                    <a:pt x="3096" y="839"/>
                    <a:pt x="3159" y="473"/>
                    <a:pt x="3283" y="1"/>
                  </a:cubicBezTo>
                  <a:lnTo>
                    <a:pt x="3283" y="1"/>
                  </a:lnTo>
                  <a:cubicBezTo>
                    <a:pt x="3283" y="1"/>
                    <a:pt x="2837" y="295"/>
                    <a:pt x="2695" y="919"/>
                  </a:cubicBezTo>
                  <a:cubicBezTo>
                    <a:pt x="2552" y="295"/>
                    <a:pt x="2106" y="1"/>
                    <a:pt x="2106" y="1"/>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0"/>
            <p:cNvSpPr/>
            <p:nvPr/>
          </p:nvSpPr>
          <p:spPr>
            <a:xfrm>
              <a:off x="4986545" y="4546425"/>
              <a:ext cx="326923" cy="256117"/>
            </a:xfrm>
            <a:custGeom>
              <a:rect b="b" l="l" r="r" t="t"/>
              <a:pathLst>
                <a:path extrusionOk="0" h="2517" w="3213">
                  <a:moveTo>
                    <a:pt x="1955" y="1"/>
                  </a:moveTo>
                  <a:cubicBezTo>
                    <a:pt x="1954" y="1"/>
                    <a:pt x="1687" y="179"/>
                    <a:pt x="1607" y="554"/>
                  </a:cubicBezTo>
                  <a:cubicBezTo>
                    <a:pt x="1517" y="179"/>
                    <a:pt x="1250" y="1"/>
                    <a:pt x="1250" y="1"/>
                  </a:cubicBezTo>
                  <a:lnTo>
                    <a:pt x="1250" y="1"/>
                  </a:lnTo>
                  <a:cubicBezTo>
                    <a:pt x="1330" y="286"/>
                    <a:pt x="1366" y="500"/>
                    <a:pt x="1366" y="500"/>
                  </a:cubicBezTo>
                  <a:cubicBezTo>
                    <a:pt x="1152" y="161"/>
                    <a:pt x="822" y="45"/>
                    <a:pt x="822" y="45"/>
                  </a:cubicBezTo>
                  <a:lnTo>
                    <a:pt x="822" y="45"/>
                  </a:lnTo>
                  <a:cubicBezTo>
                    <a:pt x="1196" y="304"/>
                    <a:pt x="1259" y="661"/>
                    <a:pt x="1259" y="661"/>
                  </a:cubicBezTo>
                  <a:cubicBezTo>
                    <a:pt x="1009" y="322"/>
                    <a:pt x="527" y="313"/>
                    <a:pt x="527" y="313"/>
                  </a:cubicBezTo>
                  <a:lnTo>
                    <a:pt x="527" y="313"/>
                  </a:lnTo>
                  <a:cubicBezTo>
                    <a:pt x="839" y="411"/>
                    <a:pt x="1045" y="688"/>
                    <a:pt x="1045" y="688"/>
                  </a:cubicBezTo>
                  <a:cubicBezTo>
                    <a:pt x="1045" y="688"/>
                    <a:pt x="866" y="545"/>
                    <a:pt x="590" y="518"/>
                  </a:cubicBezTo>
                  <a:cubicBezTo>
                    <a:pt x="536" y="513"/>
                    <a:pt x="488" y="511"/>
                    <a:pt x="444" y="511"/>
                  </a:cubicBezTo>
                  <a:cubicBezTo>
                    <a:pt x="271" y="511"/>
                    <a:pt x="179" y="545"/>
                    <a:pt x="179" y="545"/>
                  </a:cubicBezTo>
                  <a:cubicBezTo>
                    <a:pt x="661" y="563"/>
                    <a:pt x="822" y="777"/>
                    <a:pt x="822" y="777"/>
                  </a:cubicBezTo>
                  <a:cubicBezTo>
                    <a:pt x="711" y="743"/>
                    <a:pt x="601" y="736"/>
                    <a:pt x="522" y="736"/>
                  </a:cubicBezTo>
                  <a:cubicBezTo>
                    <a:pt x="455" y="736"/>
                    <a:pt x="411" y="741"/>
                    <a:pt x="411" y="741"/>
                  </a:cubicBezTo>
                  <a:cubicBezTo>
                    <a:pt x="732" y="795"/>
                    <a:pt x="875" y="964"/>
                    <a:pt x="875" y="964"/>
                  </a:cubicBezTo>
                  <a:cubicBezTo>
                    <a:pt x="875" y="964"/>
                    <a:pt x="720" y="917"/>
                    <a:pt x="551" y="917"/>
                  </a:cubicBezTo>
                  <a:cubicBezTo>
                    <a:pt x="467" y="917"/>
                    <a:pt x="378" y="929"/>
                    <a:pt x="304" y="964"/>
                  </a:cubicBezTo>
                  <a:cubicBezTo>
                    <a:pt x="90" y="1062"/>
                    <a:pt x="45" y="1259"/>
                    <a:pt x="45" y="1259"/>
                  </a:cubicBezTo>
                  <a:cubicBezTo>
                    <a:pt x="147" y="1132"/>
                    <a:pt x="313" y="1053"/>
                    <a:pt x="513" y="1053"/>
                  </a:cubicBezTo>
                  <a:cubicBezTo>
                    <a:pt x="523" y="1053"/>
                    <a:pt x="534" y="1053"/>
                    <a:pt x="545" y="1053"/>
                  </a:cubicBezTo>
                  <a:cubicBezTo>
                    <a:pt x="732" y="1053"/>
                    <a:pt x="822" y="1143"/>
                    <a:pt x="822" y="1143"/>
                  </a:cubicBezTo>
                  <a:cubicBezTo>
                    <a:pt x="822" y="1143"/>
                    <a:pt x="758" y="1130"/>
                    <a:pt x="663" y="1130"/>
                  </a:cubicBezTo>
                  <a:cubicBezTo>
                    <a:pt x="560" y="1130"/>
                    <a:pt x="421" y="1145"/>
                    <a:pt x="286" y="1205"/>
                  </a:cubicBezTo>
                  <a:cubicBezTo>
                    <a:pt x="37" y="1312"/>
                    <a:pt x="1" y="1517"/>
                    <a:pt x="1" y="1517"/>
                  </a:cubicBezTo>
                  <a:cubicBezTo>
                    <a:pt x="170" y="1330"/>
                    <a:pt x="465" y="1294"/>
                    <a:pt x="465" y="1294"/>
                  </a:cubicBezTo>
                  <a:lnTo>
                    <a:pt x="465" y="1294"/>
                  </a:lnTo>
                  <a:cubicBezTo>
                    <a:pt x="81" y="1482"/>
                    <a:pt x="19" y="1812"/>
                    <a:pt x="19" y="1812"/>
                  </a:cubicBezTo>
                  <a:cubicBezTo>
                    <a:pt x="144" y="1678"/>
                    <a:pt x="384" y="1607"/>
                    <a:pt x="384" y="1607"/>
                  </a:cubicBezTo>
                  <a:lnTo>
                    <a:pt x="384" y="1607"/>
                  </a:lnTo>
                  <a:cubicBezTo>
                    <a:pt x="126" y="1803"/>
                    <a:pt x="54" y="2079"/>
                    <a:pt x="54" y="2079"/>
                  </a:cubicBezTo>
                  <a:cubicBezTo>
                    <a:pt x="215" y="1847"/>
                    <a:pt x="518" y="1740"/>
                    <a:pt x="518" y="1740"/>
                  </a:cubicBezTo>
                  <a:lnTo>
                    <a:pt x="518" y="1740"/>
                  </a:lnTo>
                  <a:cubicBezTo>
                    <a:pt x="393" y="1901"/>
                    <a:pt x="349" y="2115"/>
                    <a:pt x="349" y="2115"/>
                  </a:cubicBezTo>
                  <a:cubicBezTo>
                    <a:pt x="545" y="1678"/>
                    <a:pt x="893" y="1607"/>
                    <a:pt x="893" y="1607"/>
                  </a:cubicBezTo>
                  <a:lnTo>
                    <a:pt x="893" y="1607"/>
                  </a:lnTo>
                  <a:cubicBezTo>
                    <a:pt x="554" y="1785"/>
                    <a:pt x="500" y="2249"/>
                    <a:pt x="500" y="2249"/>
                  </a:cubicBezTo>
                  <a:cubicBezTo>
                    <a:pt x="661" y="1812"/>
                    <a:pt x="973" y="1678"/>
                    <a:pt x="973" y="1678"/>
                  </a:cubicBezTo>
                  <a:lnTo>
                    <a:pt x="973" y="1678"/>
                  </a:lnTo>
                  <a:cubicBezTo>
                    <a:pt x="634" y="2053"/>
                    <a:pt x="768" y="2472"/>
                    <a:pt x="768" y="2472"/>
                  </a:cubicBezTo>
                  <a:cubicBezTo>
                    <a:pt x="768" y="2106"/>
                    <a:pt x="946" y="1919"/>
                    <a:pt x="946" y="1919"/>
                  </a:cubicBezTo>
                  <a:lnTo>
                    <a:pt x="946" y="1919"/>
                  </a:lnTo>
                  <a:cubicBezTo>
                    <a:pt x="866" y="2124"/>
                    <a:pt x="902" y="2293"/>
                    <a:pt x="902" y="2293"/>
                  </a:cubicBezTo>
                  <a:cubicBezTo>
                    <a:pt x="973" y="1901"/>
                    <a:pt x="1187" y="1749"/>
                    <a:pt x="1187" y="1749"/>
                  </a:cubicBezTo>
                  <a:lnTo>
                    <a:pt x="1187" y="1749"/>
                  </a:lnTo>
                  <a:cubicBezTo>
                    <a:pt x="1062" y="1972"/>
                    <a:pt x="1089" y="2329"/>
                    <a:pt x="1089" y="2329"/>
                  </a:cubicBezTo>
                  <a:cubicBezTo>
                    <a:pt x="1152" y="1928"/>
                    <a:pt x="1357" y="1696"/>
                    <a:pt x="1357" y="1696"/>
                  </a:cubicBezTo>
                  <a:lnTo>
                    <a:pt x="1357" y="1696"/>
                  </a:lnTo>
                  <a:cubicBezTo>
                    <a:pt x="1196" y="2088"/>
                    <a:pt x="1357" y="2517"/>
                    <a:pt x="1357" y="2517"/>
                  </a:cubicBezTo>
                  <a:cubicBezTo>
                    <a:pt x="1303" y="1830"/>
                    <a:pt x="1607" y="1624"/>
                    <a:pt x="1607" y="1624"/>
                  </a:cubicBezTo>
                  <a:cubicBezTo>
                    <a:pt x="1607" y="1624"/>
                    <a:pt x="1901" y="1830"/>
                    <a:pt x="1847" y="2517"/>
                  </a:cubicBezTo>
                  <a:cubicBezTo>
                    <a:pt x="1847" y="2517"/>
                    <a:pt x="2017" y="2088"/>
                    <a:pt x="1856" y="1696"/>
                  </a:cubicBezTo>
                  <a:lnTo>
                    <a:pt x="1856" y="1696"/>
                  </a:lnTo>
                  <a:cubicBezTo>
                    <a:pt x="1856" y="1696"/>
                    <a:pt x="2062" y="1928"/>
                    <a:pt x="2124" y="2329"/>
                  </a:cubicBezTo>
                  <a:cubicBezTo>
                    <a:pt x="2124" y="2329"/>
                    <a:pt x="2151" y="1972"/>
                    <a:pt x="2017" y="1749"/>
                  </a:cubicBezTo>
                  <a:lnTo>
                    <a:pt x="2017" y="1749"/>
                  </a:lnTo>
                  <a:cubicBezTo>
                    <a:pt x="2017" y="1749"/>
                    <a:pt x="2231" y="1901"/>
                    <a:pt x="2302" y="2293"/>
                  </a:cubicBezTo>
                  <a:cubicBezTo>
                    <a:pt x="2302" y="2293"/>
                    <a:pt x="2338" y="2124"/>
                    <a:pt x="2267" y="1919"/>
                  </a:cubicBezTo>
                  <a:lnTo>
                    <a:pt x="2267" y="1919"/>
                  </a:lnTo>
                  <a:cubicBezTo>
                    <a:pt x="2267" y="1919"/>
                    <a:pt x="2436" y="2106"/>
                    <a:pt x="2436" y="2472"/>
                  </a:cubicBezTo>
                  <a:cubicBezTo>
                    <a:pt x="2436" y="2472"/>
                    <a:pt x="2570" y="2053"/>
                    <a:pt x="2240" y="1678"/>
                  </a:cubicBezTo>
                  <a:lnTo>
                    <a:pt x="2240" y="1678"/>
                  </a:lnTo>
                  <a:cubicBezTo>
                    <a:pt x="2240" y="1678"/>
                    <a:pt x="2552" y="1812"/>
                    <a:pt x="2713" y="2249"/>
                  </a:cubicBezTo>
                  <a:cubicBezTo>
                    <a:pt x="2713" y="2249"/>
                    <a:pt x="2659" y="1785"/>
                    <a:pt x="2311" y="1607"/>
                  </a:cubicBezTo>
                  <a:lnTo>
                    <a:pt x="2311" y="1607"/>
                  </a:lnTo>
                  <a:cubicBezTo>
                    <a:pt x="2311" y="1607"/>
                    <a:pt x="2668" y="1678"/>
                    <a:pt x="2856" y="2115"/>
                  </a:cubicBezTo>
                  <a:cubicBezTo>
                    <a:pt x="2856" y="2115"/>
                    <a:pt x="2820" y="1901"/>
                    <a:pt x="2695" y="1740"/>
                  </a:cubicBezTo>
                  <a:lnTo>
                    <a:pt x="2695" y="1740"/>
                  </a:lnTo>
                  <a:cubicBezTo>
                    <a:pt x="2695" y="1740"/>
                    <a:pt x="2989" y="1847"/>
                    <a:pt x="3159" y="2079"/>
                  </a:cubicBezTo>
                  <a:cubicBezTo>
                    <a:pt x="3159" y="2079"/>
                    <a:pt x="3079" y="1803"/>
                    <a:pt x="2829" y="1607"/>
                  </a:cubicBezTo>
                  <a:lnTo>
                    <a:pt x="2829" y="1607"/>
                  </a:lnTo>
                  <a:cubicBezTo>
                    <a:pt x="2829" y="1607"/>
                    <a:pt x="3070" y="1678"/>
                    <a:pt x="3195" y="1812"/>
                  </a:cubicBezTo>
                  <a:cubicBezTo>
                    <a:pt x="3195" y="1812"/>
                    <a:pt x="3132" y="1482"/>
                    <a:pt x="2740" y="1294"/>
                  </a:cubicBezTo>
                  <a:lnTo>
                    <a:pt x="2740" y="1294"/>
                  </a:lnTo>
                  <a:cubicBezTo>
                    <a:pt x="2740" y="1294"/>
                    <a:pt x="3043" y="1330"/>
                    <a:pt x="3212" y="1517"/>
                  </a:cubicBezTo>
                  <a:cubicBezTo>
                    <a:pt x="3212" y="1517"/>
                    <a:pt x="3177" y="1312"/>
                    <a:pt x="2927" y="1205"/>
                  </a:cubicBezTo>
                  <a:cubicBezTo>
                    <a:pt x="2792" y="1145"/>
                    <a:pt x="2653" y="1130"/>
                    <a:pt x="2550" y="1130"/>
                  </a:cubicBezTo>
                  <a:cubicBezTo>
                    <a:pt x="2455" y="1130"/>
                    <a:pt x="2392" y="1143"/>
                    <a:pt x="2392" y="1143"/>
                  </a:cubicBezTo>
                  <a:cubicBezTo>
                    <a:pt x="2392" y="1143"/>
                    <a:pt x="2481" y="1053"/>
                    <a:pt x="2668" y="1053"/>
                  </a:cubicBezTo>
                  <a:cubicBezTo>
                    <a:pt x="2679" y="1053"/>
                    <a:pt x="2690" y="1053"/>
                    <a:pt x="2700" y="1053"/>
                  </a:cubicBezTo>
                  <a:cubicBezTo>
                    <a:pt x="2900" y="1053"/>
                    <a:pt x="3066" y="1132"/>
                    <a:pt x="3168" y="1259"/>
                  </a:cubicBezTo>
                  <a:cubicBezTo>
                    <a:pt x="3168" y="1259"/>
                    <a:pt x="3123" y="1062"/>
                    <a:pt x="2900" y="964"/>
                  </a:cubicBezTo>
                  <a:cubicBezTo>
                    <a:pt x="2826" y="929"/>
                    <a:pt x="2738" y="917"/>
                    <a:pt x="2653" y="917"/>
                  </a:cubicBezTo>
                  <a:cubicBezTo>
                    <a:pt x="2484" y="917"/>
                    <a:pt x="2329" y="964"/>
                    <a:pt x="2329" y="964"/>
                  </a:cubicBezTo>
                  <a:cubicBezTo>
                    <a:pt x="2329" y="964"/>
                    <a:pt x="2472" y="795"/>
                    <a:pt x="2802" y="741"/>
                  </a:cubicBezTo>
                  <a:cubicBezTo>
                    <a:pt x="2802" y="741"/>
                    <a:pt x="2756" y="736"/>
                    <a:pt x="2688" y="736"/>
                  </a:cubicBezTo>
                  <a:cubicBezTo>
                    <a:pt x="2608" y="736"/>
                    <a:pt x="2497" y="743"/>
                    <a:pt x="2392" y="777"/>
                  </a:cubicBezTo>
                  <a:cubicBezTo>
                    <a:pt x="2392" y="777"/>
                    <a:pt x="2552" y="563"/>
                    <a:pt x="3025" y="545"/>
                  </a:cubicBezTo>
                  <a:cubicBezTo>
                    <a:pt x="3025" y="545"/>
                    <a:pt x="2934" y="511"/>
                    <a:pt x="2760" y="511"/>
                  </a:cubicBezTo>
                  <a:cubicBezTo>
                    <a:pt x="2717" y="511"/>
                    <a:pt x="2668" y="513"/>
                    <a:pt x="2615" y="518"/>
                  </a:cubicBezTo>
                  <a:cubicBezTo>
                    <a:pt x="2347" y="545"/>
                    <a:pt x="2169" y="688"/>
                    <a:pt x="2169" y="688"/>
                  </a:cubicBezTo>
                  <a:cubicBezTo>
                    <a:pt x="2169" y="688"/>
                    <a:pt x="2374" y="411"/>
                    <a:pt x="2686" y="313"/>
                  </a:cubicBezTo>
                  <a:lnTo>
                    <a:pt x="2686" y="313"/>
                  </a:lnTo>
                  <a:cubicBezTo>
                    <a:pt x="2686" y="313"/>
                    <a:pt x="2195" y="322"/>
                    <a:pt x="1946" y="661"/>
                  </a:cubicBezTo>
                  <a:cubicBezTo>
                    <a:pt x="1946" y="661"/>
                    <a:pt x="2017" y="304"/>
                    <a:pt x="2392" y="45"/>
                  </a:cubicBezTo>
                  <a:lnTo>
                    <a:pt x="2392" y="45"/>
                  </a:lnTo>
                  <a:cubicBezTo>
                    <a:pt x="2392" y="45"/>
                    <a:pt x="2053" y="161"/>
                    <a:pt x="1847" y="500"/>
                  </a:cubicBezTo>
                  <a:cubicBezTo>
                    <a:pt x="1847" y="500"/>
                    <a:pt x="1883" y="286"/>
                    <a:pt x="1955"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54" name="Google Shape;3854;p70"/>
            <p:cNvGrpSpPr/>
            <p:nvPr/>
          </p:nvGrpSpPr>
          <p:grpSpPr>
            <a:xfrm>
              <a:off x="5106389" y="3947572"/>
              <a:ext cx="659136" cy="1697576"/>
              <a:chOff x="4025327" y="4080797"/>
              <a:chExt cx="659136" cy="1697576"/>
            </a:xfrm>
          </p:grpSpPr>
          <p:sp>
            <p:nvSpPr>
              <p:cNvPr id="3855" name="Google Shape;3855;p70"/>
              <p:cNvSpPr/>
              <p:nvPr/>
            </p:nvSpPr>
            <p:spPr>
              <a:xfrm>
                <a:off x="4302184" y="4412109"/>
                <a:ext cx="105413" cy="1366264"/>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0"/>
              <p:cNvSpPr/>
              <p:nvPr/>
            </p:nvSpPr>
            <p:spPr>
              <a:xfrm>
                <a:off x="4346648" y="4412109"/>
                <a:ext cx="60948" cy="1366264"/>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0"/>
              <p:cNvSpPr/>
              <p:nvPr/>
            </p:nvSpPr>
            <p:spPr>
              <a:xfrm>
                <a:off x="4025327" y="4080797"/>
                <a:ext cx="659136" cy="514779"/>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0"/>
              <p:cNvSpPr/>
              <p:nvPr/>
            </p:nvSpPr>
            <p:spPr>
              <a:xfrm>
                <a:off x="4158719" y="4201478"/>
                <a:ext cx="392246" cy="307911"/>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59" name="Google Shape;3859;p70"/>
          <p:cNvGrpSpPr/>
          <p:nvPr/>
        </p:nvGrpSpPr>
        <p:grpSpPr>
          <a:xfrm>
            <a:off x="2099002" y="3455897"/>
            <a:ext cx="7059754" cy="1819833"/>
            <a:chOff x="5739616" y="2566077"/>
            <a:chExt cx="1105003" cy="284838"/>
          </a:xfrm>
        </p:grpSpPr>
        <p:sp>
          <p:nvSpPr>
            <p:cNvPr id="3860" name="Google Shape;3860;p70"/>
            <p:cNvSpPr/>
            <p:nvPr/>
          </p:nvSpPr>
          <p:spPr>
            <a:xfrm>
              <a:off x="5797294" y="2673334"/>
              <a:ext cx="1047323" cy="177581"/>
            </a:xfrm>
            <a:custGeom>
              <a:rect b="b" l="l" r="r" t="t"/>
              <a:pathLst>
                <a:path extrusionOk="0" h="4889" w="28834">
                  <a:moveTo>
                    <a:pt x="28833" y="0"/>
                  </a:moveTo>
                  <a:lnTo>
                    <a:pt x="1" y="4889"/>
                  </a:lnTo>
                  <a:lnTo>
                    <a:pt x="28833" y="4889"/>
                  </a:lnTo>
                  <a:lnTo>
                    <a:pt x="2883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0"/>
            <p:cNvSpPr/>
            <p:nvPr/>
          </p:nvSpPr>
          <p:spPr>
            <a:xfrm>
              <a:off x="5797294" y="2673334"/>
              <a:ext cx="1047323" cy="177581"/>
            </a:xfrm>
            <a:custGeom>
              <a:rect b="b" l="l" r="r" t="t"/>
              <a:pathLst>
                <a:path extrusionOk="0" h="4889" w="28834">
                  <a:moveTo>
                    <a:pt x="28833" y="0"/>
                  </a:moveTo>
                  <a:lnTo>
                    <a:pt x="1" y="4889"/>
                  </a:lnTo>
                  <a:lnTo>
                    <a:pt x="2097" y="4889"/>
                  </a:lnTo>
                  <a:lnTo>
                    <a:pt x="28833" y="357"/>
                  </a:lnTo>
                  <a:lnTo>
                    <a:pt x="28833"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0"/>
            <p:cNvSpPr/>
            <p:nvPr/>
          </p:nvSpPr>
          <p:spPr>
            <a:xfrm>
              <a:off x="5739616" y="2647727"/>
              <a:ext cx="1105003" cy="203188"/>
            </a:xfrm>
            <a:custGeom>
              <a:rect b="b" l="l" r="r" t="t"/>
              <a:pathLst>
                <a:path extrusionOk="0" h="5594" w="30422">
                  <a:moveTo>
                    <a:pt x="30421" y="0"/>
                  </a:moveTo>
                  <a:lnTo>
                    <a:pt x="1" y="5166"/>
                  </a:lnTo>
                  <a:lnTo>
                    <a:pt x="1" y="5594"/>
                  </a:lnTo>
                  <a:lnTo>
                    <a:pt x="1589" y="5594"/>
                  </a:lnTo>
                  <a:lnTo>
                    <a:pt x="30421" y="705"/>
                  </a:lnTo>
                  <a:lnTo>
                    <a:pt x="30421"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0"/>
            <p:cNvSpPr/>
            <p:nvPr/>
          </p:nvSpPr>
          <p:spPr>
            <a:xfrm>
              <a:off x="5764568" y="2760142"/>
              <a:ext cx="19469" cy="1671"/>
            </a:xfrm>
            <a:custGeom>
              <a:rect b="b" l="l" r="r" t="t"/>
              <a:pathLst>
                <a:path extrusionOk="0" h="46" w="536">
                  <a:moveTo>
                    <a:pt x="277" y="1"/>
                  </a:moveTo>
                  <a:lnTo>
                    <a:pt x="1" y="45"/>
                  </a:lnTo>
                  <a:lnTo>
                    <a:pt x="259" y="45"/>
                  </a:lnTo>
                  <a:lnTo>
                    <a:pt x="536"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0"/>
            <p:cNvSpPr/>
            <p:nvPr/>
          </p:nvSpPr>
          <p:spPr>
            <a:xfrm>
              <a:off x="5773976" y="2760142"/>
              <a:ext cx="10061" cy="85903"/>
            </a:xfrm>
            <a:custGeom>
              <a:rect b="b" l="l" r="r" t="t"/>
              <a:pathLst>
                <a:path extrusionOk="0" h="2365" w="277">
                  <a:moveTo>
                    <a:pt x="277" y="1"/>
                  </a:moveTo>
                  <a:lnTo>
                    <a:pt x="0" y="45"/>
                  </a:lnTo>
                  <a:lnTo>
                    <a:pt x="0" y="2365"/>
                  </a:lnTo>
                  <a:lnTo>
                    <a:pt x="277" y="2311"/>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0"/>
            <p:cNvSpPr/>
            <p:nvPr/>
          </p:nvSpPr>
          <p:spPr>
            <a:xfrm>
              <a:off x="5764568" y="2761776"/>
              <a:ext cx="9444" cy="84268"/>
            </a:xfrm>
            <a:custGeom>
              <a:rect b="b" l="l" r="r" t="t"/>
              <a:pathLst>
                <a:path extrusionOk="0" h="2320" w="260">
                  <a:moveTo>
                    <a:pt x="1" y="0"/>
                  </a:moveTo>
                  <a:lnTo>
                    <a:pt x="1" y="2320"/>
                  </a:lnTo>
                  <a:lnTo>
                    <a:pt x="259" y="2320"/>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0"/>
            <p:cNvSpPr/>
            <p:nvPr/>
          </p:nvSpPr>
          <p:spPr>
            <a:xfrm>
              <a:off x="5833579" y="2748156"/>
              <a:ext cx="19505" cy="1998"/>
            </a:xfrm>
            <a:custGeom>
              <a:rect b="b" l="l" r="r" t="t"/>
              <a:pathLst>
                <a:path extrusionOk="0" h="55" w="537">
                  <a:moveTo>
                    <a:pt x="277" y="1"/>
                  </a:moveTo>
                  <a:lnTo>
                    <a:pt x="1" y="54"/>
                  </a:lnTo>
                  <a:lnTo>
                    <a:pt x="260" y="54"/>
                  </a:lnTo>
                  <a:lnTo>
                    <a:pt x="536"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0"/>
            <p:cNvSpPr/>
            <p:nvPr/>
          </p:nvSpPr>
          <p:spPr>
            <a:xfrm>
              <a:off x="5842986" y="2748156"/>
              <a:ext cx="10098" cy="85903"/>
            </a:xfrm>
            <a:custGeom>
              <a:rect b="b" l="l" r="r" t="t"/>
              <a:pathLst>
                <a:path extrusionOk="0" h="2365" w="278">
                  <a:moveTo>
                    <a:pt x="277" y="1"/>
                  </a:moveTo>
                  <a:lnTo>
                    <a:pt x="1" y="54"/>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0"/>
            <p:cNvSpPr/>
            <p:nvPr/>
          </p:nvSpPr>
          <p:spPr>
            <a:xfrm>
              <a:off x="5833579" y="2750117"/>
              <a:ext cx="9444" cy="83941"/>
            </a:xfrm>
            <a:custGeom>
              <a:rect b="b" l="l" r="r" t="t"/>
              <a:pathLst>
                <a:path extrusionOk="0" h="2311" w="260">
                  <a:moveTo>
                    <a:pt x="1" y="0"/>
                  </a:moveTo>
                  <a:lnTo>
                    <a:pt x="1" y="2311"/>
                  </a:lnTo>
                  <a:lnTo>
                    <a:pt x="260" y="2311"/>
                  </a:lnTo>
                  <a:lnTo>
                    <a:pt x="260"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0"/>
            <p:cNvSpPr/>
            <p:nvPr/>
          </p:nvSpPr>
          <p:spPr>
            <a:xfrm>
              <a:off x="5902626" y="2736497"/>
              <a:ext cx="19469" cy="1998"/>
            </a:xfrm>
            <a:custGeom>
              <a:rect b="b" l="l" r="r" t="t"/>
              <a:pathLst>
                <a:path extrusionOk="0" h="55" w="536">
                  <a:moveTo>
                    <a:pt x="277" y="1"/>
                  </a:moveTo>
                  <a:lnTo>
                    <a:pt x="0" y="54"/>
                  </a:lnTo>
                  <a:lnTo>
                    <a:pt x="259" y="54"/>
                  </a:lnTo>
                  <a:lnTo>
                    <a:pt x="535"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0"/>
            <p:cNvSpPr/>
            <p:nvPr/>
          </p:nvSpPr>
          <p:spPr>
            <a:xfrm>
              <a:off x="5911997" y="2736497"/>
              <a:ext cx="10098" cy="85903"/>
            </a:xfrm>
            <a:custGeom>
              <a:rect b="b" l="l" r="r" t="t"/>
              <a:pathLst>
                <a:path extrusionOk="0" h="2365" w="278">
                  <a:moveTo>
                    <a:pt x="277" y="1"/>
                  </a:moveTo>
                  <a:lnTo>
                    <a:pt x="1" y="54"/>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0"/>
            <p:cNvSpPr/>
            <p:nvPr/>
          </p:nvSpPr>
          <p:spPr>
            <a:xfrm>
              <a:off x="5902626" y="2738458"/>
              <a:ext cx="9408" cy="83941"/>
            </a:xfrm>
            <a:custGeom>
              <a:rect b="b" l="l" r="r" t="t"/>
              <a:pathLst>
                <a:path extrusionOk="0" h="2311" w="259">
                  <a:moveTo>
                    <a:pt x="0" y="0"/>
                  </a:moveTo>
                  <a:lnTo>
                    <a:pt x="0" y="2311"/>
                  </a:lnTo>
                  <a:lnTo>
                    <a:pt x="259" y="2311"/>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0"/>
            <p:cNvSpPr/>
            <p:nvPr/>
          </p:nvSpPr>
          <p:spPr>
            <a:xfrm>
              <a:off x="5971636" y="2724838"/>
              <a:ext cx="19469" cy="1671"/>
            </a:xfrm>
            <a:custGeom>
              <a:rect b="b" l="l" r="r" t="t"/>
              <a:pathLst>
                <a:path extrusionOk="0" h="46" w="536">
                  <a:moveTo>
                    <a:pt x="277" y="0"/>
                  </a:moveTo>
                  <a:lnTo>
                    <a:pt x="0" y="45"/>
                  </a:lnTo>
                  <a:lnTo>
                    <a:pt x="259" y="45"/>
                  </a:lnTo>
                  <a:lnTo>
                    <a:pt x="535"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0"/>
            <p:cNvSpPr/>
            <p:nvPr/>
          </p:nvSpPr>
          <p:spPr>
            <a:xfrm>
              <a:off x="5981007" y="2724838"/>
              <a:ext cx="10098" cy="85903"/>
            </a:xfrm>
            <a:custGeom>
              <a:rect b="b" l="l" r="r" t="t"/>
              <a:pathLst>
                <a:path extrusionOk="0" h="2365" w="278">
                  <a:moveTo>
                    <a:pt x="277" y="0"/>
                  </a:moveTo>
                  <a:lnTo>
                    <a:pt x="1" y="45"/>
                  </a:lnTo>
                  <a:lnTo>
                    <a:pt x="1" y="2365"/>
                  </a:lnTo>
                  <a:lnTo>
                    <a:pt x="277" y="2320"/>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0"/>
            <p:cNvSpPr/>
            <p:nvPr/>
          </p:nvSpPr>
          <p:spPr>
            <a:xfrm>
              <a:off x="5971636" y="2726472"/>
              <a:ext cx="9408" cy="84268"/>
            </a:xfrm>
            <a:custGeom>
              <a:rect b="b" l="l" r="r" t="t"/>
              <a:pathLst>
                <a:path extrusionOk="0" h="2320" w="259">
                  <a:moveTo>
                    <a:pt x="0" y="0"/>
                  </a:moveTo>
                  <a:lnTo>
                    <a:pt x="0" y="2320"/>
                  </a:lnTo>
                  <a:lnTo>
                    <a:pt x="259" y="2320"/>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0"/>
            <p:cNvSpPr/>
            <p:nvPr/>
          </p:nvSpPr>
          <p:spPr>
            <a:xfrm>
              <a:off x="6040647" y="2713178"/>
              <a:ext cx="19469" cy="1635"/>
            </a:xfrm>
            <a:custGeom>
              <a:rect b="b" l="l" r="r" t="t"/>
              <a:pathLst>
                <a:path extrusionOk="0" h="45" w="536">
                  <a:moveTo>
                    <a:pt x="277" y="0"/>
                  </a:moveTo>
                  <a:lnTo>
                    <a:pt x="0" y="45"/>
                  </a:lnTo>
                  <a:lnTo>
                    <a:pt x="259" y="45"/>
                  </a:lnTo>
                  <a:lnTo>
                    <a:pt x="536"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0"/>
            <p:cNvSpPr/>
            <p:nvPr/>
          </p:nvSpPr>
          <p:spPr>
            <a:xfrm>
              <a:off x="6050054" y="2713178"/>
              <a:ext cx="10061" cy="85903"/>
            </a:xfrm>
            <a:custGeom>
              <a:rect b="b" l="l" r="r" t="t"/>
              <a:pathLst>
                <a:path extrusionOk="0" h="2365" w="277">
                  <a:moveTo>
                    <a:pt x="277" y="0"/>
                  </a:moveTo>
                  <a:lnTo>
                    <a:pt x="0" y="45"/>
                  </a:lnTo>
                  <a:lnTo>
                    <a:pt x="0" y="2364"/>
                  </a:lnTo>
                  <a:lnTo>
                    <a:pt x="277" y="2320"/>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0"/>
            <p:cNvSpPr/>
            <p:nvPr/>
          </p:nvSpPr>
          <p:spPr>
            <a:xfrm>
              <a:off x="6040647" y="2714777"/>
              <a:ext cx="9444" cy="84305"/>
            </a:xfrm>
            <a:custGeom>
              <a:rect b="b" l="l" r="r" t="t"/>
              <a:pathLst>
                <a:path extrusionOk="0" h="2321" w="260">
                  <a:moveTo>
                    <a:pt x="0" y="1"/>
                  </a:moveTo>
                  <a:lnTo>
                    <a:pt x="0" y="2320"/>
                  </a:lnTo>
                  <a:lnTo>
                    <a:pt x="259" y="2320"/>
                  </a:lnTo>
                  <a:lnTo>
                    <a:pt x="259"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0"/>
            <p:cNvSpPr/>
            <p:nvPr/>
          </p:nvSpPr>
          <p:spPr>
            <a:xfrm>
              <a:off x="6109985" y="2701519"/>
              <a:ext cx="19469" cy="1635"/>
            </a:xfrm>
            <a:custGeom>
              <a:rect b="b" l="l" r="r" t="t"/>
              <a:pathLst>
                <a:path extrusionOk="0" h="45" w="536">
                  <a:moveTo>
                    <a:pt x="277" y="0"/>
                  </a:moveTo>
                  <a:lnTo>
                    <a:pt x="0" y="45"/>
                  </a:lnTo>
                  <a:lnTo>
                    <a:pt x="259" y="45"/>
                  </a:lnTo>
                  <a:lnTo>
                    <a:pt x="536"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0"/>
            <p:cNvSpPr/>
            <p:nvPr/>
          </p:nvSpPr>
          <p:spPr>
            <a:xfrm>
              <a:off x="6119392" y="2701519"/>
              <a:ext cx="10061" cy="85903"/>
            </a:xfrm>
            <a:custGeom>
              <a:rect b="b" l="l" r="r" t="t"/>
              <a:pathLst>
                <a:path extrusionOk="0" h="2365" w="277">
                  <a:moveTo>
                    <a:pt x="277" y="0"/>
                  </a:moveTo>
                  <a:lnTo>
                    <a:pt x="0" y="45"/>
                  </a:lnTo>
                  <a:lnTo>
                    <a:pt x="0" y="2364"/>
                  </a:lnTo>
                  <a:lnTo>
                    <a:pt x="277" y="2311"/>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0"/>
            <p:cNvSpPr/>
            <p:nvPr/>
          </p:nvSpPr>
          <p:spPr>
            <a:xfrm>
              <a:off x="6109985" y="2703117"/>
              <a:ext cx="9444" cy="84305"/>
            </a:xfrm>
            <a:custGeom>
              <a:rect b="b" l="l" r="r" t="t"/>
              <a:pathLst>
                <a:path extrusionOk="0" h="2321" w="260">
                  <a:moveTo>
                    <a:pt x="0" y="1"/>
                  </a:moveTo>
                  <a:lnTo>
                    <a:pt x="0" y="2320"/>
                  </a:lnTo>
                  <a:lnTo>
                    <a:pt x="259" y="2320"/>
                  </a:lnTo>
                  <a:lnTo>
                    <a:pt x="259"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0"/>
            <p:cNvSpPr/>
            <p:nvPr/>
          </p:nvSpPr>
          <p:spPr>
            <a:xfrm>
              <a:off x="6178995" y="2689824"/>
              <a:ext cx="19469" cy="1671"/>
            </a:xfrm>
            <a:custGeom>
              <a:rect b="b" l="l" r="r" t="t"/>
              <a:pathLst>
                <a:path extrusionOk="0" h="46" w="536">
                  <a:moveTo>
                    <a:pt x="277" y="1"/>
                  </a:moveTo>
                  <a:lnTo>
                    <a:pt x="1" y="46"/>
                  </a:lnTo>
                  <a:lnTo>
                    <a:pt x="259" y="46"/>
                  </a:lnTo>
                  <a:lnTo>
                    <a:pt x="536"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0"/>
            <p:cNvSpPr/>
            <p:nvPr/>
          </p:nvSpPr>
          <p:spPr>
            <a:xfrm>
              <a:off x="6188402" y="2689824"/>
              <a:ext cx="10061" cy="85939"/>
            </a:xfrm>
            <a:custGeom>
              <a:rect b="b" l="l" r="r" t="t"/>
              <a:pathLst>
                <a:path extrusionOk="0" h="2366" w="277">
                  <a:moveTo>
                    <a:pt x="277" y="1"/>
                  </a:moveTo>
                  <a:lnTo>
                    <a:pt x="0" y="46"/>
                  </a:lnTo>
                  <a:lnTo>
                    <a:pt x="0" y="2365"/>
                  </a:lnTo>
                  <a:lnTo>
                    <a:pt x="277" y="2312"/>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0"/>
            <p:cNvSpPr/>
            <p:nvPr/>
          </p:nvSpPr>
          <p:spPr>
            <a:xfrm>
              <a:off x="6178995" y="2691458"/>
              <a:ext cx="9444" cy="84305"/>
            </a:xfrm>
            <a:custGeom>
              <a:rect b="b" l="l" r="r" t="t"/>
              <a:pathLst>
                <a:path extrusionOk="0" h="2321" w="260">
                  <a:moveTo>
                    <a:pt x="1" y="1"/>
                  </a:moveTo>
                  <a:lnTo>
                    <a:pt x="1" y="2320"/>
                  </a:lnTo>
                  <a:lnTo>
                    <a:pt x="259" y="2320"/>
                  </a:lnTo>
                  <a:lnTo>
                    <a:pt x="259"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0"/>
            <p:cNvSpPr/>
            <p:nvPr/>
          </p:nvSpPr>
          <p:spPr>
            <a:xfrm>
              <a:off x="6248006" y="2677838"/>
              <a:ext cx="19505" cy="1998"/>
            </a:xfrm>
            <a:custGeom>
              <a:rect b="b" l="l" r="r" t="t"/>
              <a:pathLst>
                <a:path extrusionOk="0" h="55" w="537">
                  <a:moveTo>
                    <a:pt x="277" y="1"/>
                  </a:moveTo>
                  <a:lnTo>
                    <a:pt x="1" y="54"/>
                  </a:lnTo>
                  <a:lnTo>
                    <a:pt x="260" y="54"/>
                  </a:lnTo>
                  <a:lnTo>
                    <a:pt x="536"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0"/>
            <p:cNvSpPr/>
            <p:nvPr/>
          </p:nvSpPr>
          <p:spPr>
            <a:xfrm>
              <a:off x="6257413" y="2677838"/>
              <a:ext cx="10098" cy="85903"/>
            </a:xfrm>
            <a:custGeom>
              <a:rect b="b" l="l" r="r" t="t"/>
              <a:pathLst>
                <a:path extrusionOk="0" h="2365" w="278">
                  <a:moveTo>
                    <a:pt x="277" y="1"/>
                  </a:moveTo>
                  <a:lnTo>
                    <a:pt x="1" y="54"/>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0"/>
            <p:cNvSpPr/>
            <p:nvPr/>
          </p:nvSpPr>
          <p:spPr>
            <a:xfrm>
              <a:off x="6248006" y="2679799"/>
              <a:ext cx="9444" cy="83941"/>
            </a:xfrm>
            <a:custGeom>
              <a:rect b="b" l="l" r="r" t="t"/>
              <a:pathLst>
                <a:path extrusionOk="0" h="2311" w="260">
                  <a:moveTo>
                    <a:pt x="1" y="0"/>
                  </a:moveTo>
                  <a:lnTo>
                    <a:pt x="1" y="2311"/>
                  </a:lnTo>
                  <a:lnTo>
                    <a:pt x="260" y="2311"/>
                  </a:lnTo>
                  <a:lnTo>
                    <a:pt x="260"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0"/>
            <p:cNvSpPr/>
            <p:nvPr/>
          </p:nvSpPr>
          <p:spPr>
            <a:xfrm>
              <a:off x="6317053" y="2666179"/>
              <a:ext cx="19469" cy="1998"/>
            </a:xfrm>
            <a:custGeom>
              <a:rect b="b" l="l" r="r" t="t"/>
              <a:pathLst>
                <a:path extrusionOk="0" h="55" w="536">
                  <a:moveTo>
                    <a:pt x="277" y="1"/>
                  </a:moveTo>
                  <a:lnTo>
                    <a:pt x="0" y="54"/>
                  </a:lnTo>
                  <a:lnTo>
                    <a:pt x="259" y="54"/>
                  </a:lnTo>
                  <a:lnTo>
                    <a:pt x="535"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0"/>
            <p:cNvSpPr/>
            <p:nvPr/>
          </p:nvSpPr>
          <p:spPr>
            <a:xfrm>
              <a:off x="6326424" y="2666179"/>
              <a:ext cx="10098" cy="85903"/>
            </a:xfrm>
            <a:custGeom>
              <a:rect b="b" l="l" r="r" t="t"/>
              <a:pathLst>
                <a:path extrusionOk="0" h="2365" w="278">
                  <a:moveTo>
                    <a:pt x="277" y="1"/>
                  </a:moveTo>
                  <a:lnTo>
                    <a:pt x="1" y="54"/>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0"/>
            <p:cNvSpPr/>
            <p:nvPr/>
          </p:nvSpPr>
          <p:spPr>
            <a:xfrm>
              <a:off x="6317053" y="2668140"/>
              <a:ext cx="9408" cy="83941"/>
            </a:xfrm>
            <a:custGeom>
              <a:rect b="b" l="l" r="r" t="t"/>
              <a:pathLst>
                <a:path extrusionOk="0" h="2311" w="259">
                  <a:moveTo>
                    <a:pt x="0" y="0"/>
                  </a:moveTo>
                  <a:lnTo>
                    <a:pt x="0" y="2311"/>
                  </a:lnTo>
                  <a:lnTo>
                    <a:pt x="259" y="2311"/>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0"/>
            <p:cNvSpPr/>
            <p:nvPr/>
          </p:nvSpPr>
          <p:spPr>
            <a:xfrm>
              <a:off x="6386390" y="2654520"/>
              <a:ext cx="19469" cy="1671"/>
            </a:xfrm>
            <a:custGeom>
              <a:rect b="b" l="l" r="r" t="t"/>
              <a:pathLst>
                <a:path extrusionOk="0" h="46" w="536">
                  <a:moveTo>
                    <a:pt x="277" y="1"/>
                  </a:moveTo>
                  <a:lnTo>
                    <a:pt x="0" y="45"/>
                  </a:lnTo>
                  <a:lnTo>
                    <a:pt x="259" y="45"/>
                  </a:lnTo>
                  <a:lnTo>
                    <a:pt x="535"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0"/>
            <p:cNvSpPr/>
            <p:nvPr/>
          </p:nvSpPr>
          <p:spPr>
            <a:xfrm>
              <a:off x="6395761" y="2654520"/>
              <a:ext cx="10098" cy="85903"/>
            </a:xfrm>
            <a:custGeom>
              <a:rect b="b" l="l" r="r" t="t"/>
              <a:pathLst>
                <a:path extrusionOk="0" h="2365" w="278">
                  <a:moveTo>
                    <a:pt x="277" y="1"/>
                  </a:moveTo>
                  <a:lnTo>
                    <a:pt x="1" y="45"/>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0"/>
            <p:cNvSpPr/>
            <p:nvPr/>
          </p:nvSpPr>
          <p:spPr>
            <a:xfrm>
              <a:off x="6386390" y="2656154"/>
              <a:ext cx="9408" cy="84268"/>
            </a:xfrm>
            <a:custGeom>
              <a:rect b="b" l="l" r="r" t="t"/>
              <a:pathLst>
                <a:path extrusionOk="0" h="2320" w="259">
                  <a:moveTo>
                    <a:pt x="0" y="0"/>
                  </a:moveTo>
                  <a:lnTo>
                    <a:pt x="0" y="2320"/>
                  </a:lnTo>
                  <a:lnTo>
                    <a:pt x="259" y="2320"/>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0"/>
            <p:cNvSpPr/>
            <p:nvPr/>
          </p:nvSpPr>
          <p:spPr>
            <a:xfrm>
              <a:off x="6455401" y="2642860"/>
              <a:ext cx="19469" cy="1671"/>
            </a:xfrm>
            <a:custGeom>
              <a:rect b="b" l="l" r="r" t="t"/>
              <a:pathLst>
                <a:path extrusionOk="0" h="46" w="536">
                  <a:moveTo>
                    <a:pt x="277" y="0"/>
                  </a:moveTo>
                  <a:lnTo>
                    <a:pt x="0" y="45"/>
                  </a:lnTo>
                  <a:lnTo>
                    <a:pt x="259" y="45"/>
                  </a:lnTo>
                  <a:lnTo>
                    <a:pt x="536"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0"/>
            <p:cNvSpPr/>
            <p:nvPr/>
          </p:nvSpPr>
          <p:spPr>
            <a:xfrm>
              <a:off x="6464808" y="2642860"/>
              <a:ext cx="10061" cy="85903"/>
            </a:xfrm>
            <a:custGeom>
              <a:rect b="b" l="l" r="r" t="t"/>
              <a:pathLst>
                <a:path extrusionOk="0" h="2365" w="277">
                  <a:moveTo>
                    <a:pt x="277" y="0"/>
                  </a:moveTo>
                  <a:lnTo>
                    <a:pt x="0" y="45"/>
                  </a:lnTo>
                  <a:lnTo>
                    <a:pt x="0" y="2365"/>
                  </a:lnTo>
                  <a:lnTo>
                    <a:pt x="277" y="2320"/>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0"/>
            <p:cNvSpPr/>
            <p:nvPr/>
          </p:nvSpPr>
          <p:spPr>
            <a:xfrm>
              <a:off x="6455401" y="2644495"/>
              <a:ext cx="9444" cy="84268"/>
            </a:xfrm>
            <a:custGeom>
              <a:rect b="b" l="l" r="r" t="t"/>
              <a:pathLst>
                <a:path extrusionOk="0" h="2320" w="260">
                  <a:moveTo>
                    <a:pt x="0" y="0"/>
                  </a:moveTo>
                  <a:lnTo>
                    <a:pt x="0" y="2320"/>
                  </a:lnTo>
                  <a:lnTo>
                    <a:pt x="259" y="2320"/>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0"/>
            <p:cNvSpPr/>
            <p:nvPr/>
          </p:nvSpPr>
          <p:spPr>
            <a:xfrm>
              <a:off x="6524411" y="2631201"/>
              <a:ext cx="19469" cy="1635"/>
            </a:xfrm>
            <a:custGeom>
              <a:rect b="b" l="l" r="r" t="t"/>
              <a:pathLst>
                <a:path extrusionOk="0" h="45" w="536">
                  <a:moveTo>
                    <a:pt x="277" y="0"/>
                  </a:moveTo>
                  <a:lnTo>
                    <a:pt x="0" y="45"/>
                  </a:lnTo>
                  <a:lnTo>
                    <a:pt x="259" y="45"/>
                  </a:lnTo>
                  <a:lnTo>
                    <a:pt x="536"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0"/>
            <p:cNvSpPr/>
            <p:nvPr/>
          </p:nvSpPr>
          <p:spPr>
            <a:xfrm>
              <a:off x="6533819" y="2631201"/>
              <a:ext cx="10061" cy="85903"/>
            </a:xfrm>
            <a:custGeom>
              <a:rect b="b" l="l" r="r" t="t"/>
              <a:pathLst>
                <a:path extrusionOk="0" h="2365" w="277">
                  <a:moveTo>
                    <a:pt x="277" y="0"/>
                  </a:moveTo>
                  <a:lnTo>
                    <a:pt x="0" y="45"/>
                  </a:lnTo>
                  <a:lnTo>
                    <a:pt x="0" y="2364"/>
                  </a:lnTo>
                  <a:lnTo>
                    <a:pt x="277" y="2311"/>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0"/>
            <p:cNvSpPr/>
            <p:nvPr/>
          </p:nvSpPr>
          <p:spPr>
            <a:xfrm>
              <a:off x="6524411" y="2632799"/>
              <a:ext cx="9444" cy="84305"/>
            </a:xfrm>
            <a:custGeom>
              <a:rect b="b" l="l" r="r" t="t"/>
              <a:pathLst>
                <a:path extrusionOk="0" h="2321" w="260">
                  <a:moveTo>
                    <a:pt x="0" y="1"/>
                  </a:moveTo>
                  <a:lnTo>
                    <a:pt x="0" y="2320"/>
                  </a:lnTo>
                  <a:lnTo>
                    <a:pt x="259" y="2320"/>
                  </a:lnTo>
                  <a:lnTo>
                    <a:pt x="259"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0"/>
            <p:cNvSpPr/>
            <p:nvPr/>
          </p:nvSpPr>
          <p:spPr>
            <a:xfrm>
              <a:off x="6593422" y="2619542"/>
              <a:ext cx="19469" cy="1635"/>
            </a:xfrm>
            <a:custGeom>
              <a:rect b="b" l="l" r="r" t="t"/>
              <a:pathLst>
                <a:path extrusionOk="0" h="45" w="536">
                  <a:moveTo>
                    <a:pt x="277" y="0"/>
                  </a:moveTo>
                  <a:lnTo>
                    <a:pt x="1" y="45"/>
                  </a:lnTo>
                  <a:lnTo>
                    <a:pt x="259" y="45"/>
                  </a:lnTo>
                  <a:lnTo>
                    <a:pt x="536"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0"/>
            <p:cNvSpPr/>
            <p:nvPr/>
          </p:nvSpPr>
          <p:spPr>
            <a:xfrm>
              <a:off x="6602829" y="2619542"/>
              <a:ext cx="10061" cy="85903"/>
            </a:xfrm>
            <a:custGeom>
              <a:rect b="b" l="l" r="r" t="t"/>
              <a:pathLst>
                <a:path extrusionOk="0" h="2365" w="277">
                  <a:moveTo>
                    <a:pt x="277" y="0"/>
                  </a:moveTo>
                  <a:lnTo>
                    <a:pt x="0" y="45"/>
                  </a:lnTo>
                  <a:lnTo>
                    <a:pt x="0" y="2364"/>
                  </a:lnTo>
                  <a:lnTo>
                    <a:pt x="277" y="2311"/>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0"/>
            <p:cNvSpPr/>
            <p:nvPr/>
          </p:nvSpPr>
          <p:spPr>
            <a:xfrm>
              <a:off x="6593422" y="2621140"/>
              <a:ext cx="9444" cy="84305"/>
            </a:xfrm>
            <a:custGeom>
              <a:rect b="b" l="l" r="r" t="t"/>
              <a:pathLst>
                <a:path extrusionOk="0" h="2321" w="260">
                  <a:moveTo>
                    <a:pt x="1" y="1"/>
                  </a:moveTo>
                  <a:lnTo>
                    <a:pt x="1" y="2320"/>
                  </a:lnTo>
                  <a:lnTo>
                    <a:pt x="259" y="2320"/>
                  </a:lnTo>
                  <a:lnTo>
                    <a:pt x="259"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0"/>
            <p:cNvSpPr/>
            <p:nvPr/>
          </p:nvSpPr>
          <p:spPr>
            <a:xfrm>
              <a:off x="6662432" y="2607556"/>
              <a:ext cx="19832" cy="1961"/>
            </a:xfrm>
            <a:custGeom>
              <a:rect b="b" l="l" r="r" t="t"/>
              <a:pathLst>
                <a:path extrusionOk="0" h="54" w="546">
                  <a:moveTo>
                    <a:pt x="277" y="0"/>
                  </a:moveTo>
                  <a:lnTo>
                    <a:pt x="1" y="54"/>
                  </a:lnTo>
                  <a:lnTo>
                    <a:pt x="268" y="54"/>
                  </a:lnTo>
                  <a:lnTo>
                    <a:pt x="545"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0"/>
            <p:cNvSpPr/>
            <p:nvPr/>
          </p:nvSpPr>
          <p:spPr>
            <a:xfrm>
              <a:off x="6672167" y="2607556"/>
              <a:ext cx="10098" cy="85903"/>
            </a:xfrm>
            <a:custGeom>
              <a:rect b="b" l="l" r="r" t="t"/>
              <a:pathLst>
                <a:path extrusionOk="0" h="2365" w="278">
                  <a:moveTo>
                    <a:pt x="277" y="0"/>
                  </a:moveTo>
                  <a:lnTo>
                    <a:pt x="0" y="54"/>
                  </a:lnTo>
                  <a:lnTo>
                    <a:pt x="0" y="2364"/>
                  </a:lnTo>
                  <a:lnTo>
                    <a:pt x="277" y="2320"/>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0"/>
            <p:cNvSpPr/>
            <p:nvPr/>
          </p:nvSpPr>
          <p:spPr>
            <a:xfrm>
              <a:off x="6662432" y="2609481"/>
              <a:ext cx="9444" cy="83978"/>
            </a:xfrm>
            <a:custGeom>
              <a:rect b="b" l="l" r="r" t="t"/>
              <a:pathLst>
                <a:path extrusionOk="0" h="2312" w="260">
                  <a:moveTo>
                    <a:pt x="1" y="1"/>
                  </a:moveTo>
                  <a:lnTo>
                    <a:pt x="1" y="2311"/>
                  </a:lnTo>
                  <a:lnTo>
                    <a:pt x="260" y="2311"/>
                  </a:lnTo>
                  <a:lnTo>
                    <a:pt x="260"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0"/>
            <p:cNvSpPr/>
            <p:nvPr/>
          </p:nvSpPr>
          <p:spPr>
            <a:xfrm>
              <a:off x="6731770" y="2595861"/>
              <a:ext cx="19505" cy="1998"/>
            </a:xfrm>
            <a:custGeom>
              <a:rect b="b" l="l" r="r" t="t"/>
              <a:pathLst>
                <a:path extrusionOk="0" h="55" w="537">
                  <a:moveTo>
                    <a:pt x="278" y="1"/>
                  </a:moveTo>
                  <a:lnTo>
                    <a:pt x="1" y="54"/>
                  </a:lnTo>
                  <a:lnTo>
                    <a:pt x="260" y="54"/>
                  </a:lnTo>
                  <a:lnTo>
                    <a:pt x="536"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0"/>
            <p:cNvSpPr/>
            <p:nvPr/>
          </p:nvSpPr>
          <p:spPr>
            <a:xfrm>
              <a:off x="6741177" y="2595861"/>
              <a:ext cx="10098" cy="85903"/>
            </a:xfrm>
            <a:custGeom>
              <a:rect b="b" l="l" r="r" t="t"/>
              <a:pathLst>
                <a:path extrusionOk="0" h="2365" w="278">
                  <a:moveTo>
                    <a:pt x="277" y="1"/>
                  </a:moveTo>
                  <a:lnTo>
                    <a:pt x="1" y="54"/>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0"/>
            <p:cNvSpPr/>
            <p:nvPr/>
          </p:nvSpPr>
          <p:spPr>
            <a:xfrm>
              <a:off x="6731770" y="2597822"/>
              <a:ext cx="9444" cy="83941"/>
            </a:xfrm>
            <a:custGeom>
              <a:rect b="b" l="l" r="r" t="t"/>
              <a:pathLst>
                <a:path extrusionOk="0" h="2311" w="260">
                  <a:moveTo>
                    <a:pt x="1" y="0"/>
                  </a:moveTo>
                  <a:lnTo>
                    <a:pt x="1" y="2311"/>
                  </a:lnTo>
                  <a:lnTo>
                    <a:pt x="260" y="2311"/>
                  </a:lnTo>
                  <a:lnTo>
                    <a:pt x="260"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0"/>
            <p:cNvSpPr/>
            <p:nvPr/>
          </p:nvSpPr>
          <p:spPr>
            <a:xfrm>
              <a:off x="6800817" y="2584201"/>
              <a:ext cx="19469" cy="1671"/>
            </a:xfrm>
            <a:custGeom>
              <a:rect b="b" l="l" r="r" t="t"/>
              <a:pathLst>
                <a:path extrusionOk="0" h="46" w="536">
                  <a:moveTo>
                    <a:pt x="277" y="1"/>
                  </a:moveTo>
                  <a:lnTo>
                    <a:pt x="0" y="45"/>
                  </a:lnTo>
                  <a:lnTo>
                    <a:pt x="259" y="45"/>
                  </a:lnTo>
                  <a:lnTo>
                    <a:pt x="535"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0"/>
            <p:cNvSpPr/>
            <p:nvPr/>
          </p:nvSpPr>
          <p:spPr>
            <a:xfrm>
              <a:off x="6810188" y="2584201"/>
              <a:ext cx="10098" cy="85903"/>
            </a:xfrm>
            <a:custGeom>
              <a:rect b="b" l="l" r="r" t="t"/>
              <a:pathLst>
                <a:path extrusionOk="0" h="2365" w="278">
                  <a:moveTo>
                    <a:pt x="277" y="1"/>
                  </a:moveTo>
                  <a:lnTo>
                    <a:pt x="1" y="45"/>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0"/>
            <p:cNvSpPr/>
            <p:nvPr/>
          </p:nvSpPr>
          <p:spPr>
            <a:xfrm>
              <a:off x="6800817" y="2585836"/>
              <a:ext cx="9408" cy="84268"/>
            </a:xfrm>
            <a:custGeom>
              <a:rect b="b" l="l" r="r" t="t"/>
              <a:pathLst>
                <a:path extrusionOk="0" h="2320" w="259">
                  <a:moveTo>
                    <a:pt x="0" y="0"/>
                  </a:moveTo>
                  <a:lnTo>
                    <a:pt x="0" y="2320"/>
                  </a:lnTo>
                  <a:lnTo>
                    <a:pt x="259" y="2320"/>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0"/>
            <p:cNvSpPr/>
            <p:nvPr/>
          </p:nvSpPr>
          <p:spPr>
            <a:xfrm>
              <a:off x="5739616" y="2566077"/>
              <a:ext cx="1105003" cy="204496"/>
            </a:xfrm>
            <a:custGeom>
              <a:rect b="b" l="l" r="r" t="t"/>
              <a:pathLst>
                <a:path extrusionOk="0" h="5630" w="30422">
                  <a:moveTo>
                    <a:pt x="30421" y="0"/>
                  </a:moveTo>
                  <a:lnTo>
                    <a:pt x="1" y="5165"/>
                  </a:lnTo>
                  <a:lnTo>
                    <a:pt x="1" y="5594"/>
                  </a:lnTo>
                  <a:lnTo>
                    <a:pt x="1" y="5629"/>
                  </a:lnTo>
                  <a:lnTo>
                    <a:pt x="30421" y="473"/>
                  </a:lnTo>
                  <a:lnTo>
                    <a:pt x="30421"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0"/>
            <p:cNvSpPr/>
            <p:nvPr/>
          </p:nvSpPr>
          <p:spPr>
            <a:xfrm>
              <a:off x="5739616" y="2579044"/>
              <a:ext cx="1105003" cy="191529"/>
            </a:xfrm>
            <a:custGeom>
              <a:rect b="b" l="l" r="r" t="t"/>
              <a:pathLst>
                <a:path extrusionOk="0" h="5273" w="30422">
                  <a:moveTo>
                    <a:pt x="30421" y="0"/>
                  </a:moveTo>
                  <a:lnTo>
                    <a:pt x="1" y="5165"/>
                  </a:lnTo>
                  <a:lnTo>
                    <a:pt x="1" y="5237"/>
                  </a:lnTo>
                  <a:lnTo>
                    <a:pt x="1" y="5272"/>
                  </a:lnTo>
                  <a:lnTo>
                    <a:pt x="30421" y="116"/>
                  </a:lnTo>
                  <a:lnTo>
                    <a:pt x="30421"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3" name="Google Shape;3913;p70"/>
          <p:cNvGrpSpPr/>
          <p:nvPr/>
        </p:nvGrpSpPr>
        <p:grpSpPr>
          <a:xfrm>
            <a:off x="5439700" y="741391"/>
            <a:ext cx="4503221" cy="2708498"/>
            <a:chOff x="6244119" y="1698941"/>
            <a:chExt cx="760628" cy="457625"/>
          </a:xfrm>
        </p:grpSpPr>
        <p:sp>
          <p:nvSpPr>
            <p:cNvPr id="3914" name="Google Shape;3914;p70"/>
            <p:cNvSpPr/>
            <p:nvPr/>
          </p:nvSpPr>
          <p:spPr>
            <a:xfrm>
              <a:off x="6462191" y="1698941"/>
              <a:ext cx="542556" cy="308882"/>
            </a:xfrm>
            <a:custGeom>
              <a:rect b="b" l="l" r="r" t="t"/>
              <a:pathLst>
                <a:path extrusionOk="0" h="6522" w="11456">
                  <a:moveTo>
                    <a:pt x="9502" y="0"/>
                  </a:moveTo>
                  <a:cubicBezTo>
                    <a:pt x="8699" y="0"/>
                    <a:pt x="8708" y="848"/>
                    <a:pt x="8708" y="848"/>
                  </a:cubicBezTo>
                  <a:cubicBezTo>
                    <a:pt x="8671" y="845"/>
                    <a:pt x="8636" y="844"/>
                    <a:pt x="8602" y="844"/>
                  </a:cubicBezTo>
                  <a:cubicBezTo>
                    <a:pt x="7656" y="844"/>
                    <a:pt x="7664" y="1775"/>
                    <a:pt x="7664" y="1775"/>
                  </a:cubicBezTo>
                  <a:cubicBezTo>
                    <a:pt x="7631" y="1773"/>
                    <a:pt x="7600" y="1772"/>
                    <a:pt x="7570" y="1772"/>
                  </a:cubicBezTo>
                  <a:cubicBezTo>
                    <a:pt x="6944" y="1772"/>
                    <a:pt x="6977" y="2284"/>
                    <a:pt x="6977" y="2284"/>
                  </a:cubicBezTo>
                  <a:cubicBezTo>
                    <a:pt x="6883" y="2268"/>
                    <a:pt x="6797" y="2261"/>
                    <a:pt x="6719" y="2261"/>
                  </a:cubicBezTo>
                  <a:cubicBezTo>
                    <a:pt x="5978" y="2261"/>
                    <a:pt x="5897" y="2882"/>
                    <a:pt x="5897" y="2882"/>
                  </a:cubicBezTo>
                  <a:cubicBezTo>
                    <a:pt x="5785" y="2868"/>
                    <a:pt x="5681" y="2861"/>
                    <a:pt x="5583" y="2861"/>
                  </a:cubicBezTo>
                  <a:cubicBezTo>
                    <a:pt x="4370" y="2861"/>
                    <a:pt x="4202" y="3854"/>
                    <a:pt x="4202" y="3854"/>
                  </a:cubicBezTo>
                  <a:cubicBezTo>
                    <a:pt x="4113" y="3833"/>
                    <a:pt x="4032" y="3823"/>
                    <a:pt x="3959" y="3823"/>
                  </a:cubicBezTo>
                  <a:cubicBezTo>
                    <a:pt x="3453" y="3823"/>
                    <a:pt x="3337" y="4273"/>
                    <a:pt x="3337" y="4273"/>
                  </a:cubicBezTo>
                  <a:cubicBezTo>
                    <a:pt x="3145" y="4199"/>
                    <a:pt x="2971" y="4168"/>
                    <a:pt x="2815" y="4168"/>
                  </a:cubicBezTo>
                  <a:cubicBezTo>
                    <a:pt x="2108" y="4168"/>
                    <a:pt x="1767" y="4791"/>
                    <a:pt x="1767" y="4791"/>
                  </a:cubicBezTo>
                  <a:cubicBezTo>
                    <a:pt x="1649" y="4743"/>
                    <a:pt x="1540" y="4724"/>
                    <a:pt x="1440" y="4724"/>
                  </a:cubicBezTo>
                  <a:cubicBezTo>
                    <a:pt x="1014" y="4724"/>
                    <a:pt x="768" y="5076"/>
                    <a:pt x="768" y="5076"/>
                  </a:cubicBezTo>
                  <a:lnTo>
                    <a:pt x="1" y="6521"/>
                  </a:lnTo>
                  <a:lnTo>
                    <a:pt x="11455" y="6521"/>
                  </a:lnTo>
                  <a:lnTo>
                    <a:pt x="1145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0"/>
            <p:cNvSpPr/>
            <p:nvPr/>
          </p:nvSpPr>
          <p:spPr>
            <a:xfrm>
              <a:off x="6401936" y="1925441"/>
              <a:ext cx="24990" cy="29240"/>
            </a:xfrm>
            <a:custGeom>
              <a:rect b="b" l="l" r="r" t="t"/>
              <a:pathLst>
                <a:path extrusionOk="0" h="805" w="688">
                  <a:moveTo>
                    <a:pt x="669" y="0"/>
                  </a:moveTo>
                  <a:cubicBezTo>
                    <a:pt x="619" y="0"/>
                    <a:pt x="477" y="18"/>
                    <a:pt x="455" y="215"/>
                  </a:cubicBezTo>
                  <a:cubicBezTo>
                    <a:pt x="455" y="215"/>
                    <a:pt x="437" y="208"/>
                    <a:pt x="413" y="208"/>
                  </a:cubicBezTo>
                  <a:cubicBezTo>
                    <a:pt x="378" y="208"/>
                    <a:pt x="332" y="224"/>
                    <a:pt x="322" y="305"/>
                  </a:cubicBezTo>
                  <a:cubicBezTo>
                    <a:pt x="322" y="305"/>
                    <a:pt x="274" y="288"/>
                    <a:pt x="215" y="288"/>
                  </a:cubicBezTo>
                  <a:cubicBezTo>
                    <a:pt x="132" y="288"/>
                    <a:pt x="26" y="321"/>
                    <a:pt x="0" y="483"/>
                  </a:cubicBezTo>
                  <a:lnTo>
                    <a:pt x="687" y="804"/>
                  </a:lnTo>
                  <a:lnTo>
                    <a:pt x="687" y="1"/>
                  </a:lnTo>
                  <a:cubicBezTo>
                    <a:pt x="687" y="1"/>
                    <a:pt x="680" y="0"/>
                    <a:pt x="669"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0"/>
            <p:cNvSpPr/>
            <p:nvPr/>
          </p:nvSpPr>
          <p:spPr>
            <a:xfrm>
              <a:off x="6780077" y="1840885"/>
              <a:ext cx="47328" cy="114452"/>
            </a:xfrm>
            <a:custGeom>
              <a:rect b="b" l="l" r="r" t="t"/>
              <a:pathLst>
                <a:path extrusionOk="0" h="3151" w="1303">
                  <a:moveTo>
                    <a:pt x="0" y="1"/>
                  </a:moveTo>
                  <a:lnTo>
                    <a:pt x="0" y="3150"/>
                  </a:lnTo>
                  <a:lnTo>
                    <a:pt x="1303" y="3150"/>
                  </a:lnTo>
                  <a:lnTo>
                    <a:pt x="1303"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0"/>
            <p:cNvSpPr/>
            <p:nvPr/>
          </p:nvSpPr>
          <p:spPr>
            <a:xfrm>
              <a:off x="6804376" y="1859373"/>
              <a:ext cx="5848" cy="1038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0"/>
            <p:cNvSpPr/>
            <p:nvPr/>
          </p:nvSpPr>
          <p:spPr>
            <a:xfrm>
              <a:off x="6790756" y="1848694"/>
              <a:ext cx="5884" cy="10715"/>
            </a:xfrm>
            <a:custGeom>
              <a:rect b="b" l="l" r="r" t="t"/>
              <a:pathLst>
                <a:path extrusionOk="0" h="295" w="162">
                  <a:moveTo>
                    <a:pt x="1" y="0"/>
                  </a:moveTo>
                  <a:lnTo>
                    <a:pt x="1" y="294"/>
                  </a:lnTo>
                  <a:lnTo>
                    <a:pt x="161" y="294"/>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0"/>
            <p:cNvSpPr/>
            <p:nvPr/>
          </p:nvSpPr>
          <p:spPr>
            <a:xfrm>
              <a:off x="6816689" y="1871359"/>
              <a:ext cx="5848" cy="10715"/>
            </a:xfrm>
            <a:custGeom>
              <a:rect b="b" l="l" r="r" t="t"/>
              <a:pathLst>
                <a:path extrusionOk="0" h="295" w="161">
                  <a:moveTo>
                    <a:pt x="0" y="1"/>
                  </a:moveTo>
                  <a:lnTo>
                    <a:pt x="0"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0"/>
            <p:cNvSpPr/>
            <p:nvPr/>
          </p:nvSpPr>
          <p:spPr>
            <a:xfrm>
              <a:off x="6808590" y="1896965"/>
              <a:ext cx="5848" cy="10715"/>
            </a:xfrm>
            <a:custGeom>
              <a:rect b="b" l="l" r="r" t="t"/>
              <a:pathLst>
                <a:path extrusionOk="0" h="295" w="161">
                  <a:moveTo>
                    <a:pt x="0" y="0"/>
                  </a:moveTo>
                  <a:lnTo>
                    <a:pt x="0"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0"/>
            <p:cNvSpPr/>
            <p:nvPr/>
          </p:nvSpPr>
          <p:spPr>
            <a:xfrm>
              <a:off x="6817343" y="1912838"/>
              <a:ext cx="5848" cy="10715"/>
            </a:xfrm>
            <a:custGeom>
              <a:rect b="b" l="l" r="r" t="t"/>
              <a:pathLst>
                <a:path extrusionOk="0" h="295" w="161">
                  <a:moveTo>
                    <a:pt x="0" y="0"/>
                  </a:moveTo>
                  <a:lnTo>
                    <a:pt x="0"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0"/>
            <p:cNvSpPr/>
            <p:nvPr/>
          </p:nvSpPr>
          <p:spPr>
            <a:xfrm>
              <a:off x="6787850" y="1870051"/>
              <a:ext cx="5848" cy="10751"/>
            </a:xfrm>
            <a:custGeom>
              <a:rect b="b" l="l" r="r" t="t"/>
              <a:pathLst>
                <a:path extrusionOk="0" h="296" w="161">
                  <a:moveTo>
                    <a:pt x="0" y="1"/>
                  </a:moveTo>
                  <a:lnTo>
                    <a:pt x="0"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0"/>
            <p:cNvSpPr/>
            <p:nvPr/>
          </p:nvSpPr>
          <p:spPr>
            <a:xfrm>
              <a:off x="6800817" y="1930671"/>
              <a:ext cx="11696" cy="24663"/>
            </a:xfrm>
            <a:custGeom>
              <a:rect b="b" l="l" r="r" t="t"/>
              <a:pathLst>
                <a:path extrusionOk="0" h="679" w="322">
                  <a:moveTo>
                    <a:pt x="0" y="0"/>
                  </a:moveTo>
                  <a:lnTo>
                    <a:pt x="0" y="678"/>
                  </a:lnTo>
                  <a:lnTo>
                    <a:pt x="321" y="678"/>
                  </a:lnTo>
                  <a:lnTo>
                    <a:pt x="32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0"/>
            <p:cNvSpPr/>
            <p:nvPr/>
          </p:nvSpPr>
          <p:spPr>
            <a:xfrm>
              <a:off x="6780077" y="1829553"/>
              <a:ext cx="47328" cy="11369"/>
            </a:xfrm>
            <a:custGeom>
              <a:rect b="b" l="l" r="r" t="t"/>
              <a:pathLst>
                <a:path extrusionOk="0" h="313" w="1303">
                  <a:moveTo>
                    <a:pt x="312" y="1"/>
                  </a:moveTo>
                  <a:lnTo>
                    <a:pt x="0" y="313"/>
                  </a:lnTo>
                  <a:lnTo>
                    <a:pt x="1303" y="313"/>
                  </a:lnTo>
                  <a:lnTo>
                    <a:pt x="130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0"/>
            <p:cNvSpPr/>
            <p:nvPr/>
          </p:nvSpPr>
          <p:spPr>
            <a:xfrm>
              <a:off x="6426235" y="1898563"/>
              <a:ext cx="32109" cy="56118"/>
            </a:xfrm>
            <a:custGeom>
              <a:rect b="b" l="l" r="r" t="t"/>
              <a:pathLst>
                <a:path extrusionOk="0" h="1545" w="884">
                  <a:moveTo>
                    <a:pt x="0" y="1"/>
                  </a:moveTo>
                  <a:lnTo>
                    <a:pt x="0" y="1544"/>
                  </a:lnTo>
                  <a:lnTo>
                    <a:pt x="884" y="1544"/>
                  </a:lnTo>
                  <a:lnTo>
                    <a:pt x="884"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0"/>
            <p:cNvSpPr/>
            <p:nvPr/>
          </p:nvSpPr>
          <p:spPr>
            <a:xfrm>
              <a:off x="6458306" y="1890791"/>
              <a:ext cx="7482" cy="63891"/>
            </a:xfrm>
            <a:custGeom>
              <a:rect b="b" l="l" r="r" t="t"/>
              <a:pathLst>
                <a:path extrusionOk="0" h="1759" w="206">
                  <a:moveTo>
                    <a:pt x="206" y="1"/>
                  </a:moveTo>
                  <a:lnTo>
                    <a:pt x="1" y="215"/>
                  </a:lnTo>
                  <a:lnTo>
                    <a:pt x="1" y="1758"/>
                  </a:lnTo>
                  <a:lnTo>
                    <a:pt x="206" y="1758"/>
                  </a:lnTo>
                  <a:lnTo>
                    <a:pt x="206"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0"/>
            <p:cNvSpPr/>
            <p:nvPr/>
          </p:nvSpPr>
          <p:spPr>
            <a:xfrm>
              <a:off x="6430121" y="1903757"/>
              <a:ext cx="4250" cy="7156"/>
            </a:xfrm>
            <a:custGeom>
              <a:rect b="b" l="l" r="r" t="t"/>
              <a:pathLst>
                <a:path extrusionOk="0" h="197" w="117">
                  <a:moveTo>
                    <a:pt x="0" y="1"/>
                  </a:moveTo>
                  <a:lnTo>
                    <a:pt x="0" y="197"/>
                  </a:lnTo>
                  <a:lnTo>
                    <a:pt x="116" y="197"/>
                  </a:lnTo>
                  <a:lnTo>
                    <a:pt x="11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0"/>
            <p:cNvSpPr/>
            <p:nvPr/>
          </p:nvSpPr>
          <p:spPr>
            <a:xfrm>
              <a:off x="6449553" y="1905719"/>
              <a:ext cx="4250" cy="7156"/>
            </a:xfrm>
            <a:custGeom>
              <a:rect b="b" l="l" r="r" t="t"/>
              <a:pathLst>
                <a:path extrusionOk="0" h="197" w="117">
                  <a:moveTo>
                    <a:pt x="1" y="0"/>
                  </a:moveTo>
                  <a:lnTo>
                    <a:pt x="1" y="196"/>
                  </a:lnTo>
                  <a:lnTo>
                    <a:pt x="117" y="196"/>
                  </a:lnTo>
                  <a:lnTo>
                    <a:pt x="117"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0"/>
            <p:cNvSpPr/>
            <p:nvPr/>
          </p:nvSpPr>
          <p:spPr>
            <a:xfrm>
              <a:off x="6439528" y="1911857"/>
              <a:ext cx="4250" cy="7156"/>
            </a:xfrm>
            <a:custGeom>
              <a:rect b="b" l="l" r="r" t="t"/>
              <a:pathLst>
                <a:path extrusionOk="0" h="197" w="117">
                  <a:moveTo>
                    <a:pt x="0" y="1"/>
                  </a:moveTo>
                  <a:lnTo>
                    <a:pt x="0" y="197"/>
                  </a:lnTo>
                  <a:lnTo>
                    <a:pt x="116" y="197"/>
                  </a:lnTo>
                  <a:lnTo>
                    <a:pt x="11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0"/>
            <p:cNvSpPr/>
            <p:nvPr/>
          </p:nvSpPr>
          <p:spPr>
            <a:xfrm>
              <a:off x="6448282" y="1925151"/>
              <a:ext cx="4250" cy="7156"/>
            </a:xfrm>
            <a:custGeom>
              <a:rect b="b" l="l" r="r" t="t"/>
              <a:pathLst>
                <a:path extrusionOk="0" h="197" w="117">
                  <a:moveTo>
                    <a:pt x="0" y="0"/>
                  </a:moveTo>
                  <a:lnTo>
                    <a:pt x="0" y="197"/>
                  </a:lnTo>
                  <a:lnTo>
                    <a:pt x="116" y="197"/>
                  </a:lnTo>
                  <a:lnTo>
                    <a:pt x="11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0"/>
            <p:cNvSpPr/>
            <p:nvPr/>
          </p:nvSpPr>
          <p:spPr>
            <a:xfrm>
              <a:off x="6433027" y="1923843"/>
              <a:ext cx="4250" cy="7192"/>
            </a:xfrm>
            <a:custGeom>
              <a:rect b="b" l="l" r="r" t="t"/>
              <a:pathLst>
                <a:path extrusionOk="0" h="198" w="117">
                  <a:moveTo>
                    <a:pt x="1" y="1"/>
                  </a:moveTo>
                  <a:lnTo>
                    <a:pt x="1" y="197"/>
                  </a:lnTo>
                  <a:lnTo>
                    <a:pt x="117" y="197"/>
                  </a:lnTo>
                  <a:lnTo>
                    <a:pt x="11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0"/>
            <p:cNvSpPr/>
            <p:nvPr/>
          </p:nvSpPr>
          <p:spPr>
            <a:xfrm>
              <a:off x="6436259" y="1939389"/>
              <a:ext cx="8136" cy="15292"/>
            </a:xfrm>
            <a:custGeom>
              <a:rect b="b" l="l" r="r" t="t"/>
              <a:pathLst>
                <a:path extrusionOk="0" h="421" w="224">
                  <a:moveTo>
                    <a:pt x="1" y="1"/>
                  </a:moveTo>
                  <a:lnTo>
                    <a:pt x="1" y="420"/>
                  </a:lnTo>
                  <a:lnTo>
                    <a:pt x="224" y="420"/>
                  </a:lnTo>
                  <a:lnTo>
                    <a:pt x="22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0"/>
            <p:cNvSpPr/>
            <p:nvPr/>
          </p:nvSpPr>
          <p:spPr>
            <a:xfrm>
              <a:off x="6426235" y="1890791"/>
              <a:ext cx="39555" cy="7809"/>
            </a:xfrm>
            <a:custGeom>
              <a:rect b="b" l="l" r="r" t="t"/>
              <a:pathLst>
                <a:path extrusionOk="0" h="215" w="1089">
                  <a:moveTo>
                    <a:pt x="215" y="1"/>
                  </a:moveTo>
                  <a:lnTo>
                    <a:pt x="0" y="215"/>
                  </a:lnTo>
                  <a:lnTo>
                    <a:pt x="884" y="215"/>
                  </a:lnTo>
                  <a:lnTo>
                    <a:pt x="108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0"/>
            <p:cNvSpPr/>
            <p:nvPr/>
          </p:nvSpPr>
          <p:spPr>
            <a:xfrm>
              <a:off x="6577549" y="1906990"/>
              <a:ext cx="52849" cy="85285"/>
            </a:xfrm>
            <a:custGeom>
              <a:rect b="b" l="l" r="r" t="t"/>
              <a:pathLst>
                <a:path extrusionOk="0" h="2348" w="1455">
                  <a:moveTo>
                    <a:pt x="1" y="1"/>
                  </a:moveTo>
                  <a:lnTo>
                    <a:pt x="1" y="2347"/>
                  </a:lnTo>
                  <a:lnTo>
                    <a:pt x="1455" y="2347"/>
                  </a:lnTo>
                  <a:lnTo>
                    <a:pt x="1455"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0"/>
            <p:cNvSpPr/>
            <p:nvPr/>
          </p:nvSpPr>
          <p:spPr>
            <a:xfrm>
              <a:off x="6616450" y="1913491"/>
              <a:ext cx="5521" cy="9734"/>
            </a:xfrm>
            <a:custGeom>
              <a:rect b="b" l="l" r="r" t="t"/>
              <a:pathLst>
                <a:path extrusionOk="0" h="268" w="152">
                  <a:moveTo>
                    <a:pt x="0" y="0"/>
                  </a:moveTo>
                  <a:lnTo>
                    <a:pt x="0" y="268"/>
                  </a:lnTo>
                  <a:lnTo>
                    <a:pt x="152" y="268"/>
                  </a:lnTo>
                  <a:lnTo>
                    <a:pt x="15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0"/>
            <p:cNvSpPr/>
            <p:nvPr/>
          </p:nvSpPr>
          <p:spPr>
            <a:xfrm>
              <a:off x="6602502" y="1925804"/>
              <a:ext cx="5230" cy="9734"/>
            </a:xfrm>
            <a:custGeom>
              <a:rect b="b" l="l" r="r" t="t"/>
              <a:pathLst>
                <a:path extrusionOk="0" h="268" w="144">
                  <a:moveTo>
                    <a:pt x="0" y="0"/>
                  </a:moveTo>
                  <a:lnTo>
                    <a:pt x="0" y="268"/>
                  </a:lnTo>
                  <a:lnTo>
                    <a:pt x="143" y="268"/>
                  </a:lnTo>
                  <a:lnTo>
                    <a:pt x="14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0"/>
            <p:cNvSpPr/>
            <p:nvPr/>
          </p:nvSpPr>
          <p:spPr>
            <a:xfrm>
              <a:off x="6584668" y="1915743"/>
              <a:ext cx="5230" cy="9444"/>
            </a:xfrm>
            <a:custGeom>
              <a:rect b="b" l="l" r="r" t="t"/>
              <a:pathLst>
                <a:path extrusionOk="0" h="260" w="144">
                  <a:moveTo>
                    <a:pt x="1" y="1"/>
                  </a:moveTo>
                  <a:lnTo>
                    <a:pt x="1" y="259"/>
                  </a:lnTo>
                  <a:lnTo>
                    <a:pt x="144" y="259"/>
                  </a:lnTo>
                  <a:lnTo>
                    <a:pt x="14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0"/>
            <p:cNvSpPr/>
            <p:nvPr/>
          </p:nvSpPr>
          <p:spPr>
            <a:xfrm>
              <a:off x="6613834" y="1936483"/>
              <a:ext cx="5557" cy="9444"/>
            </a:xfrm>
            <a:custGeom>
              <a:rect b="b" l="l" r="r" t="t"/>
              <a:pathLst>
                <a:path extrusionOk="0" h="260" w="153">
                  <a:moveTo>
                    <a:pt x="1" y="1"/>
                  </a:moveTo>
                  <a:lnTo>
                    <a:pt x="1" y="259"/>
                  </a:lnTo>
                  <a:lnTo>
                    <a:pt x="152" y="259"/>
                  </a:lnTo>
                  <a:lnTo>
                    <a:pt x="15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0"/>
            <p:cNvSpPr/>
            <p:nvPr/>
          </p:nvSpPr>
          <p:spPr>
            <a:xfrm>
              <a:off x="6588228" y="1935502"/>
              <a:ext cx="5557" cy="9771"/>
            </a:xfrm>
            <a:custGeom>
              <a:rect b="b" l="l" r="r" t="t"/>
              <a:pathLst>
                <a:path extrusionOk="0" h="269" w="153">
                  <a:moveTo>
                    <a:pt x="1" y="1"/>
                  </a:moveTo>
                  <a:lnTo>
                    <a:pt x="1" y="269"/>
                  </a:lnTo>
                  <a:lnTo>
                    <a:pt x="153" y="269"/>
                  </a:lnTo>
                  <a:lnTo>
                    <a:pt x="15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0"/>
            <p:cNvSpPr/>
            <p:nvPr/>
          </p:nvSpPr>
          <p:spPr>
            <a:xfrm>
              <a:off x="6602502" y="1964668"/>
              <a:ext cx="13330" cy="27605"/>
            </a:xfrm>
            <a:custGeom>
              <a:rect b="b" l="l" r="r" t="t"/>
              <a:pathLst>
                <a:path extrusionOk="0" h="760" w="367">
                  <a:moveTo>
                    <a:pt x="0" y="1"/>
                  </a:moveTo>
                  <a:lnTo>
                    <a:pt x="0" y="759"/>
                  </a:lnTo>
                  <a:lnTo>
                    <a:pt x="366" y="759"/>
                  </a:lnTo>
                  <a:lnTo>
                    <a:pt x="36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0"/>
            <p:cNvSpPr/>
            <p:nvPr/>
          </p:nvSpPr>
          <p:spPr>
            <a:xfrm>
              <a:off x="6577549" y="1894350"/>
              <a:ext cx="52849" cy="12677"/>
            </a:xfrm>
            <a:custGeom>
              <a:rect b="b" l="l" r="r" t="t"/>
              <a:pathLst>
                <a:path extrusionOk="0" h="349" w="1455">
                  <a:moveTo>
                    <a:pt x="1" y="1"/>
                  </a:moveTo>
                  <a:lnTo>
                    <a:pt x="1" y="349"/>
                  </a:lnTo>
                  <a:lnTo>
                    <a:pt x="1455" y="349"/>
                  </a:lnTo>
                  <a:lnTo>
                    <a:pt x="145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0"/>
            <p:cNvSpPr/>
            <p:nvPr/>
          </p:nvSpPr>
          <p:spPr>
            <a:xfrm>
              <a:off x="6560369" y="1980214"/>
              <a:ext cx="17217" cy="12059"/>
            </a:xfrm>
            <a:custGeom>
              <a:rect b="b" l="l" r="r" t="t"/>
              <a:pathLst>
                <a:path extrusionOk="0" h="332" w="474">
                  <a:moveTo>
                    <a:pt x="460" y="0"/>
                  </a:moveTo>
                  <a:cubicBezTo>
                    <a:pt x="423" y="0"/>
                    <a:pt x="320" y="12"/>
                    <a:pt x="313" y="144"/>
                  </a:cubicBezTo>
                  <a:cubicBezTo>
                    <a:pt x="313" y="144"/>
                    <a:pt x="300" y="140"/>
                    <a:pt x="284" y="140"/>
                  </a:cubicBezTo>
                  <a:cubicBezTo>
                    <a:pt x="257" y="140"/>
                    <a:pt x="220" y="150"/>
                    <a:pt x="215" y="206"/>
                  </a:cubicBezTo>
                  <a:cubicBezTo>
                    <a:pt x="215" y="206"/>
                    <a:pt x="182" y="194"/>
                    <a:pt x="141" y="194"/>
                  </a:cubicBezTo>
                  <a:cubicBezTo>
                    <a:pt x="86" y="194"/>
                    <a:pt x="16" y="217"/>
                    <a:pt x="1" y="331"/>
                  </a:cubicBezTo>
                  <a:lnTo>
                    <a:pt x="474" y="331"/>
                  </a:lnTo>
                  <a:lnTo>
                    <a:pt x="474" y="1"/>
                  </a:lnTo>
                  <a:cubicBezTo>
                    <a:pt x="474" y="1"/>
                    <a:pt x="469" y="0"/>
                    <a:pt x="46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0"/>
            <p:cNvSpPr/>
            <p:nvPr/>
          </p:nvSpPr>
          <p:spPr>
            <a:xfrm>
              <a:off x="6671186" y="1975637"/>
              <a:ext cx="24663" cy="17253"/>
            </a:xfrm>
            <a:custGeom>
              <a:rect b="b" l="l" r="r" t="t"/>
              <a:pathLst>
                <a:path extrusionOk="0" h="475" w="679">
                  <a:moveTo>
                    <a:pt x="651" y="0"/>
                  </a:moveTo>
                  <a:cubicBezTo>
                    <a:pt x="594" y="0"/>
                    <a:pt x="467" y="21"/>
                    <a:pt x="447" y="207"/>
                  </a:cubicBezTo>
                  <a:cubicBezTo>
                    <a:pt x="447" y="207"/>
                    <a:pt x="431" y="203"/>
                    <a:pt x="411" y="203"/>
                  </a:cubicBezTo>
                  <a:cubicBezTo>
                    <a:pt x="375" y="203"/>
                    <a:pt x="324" y="217"/>
                    <a:pt x="313" y="297"/>
                  </a:cubicBezTo>
                  <a:cubicBezTo>
                    <a:pt x="313" y="297"/>
                    <a:pt x="265" y="280"/>
                    <a:pt x="207" y="280"/>
                  </a:cubicBezTo>
                  <a:cubicBezTo>
                    <a:pt x="125" y="280"/>
                    <a:pt x="22" y="313"/>
                    <a:pt x="1" y="475"/>
                  </a:cubicBezTo>
                  <a:lnTo>
                    <a:pt x="679" y="475"/>
                  </a:lnTo>
                  <a:lnTo>
                    <a:pt x="679" y="2"/>
                  </a:lnTo>
                  <a:cubicBezTo>
                    <a:pt x="679" y="2"/>
                    <a:pt x="668" y="0"/>
                    <a:pt x="65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0"/>
            <p:cNvSpPr/>
            <p:nvPr/>
          </p:nvSpPr>
          <p:spPr>
            <a:xfrm>
              <a:off x="6552597" y="1940950"/>
              <a:ext cx="24990" cy="17290"/>
            </a:xfrm>
            <a:custGeom>
              <a:rect b="b" l="l" r="r" t="t"/>
              <a:pathLst>
                <a:path extrusionOk="0" h="476" w="688">
                  <a:moveTo>
                    <a:pt x="659" y="1"/>
                  </a:moveTo>
                  <a:cubicBezTo>
                    <a:pt x="599" y="1"/>
                    <a:pt x="467" y="22"/>
                    <a:pt x="447" y="208"/>
                  </a:cubicBezTo>
                  <a:cubicBezTo>
                    <a:pt x="447" y="208"/>
                    <a:pt x="431" y="203"/>
                    <a:pt x="411" y="203"/>
                  </a:cubicBezTo>
                  <a:cubicBezTo>
                    <a:pt x="375" y="203"/>
                    <a:pt x="324" y="217"/>
                    <a:pt x="313" y="297"/>
                  </a:cubicBezTo>
                  <a:cubicBezTo>
                    <a:pt x="313" y="297"/>
                    <a:pt x="265" y="280"/>
                    <a:pt x="207" y="280"/>
                  </a:cubicBezTo>
                  <a:cubicBezTo>
                    <a:pt x="125" y="280"/>
                    <a:pt x="22" y="314"/>
                    <a:pt x="1" y="475"/>
                  </a:cubicBezTo>
                  <a:lnTo>
                    <a:pt x="688" y="475"/>
                  </a:lnTo>
                  <a:lnTo>
                    <a:pt x="688" y="3"/>
                  </a:lnTo>
                  <a:cubicBezTo>
                    <a:pt x="688" y="3"/>
                    <a:pt x="676" y="1"/>
                    <a:pt x="659"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0"/>
            <p:cNvSpPr/>
            <p:nvPr/>
          </p:nvSpPr>
          <p:spPr>
            <a:xfrm>
              <a:off x="6510464" y="1968809"/>
              <a:ext cx="24990" cy="17290"/>
            </a:xfrm>
            <a:custGeom>
              <a:rect b="b" l="l" r="r" t="t"/>
              <a:pathLst>
                <a:path extrusionOk="0" h="476" w="688">
                  <a:moveTo>
                    <a:pt x="659" y="1"/>
                  </a:moveTo>
                  <a:cubicBezTo>
                    <a:pt x="600" y="1"/>
                    <a:pt x="470" y="22"/>
                    <a:pt x="456" y="208"/>
                  </a:cubicBezTo>
                  <a:cubicBezTo>
                    <a:pt x="456" y="208"/>
                    <a:pt x="441" y="204"/>
                    <a:pt x="420" y="204"/>
                  </a:cubicBezTo>
                  <a:cubicBezTo>
                    <a:pt x="382" y="204"/>
                    <a:pt x="325" y="219"/>
                    <a:pt x="313" y="306"/>
                  </a:cubicBezTo>
                  <a:cubicBezTo>
                    <a:pt x="313" y="306"/>
                    <a:pt x="260" y="286"/>
                    <a:pt x="198" y="286"/>
                  </a:cubicBezTo>
                  <a:cubicBezTo>
                    <a:pt x="118" y="286"/>
                    <a:pt x="21" y="320"/>
                    <a:pt x="1" y="476"/>
                  </a:cubicBezTo>
                  <a:lnTo>
                    <a:pt x="688" y="476"/>
                  </a:lnTo>
                  <a:lnTo>
                    <a:pt x="688" y="3"/>
                  </a:lnTo>
                  <a:cubicBezTo>
                    <a:pt x="688" y="3"/>
                    <a:pt x="677" y="1"/>
                    <a:pt x="659"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0"/>
            <p:cNvSpPr/>
            <p:nvPr/>
          </p:nvSpPr>
          <p:spPr>
            <a:xfrm>
              <a:off x="6458306" y="1938408"/>
              <a:ext cx="24990" cy="17253"/>
            </a:xfrm>
            <a:custGeom>
              <a:rect b="b" l="l" r="r" t="t"/>
              <a:pathLst>
                <a:path extrusionOk="0" h="475" w="688">
                  <a:moveTo>
                    <a:pt x="668" y="0"/>
                  </a:moveTo>
                  <a:cubicBezTo>
                    <a:pt x="614" y="0"/>
                    <a:pt x="470" y="18"/>
                    <a:pt x="456" y="206"/>
                  </a:cubicBezTo>
                  <a:cubicBezTo>
                    <a:pt x="456" y="206"/>
                    <a:pt x="440" y="202"/>
                    <a:pt x="420" y="202"/>
                  </a:cubicBezTo>
                  <a:cubicBezTo>
                    <a:pt x="382" y="202"/>
                    <a:pt x="324" y="217"/>
                    <a:pt x="313" y="305"/>
                  </a:cubicBezTo>
                  <a:cubicBezTo>
                    <a:pt x="313" y="305"/>
                    <a:pt x="265" y="287"/>
                    <a:pt x="206" y="287"/>
                  </a:cubicBezTo>
                  <a:cubicBezTo>
                    <a:pt x="126" y="287"/>
                    <a:pt x="26" y="320"/>
                    <a:pt x="1" y="474"/>
                  </a:cubicBezTo>
                  <a:lnTo>
                    <a:pt x="688" y="474"/>
                  </a:lnTo>
                  <a:lnTo>
                    <a:pt x="688" y="1"/>
                  </a:lnTo>
                  <a:cubicBezTo>
                    <a:pt x="688" y="1"/>
                    <a:pt x="680" y="0"/>
                    <a:pt x="668"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0"/>
            <p:cNvSpPr/>
            <p:nvPr/>
          </p:nvSpPr>
          <p:spPr>
            <a:xfrm>
              <a:off x="6537705" y="1951411"/>
              <a:ext cx="39882" cy="31128"/>
            </a:xfrm>
            <a:custGeom>
              <a:rect b="b" l="l" r="r" t="t"/>
              <a:pathLst>
                <a:path extrusionOk="0" h="857" w="1098">
                  <a:moveTo>
                    <a:pt x="955" y="0"/>
                  </a:moveTo>
                  <a:lnTo>
                    <a:pt x="411" y="187"/>
                  </a:lnTo>
                  <a:cubicBezTo>
                    <a:pt x="411" y="187"/>
                    <a:pt x="363" y="169"/>
                    <a:pt x="302" y="169"/>
                  </a:cubicBezTo>
                  <a:cubicBezTo>
                    <a:pt x="229" y="169"/>
                    <a:pt x="138" y="195"/>
                    <a:pt x="89" y="312"/>
                  </a:cubicBezTo>
                  <a:cubicBezTo>
                    <a:pt x="0" y="535"/>
                    <a:pt x="223" y="848"/>
                    <a:pt x="250" y="848"/>
                  </a:cubicBezTo>
                  <a:cubicBezTo>
                    <a:pt x="277" y="856"/>
                    <a:pt x="553" y="856"/>
                    <a:pt x="553" y="856"/>
                  </a:cubicBezTo>
                  <a:cubicBezTo>
                    <a:pt x="553" y="856"/>
                    <a:pt x="678" y="785"/>
                    <a:pt x="839" y="678"/>
                  </a:cubicBezTo>
                  <a:cubicBezTo>
                    <a:pt x="990" y="571"/>
                    <a:pt x="1098" y="339"/>
                    <a:pt x="1098" y="339"/>
                  </a:cubicBezTo>
                  <a:lnTo>
                    <a:pt x="1071" y="9"/>
                  </a:lnTo>
                  <a:lnTo>
                    <a:pt x="95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0"/>
            <p:cNvSpPr/>
            <p:nvPr/>
          </p:nvSpPr>
          <p:spPr>
            <a:xfrm>
              <a:off x="6714626" y="1924134"/>
              <a:ext cx="41807" cy="14674"/>
            </a:xfrm>
            <a:custGeom>
              <a:rect b="b" l="l" r="r" t="t"/>
              <a:pathLst>
                <a:path extrusionOk="0" h="404" w="1151">
                  <a:moveTo>
                    <a:pt x="552" y="1"/>
                  </a:moveTo>
                  <a:cubicBezTo>
                    <a:pt x="507" y="1"/>
                    <a:pt x="398" y="17"/>
                    <a:pt x="384" y="180"/>
                  </a:cubicBezTo>
                  <a:cubicBezTo>
                    <a:pt x="384" y="180"/>
                    <a:pt x="367" y="174"/>
                    <a:pt x="346" y="174"/>
                  </a:cubicBezTo>
                  <a:cubicBezTo>
                    <a:pt x="314" y="174"/>
                    <a:pt x="273" y="187"/>
                    <a:pt x="268" y="251"/>
                  </a:cubicBezTo>
                  <a:cubicBezTo>
                    <a:pt x="268" y="251"/>
                    <a:pt x="229" y="238"/>
                    <a:pt x="181" y="238"/>
                  </a:cubicBezTo>
                  <a:cubicBezTo>
                    <a:pt x="111" y="238"/>
                    <a:pt x="21" y="266"/>
                    <a:pt x="0" y="403"/>
                  </a:cubicBezTo>
                  <a:lnTo>
                    <a:pt x="1151" y="403"/>
                  </a:lnTo>
                  <a:cubicBezTo>
                    <a:pt x="1130" y="266"/>
                    <a:pt x="1040" y="238"/>
                    <a:pt x="970" y="238"/>
                  </a:cubicBezTo>
                  <a:cubicBezTo>
                    <a:pt x="922" y="238"/>
                    <a:pt x="883" y="251"/>
                    <a:pt x="883" y="251"/>
                  </a:cubicBezTo>
                  <a:cubicBezTo>
                    <a:pt x="873" y="187"/>
                    <a:pt x="833" y="174"/>
                    <a:pt x="803" y="174"/>
                  </a:cubicBezTo>
                  <a:cubicBezTo>
                    <a:pt x="783" y="174"/>
                    <a:pt x="767" y="180"/>
                    <a:pt x="767" y="180"/>
                  </a:cubicBezTo>
                  <a:cubicBezTo>
                    <a:pt x="753" y="17"/>
                    <a:pt x="638" y="1"/>
                    <a:pt x="591" y="1"/>
                  </a:cubicBezTo>
                  <a:cubicBezTo>
                    <a:pt x="579" y="1"/>
                    <a:pt x="571" y="2"/>
                    <a:pt x="571" y="2"/>
                  </a:cubicBezTo>
                  <a:cubicBezTo>
                    <a:pt x="571" y="2"/>
                    <a:pt x="564" y="1"/>
                    <a:pt x="552"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0"/>
            <p:cNvSpPr/>
            <p:nvPr/>
          </p:nvSpPr>
          <p:spPr>
            <a:xfrm>
              <a:off x="6695812" y="1893079"/>
              <a:ext cx="32109" cy="104028"/>
            </a:xfrm>
            <a:custGeom>
              <a:rect b="b" l="l" r="r" t="t"/>
              <a:pathLst>
                <a:path extrusionOk="0" h="2864" w="884">
                  <a:moveTo>
                    <a:pt x="1" y="0"/>
                  </a:moveTo>
                  <a:lnTo>
                    <a:pt x="1" y="2864"/>
                  </a:lnTo>
                  <a:lnTo>
                    <a:pt x="884" y="2864"/>
                  </a:lnTo>
                  <a:lnTo>
                    <a:pt x="88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0"/>
            <p:cNvSpPr/>
            <p:nvPr/>
          </p:nvSpPr>
          <p:spPr>
            <a:xfrm>
              <a:off x="6727884" y="1885306"/>
              <a:ext cx="7519" cy="111801"/>
            </a:xfrm>
            <a:custGeom>
              <a:rect b="b" l="l" r="r" t="t"/>
              <a:pathLst>
                <a:path extrusionOk="0" h="3078" w="207">
                  <a:moveTo>
                    <a:pt x="206" y="0"/>
                  </a:moveTo>
                  <a:lnTo>
                    <a:pt x="1" y="214"/>
                  </a:lnTo>
                  <a:lnTo>
                    <a:pt x="1" y="3078"/>
                  </a:lnTo>
                  <a:lnTo>
                    <a:pt x="206" y="3078"/>
                  </a:lnTo>
                  <a:lnTo>
                    <a:pt x="206"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0"/>
            <p:cNvSpPr/>
            <p:nvPr/>
          </p:nvSpPr>
          <p:spPr>
            <a:xfrm>
              <a:off x="6701006" y="1898236"/>
              <a:ext cx="3923" cy="7192"/>
            </a:xfrm>
            <a:custGeom>
              <a:rect b="b" l="l" r="r" t="t"/>
              <a:pathLst>
                <a:path extrusionOk="0" h="198" w="108">
                  <a:moveTo>
                    <a:pt x="0" y="1"/>
                  </a:moveTo>
                  <a:lnTo>
                    <a:pt x="0"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0"/>
            <p:cNvSpPr/>
            <p:nvPr/>
          </p:nvSpPr>
          <p:spPr>
            <a:xfrm>
              <a:off x="6710086" y="1911530"/>
              <a:ext cx="3923" cy="7192"/>
            </a:xfrm>
            <a:custGeom>
              <a:rect b="b" l="l" r="r" t="t"/>
              <a:pathLst>
                <a:path extrusionOk="0" h="198"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0"/>
            <p:cNvSpPr/>
            <p:nvPr/>
          </p:nvSpPr>
          <p:spPr>
            <a:xfrm>
              <a:off x="6718513" y="1900198"/>
              <a:ext cx="3923" cy="7156"/>
            </a:xfrm>
            <a:custGeom>
              <a:rect b="b" l="l" r="r" t="t"/>
              <a:pathLst>
                <a:path extrusionOk="0" h="197"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0"/>
            <p:cNvSpPr/>
            <p:nvPr/>
          </p:nvSpPr>
          <p:spPr>
            <a:xfrm>
              <a:off x="6700025" y="1919303"/>
              <a:ext cx="3923" cy="7192"/>
            </a:xfrm>
            <a:custGeom>
              <a:rect b="b" l="l" r="r" t="t"/>
              <a:pathLst>
                <a:path extrusionOk="0" h="198"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0"/>
            <p:cNvSpPr/>
            <p:nvPr/>
          </p:nvSpPr>
          <p:spPr>
            <a:xfrm>
              <a:off x="6720438" y="1923516"/>
              <a:ext cx="3923" cy="7192"/>
            </a:xfrm>
            <a:custGeom>
              <a:rect b="b" l="l" r="r" t="t"/>
              <a:pathLst>
                <a:path extrusionOk="0" h="198"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0"/>
            <p:cNvSpPr/>
            <p:nvPr/>
          </p:nvSpPr>
          <p:spPr>
            <a:xfrm>
              <a:off x="6709432" y="1932923"/>
              <a:ext cx="3923" cy="7156"/>
            </a:xfrm>
            <a:custGeom>
              <a:rect b="b" l="l" r="r" t="t"/>
              <a:pathLst>
                <a:path extrusionOk="0" h="197"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0"/>
            <p:cNvSpPr/>
            <p:nvPr/>
          </p:nvSpPr>
          <p:spPr>
            <a:xfrm>
              <a:off x="6699371" y="1944909"/>
              <a:ext cx="3923" cy="7156"/>
            </a:xfrm>
            <a:custGeom>
              <a:rect b="b" l="l" r="r" t="t"/>
              <a:pathLst>
                <a:path extrusionOk="0" h="197"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0"/>
            <p:cNvSpPr/>
            <p:nvPr/>
          </p:nvSpPr>
          <p:spPr>
            <a:xfrm>
              <a:off x="6702931" y="1963070"/>
              <a:ext cx="3959" cy="7156"/>
            </a:xfrm>
            <a:custGeom>
              <a:rect b="b" l="l" r="r" t="t"/>
              <a:pathLst>
                <a:path extrusionOk="0" h="197" w="109">
                  <a:moveTo>
                    <a:pt x="1" y="0"/>
                  </a:moveTo>
                  <a:lnTo>
                    <a:pt x="1" y="196"/>
                  </a:lnTo>
                  <a:lnTo>
                    <a:pt x="108" y="196"/>
                  </a:lnTo>
                  <a:lnTo>
                    <a:pt x="10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0"/>
            <p:cNvSpPr/>
            <p:nvPr/>
          </p:nvSpPr>
          <p:spPr>
            <a:xfrm>
              <a:off x="6695812" y="1885306"/>
              <a:ext cx="39592" cy="7809"/>
            </a:xfrm>
            <a:custGeom>
              <a:rect b="b" l="l" r="r" t="t"/>
              <a:pathLst>
                <a:path extrusionOk="0" h="215" w="1090">
                  <a:moveTo>
                    <a:pt x="215" y="0"/>
                  </a:moveTo>
                  <a:lnTo>
                    <a:pt x="1" y="214"/>
                  </a:lnTo>
                  <a:lnTo>
                    <a:pt x="884" y="214"/>
                  </a:lnTo>
                  <a:lnTo>
                    <a:pt x="10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0"/>
            <p:cNvSpPr/>
            <p:nvPr/>
          </p:nvSpPr>
          <p:spPr>
            <a:xfrm>
              <a:off x="6634901" y="1859373"/>
              <a:ext cx="15909" cy="139696"/>
            </a:xfrm>
            <a:custGeom>
              <a:rect b="b" l="l" r="r" t="t"/>
              <a:pathLst>
                <a:path extrusionOk="0" h="3846" w="438">
                  <a:moveTo>
                    <a:pt x="438" y="0"/>
                  </a:moveTo>
                  <a:cubicBezTo>
                    <a:pt x="438" y="0"/>
                    <a:pt x="384" y="63"/>
                    <a:pt x="393" y="143"/>
                  </a:cubicBezTo>
                  <a:cubicBezTo>
                    <a:pt x="402" y="215"/>
                    <a:pt x="322" y="250"/>
                    <a:pt x="357" y="313"/>
                  </a:cubicBezTo>
                  <a:cubicBezTo>
                    <a:pt x="384" y="384"/>
                    <a:pt x="286" y="402"/>
                    <a:pt x="331" y="491"/>
                  </a:cubicBezTo>
                  <a:cubicBezTo>
                    <a:pt x="375" y="571"/>
                    <a:pt x="268" y="670"/>
                    <a:pt x="304" y="759"/>
                  </a:cubicBezTo>
                  <a:cubicBezTo>
                    <a:pt x="348" y="857"/>
                    <a:pt x="259" y="893"/>
                    <a:pt x="295" y="973"/>
                  </a:cubicBezTo>
                  <a:cubicBezTo>
                    <a:pt x="340" y="1053"/>
                    <a:pt x="206" y="1142"/>
                    <a:pt x="268" y="1276"/>
                  </a:cubicBezTo>
                  <a:cubicBezTo>
                    <a:pt x="340" y="1401"/>
                    <a:pt x="206" y="1472"/>
                    <a:pt x="250" y="1562"/>
                  </a:cubicBezTo>
                  <a:cubicBezTo>
                    <a:pt x="295" y="1660"/>
                    <a:pt x="134" y="1767"/>
                    <a:pt x="206" y="1865"/>
                  </a:cubicBezTo>
                  <a:cubicBezTo>
                    <a:pt x="277" y="1972"/>
                    <a:pt x="143" y="2061"/>
                    <a:pt x="188" y="2142"/>
                  </a:cubicBezTo>
                  <a:cubicBezTo>
                    <a:pt x="233" y="2222"/>
                    <a:pt x="108" y="2338"/>
                    <a:pt x="179" y="2427"/>
                  </a:cubicBezTo>
                  <a:cubicBezTo>
                    <a:pt x="241" y="2516"/>
                    <a:pt x="90" y="2623"/>
                    <a:pt x="134" y="2739"/>
                  </a:cubicBezTo>
                  <a:cubicBezTo>
                    <a:pt x="188" y="2864"/>
                    <a:pt x="63" y="2998"/>
                    <a:pt x="125" y="3105"/>
                  </a:cubicBezTo>
                  <a:cubicBezTo>
                    <a:pt x="188" y="3212"/>
                    <a:pt x="36" y="3239"/>
                    <a:pt x="108" y="3355"/>
                  </a:cubicBezTo>
                  <a:cubicBezTo>
                    <a:pt x="179" y="3480"/>
                    <a:pt x="1" y="3631"/>
                    <a:pt x="1" y="3845"/>
                  </a:cubicBezTo>
                  <a:lnTo>
                    <a:pt x="438" y="3845"/>
                  </a:lnTo>
                  <a:lnTo>
                    <a:pt x="4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0"/>
            <p:cNvSpPr/>
            <p:nvPr/>
          </p:nvSpPr>
          <p:spPr>
            <a:xfrm>
              <a:off x="6650773" y="1859373"/>
              <a:ext cx="15909" cy="139696"/>
            </a:xfrm>
            <a:custGeom>
              <a:rect b="b" l="l" r="r" t="t"/>
              <a:pathLst>
                <a:path extrusionOk="0" h="3846" w="438">
                  <a:moveTo>
                    <a:pt x="1" y="0"/>
                  </a:moveTo>
                  <a:lnTo>
                    <a:pt x="1" y="3845"/>
                  </a:lnTo>
                  <a:lnTo>
                    <a:pt x="438" y="3845"/>
                  </a:lnTo>
                  <a:cubicBezTo>
                    <a:pt x="438" y="3631"/>
                    <a:pt x="259" y="3480"/>
                    <a:pt x="331" y="3355"/>
                  </a:cubicBezTo>
                  <a:cubicBezTo>
                    <a:pt x="402" y="3239"/>
                    <a:pt x="250" y="3212"/>
                    <a:pt x="313" y="3105"/>
                  </a:cubicBezTo>
                  <a:cubicBezTo>
                    <a:pt x="375" y="2998"/>
                    <a:pt x="250" y="2864"/>
                    <a:pt x="304" y="2739"/>
                  </a:cubicBezTo>
                  <a:cubicBezTo>
                    <a:pt x="358" y="2623"/>
                    <a:pt x="197" y="2516"/>
                    <a:pt x="268" y="2427"/>
                  </a:cubicBezTo>
                  <a:cubicBezTo>
                    <a:pt x="331" y="2338"/>
                    <a:pt x="206" y="2222"/>
                    <a:pt x="250" y="2142"/>
                  </a:cubicBezTo>
                  <a:cubicBezTo>
                    <a:pt x="295" y="2061"/>
                    <a:pt x="170" y="1972"/>
                    <a:pt x="233" y="1865"/>
                  </a:cubicBezTo>
                  <a:cubicBezTo>
                    <a:pt x="304" y="1767"/>
                    <a:pt x="152" y="1660"/>
                    <a:pt x="188" y="1562"/>
                  </a:cubicBezTo>
                  <a:cubicBezTo>
                    <a:pt x="233" y="1472"/>
                    <a:pt x="108" y="1401"/>
                    <a:pt x="170" y="1276"/>
                  </a:cubicBezTo>
                  <a:cubicBezTo>
                    <a:pt x="242" y="1142"/>
                    <a:pt x="99" y="1053"/>
                    <a:pt x="143" y="973"/>
                  </a:cubicBezTo>
                  <a:cubicBezTo>
                    <a:pt x="188" y="893"/>
                    <a:pt x="90" y="857"/>
                    <a:pt x="135" y="759"/>
                  </a:cubicBezTo>
                  <a:cubicBezTo>
                    <a:pt x="179" y="670"/>
                    <a:pt x="63" y="571"/>
                    <a:pt x="108" y="491"/>
                  </a:cubicBezTo>
                  <a:cubicBezTo>
                    <a:pt x="161" y="402"/>
                    <a:pt x="54" y="384"/>
                    <a:pt x="90" y="313"/>
                  </a:cubicBezTo>
                  <a:cubicBezTo>
                    <a:pt x="117" y="250"/>
                    <a:pt x="45" y="215"/>
                    <a:pt x="54" y="143"/>
                  </a:cubicBezTo>
                  <a:cubicBezTo>
                    <a:pt x="63" y="63"/>
                    <a:pt x="1" y="0"/>
                    <a:pt x="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0"/>
            <p:cNvSpPr/>
            <p:nvPr/>
          </p:nvSpPr>
          <p:spPr>
            <a:xfrm>
              <a:off x="6474179" y="1859373"/>
              <a:ext cx="15909" cy="139696"/>
            </a:xfrm>
            <a:custGeom>
              <a:rect b="b" l="l" r="r" t="t"/>
              <a:pathLst>
                <a:path extrusionOk="0" h="3846" w="438">
                  <a:moveTo>
                    <a:pt x="438" y="0"/>
                  </a:moveTo>
                  <a:cubicBezTo>
                    <a:pt x="438" y="0"/>
                    <a:pt x="375" y="63"/>
                    <a:pt x="384" y="143"/>
                  </a:cubicBezTo>
                  <a:cubicBezTo>
                    <a:pt x="393" y="215"/>
                    <a:pt x="322" y="250"/>
                    <a:pt x="349" y="313"/>
                  </a:cubicBezTo>
                  <a:cubicBezTo>
                    <a:pt x="384" y="384"/>
                    <a:pt x="277" y="402"/>
                    <a:pt x="331" y="491"/>
                  </a:cubicBezTo>
                  <a:cubicBezTo>
                    <a:pt x="375" y="571"/>
                    <a:pt x="259" y="670"/>
                    <a:pt x="304" y="759"/>
                  </a:cubicBezTo>
                  <a:cubicBezTo>
                    <a:pt x="349" y="857"/>
                    <a:pt x="251" y="893"/>
                    <a:pt x="295" y="973"/>
                  </a:cubicBezTo>
                  <a:cubicBezTo>
                    <a:pt x="340" y="1053"/>
                    <a:pt x="197" y="1142"/>
                    <a:pt x="268" y="1276"/>
                  </a:cubicBezTo>
                  <a:cubicBezTo>
                    <a:pt x="331" y="1401"/>
                    <a:pt x="206" y="1472"/>
                    <a:pt x="251" y="1562"/>
                  </a:cubicBezTo>
                  <a:cubicBezTo>
                    <a:pt x="286" y="1660"/>
                    <a:pt x="135" y="1767"/>
                    <a:pt x="206" y="1865"/>
                  </a:cubicBezTo>
                  <a:cubicBezTo>
                    <a:pt x="268" y="1972"/>
                    <a:pt x="143" y="2061"/>
                    <a:pt x="188" y="2142"/>
                  </a:cubicBezTo>
                  <a:cubicBezTo>
                    <a:pt x="233" y="2222"/>
                    <a:pt x="108" y="2338"/>
                    <a:pt x="170" y="2427"/>
                  </a:cubicBezTo>
                  <a:cubicBezTo>
                    <a:pt x="242" y="2516"/>
                    <a:pt x="81" y="2623"/>
                    <a:pt x="135" y="2739"/>
                  </a:cubicBezTo>
                  <a:cubicBezTo>
                    <a:pt x="188" y="2864"/>
                    <a:pt x="63" y="2998"/>
                    <a:pt x="126" y="3105"/>
                  </a:cubicBezTo>
                  <a:cubicBezTo>
                    <a:pt x="188" y="3212"/>
                    <a:pt x="36" y="3239"/>
                    <a:pt x="108" y="3355"/>
                  </a:cubicBezTo>
                  <a:cubicBezTo>
                    <a:pt x="179" y="3480"/>
                    <a:pt x="1" y="3631"/>
                    <a:pt x="1" y="3845"/>
                  </a:cubicBezTo>
                  <a:lnTo>
                    <a:pt x="438" y="3845"/>
                  </a:lnTo>
                  <a:lnTo>
                    <a:pt x="4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0"/>
            <p:cNvSpPr/>
            <p:nvPr/>
          </p:nvSpPr>
          <p:spPr>
            <a:xfrm>
              <a:off x="6490051" y="1859373"/>
              <a:ext cx="15909" cy="139696"/>
            </a:xfrm>
            <a:custGeom>
              <a:rect b="b" l="l" r="r" t="t"/>
              <a:pathLst>
                <a:path extrusionOk="0" h="3846" w="438">
                  <a:moveTo>
                    <a:pt x="1" y="0"/>
                  </a:moveTo>
                  <a:lnTo>
                    <a:pt x="1" y="3845"/>
                  </a:lnTo>
                  <a:lnTo>
                    <a:pt x="438" y="3845"/>
                  </a:lnTo>
                  <a:cubicBezTo>
                    <a:pt x="438" y="3631"/>
                    <a:pt x="260" y="3480"/>
                    <a:pt x="331" y="3355"/>
                  </a:cubicBezTo>
                  <a:cubicBezTo>
                    <a:pt x="402" y="3239"/>
                    <a:pt x="251" y="3212"/>
                    <a:pt x="313" y="3105"/>
                  </a:cubicBezTo>
                  <a:cubicBezTo>
                    <a:pt x="376" y="2998"/>
                    <a:pt x="251" y="2864"/>
                    <a:pt x="304" y="2739"/>
                  </a:cubicBezTo>
                  <a:cubicBezTo>
                    <a:pt x="358" y="2623"/>
                    <a:pt x="197" y="2516"/>
                    <a:pt x="260" y="2427"/>
                  </a:cubicBezTo>
                  <a:cubicBezTo>
                    <a:pt x="331" y="2338"/>
                    <a:pt x="206" y="2222"/>
                    <a:pt x="251" y="2142"/>
                  </a:cubicBezTo>
                  <a:cubicBezTo>
                    <a:pt x="295" y="2061"/>
                    <a:pt x="161" y="1972"/>
                    <a:pt x="233" y="1865"/>
                  </a:cubicBezTo>
                  <a:cubicBezTo>
                    <a:pt x="304" y="1767"/>
                    <a:pt x="144" y="1660"/>
                    <a:pt x="188" y="1562"/>
                  </a:cubicBezTo>
                  <a:cubicBezTo>
                    <a:pt x="233" y="1472"/>
                    <a:pt x="99" y="1401"/>
                    <a:pt x="170" y="1276"/>
                  </a:cubicBezTo>
                  <a:cubicBezTo>
                    <a:pt x="233" y="1142"/>
                    <a:pt x="99" y="1053"/>
                    <a:pt x="144" y="973"/>
                  </a:cubicBezTo>
                  <a:cubicBezTo>
                    <a:pt x="179" y="893"/>
                    <a:pt x="90" y="857"/>
                    <a:pt x="135" y="759"/>
                  </a:cubicBezTo>
                  <a:cubicBezTo>
                    <a:pt x="170" y="670"/>
                    <a:pt x="63" y="571"/>
                    <a:pt x="108" y="491"/>
                  </a:cubicBezTo>
                  <a:cubicBezTo>
                    <a:pt x="153" y="402"/>
                    <a:pt x="54" y="384"/>
                    <a:pt x="81" y="313"/>
                  </a:cubicBezTo>
                  <a:cubicBezTo>
                    <a:pt x="117" y="250"/>
                    <a:pt x="37" y="215"/>
                    <a:pt x="45" y="143"/>
                  </a:cubicBezTo>
                  <a:cubicBezTo>
                    <a:pt x="54" y="63"/>
                    <a:pt x="1" y="0"/>
                    <a:pt x="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0"/>
            <p:cNvSpPr/>
            <p:nvPr/>
          </p:nvSpPr>
          <p:spPr>
            <a:xfrm>
              <a:off x="6654987" y="1902450"/>
              <a:ext cx="12677" cy="111510"/>
            </a:xfrm>
            <a:custGeom>
              <a:rect b="b" l="l" r="r" t="t"/>
              <a:pathLst>
                <a:path extrusionOk="0" h="3070" w="349">
                  <a:moveTo>
                    <a:pt x="349" y="1"/>
                  </a:moveTo>
                  <a:cubicBezTo>
                    <a:pt x="349" y="1"/>
                    <a:pt x="304" y="54"/>
                    <a:pt x="313" y="117"/>
                  </a:cubicBezTo>
                  <a:cubicBezTo>
                    <a:pt x="322" y="179"/>
                    <a:pt x="259" y="206"/>
                    <a:pt x="277" y="251"/>
                  </a:cubicBezTo>
                  <a:cubicBezTo>
                    <a:pt x="304" y="304"/>
                    <a:pt x="224" y="331"/>
                    <a:pt x="259" y="393"/>
                  </a:cubicBezTo>
                  <a:cubicBezTo>
                    <a:pt x="295" y="456"/>
                    <a:pt x="206" y="536"/>
                    <a:pt x="242" y="608"/>
                  </a:cubicBezTo>
                  <a:cubicBezTo>
                    <a:pt x="277" y="688"/>
                    <a:pt x="206" y="715"/>
                    <a:pt x="233" y="777"/>
                  </a:cubicBezTo>
                  <a:cubicBezTo>
                    <a:pt x="268" y="848"/>
                    <a:pt x="161" y="911"/>
                    <a:pt x="215" y="1018"/>
                  </a:cubicBezTo>
                  <a:cubicBezTo>
                    <a:pt x="268" y="1125"/>
                    <a:pt x="161" y="1179"/>
                    <a:pt x="197" y="1250"/>
                  </a:cubicBezTo>
                  <a:cubicBezTo>
                    <a:pt x="233" y="1321"/>
                    <a:pt x="108" y="1410"/>
                    <a:pt x="161" y="1491"/>
                  </a:cubicBezTo>
                  <a:cubicBezTo>
                    <a:pt x="215" y="1580"/>
                    <a:pt x="117" y="1651"/>
                    <a:pt x="143" y="1714"/>
                  </a:cubicBezTo>
                  <a:cubicBezTo>
                    <a:pt x="179" y="1776"/>
                    <a:pt x="90" y="1865"/>
                    <a:pt x="143" y="1937"/>
                  </a:cubicBezTo>
                  <a:cubicBezTo>
                    <a:pt x="197" y="2008"/>
                    <a:pt x="63" y="2097"/>
                    <a:pt x="108" y="2187"/>
                  </a:cubicBezTo>
                  <a:cubicBezTo>
                    <a:pt x="152" y="2285"/>
                    <a:pt x="45" y="2392"/>
                    <a:pt x="99" y="2481"/>
                  </a:cubicBezTo>
                  <a:cubicBezTo>
                    <a:pt x="152" y="2561"/>
                    <a:pt x="27" y="2588"/>
                    <a:pt x="90" y="2686"/>
                  </a:cubicBezTo>
                  <a:cubicBezTo>
                    <a:pt x="143" y="2775"/>
                    <a:pt x="1" y="2900"/>
                    <a:pt x="1" y="3070"/>
                  </a:cubicBezTo>
                  <a:lnTo>
                    <a:pt x="349" y="3070"/>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0"/>
            <p:cNvSpPr/>
            <p:nvPr/>
          </p:nvSpPr>
          <p:spPr>
            <a:xfrm>
              <a:off x="6667626" y="1902450"/>
              <a:ext cx="12677" cy="111510"/>
            </a:xfrm>
            <a:custGeom>
              <a:rect b="b" l="l" r="r" t="t"/>
              <a:pathLst>
                <a:path extrusionOk="0" h="3070" w="349">
                  <a:moveTo>
                    <a:pt x="1" y="1"/>
                  </a:moveTo>
                  <a:lnTo>
                    <a:pt x="1" y="3070"/>
                  </a:lnTo>
                  <a:lnTo>
                    <a:pt x="349" y="3070"/>
                  </a:lnTo>
                  <a:cubicBezTo>
                    <a:pt x="349" y="2900"/>
                    <a:pt x="206" y="2775"/>
                    <a:pt x="268" y="2686"/>
                  </a:cubicBezTo>
                  <a:cubicBezTo>
                    <a:pt x="322" y="2588"/>
                    <a:pt x="197" y="2561"/>
                    <a:pt x="250" y="2481"/>
                  </a:cubicBezTo>
                  <a:cubicBezTo>
                    <a:pt x="304" y="2392"/>
                    <a:pt x="197" y="2285"/>
                    <a:pt x="241" y="2187"/>
                  </a:cubicBezTo>
                  <a:cubicBezTo>
                    <a:pt x="286" y="2097"/>
                    <a:pt x="161" y="2008"/>
                    <a:pt x="206" y="1937"/>
                  </a:cubicBezTo>
                  <a:cubicBezTo>
                    <a:pt x="259" y="1865"/>
                    <a:pt x="170" y="1776"/>
                    <a:pt x="206" y="1714"/>
                  </a:cubicBezTo>
                  <a:cubicBezTo>
                    <a:pt x="241" y="1651"/>
                    <a:pt x="134" y="1580"/>
                    <a:pt x="188" y="1491"/>
                  </a:cubicBezTo>
                  <a:cubicBezTo>
                    <a:pt x="241" y="1410"/>
                    <a:pt x="117" y="1321"/>
                    <a:pt x="152" y="1250"/>
                  </a:cubicBezTo>
                  <a:cubicBezTo>
                    <a:pt x="188" y="1179"/>
                    <a:pt x="81" y="1125"/>
                    <a:pt x="134" y="1018"/>
                  </a:cubicBezTo>
                  <a:cubicBezTo>
                    <a:pt x="188" y="911"/>
                    <a:pt x="81" y="848"/>
                    <a:pt x="117" y="777"/>
                  </a:cubicBezTo>
                  <a:cubicBezTo>
                    <a:pt x="152" y="715"/>
                    <a:pt x="72" y="688"/>
                    <a:pt x="108" y="608"/>
                  </a:cubicBezTo>
                  <a:cubicBezTo>
                    <a:pt x="143" y="536"/>
                    <a:pt x="54" y="456"/>
                    <a:pt x="90" y="393"/>
                  </a:cubicBezTo>
                  <a:cubicBezTo>
                    <a:pt x="125" y="331"/>
                    <a:pt x="45" y="304"/>
                    <a:pt x="72" y="251"/>
                  </a:cubicBezTo>
                  <a:cubicBezTo>
                    <a:pt x="90" y="206"/>
                    <a:pt x="36" y="179"/>
                    <a:pt x="36" y="117"/>
                  </a:cubicBezTo>
                  <a:cubicBezTo>
                    <a:pt x="45" y="54"/>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0"/>
            <p:cNvSpPr/>
            <p:nvPr/>
          </p:nvSpPr>
          <p:spPr>
            <a:xfrm>
              <a:off x="6389296" y="1882037"/>
              <a:ext cx="12677" cy="111183"/>
            </a:xfrm>
            <a:custGeom>
              <a:rect b="b" l="l" r="r" t="t"/>
              <a:pathLst>
                <a:path extrusionOk="0" h="3061" w="349">
                  <a:moveTo>
                    <a:pt x="348" y="1"/>
                  </a:moveTo>
                  <a:cubicBezTo>
                    <a:pt x="348" y="1"/>
                    <a:pt x="304" y="46"/>
                    <a:pt x="304" y="108"/>
                  </a:cubicBezTo>
                  <a:cubicBezTo>
                    <a:pt x="313" y="170"/>
                    <a:pt x="250" y="197"/>
                    <a:pt x="277" y="251"/>
                  </a:cubicBezTo>
                  <a:cubicBezTo>
                    <a:pt x="304" y="304"/>
                    <a:pt x="223" y="322"/>
                    <a:pt x="259" y="385"/>
                  </a:cubicBezTo>
                  <a:cubicBezTo>
                    <a:pt x="295" y="456"/>
                    <a:pt x="206" y="527"/>
                    <a:pt x="241" y="608"/>
                  </a:cubicBezTo>
                  <a:cubicBezTo>
                    <a:pt x="277" y="679"/>
                    <a:pt x="197" y="715"/>
                    <a:pt x="232" y="777"/>
                  </a:cubicBezTo>
                  <a:cubicBezTo>
                    <a:pt x="268" y="840"/>
                    <a:pt x="161" y="911"/>
                    <a:pt x="215" y="1009"/>
                  </a:cubicBezTo>
                  <a:cubicBezTo>
                    <a:pt x="268" y="1116"/>
                    <a:pt x="161" y="1170"/>
                    <a:pt x="197" y="1241"/>
                  </a:cubicBezTo>
                  <a:cubicBezTo>
                    <a:pt x="232" y="1321"/>
                    <a:pt x="99" y="1402"/>
                    <a:pt x="161" y="1491"/>
                  </a:cubicBezTo>
                  <a:cubicBezTo>
                    <a:pt x="215" y="1571"/>
                    <a:pt x="107" y="1642"/>
                    <a:pt x="143" y="1705"/>
                  </a:cubicBezTo>
                  <a:cubicBezTo>
                    <a:pt x="179" y="1776"/>
                    <a:pt x="81" y="1865"/>
                    <a:pt x="134" y="1937"/>
                  </a:cubicBezTo>
                  <a:cubicBezTo>
                    <a:pt x="188" y="2008"/>
                    <a:pt x="63" y="2088"/>
                    <a:pt x="107" y="2187"/>
                  </a:cubicBezTo>
                  <a:cubicBezTo>
                    <a:pt x="143" y="2285"/>
                    <a:pt x="45" y="2392"/>
                    <a:pt x="99" y="2472"/>
                  </a:cubicBezTo>
                  <a:cubicBezTo>
                    <a:pt x="143" y="2561"/>
                    <a:pt x="27" y="2579"/>
                    <a:pt x="81" y="2677"/>
                  </a:cubicBezTo>
                  <a:cubicBezTo>
                    <a:pt x="134" y="2766"/>
                    <a:pt x="0" y="2891"/>
                    <a:pt x="0" y="3061"/>
                  </a:cubicBezTo>
                  <a:lnTo>
                    <a:pt x="348" y="3061"/>
                  </a:lnTo>
                  <a:lnTo>
                    <a:pt x="3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0"/>
            <p:cNvSpPr/>
            <p:nvPr/>
          </p:nvSpPr>
          <p:spPr>
            <a:xfrm>
              <a:off x="6401936" y="1882037"/>
              <a:ext cx="12677" cy="111183"/>
            </a:xfrm>
            <a:custGeom>
              <a:rect b="b" l="l" r="r" t="t"/>
              <a:pathLst>
                <a:path extrusionOk="0" h="3061" w="349">
                  <a:moveTo>
                    <a:pt x="0" y="1"/>
                  </a:moveTo>
                  <a:lnTo>
                    <a:pt x="0" y="3061"/>
                  </a:lnTo>
                  <a:lnTo>
                    <a:pt x="348" y="3061"/>
                  </a:lnTo>
                  <a:cubicBezTo>
                    <a:pt x="348" y="2891"/>
                    <a:pt x="206" y="2766"/>
                    <a:pt x="259" y="2677"/>
                  </a:cubicBezTo>
                  <a:cubicBezTo>
                    <a:pt x="313" y="2579"/>
                    <a:pt x="197" y="2561"/>
                    <a:pt x="250" y="2472"/>
                  </a:cubicBezTo>
                  <a:cubicBezTo>
                    <a:pt x="295" y="2392"/>
                    <a:pt x="197" y="2285"/>
                    <a:pt x="241" y="2187"/>
                  </a:cubicBezTo>
                  <a:cubicBezTo>
                    <a:pt x="277" y="2088"/>
                    <a:pt x="152" y="2008"/>
                    <a:pt x="206" y="1937"/>
                  </a:cubicBezTo>
                  <a:cubicBezTo>
                    <a:pt x="259" y="1865"/>
                    <a:pt x="161" y="1776"/>
                    <a:pt x="197" y="1705"/>
                  </a:cubicBezTo>
                  <a:cubicBezTo>
                    <a:pt x="232" y="1642"/>
                    <a:pt x="125" y="1571"/>
                    <a:pt x="188" y="1491"/>
                  </a:cubicBezTo>
                  <a:cubicBezTo>
                    <a:pt x="241" y="1402"/>
                    <a:pt x="116" y="1321"/>
                    <a:pt x="152" y="1241"/>
                  </a:cubicBezTo>
                  <a:cubicBezTo>
                    <a:pt x="179" y="1170"/>
                    <a:pt x="81" y="1116"/>
                    <a:pt x="134" y="1009"/>
                  </a:cubicBezTo>
                  <a:cubicBezTo>
                    <a:pt x="188" y="911"/>
                    <a:pt x="81" y="840"/>
                    <a:pt x="107" y="777"/>
                  </a:cubicBezTo>
                  <a:cubicBezTo>
                    <a:pt x="143" y="715"/>
                    <a:pt x="72" y="679"/>
                    <a:pt x="107" y="608"/>
                  </a:cubicBezTo>
                  <a:cubicBezTo>
                    <a:pt x="134" y="527"/>
                    <a:pt x="45" y="456"/>
                    <a:pt x="81" y="385"/>
                  </a:cubicBezTo>
                  <a:cubicBezTo>
                    <a:pt x="125" y="322"/>
                    <a:pt x="45" y="304"/>
                    <a:pt x="63" y="251"/>
                  </a:cubicBezTo>
                  <a:cubicBezTo>
                    <a:pt x="90" y="197"/>
                    <a:pt x="27" y="170"/>
                    <a:pt x="36" y="108"/>
                  </a:cubicBezTo>
                  <a:cubicBezTo>
                    <a:pt x="45" y="46"/>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0"/>
            <p:cNvSpPr/>
            <p:nvPr/>
          </p:nvSpPr>
          <p:spPr>
            <a:xfrm>
              <a:off x="6528951" y="1902450"/>
              <a:ext cx="12677" cy="111510"/>
            </a:xfrm>
            <a:custGeom>
              <a:rect b="b" l="l" r="r" t="t"/>
              <a:pathLst>
                <a:path extrusionOk="0" h="3070" w="349">
                  <a:moveTo>
                    <a:pt x="348" y="1"/>
                  </a:moveTo>
                  <a:cubicBezTo>
                    <a:pt x="348" y="1"/>
                    <a:pt x="304" y="46"/>
                    <a:pt x="313" y="117"/>
                  </a:cubicBezTo>
                  <a:cubicBezTo>
                    <a:pt x="322" y="179"/>
                    <a:pt x="259" y="206"/>
                    <a:pt x="286" y="251"/>
                  </a:cubicBezTo>
                  <a:cubicBezTo>
                    <a:pt x="304" y="304"/>
                    <a:pt x="223" y="322"/>
                    <a:pt x="259" y="393"/>
                  </a:cubicBezTo>
                  <a:cubicBezTo>
                    <a:pt x="304" y="456"/>
                    <a:pt x="214" y="536"/>
                    <a:pt x="241" y="608"/>
                  </a:cubicBezTo>
                  <a:cubicBezTo>
                    <a:pt x="277" y="688"/>
                    <a:pt x="206" y="715"/>
                    <a:pt x="232" y="777"/>
                  </a:cubicBezTo>
                  <a:cubicBezTo>
                    <a:pt x="268" y="840"/>
                    <a:pt x="161" y="911"/>
                    <a:pt x="214" y="1018"/>
                  </a:cubicBezTo>
                  <a:cubicBezTo>
                    <a:pt x="268" y="1125"/>
                    <a:pt x="170" y="1179"/>
                    <a:pt x="197" y="1250"/>
                  </a:cubicBezTo>
                  <a:cubicBezTo>
                    <a:pt x="232" y="1321"/>
                    <a:pt x="107" y="1410"/>
                    <a:pt x="161" y="1491"/>
                  </a:cubicBezTo>
                  <a:cubicBezTo>
                    <a:pt x="214" y="1580"/>
                    <a:pt x="116" y="1651"/>
                    <a:pt x="152" y="1714"/>
                  </a:cubicBezTo>
                  <a:cubicBezTo>
                    <a:pt x="188" y="1776"/>
                    <a:pt x="90" y="1865"/>
                    <a:pt x="143" y="1937"/>
                  </a:cubicBezTo>
                  <a:cubicBezTo>
                    <a:pt x="197" y="2008"/>
                    <a:pt x="72" y="2088"/>
                    <a:pt x="107" y="2187"/>
                  </a:cubicBezTo>
                  <a:cubicBezTo>
                    <a:pt x="152" y="2285"/>
                    <a:pt x="54" y="2392"/>
                    <a:pt x="99" y="2481"/>
                  </a:cubicBezTo>
                  <a:cubicBezTo>
                    <a:pt x="152" y="2561"/>
                    <a:pt x="27" y="2588"/>
                    <a:pt x="90" y="2677"/>
                  </a:cubicBezTo>
                  <a:cubicBezTo>
                    <a:pt x="143" y="2775"/>
                    <a:pt x="0" y="2891"/>
                    <a:pt x="0" y="3070"/>
                  </a:cubicBezTo>
                  <a:lnTo>
                    <a:pt x="348" y="3070"/>
                  </a:lnTo>
                  <a:lnTo>
                    <a:pt x="3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0"/>
            <p:cNvSpPr/>
            <p:nvPr/>
          </p:nvSpPr>
          <p:spPr>
            <a:xfrm>
              <a:off x="6541591" y="1902450"/>
              <a:ext cx="12677" cy="111510"/>
            </a:xfrm>
            <a:custGeom>
              <a:rect b="b" l="l" r="r" t="t"/>
              <a:pathLst>
                <a:path extrusionOk="0" h="3070" w="349">
                  <a:moveTo>
                    <a:pt x="0" y="1"/>
                  </a:moveTo>
                  <a:lnTo>
                    <a:pt x="0" y="3070"/>
                  </a:lnTo>
                  <a:lnTo>
                    <a:pt x="348" y="3070"/>
                  </a:lnTo>
                  <a:cubicBezTo>
                    <a:pt x="348" y="2891"/>
                    <a:pt x="214" y="2775"/>
                    <a:pt x="268" y="2677"/>
                  </a:cubicBezTo>
                  <a:cubicBezTo>
                    <a:pt x="321" y="2588"/>
                    <a:pt x="197" y="2561"/>
                    <a:pt x="250" y="2481"/>
                  </a:cubicBezTo>
                  <a:cubicBezTo>
                    <a:pt x="304" y="2392"/>
                    <a:pt x="197" y="2285"/>
                    <a:pt x="241" y="2187"/>
                  </a:cubicBezTo>
                  <a:cubicBezTo>
                    <a:pt x="286" y="2088"/>
                    <a:pt x="161" y="2008"/>
                    <a:pt x="214" y="1937"/>
                  </a:cubicBezTo>
                  <a:cubicBezTo>
                    <a:pt x="268" y="1865"/>
                    <a:pt x="170" y="1776"/>
                    <a:pt x="205" y="1714"/>
                  </a:cubicBezTo>
                  <a:cubicBezTo>
                    <a:pt x="241" y="1651"/>
                    <a:pt x="134" y="1580"/>
                    <a:pt x="188" y="1491"/>
                  </a:cubicBezTo>
                  <a:cubicBezTo>
                    <a:pt x="241" y="1410"/>
                    <a:pt x="116" y="1321"/>
                    <a:pt x="152" y="1250"/>
                  </a:cubicBezTo>
                  <a:cubicBezTo>
                    <a:pt x="188" y="1179"/>
                    <a:pt x="81" y="1125"/>
                    <a:pt x="134" y="1018"/>
                  </a:cubicBezTo>
                  <a:cubicBezTo>
                    <a:pt x="188" y="911"/>
                    <a:pt x="81" y="840"/>
                    <a:pt x="116" y="777"/>
                  </a:cubicBezTo>
                  <a:cubicBezTo>
                    <a:pt x="152" y="715"/>
                    <a:pt x="72" y="688"/>
                    <a:pt x="107" y="608"/>
                  </a:cubicBezTo>
                  <a:cubicBezTo>
                    <a:pt x="143" y="536"/>
                    <a:pt x="54" y="456"/>
                    <a:pt x="90" y="393"/>
                  </a:cubicBezTo>
                  <a:cubicBezTo>
                    <a:pt x="125" y="322"/>
                    <a:pt x="45" y="304"/>
                    <a:pt x="72" y="251"/>
                  </a:cubicBezTo>
                  <a:cubicBezTo>
                    <a:pt x="98" y="206"/>
                    <a:pt x="36" y="179"/>
                    <a:pt x="45" y="117"/>
                  </a:cubicBezTo>
                  <a:cubicBezTo>
                    <a:pt x="45" y="46"/>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0"/>
            <p:cNvSpPr/>
            <p:nvPr/>
          </p:nvSpPr>
          <p:spPr>
            <a:xfrm>
              <a:off x="6244119" y="1770930"/>
              <a:ext cx="634191" cy="385636"/>
            </a:xfrm>
            <a:custGeom>
              <a:rect b="b" l="l" r="r" t="t"/>
              <a:pathLst>
                <a:path extrusionOk="0" h="10617" w="17460">
                  <a:moveTo>
                    <a:pt x="17459" y="0"/>
                  </a:moveTo>
                  <a:lnTo>
                    <a:pt x="16094" y="1472"/>
                  </a:lnTo>
                  <a:lnTo>
                    <a:pt x="15711" y="2953"/>
                  </a:lnTo>
                  <a:lnTo>
                    <a:pt x="14266" y="3774"/>
                  </a:lnTo>
                  <a:lnTo>
                    <a:pt x="13855" y="4478"/>
                  </a:lnTo>
                  <a:lnTo>
                    <a:pt x="13052" y="4719"/>
                  </a:lnTo>
                  <a:lnTo>
                    <a:pt x="12687" y="5995"/>
                  </a:lnTo>
                  <a:lnTo>
                    <a:pt x="11304" y="6164"/>
                  </a:lnTo>
                  <a:lnTo>
                    <a:pt x="10519" y="5692"/>
                  </a:lnTo>
                  <a:lnTo>
                    <a:pt x="10153" y="4951"/>
                  </a:lnTo>
                  <a:lnTo>
                    <a:pt x="8806" y="5112"/>
                  </a:lnTo>
                  <a:lnTo>
                    <a:pt x="8253" y="5879"/>
                  </a:lnTo>
                  <a:lnTo>
                    <a:pt x="7370" y="5897"/>
                  </a:lnTo>
                  <a:lnTo>
                    <a:pt x="6130" y="4701"/>
                  </a:lnTo>
                  <a:lnTo>
                    <a:pt x="5059" y="4496"/>
                  </a:lnTo>
                  <a:lnTo>
                    <a:pt x="4363" y="4889"/>
                  </a:lnTo>
                  <a:lnTo>
                    <a:pt x="3596" y="3836"/>
                  </a:lnTo>
                  <a:lnTo>
                    <a:pt x="2748" y="3444"/>
                  </a:lnTo>
                  <a:lnTo>
                    <a:pt x="1749" y="5308"/>
                  </a:lnTo>
                  <a:lnTo>
                    <a:pt x="938" y="6075"/>
                  </a:lnTo>
                  <a:lnTo>
                    <a:pt x="777" y="7271"/>
                  </a:lnTo>
                  <a:lnTo>
                    <a:pt x="1" y="7868"/>
                  </a:lnTo>
                  <a:lnTo>
                    <a:pt x="1" y="8975"/>
                  </a:lnTo>
                  <a:lnTo>
                    <a:pt x="938" y="8983"/>
                  </a:lnTo>
                  <a:lnTo>
                    <a:pt x="2053" y="9091"/>
                  </a:lnTo>
                  <a:lnTo>
                    <a:pt x="2918" y="8859"/>
                  </a:lnTo>
                  <a:lnTo>
                    <a:pt x="5220" y="8859"/>
                  </a:lnTo>
                  <a:lnTo>
                    <a:pt x="5844" y="9091"/>
                  </a:lnTo>
                  <a:lnTo>
                    <a:pt x="7343" y="8903"/>
                  </a:lnTo>
                  <a:lnTo>
                    <a:pt x="8190" y="9091"/>
                  </a:lnTo>
                  <a:lnTo>
                    <a:pt x="7655" y="9813"/>
                  </a:lnTo>
                  <a:lnTo>
                    <a:pt x="9073" y="9974"/>
                  </a:lnTo>
                  <a:lnTo>
                    <a:pt x="10867" y="9626"/>
                  </a:lnTo>
                  <a:lnTo>
                    <a:pt x="11901" y="9626"/>
                  </a:lnTo>
                  <a:lnTo>
                    <a:pt x="12865" y="9974"/>
                  </a:lnTo>
                  <a:lnTo>
                    <a:pt x="14970" y="9974"/>
                  </a:lnTo>
                  <a:lnTo>
                    <a:pt x="15693" y="10616"/>
                  </a:lnTo>
                  <a:lnTo>
                    <a:pt x="17459" y="10616"/>
                  </a:lnTo>
                  <a:lnTo>
                    <a:pt x="1745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0"/>
            <p:cNvSpPr/>
            <p:nvPr/>
          </p:nvSpPr>
          <p:spPr>
            <a:xfrm>
              <a:off x="6704892" y="1770930"/>
              <a:ext cx="173404" cy="243034"/>
            </a:xfrm>
            <a:custGeom>
              <a:rect b="b" l="l" r="r" t="t"/>
              <a:pathLst>
                <a:path extrusionOk="0" h="6691" w="4774">
                  <a:moveTo>
                    <a:pt x="4773" y="0"/>
                  </a:moveTo>
                  <a:lnTo>
                    <a:pt x="3408" y="1472"/>
                  </a:lnTo>
                  <a:lnTo>
                    <a:pt x="3025" y="2953"/>
                  </a:lnTo>
                  <a:lnTo>
                    <a:pt x="1588" y="3774"/>
                  </a:lnTo>
                  <a:lnTo>
                    <a:pt x="1169" y="4478"/>
                  </a:lnTo>
                  <a:lnTo>
                    <a:pt x="366" y="4719"/>
                  </a:lnTo>
                  <a:lnTo>
                    <a:pt x="1" y="5995"/>
                  </a:lnTo>
                  <a:lnTo>
                    <a:pt x="1722" y="6691"/>
                  </a:lnTo>
                  <a:lnTo>
                    <a:pt x="580" y="5727"/>
                  </a:lnTo>
                  <a:lnTo>
                    <a:pt x="759" y="5255"/>
                  </a:lnTo>
                  <a:lnTo>
                    <a:pt x="1321" y="4844"/>
                  </a:lnTo>
                  <a:lnTo>
                    <a:pt x="1901" y="4692"/>
                  </a:lnTo>
                  <a:lnTo>
                    <a:pt x="2097" y="3916"/>
                  </a:lnTo>
                  <a:lnTo>
                    <a:pt x="3212" y="3765"/>
                  </a:lnTo>
                  <a:lnTo>
                    <a:pt x="3310" y="3015"/>
                  </a:lnTo>
                  <a:lnTo>
                    <a:pt x="3614" y="2373"/>
                  </a:lnTo>
                  <a:lnTo>
                    <a:pt x="4015" y="3916"/>
                  </a:lnTo>
                  <a:lnTo>
                    <a:pt x="3890" y="1490"/>
                  </a:lnTo>
                  <a:lnTo>
                    <a:pt x="4773"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0"/>
            <p:cNvSpPr/>
            <p:nvPr/>
          </p:nvSpPr>
          <p:spPr>
            <a:xfrm>
              <a:off x="6612854" y="1950757"/>
              <a:ext cx="92078" cy="79728"/>
            </a:xfrm>
            <a:custGeom>
              <a:rect b="b" l="l" r="r" t="t"/>
              <a:pathLst>
                <a:path extrusionOk="0" h="2195" w="2535">
                  <a:moveTo>
                    <a:pt x="1" y="0"/>
                  </a:moveTo>
                  <a:lnTo>
                    <a:pt x="170" y="1178"/>
                  </a:lnTo>
                  <a:lnTo>
                    <a:pt x="724" y="1454"/>
                  </a:lnTo>
                  <a:lnTo>
                    <a:pt x="724" y="2195"/>
                  </a:lnTo>
                  <a:lnTo>
                    <a:pt x="1089" y="1820"/>
                  </a:lnTo>
                  <a:lnTo>
                    <a:pt x="2535" y="1044"/>
                  </a:lnTo>
                  <a:lnTo>
                    <a:pt x="2535" y="1044"/>
                  </a:lnTo>
                  <a:lnTo>
                    <a:pt x="1152" y="1213"/>
                  </a:lnTo>
                  <a:lnTo>
                    <a:pt x="367" y="741"/>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0"/>
            <p:cNvSpPr/>
            <p:nvPr/>
          </p:nvSpPr>
          <p:spPr>
            <a:xfrm>
              <a:off x="6676380" y="2039200"/>
              <a:ext cx="64182" cy="94003"/>
            </a:xfrm>
            <a:custGeom>
              <a:rect b="b" l="l" r="r" t="t"/>
              <a:pathLst>
                <a:path extrusionOk="0" h="2588" w="1767">
                  <a:moveTo>
                    <a:pt x="1767" y="1"/>
                  </a:moveTo>
                  <a:lnTo>
                    <a:pt x="1276" y="652"/>
                  </a:lnTo>
                  <a:lnTo>
                    <a:pt x="786" y="1794"/>
                  </a:lnTo>
                  <a:lnTo>
                    <a:pt x="0" y="2240"/>
                  </a:lnTo>
                  <a:lnTo>
                    <a:pt x="964" y="2588"/>
                  </a:lnTo>
                  <a:lnTo>
                    <a:pt x="1410" y="1758"/>
                  </a:lnTo>
                  <a:lnTo>
                    <a:pt x="1410" y="1027"/>
                  </a:lnTo>
                  <a:lnTo>
                    <a:pt x="176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0"/>
            <p:cNvSpPr/>
            <p:nvPr/>
          </p:nvSpPr>
          <p:spPr>
            <a:xfrm>
              <a:off x="6778443" y="1943311"/>
              <a:ext cx="99851" cy="213249"/>
            </a:xfrm>
            <a:custGeom>
              <a:rect b="b" l="l" r="r" t="t"/>
              <a:pathLst>
                <a:path extrusionOk="0" h="5871" w="2749">
                  <a:moveTo>
                    <a:pt x="1089" y="0"/>
                  </a:moveTo>
                  <a:lnTo>
                    <a:pt x="661" y="1115"/>
                  </a:lnTo>
                  <a:lnTo>
                    <a:pt x="482" y="3212"/>
                  </a:lnTo>
                  <a:lnTo>
                    <a:pt x="1" y="4514"/>
                  </a:lnTo>
                  <a:lnTo>
                    <a:pt x="259" y="5228"/>
                  </a:lnTo>
                  <a:lnTo>
                    <a:pt x="982" y="5870"/>
                  </a:lnTo>
                  <a:lnTo>
                    <a:pt x="2748" y="5870"/>
                  </a:lnTo>
                  <a:lnTo>
                    <a:pt x="2748" y="3105"/>
                  </a:lnTo>
                  <a:lnTo>
                    <a:pt x="2133" y="4737"/>
                  </a:lnTo>
                  <a:lnTo>
                    <a:pt x="1678" y="4086"/>
                  </a:lnTo>
                  <a:lnTo>
                    <a:pt x="1544" y="2480"/>
                  </a:lnTo>
                  <a:lnTo>
                    <a:pt x="1071" y="1302"/>
                  </a:lnTo>
                  <a:lnTo>
                    <a:pt x="108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0"/>
            <p:cNvSpPr/>
            <p:nvPr/>
          </p:nvSpPr>
          <p:spPr>
            <a:xfrm>
              <a:off x="6787850" y="2079044"/>
              <a:ext cx="26261" cy="77512"/>
            </a:xfrm>
            <a:custGeom>
              <a:rect b="b" l="l" r="r" t="t"/>
              <a:pathLst>
                <a:path extrusionOk="0" h="2134" w="723">
                  <a:moveTo>
                    <a:pt x="607" y="1"/>
                  </a:moveTo>
                  <a:lnTo>
                    <a:pt x="437" y="1455"/>
                  </a:lnTo>
                  <a:lnTo>
                    <a:pt x="205" y="875"/>
                  </a:lnTo>
                  <a:lnTo>
                    <a:pt x="0" y="1491"/>
                  </a:lnTo>
                  <a:lnTo>
                    <a:pt x="723" y="2133"/>
                  </a:lnTo>
                  <a:lnTo>
                    <a:pt x="607"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0"/>
            <p:cNvSpPr/>
            <p:nvPr/>
          </p:nvSpPr>
          <p:spPr>
            <a:xfrm>
              <a:off x="6743139" y="2044067"/>
              <a:ext cx="23355" cy="89135"/>
            </a:xfrm>
            <a:custGeom>
              <a:rect b="b" l="l" r="r" t="t"/>
              <a:pathLst>
                <a:path extrusionOk="0" h="2454" w="643">
                  <a:moveTo>
                    <a:pt x="419" y="0"/>
                  </a:moveTo>
                  <a:lnTo>
                    <a:pt x="98" y="1410"/>
                  </a:lnTo>
                  <a:lnTo>
                    <a:pt x="188" y="1883"/>
                  </a:lnTo>
                  <a:lnTo>
                    <a:pt x="0" y="2454"/>
                  </a:lnTo>
                  <a:lnTo>
                    <a:pt x="643" y="2454"/>
                  </a:lnTo>
                  <a:lnTo>
                    <a:pt x="366" y="1232"/>
                  </a:lnTo>
                  <a:lnTo>
                    <a:pt x="419"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0"/>
            <p:cNvSpPr/>
            <p:nvPr/>
          </p:nvSpPr>
          <p:spPr>
            <a:xfrm>
              <a:off x="6522159" y="2039200"/>
              <a:ext cx="54447" cy="94003"/>
            </a:xfrm>
            <a:custGeom>
              <a:rect b="b" l="l" r="r" t="t"/>
              <a:pathLst>
                <a:path extrusionOk="0" h="2588" w="1499">
                  <a:moveTo>
                    <a:pt x="1187" y="1"/>
                  </a:moveTo>
                  <a:lnTo>
                    <a:pt x="1187" y="1455"/>
                  </a:lnTo>
                  <a:lnTo>
                    <a:pt x="0" y="2427"/>
                  </a:lnTo>
                  <a:lnTo>
                    <a:pt x="1418" y="2588"/>
                  </a:lnTo>
                  <a:lnTo>
                    <a:pt x="1499" y="1151"/>
                  </a:lnTo>
                  <a:lnTo>
                    <a:pt x="118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0"/>
            <p:cNvSpPr/>
            <p:nvPr/>
          </p:nvSpPr>
          <p:spPr>
            <a:xfrm>
              <a:off x="6573663" y="2047299"/>
              <a:ext cx="73262" cy="85903"/>
            </a:xfrm>
            <a:custGeom>
              <a:rect b="b" l="l" r="r" t="t"/>
              <a:pathLst>
                <a:path extrusionOk="0" h="2365" w="2017">
                  <a:moveTo>
                    <a:pt x="2017" y="1"/>
                  </a:moveTo>
                  <a:lnTo>
                    <a:pt x="1321" y="1214"/>
                  </a:lnTo>
                  <a:lnTo>
                    <a:pt x="1160" y="1785"/>
                  </a:lnTo>
                  <a:lnTo>
                    <a:pt x="0" y="2365"/>
                  </a:lnTo>
                  <a:lnTo>
                    <a:pt x="1794" y="2017"/>
                  </a:lnTo>
                  <a:lnTo>
                    <a:pt x="1695" y="1259"/>
                  </a:lnTo>
                  <a:lnTo>
                    <a:pt x="2017"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0"/>
            <p:cNvSpPr/>
            <p:nvPr/>
          </p:nvSpPr>
          <p:spPr>
            <a:xfrm>
              <a:off x="6510791" y="2044067"/>
              <a:ext cx="30838" cy="57063"/>
            </a:xfrm>
            <a:custGeom>
              <a:rect b="b" l="l" r="r" t="t"/>
              <a:pathLst>
                <a:path extrusionOk="0" h="1571" w="849">
                  <a:moveTo>
                    <a:pt x="545" y="0"/>
                  </a:moveTo>
                  <a:lnTo>
                    <a:pt x="393" y="848"/>
                  </a:lnTo>
                  <a:lnTo>
                    <a:pt x="1" y="1383"/>
                  </a:lnTo>
                  <a:lnTo>
                    <a:pt x="848" y="1571"/>
                  </a:lnTo>
                  <a:lnTo>
                    <a:pt x="54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0"/>
            <p:cNvSpPr/>
            <p:nvPr/>
          </p:nvSpPr>
          <p:spPr>
            <a:xfrm>
              <a:off x="6410362" y="1934231"/>
              <a:ext cx="133522" cy="94656"/>
            </a:xfrm>
            <a:custGeom>
              <a:rect b="b" l="l" r="r" t="t"/>
              <a:pathLst>
                <a:path extrusionOk="0" h="2606" w="3676">
                  <a:moveTo>
                    <a:pt x="482" y="0"/>
                  </a:moveTo>
                  <a:lnTo>
                    <a:pt x="901" y="375"/>
                  </a:lnTo>
                  <a:lnTo>
                    <a:pt x="955" y="812"/>
                  </a:lnTo>
                  <a:lnTo>
                    <a:pt x="1321" y="518"/>
                  </a:lnTo>
                  <a:lnTo>
                    <a:pt x="2061" y="1142"/>
                  </a:lnTo>
                  <a:lnTo>
                    <a:pt x="1267" y="1401"/>
                  </a:lnTo>
                  <a:lnTo>
                    <a:pt x="0" y="2605"/>
                  </a:lnTo>
                  <a:lnTo>
                    <a:pt x="1642" y="1677"/>
                  </a:lnTo>
                  <a:lnTo>
                    <a:pt x="2462" y="1481"/>
                  </a:lnTo>
                  <a:lnTo>
                    <a:pt x="2766" y="1909"/>
                  </a:lnTo>
                  <a:lnTo>
                    <a:pt x="2578" y="2605"/>
                  </a:lnTo>
                  <a:lnTo>
                    <a:pt x="3676" y="1383"/>
                  </a:lnTo>
                  <a:lnTo>
                    <a:pt x="2793" y="1401"/>
                  </a:lnTo>
                  <a:lnTo>
                    <a:pt x="1553" y="205"/>
                  </a:lnTo>
                  <a:lnTo>
                    <a:pt x="482"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0"/>
            <p:cNvSpPr/>
            <p:nvPr/>
          </p:nvSpPr>
          <p:spPr>
            <a:xfrm>
              <a:off x="6343930" y="1895985"/>
              <a:ext cx="58697" cy="52522"/>
            </a:xfrm>
            <a:custGeom>
              <a:rect b="b" l="l" r="r" t="t"/>
              <a:pathLst>
                <a:path extrusionOk="0" h="1446" w="1616">
                  <a:moveTo>
                    <a:pt x="0" y="1"/>
                  </a:moveTo>
                  <a:lnTo>
                    <a:pt x="1615" y="1446"/>
                  </a:lnTo>
                  <a:lnTo>
                    <a:pt x="848" y="393"/>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0"/>
            <p:cNvSpPr/>
            <p:nvPr/>
          </p:nvSpPr>
          <p:spPr>
            <a:xfrm>
              <a:off x="6244119" y="1963724"/>
              <a:ext cx="116704" cy="137408"/>
            </a:xfrm>
            <a:custGeom>
              <a:rect b="b" l="l" r="r" t="t"/>
              <a:pathLst>
                <a:path extrusionOk="0" h="3783" w="3213">
                  <a:moveTo>
                    <a:pt x="1749" y="0"/>
                  </a:moveTo>
                  <a:lnTo>
                    <a:pt x="938" y="767"/>
                  </a:lnTo>
                  <a:lnTo>
                    <a:pt x="777" y="1963"/>
                  </a:lnTo>
                  <a:lnTo>
                    <a:pt x="1" y="2560"/>
                  </a:lnTo>
                  <a:lnTo>
                    <a:pt x="1" y="3667"/>
                  </a:lnTo>
                  <a:lnTo>
                    <a:pt x="938" y="3675"/>
                  </a:lnTo>
                  <a:lnTo>
                    <a:pt x="2053" y="3783"/>
                  </a:lnTo>
                  <a:lnTo>
                    <a:pt x="2186" y="2212"/>
                  </a:lnTo>
                  <a:lnTo>
                    <a:pt x="1687" y="3426"/>
                  </a:lnTo>
                  <a:lnTo>
                    <a:pt x="688" y="3488"/>
                  </a:lnTo>
                  <a:lnTo>
                    <a:pt x="304" y="2917"/>
                  </a:lnTo>
                  <a:lnTo>
                    <a:pt x="1223" y="1963"/>
                  </a:lnTo>
                  <a:lnTo>
                    <a:pt x="1419" y="1258"/>
                  </a:lnTo>
                  <a:lnTo>
                    <a:pt x="2427" y="740"/>
                  </a:lnTo>
                  <a:lnTo>
                    <a:pt x="3212" y="54"/>
                  </a:lnTo>
                  <a:lnTo>
                    <a:pt x="2133" y="544"/>
                  </a:lnTo>
                  <a:lnTo>
                    <a:pt x="1348" y="669"/>
                  </a:lnTo>
                  <a:lnTo>
                    <a:pt x="174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0"/>
            <p:cNvSpPr/>
            <p:nvPr/>
          </p:nvSpPr>
          <p:spPr>
            <a:xfrm>
              <a:off x="6343930" y="2023654"/>
              <a:ext cx="31128" cy="69049"/>
            </a:xfrm>
            <a:custGeom>
              <a:rect b="b" l="l" r="r" t="t"/>
              <a:pathLst>
                <a:path extrusionOk="0" h="1901" w="857">
                  <a:moveTo>
                    <a:pt x="0" y="0"/>
                  </a:moveTo>
                  <a:lnTo>
                    <a:pt x="170" y="1901"/>
                  </a:lnTo>
                  <a:lnTo>
                    <a:pt x="857" y="190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0"/>
            <p:cNvSpPr/>
            <p:nvPr/>
          </p:nvSpPr>
          <p:spPr>
            <a:xfrm>
              <a:off x="6433681" y="2028848"/>
              <a:ext cx="26624" cy="72282"/>
            </a:xfrm>
            <a:custGeom>
              <a:rect b="b" l="l" r="r" t="t"/>
              <a:pathLst>
                <a:path extrusionOk="0" h="1990" w="733">
                  <a:moveTo>
                    <a:pt x="465" y="0"/>
                  </a:moveTo>
                  <a:lnTo>
                    <a:pt x="268" y="901"/>
                  </a:lnTo>
                  <a:lnTo>
                    <a:pt x="331" y="1303"/>
                  </a:lnTo>
                  <a:lnTo>
                    <a:pt x="1" y="1758"/>
                  </a:lnTo>
                  <a:lnTo>
                    <a:pt x="625" y="1990"/>
                  </a:lnTo>
                  <a:lnTo>
                    <a:pt x="732" y="1472"/>
                  </a:lnTo>
                  <a:lnTo>
                    <a:pt x="500" y="839"/>
                  </a:lnTo>
                  <a:lnTo>
                    <a:pt x="46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5" name="Google Shape;3985;p70"/>
          <p:cNvGrpSpPr/>
          <p:nvPr/>
        </p:nvGrpSpPr>
        <p:grpSpPr>
          <a:xfrm flipH="1">
            <a:off x="-720324" y="2485877"/>
            <a:ext cx="1440661" cy="3029051"/>
            <a:chOff x="-1016344" y="3145131"/>
            <a:chExt cx="1064239" cy="2285558"/>
          </a:xfrm>
        </p:grpSpPr>
        <p:sp>
          <p:nvSpPr>
            <p:cNvPr id="3986" name="Google Shape;3986;p70"/>
            <p:cNvSpPr/>
            <p:nvPr/>
          </p:nvSpPr>
          <p:spPr>
            <a:xfrm>
              <a:off x="-740545" y="4071077"/>
              <a:ext cx="104308" cy="1359612"/>
            </a:xfrm>
            <a:custGeom>
              <a:rect b="b" l="l" r="r" t="t"/>
              <a:pathLst>
                <a:path extrusionOk="0" h="11170" w="857">
                  <a:moveTo>
                    <a:pt x="206" y="1"/>
                  </a:moveTo>
                  <a:cubicBezTo>
                    <a:pt x="206" y="1"/>
                    <a:pt x="0" y="563"/>
                    <a:pt x="206" y="1749"/>
                  </a:cubicBezTo>
                  <a:cubicBezTo>
                    <a:pt x="357" y="2677"/>
                    <a:pt x="206" y="11170"/>
                    <a:pt x="206" y="11170"/>
                  </a:cubicBezTo>
                  <a:lnTo>
                    <a:pt x="652" y="11170"/>
                  </a:lnTo>
                  <a:cubicBezTo>
                    <a:pt x="652" y="11170"/>
                    <a:pt x="500" y="2677"/>
                    <a:pt x="652" y="1749"/>
                  </a:cubicBezTo>
                  <a:cubicBezTo>
                    <a:pt x="857" y="563"/>
                    <a:pt x="652" y="1"/>
                    <a:pt x="652"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0"/>
            <p:cNvSpPr/>
            <p:nvPr/>
          </p:nvSpPr>
          <p:spPr>
            <a:xfrm>
              <a:off x="-695999" y="4071077"/>
              <a:ext cx="59761" cy="1359612"/>
            </a:xfrm>
            <a:custGeom>
              <a:rect b="b" l="l" r="r" t="t"/>
              <a:pathLst>
                <a:path extrusionOk="0" h="11170" w="491">
                  <a:moveTo>
                    <a:pt x="161" y="1"/>
                  </a:moveTo>
                  <a:cubicBezTo>
                    <a:pt x="161" y="1"/>
                    <a:pt x="357" y="563"/>
                    <a:pt x="161" y="1749"/>
                  </a:cubicBezTo>
                  <a:cubicBezTo>
                    <a:pt x="0" y="2677"/>
                    <a:pt x="161" y="11170"/>
                    <a:pt x="161" y="11170"/>
                  </a:cubicBezTo>
                  <a:lnTo>
                    <a:pt x="286" y="11170"/>
                  </a:lnTo>
                  <a:cubicBezTo>
                    <a:pt x="286" y="11170"/>
                    <a:pt x="134" y="2677"/>
                    <a:pt x="286" y="1749"/>
                  </a:cubicBezTo>
                  <a:cubicBezTo>
                    <a:pt x="491" y="563"/>
                    <a:pt x="286" y="1"/>
                    <a:pt x="286"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0"/>
            <p:cNvSpPr/>
            <p:nvPr/>
          </p:nvSpPr>
          <p:spPr>
            <a:xfrm>
              <a:off x="-1016344" y="3740977"/>
              <a:ext cx="654813" cy="512685"/>
            </a:xfrm>
            <a:custGeom>
              <a:rect b="b" l="l" r="r" t="t"/>
              <a:pathLst>
                <a:path extrusionOk="0" h="4212" w="5380">
                  <a:moveTo>
                    <a:pt x="2106" y="1"/>
                  </a:moveTo>
                  <a:cubicBezTo>
                    <a:pt x="2231" y="473"/>
                    <a:pt x="2293" y="839"/>
                    <a:pt x="2293" y="839"/>
                  </a:cubicBezTo>
                  <a:cubicBezTo>
                    <a:pt x="1936" y="259"/>
                    <a:pt x="1374" y="72"/>
                    <a:pt x="1374" y="72"/>
                  </a:cubicBezTo>
                  <a:lnTo>
                    <a:pt x="1374" y="72"/>
                  </a:lnTo>
                  <a:cubicBezTo>
                    <a:pt x="1999" y="500"/>
                    <a:pt x="2115" y="1098"/>
                    <a:pt x="2115" y="1098"/>
                  </a:cubicBezTo>
                  <a:cubicBezTo>
                    <a:pt x="1695" y="527"/>
                    <a:pt x="884" y="527"/>
                    <a:pt x="884" y="527"/>
                  </a:cubicBezTo>
                  <a:lnTo>
                    <a:pt x="884" y="527"/>
                  </a:lnTo>
                  <a:cubicBezTo>
                    <a:pt x="1410" y="687"/>
                    <a:pt x="1749" y="1142"/>
                    <a:pt x="1749" y="1142"/>
                  </a:cubicBezTo>
                  <a:cubicBezTo>
                    <a:pt x="1749" y="1142"/>
                    <a:pt x="1446" y="902"/>
                    <a:pt x="1000" y="866"/>
                  </a:cubicBezTo>
                  <a:cubicBezTo>
                    <a:pt x="909" y="857"/>
                    <a:pt x="827" y="853"/>
                    <a:pt x="753" y="853"/>
                  </a:cubicBezTo>
                  <a:cubicBezTo>
                    <a:pt x="461" y="853"/>
                    <a:pt x="313" y="910"/>
                    <a:pt x="313" y="910"/>
                  </a:cubicBezTo>
                  <a:cubicBezTo>
                    <a:pt x="1107" y="937"/>
                    <a:pt x="1383" y="1303"/>
                    <a:pt x="1383" y="1303"/>
                  </a:cubicBezTo>
                  <a:cubicBezTo>
                    <a:pt x="1174" y="1239"/>
                    <a:pt x="966" y="1226"/>
                    <a:pt x="832" y="1226"/>
                  </a:cubicBezTo>
                  <a:cubicBezTo>
                    <a:pt x="743" y="1226"/>
                    <a:pt x="687" y="1232"/>
                    <a:pt x="687" y="1232"/>
                  </a:cubicBezTo>
                  <a:cubicBezTo>
                    <a:pt x="1232" y="1330"/>
                    <a:pt x="1481" y="1606"/>
                    <a:pt x="1481" y="1606"/>
                  </a:cubicBezTo>
                  <a:cubicBezTo>
                    <a:pt x="1481" y="1606"/>
                    <a:pt x="1220" y="1531"/>
                    <a:pt x="934" y="1531"/>
                  </a:cubicBezTo>
                  <a:cubicBezTo>
                    <a:pt x="791" y="1531"/>
                    <a:pt x="643" y="1550"/>
                    <a:pt x="518" y="1606"/>
                  </a:cubicBezTo>
                  <a:cubicBezTo>
                    <a:pt x="152" y="1776"/>
                    <a:pt x="81" y="2106"/>
                    <a:pt x="81" y="2106"/>
                  </a:cubicBezTo>
                  <a:cubicBezTo>
                    <a:pt x="249" y="1895"/>
                    <a:pt x="521" y="1756"/>
                    <a:pt x="851" y="1756"/>
                  </a:cubicBezTo>
                  <a:cubicBezTo>
                    <a:pt x="870" y="1756"/>
                    <a:pt x="890" y="1757"/>
                    <a:pt x="910" y="1758"/>
                  </a:cubicBezTo>
                  <a:cubicBezTo>
                    <a:pt x="1223" y="1767"/>
                    <a:pt x="1374" y="1910"/>
                    <a:pt x="1374" y="1910"/>
                  </a:cubicBezTo>
                  <a:cubicBezTo>
                    <a:pt x="1374" y="1910"/>
                    <a:pt x="1275" y="1893"/>
                    <a:pt x="1127" y="1893"/>
                  </a:cubicBezTo>
                  <a:cubicBezTo>
                    <a:pt x="954" y="1893"/>
                    <a:pt x="713" y="1916"/>
                    <a:pt x="482" y="2017"/>
                  </a:cubicBezTo>
                  <a:cubicBezTo>
                    <a:pt x="63" y="2204"/>
                    <a:pt x="0" y="2543"/>
                    <a:pt x="0" y="2543"/>
                  </a:cubicBezTo>
                  <a:cubicBezTo>
                    <a:pt x="277" y="2231"/>
                    <a:pt x="785" y="2168"/>
                    <a:pt x="786" y="2168"/>
                  </a:cubicBezTo>
                  <a:lnTo>
                    <a:pt x="786" y="2168"/>
                  </a:lnTo>
                  <a:cubicBezTo>
                    <a:pt x="143" y="2481"/>
                    <a:pt x="36" y="3034"/>
                    <a:pt x="36" y="3034"/>
                  </a:cubicBezTo>
                  <a:cubicBezTo>
                    <a:pt x="241" y="2811"/>
                    <a:pt x="643" y="2686"/>
                    <a:pt x="643" y="2686"/>
                  </a:cubicBezTo>
                  <a:lnTo>
                    <a:pt x="643" y="2686"/>
                  </a:lnTo>
                  <a:cubicBezTo>
                    <a:pt x="215" y="3016"/>
                    <a:pt x="90" y="3489"/>
                    <a:pt x="90" y="3489"/>
                  </a:cubicBezTo>
                  <a:cubicBezTo>
                    <a:pt x="366" y="3096"/>
                    <a:pt x="875" y="2918"/>
                    <a:pt x="875" y="2918"/>
                  </a:cubicBezTo>
                  <a:lnTo>
                    <a:pt x="875" y="2918"/>
                  </a:lnTo>
                  <a:cubicBezTo>
                    <a:pt x="661" y="3185"/>
                    <a:pt x="598" y="3551"/>
                    <a:pt x="598" y="3551"/>
                  </a:cubicBezTo>
                  <a:cubicBezTo>
                    <a:pt x="919" y="2802"/>
                    <a:pt x="1508" y="2686"/>
                    <a:pt x="1508" y="2686"/>
                  </a:cubicBezTo>
                  <a:lnTo>
                    <a:pt x="1508" y="2686"/>
                  </a:lnTo>
                  <a:cubicBezTo>
                    <a:pt x="928" y="2980"/>
                    <a:pt x="839" y="3756"/>
                    <a:pt x="839" y="3756"/>
                  </a:cubicBezTo>
                  <a:cubicBezTo>
                    <a:pt x="1107" y="3034"/>
                    <a:pt x="1633" y="2811"/>
                    <a:pt x="1633" y="2811"/>
                  </a:cubicBezTo>
                  <a:lnTo>
                    <a:pt x="1633" y="2811"/>
                  </a:lnTo>
                  <a:cubicBezTo>
                    <a:pt x="1071" y="3426"/>
                    <a:pt x="1294" y="4140"/>
                    <a:pt x="1294" y="4140"/>
                  </a:cubicBezTo>
                  <a:cubicBezTo>
                    <a:pt x="1294" y="3524"/>
                    <a:pt x="1588" y="3212"/>
                    <a:pt x="1588" y="3212"/>
                  </a:cubicBezTo>
                  <a:lnTo>
                    <a:pt x="1588" y="3212"/>
                  </a:lnTo>
                  <a:cubicBezTo>
                    <a:pt x="1464" y="3551"/>
                    <a:pt x="1517" y="3837"/>
                    <a:pt x="1517" y="3837"/>
                  </a:cubicBezTo>
                  <a:cubicBezTo>
                    <a:pt x="1642" y="3185"/>
                    <a:pt x="1999" y="2918"/>
                    <a:pt x="1999" y="2918"/>
                  </a:cubicBezTo>
                  <a:lnTo>
                    <a:pt x="1999" y="2918"/>
                  </a:lnTo>
                  <a:cubicBezTo>
                    <a:pt x="1785" y="3310"/>
                    <a:pt x="1820" y="3899"/>
                    <a:pt x="1820" y="3899"/>
                  </a:cubicBezTo>
                  <a:cubicBezTo>
                    <a:pt x="1927" y="3230"/>
                    <a:pt x="2266" y="2838"/>
                    <a:pt x="2266" y="2837"/>
                  </a:cubicBezTo>
                  <a:lnTo>
                    <a:pt x="2266" y="2837"/>
                  </a:lnTo>
                  <a:cubicBezTo>
                    <a:pt x="2008" y="3507"/>
                    <a:pt x="2284" y="4211"/>
                    <a:pt x="2284" y="4211"/>
                  </a:cubicBezTo>
                  <a:cubicBezTo>
                    <a:pt x="2195" y="3069"/>
                    <a:pt x="2695" y="2713"/>
                    <a:pt x="2695" y="2713"/>
                  </a:cubicBezTo>
                  <a:cubicBezTo>
                    <a:pt x="2695" y="2713"/>
                    <a:pt x="3194" y="3069"/>
                    <a:pt x="3105" y="4211"/>
                  </a:cubicBezTo>
                  <a:cubicBezTo>
                    <a:pt x="3105" y="4211"/>
                    <a:pt x="3382" y="3507"/>
                    <a:pt x="3114" y="2837"/>
                  </a:cubicBezTo>
                  <a:lnTo>
                    <a:pt x="3114" y="2837"/>
                  </a:lnTo>
                  <a:cubicBezTo>
                    <a:pt x="3114" y="2838"/>
                    <a:pt x="3453" y="3230"/>
                    <a:pt x="3560" y="3899"/>
                  </a:cubicBezTo>
                  <a:cubicBezTo>
                    <a:pt x="3560" y="3899"/>
                    <a:pt x="3605" y="3310"/>
                    <a:pt x="3390" y="2918"/>
                  </a:cubicBezTo>
                  <a:lnTo>
                    <a:pt x="3390" y="2918"/>
                  </a:lnTo>
                  <a:cubicBezTo>
                    <a:pt x="3391" y="2918"/>
                    <a:pt x="3747" y="3185"/>
                    <a:pt x="3872" y="3837"/>
                  </a:cubicBezTo>
                  <a:cubicBezTo>
                    <a:pt x="3872" y="3837"/>
                    <a:pt x="3926" y="3551"/>
                    <a:pt x="3801" y="3212"/>
                  </a:cubicBezTo>
                  <a:lnTo>
                    <a:pt x="3801" y="3212"/>
                  </a:lnTo>
                  <a:cubicBezTo>
                    <a:pt x="3801" y="3212"/>
                    <a:pt x="4095" y="3524"/>
                    <a:pt x="4095" y="4140"/>
                  </a:cubicBezTo>
                  <a:cubicBezTo>
                    <a:pt x="4095" y="4140"/>
                    <a:pt x="4318" y="3426"/>
                    <a:pt x="3747" y="2811"/>
                  </a:cubicBezTo>
                  <a:lnTo>
                    <a:pt x="3747" y="2811"/>
                  </a:lnTo>
                  <a:cubicBezTo>
                    <a:pt x="3747" y="2811"/>
                    <a:pt x="4274" y="3034"/>
                    <a:pt x="4550" y="3756"/>
                  </a:cubicBezTo>
                  <a:cubicBezTo>
                    <a:pt x="4550" y="3756"/>
                    <a:pt x="4452" y="2980"/>
                    <a:pt x="3881" y="2686"/>
                  </a:cubicBezTo>
                  <a:lnTo>
                    <a:pt x="3881" y="2686"/>
                  </a:lnTo>
                  <a:cubicBezTo>
                    <a:pt x="3881" y="2686"/>
                    <a:pt x="4470" y="2802"/>
                    <a:pt x="4791" y="3551"/>
                  </a:cubicBezTo>
                  <a:cubicBezTo>
                    <a:pt x="4791" y="3551"/>
                    <a:pt x="4729" y="3185"/>
                    <a:pt x="4515" y="2918"/>
                  </a:cubicBezTo>
                  <a:lnTo>
                    <a:pt x="4515" y="2918"/>
                  </a:lnTo>
                  <a:cubicBezTo>
                    <a:pt x="4515" y="2918"/>
                    <a:pt x="5014" y="3096"/>
                    <a:pt x="5300" y="3489"/>
                  </a:cubicBezTo>
                  <a:cubicBezTo>
                    <a:pt x="5300" y="3489"/>
                    <a:pt x="5166" y="3016"/>
                    <a:pt x="4746" y="2686"/>
                  </a:cubicBezTo>
                  <a:lnTo>
                    <a:pt x="4746" y="2686"/>
                  </a:lnTo>
                  <a:cubicBezTo>
                    <a:pt x="4747" y="2686"/>
                    <a:pt x="5139" y="2811"/>
                    <a:pt x="5353" y="3034"/>
                  </a:cubicBezTo>
                  <a:cubicBezTo>
                    <a:pt x="5353" y="3034"/>
                    <a:pt x="5246" y="2481"/>
                    <a:pt x="4604" y="2168"/>
                  </a:cubicBezTo>
                  <a:lnTo>
                    <a:pt x="4604" y="2168"/>
                  </a:lnTo>
                  <a:cubicBezTo>
                    <a:pt x="4604" y="2168"/>
                    <a:pt x="5103" y="2231"/>
                    <a:pt x="5380" y="2543"/>
                  </a:cubicBezTo>
                  <a:cubicBezTo>
                    <a:pt x="5380" y="2543"/>
                    <a:pt x="5326" y="2204"/>
                    <a:pt x="4898" y="2017"/>
                  </a:cubicBezTo>
                  <a:cubicBezTo>
                    <a:pt x="4672" y="1916"/>
                    <a:pt x="4431" y="1893"/>
                    <a:pt x="4256" y="1893"/>
                  </a:cubicBezTo>
                  <a:cubicBezTo>
                    <a:pt x="4107" y="1893"/>
                    <a:pt x="4006" y="1910"/>
                    <a:pt x="4006" y="1910"/>
                  </a:cubicBezTo>
                  <a:cubicBezTo>
                    <a:pt x="4006" y="1910"/>
                    <a:pt x="4158" y="1767"/>
                    <a:pt x="4470" y="1758"/>
                  </a:cubicBezTo>
                  <a:cubicBezTo>
                    <a:pt x="4490" y="1757"/>
                    <a:pt x="4510" y="1756"/>
                    <a:pt x="4530" y="1756"/>
                  </a:cubicBezTo>
                  <a:cubicBezTo>
                    <a:pt x="4861" y="1756"/>
                    <a:pt x="5140" y="1895"/>
                    <a:pt x="5308" y="2106"/>
                  </a:cubicBezTo>
                  <a:cubicBezTo>
                    <a:pt x="5308" y="2106"/>
                    <a:pt x="5237" y="1776"/>
                    <a:pt x="4871" y="1606"/>
                  </a:cubicBezTo>
                  <a:cubicBezTo>
                    <a:pt x="4746" y="1550"/>
                    <a:pt x="4598" y="1531"/>
                    <a:pt x="4455" y="1531"/>
                  </a:cubicBezTo>
                  <a:cubicBezTo>
                    <a:pt x="4170" y="1531"/>
                    <a:pt x="3908" y="1606"/>
                    <a:pt x="3908" y="1606"/>
                  </a:cubicBezTo>
                  <a:cubicBezTo>
                    <a:pt x="3908" y="1606"/>
                    <a:pt x="4149" y="1330"/>
                    <a:pt x="4702" y="1232"/>
                  </a:cubicBezTo>
                  <a:cubicBezTo>
                    <a:pt x="4702" y="1232"/>
                    <a:pt x="4645" y="1226"/>
                    <a:pt x="4555" y="1226"/>
                  </a:cubicBezTo>
                  <a:cubicBezTo>
                    <a:pt x="4419" y="1226"/>
                    <a:pt x="4209" y="1239"/>
                    <a:pt x="4006" y="1303"/>
                  </a:cubicBezTo>
                  <a:cubicBezTo>
                    <a:pt x="4006" y="1303"/>
                    <a:pt x="4283" y="937"/>
                    <a:pt x="5077" y="910"/>
                  </a:cubicBezTo>
                  <a:cubicBezTo>
                    <a:pt x="5077" y="910"/>
                    <a:pt x="4922" y="853"/>
                    <a:pt x="4632" y="853"/>
                  </a:cubicBezTo>
                  <a:cubicBezTo>
                    <a:pt x="4560" y="853"/>
                    <a:pt x="4479" y="857"/>
                    <a:pt x="4390" y="866"/>
                  </a:cubicBezTo>
                  <a:cubicBezTo>
                    <a:pt x="3935" y="902"/>
                    <a:pt x="3640" y="1142"/>
                    <a:pt x="3640" y="1142"/>
                  </a:cubicBezTo>
                  <a:cubicBezTo>
                    <a:pt x="3640" y="1142"/>
                    <a:pt x="3979" y="687"/>
                    <a:pt x="4506" y="527"/>
                  </a:cubicBezTo>
                  <a:lnTo>
                    <a:pt x="4506" y="527"/>
                  </a:lnTo>
                  <a:cubicBezTo>
                    <a:pt x="4505" y="527"/>
                    <a:pt x="3685" y="527"/>
                    <a:pt x="3266" y="1098"/>
                  </a:cubicBezTo>
                  <a:cubicBezTo>
                    <a:pt x="3266" y="1098"/>
                    <a:pt x="3382" y="500"/>
                    <a:pt x="4006" y="72"/>
                  </a:cubicBezTo>
                  <a:lnTo>
                    <a:pt x="4006" y="72"/>
                  </a:lnTo>
                  <a:cubicBezTo>
                    <a:pt x="4006" y="72"/>
                    <a:pt x="3444" y="259"/>
                    <a:pt x="3096" y="839"/>
                  </a:cubicBezTo>
                  <a:cubicBezTo>
                    <a:pt x="3096" y="839"/>
                    <a:pt x="3159" y="473"/>
                    <a:pt x="3283" y="1"/>
                  </a:cubicBezTo>
                  <a:lnTo>
                    <a:pt x="3283" y="1"/>
                  </a:lnTo>
                  <a:cubicBezTo>
                    <a:pt x="3283" y="1"/>
                    <a:pt x="2837" y="295"/>
                    <a:pt x="2695" y="919"/>
                  </a:cubicBezTo>
                  <a:cubicBezTo>
                    <a:pt x="2552" y="295"/>
                    <a:pt x="2106" y="1"/>
                    <a:pt x="2106" y="1"/>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0"/>
            <p:cNvSpPr/>
            <p:nvPr/>
          </p:nvSpPr>
          <p:spPr>
            <a:xfrm>
              <a:off x="-883922" y="3861478"/>
              <a:ext cx="391062" cy="306369"/>
            </a:xfrm>
            <a:custGeom>
              <a:rect b="b" l="l" r="r" t="t"/>
              <a:pathLst>
                <a:path extrusionOk="0" h="2517" w="3213">
                  <a:moveTo>
                    <a:pt x="1955" y="1"/>
                  </a:moveTo>
                  <a:cubicBezTo>
                    <a:pt x="1954" y="1"/>
                    <a:pt x="1687" y="179"/>
                    <a:pt x="1607" y="554"/>
                  </a:cubicBezTo>
                  <a:cubicBezTo>
                    <a:pt x="1517" y="179"/>
                    <a:pt x="1250" y="1"/>
                    <a:pt x="1250" y="1"/>
                  </a:cubicBezTo>
                  <a:lnTo>
                    <a:pt x="1250" y="1"/>
                  </a:lnTo>
                  <a:cubicBezTo>
                    <a:pt x="1330" y="286"/>
                    <a:pt x="1366" y="500"/>
                    <a:pt x="1366" y="500"/>
                  </a:cubicBezTo>
                  <a:cubicBezTo>
                    <a:pt x="1152" y="161"/>
                    <a:pt x="822" y="45"/>
                    <a:pt x="822" y="45"/>
                  </a:cubicBezTo>
                  <a:lnTo>
                    <a:pt x="822" y="45"/>
                  </a:lnTo>
                  <a:cubicBezTo>
                    <a:pt x="1196" y="304"/>
                    <a:pt x="1259" y="661"/>
                    <a:pt x="1259" y="661"/>
                  </a:cubicBezTo>
                  <a:cubicBezTo>
                    <a:pt x="1009" y="322"/>
                    <a:pt x="527" y="313"/>
                    <a:pt x="527" y="313"/>
                  </a:cubicBezTo>
                  <a:lnTo>
                    <a:pt x="527" y="313"/>
                  </a:lnTo>
                  <a:cubicBezTo>
                    <a:pt x="839" y="411"/>
                    <a:pt x="1045" y="688"/>
                    <a:pt x="1045" y="688"/>
                  </a:cubicBezTo>
                  <a:cubicBezTo>
                    <a:pt x="1045" y="688"/>
                    <a:pt x="866" y="545"/>
                    <a:pt x="590" y="518"/>
                  </a:cubicBezTo>
                  <a:cubicBezTo>
                    <a:pt x="536" y="513"/>
                    <a:pt x="488" y="511"/>
                    <a:pt x="444" y="511"/>
                  </a:cubicBezTo>
                  <a:cubicBezTo>
                    <a:pt x="271" y="511"/>
                    <a:pt x="179" y="545"/>
                    <a:pt x="179" y="545"/>
                  </a:cubicBezTo>
                  <a:cubicBezTo>
                    <a:pt x="661" y="563"/>
                    <a:pt x="822" y="777"/>
                    <a:pt x="822" y="777"/>
                  </a:cubicBezTo>
                  <a:cubicBezTo>
                    <a:pt x="711" y="743"/>
                    <a:pt x="601" y="736"/>
                    <a:pt x="522" y="736"/>
                  </a:cubicBezTo>
                  <a:cubicBezTo>
                    <a:pt x="455" y="736"/>
                    <a:pt x="411" y="741"/>
                    <a:pt x="411" y="741"/>
                  </a:cubicBezTo>
                  <a:cubicBezTo>
                    <a:pt x="732" y="795"/>
                    <a:pt x="875" y="964"/>
                    <a:pt x="875" y="964"/>
                  </a:cubicBezTo>
                  <a:cubicBezTo>
                    <a:pt x="875" y="964"/>
                    <a:pt x="720" y="917"/>
                    <a:pt x="551" y="917"/>
                  </a:cubicBezTo>
                  <a:cubicBezTo>
                    <a:pt x="467" y="917"/>
                    <a:pt x="378" y="929"/>
                    <a:pt x="304" y="964"/>
                  </a:cubicBezTo>
                  <a:cubicBezTo>
                    <a:pt x="90" y="1062"/>
                    <a:pt x="45" y="1259"/>
                    <a:pt x="45" y="1259"/>
                  </a:cubicBezTo>
                  <a:cubicBezTo>
                    <a:pt x="147" y="1132"/>
                    <a:pt x="313" y="1053"/>
                    <a:pt x="513" y="1053"/>
                  </a:cubicBezTo>
                  <a:cubicBezTo>
                    <a:pt x="523" y="1053"/>
                    <a:pt x="534" y="1053"/>
                    <a:pt x="545" y="1053"/>
                  </a:cubicBezTo>
                  <a:cubicBezTo>
                    <a:pt x="732" y="1053"/>
                    <a:pt x="822" y="1143"/>
                    <a:pt x="822" y="1143"/>
                  </a:cubicBezTo>
                  <a:cubicBezTo>
                    <a:pt x="822" y="1143"/>
                    <a:pt x="758" y="1130"/>
                    <a:pt x="663" y="1130"/>
                  </a:cubicBezTo>
                  <a:cubicBezTo>
                    <a:pt x="560" y="1130"/>
                    <a:pt x="421" y="1145"/>
                    <a:pt x="286" y="1205"/>
                  </a:cubicBezTo>
                  <a:cubicBezTo>
                    <a:pt x="37" y="1312"/>
                    <a:pt x="1" y="1517"/>
                    <a:pt x="1" y="1517"/>
                  </a:cubicBezTo>
                  <a:cubicBezTo>
                    <a:pt x="170" y="1330"/>
                    <a:pt x="465" y="1294"/>
                    <a:pt x="465" y="1294"/>
                  </a:cubicBezTo>
                  <a:lnTo>
                    <a:pt x="465" y="1294"/>
                  </a:lnTo>
                  <a:cubicBezTo>
                    <a:pt x="81" y="1482"/>
                    <a:pt x="19" y="1812"/>
                    <a:pt x="19" y="1812"/>
                  </a:cubicBezTo>
                  <a:cubicBezTo>
                    <a:pt x="144" y="1678"/>
                    <a:pt x="384" y="1607"/>
                    <a:pt x="384" y="1607"/>
                  </a:cubicBezTo>
                  <a:lnTo>
                    <a:pt x="384" y="1607"/>
                  </a:lnTo>
                  <a:cubicBezTo>
                    <a:pt x="126" y="1803"/>
                    <a:pt x="54" y="2079"/>
                    <a:pt x="54" y="2079"/>
                  </a:cubicBezTo>
                  <a:cubicBezTo>
                    <a:pt x="215" y="1847"/>
                    <a:pt x="518" y="1740"/>
                    <a:pt x="518" y="1740"/>
                  </a:cubicBezTo>
                  <a:lnTo>
                    <a:pt x="518" y="1740"/>
                  </a:lnTo>
                  <a:cubicBezTo>
                    <a:pt x="393" y="1901"/>
                    <a:pt x="349" y="2115"/>
                    <a:pt x="349" y="2115"/>
                  </a:cubicBezTo>
                  <a:cubicBezTo>
                    <a:pt x="545" y="1678"/>
                    <a:pt x="893" y="1607"/>
                    <a:pt x="893" y="1607"/>
                  </a:cubicBezTo>
                  <a:lnTo>
                    <a:pt x="893" y="1607"/>
                  </a:lnTo>
                  <a:cubicBezTo>
                    <a:pt x="554" y="1785"/>
                    <a:pt x="500" y="2249"/>
                    <a:pt x="500" y="2249"/>
                  </a:cubicBezTo>
                  <a:cubicBezTo>
                    <a:pt x="661" y="1812"/>
                    <a:pt x="973" y="1678"/>
                    <a:pt x="973" y="1678"/>
                  </a:cubicBezTo>
                  <a:lnTo>
                    <a:pt x="973" y="1678"/>
                  </a:lnTo>
                  <a:cubicBezTo>
                    <a:pt x="634" y="2053"/>
                    <a:pt x="768" y="2472"/>
                    <a:pt x="768" y="2472"/>
                  </a:cubicBezTo>
                  <a:cubicBezTo>
                    <a:pt x="768" y="2106"/>
                    <a:pt x="946" y="1919"/>
                    <a:pt x="946" y="1919"/>
                  </a:cubicBezTo>
                  <a:lnTo>
                    <a:pt x="946" y="1919"/>
                  </a:lnTo>
                  <a:cubicBezTo>
                    <a:pt x="866" y="2124"/>
                    <a:pt x="902" y="2293"/>
                    <a:pt x="902" y="2293"/>
                  </a:cubicBezTo>
                  <a:cubicBezTo>
                    <a:pt x="973" y="1901"/>
                    <a:pt x="1187" y="1749"/>
                    <a:pt x="1187" y="1749"/>
                  </a:cubicBezTo>
                  <a:lnTo>
                    <a:pt x="1187" y="1749"/>
                  </a:lnTo>
                  <a:cubicBezTo>
                    <a:pt x="1062" y="1972"/>
                    <a:pt x="1089" y="2329"/>
                    <a:pt x="1089" y="2329"/>
                  </a:cubicBezTo>
                  <a:cubicBezTo>
                    <a:pt x="1152" y="1928"/>
                    <a:pt x="1357" y="1696"/>
                    <a:pt x="1357" y="1696"/>
                  </a:cubicBezTo>
                  <a:lnTo>
                    <a:pt x="1357" y="1696"/>
                  </a:lnTo>
                  <a:cubicBezTo>
                    <a:pt x="1196" y="2088"/>
                    <a:pt x="1357" y="2517"/>
                    <a:pt x="1357" y="2517"/>
                  </a:cubicBezTo>
                  <a:cubicBezTo>
                    <a:pt x="1303" y="1830"/>
                    <a:pt x="1607" y="1624"/>
                    <a:pt x="1607" y="1624"/>
                  </a:cubicBezTo>
                  <a:cubicBezTo>
                    <a:pt x="1607" y="1624"/>
                    <a:pt x="1901" y="1830"/>
                    <a:pt x="1847" y="2517"/>
                  </a:cubicBezTo>
                  <a:cubicBezTo>
                    <a:pt x="1847" y="2517"/>
                    <a:pt x="2017" y="2088"/>
                    <a:pt x="1856" y="1696"/>
                  </a:cubicBezTo>
                  <a:lnTo>
                    <a:pt x="1856" y="1696"/>
                  </a:lnTo>
                  <a:cubicBezTo>
                    <a:pt x="1856" y="1696"/>
                    <a:pt x="2062" y="1928"/>
                    <a:pt x="2124" y="2329"/>
                  </a:cubicBezTo>
                  <a:cubicBezTo>
                    <a:pt x="2124" y="2329"/>
                    <a:pt x="2151" y="1972"/>
                    <a:pt x="2017" y="1749"/>
                  </a:cubicBezTo>
                  <a:lnTo>
                    <a:pt x="2017" y="1749"/>
                  </a:lnTo>
                  <a:cubicBezTo>
                    <a:pt x="2017" y="1749"/>
                    <a:pt x="2231" y="1901"/>
                    <a:pt x="2302" y="2293"/>
                  </a:cubicBezTo>
                  <a:cubicBezTo>
                    <a:pt x="2302" y="2293"/>
                    <a:pt x="2338" y="2124"/>
                    <a:pt x="2267" y="1919"/>
                  </a:cubicBezTo>
                  <a:lnTo>
                    <a:pt x="2267" y="1919"/>
                  </a:lnTo>
                  <a:cubicBezTo>
                    <a:pt x="2267" y="1919"/>
                    <a:pt x="2436" y="2106"/>
                    <a:pt x="2436" y="2472"/>
                  </a:cubicBezTo>
                  <a:cubicBezTo>
                    <a:pt x="2436" y="2472"/>
                    <a:pt x="2570" y="2053"/>
                    <a:pt x="2240" y="1678"/>
                  </a:cubicBezTo>
                  <a:lnTo>
                    <a:pt x="2240" y="1678"/>
                  </a:lnTo>
                  <a:cubicBezTo>
                    <a:pt x="2240" y="1678"/>
                    <a:pt x="2552" y="1812"/>
                    <a:pt x="2713" y="2249"/>
                  </a:cubicBezTo>
                  <a:cubicBezTo>
                    <a:pt x="2713" y="2249"/>
                    <a:pt x="2659" y="1785"/>
                    <a:pt x="2311" y="1607"/>
                  </a:cubicBezTo>
                  <a:lnTo>
                    <a:pt x="2311" y="1607"/>
                  </a:lnTo>
                  <a:cubicBezTo>
                    <a:pt x="2311" y="1607"/>
                    <a:pt x="2668" y="1678"/>
                    <a:pt x="2856" y="2115"/>
                  </a:cubicBezTo>
                  <a:cubicBezTo>
                    <a:pt x="2856" y="2115"/>
                    <a:pt x="2820" y="1901"/>
                    <a:pt x="2695" y="1740"/>
                  </a:cubicBezTo>
                  <a:lnTo>
                    <a:pt x="2695" y="1740"/>
                  </a:lnTo>
                  <a:cubicBezTo>
                    <a:pt x="2695" y="1740"/>
                    <a:pt x="2989" y="1847"/>
                    <a:pt x="3159" y="2079"/>
                  </a:cubicBezTo>
                  <a:cubicBezTo>
                    <a:pt x="3159" y="2079"/>
                    <a:pt x="3079" y="1803"/>
                    <a:pt x="2829" y="1607"/>
                  </a:cubicBezTo>
                  <a:lnTo>
                    <a:pt x="2829" y="1607"/>
                  </a:lnTo>
                  <a:cubicBezTo>
                    <a:pt x="2829" y="1607"/>
                    <a:pt x="3070" y="1678"/>
                    <a:pt x="3195" y="1812"/>
                  </a:cubicBezTo>
                  <a:cubicBezTo>
                    <a:pt x="3195" y="1812"/>
                    <a:pt x="3132" y="1482"/>
                    <a:pt x="2740" y="1294"/>
                  </a:cubicBezTo>
                  <a:lnTo>
                    <a:pt x="2740" y="1294"/>
                  </a:lnTo>
                  <a:cubicBezTo>
                    <a:pt x="2740" y="1294"/>
                    <a:pt x="3043" y="1330"/>
                    <a:pt x="3212" y="1517"/>
                  </a:cubicBezTo>
                  <a:cubicBezTo>
                    <a:pt x="3212" y="1517"/>
                    <a:pt x="3177" y="1312"/>
                    <a:pt x="2927" y="1205"/>
                  </a:cubicBezTo>
                  <a:cubicBezTo>
                    <a:pt x="2792" y="1145"/>
                    <a:pt x="2653" y="1130"/>
                    <a:pt x="2550" y="1130"/>
                  </a:cubicBezTo>
                  <a:cubicBezTo>
                    <a:pt x="2455" y="1130"/>
                    <a:pt x="2392" y="1143"/>
                    <a:pt x="2392" y="1143"/>
                  </a:cubicBezTo>
                  <a:cubicBezTo>
                    <a:pt x="2392" y="1143"/>
                    <a:pt x="2481" y="1053"/>
                    <a:pt x="2668" y="1053"/>
                  </a:cubicBezTo>
                  <a:cubicBezTo>
                    <a:pt x="2679" y="1053"/>
                    <a:pt x="2690" y="1053"/>
                    <a:pt x="2700" y="1053"/>
                  </a:cubicBezTo>
                  <a:cubicBezTo>
                    <a:pt x="2900" y="1053"/>
                    <a:pt x="3066" y="1132"/>
                    <a:pt x="3168" y="1259"/>
                  </a:cubicBezTo>
                  <a:cubicBezTo>
                    <a:pt x="3168" y="1259"/>
                    <a:pt x="3123" y="1062"/>
                    <a:pt x="2900" y="964"/>
                  </a:cubicBezTo>
                  <a:cubicBezTo>
                    <a:pt x="2826" y="929"/>
                    <a:pt x="2738" y="917"/>
                    <a:pt x="2653" y="917"/>
                  </a:cubicBezTo>
                  <a:cubicBezTo>
                    <a:pt x="2484" y="917"/>
                    <a:pt x="2329" y="964"/>
                    <a:pt x="2329" y="964"/>
                  </a:cubicBezTo>
                  <a:cubicBezTo>
                    <a:pt x="2329" y="964"/>
                    <a:pt x="2472" y="795"/>
                    <a:pt x="2802" y="741"/>
                  </a:cubicBezTo>
                  <a:cubicBezTo>
                    <a:pt x="2802" y="741"/>
                    <a:pt x="2756" y="736"/>
                    <a:pt x="2688" y="736"/>
                  </a:cubicBezTo>
                  <a:cubicBezTo>
                    <a:pt x="2608" y="736"/>
                    <a:pt x="2497" y="743"/>
                    <a:pt x="2392" y="777"/>
                  </a:cubicBezTo>
                  <a:cubicBezTo>
                    <a:pt x="2392" y="777"/>
                    <a:pt x="2552" y="563"/>
                    <a:pt x="3025" y="545"/>
                  </a:cubicBezTo>
                  <a:cubicBezTo>
                    <a:pt x="3025" y="545"/>
                    <a:pt x="2934" y="511"/>
                    <a:pt x="2760" y="511"/>
                  </a:cubicBezTo>
                  <a:cubicBezTo>
                    <a:pt x="2717" y="511"/>
                    <a:pt x="2668" y="513"/>
                    <a:pt x="2615" y="518"/>
                  </a:cubicBezTo>
                  <a:cubicBezTo>
                    <a:pt x="2347" y="545"/>
                    <a:pt x="2169" y="688"/>
                    <a:pt x="2169" y="688"/>
                  </a:cubicBezTo>
                  <a:cubicBezTo>
                    <a:pt x="2169" y="688"/>
                    <a:pt x="2374" y="411"/>
                    <a:pt x="2686" y="313"/>
                  </a:cubicBezTo>
                  <a:lnTo>
                    <a:pt x="2686" y="313"/>
                  </a:lnTo>
                  <a:cubicBezTo>
                    <a:pt x="2686" y="313"/>
                    <a:pt x="2195" y="322"/>
                    <a:pt x="1946" y="661"/>
                  </a:cubicBezTo>
                  <a:cubicBezTo>
                    <a:pt x="1946" y="661"/>
                    <a:pt x="2017" y="304"/>
                    <a:pt x="2392" y="45"/>
                  </a:cubicBezTo>
                  <a:lnTo>
                    <a:pt x="2392" y="45"/>
                  </a:lnTo>
                  <a:cubicBezTo>
                    <a:pt x="2392" y="45"/>
                    <a:pt x="2053" y="161"/>
                    <a:pt x="1847" y="500"/>
                  </a:cubicBezTo>
                  <a:cubicBezTo>
                    <a:pt x="1847" y="500"/>
                    <a:pt x="1883" y="286"/>
                    <a:pt x="1955"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90" name="Google Shape;3990;p70"/>
            <p:cNvGrpSpPr/>
            <p:nvPr/>
          </p:nvGrpSpPr>
          <p:grpSpPr>
            <a:xfrm>
              <a:off x="-740564" y="3145131"/>
              <a:ext cx="788459" cy="2030640"/>
              <a:chOff x="4025327" y="4080797"/>
              <a:chExt cx="659136" cy="1697576"/>
            </a:xfrm>
          </p:grpSpPr>
          <p:sp>
            <p:nvSpPr>
              <p:cNvPr id="3991" name="Google Shape;3991;p70"/>
              <p:cNvSpPr/>
              <p:nvPr/>
            </p:nvSpPr>
            <p:spPr>
              <a:xfrm>
                <a:off x="4302184" y="4412109"/>
                <a:ext cx="105413" cy="1366264"/>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0"/>
              <p:cNvSpPr/>
              <p:nvPr/>
            </p:nvSpPr>
            <p:spPr>
              <a:xfrm>
                <a:off x="4346648" y="4412109"/>
                <a:ext cx="60948" cy="1366264"/>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0"/>
              <p:cNvSpPr/>
              <p:nvPr/>
            </p:nvSpPr>
            <p:spPr>
              <a:xfrm>
                <a:off x="4025327" y="4080797"/>
                <a:ext cx="659136" cy="514779"/>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0"/>
              <p:cNvSpPr/>
              <p:nvPr/>
            </p:nvSpPr>
            <p:spPr>
              <a:xfrm>
                <a:off x="4158719" y="4201478"/>
                <a:ext cx="392246" cy="307911"/>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995" name="Google Shape;3995;p70"/>
          <p:cNvSpPr txBox="1"/>
          <p:nvPr>
            <p:ph type="title"/>
          </p:nvPr>
        </p:nvSpPr>
        <p:spPr>
          <a:xfrm>
            <a:off x="713100" y="741400"/>
            <a:ext cx="3000000" cy="8730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50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996" name="Google Shape;3996;p70"/>
          <p:cNvSpPr txBox="1"/>
          <p:nvPr>
            <p:ph idx="1" type="subTitle"/>
          </p:nvPr>
        </p:nvSpPr>
        <p:spPr>
          <a:xfrm>
            <a:off x="713100" y="1614400"/>
            <a:ext cx="3000000" cy="13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SzPts val="1400"/>
              <a:buNone/>
              <a:defRPr sz="18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3997" name="Google Shape;3997;p70"/>
          <p:cNvSpPr txBox="1"/>
          <p:nvPr/>
        </p:nvSpPr>
        <p:spPr>
          <a:xfrm>
            <a:off x="720000" y="3457400"/>
            <a:ext cx="2850900" cy="6156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300"/>
              </a:spcBef>
              <a:spcAft>
                <a:spcPts val="0"/>
              </a:spcAft>
              <a:buNone/>
            </a:pPr>
            <a:r>
              <a:rPr lang="en" sz="1000">
                <a:solidFill>
                  <a:schemeClr val="lt1"/>
                </a:solidFill>
                <a:latin typeface="Bellota Text"/>
                <a:ea typeface="Bellota Text"/>
                <a:cs typeface="Bellota Text"/>
                <a:sym typeface="Bellota Text"/>
              </a:rPr>
              <a:t>CREDITS: This presentation template was created by </a:t>
            </a:r>
            <a:r>
              <a:rPr b="1" lang="en" sz="1000">
                <a:solidFill>
                  <a:schemeClr val="lt1"/>
                </a:solidFill>
                <a:uFill>
                  <a:noFill/>
                </a:uFill>
                <a:latin typeface="Bellota Text"/>
                <a:ea typeface="Bellota Text"/>
                <a:cs typeface="Bellota Text"/>
                <a:sym typeface="Bellota Text"/>
                <a:hlinkClick r:id="rId2">
                  <a:extLst>
                    <a:ext uri="{A12FA001-AC4F-418D-AE19-62706E023703}">
                      <ahyp:hlinkClr val="tx"/>
                    </a:ext>
                  </a:extLst>
                </a:hlinkClick>
              </a:rPr>
              <a:t>Slidesgo</a:t>
            </a:r>
            <a:r>
              <a:rPr lang="en" sz="1000">
                <a:solidFill>
                  <a:schemeClr val="lt1"/>
                </a:solidFill>
                <a:latin typeface="Bellota Text"/>
                <a:ea typeface="Bellota Text"/>
                <a:cs typeface="Bellota Text"/>
                <a:sym typeface="Bellota Text"/>
              </a:rPr>
              <a:t>, including icons by </a:t>
            </a:r>
            <a:r>
              <a:rPr b="1" lang="en" sz="1000">
                <a:solidFill>
                  <a:schemeClr val="lt1"/>
                </a:solidFill>
                <a:uFill>
                  <a:noFill/>
                </a:uFill>
                <a:latin typeface="Bellota Text"/>
                <a:ea typeface="Bellota Text"/>
                <a:cs typeface="Bellota Text"/>
                <a:sym typeface="Bellota Text"/>
                <a:hlinkClick r:id="rId3">
                  <a:extLst>
                    <a:ext uri="{A12FA001-AC4F-418D-AE19-62706E023703}">
                      <ahyp:hlinkClr val="tx"/>
                    </a:ext>
                  </a:extLst>
                </a:hlinkClick>
              </a:rPr>
              <a:t>Flaticon</a:t>
            </a:r>
            <a:r>
              <a:rPr b="1" lang="en" sz="1000">
                <a:solidFill>
                  <a:schemeClr val="lt1"/>
                </a:solidFill>
                <a:latin typeface="Bellota Text"/>
                <a:ea typeface="Bellota Text"/>
                <a:cs typeface="Bellota Text"/>
                <a:sym typeface="Bellota Text"/>
              </a:rPr>
              <a:t> </a:t>
            </a:r>
            <a:r>
              <a:rPr lang="en" sz="1000">
                <a:solidFill>
                  <a:schemeClr val="lt1"/>
                </a:solidFill>
                <a:latin typeface="Bellota Text"/>
                <a:ea typeface="Bellota Text"/>
                <a:cs typeface="Bellota Text"/>
                <a:sym typeface="Bellota Text"/>
              </a:rPr>
              <a:t>and infographics &amp; images by </a:t>
            </a:r>
            <a:r>
              <a:rPr b="1" lang="en" sz="1000">
                <a:solidFill>
                  <a:schemeClr val="lt1"/>
                </a:solidFill>
                <a:uFill>
                  <a:noFill/>
                </a:uFill>
                <a:latin typeface="Bellota Text"/>
                <a:ea typeface="Bellota Text"/>
                <a:cs typeface="Bellota Text"/>
                <a:sym typeface="Bellota Text"/>
                <a:hlinkClick r:id="rId4">
                  <a:extLst>
                    <a:ext uri="{A12FA001-AC4F-418D-AE19-62706E023703}">
                      <ahyp:hlinkClr val="tx"/>
                    </a:ext>
                  </a:extLst>
                </a:hlinkClick>
              </a:rPr>
              <a:t>Freepik</a:t>
            </a:r>
            <a:endParaRPr b="1" sz="1000">
              <a:solidFill>
                <a:schemeClr val="lt1"/>
              </a:solidFill>
              <a:latin typeface="Bellota Text"/>
              <a:ea typeface="Bellota Text"/>
              <a:cs typeface="Bellota Text"/>
              <a:sym typeface="Bellota Text"/>
            </a:endParaRPr>
          </a:p>
        </p:txBody>
      </p:sp>
    </p:spTree>
  </p:cSld>
  <p:clrMapOvr>
    <a:masterClrMapping/>
  </p:clrMapOvr>
</p:sldLayout>
</file>

<file path=ppt/slideLayouts/slideLayout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3998" name="Shape 3998"/>
        <p:cNvGrpSpPr/>
        <p:nvPr/>
      </p:nvGrpSpPr>
      <p:grpSpPr>
        <a:xfrm>
          <a:off x="0" y="0"/>
          <a:ext cx="0" cy="0"/>
          <a:chOff x="0" y="0"/>
          <a:chExt cx="0" cy="0"/>
        </a:xfrm>
      </p:grpSpPr>
      <p:grpSp>
        <p:nvGrpSpPr>
          <p:cNvPr id="3999" name="Google Shape;3999;p71"/>
          <p:cNvGrpSpPr/>
          <p:nvPr/>
        </p:nvGrpSpPr>
        <p:grpSpPr>
          <a:xfrm flipH="1">
            <a:off x="5999814" y="1145449"/>
            <a:ext cx="3922876" cy="3010780"/>
            <a:chOff x="-675270" y="-663276"/>
            <a:chExt cx="3564955" cy="3010780"/>
          </a:xfrm>
        </p:grpSpPr>
        <p:sp>
          <p:nvSpPr>
            <p:cNvPr id="4000" name="Google Shape;4000;p71"/>
            <p:cNvSpPr/>
            <p:nvPr/>
          </p:nvSpPr>
          <p:spPr>
            <a:xfrm>
              <a:off x="-675270" y="-663276"/>
              <a:ext cx="3564955" cy="3010780"/>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1"/>
            <p:cNvSpPr/>
            <p:nvPr/>
          </p:nvSpPr>
          <p:spPr>
            <a:xfrm>
              <a:off x="-394641" y="-320127"/>
              <a:ext cx="2150090" cy="2042707"/>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2" name="Google Shape;4002;p71"/>
          <p:cNvGrpSpPr/>
          <p:nvPr/>
        </p:nvGrpSpPr>
        <p:grpSpPr>
          <a:xfrm>
            <a:off x="-782526" y="1145449"/>
            <a:ext cx="3564955" cy="3010780"/>
            <a:chOff x="-782526" y="-663276"/>
            <a:chExt cx="3564955" cy="3010780"/>
          </a:xfrm>
        </p:grpSpPr>
        <p:sp>
          <p:nvSpPr>
            <p:cNvPr id="4003" name="Google Shape;4003;p71"/>
            <p:cNvSpPr/>
            <p:nvPr/>
          </p:nvSpPr>
          <p:spPr>
            <a:xfrm>
              <a:off x="-782526" y="-663276"/>
              <a:ext cx="3564955" cy="3010780"/>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1"/>
            <p:cNvSpPr/>
            <p:nvPr/>
          </p:nvSpPr>
          <p:spPr>
            <a:xfrm>
              <a:off x="-76302" y="-258327"/>
              <a:ext cx="2150090" cy="2042707"/>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5" name="Google Shape;4005;p71"/>
          <p:cNvGrpSpPr/>
          <p:nvPr/>
        </p:nvGrpSpPr>
        <p:grpSpPr>
          <a:xfrm>
            <a:off x="4075012" y="2534446"/>
            <a:ext cx="1095122" cy="1096793"/>
            <a:chOff x="3992801" y="1928374"/>
            <a:chExt cx="1783297" cy="1786017"/>
          </a:xfrm>
        </p:grpSpPr>
        <p:sp>
          <p:nvSpPr>
            <p:cNvPr id="4006" name="Google Shape;4006;p71"/>
            <p:cNvSpPr/>
            <p:nvPr/>
          </p:nvSpPr>
          <p:spPr>
            <a:xfrm>
              <a:off x="3992801" y="1928374"/>
              <a:ext cx="1783297" cy="1786017"/>
            </a:xfrm>
            <a:custGeom>
              <a:rect b="b" l="l" r="r" t="t"/>
              <a:pathLst>
                <a:path extrusionOk="0" h="5942" w="5933">
                  <a:moveTo>
                    <a:pt x="2971" y="0"/>
                  </a:moveTo>
                  <a:cubicBezTo>
                    <a:pt x="1330" y="0"/>
                    <a:pt x="0" y="1330"/>
                    <a:pt x="0" y="2971"/>
                  </a:cubicBezTo>
                  <a:cubicBezTo>
                    <a:pt x="0" y="4612"/>
                    <a:pt x="1330" y="5942"/>
                    <a:pt x="2971" y="5942"/>
                  </a:cubicBezTo>
                  <a:cubicBezTo>
                    <a:pt x="4604" y="5942"/>
                    <a:pt x="5933" y="4612"/>
                    <a:pt x="5933" y="2971"/>
                  </a:cubicBezTo>
                  <a:cubicBezTo>
                    <a:pt x="5933" y="1330"/>
                    <a:pt x="4604" y="0"/>
                    <a:pt x="29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1"/>
            <p:cNvSpPr/>
            <p:nvPr/>
          </p:nvSpPr>
          <p:spPr>
            <a:xfrm>
              <a:off x="4118741" y="2057021"/>
              <a:ext cx="1531417" cy="1528724"/>
            </a:xfrm>
            <a:custGeom>
              <a:rect b="b" l="l" r="r" t="t"/>
              <a:pathLst>
                <a:path extrusionOk="0" h="5086" w="5095">
                  <a:moveTo>
                    <a:pt x="2552" y="1"/>
                  </a:moveTo>
                  <a:cubicBezTo>
                    <a:pt x="1142" y="1"/>
                    <a:pt x="1" y="1142"/>
                    <a:pt x="1" y="2543"/>
                  </a:cubicBezTo>
                  <a:cubicBezTo>
                    <a:pt x="1" y="3953"/>
                    <a:pt x="1142" y="5085"/>
                    <a:pt x="2552" y="5085"/>
                  </a:cubicBezTo>
                  <a:cubicBezTo>
                    <a:pt x="3953" y="5085"/>
                    <a:pt x="5095" y="3953"/>
                    <a:pt x="5095" y="2543"/>
                  </a:cubicBezTo>
                  <a:cubicBezTo>
                    <a:pt x="5095" y="1142"/>
                    <a:pt x="3953" y="1"/>
                    <a:pt x="25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08" name="Google Shape;4008;p71"/>
          <p:cNvSpPr/>
          <p:nvPr/>
        </p:nvSpPr>
        <p:spPr>
          <a:xfrm>
            <a:off x="2" y="3089503"/>
            <a:ext cx="9144017" cy="2775510"/>
          </a:xfrm>
          <a:custGeom>
            <a:rect b="b" l="l" r="r" t="t"/>
            <a:pathLst>
              <a:path extrusionOk="0" h="9234" w="30422">
                <a:moveTo>
                  <a:pt x="1" y="0"/>
                </a:moveTo>
                <a:lnTo>
                  <a:pt x="1" y="9233"/>
                </a:lnTo>
                <a:lnTo>
                  <a:pt x="30422" y="9233"/>
                </a:lnTo>
                <a:lnTo>
                  <a:pt x="30422" y="0"/>
                </a:lnTo>
                <a:close/>
              </a:path>
            </a:pathLst>
          </a:custGeom>
          <a:solidFill>
            <a:srgbClr val="38A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1"/>
          <p:cNvSpPr/>
          <p:nvPr/>
        </p:nvSpPr>
        <p:spPr>
          <a:xfrm>
            <a:off x="2" y="3089503"/>
            <a:ext cx="8385071" cy="2775510"/>
          </a:xfrm>
          <a:custGeom>
            <a:rect b="b" l="l" r="r" t="t"/>
            <a:pathLst>
              <a:path extrusionOk="0" h="9234" w="27897">
                <a:moveTo>
                  <a:pt x="14337" y="0"/>
                </a:moveTo>
                <a:cubicBezTo>
                  <a:pt x="14337" y="0"/>
                  <a:pt x="12053" y="402"/>
                  <a:pt x="13222" y="633"/>
                </a:cubicBezTo>
                <a:cubicBezTo>
                  <a:pt x="14391" y="857"/>
                  <a:pt x="13704" y="1276"/>
                  <a:pt x="11001" y="1419"/>
                </a:cubicBezTo>
                <a:cubicBezTo>
                  <a:pt x="8289" y="1561"/>
                  <a:pt x="8164" y="2204"/>
                  <a:pt x="9529" y="2346"/>
                </a:cubicBezTo>
                <a:cubicBezTo>
                  <a:pt x="10885" y="2489"/>
                  <a:pt x="4131" y="3470"/>
                  <a:pt x="5808" y="4006"/>
                </a:cubicBezTo>
                <a:cubicBezTo>
                  <a:pt x="7495" y="4550"/>
                  <a:pt x="4961" y="5040"/>
                  <a:pt x="3257" y="5272"/>
                </a:cubicBezTo>
                <a:cubicBezTo>
                  <a:pt x="1553" y="5504"/>
                  <a:pt x="1375" y="6040"/>
                  <a:pt x="2365" y="6227"/>
                </a:cubicBezTo>
                <a:cubicBezTo>
                  <a:pt x="3355" y="6414"/>
                  <a:pt x="1" y="7271"/>
                  <a:pt x="1" y="7271"/>
                </a:cubicBezTo>
                <a:lnTo>
                  <a:pt x="1" y="9233"/>
                </a:lnTo>
                <a:lnTo>
                  <a:pt x="27897" y="9233"/>
                </a:lnTo>
                <a:lnTo>
                  <a:pt x="27897" y="7137"/>
                </a:lnTo>
                <a:cubicBezTo>
                  <a:pt x="27897" y="7137"/>
                  <a:pt x="23472" y="6361"/>
                  <a:pt x="24445" y="5504"/>
                </a:cubicBezTo>
                <a:cubicBezTo>
                  <a:pt x="25417" y="4648"/>
                  <a:pt x="20171" y="4434"/>
                  <a:pt x="21340" y="3925"/>
                </a:cubicBezTo>
                <a:cubicBezTo>
                  <a:pt x="22500" y="3417"/>
                  <a:pt x="21893" y="2917"/>
                  <a:pt x="20912" y="2721"/>
                </a:cubicBezTo>
                <a:cubicBezTo>
                  <a:pt x="19939" y="2534"/>
                  <a:pt x="18780" y="2034"/>
                  <a:pt x="19422" y="1481"/>
                </a:cubicBezTo>
                <a:cubicBezTo>
                  <a:pt x="20055" y="928"/>
                  <a:pt x="19288" y="732"/>
                  <a:pt x="18512" y="491"/>
                </a:cubicBezTo>
                <a:cubicBezTo>
                  <a:pt x="17727" y="259"/>
                  <a:pt x="18637" y="0"/>
                  <a:pt x="18637"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1"/>
          <p:cNvSpPr/>
          <p:nvPr/>
        </p:nvSpPr>
        <p:spPr>
          <a:xfrm>
            <a:off x="482720" y="3237687"/>
            <a:ext cx="6006641" cy="2627326"/>
          </a:xfrm>
          <a:custGeom>
            <a:rect b="b" l="l" r="r" t="t"/>
            <a:pathLst>
              <a:path extrusionOk="0" h="8741" w="19984">
                <a:moveTo>
                  <a:pt x="15406" y="1"/>
                </a:moveTo>
                <a:cubicBezTo>
                  <a:pt x="14566" y="1"/>
                  <a:pt x="13350" y="213"/>
                  <a:pt x="13953" y="506"/>
                </a:cubicBezTo>
                <a:cubicBezTo>
                  <a:pt x="14604" y="818"/>
                  <a:pt x="15033" y="1452"/>
                  <a:pt x="12722" y="1711"/>
                </a:cubicBezTo>
                <a:cubicBezTo>
                  <a:pt x="10420" y="1960"/>
                  <a:pt x="10304" y="2683"/>
                  <a:pt x="12347" y="3111"/>
                </a:cubicBezTo>
                <a:cubicBezTo>
                  <a:pt x="13739" y="3406"/>
                  <a:pt x="11669" y="4512"/>
                  <a:pt x="9635" y="4512"/>
                </a:cubicBezTo>
                <a:cubicBezTo>
                  <a:pt x="7601" y="4512"/>
                  <a:pt x="7245" y="4994"/>
                  <a:pt x="8413" y="5315"/>
                </a:cubicBezTo>
                <a:cubicBezTo>
                  <a:pt x="9350" y="5573"/>
                  <a:pt x="8922" y="6100"/>
                  <a:pt x="4827" y="6358"/>
                </a:cubicBezTo>
                <a:cubicBezTo>
                  <a:pt x="723" y="6617"/>
                  <a:pt x="3069" y="7670"/>
                  <a:pt x="4060" y="7866"/>
                </a:cubicBezTo>
                <a:cubicBezTo>
                  <a:pt x="4390" y="7929"/>
                  <a:pt x="4747" y="8125"/>
                  <a:pt x="3319" y="8339"/>
                </a:cubicBezTo>
                <a:cubicBezTo>
                  <a:pt x="1892" y="8544"/>
                  <a:pt x="1" y="8740"/>
                  <a:pt x="1" y="8740"/>
                </a:cubicBezTo>
                <a:lnTo>
                  <a:pt x="19984" y="8740"/>
                </a:lnTo>
                <a:cubicBezTo>
                  <a:pt x="19984" y="8740"/>
                  <a:pt x="17985" y="8464"/>
                  <a:pt x="18895" y="8000"/>
                </a:cubicBezTo>
                <a:cubicBezTo>
                  <a:pt x="19805" y="7527"/>
                  <a:pt x="19181" y="7393"/>
                  <a:pt x="17174" y="7143"/>
                </a:cubicBezTo>
                <a:cubicBezTo>
                  <a:pt x="15158" y="6903"/>
                  <a:pt x="15728" y="6358"/>
                  <a:pt x="17638" y="5877"/>
                </a:cubicBezTo>
                <a:cubicBezTo>
                  <a:pt x="19556" y="5395"/>
                  <a:pt x="18173" y="4735"/>
                  <a:pt x="16888" y="4512"/>
                </a:cubicBezTo>
                <a:cubicBezTo>
                  <a:pt x="15604" y="4289"/>
                  <a:pt x="15363" y="4084"/>
                  <a:pt x="16826" y="3513"/>
                </a:cubicBezTo>
                <a:cubicBezTo>
                  <a:pt x="18298" y="2951"/>
                  <a:pt x="17495" y="2344"/>
                  <a:pt x="16576" y="2121"/>
                </a:cubicBezTo>
                <a:cubicBezTo>
                  <a:pt x="15648" y="1898"/>
                  <a:pt x="15273" y="1532"/>
                  <a:pt x="16166" y="1211"/>
                </a:cubicBezTo>
                <a:cubicBezTo>
                  <a:pt x="17067" y="890"/>
                  <a:pt x="15639" y="604"/>
                  <a:pt x="15282" y="435"/>
                </a:cubicBezTo>
                <a:cubicBezTo>
                  <a:pt x="14926" y="274"/>
                  <a:pt x="16451" y="51"/>
                  <a:pt x="15630" y="7"/>
                </a:cubicBezTo>
                <a:cubicBezTo>
                  <a:pt x="15560" y="3"/>
                  <a:pt x="15485" y="1"/>
                  <a:pt x="15406" y="1"/>
                </a:cubicBezTo>
                <a:close/>
              </a:path>
            </a:pathLst>
          </a:custGeom>
          <a:solidFill>
            <a:srgbClr val="6BC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1"/>
          <p:cNvSpPr/>
          <p:nvPr/>
        </p:nvSpPr>
        <p:spPr>
          <a:xfrm flipH="1">
            <a:off x="8929401" y="4662505"/>
            <a:ext cx="521499" cy="499422"/>
          </a:xfrm>
          <a:custGeom>
            <a:rect b="b" l="l" r="r" t="t"/>
            <a:pathLst>
              <a:path extrusionOk="0" h="2286" w="2667">
                <a:moveTo>
                  <a:pt x="2001" y="0"/>
                </a:moveTo>
                <a:lnTo>
                  <a:pt x="0" y="2286"/>
                </a:lnTo>
                <a:lnTo>
                  <a:pt x="2667" y="2238"/>
                </a:lnTo>
                <a:close/>
              </a:path>
            </a:pathLst>
          </a:custGeom>
          <a:solidFill>
            <a:srgbClr val="CC946E"/>
          </a:solidFill>
          <a:ln>
            <a:noFill/>
          </a:ln>
        </p:spPr>
      </p:sp>
      <p:sp>
        <p:nvSpPr>
          <p:cNvPr id="4012" name="Google Shape;4012;p71"/>
          <p:cNvSpPr/>
          <p:nvPr/>
        </p:nvSpPr>
        <p:spPr>
          <a:xfrm>
            <a:off x="-301725" y="4662505"/>
            <a:ext cx="541821" cy="499422"/>
          </a:xfrm>
          <a:custGeom>
            <a:rect b="b" l="l" r="r" t="t"/>
            <a:pathLst>
              <a:path extrusionOk="0" h="2286" w="2667">
                <a:moveTo>
                  <a:pt x="2001" y="0"/>
                </a:moveTo>
                <a:lnTo>
                  <a:pt x="0" y="2286"/>
                </a:lnTo>
                <a:lnTo>
                  <a:pt x="2667" y="2238"/>
                </a:lnTo>
                <a:close/>
              </a:path>
            </a:pathLst>
          </a:custGeom>
          <a:solidFill>
            <a:srgbClr val="CC946E"/>
          </a:solidFill>
          <a:ln>
            <a:noFill/>
          </a:ln>
        </p:spPr>
      </p:sp>
      <p:sp>
        <p:nvSpPr>
          <p:cNvPr id="4013" name="Google Shape;4013;p71"/>
          <p:cNvSpPr/>
          <p:nvPr/>
        </p:nvSpPr>
        <p:spPr>
          <a:xfrm>
            <a:off x="69041" y="4651473"/>
            <a:ext cx="8979662" cy="510440"/>
          </a:xfrm>
          <a:custGeom>
            <a:rect b="b" l="l" r="r" t="t"/>
            <a:pathLst>
              <a:path extrusionOk="0" h="1491" w="30422">
                <a:moveTo>
                  <a:pt x="1" y="0"/>
                </a:moveTo>
                <a:lnTo>
                  <a:pt x="1" y="1490"/>
                </a:lnTo>
                <a:lnTo>
                  <a:pt x="30422" y="1490"/>
                </a:lnTo>
                <a:lnTo>
                  <a:pt x="3042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1"/>
          <p:cNvSpPr/>
          <p:nvPr/>
        </p:nvSpPr>
        <p:spPr>
          <a:xfrm>
            <a:off x="-336500" y="4637799"/>
            <a:ext cx="9817059" cy="540024"/>
          </a:xfrm>
          <a:custGeom>
            <a:rect b="b" l="l" r="r" t="t"/>
            <a:pathLst>
              <a:path extrusionOk="0" h="1776" w="33259">
                <a:moveTo>
                  <a:pt x="31769" y="81"/>
                </a:moveTo>
                <a:lnTo>
                  <a:pt x="33089" y="1696"/>
                </a:lnTo>
                <a:lnTo>
                  <a:pt x="170" y="1696"/>
                </a:lnTo>
                <a:lnTo>
                  <a:pt x="1482" y="81"/>
                </a:lnTo>
                <a:close/>
                <a:moveTo>
                  <a:pt x="1446" y="1"/>
                </a:moveTo>
                <a:lnTo>
                  <a:pt x="1" y="1776"/>
                </a:lnTo>
                <a:lnTo>
                  <a:pt x="33259" y="1776"/>
                </a:lnTo>
                <a:lnTo>
                  <a:pt x="318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1"/>
          <p:cNvSpPr/>
          <p:nvPr/>
        </p:nvSpPr>
        <p:spPr>
          <a:xfrm>
            <a:off x="1114495" y="4637799"/>
            <a:ext cx="6912586" cy="540024"/>
          </a:xfrm>
          <a:custGeom>
            <a:rect b="b" l="l" r="r" t="t"/>
            <a:pathLst>
              <a:path extrusionOk="0" h="1776" w="23419">
                <a:moveTo>
                  <a:pt x="22357" y="81"/>
                </a:moveTo>
                <a:lnTo>
                  <a:pt x="23275" y="1696"/>
                </a:lnTo>
                <a:lnTo>
                  <a:pt x="143" y="1696"/>
                </a:lnTo>
                <a:lnTo>
                  <a:pt x="1071" y="81"/>
                </a:lnTo>
                <a:close/>
                <a:moveTo>
                  <a:pt x="1026" y="1"/>
                </a:moveTo>
                <a:lnTo>
                  <a:pt x="0" y="1776"/>
                </a:lnTo>
                <a:lnTo>
                  <a:pt x="23418" y="1776"/>
                </a:lnTo>
                <a:lnTo>
                  <a:pt x="22401"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1"/>
          <p:cNvSpPr/>
          <p:nvPr/>
        </p:nvSpPr>
        <p:spPr>
          <a:xfrm>
            <a:off x="2438868" y="4637799"/>
            <a:ext cx="4266092" cy="540024"/>
          </a:xfrm>
          <a:custGeom>
            <a:rect b="b" l="l" r="r" t="t"/>
            <a:pathLst>
              <a:path extrusionOk="0" h="1776" w="14453">
                <a:moveTo>
                  <a:pt x="13766" y="81"/>
                </a:moveTo>
                <a:lnTo>
                  <a:pt x="14337" y="1696"/>
                </a:lnTo>
                <a:lnTo>
                  <a:pt x="117" y="1696"/>
                </a:lnTo>
                <a:lnTo>
                  <a:pt x="688" y="81"/>
                </a:lnTo>
                <a:close/>
                <a:moveTo>
                  <a:pt x="625" y="1"/>
                </a:moveTo>
                <a:lnTo>
                  <a:pt x="1" y="1776"/>
                </a:lnTo>
                <a:lnTo>
                  <a:pt x="14453" y="1776"/>
                </a:lnTo>
                <a:lnTo>
                  <a:pt x="13819"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1"/>
          <p:cNvSpPr/>
          <p:nvPr/>
        </p:nvSpPr>
        <p:spPr>
          <a:xfrm>
            <a:off x="3805448" y="4637799"/>
            <a:ext cx="1530161" cy="540024"/>
          </a:xfrm>
          <a:custGeom>
            <a:rect b="b" l="l" r="r" t="t"/>
            <a:pathLst>
              <a:path extrusionOk="0" h="1776" w="5184">
                <a:moveTo>
                  <a:pt x="4890" y="81"/>
                </a:moveTo>
                <a:lnTo>
                  <a:pt x="5095" y="1696"/>
                </a:lnTo>
                <a:lnTo>
                  <a:pt x="99" y="1696"/>
                </a:lnTo>
                <a:lnTo>
                  <a:pt x="295" y="81"/>
                </a:lnTo>
                <a:close/>
                <a:moveTo>
                  <a:pt x="224" y="1"/>
                </a:moveTo>
                <a:lnTo>
                  <a:pt x="1" y="1776"/>
                </a:lnTo>
                <a:lnTo>
                  <a:pt x="5184" y="1776"/>
                </a:lnTo>
                <a:lnTo>
                  <a:pt x="4961"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18" name="Google Shape;4018;p71"/>
          <p:cNvGrpSpPr/>
          <p:nvPr/>
        </p:nvGrpSpPr>
        <p:grpSpPr>
          <a:xfrm>
            <a:off x="-138200" y="3248800"/>
            <a:ext cx="9401995" cy="1473275"/>
            <a:chOff x="-138200" y="2987850"/>
            <a:chExt cx="9401995" cy="1473275"/>
          </a:xfrm>
        </p:grpSpPr>
        <p:sp>
          <p:nvSpPr>
            <p:cNvPr id="4019" name="Google Shape;4019;p71"/>
            <p:cNvSpPr/>
            <p:nvPr/>
          </p:nvSpPr>
          <p:spPr>
            <a:xfrm>
              <a:off x="-138200" y="2987850"/>
              <a:ext cx="9401995" cy="139927"/>
            </a:xfrm>
            <a:custGeom>
              <a:rect b="b" l="l" r="r" t="t"/>
              <a:pathLst>
                <a:path extrusionOk="0" h="616" w="30422">
                  <a:moveTo>
                    <a:pt x="1" y="0"/>
                  </a:moveTo>
                  <a:lnTo>
                    <a:pt x="1" y="616"/>
                  </a:lnTo>
                  <a:lnTo>
                    <a:pt x="30422" y="616"/>
                  </a:lnTo>
                  <a:lnTo>
                    <a:pt x="30422"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1"/>
            <p:cNvSpPr/>
            <p:nvPr/>
          </p:nvSpPr>
          <p:spPr>
            <a:xfrm>
              <a:off x="-138200" y="3076891"/>
              <a:ext cx="9401995" cy="50882"/>
            </a:xfrm>
            <a:custGeom>
              <a:rect b="b" l="l" r="r" t="t"/>
              <a:pathLst>
                <a:path extrusionOk="0" h="224" w="30422">
                  <a:moveTo>
                    <a:pt x="1" y="1"/>
                  </a:moveTo>
                  <a:lnTo>
                    <a:pt x="1" y="224"/>
                  </a:lnTo>
                  <a:lnTo>
                    <a:pt x="30422" y="224"/>
                  </a:lnTo>
                  <a:lnTo>
                    <a:pt x="3042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1"/>
            <p:cNvSpPr/>
            <p:nvPr/>
          </p:nvSpPr>
          <p:spPr>
            <a:xfrm>
              <a:off x="-138200" y="4313024"/>
              <a:ext cx="9401995" cy="138110"/>
            </a:xfrm>
            <a:custGeom>
              <a:rect b="b" l="l" r="r" t="t"/>
              <a:pathLst>
                <a:path extrusionOk="0" h="608" w="30422">
                  <a:moveTo>
                    <a:pt x="1" y="1"/>
                  </a:moveTo>
                  <a:lnTo>
                    <a:pt x="1" y="607"/>
                  </a:lnTo>
                  <a:lnTo>
                    <a:pt x="30422" y="607"/>
                  </a:lnTo>
                  <a:lnTo>
                    <a:pt x="30422"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1"/>
            <p:cNvSpPr/>
            <p:nvPr/>
          </p:nvSpPr>
          <p:spPr>
            <a:xfrm>
              <a:off x="-138200" y="4313024"/>
              <a:ext cx="9401995" cy="30666"/>
            </a:xfrm>
            <a:custGeom>
              <a:rect b="b" l="l" r="r" t="t"/>
              <a:pathLst>
                <a:path extrusionOk="0" h="135" w="30422">
                  <a:moveTo>
                    <a:pt x="1" y="1"/>
                  </a:moveTo>
                  <a:lnTo>
                    <a:pt x="1" y="135"/>
                  </a:lnTo>
                  <a:lnTo>
                    <a:pt x="30422" y="135"/>
                  </a:lnTo>
                  <a:lnTo>
                    <a:pt x="3042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1"/>
            <p:cNvSpPr/>
            <p:nvPr/>
          </p:nvSpPr>
          <p:spPr>
            <a:xfrm>
              <a:off x="-138200" y="4402292"/>
              <a:ext cx="9401995" cy="48838"/>
            </a:xfrm>
            <a:custGeom>
              <a:rect b="b" l="l" r="r" t="t"/>
              <a:pathLst>
                <a:path extrusionOk="0" h="215" w="30422">
                  <a:moveTo>
                    <a:pt x="1" y="0"/>
                  </a:moveTo>
                  <a:lnTo>
                    <a:pt x="1" y="214"/>
                  </a:lnTo>
                  <a:lnTo>
                    <a:pt x="30422" y="214"/>
                  </a:lnTo>
                  <a:lnTo>
                    <a:pt x="30422" y="0"/>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24" name="Google Shape;4024;p71"/>
            <p:cNvGrpSpPr/>
            <p:nvPr/>
          </p:nvGrpSpPr>
          <p:grpSpPr>
            <a:xfrm>
              <a:off x="1190934" y="3127728"/>
              <a:ext cx="389354" cy="1185780"/>
              <a:chOff x="1491295" y="3180738"/>
              <a:chExt cx="354635" cy="1080043"/>
            </a:xfrm>
          </p:grpSpPr>
          <p:sp>
            <p:nvSpPr>
              <p:cNvPr id="4025" name="Google Shape;4025;p71"/>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1"/>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1"/>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1"/>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1"/>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1"/>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31" name="Google Shape;4031;p71"/>
            <p:cNvSpPr/>
            <p:nvPr/>
          </p:nvSpPr>
          <p:spPr>
            <a:xfrm>
              <a:off x="1802734"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1"/>
            <p:cNvSpPr/>
            <p:nvPr/>
          </p:nvSpPr>
          <p:spPr>
            <a:xfrm>
              <a:off x="1768436"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1"/>
            <p:cNvSpPr/>
            <p:nvPr/>
          </p:nvSpPr>
          <p:spPr>
            <a:xfrm>
              <a:off x="1855430"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1"/>
            <p:cNvSpPr/>
            <p:nvPr/>
          </p:nvSpPr>
          <p:spPr>
            <a:xfrm>
              <a:off x="1855430" y="3255194"/>
              <a:ext cx="107667" cy="928382"/>
            </a:xfrm>
            <a:custGeom>
              <a:rect b="b" l="l" r="r" t="t"/>
              <a:pathLst>
                <a:path extrusionOk="0" h="4087" w="474">
                  <a:moveTo>
                    <a:pt x="1" y="1"/>
                  </a:moveTo>
                  <a:lnTo>
                    <a:pt x="1"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1"/>
            <p:cNvSpPr/>
            <p:nvPr/>
          </p:nvSpPr>
          <p:spPr>
            <a:xfrm>
              <a:off x="1802734"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1"/>
            <p:cNvSpPr/>
            <p:nvPr/>
          </p:nvSpPr>
          <p:spPr>
            <a:xfrm>
              <a:off x="1768436"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1"/>
            <p:cNvSpPr/>
            <p:nvPr/>
          </p:nvSpPr>
          <p:spPr>
            <a:xfrm>
              <a:off x="2380345"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1"/>
            <p:cNvSpPr/>
            <p:nvPr/>
          </p:nvSpPr>
          <p:spPr>
            <a:xfrm>
              <a:off x="2345820"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1"/>
            <p:cNvSpPr/>
            <p:nvPr/>
          </p:nvSpPr>
          <p:spPr>
            <a:xfrm>
              <a:off x="2433041"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1"/>
            <p:cNvSpPr/>
            <p:nvPr/>
          </p:nvSpPr>
          <p:spPr>
            <a:xfrm>
              <a:off x="2433041" y="3255194"/>
              <a:ext cx="107440" cy="928382"/>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1"/>
            <p:cNvSpPr/>
            <p:nvPr/>
          </p:nvSpPr>
          <p:spPr>
            <a:xfrm>
              <a:off x="2380345"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1"/>
            <p:cNvSpPr/>
            <p:nvPr/>
          </p:nvSpPr>
          <p:spPr>
            <a:xfrm>
              <a:off x="2345820"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1"/>
            <p:cNvSpPr/>
            <p:nvPr/>
          </p:nvSpPr>
          <p:spPr>
            <a:xfrm>
              <a:off x="2959773" y="3190456"/>
              <a:ext cx="316413" cy="64966"/>
            </a:xfrm>
            <a:custGeom>
              <a:rect b="b" l="l" r="r" t="t"/>
              <a:pathLst>
                <a:path extrusionOk="0" h="286" w="1393">
                  <a:moveTo>
                    <a:pt x="1" y="0"/>
                  </a:moveTo>
                  <a:lnTo>
                    <a:pt x="1"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1"/>
            <p:cNvSpPr/>
            <p:nvPr/>
          </p:nvSpPr>
          <p:spPr>
            <a:xfrm>
              <a:off x="2923431"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1"/>
            <p:cNvSpPr/>
            <p:nvPr/>
          </p:nvSpPr>
          <p:spPr>
            <a:xfrm>
              <a:off x="3012469" y="3255194"/>
              <a:ext cx="211018" cy="928382"/>
            </a:xfrm>
            <a:custGeom>
              <a:rect b="b" l="l" r="r" t="t"/>
              <a:pathLst>
                <a:path extrusionOk="0" h="4087" w="929">
                  <a:moveTo>
                    <a:pt x="1" y="1"/>
                  </a:moveTo>
                  <a:lnTo>
                    <a:pt x="1" y="4087"/>
                  </a:lnTo>
                  <a:lnTo>
                    <a:pt x="928" y="4087"/>
                  </a:lnTo>
                  <a:lnTo>
                    <a:pt x="92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1"/>
            <p:cNvSpPr/>
            <p:nvPr/>
          </p:nvSpPr>
          <p:spPr>
            <a:xfrm>
              <a:off x="3012469"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1"/>
            <p:cNvSpPr/>
            <p:nvPr/>
          </p:nvSpPr>
          <p:spPr>
            <a:xfrm>
              <a:off x="2959773" y="4183320"/>
              <a:ext cx="316413" cy="65193"/>
            </a:xfrm>
            <a:custGeom>
              <a:rect b="b" l="l" r="r" t="t"/>
              <a:pathLst>
                <a:path extrusionOk="0" h="287" w="1393">
                  <a:moveTo>
                    <a:pt x="1" y="1"/>
                  </a:moveTo>
                  <a:lnTo>
                    <a:pt x="1"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1"/>
            <p:cNvSpPr/>
            <p:nvPr/>
          </p:nvSpPr>
          <p:spPr>
            <a:xfrm>
              <a:off x="2923431"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1"/>
            <p:cNvSpPr/>
            <p:nvPr/>
          </p:nvSpPr>
          <p:spPr>
            <a:xfrm>
              <a:off x="3537384" y="3190456"/>
              <a:ext cx="316186" cy="64966"/>
            </a:xfrm>
            <a:custGeom>
              <a:rect b="b" l="l" r="r" t="t"/>
              <a:pathLst>
                <a:path extrusionOk="0" h="286" w="1392">
                  <a:moveTo>
                    <a:pt x="0" y="0"/>
                  </a:moveTo>
                  <a:lnTo>
                    <a:pt x="0"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1"/>
            <p:cNvSpPr/>
            <p:nvPr/>
          </p:nvSpPr>
          <p:spPr>
            <a:xfrm>
              <a:off x="3500815"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1"/>
            <p:cNvSpPr/>
            <p:nvPr/>
          </p:nvSpPr>
          <p:spPr>
            <a:xfrm>
              <a:off x="3590080" y="3255194"/>
              <a:ext cx="210791" cy="928382"/>
            </a:xfrm>
            <a:custGeom>
              <a:rect b="b" l="l" r="r" t="t"/>
              <a:pathLst>
                <a:path extrusionOk="0" h="4087" w="928">
                  <a:moveTo>
                    <a:pt x="0" y="1"/>
                  </a:moveTo>
                  <a:lnTo>
                    <a:pt x="0" y="4087"/>
                  </a:lnTo>
                  <a:lnTo>
                    <a:pt x="928" y="4087"/>
                  </a:lnTo>
                  <a:lnTo>
                    <a:pt x="92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1"/>
            <p:cNvSpPr/>
            <p:nvPr/>
          </p:nvSpPr>
          <p:spPr>
            <a:xfrm>
              <a:off x="3590080" y="3255194"/>
              <a:ext cx="105395" cy="928382"/>
            </a:xfrm>
            <a:custGeom>
              <a:rect b="b" l="l" r="r" t="t"/>
              <a:pathLst>
                <a:path extrusionOk="0" h="4087" w="464">
                  <a:moveTo>
                    <a:pt x="0" y="1"/>
                  </a:moveTo>
                  <a:lnTo>
                    <a:pt x="0"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1"/>
            <p:cNvSpPr/>
            <p:nvPr/>
          </p:nvSpPr>
          <p:spPr>
            <a:xfrm>
              <a:off x="3537384" y="4183320"/>
              <a:ext cx="316186" cy="65193"/>
            </a:xfrm>
            <a:custGeom>
              <a:rect b="b" l="l" r="r" t="t"/>
              <a:pathLst>
                <a:path extrusionOk="0" h="287" w="1392">
                  <a:moveTo>
                    <a:pt x="0" y="1"/>
                  </a:moveTo>
                  <a:lnTo>
                    <a:pt x="0"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1"/>
            <p:cNvSpPr/>
            <p:nvPr/>
          </p:nvSpPr>
          <p:spPr>
            <a:xfrm>
              <a:off x="3500815"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1"/>
            <p:cNvSpPr/>
            <p:nvPr/>
          </p:nvSpPr>
          <p:spPr>
            <a:xfrm>
              <a:off x="4114768" y="3190456"/>
              <a:ext cx="316413" cy="64966"/>
            </a:xfrm>
            <a:custGeom>
              <a:rect b="b" l="l" r="r" t="t"/>
              <a:pathLst>
                <a:path extrusionOk="0" h="286" w="1393">
                  <a:moveTo>
                    <a:pt x="1" y="0"/>
                  </a:moveTo>
                  <a:lnTo>
                    <a:pt x="1"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1"/>
            <p:cNvSpPr/>
            <p:nvPr/>
          </p:nvSpPr>
          <p:spPr>
            <a:xfrm>
              <a:off x="4078426"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1"/>
            <p:cNvSpPr/>
            <p:nvPr/>
          </p:nvSpPr>
          <p:spPr>
            <a:xfrm>
              <a:off x="4167464" y="3255194"/>
              <a:ext cx="211018" cy="928382"/>
            </a:xfrm>
            <a:custGeom>
              <a:rect b="b" l="l" r="r" t="t"/>
              <a:pathLst>
                <a:path extrusionOk="0" h="4087" w="929">
                  <a:moveTo>
                    <a:pt x="1" y="1"/>
                  </a:moveTo>
                  <a:lnTo>
                    <a:pt x="1" y="4087"/>
                  </a:lnTo>
                  <a:lnTo>
                    <a:pt x="928" y="4087"/>
                  </a:lnTo>
                  <a:lnTo>
                    <a:pt x="92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1"/>
            <p:cNvSpPr/>
            <p:nvPr/>
          </p:nvSpPr>
          <p:spPr>
            <a:xfrm>
              <a:off x="4167464"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1"/>
            <p:cNvSpPr/>
            <p:nvPr/>
          </p:nvSpPr>
          <p:spPr>
            <a:xfrm>
              <a:off x="4114768" y="4183320"/>
              <a:ext cx="316413" cy="65193"/>
            </a:xfrm>
            <a:custGeom>
              <a:rect b="b" l="l" r="r" t="t"/>
              <a:pathLst>
                <a:path extrusionOk="0" h="287" w="1393">
                  <a:moveTo>
                    <a:pt x="1" y="1"/>
                  </a:moveTo>
                  <a:lnTo>
                    <a:pt x="1"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1"/>
            <p:cNvSpPr/>
            <p:nvPr/>
          </p:nvSpPr>
          <p:spPr>
            <a:xfrm>
              <a:off x="4078426"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1"/>
            <p:cNvSpPr/>
            <p:nvPr/>
          </p:nvSpPr>
          <p:spPr>
            <a:xfrm>
              <a:off x="4692379"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1"/>
            <p:cNvSpPr/>
            <p:nvPr/>
          </p:nvSpPr>
          <p:spPr>
            <a:xfrm>
              <a:off x="4655809"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1"/>
            <p:cNvSpPr/>
            <p:nvPr/>
          </p:nvSpPr>
          <p:spPr>
            <a:xfrm>
              <a:off x="4745074"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1"/>
            <p:cNvSpPr/>
            <p:nvPr/>
          </p:nvSpPr>
          <p:spPr>
            <a:xfrm>
              <a:off x="4745074" y="3255194"/>
              <a:ext cx="105395" cy="928382"/>
            </a:xfrm>
            <a:custGeom>
              <a:rect b="b" l="l" r="r" t="t"/>
              <a:pathLst>
                <a:path extrusionOk="0" h="4087" w="464">
                  <a:moveTo>
                    <a:pt x="0" y="1"/>
                  </a:moveTo>
                  <a:lnTo>
                    <a:pt x="0"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1"/>
            <p:cNvSpPr/>
            <p:nvPr/>
          </p:nvSpPr>
          <p:spPr>
            <a:xfrm>
              <a:off x="4692379"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1"/>
            <p:cNvSpPr/>
            <p:nvPr/>
          </p:nvSpPr>
          <p:spPr>
            <a:xfrm>
              <a:off x="4655809"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1"/>
            <p:cNvSpPr/>
            <p:nvPr/>
          </p:nvSpPr>
          <p:spPr>
            <a:xfrm>
              <a:off x="5269762"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1"/>
            <p:cNvSpPr/>
            <p:nvPr/>
          </p:nvSpPr>
          <p:spPr>
            <a:xfrm>
              <a:off x="5233420"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1"/>
            <p:cNvSpPr/>
            <p:nvPr/>
          </p:nvSpPr>
          <p:spPr>
            <a:xfrm>
              <a:off x="5322458"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1"/>
            <p:cNvSpPr/>
            <p:nvPr/>
          </p:nvSpPr>
          <p:spPr>
            <a:xfrm>
              <a:off x="5322458"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1"/>
            <p:cNvSpPr/>
            <p:nvPr/>
          </p:nvSpPr>
          <p:spPr>
            <a:xfrm>
              <a:off x="5269762"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1"/>
            <p:cNvSpPr/>
            <p:nvPr/>
          </p:nvSpPr>
          <p:spPr>
            <a:xfrm>
              <a:off x="5233420"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1"/>
            <p:cNvSpPr/>
            <p:nvPr/>
          </p:nvSpPr>
          <p:spPr>
            <a:xfrm>
              <a:off x="5847373"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1"/>
            <p:cNvSpPr/>
            <p:nvPr/>
          </p:nvSpPr>
          <p:spPr>
            <a:xfrm>
              <a:off x="5810804"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1"/>
            <p:cNvSpPr/>
            <p:nvPr/>
          </p:nvSpPr>
          <p:spPr>
            <a:xfrm>
              <a:off x="5900069"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1"/>
            <p:cNvSpPr/>
            <p:nvPr/>
          </p:nvSpPr>
          <p:spPr>
            <a:xfrm>
              <a:off x="5900069" y="3255194"/>
              <a:ext cx="105395" cy="928382"/>
            </a:xfrm>
            <a:custGeom>
              <a:rect b="b" l="l" r="r" t="t"/>
              <a:pathLst>
                <a:path extrusionOk="0" h="4087" w="464">
                  <a:moveTo>
                    <a:pt x="0" y="1"/>
                  </a:moveTo>
                  <a:lnTo>
                    <a:pt x="0"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1"/>
            <p:cNvSpPr/>
            <p:nvPr/>
          </p:nvSpPr>
          <p:spPr>
            <a:xfrm>
              <a:off x="5847373"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1"/>
            <p:cNvSpPr/>
            <p:nvPr/>
          </p:nvSpPr>
          <p:spPr>
            <a:xfrm>
              <a:off x="5810804"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1"/>
            <p:cNvSpPr/>
            <p:nvPr/>
          </p:nvSpPr>
          <p:spPr>
            <a:xfrm>
              <a:off x="6424757"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1"/>
            <p:cNvSpPr/>
            <p:nvPr/>
          </p:nvSpPr>
          <p:spPr>
            <a:xfrm>
              <a:off x="6388415"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1"/>
            <p:cNvSpPr/>
            <p:nvPr/>
          </p:nvSpPr>
          <p:spPr>
            <a:xfrm>
              <a:off x="6477453"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1"/>
            <p:cNvSpPr/>
            <p:nvPr/>
          </p:nvSpPr>
          <p:spPr>
            <a:xfrm>
              <a:off x="6477453"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1"/>
            <p:cNvSpPr/>
            <p:nvPr/>
          </p:nvSpPr>
          <p:spPr>
            <a:xfrm>
              <a:off x="6424757"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1"/>
            <p:cNvSpPr/>
            <p:nvPr/>
          </p:nvSpPr>
          <p:spPr>
            <a:xfrm>
              <a:off x="6388415"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1"/>
            <p:cNvSpPr/>
            <p:nvPr/>
          </p:nvSpPr>
          <p:spPr>
            <a:xfrm>
              <a:off x="7002368"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1"/>
            <p:cNvSpPr/>
            <p:nvPr/>
          </p:nvSpPr>
          <p:spPr>
            <a:xfrm>
              <a:off x="6967843" y="3127536"/>
              <a:ext cx="389327" cy="63149"/>
            </a:xfrm>
            <a:custGeom>
              <a:rect b="b" l="l" r="r" t="t"/>
              <a:pathLst>
                <a:path extrusionOk="0" h="278" w="1714">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1"/>
            <p:cNvSpPr/>
            <p:nvPr/>
          </p:nvSpPr>
          <p:spPr>
            <a:xfrm>
              <a:off x="7055064"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1"/>
            <p:cNvSpPr/>
            <p:nvPr/>
          </p:nvSpPr>
          <p:spPr>
            <a:xfrm>
              <a:off x="7055064" y="3255194"/>
              <a:ext cx="107440" cy="928382"/>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1"/>
            <p:cNvSpPr/>
            <p:nvPr/>
          </p:nvSpPr>
          <p:spPr>
            <a:xfrm>
              <a:off x="7002368"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1"/>
            <p:cNvSpPr/>
            <p:nvPr/>
          </p:nvSpPr>
          <p:spPr>
            <a:xfrm>
              <a:off x="6967843" y="4248285"/>
              <a:ext cx="389327" cy="64966"/>
            </a:xfrm>
            <a:custGeom>
              <a:rect b="b" l="l" r="r" t="t"/>
              <a:pathLst>
                <a:path extrusionOk="0" h="286" w="1714">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1"/>
            <p:cNvSpPr/>
            <p:nvPr/>
          </p:nvSpPr>
          <p:spPr>
            <a:xfrm>
              <a:off x="7579752"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1"/>
            <p:cNvSpPr/>
            <p:nvPr/>
          </p:nvSpPr>
          <p:spPr>
            <a:xfrm>
              <a:off x="7545227" y="3127536"/>
              <a:ext cx="389327" cy="63149"/>
            </a:xfrm>
            <a:custGeom>
              <a:rect b="b" l="l" r="r" t="t"/>
              <a:pathLst>
                <a:path extrusionOk="0" h="278" w="1714">
                  <a:moveTo>
                    <a:pt x="1" y="1"/>
                  </a:moveTo>
                  <a:lnTo>
                    <a:pt x="1" y="277"/>
                  </a:lnTo>
                  <a:lnTo>
                    <a:pt x="1714" y="277"/>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1"/>
            <p:cNvSpPr/>
            <p:nvPr/>
          </p:nvSpPr>
          <p:spPr>
            <a:xfrm>
              <a:off x="7632448"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1"/>
            <p:cNvSpPr/>
            <p:nvPr/>
          </p:nvSpPr>
          <p:spPr>
            <a:xfrm>
              <a:off x="7632448" y="3255194"/>
              <a:ext cx="107667" cy="928382"/>
            </a:xfrm>
            <a:custGeom>
              <a:rect b="b" l="l" r="r" t="t"/>
              <a:pathLst>
                <a:path extrusionOk="0" h="4087" w="474">
                  <a:moveTo>
                    <a:pt x="1" y="1"/>
                  </a:moveTo>
                  <a:lnTo>
                    <a:pt x="1"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1"/>
            <p:cNvSpPr/>
            <p:nvPr/>
          </p:nvSpPr>
          <p:spPr>
            <a:xfrm>
              <a:off x="7579752"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1"/>
            <p:cNvSpPr/>
            <p:nvPr/>
          </p:nvSpPr>
          <p:spPr>
            <a:xfrm>
              <a:off x="7545227" y="4248285"/>
              <a:ext cx="389327" cy="64966"/>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1"/>
            <p:cNvSpPr/>
            <p:nvPr/>
          </p:nvSpPr>
          <p:spPr>
            <a:xfrm>
              <a:off x="5625306" y="4376851"/>
              <a:ext cx="1574796" cy="84275"/>
            </a:xfrm>
            <a:custGeom>
              <a:rect b="b" l="l" r="r" t="t"/>
              <a:pathLst>
                <a:path extrusionOk="0" h="371" w="6933">
                  <a:moveTo>
                    <a:pt x="1854" y="1"/>
                  </a:moveTo>
                  <a:cubicBezTo>
                    <a:pt x="1640" y="1"/>
                    <a:pt x="1437" y="14"/>
                    <a:pt x="1437" y="14"/>
                  </a:cubicBezTo>
                  <a:cubicBezTo>
                    <a:pt x="1437" y="14"/>
                    <a:pt x="1306" y="26"/>
                    <a:pt x="1193" y="26"/>
                  </a:cubicBezTo>
                  <a:cubicBezTo>
                    <a:pt x="1136" y="26"/>
                    <a:pt x="1083" y="23"/>
                    <a:pt x="1054" y="14"/>
                  </a:cubicBezTo>
                  <a:cubicBezTo>
                    <a:pt x="1049" y="13"/>
                    <a:pt x="1044" y="12"/>
                    <a:pt x="1039" y="12"/>
                  </a:cubicBezTo>
                  <a:cubicBezTo>
                    <a:pt x="966" y="12"/>
                    <a:pt x="911" y="130"/>
                    <a:pt x="911" y="130"/>
                  </a:cubicBezTo>
                  <a:lnTo>
                    <a:pt x="813" y="112"/>
                  </a:lnTo>
                  <a:cubicBezTo>
                    <a:pt x="813" y="112"/>
                    <a:pt x="608" y="148"/>
                    <a:pt x="590" y="157"/>
                  </a:cubicBezTo>
                  <a:cubicBezTo>
                    <a:pt x="572" y="157"/>
                    <a:pt x="509" y="193"/>
                    <a:pt x="509" y="193"/>
                  </a:cubicBezTo>
                  <a:lnTo>
                    <a:pt x="1" y="371"/>
                  </a:lnTo>
                  <a:lnTo>
                    <a:pt x="6933" y="317"/>
                  </a:lnTo>
                  <a:lnTo>
                    <a:pt x="6522" y="157"/>
                  </a:lnTo>
                  <a:lnTo>
                    <a:pt x="5942" y="139"/>
                  </a:lnTo>
                  <a:lnTo>
                    <a:pt x="5487" y="228"/>
                  </a:lnTo>
                  <a:cubicBezTo>
                    <a:pt x="5487" y="228"/>
                    <a:pt x="5077" y="228"/>
                    <a:pt x="4818" y="193"/>
                  </a:cubicBezTo>
                  <a:cubicBezTo>
                    <a:pt x="4551" y="157"/>
                    <a:pt x="4515" y="184"/>
                    <a:pt x="4354" y="112"/>
                  </a:cubicBezTo>
                  <a:cubicBezTo>
                    <a:pt x="4258" y="72"/>
                    <a:pt x="4161" y="65"/>
                    <a:pt x="4104" y="65"/>
                  </a:cubicBezTo>
                  <a:cubicBezTo>
                    <a:pt x="4071" y="65"/>
                    <a:pt x="4051" y="68"/>
                    <a:pt x="4051" y="68"/>
                  </a:cubicBezTo>
                  <a:lnTo>
                    <a:pt x="3846" y="68"/>
                  </a:lnTo>
                  <a:lnTo>
                    <a:pt x="3569" y="77"/>
                  </a:lnTo>
                  <a:lnTo>
                    <a:pt x="3346" y="68"/>
                  </a:lnTo>
                  <a:lnTo>
                    <a:pt x="2963" y="94"/>
                  </a:lnTo>
                  <a:lnTo>
                    <a:pt x="2650" y="193"/>
                  </a:lnTo>
                  <a:cubicBezTo>
                    <a:pt x="2650" y="193"/>
                    <a:pt x="2436" y="175"/>
                    <a:pt x="2338" y="68"/>
                  </a:cubicBezTo>
                  <a:cubicBezTo>
                    <a:pt x="2294" y="14"/>
                    <a:pt x="2068" y="1"/>
                    <a:pt x="18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98" name="Google Shape;4098;p71"/>
            <p:cNvGrpSpPr/>
            <p:nvPr/>
          </p:nvGrpSpPr>
          <p:grpSpPr>
            <a:xfrm>
              <a:off x="613339" y="3127728"/>
              <a:ext cx="389354" cy="1185780"/>
              <a:chOff x="1491295" y="3180738"/>
              <a:chExt cx="354635" cy="1080043"/>
            </a:xfrm>
          </p:grpSpPr>
          <p:sp>
            <p:nvSpPr>
              <p:cNvPr id="4099" name="Google Shape;4099;p71"/>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1"/>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1"/>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1"/>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1"/>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1"/>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5" name="Google Shape;4105;p71"/>
            <p:cNvGrpSpPr/>
            <p:nvPr/>
          </p:nvGrpSpPr>
          <p:grpSpPr>
            <a:xfrm>
              <a:off x="35745" y="3127728"/>
              <a:ext cx="389354" cy="1185780"/>
              <a:chOff x="1491295" y="3180738"/>
              <a:chExt cx="354635" cy="1080043"/>
            </a:xfrm>
          </p:grpSpPr>
          <p:sp>
            <p:nvSpPr>
              <p:cNvPr id="4106" name="Google Shape;4106;p71"/>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1"/>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1"/>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1"/>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1"/>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1"/>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2" name="Google Shape;4112;p71"/>
            <p:cNvGrpSpPr/>
            <p:nvPr/>
          </p:nvGrpSpPr>
          <p:grpSpPr>
            <a:xfrm>
              <a:off x="8122725" y="3127728"/>
              <a:ext cx="389354" cy="1185780"/>
              <a:chOff x="1491295" y="3180738"/>
              <a:chExt cx="354635" cy="1080043"/>
            </a:xfrm>
          </p:grpSpPr>
          <p:sp>
            <p:nvSpPr>
              <p:cNvPr id="4113" name="Google Shape;4113;p71"/>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1"/>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1"/>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1"/>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1"/>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1"/>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9" name="Google Shape;4119;p71"/>
            <p:cNvGrpSpPr/>
            <p:nvPr/>
          </p:nvGrpSpPr>
          <p:grpSpPr>
            <a:xfrm>
              <a:off x="8700100" y="3127728"/>
              <a:ext cx="389354" cy="1185780"/>
              <a:chOff x="1491295" y="3180738"/>
              <a:chExt cx="354635" cy="1080043"/>
            </a:xfrm>
          </p:grpSpPr>
          <p:sp>
            <p:nvSpPr>
              <p:cNvPr id="4120" name="Google Shape;4120;p71"/>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1"/>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1"/>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1"/>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1"/>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1"/>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126" name="Google Shape;4126;p71"/>
          <p:cNvSpPr/>
          <p:nvPr/>
        </p:nvSpPr>
        <p:spPr>
          <a:xfrm>
            <a:off x="1850546" y="4519646"/>
            <a:ext cx="2045463" cy="127457"/>
          </a:xfrm>
          <a:custGeom>
            <a:rect b="b" l="l" r="r" t="t"/>
            <a:pathLst>
              <a:path extrusionOk="0" h="616" w="9886">
                <a:moveTo>
                  <a:pt x="2418" y="0"/>
                </a:moveTo>
                <a:lnTo>
                  <a:pt x="2142" y="99"/>
                </a:lnTo>
                <a:lnTo>
                  <a:pt x="1919" y="188"/>
                </a:lnTo>
                <a:lnTo>
                  <a:pt x="1740" y="295"/>
                </a:lnTo>
                <a:cubicBezTo>
                  <a:pt x="1740" y="295"/>
                  <a:pt x="1571" y="188"/>
                  <a:pt x="1339" y="161"/>
                </a:cubicBezTo>
                <a:cubicBezTo>
                  <a:pt x="1290" y="155"/>
                  <a:pt x="1256" y="153"/>
                  <a:pt x="1234" y="153"/>
                </a:cubicBezTo>
                <a:cubicBezTo>
                  <a:pt x="1210" y="153"/>
                  <a:pt x="1199" y="156"/>
                  <a:pt x="1194" y="158"/>
                </a:cubicBezTo>
                <a:lnTo>
                  <a:pt x="1194" y="158"/>
                </a:lnTo>
                <a:cubicBezTo>
                  <a:pt x="1194" y="158"/>
                  <a:pt x="1194" y="158"/>
                  <a:pt x="1194" y="158"/>
                </a:cubicBezTo>
                <a:cubicBezTo>
                  <a:pt x="1108" y="158"/>
                  <a:pt x="558" y="327"/>
                  <a:pt x="483" y="402"/>
                </a:cubicBezTo>
                <a:lnTo>
                  <a:pt x="1" y="616"/>
                </a:lnTo>
                <a:lnTo>
                  <a:pt x="9885" y="616"/>
                </a:lnTo>
                <a:lnTo>
                  <a:pt x="9537" y="473"/>
                </a:lnTo>
                <a:lnTo>
                  <a:pt x="9261" y="402"/>
                </a:lnTo>
                <a:cubicBezTo>
                  <a:pt x="9261" y="402"/>
                  <a:pt x="9100" y="429"/>
                  <a:pt x="8833" y="473"/>
                </a:cubicBezTo>
                <a:cubicBezTo>
                  <a:pt x="8791" y="480"/>
                  <a:pt x="8757" y="483"/>
                  <a:pt x="8729" y="483"/>
                </a:cubicBezTo>
                <a:cubicBezTo>
                  <a:pt x="8584" y="483"/>
                  <a:pt x="8610" y="402"/>
                  <a:pt x="8610" y="402"/>
                </a:cubicBezTo>
                <a:cubicBezTo>
                  <a:pt x="8610" y="402"/>
                  <a:pt x="8306" y="188"/>
                  <a:pt x="8199" y="188"/>
                </a:cubicBezTo>
                <a:cubicBezTo>
                  <a:pt x="8083" y="188"/>
                  <a:pt x="7949" y="188"/>
                  <a:pt x="7816" y="206"/>
                </a:cubicBezTo>
                <a:cubicBezTo>
                  <a:pt x="7682" y="223"/>
                  <a:pt x="7575" y="295"/>
                  <a:pt x="7486" y="295"/>
                </a:cubicBezTo>
                <a:cubicBezTo>
                  <a:pt x="7396" y="287"/>
                  <a:pt x="7306" y="203"/>
                  <a:pt x="7154" y="203"/>
                </a:cubicBezTo>
                <a:cubicBezTo>
                  <a:pt x="7140" y="203"/>
                  <a:pt x="7126" y="204"/>
                  <a:pt x="7111" y="206"/>
                </a:cubicBezTo>
                <a:cubicBezTo>
                  <a:pt x="7048" y="212"/>
                  <a:pt x="6995" y="213"/>
                  <a:pt x="6951" y="213"/>
                </a:cubicBezTo>
                <a:cubicBezTo>
                  <a:pt x="6864" y="213"/>
                  <a:pt x="6816" y="206"/>
                  <a:pt x="6816" y="206"/>
                </a:cubicBezTo>
                <a:lnTo>
                  <a:pt x="6486" y="295"/>
                </a:lnTo>
                <a:lnTo>
                  <a:pt x="6147" y="473"/>
                </a:lnTo>
                <a:lnTo>
                  <a:pt x="5853" y="402"/>
                </a:lnTo>
                <a:lnTo>
                  <a:pt x="5425" y="206"/>
                </a:lnTo>
                <a:lnTo>
                  <a:pt x="4863" y="99"/>
                </a:lnTo>
                <a:cubicBezTo>
                  <a:pt x="4863" y="99"/>
                  <a:pt x="4435" y="161"/>
                  <a:pt x="4256" y="161"/>
                </a:cubicBezTo>
                <a:cubicBezTo>
                  <a:pt x="4078" y="161"/>
                  <a:pt x="4033" y="206"/>
                  <a:pt x="4033" y="206"/>
                </a:cubicBezTo>
                <a:cubicBezTo>
                  <a:pt x="4033" y="206"/>
                  <a:pt x="3699" y="297"/>
                  <a:pt x="3514" y="297"/>
                </a:cubicBezTo>
                <a:cubicBezTo>
                  <a:pt x="3498" y="297"/>
                  <a:pt x="3484" y="296"/>
                  <a:pt x="3471" y="295"/>
                </a:cubicBezTo>
                <a:cubicBezTo>
                  <a:pt x="3293" y="268"/>
                  <a:pt x="3159" y="99"/>
                  <a:pt x="3159" y="99"/>
                </a:cubicBezTo>
                <a:cubicBezTo>
                  <a:pt x="3159" y="99"/>
                  <a:pt x="3111" y="138"/>
                  <a:pt x="3050" y="138"/>
                </a:cubicBezTo>
                <a:cubicBezTo>
                  <a:pt x="3020" y="138"/>
                  <a:pt x="2986" y="128"/>
                  <a:pt x="2954" y="99"/>
                </a:cubicBezTo>
                <a:cubicBezTo>
                  <a:pt x="2919" y="67"/>
                  <a:pt x="2890" y="57"/>
                  <a:pt x="2864" y="57"/>
                </a:cubicBezTo>
                <a:cubicBezTo>
                  <a:pt x="2815" y="57"/>
                  <a:pt x="2774" y="93"/>
                  <a:pt x="2722" y="99"/>
                </a:cubicBezTo>
                <a:cubicBezTo>
                  <a:pt x="2718" y="99"/>
                  <a:pt x="2714" y="99"/>
                  <a:pt x="2710" y="99"/>
                </a:cubicBezTo>
                <a:cubicBezTo>
                  <a:pt x="2616" y="99"/>
                  <a:pt x="2418" y="0"/>
                  <a:pt x="2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27" name="Google Shape;4127;p71"/>
          <p:cNvGrpSpPr/>
          <p:nvPr/>
        </p:nvGrpSpPr>
        <p:grpSpPr>
          <a:xfrm>
            <a:off x="-440352" y="4372550"/>
            <a:ext cx="2183372" cy="583072"/>
            <a:chOff x="379848" y="4111600"/>
            <a:chExt cx="2183372" cy="583072"/>
          </a:xfrm>
        </p:grpSpPr>
        <p:sp>
          <p:nvSpPr>
            <p:cNvPr id="4128" name="Google Shape;4128;p71"/>
            <p:cNvSpPr/>
            <p:nvPr/>
          </p:nvSpPr>
          <p:spPr>
            <a:xfrm>
              <a:off x="379848" y="4111600"/>
              <a:ext cx="2183372" cy="583072"/>
            </a:xfrm>
            <a:custGeom>
              <a:rect b="b" l="l" r="r" t="t"/>
              <a:pathLst>
                <a:path extrusionOk="0" h="2818" w="7397">
                  <a:moveTo>
                    <a:pt x="1584" y="1"/>
                  </a:moveTo>
                  <a:cubicBezTo>
                    <a:pt x="1376" y="1"/>
                    <a:pt x="1196" y="52"/>
                    <a:pt x="1196" y="52"/>
                  </a:cubicBezTo>
                  <a:lnTo>
                    <a:pt x="0" y="2817"/>
                  </a:lnTo>
                  <a:lnTo>
                    <a:pt x="7396" y="2817"/>
                  </a:lnTo>
                  <a:cubicBezTo>
                    <a:pt x="7292" y="2500"/>
                    <a:pt x="7094" y="2422"/>
                    <a:pt x="6924" y="2422"/>
                  </a:cubicBezTo>
                  <a:cubicBezTo>
                    <a:pt x="6759" y="2422"/>
                    <a:pt x="6620" y="2496"/>
                    <a:pt x="6620" y="2496"/>
                  </a:cubicBezTo>
                  <a:cubicBezTo>
                    <a:pt x="6496" y="2241"/>
                    <a:pt x="6327" y="2167"/>
                    <a:pt x="6172" y="2167"/>
                  </a:cubicBezTo>
                  <a:cubicBezTo>
                    <a:pt x="5959" y="2167"/>
                    <a:pt x="5772" y="2309"/>
                    <a:pt x="5772" y="2309"/>
                  </a:cubicBezTo>
                  <a:cubicBezTo>
                    <a:pt x="5688" y="1947"/>
                    <a:pt x="5515" y="1848"/>
                    <a:pt x="5351" y="1848"/>
                  </a:cubicBezTo>
                  <a:cubicBezTo>
                    <a:pt x="5149" y="1848"/>
                    <a:pt x="4961" y="1996"/>
                    <a:pt x="4961" y="1996"/>
                  </a:cubicBezTo>
                  <a:cubicBezTo>
                    <a:pt x="4890" y="1622"/>
                    <a:pt x="4712" y="1517"/>
                    <a:pt x="4537" y="1517"/>
                  </a:cubicBezTo>
                  <a:cubicBezTo>
                    <a:pt x="4315" y="1517"/>
                    <a:pt x="4095" y="1684"/>
                    <a:pt x="4095" y="1684"/>
                  </a:cubicBezTo>
                  <a:cubicBezTo>
                    <a:pt x="4067" y="1207"/>
                    <a:pt x="3877" y="1076"/>
                    <a:pt x="3676" y="1076"/>
                  </a:cubicBezTo>
                  <a:cubicBezTo>
                    <a:pt x="3430" y="1076"/>
                    <a:pt x="3167" y="1274"/>
                    <a:pt x="3167" y="1274"/>
                  </a:cubicBezTo>
                  <a:cubicBezTo>
                    <a:pt x="3202" y="765"/>
                    <a:pt x="2976" y="633"/>
                    <a:pt x="2733" y="633"/>
                  </a:cubicBezTo>
                  <a:cubicBezTo>
                    <a:pt x="2473" y="633"/>
                    <a:pt x="2195" y="783"/>
                    <a:pt x="2195" y="783"/>
                  </a:cubicBezTo>
                  <a:cubicBezTo>
                    <a:pt x="2315" y="128"/>
                    <a:pt x="1914" y="1"/>
                    <a:pt x="1584"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1"/>
            <p:cNvSpPr/>
            <p:nvPr/>
          </p:nvSpPr>
          <p:spPr>
            <a:xfrm>
              <a:off x="514145" y="4335678"/>
              <a:ext cx="1340662" cy="358989"/>
            </a:xfrm>
            <a:custGeom>
              <a:rect b="b" l="l" r="r" t="t"/>
              <a:pathLst>
                <a:path extrusionOk="0" h="1735" w="4542">
                  <a:moveTo>
                    <a:pt x="974" y="0"/>
                  </a:moveTo>
                  <a:cubicBezTo>
                    <a:pt x="848" y="0"/>
                    <a:pt x="741" y="30"/>
                    <a:pt x="741" y="30"/>
                  </a:cubicBezTo>
                  <a:lnTo>
                    <a:pt x="0" y="1734"/>
                  </a:lnTo>
                  <a:lnTo>
                    <a:pt x="4541" y="1734"/>
                  </a:lnTo>
                  <a:cubicBezTo>
                    <a:pt x="4478" y="1540"/>
                    <a:pt x="4358" y="1492"/>
                    <a:pt x="4254" y="1492"/>
                  </a:cubicBezTo>
                  <a:cubicBezTo>
                    <a:pt x="4153" y="1492"/>
                    <a:pt x="4068" y="1538"/>
                    <a:pt x="4068" y="1538"/>
                  </a:cubicBezTo>
                  <a:cubicBezTo>
                    <a:pt x="3994" y="1381"/>
                    <a:pt x="3889" y="1335"/>
                    <a:pt x="3792" y="1335"/>
                  </a:cubicBezTo>
                  <a:cubicBezTo>
                    <a:pt x="3659" y="1335"/>
                    <a:pt x="3542" y="1422"/>
                    <a:pt x="3542" y="1422"/>
                  </a:cubicBezTo>
                  <a:cubicBezTo>
                    <a:pt x="3494" y="1202"/>
                    <a:pt x="3391" y="1142"/>
                    <a:pt x="3292" y="1142"/>
                  </a:cubicBezTo>
                  <a:cubicBezTo>
                    <a:pt x="3169" y="1142"/>
                    <a:pt x="3051" y="1235"/>
                    <a:pt x="3051" y="1235"/>
                  </a:cubicBezTo>
                  <a:cubicBezTo>
                    <a:pt x="3004" y="1001"/>
                    <a:pt x="2893" y="936"/>
                    <a:pt x="2785" y="936"/>
                  </a:cubicBezTo>
                  <a:cubicBezTo>
                    <a:pt x="2649" y="936"/>
                    <a:pt x="2516" y="1038"/>
                    <a:pt x="2516" y="1038"/>
                  </a:cubicBezTo>
                  <a:cubicBezTo>
                    <a:pt x="2500" y="747"/>
                    <a:pt x="2384" y="666"/>
                    <a:pt x="2261" y="666"/>
                  </a:cubicBezTo>
                  <a:cubicBezTo>
                    <a:pt x="2108" y="666"/>
                    <a:pt x="1945" y="789"/>
                    <a:pt x="1945" y="789"/>
                  </a:cubicBezTo>
                  <a:cubicBezTo>
                    <a:pt x="1967" y="474"/>
                    <a:pt x="1828" y="392"/>
                    <a:pt x="1679" y="392"/>
                  </a:cubicBezTo>
                  <a:cubicBezTo>
                    <a:pt x="1519" y="392"/>
                    <a:pt x="1348" y="485"/>
                    <a:pt x="1348" y="485"/>
                  </a:cubicBezTo>
                  <a:cubicBezTo>
                    <a:pt x="1425" y="78"/>
                    <a:pt x="1176" y="0"/>
                    <a:pt x="9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0" name="Google Shape;4130;p71"/>
          <p:cNvGrpSpPr/>
          <p:nvPr/>
        </p:nvGrpSpPr>
        <p:grpSpPr>
          <a:xfrm>
            <a:off x="7400797" y="4372550"/>
            <a:ext cx="2183077" cy="583072"/>
            <a:chOff x="6551897" y="4111600"/>
            <a:chExt cx="2183077" cy="583072"/>
          </a:xfrm>
        </p:grpSpPr>
        <p:sp>
          <p:nvSpPr>
            <p:cNvPr id="4131" name="Google Shape;4131;p71"/>
            <p:cNvSpPr/>
            <p:nvPr/>
          </p:nvSpPr>
          <p:spPr>
            <a:xfrm>
              <a:off x="6551897" y="4111600"/>
              <a:ext cx="2183077" cy="583072"/>
            </a:xfrm>
            <a:custGeom>
              <a:rect b="b" l="l" r="r" t="t"/>
              <a:pathLst>
                <a:path extrusionOk="0" h="2818" w="7396">
                  <a:moveTo>
                    <a:pt x="5812" y="1"/>
                  </a:moveTo>
                  <a:cubicBezTo>
                    <a:pt x="5483" y="1"/>
                    <a:pt x="5081" y="128"/>
                    <a:pt x="5201" y="783"/>
                  </a:cubicBezTo>
                  <a:cubicBezTo>
                    <a:pt x="5201" y="783"/>
                    <a:pt x="4925" y="633"/>
                    <a:pt x="4667" y="633"/>
                  </a:cubicBezTo>
                  <a:cubicBezTo>
                    <a:pt x="4425" y="633"/>
                    <a:pt x="4199" y="765"/>
                    <a:pt x="4229" y="1274"/>
                  </a:cubicBezTo>
                  <a:cubicBezTo>
                    <a:pt x="4229" y="1274"/>
                    <a:pt x="3966" y="1076"/>
                    <a:pt x="3720" y="1076"/>
                  </a:cubicBezTo>
                  <a:cubicBezTo>
                    <a:pt x="3519" y="1076"/>
                    <a:pt x="3329" y="1207"/>
                    <a:pt x="3301" y="1684"/>
                  </a:cubicBezTo>
                  <a:cubicBezTo>
                    <a:pt x="3301" y="1684"/>
                    <a:pt x="3082" y="1517"/>
                    <a:pt x="2860" y="1517"/>
                  </a:cubicBezTo>
                  <a:cubicBezTo>
                    <a:pt x="2684" y="1517"/>
                    <a:pt x="2507" y="1622"/>
                    <a:pt x="2436" y="1996"/>
                  </a:cubicBezTo>
                  <a:cubicBezTo>
                    <a:pt x="2436" y="1996"/>
                    <a:pt x="2247" y="1848"/>
                    <a:pt x="2047" y="1848"/>
                  </a:cubicBezTo>
                  <a:cubicBezTo>
                    <a:pt x="1884" y="1848"/>
                    <a:pt x="1713" y="1947"/>
                    <a:pt x="1633" y="2309"/>
                  </a:cubicBezTo>
                  <a:cubicBezTo>
                    <a:pt x="1633" y="2309"/>
                    <a:pt x="1444" y="2167"/>
                    <a:pt x="1227" y="2167"/>
                  </a:cubicBezTo>
                  <a:cubicBezTo>
                    <a:pt x="1071" y="2167"/>
                    <a:pt x="900" y="2241"/>
                    <a:pt x="777" y="2496"/>
                  </a:cubicBezTo>
                  <a:cubicBezTo>
                    <a:pt x="777" y="2496"/>
                    <a:pt x="640" y="2422"/>
                    <a:pt x="476" y="2422"/>
                  </a:cubicBezTo>
                  <a:cubicBezTo>
                    <a:pt x="307" y="2422"/>
                    <a:pt x="109" y="2500"/>
                    <a:pt x="0" y="2817"/>
                  </a:cubicBezTo>
                  <a:lnTo>
                    <a:pt x="7396" y="2817"/>
                  </a:lnTo>
                  <a:lnTo>
                    <a:pt x="6201" y="52"/>
                  </a:lnTo>
                  <a:cubicBezTo>
                    <a:pt x="6201" y="52"/>
                    <a:pt x="6021" y="1"/>
                    <a:pt x="5812"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1"/>
            <p:cNvSpPr/>
            <p:nvPr/>
          </p:nvSpPr>
          <p:spPr>
            <a:xfrm>
              <a:off x="7260276" y="4335678"/>
              <a:ext cx="1340367" cy="358989"/>
            </a:xfrm>
            <a:custGeom>
              <a:rect b="b" l="l" r="r" t="t"/>
              <a:pathLst>
                <a:path extrusionOk="0" h="1735" w="4541">
                  <a:moveTo>
                    <a:pt x="3574" y="0"/>
                  </a:moveTo>
                  <a:cubicBezTo>
                    <a:pt x="3369" y="0"/>
                    <a:pt x="3117" y="78"/>
                    <a:pt x="3194" y="485"/>
                  </a:cubicBezTo>
                  <a:cubicBezTo>
                    <a:pt x="3194" y="485"/>
                    <a:pt x="3023" y="392"/>
                    <a:pt x="2863" y="392"/>
                  </a:cubicBezTo>
                  <a:cubicBezTo>
                    <a:pt x="2714" y="392"/>
                    <a:pt x="2575" y="474"/>
                    <a:pt x="2596" y="789"/>
                  </a:cubicBezTo>
                  <a:cubicBezTo>
                    <a:pt x="2596" y="789"/>
                    <a:pt x="2433" y="666"/>
                    <a:pt x="2281" y="666"/>
                  </a:cubicBezTo>
                  <a:cubicBezTo>
                    <a:pt x="2157" y="666"/>
                    <a:pt x="2041" y="747"/>
                    <a:pt x="2025" y="1038"/>
                  </a:cubicBezTo>
                  <a:cubicBezTo>
                    <a:pt x="2025" y="1038"/>
                    <a:pt x="1893" y="936"/>
                    <a:pt x="1758" y="936"/>
                  </a:cubicBezTo>
                  <a:cubicBezTo>
                    <a:pt x="1651" y="936"/>
                    <a:pt x="1542" y="1001"/>
                    <a:pt x="1499" y="1235"/>
                  </a:cubicBezTo>
                  <a:cubicBezTo>
                    <a:pt x="1499" y="1235"/>
                    <a:pt x="1379" y="1142"/>
                    <a:pt x="1254" y="1142"/>
                  </a:cubicBezTo>
                  <a:cubicBezTo>
                    <a:pt x="1152" y="1142"/>
                    <a:pt x="1047" y="1202"/>
                    <a:pt x="999" y="1422"/>
                  </a:cubicBezTo>
                  <a:cubicBezTo>
                    <a:pt x="999" y="1422"/>
                    <a:pt x="885" y="1335"/>
                    <a:pt x="753" y="1335"/>
                  </a:cubicBezTo>
                  <a:cubicBezTo>
                    <a:pt x="657" y="1335"/>
                    <a:pt x="552" y="1381"/>
                    <a:pt x="473" y="1538"/>
                  </a:cubicBezTo>
                  <a:cubicBezTo>
                    <a:pt x="473" y="1538"/>
                    <a:pt x="388" y="1492"/>
                    <a:pt x="287" y="1492"/>
                  </a:cubicBezTo>
                  <a:cubicBezTo>
                    <a:pt x="184" y="1492"/>
                    <a:pt x="63" y="1540"/>
                    <a:pt x="0" y="1734"/>
                  </a:cubicBezTo>
                  <a:lnTo>
                    <a:pt x="4541" y="1734"/>
                  </a:lnTo>
                  <a:lnTo>
                    <a:pt x="3809" y="30"/>
                  </a:lnTo>
                  <a:cubicBezTo>
                    <a:pt x="3809" y="30"/>
                    <a:pt x="3701" y="0"/>
                    <a:pt x="35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3" name="Google Shape;4133;p71"/>
          <p:cNvGrpSpPr/>
          <p:nvPr/>
        </p:nvGrpSpPr>
        <p:grpSpPr>
          <a:xfrm>
            <a:off x="-301731" y="2688291"/>
            <a:ext cx="942613" cy="2225784"/>
            <a:chOff x="1214466" y="2918796"/>
            <a:chExt cx="786428" cy="1856987"/>
          </a:xfrm>
        </p:grpSpPr>
        <p:sp>
          <p:nvSpPr>
            <p:cNvPr id="4134" name="Google Shape;4134;p71"/>
            <p:cNvSpPr/>
            <p:nvPr/>
          </p:nvSpPr>
          <p:spPr>
            <a:xfrm>
              <a:off x="1718262" y="3276741"/>
              <a:ext cx="282632" cy="1052344"/>
            </a:xfrm>
            <a:custGeom>
              <a:rect b="b" l="l" r="r" t="t"/>
              <a:pathLst>
                <a:path extrusionOk="0" h="5086" w="1366">
                  <a:moveTo>
                    <a:pt x="1366" y="1"/>
                  </a:moveTo>
                  <a:lnTo>
                    <a:pt x="1" y="5005"/>
                  </a:lnTo>
                  <a:lnTo>
                    <a:pt x="99" y="5086"/>
                  </a:lnTo>
                  <a:cubicBezTo>
                    <a:pt x="1294" y="2321"/>
                    <a:pt x="1366" y="1"/>
                    <a:pt x="13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1"/>
            <p:cNvSpPr/>
            <p:nvPr/>
          </p:nvSpPr>
          <p:spPr>
            <a:xfrm>
              <a:off x="1696123" y="3276741"/>
              <a:ext cx="304771" cy="1035791"/>
            </a:xfrm>
            <a:custGeom>
              <a:rect b="b" l="l" r="r" t="t"/>
              <a:pathLst>
                <a:path extrusionOk="0" h="5006" w="1473">
                  <a:moveTo>
                    <a:pt x="1473" y="1"/>
                  </a:moveTo>
                  <a:cubicBezTo>
                    <a:pt x="1473" y="1"/>
                    <a:pt x="483" y="1553"/>
                    <a:pt x="1" y="4916"/>
                  </a:cubicBezTo>
                  <a:lnTo>
                    <a:pt x="108" y="5005"/>
                  </a:lnTo>
                  <a:lnTo>
                    <a:pt x="1473"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1"/>
            <p:cNvSpPr/>
            <p:nvPr/>
          </p:nvSpPr>
          <p:spPr>
            <a:xfrm>
              <a:off x="1687020" y="3134598"/>
              <a:ext cx="227182" cy="1069104"/>
            </a:xfrm>
            <a:custGeom>
              <a:rect b="b" l="l" r="r" t="t"/>
              <a:pathLst>
                <a:path extrusionOk="0" h="5167" w="1098">
                  <a:moveTo>
                    <a:pt x="999" y="1"/>
                  </a:moveTo>
                  <a:lnTo>
                    <a:pt x="0" y="5086"/>
                  </a:lnTo>
                  <a:lnTo>
                    <a:pt x="107" y="5166"/>
                  </a:lnTo>
                  <a:cubicBezTo>
                    <a:pt x="1097" y="2321"/>
                    <a:pt x="999" y="1"/>
                    <a:pt x="9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1"/>
            <p:cNvSpPr/>
            <p:nvPr/>
          </p:nvSpPr>
          <p:spPr>
            <a:xfrm>
              <a:off x="1664882" y="3134598"/>
              <a:ext cx="229044" cy="1052344"/>
            </a:xfrm>
            <a:custGeom>
              <a:rect b="b" l="l" r="r" t="t"/>
              <a:pathLst>
                <a:path extrusionOk="0" h="5086" w="1107">
                  <a:moveTo>
                    <a:pt x="1106" y="1"/>
                  </a:moveTo>
                  <a:cubicBezTo>
                    <a:pt x="1106" y="1"/>
                    <a:pt x="232" y="1625"/>
                    <a:pt x="0" y="5014"/>
                  </a:cubicBezTo>
                  <a:lnTo>
                    <a:pt x="107" y="5086"/>
                  </a:lnTo>
                  <a:lnTo>
                    <a:pt x="1106"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1"/>
            <p:cNvSpPr/>
            <p:nvPr/>
          </p:nvSpPr>
          <p:spPr>
            <a:xfrm>
              <a:off x="1648123" y="3007352"/>
              <a:ext cx="171938" cy="1118762"/>
            </a:xfrm>
            <a:custGeom>
              <a:rect b="b" l="l" r="r" t="t"/>
              <a:pathLst>
                <a:path extrusionOk="0" h="5407" w="831">
                  <a:moveTo>
                    <a:pt x="527" y="0"/>
                  </a:moveTo>
                  <a:lnTo>
                    <a:pt x="1" y="5362"/>
                  </a:lnTo>
                  <a:lnTo>
                    <a:pt x="108" y="5406"/>
                  </a:lnTo>
                  <a:cubicBezTo>
                    <a:pt x="830" y="2258"/>
                    <a:pt x="527" y="1"/>
                    <a:pt x="5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1"/>
            <p:cNvSpPr/>
            <p:nvPr/>
          </p:nvSpPr>
          <p:spPr>
            <a:xfrm>
              <a:off x="1609434" y="3007352"/>
              <a:ext cx="147937" cy="1109451"/>
            </a:xfrm>
            <a:custGeom>
              <a:rect b="b" l="l" r="r" t="t"/>
              <a:pathLst>
                <a:path extrusionOk="0" h="5362" w="715">
                  <a:moveTo>
                    <a:pt x="714" y="0"/>
                  </a:moveTo>
                  <a:lnTo>
                    <a:pt x="714" y="0"/>
                  </a:lnTo>
                  <a:cubicBezTo>
                    <a:pt x="714" y="1"/>
                    <a:pt x="1" y="1910"/>
                    <a:pt x="72" y="5326"/>
                  </a:cubicBezTo>
                  <a:lnTo>
                    <a:pt x="188" y="5362"/>
                  </a:lnTo>
                  <a:lnTo>
                    <a:pt x="71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1"/>
            <p:cNvSpPr/>
            <p:nvPr/>
          </p:nvSpPr>
          <p:spPr>
            <a:xfrm>
              <a:off x="1607571" y="2918796"/>
              <a:ext cx="109039" cy="1127866"/>
            </a:xfrm>
            <a:custGeom>
              <a:rect b="b" l="l" r="r" t="t"/>
              <a:pathLst>
                <a:path extrusionOk="0" h="5451" w="527">
                  <a:moveTo>
                    <a:pt x="1" y="0"/>
                  </a:moveTo>
                  <a:lnTo>
                    <a:pt x="1" y="5451"/>
                  </a:lnTo>
                  <a:lnTo>
                    <a:pt x="117" y="5451"/>
                  </a:lnTo>
                  <a:cubicBezTo>
                    <a:pt x="527" y="2114"/>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1"/>
            <p:cNvSpPr/>
            <p:nvPr/>
          </p:nvSpPr>
          <p:spPr>
            <a:xfrm>
              <a:off x="1500605" y="2918796"/>
              <a:ext cx="107177" cy="1127866"/>
            </a:xfrm>
            <a:custGeom>
              <a:rect b="b" l="l" r="r" t="t"/>
              <a:pathLst>
                <a:path extrusionOk="0" h="5451" w="518">
                  <a:moveTo>
                    <a:pt x="518" y="0"/>
                  </a:moveTo>
                  <a:cubicBezTo>
                    <a:pt x="518" y="0"/>
                    <a:pt x="0" y="2114"/>
                    <a:pt x="402" y="5451"/>
                  </a:cubicBezTo>
                  <a:lnTo>
                    <a:pt x="518" y="5451"/>
                  </a:lnTo>
                  <a:lnTo>
                    <a:pt x="51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1"/>
            <p:cNvSpPr/>
            <p:nvPr/>
          </p:nvSpPr>
          <p:spPr>
            <a:xfrm>
              <a:off x="1214466" y="3276741"/>
              <a:ext cx="284494" cy="1052344"/>
            </a:xfrm>
            <a:custGeom>
              <a:rect b="b" l="l" r="r" t="t"/>
              <a:pathLst>
                <a:path extrusionOk="0" h="5086" w="1375">
                  <a:moveTo>
                    <a:pt x="0" y="1"/>
                  </a:moveTo>
                  <a:cubicBezTo>
                    <a:pt x="0" y="1"/>
                    <a:pt x="72" y="2321"/>
                    <a:pt x="1276" y="5086"/>
                  </a:cubicBezTo>
                  <a:lnTo>
                    <a:pt x="1374" y="5005"/>
                  </a:lnTo>
                  <a:lnTo>
                    <a:pt x="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1"/>
            <p:cNvSpPr/>
            <p:nvPr/>
          </p:nvSpPr>
          <p:spPr>
            <a:xfrm>
              <a:off x="1214466" y="3276741"/>
              <a:ext cx="304771" cy="1035791"/>
            </a:xfrm>
            <a:custGeom>
              <a:rect b="b" l="l" r="r" t="t"/>
              <a:pathLst>
                <a:path extrusionOk="0" h="5006" w="1473">
                  <a:moveTo>
                    <a:pt x="0" y="1"/>
                  </a:moveTo>
                  <a:lnTo>
                    <a:pt x="1374" y="5005"/>
                  </a:lnTo>
                  <a:lnTo>
                    <a:pt x="1472" y="4916"/>
                  </a:lnTo>
                  <a:cubicBezTo>
                    <a:pt x="1000" y="1553"/>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1"/>
            <p:cNvSpPr/>
            <p:nvPr/>
          </p:nvSpPr>
          <p:spPr>
            <a:xfrm>
              <a:off x="1301156" y="3134598"/>
              <a:ext cx="229044" cy="1069104"/>
            </a:xfrm>
            <a:custGeom>
              <a:rect b="b" l="l" r="r" t="t"/>
              <a:pathLst>
                <a:path extrusionOk="0" h="5167" w="1107">
                  <a:moveTo>
                    <a:pt x="108" y="1"/>
                  </a:moveTo>
                  <a:cubicBezTo>
                    <a:pt x="108" y="1"/>
                    <a:pt x="1" y="2321"/>
                    <a:pt x="1000" y="5166"/>
                  </a:cubicBezTo>
                  <a:lnTo>
                    <a:pt x="1107" y="5086"/>
                  </a:lnTo>
                  <a:lnTo>
                    <a:pt x="10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1"/>
            <p:cNvSpPr/>
            <p:nvPr/>
          </p:nvSpPr>
          <p:spPr>
            <a:xfrm>
              <a:off x="1323294" y="3134598"/>
              <a:ext cx="229044" cy="1052344"/>
            </a:xfrm>
            <a:custGeom>
              <a:rect b="b" l="l" r="r" t="t"/>
              <a:pathLst>
                <a:path extrusionOk="0" h="5086" w="1107">
                  <a:moveTo>
                    <a:pt x="1" y="1"/>
                  </a:moveTo>
                  <a:lnTo>
                    <a:pt x="1000" y="5086"/>
                  </a:lnTo>
                  <a:lnTo>
                    <a:pt x="1107" y="5014"/>
                  </a:lnTo>
                  <a:cubicBezTo>
                    <a:pt x="875" y="1625"/>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1"/>
            <p:cNvSpPr/>
            <p:nvPr/>
          </p:nvSpPr>
          <p:spPr>
            <a:xfrm>
              <a:off x="1395295" y="3007352"/>
              <a:ext cx="173800" cy="1118762"/>
            </a:xfrm>
            <a:custGeom>
              <a:rect b="b" l="l" r="r" t="t"/>
              <a:pathLst>
                <a:path extrusionOk="0" h="5407" w="840">
                  <a:moveTo>
                    <a:pt x="313" y="0"/>
                  </a:moveTo>
                  <a:cubicBezTo>
                    <a:pt x="313" y="1"/>
                    <a:pt x="1" y="2258"/>
                    <a:pt x="723" y="5406"/>
                  </a:cubicBezTo>
                  <a:lnTo>
                    <a:pt x="839" y="5362"/>
                  </a:lnTo>
                  <a:lnTo>
                    <a:pt x="313"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1"/>
            <p:cNvSpPr/>
            <p:nvPr/>
          </p:nvSpPr>
          <p:spPr>
            <a:xfrm>
              <a:off x="1459847" y="3007352"/>
              <a:ext cx="147937" cy="1109451"/>
            </a:xfrm>
            <a:custGeom>
              <a:rect b="b" l="l" r="r" t="t"/>
              <a:pathLst>
                <a:path extrusionOk="0" h="5362" w="715">
                  <a:moveTo>
                    <a:pt x="1" y="0"/>
                  </a:moveTo>
                  <a:lnTo>
                    <a:pt x="527" y="5362"/>
                  </a:lnTo>
                  <a:lnTo>
                    <a:pt x="634" y="5326"/>
                  </a:lnTo>
                  <a:cubicBezTo>
                    <a:pt x="715" y="1910"/>
                    <a:pt x="1" y="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1"/>
            <p:cNvSpPr/>
            <p:nvPr/>
          </p:nvSpPr>
          <p:spPr>
            <a:xfrm>
              <a:off x="1268053" y="3994907"/>
              <a:ext cx="681131" cy="86902"/>
            </a:xfrm>
            <a:custGeom>
              <a:rect b="b" l="l" r="r" t="t"/>
              <a:pathLst>
                <a:path extrusionOk="0" h="420" w="3292">
                  <a:moveTo>
                    <a:pt x="0" y="0"/>
                  </a:moveTo>
                  <a:lnTo>
                    <a:pt x="0" y="419"/>
                  </a:lnTo>
                  <a:lnTo>
                    <a:pt x="3292" y="419"/>
                  </a:lnTo>
                  <a:lnTo>
                    <a:pt x="3292"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1"/>
            <p:cNvSpPr/>
            <p:nvPr/>
          </p:nvSpPr>
          <p:spPr>
            <a:xfrm>
              <a:off x="1308605" y="4081600"/>
              <a:ext cx="598162" cy="694183"/>
            </a:xfrm>
            <a:custGeom>
              <a:rect b="b" l="l" r="r" t="t"/>
              <a:pathLst>
                <a:path extrusionOk="0" h="3355" w="2891">
                  <a:moveTo>
                    <a:pt x="0" y="0"/>
                  </a:moveTo>
                  <a:lnTo>
                    <a:pt x="250" y="3355"/>
                  </a:lnTo>
                  <a:lnTo>
                    <a:pt x="2650" y="3355"/>
                  </a:lnTo>
                  <a:lnTo>
                    <a:pt x="289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1"/>
            <p:cNvSpPr/>
            <p:nvPr/>
          </p:nvSpPr>
          <p:spPr>
            <a:xfrm>
              <a:off x="1308605" y="4081600"/>
              <a:ext cx="598162" cy="51934"/>
            </a:xfrm>
            <a:custGeom>
              <a:rect b="b" l="l" r="r" t="t"/>
              <a:pathLst>
                <a:path extrusionOk="0" h="251" w="2891">
                  <a:moveTo>
                    <a:pt x="0" y="0"/>
                  </a:moveTo>
                  <a:lnTo>
                    <a:pt x="18" y="250"/>
                  </a:lnTo>
                  <a:lnTo>
                    <a:pt x="2873" y="250"/>
                  </a:lnTo>
                  <a:lnTo>
                    <a:pt x="289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51" name="Google Shape;4151;p71"/>
          <p:cNvSpPr/>
          <p:nvPr/>
        </p:nvSpPr>
        <p:spPr>
          <a:xfrm>
            <a:off x="3335900" y="4668671"/>
            <a:ext cx="638923" cy="98075"/>
          </a:xfrm>
          <a:custGeom>
            <a:rect b="b" l="l" r="r" t="t"/>
            <a:pathLst>
              <a:path extrusionOk="0" h="474" w="3088">
                <a:moveTo>
                  <a:pt x="1544" y="1"/>
                </a:moveTo>
                <a:cubicBezTo>
                  <a:pt x="688" y="1"/>
                  <a:pt x="1" y="108"/>
                  <a:pt x="1" y="233"/>
                </a:cubicBezTo>
                <a:cubicBezTo>
                  <a:pt x="1" y="366"/>
                  <a:pt x="688" y="474"/>
                  <a:pt x="1544" y="474"/>
                </a:cubicBezTo>
                <a:cubicBezTo>
                  <a:pt x="2400" y="474"/>
                  <a:pt x="3087" y="366"/>
                  <a:pt x="3087" y="233"/>
                </a:cubicBezTo>
                <a:cubicBezTo>
                  <a:pt x="3087" y="108"/>
                  <a:pt x="2400" y="1"/>
                  <a:pt x="1544" y="1"/>
                </a:cubicBez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2" name="Google Shape;4152;p71"/>
          <p:cNvGrpSpPr/>
          <p:nvPr/>
        </p:nvGrpSpPr>
        <p:grpSpPr>
          <a:xfrm>
            <a:off x="3281612" y="2848135"/>
            <a:ext cx="769416" cy="1873929"/>
            <a:chOff x="3455165" y="2902037"/>
            <a:chExt cx="635198" cy="1547039"/>
          </a:xfrm>
        </p:grpSpPr>
        <p:sp>
          <p:nvSpPr>
            <p:cNvPr id="4153" name="Google Shape;4153;p71"/>
            <p:cNvSpPr/>
            <p:nvPr/>
          </p:nvSpPr>
          <p:spPr>
            <a:xfrm>
              <a:off x="3477303" y="2902037"/>
              <a:ext cx="590921" cy="956338"/>
            </a:xfrm>
            <a:custGeom>
              <a:rect b="b" l="l" r="r" t="t"/>
              <a:pathLst>
                <a:path extrusionOk="0" h="4622" w="2856">
                  <a:moveTo>
                    <a:pt x="1428" y="1"/>
                  </a:moveTo>
                  <a:cubicBezTo>
                    <a:pt x="1428" y="1"/>
                    <a:pt x="1330" y="90"/>
                    <a:pt x="1339" y="144"/>
                  </a:cubicBezTo>
                  <a:cubicBezTo>
                    <a:pt x="1348" y="206"/>
                    <a:pt x="1383" y="277"/>
                    <a:pt x="1330" y="295"/>
                  </a:cubicBezTo>
                  <a:cubicBezTo>
                    <a:pt x="1285" y="304"/>
                    <a:pt x="1285" y="331"/>
                    <a:pt x="1214" y="358"/>
                  </a:cubicBezTo>
                  <a:cubicBezTo>
                    <a:pt x="1143" y="376"/>
                    <a:pt x="1214" y="456"/>
                    <a:pt x="1214" y="509"/>
                  </a:cubicBezTo>
                  <a:cubicBezTo>
                    <a:pt x="1214" y="563"/>
                    <a:pt x="1107" y="857"/>
                    <a:pt x="1107" y="857"/>
                  </a:cubicBezTo>
                  <a:lnTo>
                    <a:pt x="1027" y="973"/>
                  </a:lnTo>
                  <a:cubicBezTo>
                    <a:pt x="1027" y="973"/>
                    <a:pt x="812" y="1152"/>
                    <a:pt x="812" y="1232"/>
                  </a:cubicBezTo>
                  <a:cubicBezTo>
                    <a:pt x="812" y="1312"/>
                    <a:pt x="830" y="1312"/>
                    <a:pt x="857" y="1410"/>
                  </a:cubicBezTo>
                  <a:cubicBezTo>
                    <a:pt x="884" y="1517"/>
                    <a:pt x="848" y="1491"/>
                    <a:pt x="812" y="1553"/>
                  </a:cubicBezTo>
                  <a:cubicBezTo>
                    <a:pt x="777" y="1616"/>
                    <a:pt x="465" y="1767"/>
                    <a:pt x="465" y="1767"/>
                  </a:cubicBezTo>
                  <a:cubicBezTo>
                    <a:pt x="465" y="1767"/>
                    <a:pt x="366" y="1856"/>
                    <a:pt x="366" y="1883"/>
                  </a:cubicBezTo>
                  <a:cubicBezTo>
                    <a:pt x="366" y="1910"/>
                    <a:pt x="465" y="2106"/>
                    <a:pt x="465" y="2106"/>
                  </a:cubicBezTo>
                  <a:lnTo>
                    <a:pt x="491" y="2222"/>
                  </a:lnTo>
                  <a:lnTo>
                    <a:pt x="366" y="2347"/>
                  </a:lnTo>
                  <a:cubicBezTo>
                    <a:pt x="366" y="2347"/>
                    <a:pt x="313" y="2410"/>
                    <a:pt x="313" y="2454"/>
                  </a:cubicBezTo>
                  <a:cubicBezTo>
                    <a:pt x="322" y="2499"/>
                    <a:pt x="313" y="2454"/>
                    <a:pt x="420" y="2659"/>
                  </a:cubicBezTo>
                  <a:cubicBezTo>
                    <a:pt x="483" y="2786"/>
                    <a:pt x="465" y="2809"/>
                    <a:pt x="444" y="2809"/>
                  </a:cubicBezTo>
                  <a:cubicBezTo>
                    <a:pt x="432" y="2809"/>
                    <a:pt x="420" y="2802"/>
                    <a:pt x="420" y="2802"/>
                  </a:cubicBezTo>
                  <a:lnTo>
                    <a:pt x="90" y="2963"/>
                  </a:lnTo>
                  <a:cubicBezTo>
                    <a:pt x="90" y="2963"/>
                    <a:pt x="126" y="3016"/>
                    <a:pt x="126" y="3034"/>
                  </a:cubicBezTo>
                  <a:cubicBezTo>
                    <a:pt x="134" y="3052"/>
                    <a:pt x="188" y="3114"/>
                    <a:pt x="250" y="3177"/>
                  </a:cubicBezTo>
                  <a:cubicBezTo>
                    <a:pt x="304" y="3239"/>
                    <a:pt x="152" y="3328"/>
                    <a:pt x="152" y="3328"/>
                  </a:cubicBezTo>
                  <a:lnTo>
                    <a:pt x="1" y="3605"/>
                  </a:lnTo>
                  <a:lnTo>
                    <a:pt x="90" y="3783"/>
                  </a:lnTo>
                  <a:lnTo>
                    <a:pt x="215" y="3953"/>
                  </a:lnTo>
                  <a:cubicBezTo>
                    <a:pt x="215" y="3953"/>
                    <a:pt x="188" y="3989"/>
                    <a:pt x="188" y="4042"/>
                  </a:cubicBezTo>
                  <a:cubicBezTo>
                    <a:pt x="188" y="4105"/>
                    <a:pt x="250" y="4399"/>
                    <a:pt x="250" y="4399"/>
                  </a:cubicBezTo>
                  <a:lnTo>
                    <a:pt x="366" y="4622"/>
                  </a:lnTo>
                  <a:lnTo>
                    <a:pt x="1428" y="4595"/>
                  </a:lnTo>
                  <a:lnTo>
                    <a:pt x="2490" y="4622"/>
                  </a:lnTo>
                  <a:lnTo>
                    <a:pt x="2606" y="4399"/>
                  </a:lnTo>
                  <a:cubicBezTo>
                    <a:pt x="2606" y="4399"/>
                    <a:pt x="2668" y="4105"/>
                    <a:pt x="2668" y="4042"/>
                  </a:cubicBezTo>
                  <a:cubicBezTo>
                    <a:pt x="2668" y="3989"/>
                    <a:pt x="2641" y="3953"/>
                    <a:pt x="2641" y="3953"/>
                  </a:cubicBezTo>
                  <a:lnTo>
                    <a:pt x="2766" y="3783"/>
                  </a:lnTo>
                  <a:lnTo>
                    <a:pt x="2855" y="3605"/>
                  </a:lnTo>
                  <a:lnTo>
                    <a:pt x="2704" y="3328"/>
                  </a:lnTo>
                  <a:cubicBezTo>
                    <a:pt x="2704" y="3328"/>
                    <a:pt x="2552" y="3239"/>
                    <a:pt x="2606" y="3177"/>
                  </a:cubicBezTo>
                  <a:cubicBezTo>
                    <a:pt x="2668" y="3114"/>
                    <a:pt x="2722" y="3052"/>
                    <a:pt x="2730" y="3034"/>
                  </a:cubicBezTo>
                  <a:cubicBezTo>
                    <a:pt x="2730" y="3016"/>
                    <a:pt x="2766" y="2963"/>
                    <a:pt x="2766" y="2963"/>
                  </a:cubicBezTo>
                  <a:lnTo>
                    <a:pt x="2436" y="2802"/>
                  </a:lnTo>
                  <a:cubicBezTo>
                    <a:pt x="2436" y="2802"/>
                    <a:pt x="2424" y="2809"/>
                    <a:pt x="2412" y="2809"/>
                  </a:cubicBezTo>
                  <a:cubicBezTo>
                    <a:pt x="2391" y="2809"/>
                    <a:pt x="2373" y="2786"/>
                    <a:pt x="2436" y="2659"/>
                  </a:cubicBezTo>
                  <a:cubicBezTo>
                    <a:pt x="2543" y="2454"/>
                    <a:pt x="2534" y="2499"/>
                    <a:pt x="2543" y="2454"/>
                  </a:cubicBezTo>
                  <a:cubicBezTo>
                    <a:pt x="2543" y="2410"/>
                    <a:pt x="2490" y="2347"/>
                    <a:pt x="2490" y="2347"/>
                  </a:cubicBezTo>
                  <a:lnTo>
                    <a:pt x="2365" y="2222"/>
                  </a:lnTo>
                  <a:lnTo>
                    <a:pt x="2391" y="2106"/>
                  </a:lnTo>
                  <a:cubicBezTo>
                    <a:pt x="2391" y="2106"/>
                    <a:pt x="2490" y="1910"/>
                    <a:pt x="2490" y="1883"/>
                  </a:cubicBezTo>
                  <a:cubicBezTo>
                    <a:pt x="2490" y="1856"/>
                    <a:pt x="2391" y="1767"/>
                    <a:pt x="2391" y="1767"/>
                  </a:cubicBezTo>
                  <a:cubicBezTo>
                    <a:pt x="2391" y="1767"/>
                    <a:pt x="2079" y="1616"/>
                    <a:pt x="2044" y="1553"/>
                  </a:cubicBezTo>
                  <a:cubicBezTo>
                    <a:pt x="2008" y="1491"/>
                    <a:pt x="1972" y="1517"/>
                    <a:pt x="1999" y="1410"/>
                  </a:cubicBezTo>
                  <a:cubicBezTo>
                    <a:pt x="2026" y="1312"/>
                    <a:pt x="2044" y="1312"/>
                    <a:pt x="2044" y="1232"/>
                  </a:cubicBezTo>
                  <a:cubicBezTo>
                    <a:pt x="2044" y="1152"/>
                    <a:pt x="1829" y="973"/>
                    <a:pt x="1829" y="973"/>
                  </a:cubicBezTo>
                  <a:lnTo>
                    <a:pt x="1749" y="857"/>
                  </a:lnTo>
                  <a:cubicBezTo>
                    <a:pt x="1749" y="857"/>
                    <a:pt x="1642" y="563"/>
                    <a:pt x="1642" y="509"/>
                  </a:cubicBezTo>
                  <a:cubicBezTo>
                    <a:pt x="1642" y="456"/>
                    <a:pt x="1713" y="376"/>
                    <a:pt x="1642" y="358"/>
                  </a:cubicBezTo>
                  <a:cubicBezTo>
                    <a:pt x="1571" y="331"/>
                    <a:pt x="1571" y="304"/>
                    <a:pt x="1526" y="295"/>
                  </a:cubicBezTo>
                  <a:cubicBezTo>
                    <a:pt x="1473" y="277"/>
                    <a:pt x="1508" y="206"/>
                    <a:pt x="1517" y="144"/>
                  </a:cubicBezTo>
                  <a:cubicBezTo>
                    <a:pt x="1526" y="90"/>
                    <a:pt x="1428" y="1"/>
                    <a:pt x="142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1"/>
            <p:cNvSpPr/>
            <p:nvPr/>
          </p:nvSpPr>
          <p:spPr>
            <a:xfrm>
              <a:off x="3584476" y="3249016"/>
              <a:ext cx="376567" cy="609350"/>
            </a:xfrm>
            <a:custGeom>
              <a:rect b="b" l="l" r="r" t="t"/>
              <a:pathLst>
                <a:path extrusionOk="0" h="2945" w="1820">
                  <a:moveTo>
                    <a:pt x="910" y="1"/>
                  </a:moveTo>
                  <a:cubicBezTo>
                    <a:pt x="910" y="1"/>
                    <a:pt x="848" y="63"/>
                    <a:pt x="856" y="99"/>
                  </a:cubicBezTo>
                  <a:cubicBezTo>
                    <a:pt x="856" y="135"/>
                    <a:pt x="883" y="179"/>
                    <a:pt x="848" y="188"/>
                  </a:cubicBezTo>
                  <a:cubicBezTo>
                    <a:pt x="821" y="197"/>
                    <a:pt x="821" y="215"/>
                    <a:pt x="776" y="233"/>
                  </a:cubicBezTo>
                  <a:cubicBezTo>
                    <a:pt x="732" y="242"/>
                    <a:pt x="776" y="286"/>
                    <a:pt x="776" y="322"/>
                  </a:cubicBezTo>
                  <a:cubicBezTo>
                    <a:pt x="776" y="358"/>
                    <a:pt x="705" y="545"/>
                    <a:pt x="705" y="545"/>
                  </a:cubicBezTo>
                  <a:lnTo>
                    <a:pt x="651" y="625"/>
                  </a:lnTo>
                  <a:cubicBezTo>
                    <a:pt x="651" y="625"/>
                    <a:pt x="517" y="741"/>
                    <a:pt x="517" y="786"/>
                  </a:cubicBezTo>
                  <a:cubicBezTo>
                    <a:pt x="517" y="840"/>
                    <a:pt x="526" y="840"/>
                    <a:pt x="544" y="902"/>
                  </a:cubicBezTo>
                  <a:cubicBezTo>
                    <a:pt x="562" y="964"/>
                    <a:pt x="544" y="947"/>
                    <a:pt x="517" y="991"/>
                  </a:cubicBezTo>
                  <a:cubicBezTo>
                    <a:pt x="500" y="1027"/>
                    <a:pt x="294" y="1125"/>
                    <a:pt x="294" y="1125"/>
                  </a:cubicBezTo>
                  <a:cubicBezTo>
                    <a:pt x="294" y="1125"/>
                    <a:pt x="241" y="1179"/>
                    <a:pt x="241" y="1196"/>
                  </a:cubicBezTo>
                  <a:cubicBezTo>
                    <a:pt x="241" y="1214"/>
                    <a:pt x="294" y="1348"/>
                    <a:pt x="294" y="1348"/>
                  </a:cubicBezTo>
                  <a:lnTo>
                    <a:pt x="312" y="1419"/>
                  </a:lnTo>
                  <a:lnTo>
                    <a:pt x="232" y="1491"/>
                  </a:lnTo>
                  <a:cubicBezTo>
                    <a:pt x="232" y="1491"/>
                    <a:pt x="196" y="1535"/>
                    <a:pt x="205" y="1562"/>
                  </a:cubicBezTo>
                  <a:cubicBezTo>
                    <a:pt x="205" y="1598"/>
                    <a:pt x="205" y="1562"/>
                    <a:pt x="268" y="1696"/>
                  </a:cubicBezTo>
                  <a:cubicBezTo>
                    <a:pt x="307" y="1775"/>
                    <a:pt x="297" y="1790"/>
                    <a:pt x="283" y="1790"/>
                  </a:cubicBezTo>
                  <a:cubicBezTo>
                    <a:pt x="276" y="1790"/>
                    <a:pt x="268" y="1785"/>
                    <a:pt x="268" y="1785"/>
                  </a:cubicBezTo>
                  <a:lnTo>
                    <a:pt x="62" y="1883"/>
                  </a:lnTo>
                  <a:cubicBezTo>
                    <a:pt x="62" y="1883"/>
                    <a:pt x="80" y="1919"/>
                    <a:pt x="80" y="1937"/>
                  </a:cubicBezTo>
                  <a:cubicBezTo>
                    <a:pt x="89" y="1946"/>
                    <a:pt x="116" y="1990"/>
                    <a:pt x="161" y="2026"/>
                  </a:cubicBezTo>
                  <a:cubicBezTo>
                    <a:pt x="196" y="2071"/>
                    <a:pt x="98" y="2124"/>
                    <a:pt x="98" y="2124"/>
                  </a:cubicBezTo>
                  <a:lnTo>
                    <a:pt x="0" y="2303"/>
                  </a:lnTo>
                  <a:lnTo>
                    <a:pt x="62" y="2410"/>
                  </a:lnTo>
                  <a:lnTo>
                    <a:pt x="134" y="2517"/>
                  </a:lnTo>
                  <a:cubicBezTo>
                    <a:pt x="134" y="2517"/>
                    <a:pt x="116" y="2543"/>
                    <a:pt x="116" y="2579"/>
                  </a:cubicBezTo>
                  <a:cubicBezTo>
                    <a:pt x="116" y="2615"/>
                    <a:pt x="161" y="2802"/>
                    <a:pt x="161" y="2802"/>
                  </a:cubicBezTo>
                  <a:lnTo>
                    <a:pt x="232" y="2945"/>
                  </a:lnTo>
                  <a:lnTo>
                    <a:pt x="910" y="2927"/>
                  </a:lnTo>
                  <a:lnTo>
                    <a:pt x="1588" y="2945"/>
                  </a:lnTo>
                  <a:lnTo>
                    <a:pt x="1659" y="2802"/>
                  </a:lnTo>
                  <a:cubicBezTo>
                    <a:pt x="1659" y="2802"/>
                    <a:pt x="1704" y="2615"/>
                    <a:pt x="1704" y="2579"/>
                  </a:cubicBezTo>
                  <a:cubicBezTo>
                    <a:pt x="1704" y="2543"/>
                    <a:pt x="1686" y="2517"/>
                    <a:pt x="1686" y="2517"/>
                  </a:cubicBezTo>
                  <a:lnTo>
                    <a:pt x="1757" y="2410"/>
                  </a:lnTo>
                  <a:lnTo>
                    <a:pt x="1820" y="2303"/>
                  </a:lnTo>
                  <a:lnTo>
                    <a:pt x="1722" y="2124"/>
                  </a:lnTo>
                  <a:cubicBezTo>
                    <a:pt x="1722" y="2124"/>
                    <a:pt x="1624" y="2071"/>
                    <a:pt x="1659" y="2026"/>
                  </a:cubicBezTo>
                  <a:cubicBezTo>
                    <a:pt x="1704" y="1990"/>
                    <a:pt x="1731" y="1946"/>
                    <a:pt x="1740" y="1937"/>
                  </a:cubicBezTo>
                  <a:cubicBezTo>
                    <a:pt x="1740" y="1919"/>
                    <a:pt x="1757" y="1883"/>
                    <a:pt x="1757" y="1883"/>
                  </a:cubicBezTo>
                  <a:lnTo>
                    <a:pt x="1552" y="1785"/>
                  </a:lnTo>
                  <a:cubicBezTo>
                    <a:pt x="1552" y="1785"/>
                    <a:pt x="1544" y="1790"/>
                    <a:pt x="1537" y="1790"/>
                  </a:cubicBezTo>
                  <a:cubicBezTo>
                    <a:pt x="1523" y="1790"/>
                    <a:pt x="1513" y="1775"/>
                    <a:pt x="1552" y="1696"/>
                  </a:cubicBezTo>
                  <a:cubicBezTo>
                    <a:pt x="1615" y="1562"/>
                    <a:pt x="1615" y="1598"/>
                    <a:pt x="1615" y="1562"/>
                  </a:cubicBezTo>
                  <a:cubicBezTo>
                    <a:pt x="1624" y="1535"/>
                    <a:pt x="1588" y="1491"/>
                    <a:pt x="1588" y="1491"/>
                  </a:cubicBezTo>
                  <a:lnTo>
                    <a:pt x="1508" y="1419"/>
                  </a:lnTo>
                  <a:lnTo>
                    <a:pt x="1526" y="1348"/>
                  </a:lnTo>
                  <a:cubicBezTo>
                    <a:pt x="1526" y="1348"/>
                    <a:pt x="1579" y="1214"/>
                    <a:pt x="1579" y="1196"/>
                  </a:cubicBezTo>
                  <a:cubicBezTo>
                    <a:pt x="1579" y="1179"/>
                    <a:pt x="1526" y="1125"/>
                    <a:pt x="1526" y="1125"/>
                  </a:cubicBezTo>
                  <a:cubicBezTo>
                    <a:pt x="1526" y="1125"/>
                    <a:pt x="1320" y="1027"/>
                    <a:pt x="1303" y="991"/>
                  </a:cubicBezTo>
                  <a:cubicBezTo>
                    <a:pt x="1276" y="947"/>
                    <a:pt x="1258" y="964"/>
                    <a:pt x="1276" y="902"/>
                  </a:cubicBezTo>
                  <a:cubicBezTo>
                    <a:pt x="1294" y="840"/>
                    <a:pt x="1303" y="840"/>
                    <a:pt x="1303" y="786"/>
                  </a:cubicBezTo>
                  <a:cubicBezTo>
                    <a:pt x="1303" y="741"/>
                    <a:pt x="1169" y="625"/>
                    <a:pt x="1169" y="625"/>
                  </a:cubicBezTo>
                  <a:lnTo>
                    <a:pt x="1115" y="545"/>
                  </a:lnTo>
                  <a:cubicBezTo>
                    <a:pt x="1115" y="545"/>
                    <a:pt x="1044" y="358"/>
                    <a:pt x="1044" y="322"/>
                  </a:cubicBezTo>
                  <a:cubicBezTo>
                    <a:pt x="1044" y="286"/>
                    <a:pt x="1088" y="242"/>
                    <a:pt x="1044" y="233"/>
                  </a:cubicBezTo>
                  <a:cubicBezTo>
                    <a:pt x="999" y="215"/>
                    <a:pt x="999" y="197"/>
                    <a:pt x="972" y="188"/>
                  </a:cubicBezTo>
                  <a:cubicBezTo>
                    <a:pt x="937" y="179"/>
                    <a:pt x="964" y="135"/>
                    <a:pt x="964" y="99"/>
                  </a:cubicBezTo>
                  <a:cubicBezTo>
                    <a:pt x="972" y="63"/>
                    <a:pt x="91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1"/>
            <p:cNvSpPr/>
            <p:nvPr/>
          </p:nvSpPr>
          <p:spPr>
            <a:xfrm>
              <a:off x="3468200" y="3647721"/>
              <a:ext cx="234423" cy="129733"/>
            </a:xfrm>
            <a:custGeom>
              <a:rect b="b" l="l" r="r" t="t"/>
              <a:pathLst>
                <a:path extrusionOk="0" h="627" w="1133">
                  <a:moveTo>
                    <a:pt x="800" y="503"/>
                  </a:moveTo>
                  <a:lnTo>
                    <a:pt x="785" y="518"/>
                  </a:lnTo>
                  <a:cubicBezTo>
                    <a:pt x="785" y="518"/>
                    <a:pt x="808" y="505"/>
                    <a:pt x="800" y="503"/>
                  </a:cubicBezTo>
                  <a:close/>
                  <a:moveTo>
                    <a:pt x="696" y="1"/>
                  </a:moveTo>
                  <a:cubicBezTo>
                    <a:pt x="624" y="1"/>
                    <a:pt x="277" y="117"/>
                    <a:pt x="170" y="117"/>
                  </a:cubicBezTo>
                  <a:cubicBezTo>
                    <a:pt x="54" y="117"/>
                    <a:pt x="0" y="224"/>
                    <a:pt x="0" y="224"/>
                  </a:cubicBezTo>
                  <a:lnTo>
                    <a:pt x="0" y="349"/>
                  </a:lnTo>
                  <a:lnTo>
                    <a:pt x="71" y="518"/>
                  </a:lnTo>
                  <a:lnTo>
                    <a:pt x="205" y="518"/>
                  </a:lnTo>
                  <a:lnTo>
                    <a:pt x="294" y="590"/>
                  </a:lnTo>
                  <a:cubicBezTo>
                    <a:pt x="294" y="590"/>
                    <a:pt x="390" y="627"/>
                    <a:pt x="448" y="627"/>
                  </a:cubicBezTo>
                  <a:cubicBezTo>
                    <a:pt x="454" y="627"/>
                    <a:pt x="459" y="626"/>
                    <a:pt x="464" y="625"/>
                  </a:cubicBezTo>
                  <a:cubicBezTo>
                    <a:pt x="517" y="616"/>
                    <a:pt x="491" y="616"/>
                    <a:pt x="509" y="599"/>
                  </a:cubicBezTo>
                  <a:cubicBezTo>
                    <a:pt x="535" y="581"/>
                    <a:pt x="616" y="545"/>
                    <a:pt x="732" y="518"/>
                  </a:cubicBezTo>
                  <a:cubicBezTo>
                    <a:pt x="770" y="506"/>
                    <a:pt x="789" y="502"/>
                    <a:pt x="797" y="502"/>
                  </a:cubicBezTo>
                  <a:cubicBezTo>
                    <a:pt x="799" y="502"/>
                    <a:pt x="800" y="503"/>
                    <a:pt x="800" y="503"/>
                  </a:cubicBezTo>
                  <a:lnTo>
                    <a:pt x="800" y="503"/>
                  </a:lnTo>
                  <a:lnTo>
                    <a:pt x="865" y="438"/>
                  </a:lnTo>
                  <a:cubicBezTo>
                    <a:pt x="865" y="438"/>
                    <a:pt x="869" y="439"/>
                    <a:pt x="875" y="439"/>
                  </a:cubicBezTo>
                  <a:cubicBezTo>
                    <a:pt x="891" y="439"/>
                    <a:pt x="923" y="434"/>
                    <a:pt x="955" y="402"/>
                  </a:cubicBezTo>
                  <a:cubicBezTo>
                    <a:pt x="999" y="367"/>
                    <a:pt x="955" y="313"/>
                    <a:pt x="955" y="313"/>
                  </a:cubicBezTo>
                  <a:cubicBezTo>
                    <a:pt x="955" y="313"/>
                    <a:pt x="981" y="313"/>
                    <a:pt x="1053" y="269"/>
                  </a:cubicBezTo>
                  <a:cubicBezTo>
                    <a:pt x="1133" y="233"/>
                    <a:pt x="1106" y="215"/>
                    <a:pt x="1106" y="215"/>
                  </a:cubicBezTo>
                  <a:lnTo>
                    <a:pt x="1106" y="170"/>
                  </a:lnTo>
                  <a:lnTo>
                    <a:pt x="1053" y="126"/>
                  </a:lnTo>
                  <a:cubicBezTo>
                    <a:pt x="1053" y="126"/>
                    <a:pt x="767" y="1"/>
                    <a:pt x="696"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1"/>
            <p:cNvSpPr/>
            <p:nvPr/>
          </p:nvSpPr>
          <p:spPr>
            <a:xfrm>
              <a:off x="3800270" y="3535165"/>
              <a:ext cx="206284" cy="138837"/>
            </a:xfrm>
            <a:custGeom>
              <a:rect b="b" l="l" r="r" t="t"/>
              <a:pathLst>
                <a:path extrusionOk="0" h="671" w="997">
                  <a:moveTo>
                    <a:pt x="643" y="1"/>
                  </a:moveTo>
                  <a:lnTo>
                    <a:pt x="411" y="152"/>
                  </a:lnTo>
                  <a:cubicBezTo>
                    <a:pt x="411" y="152"/>
                    <a:pt x="277" y="206"/>
                    <a:pt x="161" y="206"/>
                  </a:cubicBezTo>
                  <a:cubicBezTo>
                    <a:pt x="150" y="205"/>
                    <a:pt x="140" y="205"/>
                    <a:pt x="130" y="205"/>
                  </a:cubicBezTo>
                  <a:cubicBezTo>
                    <a:pt x="49" y="205"/>
                    <a:pt x="25" y="236"/>
                    <a:pt x="1" y="268"/>
                  </a:cubicBezTo>
                  <a:lnTo>
                    <a:pt x="1" y="465"/>
                  </a:lnTo>
                  <a:lnTo>
                    <a:pt x="197" y="545"/>
                  </a:lnTo>
                  <a:lnTo>
                    <a:pt x="340" y="652"/>
                  </a:lnTo>
                  <a:cubicBezTo>
                    <a:pt x="340" y="652"/>
                    <a:pt x="453" y="671"/>
                    <a:pt x="525" y="671"/>
                  </a:cubicBezTo>
                  <a:cubicBezTo>
                    <a:pt x="552" y="671"/>
                    <a:pt x="573" y="668"/>
                    <a:pt x="581" y="661"/>
                  </a:cubicBezTo>
                  <a:cubicBezTo>
                    <a:pt x="599" y="643"/>
                    <a:pt x="670" y="482"/>
                    <a:pt x="670" y="482"/>
                  </a:cubicBezTo>
                  <a:cubicBezTo>
                    <a:pt x="670" y="482"/>
                    <a:pt x="741" y="420"/>
                    <a:pt x="902" y="268"/>
                  </a:cubicBezTo>
                  <a:cubicBezTo>
                    <a:pt x="987" y="178"/>
                    <a:pt x="996" y="158"/>
                    <a:pt x="988" y="158"/>
                  </a:cubicBezTo>
                  <a:cubicBezTo>
                    <a:pt x="981" y="158"/>
                    <a:pt x="964" y="170"/>
                    <a:pt x="964" y="170"/>
                  </a:cubicBezTo>
                  <a:lnTo>
                    <a:pt x="902" y="54"/>
                  </a:lnTo>
                  <a:lnTo>
                    <a:pt x="643" y="1"/>
                  </a:ln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1"/>
            <p:cNvSpPr/>
            <p:nvPr/>
          </p:nvSpPr>
          <p:spPr>
            <a:xfrm>
              <a:off x="3554890" y="3458610"/>
              <a:ext cx="181042" cy="95179"/>
            </a:xfrm>
            <a:custGeom>
              <a:rect b="b" l="l" r="r" t="t"/>
              <a:pathLst>
                <a:path extrusionOk="0" h="460" w="875">
                  <a:moveTo>
                    <a:pt x="450" y="0"/>
                  </a:moveTo>
                  <a:cubicBezTo>
                    <a:pt x="415" y="0"/>
                    <a:pt x="386" y="7"/>
                    <a:pt x="366" y="23"/>
                  </a:cubicBezTo>
                  <a:cubicBezTo>
                    <a:pt x="313" y="59"/>
                    <a:pt x="277" y="192"/>
                    <a:pt x="277" y="192"/>
                  </a:cubicBezTo>
                  <a:lnTo>
                    <a:pt x="134" y="210"/>
                  </a:lnTo>
                  <a:cubicBezTo>
                    <a:pt x="134" y="210"/>
                    <a:pt x="126" y="209"/>
                    <a:pt x="113" y="209"/>
                  </a:cubicBezTo>
                  <a:cubicBezTo>
                    <a:pt x="94" y="209"/>
                    <a:pt x="66" y="212"/>
                    <a:pt x="45" y="228"/>
                  </a:cubicBezTo>
                  <a:cubicBezTo>
                    <a:pt x="0" y="255"/>
                    <a:pt x="0" y="371"/>
                    <a:pt x="0" y="371"/>
                  </a:cubicBezTo>
                  <a:lnTo>
                    <a:pt x="90" y="415"/>
                  </a:lnTo>
                  <a:lnTo>
                    <a:pt x="455" y="460"/>
                  </a:lnTo>
                  <a:lnTo>
                    <a:pt x="634" y="371"/>
                  </a:lnTo>
                  <a:lnTo>
                    <a:pt x="812" y="308"/>
                  </a:lnTo>
                  <a:cubicBezTo>
                    <a:pt x="812" y="308"/>
                    <a:pt x="875" y="237"/>
                    <a:pt x="839" y="201"/>
                  </a:cubicBezTo>
                  <a:cubicBezTo>
                    <a:pt x="803" y="166"/>
                    <a:pt x="741" y="76"/>
                    <a:pt x="741" y="76"/>
                  </a:cubicBezTo>
                  <a:cubicBezTo>
                    <a:pt x="741" y="76"/>
                    <a:pt x="687" y="59"/>
                    <a:pt x="598" y="32"/>
                  </a:cubicBezTo>
                  <a:cubicBezTo>
                    <a:pt x="548" y="12"/>
                    <a:pt x="495" y="0"/>
                    <a:pt x="450"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1"/>
            <p:cNvSpPr/>
            <p:nvPr/>
          </p:nvSpPr>
          <p:spPr>
            <a:xfrm>
              <a:off x="3785580" y="3225222"/>
              <a:ext cx="251183" cy="118146"/>
            </a:xfrm>
            <a:custGeom>
              <a:rect b="b" l="l" r="r" t="t"/>
              <a:pathLst>
                <a:path extrusionOk="0" h="571" w="1214">
                  <a:moveTo>
                    <a:pt x="794" y="0"/>
                  </a:moveTo>
                  <a:cubicBezTo>
                    <a:pt x="794" y="0"/>
                    <a:pt x="696" y="0"/>
                    <a:pt x="500" y="80"/>
                  </a:cubicBezTo>
                  <a:cubicBezTo>
                    <a:pt x="397" y="116"/>
                    <a:pt x="351" y="125"/>
                    <a:pt x="329" y="125"/>
                  </a:cubicBezTo>
                  <a:cubicBezTo>
                    <a:pt x="308" y="125"/>
                    <a:pt x="313" y="116"/>
                    <a:pt x="313" y="116"/>
                  </a:cubicBezTo>
                  <a:lnTo>
                    <a:pt x="313" y="116"/>
                  </a:lnTo>
                  <a:lnTo>
                    <a:pt x="250" y="196"/>
                  </a:lnTo>
                  <a:lnTo>
                    <a:pt x="0" y="303"/>
                  </a:lnTo>
                  <a:lnTo>
                    <a:pt x="72" y="544"/>
                  </a:lnTo>
                  <a:cubicBezTo>
                    <a:pt x="72" y="544"/>
                    <a:pt x="99" y="535"/>
                    <a:pt x="215" y="526"/>
                  </a:cubicBezTo>
                  <a:cubicBezTo>
                    <a:pt x="227" y="525"/>
                    <a:pt x="240" y="525"/>
                    <a:pt x="252" y="525"/>
                  </a:cubicBezTo>
                  <a:cubicBezTo>
                    <a:pt x="347" y="525"/>
                    <a:pt x="411" y="553"/>
                    <a:pt x="411" y="553"/>
                  </a:cubicBezTo>
                  <a:lnTo>
                    <a:pt x="598" y="571"/>
                  </a:lnTo>
                  <a:cubicBezTo>
                    <a:pt x="598" y="571"/>
                    <a:pt x="705" y="437"/>
                    <a:pt x="803" y="393"/>
                  </a:cubicBezTo>
                  <a:cubicBezTo>
                    <a:pt x="839" y="375"/>
                    <a:pt x="862" y="369"/>
                    <a:pt x="882" y="369"/>
                  </a:cubicBezTo>
                  <a:cubicBezTo>
                    <a:pt x="923" y="369"/>
                    <a:pt x="955" y="393"/>
                    <a:pt x="1062" y="393"/>
                  </a:cubicBezTo>
                  <a:cubicBezTo>
                    <a:pt x="1214" y="384"/>
                    <a:pt x="1196" y="285"/>
                    <a:pt x="1196" y="285"/>
                  </a:cubicBezTo>
                  <a:lnTo>
                    <a:pt x="1196" y="205"/>
                  </a:lnTo>
                  <a:cubicBezTo>
                    <a:pt x="1196" y="205"/>
                    <a:pt x="1124" y="62"/>
                    <a:pt x="1124" y="62"/>
                  </a:cubicBezTo>
                  <a:cubicBezTo>
                    <a:pt x="1124" y="62"/>
                    <a:pt x="973" y="27"/>
                    <a:pt x="973" y="27"/>
                  </a:cubicBezTo>
                  <a:lnTo>
                    <a:pt x="794" y="0"/>
                  </a:ln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1"/>
            <p:cNvSpPr/>
            <p:nvPr/>
          </p:nvSpPr>
          <p:spPr>
            <a:xfrm>
              <a:off x="3586131" y="3105217"/>
              <a:ext cx="214354" cy="86902"/>
            </a:xfrm>
            <a:custGeom>
              <a:rect b="b" l="l" r="r" t="t"/>
              <a:pathLst>
                <a:path extrusionOk="0" h="420" w="1036">
                  <a:moveTo>
                    <a:pt x="583" y="1"/>
                  </a:moveTo>
                  <a:cubicBezTo>
                    <a:pt x="570" y="1"/>
                    <a:pt x="554" y="3"/>
                    <a:pt x="536" y="9"/>
                  </a:cubicBezTo>
                  <a:cubicBezTo>
                    <a:pt x="438" y="45"/>
                    <a:pt x="278" y="63"/>
                    <a:pt x="278" y="63"/>
                  </a:cubicBezTo>
                  <a:lnTo>
                    <a:pt x="126" y="63"/>
                  </a:lnTo>
                  <a:cubicBezTo>
                    <a:pt x="126" y="63"/>
                    <a:pt x="1" y="152"/>
                    <a:pt x="28" y="223"/>
                  </a:cubicBezTo>
                  <a:cubicBezTo>
                    <a:pt x="54" y="295"/>
                    <a:pt x="126" y="366"/>
                    <a:pt x="126" y="366"/>
                  </a:cubicBezTo>
                  <a:cubicBezTo>
                    <a:pt x="126" y="366"/>
                    <a:pt x="518" y="411"/>
                    <a:pt x="536" y="411"/>
                  </a:cubicBezTo>
                  <a:cubicBezTo>
                    <a:pt x="563" y="411"/>
                    <a:pt x="732" y="419"/>
                    <a:pt x="732" y="419"/>
                  </a:cubicBezTo>
                  <a:lnTo>
                    <a:pt x="964" y="366"/>
                  </a:lnTo>
                  <a:lnTo>
                    <a:pt x="1036" y="286"/>
                  </a:lnTo>
                  <a:lnTo>
                    <a:pt x="822" y="143"/>
                  </a:lnTo>
                  <a:cubicBezTo>
                    <a:pt x="759" y="107"/>
                    <a:pt x="670" y="63"/>
                    <a:pt x="670" y="63"/>
                  </a:cubicBezTo>
                  <a:cubicBezTo>
                    <a:pt x="670" y="63"/>
                    <a:pt x="651" y="1"/>
                    <a:pt x="583"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1"/>
            <p:cNvSpPr/>
            <p:nvPr/>
          </p:nvSpPr>
          <p:spPr>
            <a:xfrm>
              <a:off x="3847649" y="3360331"/>
              <a:ext cx="159524" cy="73660"/>
            </a:xfrm>
            <a:custGeom>
              <a:rect b="b" l="l" r="r" t="t"/>
              <a:pathLst>
                <a:path extrusionOk="0" h="356" w="771">
                  <a:moveTo>
                    <a:pt x="370" y="0"/>
                  </a:moveTo>
                  <a:cubicBezTo>
                    <a:pt x="352" y="0"/>
                    <a:pt x="331" y="4"/>
                    <a:pt x="298" y="16"/>
                  </a:cubicBezTo>
                  <a:cubicBezTo>
                    <a:pt x="200" y="61"/>
                    <a:pt x="164" y="25"/>
                    <a:pt x="129" y="87"/>
                  </a:cubicBezTo>
                  <a:cubicBezTo>
                    <a:pt x="102" y="150"/>
                    <a:pt x="48" y="239"/>
                    <a:pt x="48" y="239"/>
                  </a:cubicBezTo>
                  <a:cubicBezTo>
                    <a:pt x="48" y="239"/>
                    <a:pt x="41" y="238"/>
                    <a:pt x="34" y="238"/>
                  </a:cubicBezTo>
                  <a:cubicBezTo>
                    <a:pt x="19" y="238"/>
                    <a:pt x="1" y="242"/>
                    <a:pt x="31" y="266"/>
                  </a:cubicBezTo>
                  <a:cubicBezTo>
                    <a:pt x="66" y="310"/>
                    <a:pt x="218" y="355"/>
                    <a:pt x="218" y="355"/>
                  </a:cubicBezTo>
                  <a:lnTo>
                    <a:pt x="414" y="346"/>
                  </a:lnTo>
                  <a:lnTo>
                    <a:pt x="610" y="328"/>
                  </a:lnTo>
                  <a:lnTo>
                    <a:pt x="753" y="239"/>
                  </a:lnTo>
                  <a:lnTo>
                    <a:pt x="771" y="141"/>
                  </a:lnTo>
                  <a:lnTo>
                    <a:pt x="762" y="52"/>
                  </a:lnTo>
                  <a:cubicBezTo>
                    <a:pt x="726" y="43"/>
                    <a:pt x="628" y="16"/>
                    <a:pt x="512" y="16"/>
                  </a:cubicBezTo>
                  <a:cubicBezTo>
                    <a:pt x="429" y="16"/>
                    <a:pt x="405" y="0"/>
                    <a:pt x="370" y="0"/>
                  </a:cubicBez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1"/>
            <p:cNvSpPr/>
            <p:nvPr/>
          </p:nvSpPr>
          <p:spPr>
            <a:xfrm>
              <a:off x="3541855" y="3438954"/>
              <a:ext cx="118350" cy="72418"/>
            </a:xfrm>
            <a:custGeom>
              <a:rect b="b" l="l" r="r" t="t"/>
              <a:pathLst>
                <a:path extrusionOk="0" h="350" w="572">
                  <a:moveTo>
                    <a:pt x="379" y="1"/>
                  </a:moveTo>
                  <a:cubicBezTo>
                    <a:pt x="371" y="1"/>
                    <a:pt x="364" y="1"/>
                    <a:pt x="358" y="2"/>
                  </a:cubicBezTo>
                  <a:cubicBezTo>
                    <a:pt x="286" y="11"/>
                    <a:pt x="197" y="11"/>
                    <a:pt x="197" y="11"/>
                  </a:cubicBezTo>
                  <a:cubicBezTo>
                    <a:pt x="170" y="11"/>
                    <a:pt x="54" y="29"/>
                    <a:pt x="37" y="55"/>
                  </a:cubicBezTo>
                  <a:cubicBezTo>
                    <a:pt x="19" y="82"/>
                    <a:pt x="1" y="91"/>
                    <a:pt x="10" y="145"/>
                  </a:cubicBezTo>
                  <a:cubicBezTo>
                    <a:pt x="28" y="198"/>
                    <a:pt x="81" y="269"/>
                    <a:pt x="81" y="269"/>
                  </a:cubicBezTo>
                  <a:lnTo>
                    <a:pt x="233" y="323"/>
                  </a:lnTo>
                  <a:lnTo>
                    <a:pt x="376" y="350"/>
                  </a:lnTo>
                  <a:cubicBezTo>
                    <a:pt x="376" y="350"/>
                    <a:pt x="518" y="252"/>
                    <a:pt x="536" y="198"/>
                  </a:cubicBezTo>
                  <a:cubicBezTo>
                    <a:pt x="554" y="136"/>
                    <a:pt x="572" y="64"/>
                    <a:pt x="572" y="64"/>
                  </a:cubicBezTo>
                  <a:lnTo>
                    <a:pt x="563" y="38"/>
                  </a:lnTo>
                  <a:cubicBezTo>
                    <a:pt x="563" y="38"/>
                    <a:pt x="452" y="1"/>
                    <a:pt x="379"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1"/>
            <p:cNvSpPr/>
            <p:nvPr/>
          </p:nvSpPr>
          <p:spPr>
            <a:xfrm>
              <a:off x="3536476" y="3616272"/>
              <a:ext cx="201319" cy="104076"/>
            </a:xfrm>
            <a:custGeom>
              <a:rect b="b" l="l" r="r" t="t"/>
              <a:pathLst>
                <a:path extrusionOk="0" h="503" w="973">
                  <a:moveTo>
                    <a:pt x="455" y="0"/>
                  </a:moveTo>
                  <a:cubicBezTo>
                    <a:pt x="446" y="0"/>
                    <a:pt x="437" y="0"/>
                    <a:pt x="428" y="1"/>
                  </a:cubicBezTo>
                  <a:cubicBezTo>
                    <a:pt x="330" y="10"/>
                    <a:pt x="205" y="73"/>
                    <a:pt x="205" y="73"/>
                  </a:cubicBezTo>
                  <a:lnTo>
                    <a:pt x="89" y="108"/>
                  </a:lnTo>
                  <a:cubicBezTo>
                    <a:pt x="89" y="108"/>
                    <a:pt x="73" y="100"/>
                    <a:pt x="58" y="100"/>
                  </a:cubicBezTo>
                  <a:cubicBezTo>
                    <a:pt x="50" y="100"/>
                    <a:pt x="42" y="102"/>
                    <a:pt x="36" y="108"/>
                  </a:cubicBezTo>
                  <a:cubicBezTo>
                    <a:pt x="18" y="117"/>
                    <a:pt x="0" y="206"/>
                    <a:pt x="0" y="206"/>
                  </a:cubicBezTo>
                  <a:lnTo>
                    <a:pt x="89" y="305"/>
                  </a:lnTo>
                  <a:cubicBezTo>
                    <a:pt x="89" y="305"/>
                    <a:pt x="98" y="314"/>
                    <a:pt x="134" y="340"/>
                  </a:cubicBezTo>
                  <a:cubicBezTo>
                    <a:pt x="156" y="362"/>
                    <a:pt x="171" y="401"/>
                    <a:pt x="205" y="401"/>
                  </a:cubicBezTo>
                  <a:cubicBezTo>
                    <a:pt x="213" y="401"/>
                    <a:pt x="222" y="399"/>
                    <a:pt x="232" y="394"/>
                  </a:cubicBezTo>
                  <a:cubicBezTo>
                    <a:pt x="286" y="367"/>
                    <a:pt x="321" y="358"/>
                    <a:pt x="321" y="358"/>
                  </a:cubicBezTo>
                  <a:cubicBezTo>
                    <a:pt x="321" y="358"/>
                    <a:pt x="375" y="403"/>
                    <a:pt x="410" y="438"/>
                  </a:cubicBezTo>
                  <a:cubicBezTo>
                    <a:pt x="446" y="474"/>
                    <a:pt x="428" y="465"/>
                    <a:pt x="518" y="483"/>
                  </a:cubicBezTo>
                  <a:cubicBezTo>
                    <a:pt x="566" y="499"/>
                    <a:pt x="601" y="502"/>
                    <a:pt x="622" y="502"/>
                  </a:cubicBezTo>
                  <a:cubicBezTo>
                    <a:pt x="635" y="502"/>
                    <a:pt x="642" y="501"/>
                    <a:pt x="642" y="501"/>
                  </a:cubicBezTo>
                  <a:lnTo>
                    <a:pt x="776" y="474"/>
                  </a:lnTo>
                  <a:lnTo>
                    <a:pt x="865" y="367"/>
                  </a:lnTo>
                  <a:cubicBezTo>
                    <a:pt x="865" y="367"/>
                    <a:pt x="972" y="305"/>
                    <a:pt x="919" y="251"/>
                  </a:cubicBezTo>
                  <a:cubicBezTo>
                    <a:pt x="874" y="189"/>
                    <a:pt x="794" y="126"/>
                    <a:pt x="758" y="108"/>
                  </a:cubicBezTo>
                  <a:cubicBezTo>
                    <a:pt x="723" y="90"/>
                    <a:pt x="625" y="37"/>
                    <a:pt x="625" y="37"/>
                  </a:cubicBezTo>
                  <a:cubicBezTo>
                    <a:pt x="625" y="37"/>
                    <a:pt x="543" y="0"/>
                    <a:pt x="455"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1"/>
            <p:cNvSpPr/>
            <p:nvPr/>
          </p:nvSpPr>
          <p:spPr>
            <a:xfrm>
              <a:off x="3815166" y="3716207"/>
              <a:ext cx="252424" cy="97868"/>
            </a:xfrm>
            <a:custGeom>
              <a:rect b="b" l="l" r="r" t="t"/>
              <a:pathLst>
                <a:path extrusionOk="0" h="473" w="1220">
                  <a:moveTo>
                    <a:pt x="170" y="0"/>
                  </a:moveTo>
                  <a:lnTo>
                    <a:pt x="54" y="80"/>
                  </a:lnTo>
                  <a:lnTo>
                    <a:pt x="0" y="250"/>
                  </a:lnTo>
                  <a:lnTo>
                    <a:pt x="54" y="339"/>
                  </a:lnTo>
                  <a:lnTo>
                    <a:pt x="107" y="410"/>
                  </a:lnTo>
                  <a:lnTo>
                    <a:pt x="286" y="446"/>
                  </a:lnTo>
                  <a:cubicBezTo>
                    <a:pt x="286" y="446"/>
                    <a:pt x="354" y="472"/>
                    <a:pt x="422" y="472"/>
                  </a:cubicBezTo>
                  <a:cubicBezTo>
                    <a:pt x="443" y="472"/>
                    <a:pt x="463" y="470"/>
                    <a:pt x="482" y="464"/>
                  </a:cubicBezTo>
                  <a:cubicBezTo>
                    <a:pt x="527" y="455"/>
                    <a:pt x="571" y="453"/>
                    <a:pt x="605" y="453"/>
                  </a:cubicBezTo>
                  <a:cubicBezTo>
                    <a:pt x="638" y="453"/>
                    <a:pt x="660" y="455"/>
                    <a:pt x="660" y="455"/>
                  </a:cubicBezTo>
                  <a:cubicBezTo>
                    <a:pt x="660" y="455"/>
                    <a:pt x="750" y="401"/>
                    <a:pt x="999" y="330"/>
                  </a:cubicBezTo>
                  <a:cubicBezTo>
                    <a:pt x="1211" y="264"/>
                    <a:pt x="1220" y="258"/>
                    <a:pt x="1216" y="258"/>
                  </a:cubicBezTo>
                  <a:cubicBezTo>
                    <a:pt x="1215" y="258"/>
                    <a:pt x="1213" y="259"/>
                    <a:pt x="1213" y="259"/>
                  </a:cubicBezTo>
                  <a:lnTo>
                    <a:pt x="1053" y="187"/>
                  </a:lnTo>
                  <a:cubicBezTo>
                    <a:pt x="1053" y="187"/>
                    <a:pt x="999" y="161"/>
                    <a:pt x="928" y="143"/>
                  </a:cubicBezTo>
                  <a:cubicBezTo>
                    <a:pt x="857" y="125"/>
                    <a:pt x="830" y="18"/>
                    <a:pt x="830" y="18"/>
                  </a:cubicBezTo>
                  <a:lnTo>
                    <a:pt x="687" y="0"/>
                  </a:lnTo>
                  <a:lnTo>
                    <a:pt x="455" y="62"/>
                  </a:lnTo>
                  <a:lnTo>
                    <a:pt x="170" y="0"/>
                  </a:ln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1"/>
            <p:cNvSpPr/>
            <p:nvPr/>
          </p:nvSpPr>
          <p:spPr>
            <a:xfrm>
              <a:off x="3763442" y="3300742"/>
              <a:ext cx="179180" cy="87109"/>
            </a:xfrm>
            <a:custGeom>
              <a:rect b="b" l="l" r="r" t="t"/>
              <a:pathLst>
                <a:path extrusionOk="0" h="421" w="866">
                  <a:moveTo>
                    <a:pt x="732" y="1"/>
                  </a:moveTo>
                  <a:lnTo>
                    <a:pt x="598" y="19"/>
                  </a:lnTo>
                  <a:cubicBezTo>
                    <a:pt x="598" y="19"/>
                    <a:pt x="523" y="34"/>
                    <a:pt x="474" y="34"/>
                  </a:cubicBezTo>
                  <a:cubicBezTo>
                    <a:pt x="458" y="34"/>
                    <a:pt x="444" y="32"/>
                    <a:pt x="438" y="28"/>
                  </a:cubicBezTo>
                  <a:cubicBezTo>
                    <a:pt x="432" y="22"/>
                    <a:pt x="419" y="20"/>
                    <a:pt x="401" y="20"/>
                  </a:cubicBezTo>
                  <a:cubicBezTo>
                    <a:pt x="330" y="20"/>
                    <a:pt x="188" y="54"/>
                    <a:pt x="188" y="54"/>
                  </a:cubicBezTo>
                  <a:cubicBezTo>
                    <a:pt x="188" y="54"/>
                    <a:pt x="63" y="170"/>
                    <a:pt x="45" y="215"/>
                  </a:cubicBezTo>
                  <a:lnTo>
                    <a:pt x="0" y="322"/>
                  </a:lnTo>
                  <a:lnTo>
                    <a:pt x="45" y="402"/>
                  </a:lnTo>
                  <a:lnTo>
                    <a:pt x="268" y="420"/>
                  </a:lnTo>
                  <a:cubicBezTo>
                    <a:pt x="268" y="420"/>
                    <a:pt x="375" y="411"/>
                    <a:pt x="420" y="367"/>
                  </a:cubicBezTo>
                  <a:cubicBezTo>
                    <a:pt x="441" y="345"/>
                    <a:pt x="468" y="336"/>
                    <a:pt x="506" y="336"/>
                  </a:cubicBezTo>
                  <a:cubicBezTo>
                    <a:pt x="548" y="336"/>
                    <a:pt x="603" y="348"/>
                    <a:pt x="678" y="367"/>
                  </a:cubicBezTo>
                  <a:cubicBezTo>
                    <a:pt x="702" y="371"/>
                    <a:pt x="723" y="373"/>
                    <a:pt x="741" y="373"/>
                  </a:cubicBezTo>
                  <a:cubicBezTo>
                    <a:pt x="827" y="373"/>
                    <a:pt x="857" y="331"/>
                    <a:pt x="857" y="331"/>
                  </a:cubicBezTo>
                  <a:cubicBezTo>
                    <a:pt x="857" y="331"/>
                    <a:pt x="866" y="170"/>
                    <a:pt x="857" y="144"/>
                  </a:cubicBezTo>
                  <a:cubicBezTo>
                    <a:pt x="839" y="117"/>
                    <a:pt x="732" y="1"/>
                    <a:pt x="732"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1"/>
            <p:cNvSpPr/>
            <p:nvPr/>
          </p:nvSpPr>
          <p:spPr>
            <a:xfrm>
              <a:off x="3455165" y="3852764"/>
              <a:ext cx="635198" cy="64763"/>
            </a:xfrm>
            <a:custGeom>
              <a:rect b="b" l="l" r="r" t="t"/>
              <a:pathLst>
                <a:path extrusionOk="0" h="313" w="3070">
                  <a:moveTo>
                    <a:pt x="1" y="0"/>
                  </a:moveTo>
                  <a:lnTo>
                    <a:pt x="1" y="312"/>
                  </a:lnTo>
                  <a:lnTo>
                    <a:pt x="3069" y="312"/>
                  </a:lnTo>
                  <a:lnTo>
                    <a:pt x="3069"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1"/>
            <p:cNvSpPr/>
            <p:nvPr/>
          </p:nvSpPr>
          <p:spPr>
            <a:xfrm>
              <a:off x="3493855" y="3917318"/>
              <a:ext cx="557816" cy="531759"/>
            </a:xfrm>
            <a:custGeom>
              <a:rect b="b" l="l" r="r" t="t"/>
              <a:pathLst>
                <a:path extrusionOk="0" h="2570" w="2696">
                  <a:moveTo>
                    <a:pt x="1" y="0"/>
                  </a:moveTo>
                  <a:lnTo>
                    <a:pt x="233" y="2570"/>
                  </a:lnTo>
                  <a:lnTo>
                    <a:pt x="2463" y="2570"/>
                  </a:lnTo>
                  <a:lnTo>
                    <a:pt x="269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1"/>
            <p:cNvSpPr/>
            <p:nvPr/>
          </p:nvSpPr>
          <p:spPr>
            <a:xfrm>
              <a:off x="3493855" y="3917318"/>
              <a:ext cx="557816" cy="40761"/>
            </a:xfrm>
            <a:custGeom>
              <a:rect b="b" l="l" r="r" t="t"/>
              <a:pathLst>
                <a:path extrusionOk="0" h="197" w="2696">
                  <a:moveTo>
                    <a:pt x="1" y="0"/>
                  </a:moveTo>
                  <a:lnTo>
                    <a:pt x="19" y="197"/>
                  </a:lnTo>
                  <a:lnTo>
                    <a:pt x="2677" y="197"/>
                  </a:lnTo>
                  <a:lnTo>
                    <a:pt x="269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68" name="Google Shape;4168;p71"/>
          <p:cNvSpPr/>
          <p:nvPr/>
        </p:nvSpPr>
        <p:spPr>
          <a:xfrm>
            <a:off x="5161992" y="4675538"/>
            <a:ext cx="638716" cy="98075"/>
          </a:xfrm>
          <a:custGeom>
            <a:rect b="b" l="l" r="r" t="t"/>
            <a:pathLst>
              <a:path extrusionOk="0" h="474" w="3087">
                <a:moveTo>
                  <a:pt x="1543" y="1"/>
                </a:moveTo>
                <a:cubicBezTo>
                  <a:pt x="696" y="1"/>
                  <a:pt x="0" y="108"/>
                  <a:pt x="0" y="233"/>
                </a:cubicBezTo>
                <a:cubicBezTo>
                  <a:pt x="0" y="366"/>
                  <a:pt x="696" y="474"/>
                  <a:pt x="1543" y="474"/>
                </a:cubicBezTo>
                <a:cubicBezTo>
                  <a:pt x="2400" y="474"/>
                  <a:pt x="3087" y="366"/>
                  <a:pt x="3087" y="233"/>
                </a:cubicBezTo>
                <a:cubicBezTo>
                  <a:pt x="3087" y="108"/>
                  <a:pt x="2400" y="1"/>
                  <a:pt x="1543" y="1"/>
                </a:cubicBez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69" name="Google Shape;4169;p71"/>
          <p:cNvGrpSpPr/>
          <p:nvPr/>
        </p:nvGrpSpPr>
        <p:grpSpPr>
          <a:xfrm>
            <a:off x="5105677" y="2848135"/>
            <a:ext cx="769165" cy="1873929"/>
            <a:chOff x="5033378" y="2902037"/>
            <a:chExt cx="634991" cy="1547039"/>
          </a:xfrm>
        </p:grpSpPr>
        <p:sp>
          <p:nvSpPr>
            <p:cNvPr id="4170" name="Google Shape;4170;p71"/>
            <p:cNvSpPr/>
            <p:nvPr/>
          </p:nvSpPr>
          <p:spPr>
            <a:xfrm>
              <a:off x="5055516" y="2902037"/>
              <a:ext cx="592576" cy="956338"/>
            </a:xfrm>
            <a:custGeom>
              <a:rect b="b" l="l" r="r" t="t"/>
              <a:pathLst>
                <a:path extrusionOk="0" h="4622" w="2864">
                  <a:moveTo>
                    <a:pt x="1427" y="1"/>
                  </a:moveTo>
                  <a:cubicBezTo>
                    <a:pt x="1427" y="1"/>
                    <a:pt x="1329" y="90"/>
                    <a:pt x="1338" y="144"/>
                  </a:cubicBezTo>
                  <a:cubicBezTo>
                    <a:pt x="1347" y="206"/>
                    <a:pt x="1383" y="277"/>
                    <a:pt x="1338" y="295"/>
                  </a:cubicBezTo>
                  <a:cubicBezTo>
                    <a:pt x="1285" y="304"/>
                    <a:pt x="1285" y="331"/>
                    <a:pt x="1213" y="358"/>
                  </a:cubicBezTo>
                  <a:cubicBezTo>
                    <a:pt x="1142" y="376"/>
                    <a:pt x="1213" y="456"/>
                    <a:pt x="1213" y="509"/>
                  </a:cubicBezTo>
                  <a:cubicBezTo>
                    <a:pt x="1213" y="563"/>
                    <a:pt x="1115" y="857"/>
                    <a:pt x="1115" y="857"/>
                  </a:cubicBezTo>
                  <a:lnTo>
                    <a:pt x="1026" y="973"/>
                  </a:lnTo>
                  <a:cubicBezTo>
                    <a:pt x="1026" y="973"/>
                    <a:pt x="812" y="1152"/>
                    <a:pt x="812" y="1232"/>
                  </a:cubicBezTo>
                  <a:cubicBezTo>
                    <a:pt x="821" y="1312"/>
                    <a:pt x="830" y="1312"/>
                    <a:pt x="857" y="1410"/>
                  </a:cubicBezTo>
                  <a:cubicBezTo>
                    <a:pt x="883" y="1517"/>
                    <a:pt x="848" y="1491"/>
                    <a:pt x="812" y="1553"/>
                  </a:cubicBezTo>
                  <a:cubicBezTo>
                    <a:pt x="776" y="1616"/>
                    <a:pt x="464" y="1767"/>
                    <a:pt x="464" y="1767"/>
                  </a:cubicBezTo>
                  <a:cubicBezTo>
                    <a:pt x="464" y="1767"/>
                    <a:pt x="375" y="1856"/>
                    <a:pt x="375" y="1883"/>
                  </a:cubicBezTo>
                  <a:cubicBezTo>
                    <a:pt x="375" y="1910"/>
                    <a:pt x="464" y="2106"/>
                    <a:pt x="464" y="2106"/>
                  </a:cubicBezTo>
                  <a:lnTo>
                    <a:pt x="500" y="2222"/>
                  </a:lnTo>
                  <a:lnTo>
                    <a:pt x="366" y="2347"/>
                  </a:lnTo>
                  <a:cubicBezTo>
                    <a:pt x="366" y="2347"/>
                    <a:pt x="312" y="2410"/>
                    <a:pt x="321" y="2454"/>
                  </a:cubicBezTo>
                  <a:cubicBezTo>
                    <a:pt x="321" y="2499"/>
                    <a:pt x="321" y="2454"/>
                    <a:pt x="419" y="2659"/>
                  </a:cubicBezTo>
                  <a:cubicBezTo>
                    <a:pt x="489" y="2786"/>
                    <a:pt x="468" y="2809"/>
                    <a:pt x="445" y="2809"/>
                  </a:cubicBezTo>
                  <a:cubicBezTo>
                    <a:pt x="433" y="2809"/>
                    <a:pt x="419" y="2802"/>
                    <a:pt x="419" y="2802"/>
                  </a:cubicBezTo>
                  <a:lnTo>
                    <a:pt x="89" y="2963"/>
                  </a:lnTo>
                  <a:cubicBezTo>
                    <a:pt x="89" y="2963"/>
                    <a:pt x="125" y="3016"/>
                    <a:pt x="134" y="3034"/>
                  </a:cubicBezTo>
                  <a:cubicBezTo>
                    <a:pt x="134" y="3052"/>
                    <a:pt x="187" y="3114"/>
                    <a:pt x="250" y="3177"/>
                  </a:cubicBezTo>
                  <a:cubicBezTo>
                    <a:pt x="312" y="3239"/>
                    <a:pt x="152" y="3328"/>
                    <a:pt x="152" y="3328"/>
                  </a:cubicBezTo>
                  <a:lnTo>
                    <a:pt x="0" y="3605"/>
                  </a:lnTo>
                  <a:lnTo>
                    <a:pt x="89" y="3783"/>
                  </a:lnTo>
                  <a:lnTo>
                    <a:pt x="214" y="3953"/>
                  </a:lnTo>
                  <a:cubicBezTo>
                    <a:pt x="214" y="3953"/>
                    <a:pt x="187" y="3989"/>
                    <a:pt x="187" y="4042"/>
                  </a:cubicBezTo>
                  <a:cubicBezTo>
                    <a:pt x="187" y="4105"/>
                    <a:pt x="250" y="4399"/>
                    <a:pt x="250" y="4399"/>
                  </a:cubicBezTo>
                  <a:lnTo>
                    <a:pt x="366" y="4622"/>
                  </a:lnTo>
                  <a:lnTo>
                    <a:pt x="1427" y="4595"/>
                  </a:lnTo>
                  <a:lnTo>
                    <a:pt x="2498" y="4622"/>
                  </a:lnTo>
                  <a:lnTo>
                    <a:pt x="2614" y="4399"/>
                  </a:lnTo>
                  <a:cubicBezTo>
                    <a:pt x="2614" y="4399"/>
                    <a:pt x="2676" y="4105"/>
                    <a:pt x="2676" y="4042"/>
                  </a:cubicBezTo>
                  <a:cubicBezTo>
                    <a:pt x="2676" y="3989"/>
                    <a:pt x="2650" y="3953"/>
                    <a:pt x="2650" y="3953"/>
                  </a:cubicBezTo>
                  <a:lnTo>
                    <a:pt x="2766" y="3783"/>
                  </a:lnTo>
                  <a:lnTo>
                    <a:pt x="2864" y="3605"/>
                  </a:lnTo>
                  <a:lnTo>
                    <a:pt x="2712" y="3328"/>
                  </a:lnTo>
                  <a:cubicBezTo>
                    <a:pt x="2712" y="3328"/>
                    <a:pt x="2552" y="3239"/>
                    <a:pt x="2614" y="3177"/>
                  </a:cubicBezTo>
                  <a:cubicBezTo>
                    <a:pt x="2676" y="3114"/>
                    <a:pt x="2721" y="3052"/>
                    <a:pt x="2730" y="3034"/>
                  </a:cubicBezTo>
                  <a:cubicBezTo>
                    <a:pt x="2739" y="3016"/>
                    <a:pt x="2766" y="2963"/>
                    <a:pt x="2766" y="2963"/>
                  </a:cubicBezTo>
                  <a:lnTo>
                    <a:pt x="2436" y="2802"/>
                  </a:lnTo>
                  <a:cubicBezTo>
                    <a:pt x="2436" y="2802"/>
                    <a:pt x="2423" y="2809"/>
                    <a:pt x="2412" y="2809"/>
                  </a:cubicBezTo>
                  <a:cubicBezTo>
                    <a:pt x="2391" y="2809"/>
                    <a:pt x="2372" y="2786"/>
                    <a:pt x="2436" y="2659"/>
                  </a:cubicBezTo>
                  <a:cubicBezTo>
                    <a:pt x="2543" y="2454"/>
                    <a:pt x="2534" y="2499"/>
                    <a:pt x="2543" y="2454"/>
                  </a:cubicBezTo>
                  <a:cubicBezTo>
                    <a:pt x="2552" y="2410"/>
                    <a:pt x="2498" y="2347"/>
                    <a:pt x="2498" y="2347"/>
                  </a:cubicBezTo>
                  <a:lnTo>
                    <a:pt x="2364" y="2222"/>
                  </a:lnTo>
                  <a:lnTo>
                    <a:pt x="2391" y="2106"/>
                  </a:lnTo>
                  <a:cubicBezTo>
                    <a:pt x="2391" y="2106"/>
                    <a:pt x="2489" y="1910"/>
                    <a:pt x="2489" y="1883"/>
                  </a:cubicBezTo>
                  <a:cubicBezTo>
                    <a:pt x="2489" y="1856"/>
                    <a:pt x="2391" y="1767"/>
                    <a:pt x="2391" y="1767"/>
                  </a:cubicBezTo>
                  <a:cubicBezTo>
                    <a:pt x="2391" y="1767"/>
                    <a:pt x="2079" y="1616"/>
                    <a:pt x="2043" y="1553"/>
                  </a:cubicBezTo>
                  <a:cubicBezTo>
                    <a:pt x="2007" y="1491"/>
                    <a:pt x="1981" y="1517"/>
                    <a:pt x="2007" y="1410"/>
                  </a:cubicBezTo>
                  <a:cubicBezTo>
                    <a:pt x="2034" y="1312"/>
                    <a:pt x="2043" y="1312"/>
                    <a:pt x="2043" y="1232"/>
                  </a:cubicBezTo>
                  <a:cubicBezTo>
                    <a:pt x="2052" y="1152"/>
                    <a:pt x="1829" y="973"/>
                    <a:pt x="1829" y="973"/>
                  </a:cubicBezTo>
                  <a:lnTo>
                    <a:pt x="1749" y="857"/>
                  </a:lnTo>
                  <a:cubicBezTo>
                    <a:pt x="1749" y="857"/>
                    <a:pt x="1642" y="563"/>
                    <a:pt x="1642" y="509"/>
                  </a:cubicBezTo>
                  <a:cubicBezTo>
                    <a:pt x="1642" y="456"/>
                    <a:pt x="1713" y="376"/>
                    <a:pt x="1642" y="358"/>
                  </a:cubicBezTo>
                  <a:cubicBezTo>
                    <a:pt x="1579" y="331"/>
                    <a:pt x="1570" y="304"/>
                    <a:pt x="1526" y="295"/>
                  </a:cubicBezTo>
                  <a:cubicBezTo>
                    <a:pt x="1481" y="277"/>
                    <a:pt x="1517" y="206"/>
                    <a:pt x="1517" y="144"/>
                  </a:cubicBezTo>
                  <a:cubicBezTo>
                    <a:pt x="1526" y="90"/>
                    <a:pt x="1427" y="1"/>
                    <a:pt x="1427"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1"/>
            <p:cNvSpPr/>
            <p:nvPr/>
          </p:nvSpPr>
          <p:spPr>
            <a:xfrm>
              <a:off x="5162482" y="3249016"/>
              <a:ext cx="376774" cy="609350"/>
            </a:xfrm>
            <a:custGeom>
              <a:rect b="b" l="l" r="r" t="t"/>
              <a:pathLst>
                <a:path extrusionOk="0" h="2945" w="1821">
                  <a:moveTo>
                    <a:pt x="910" y="1"/>
                  </a:moveTo>
                  <a:cubicBezTo>
                    <a:pt x="910" y="1"/>
                    <a:pt x="848" y="63"/>
                    <a:pt x="857" y="99"/>
                  </a:cubicBezTo>
                  <a:cubicBezTo>
                    <a:pt x="857" y="135"/>
                    <a:pt x="884" y="179"/>
                    <a:pt x="848" y="188"/>
                  </a:cubicBezTo>
                  <a:cubicBezTo>
                    <a:pt x="821" y="197"/>
                    <a:pt x="821" y="215"/>
                    <a:pt x="777" y="233"/>
                  </a:cubicBezTo>
                  <a:cubicBezTo>
                    <a:pt x="732" y="242"/>
                    <a:pt x="777" y="286"/>
                    <a:pt x="777" y="322"/>
                  </a:cubicBezTo>
                  <a:cubicBezTo>
                    <a:pt x="777" y="358"/>
                    <a:pt x="714" y="545"/>
                    <a:pt x="714" y="545"/>
                  </a:cubicBezTo>
                  <a:lnTo>
                    <a:pt x="661" y="625"/>
                  </a:lnTo>
                  <a:cubicBezTo>
                    <a:pt x="661" y="625"/>
                    <a:pt x="518" y="741"/>
                    <a:pt x="518" y="786"/>
                  </a:cubicBezTo>
                  <a:cubicBezTo>
                    <a:pt x="527" y="840"/>
                    <a:pt x="527" y="840"/>
                    <a:pt x="545" y="902"/>
                  </a:cubicBezTo>
                  <a:cubicBezTo>
                    <a:pt x="563" y="964"/>
                    <a:pt x="545" y="947"/>
                    <a:pt x="518" y="991"/>
                  </a:cubicBezTo>
                  <a:cubicBezTo>
                    <a:pt x="500" y="1027"/>
                    <a:pt x="295" y="1125"/>
                    <a:pt x="295" y="1125"/>
                  </a:cubicBezTo>
                  <a:cubicBezTo>
                    <a:pt x="295" y="1125"/>
                    <a:pt x="241" y="1179"/>
                    <a:pt x="241" y="1196"/>
                  </a:cubicBezTo>
                  <a:cubicBezTo>
                    <a:pt x="241" y="1214"/>
                    <a:pt x="295" y="1348"/>
                    <a:pt x="295" y="1348"/>
                  </a:cubicBezTo>
                  <a:lnTo>
                    <a:pt x="322" y="1419"/>
                  </a:lnTo>
                  <a:lnTo>
                    <a:pt x="232" y="1491"/>
                  </a:lnTo>
                  <a:cubicBezTo>
                    <a:pt x="232" y="1491"/>
                    <a:pt x="197" y="1535"/>
                    <a:pt x="206" y="1562"/>
                  </a:cubicBezTo>
                  <a:cubicBezTo>
                    <a:pt x="206" y="1598"/>
                    <a:pt x="206" y="1562"/>
                    <a:pt x="268" y="1696"/>
                  </a:cubicBezTo>
                  <a:cubicBezTo>
                    <a:pt x="314" y="1775"/>
                    <a:pt x="301" y="1790"/>
                    <a:pt x="286" y="1790"/>
                  </a:cubicBezTo>
                  <a:cubicBezTo>
                    <a:pt x="278" y="1790"/>
                    <a:pt x="268" y="1785"/>
                    <a:pt x="268" y="1785"/>
                  </a:cubicBezTo>
                  <a:lnTo>
                    <a:pt x="63" y="1883"/>
                  </a:lnTo>
                  <a:cubicBezTo>
                    <a:pt x="63" y="1883"/>
                    <a:pt x="81" y="1919"/>
                    <a:pt x="90" y="1937"/>
                  </a:cubicBezTo>
                  <a:cubicBezTo>
                    <a:pt x="90" y="1946"/>
                    <a:pt x="125" y="1990"/>
                    <a:pt x="161" y="2026"/>
                  </a:cubicBezTo>
                  <a:cubicBezTo>
                    <a:pt x="197" y="2071"/>
                    <a:pt x="99" y="2124"/>
                    <a:pt x="99" y="2124"/>
                  </a:cubicBezTo>
                  <a:lnTo>
                    <a:pt x="1" y="2303"/>
                  </a:lnTo>
                  <a:lnTo>
                    <a:pt x="63" y="2410"/>
                  </a:lnTo>
                  <a:lnTo>
                    <a:pt x="134" y="2517"/>
                  </a:lnTo>
                  <a:cubicBezTo>
                    <a:pt x="134" y="2517"/>
                    <a:pt x="125" y="2543"/>
                    <a:pt x="125" y="2579"/>
                  </a:cubicBezTo>
                  <a:cubicBezTo>
                    <a:pt x="125" y="2615"/>
                    <a:pt x="161" y="2802"/>
                    <a:pt x="161" y="2802"/>
                  </a:cubicBezTo>
                  <a:lnTo>
                    <a:pt x="232" y="2945"/>
                  </a:lnTo>
                  <a:lnTo>
                    <a:pt x="910" y="2927"/>
                  </a:lnTo>
                  <a:lnTo>
                    <a:pt x="1588" y="2945"/>
                  </a:lnTo>
                  <a:lnTo>
                    <a:pt x="1669" y="2802"/>
                  </a:lnTo>
                  <a:cubicBezTo>
                    <a:pt x="1669" y="2802"/>
                    <a:pt x="1704" y="2615"/>
                    <a:pt x="1704" y="2579"/>
                  </a:cubicBezTo>
                  <a:cubicBezTo>
                    <a:pt x="1704" y="2543"/>
                    <a:pt x="1687" y="2517"/>
                    <a:pt x="1687" y="2517"/>
                  </a:cubicBezTo>
                  <a:lnTo>
                    <a:pt x="1767" y="2410"/>
                  </a:lnTo>
                  <a:lnTo>
                    <a:pt x="1820" y="2303"/>
                  </a:lnTo>
                  <a:lnTo>
                    <a:pt x="1731" y="2124"/>
                  </a:lnTo>
                  <a:cubicBezTo>
                    <a:pt x="1731" y="2124"/>
                    <a:pt x="1624" y="2071"/>
                    <a:pt x="1669" y="2026"/>
                  </a:cubicBezTo>
                  <a:cubicBezTo>
                    <a:pt x="1704" y="1990"/>
                    <a:pt x="1731" y="1946"/>
                    <a:pt x="1740" y="1937"/>
                  </a:cubicBezTo>
                  <a:cubicBezTo>
                    <a:pt x="1740" y="1919"/>
                    <a:pt x="1767" y="1883"/>
                    <a:pt x="1767" y="1883"/>
                  </a:cubicBezTo>
                  <a:lnTo>
                    <a:pt x="1553" y="1785"/>
                  </a:lnTo>
                  <a:cubicBezTo>
                    <a:pt x="1553" y="1785"/>
                    <a:pt x="1545" y="1790"/>
                    <a:pt x="1537" y="1790"/>
                  </a:cubicBezTo>
                  <a:cubicBezTo>
                    <a:pt x="1524" y="1790"/>
                    <a:pt x="1513" y="1775"/>
                    <a:pt x="1553" y="1696"/>
                  </a:cubicBezTo>
                  <a:cubicBezTo>
                    <a:pt x="1624" y="1562"/>
                    <a:pt x="1615" y="1598"/>
                    <a:pt x="1624" y="1562"/>
                  </a:cubicBezTo>
                  <a:cubicBezTo>
                    <a:pt x="1624" y="1535"/>
                    <a:pt x="1588" y="1491"/>
                    <a:pt x="1588" y="1491"/>
                  </a:cubicBezTo>
                  <a:lnTo>
                    <a:pt x="1508" y="1419"/>
                  </a:lnTo>
                  <a:lnTo>
                    <a:pt x="1526" y="1348"/>
                  </a:lnTo>
                  <a:cubicBezTo>
                    <a:pt x="1526" y="1348"/>
                    <a:pt x="1588" y="1214"/>
                    <a:pt x="1588" y="1196"/>
                  </a:cubicBezTo>
                  <a:cubicBezTo>
                    <a:pt x="1588" y="1179"/>
                    <a:pt x="1526" y="1125"/>
                    <a:pt x="1526" y="1125"/>
                  </a:cubicBezTo>
                  <a:cubicBezTo>
                    <a:pt x="1526" y="1125"/>
                    <a:pt x="1330" y="1027"/>
                    <a:pt x="1303" y="991"/>
                  </a:cubicBezTo>
                  <a:cubicBezTo>
                    <a:pt x="1285" y="947"/>
                    <a:pt x="1258" y="964"/>
                    <a:pt x="1276" y="902"/>
                  </a:cubicBezTo>
                  <a:cubicBezTo>
                    <a:pt x="1294" y="840"/>
                    <a:pt x="1303" y="840"/>
                    <a:pt x="1303" y="786"/>
                  </a:cubicBezTo>
                  <a:cubicBezTo>
                    <a:pt x="1303" y="741"/>
                    <a:pt x="1169" y="625"/>
                    <a:pt x="1169" y="625"/>
                  </a:cubicBezTo>
                  <a:lnTo>
                    <a:pt x="1116" y="545"/>
                  </a:lnTo>
                  <a:cubicBezTo>
                    <a:pt x="1116" y="545"/>
                    <a:pt x="1053" y="358"/>
                    <a:pt x="1053" y="322"/>
                  </a:cubicBezTo>
                  <a:cubicBezTo>
                    <a:pt x="1053" y="286"/>
                    <a:pt x="1098" y="242"/>
                    <a:pt x="1053" y="233"/>
                  </a:cubicBezTo>
                  <a:cubicBezTo>
                    <a:pt x="1009" y="215"/>
                    <a:pt x="1000" y="197"/>
                    <a:pt x="973" y="188"/>
                  </a:cubicBezTo>
                  <a:cubicBezTo>
                    <a:pt x="946" y="179"/>
                    <a:pt x="964" y="135"/>
                    <a:pt x="973" y="99"/>
                  </a:cubicBezTo>
                  <a:cubicBezTo>
                    <a:pt x="973" y="63"/>
                    <a:pt x="91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1"/>
            <p:cNvSpPr/>
            <p:nvPr/>
          </p:nvSpPr>
          <p:spPr>
            <a:xfrm>
              <a:off x="5046206" y="3647721"/>
              <a:ext cx="234630" cy="129733"/>
            </a:xfrm>
            <a:custGeom>
              <a:rect b="b" l="l" r="r" t="t"/>
              <a:pathLst>
                <a:path extrusionOk="0" h="627" w="1134">
                  <a:moveTo>
                    <a:pt x="801" y="502"/>
                  </a:moveTo>
                  <a:lnTo>
                    <a:pt x="786" y="518"/>
                  </a:lnTo>
                  <a:cubicBezTo>
                    <a:pt x="786" y="518"/>
                    <a:pt x="817" y="502"/>
                    <a:pt x="801" y="502"/>
                  </a:cubicBezTo>
                  <a:close/>
                  <a:moveTo>
                    <a:pt x="696" y="1"/>
                  </a:moveTo>
                  <a:cubicBezTo>
                    <a:pt x="625" y="1"/>
                    <a:pt x="277" y="117"/>
                    <a:pt x="170" y="117"/>
                  </a:cubicBezTo>
                  <a:cubicBezTo>
                    <a:pt x="63" y="117"/>
                    <a:pt x="1" y="224"/>
                    <a:pt x="1" y="224"/>
                  </a:cubicBezTo>
                  <a:lnTo>
                    <a:pt x="1" y="349"/>
                  </a:lnTo>
                  <a:lnTo>
                    <a:pt x="72" y="518"/>
                  </a:lnTo>
                  <a:lnTo>
                    <a:pt x="206" y="518"/>
                  </a:lnTo>
                  <a:lnTo>
                    <a:pt x="304" y="590"/>
                  </a:lnTo>
                  <a:cubicBezTo>
                    <a:pt x="304" y="590"/>
                    <a:pt x="392" y="627"/>
                    <a:pt x="449" y="627"/>
                  </a:cubicBezTo>
                  <a:cubicBezTo>
                    <a:pt x="454" y="627"/>
                    <a:pt x="460" y="626"/>
                    <a:pt x="464" y="625"/>
                  </a:cubicBezTo>
                  <a:cubicBezTo>
                    <a:pt x="518" y="616"/>
                    <a:pt x="491" y="616"/>
                    <a:pt x="518" y="599"/>
                  </a:cubicBezTo>
                  <a:cubicBezTo>
                    <a:pt x="536" y="581"/>
                    <a:pt x="616" y="545"/>
                    <a:pt x="732" y="518"/>
                  </a:cubicBezTo>
                  <a:cubicBezTo>
                    <a:pt x="774" y="506"/>
                    <a:pt x="793" y="502"/>
                    <a:pt x="801" y="502"/>
                  </a:cubicBezTo>
                  <a:lnTo>
                    <a:pt x="866" y="438"/>
                  </a:lnTo>
                  <a:cubicBezTo>
                    <a:pt x="866" y="438"/>
                    <a:pt x="869" y="439"/>
                    <a:pt x="876" y="439"/>
                  </a:cubicBezTo>
                  <a:cubicBezTo>
                    <a:pt x="891" y="439"/>
                    <a:pt x="923" y="434"/>
                    <a:pt x="955" y="402"/>
                  </a:cubicBezTo>
                  <a:cubicBezTo>
                    <a:pt x="1000" y="367"/>
                    <a:pt x="955" y="313"/>
                    <a:pt x="955" y="313"/>
                  </a:cubicBezTo>
                  <a:cubicBezTo>
                    <a:pt x="955" y="313"/>
                    <a:pt x="982" y="313"/>
                    <a:pt x="1062" y="269"/>
                  </a:cubicBezTo>
                  <a:cubicBezTo>
                    <a:pt x="1133" y="233"/>
                    <a:pt x="1107" y="215"/>
                    <a:pt x="1107" y="215"/>
                  </a:cubicBezTo>
                  <a:lnTo>
                    <a:pt x="1107" y="170"/>
                  </a:lnTo>
                  <a:lnTo>
                    <a:pt x="1053" y="126"/>
                  </a:lnTo>
                  <a:cubicBezTo>
                    <a:pt x="1053" y="126"/>
                    <a:pt x="768" y="1"/>
                    <a:pt x="696"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1"/>
            <p:cNvSpPr/>
            <p:nvPr/>
          </p:nvSpPr>
          <p:spPr>
            <a:xfrm>
              <a:off x="5380345" y="3535165"/>
              <a:ext cx="204215" cy="138837"/>
            </a:xfrm>
            <a:custGeom>
              <a:rect b="b" l="l" r="r" t="t"/>
              <a:pathLst>
                <a:path extrusionOk="0" h="671" w="987">
                  <a:moveTo>
                    <a:pt x="643" y="1"/>
                  </a:moveTo>
                  <a:lnTo>
                    <a:pt x="402" y="152"/>
                  </a:lnTo>
                  <a:cubicBezTo>
                    <a:pt x="402" y="152"/>
                    <a:pt x="268" y="206"/>
                    <a:pt x="152" y="206"/>
                  </a:cubicBezTo>
                  <a:cubicBezTo>
                    <a:pt x="141" y="205"/>
                    <a:pt x="130" y="205"/>
                    <a:pt x="121" y="205"/>
                  </a:cubicBezTo>
                  <a:cubicBezTo>
                    <a:pt x="41" y="205"/>
                    <a:pt x="24" y="236"/>
                    <a:pt x="0" y="268"/>
                  </a:cubicBezTo>
                  <a:lnTo>
                    <a:pt x="0" y="465"/>
                  </a:lnTo>
                  <a:lnTo>
                    <a:pt x="188" y="545"/>
                  </a:lnTo>
                  <a:lnTo>
                    <a:pt x="330" y="652"/>
                  </a:lnTo>
                  <a:cubicBezTo>
                    <a:pt x="330" y="652"/>
                    <a:pt x="448" y="671"/>
                    <a:pt x="519" y="671"/>
                  </a:cubicBezTo>
                  <a:cubicBezTo>
                    <a:pt x="546" y="671"/>
                    <a:pt x="566" y="668"/>
                    <a:pt x="571" y="661"/>
                  </a:cubicBezTo>
                  <a:cubicBezTo>
                    <a:pt x="589" y="643"/>
                    <a:pt x="660" y="482"/>
                    <a:pt x="660" y="482"/>
                  </a:cubicBezTo>
                  <a:cubicBezTo>
                    <a:pt x="660" y="482"/>
                    <a:pt x="732" y="420"/>
                    <a:pt x="892" y="268"/>
                  </a:cubicBezTo>
                  <a:cubicBezTo>
                    <a:pt x="978" y="178"/>
                    <a:pt x="987" y="158"/>
                    <a:pt x="978" y="158"/>
                  </a:cubicBezTo>
                  <a:cubicBezTo>
                    <a:pt x="972" y="158"/>
                    <a:pt x="955" y="170"/>
                    <a:pt x="955" y="170"/>
                  </a:cubicBezTo>
                  <a:lnTo>
                    <a:pt x="892" y="54"/>
                  </a:lnTo>
                  <a:lnTo>
                    <a:pt x="643" y="1"/>
                  </a:ln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1"/>
            <p:cNvSpPr/>
            <p:nvPr/>
          </p:nvSpPr>
          <p:spPr>
            <a:xfrm>
              <a:off x="5134758" y="3458610"/>
              <a:ext cx="179387" cy="95179"/>
            </a:xfrm>
            <a:custGeom>
              <a:rect b="b" l="l" r="r" t="t"/>
              <a:pathLst>
                <a:path extrusionOk="0" h="460" w="867">
                  <a:moveTo>
                    <a:pt x="442" y="0"/>
                  </a:moveTo>
                  <a:cubicBezTo>
                    <a:pt x="407" y="0"/>
                    <a:pt x="377" y="7"/>
                    <a:pt x="358" y="23"/>
                  </a:cubicBezTo>
                  <a:cubicBezTo>
                    <a:pt x="304" y="59"/>
                    <a:pt x="268" y="192"/>
                    <a:pt x="268" y="192"/>
                  </a:cubicBezTo>
                  <a:lnTo>
                    <a:pt x="126" y="210"/>
                  </a:lnTo>
                  <a:cubicBezTo>
                    <a:pt x="126" y="210"/>
                    <a:pt x="118" y="209"/>
                    <a:pt x="107" y="209"/>
                  </a:cubicBezTo>
                  <a:cubicBezTo>
                    <a:pt x="90" y="209"/>
                    <a:pt x="63" y="212"/>
                    <a:pt x="36" y="228"/>
                  </a:cubicBezTo>
                  <a:cubicBezTo>
                    <a:pt x="1" y="255"/>
                    <a:pt x="1" y="371"/>
                    <a:pt x="1" y="371"/>
                  </a:cubicBezTo>
                  <a:lnTo>
                    <a:pt x="90" y="415"/>
                  </a:lnTo>
                  <a:lnTo>
                    <a:pt x="456" y="460"/>
                  </a:lnTo>
                  <a:lnTo>
                    <a:pt x="625" y="371"/>
                  </a:lnTo>
                  <a:lnTo>
                    <a:pt x="804" y="308"/>
                  </a:lnTo>
                  <a:cubicBezTo>
                    <a:pt x="804" y="308"/>
                    <a:pt x="866" y="237"/>
                    <a:pt x="830" y="201"/>
                  </a:cubicBezTo>
                  <a:cubicBezTo>
                    <a:pt x="795" y="166"/>
                    <a:pt x="732" y="76"/>
                    <a:pt x="732" y="76"/>
                  </a:cubicBezTo>
                  <a:cubicBezTo>
                    <a:pt x="732" y="76"/>
                    <a:pt x="679" y="59"/>
                    <a:pt x="590" y="32"/>
                  </a:cubicBezTo>
                  <a:cubicBezTo>
                    <a:pt x="539" y="12"/>
                    <a:pt x="487" y="0"/>
                    <a:pt x="442"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1"/>
            <p:cNvSpPr/>
            <p:nvPr/>
          </p:nvSpPr>
          <p:spPr>
            <a:xfrm>
              <a:off x="5363586" y="3225222"/>
              <a:ext cx="253252" cy="118146"/>
            </a:xfrm>
            <a:custGeom>
              <a:rect b="b" l="l" r="r" t="t"/>
              <a:pathLst>
                <a:path extrusionOk="0" h="571" w="1224">
                  <a:moveTo>
                    <a:pt x="795" y="0"/>
                  </a:moveTo>
                  <a:cubicBezTo>
                    <a:pt x="795" y="0"/>
                    <a:pt x="697" y="0"/>
                    <a:pt x="501" y="80"/>
                  </a:cubicBezTo>
                  <a:cubicBezTo>
                    <a:pt x="398" y="116"/>
                    <a:pt x="351" y="125"/>
                    <a:pt x="330" y="125"/>
                  </a:cubicBezTo>
                  <a:cubicBezTo>
                    <a:pt x="309" y="125"/>
                    <a:pt x="313" y="116"/>
                    <a:pt x="313" y="116"/>
                  </a:cubicBezTo>
                  <a:lnTo>
                    <a:pt x="313" y="116"/>
                  </a:lnTo>
                  <a:lnTo>
                    <a:pt x="251" y="196"/>
                  </a:lnTo>
                  <a:lnTo>
                    <a:pt x="1" y="303"/>
                  </a:lnTo>
                  <a:lnTo>
                    <a:pt x="81" y="544"/>
                  </a:lnTo>
                  <a:cubicBezTo>
                    <a:pt x="81" y="544"/>
                    <a:pt x="99" y="535"/>
                    <a:pt x="215" y="526"/>
                  </a:cubicBezTo>
                  <a:cubicBezTo>
                    <a:pt x="228" y="525"/>
                    <a:pt x="240" y="525"/>
                    <a:pt x="253" y="525"/>
                  </a:cubicBezTo>
                  <a:cubicBezTo>
                    <a:pt x="350" y="525"/>
                    <a:pt x="420" y="553"/>
                    <a:pt x="420" y="553"/>
                  </a:cubicBezTo>
                  <a:lnTo>
                    <a:pt x="599" y="571"/>
                  </a:lnTo>
                  <a:cubicBezTo>
                    <a:pt x="599" y="571"/>
                    <a:pt x="706" y="437"/>
                    <a:pt x="813" y="393"/>
                  </a:cubicBezTo>
                  <a:cubicBezTo>
                    <a:pt x="845" y="375"/>
                    <a:pt x="867" y="369"/>
                    <a:pt x="887" y="369"/>
                  </a:cubicBezTo>
                  <a:cubicBezTo>
                    <a:pt x="928" y="369"/>
                    <a:pt x="961" y="393"/>
                    <a:pt x="1063" y="393"/>
                  </a:cubicBezTo>
                  <a:cubicBezTo>
                    <a:pt x="1223" y="384"/>
                    <a:pt x="1196" y="285"/>
                    <a:pt x="1196" y="285"/>
                  </a:cubicBezTo>
                  <a:lnTo>
                    <a:pt x="1196" y="205"/>
                  </a:lnTo>
                  <a:cubicBezTo>
                    <a:pt x="1196" y="205"/>
                    <a:pt x="1125" y="62"/>
                    <a:pt x="1125" y="62"/>
                  </a:cubicBezTo>
                  <a:cubicBezTo>
                    <a:pt x="1125" y="62"/>
                    <a:pt x="973" y="27"/>
                    <a:pt x="973" y="27"/>
                  </a:cubicBezTo>
                  <a:lnTo>
                    <a:pt x="795" y="0"/>
                  </a:ln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1"/>
            <p:cNvSpPr/>
            <p:nvPr/>
          </p:nvSpPr>
          <p:spPr>
            <a:xfrm>
              <a:off x="5164344" y="3105217"/>
              <a:ext cx="216216" cy="86902"/>
            </a:xfrm>
            <a:custGeom>
              <a:rect b="b" l="l" r="r" t="t"/>
              <a:pathLst>
                <a:path extrusionOk="0" h="420" w="1045">
                  <a:moveTo>
                    <a:pt x="588" y="1"/>
                  </a:moveTo>
                  <a:cubicBezTo>
                    <a:pt x="575" y="1"/>
                    <a:pt x="561" y="3"/>
                    <a:pt x="545" y="9"/>
                  </a:cubicBezTo>
                  <a:cubicBezTo>
                    <a:pt x="447" y="45"/>
                    <a:pt x="277" y="63"/>
                    <a:pt x="277" y="63"/>
                  </a:cubicBezTo>
                  <a:lnTo>
                    <a:pt x="125" y="63"/>
                  </a:lnTo>
                  <a:cubicBezTo>
                    <a:pt x="125" y="63"/>
                    <a:pt x="0" y="152"/>
                    <a:pt x="27" y="223"/>
                  </a:cubicBezTo>
                  <a:cubicBezTo>
                    <a:pt x="54" y="295"/>
                    <a:pt x="125" y="366"/>
                    <a:pt x="125" y="366"/>
                  </a:cubicBezTo>
                  <a:cubicBezTo>
                    <a:pt x="125" y="366"/>
                    <a:pt x="518" y="411"/>
                    <a:pt x="545" y="411"/>
                  </a:cubicBezTo>
                  <a:cubicBezTo>
                    <a:pt x="562" y="411"/>
                    <a:pt x="732" y="419"/>
                    <a:pt x="732" y="419"/>
                  </a:cubicBezTo>
                  <a:lnTo>
                    <a:pt x="964" y="366"/>
                  </a:lnTo>
                  <a:lnTo>
                    <a:pt x="1044" y="286"/>
                  </a:lnTo>
                  <a:lnTo>
                    <a:pt x="830" y="143"/>
                  </a:lnTo>
                  <a:cubicBezTo>
                    <a:pt x="759" y="107"/>
                    <a:pt x="670" y="63"/>
                    <a:pt x="670" y="63"/>
                  </a:cubicBezTo>
                  <a:cubicBezTo>
                    <a:pt x="670" y="63"/>
                    <a:pt x="651" y="1"/>
                    <a:pt x="588"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1"/>
            <p:cNvSpPr/>
            <p:nvPr/>
          </p:nvSpPr>
          <p:spPr>
            <a:xfrm>
              <a:off x="5425863" y="3360331"/>
              <a:ext cx="159524" cy="73660"/>
            </a:xfrm>
            <a:custGeom>
              <a:rect b="b" l="l" r="r" t="t"/>
              <a:pathLst>
                <a:path extrusionOk="0" h="356" w="771">
                  <a:moveTo>
                    <a:pt x="369" y="0"/>
                  </a:moveTo>
                  <a:cubicBezTo>
                    <a:pt x="351" y="0"/>
                    <a:pt x="330" y="4"/>
                    <a:pt x="298" y="16"/>
                  </a:cubicBezTo>
                  <a:cubicBezTo>
                    <a:pt x="200" y="61"/>
                    <a:pt x="164" y="25"/>
                    <a:pt x="137" y="87"/>
                  </a:cubicBezTo>
                  <a:cubicBezTo>
                    <a:pt x="101" y="150"/>
                    <a:pt x="48" y="239"/>
                    <a:pt x="48" y="239"/>
                  </a:cubicBezTo>
                  <a:cubicBezTo>
                    <a:pt x="48" y="239"/>
                    <a:pt x="41" y="238"/>
                    <a:pt x="33" y="238"/>
                  </a:cubicBezTo>
                  <a:cubicBezTo>
                    <a:pt x="18" y="238"/>
                    <a:pt x="0" y="242"/>
                    <a:pt x="30" y="266"/>
                  </a:cubicBezTo>
                  <a:cubicBezTo>
                    <a:pt x="75" y="310"/>
                    <a:pt x="226" y="355"/>
                    <a:pt x="226" y="355"/>
                  </a:cubicBezTo>
                  <a:lnTo>
                    <a:pt x="414" y="346"/>
                  </a:lnTo>
                  <a:lnTo>
                    <a:pt x="610" y="328"/>
                  </a:lnTo>
                  <a:lnTo>
                    <a:pt x="753" y="239"/>
                  </a:lnTo>
                  <a:lnTo>
                    <a:pt x="770" y="141"/>
                  </a:lnTo>
                  <a:lnTo>
                    <a:pt x="762" y="52"/>
                  </a:lnTo>
                  <a:cubicBezTo>
                    <a:pt x="726" y="43"/>
                    <a:pt x="637" y="16"/>
                    <a:pt x="512" y="16"/>
                  </a:cubicBezTo>
                  <a:cubicBezTo>
                    <a:pt x="428" y="16"/>
                    <a:pt x="405" y="0"/>
                    <a:pt x="369" y="0"/>
                  </a:cubicBez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1"/>
            <p:cNvSpPr/>
            <p:nvPr/>
          </p:nvSpPr>
          <p:spPr>
            <a:xfrm>
              <a:off x="5120068" y="3438954"/>
              <a:ext cx="118350" cy="72418"/>
            </a:xfrm>
            <a:custGeom>
              <a:rect b="b" l="l" r="r" t="t"/>
              <a:pathLst>
                <a:path extrusionOk="0" h="350" w="572">
                  <a:moveTo>
                    <a:pt x="378" y="1"/>
                  </a:moveTo>
                  <a:cubicBezTo>
                    <a:pt x="371" y="1"/>
                    <a:pt x="364" y="1"/>
                    <a:pt x="357" y="2"/>
                  </a:cubicBezTo>
                  <a:cubicBezTo>
                    <a:pt x="286" y="11"/>
                    <a:pt x="197" y="11"/>
                    <a:pt x="197" y="11"/>
                  </a:cubicBezTo>
                  <a:cubicBezTo>
                    <a:pt x="170" y="11"/>
                    <a:pt x="54" y="29"/>
                    <a:pt x="36" y="55"/>
                  </a:cubicBezTo>
                  <a:cubicBezTo>
                    <a:pt x="27" y="82"/>
                    <a:pt x="0" y="91"/>
                    <a:pt x="18" y="145"/>
                  </a:cubicBezTo>
                  <a:cubicBezTo>
                    <a:pt x="27" y="198"/>
                    <a:pt x="81" y="269"/>
                    <a:pt x="81" y="269"/>
                  </a:cubicBezTo>
                  <a:lnTo>
                    <a:pt x="232" y="323"/>
                  </a:lnTo>
                  <a:lnTo>
                    <a:pt x="384" y="350"/>
                  </a:lnTo>
                  <a:cubicBezTo>
                    <a:pt x="384" y="350"/>
                    <a:pt x="527" y="252"/>
                    <a:pt x="536" y="198"/>
                  </a:cubicBezTo>
                  <a:cubicBezTo>
                    <a:pt x="553" y="136"/>
                    <a:pt x="571" y="64"/>
                    <a:pt x="571" y="64"/>
                  </a:cubicBezTo>
                  <a:lnTo>
                    <a:pt x="571" y="38"/>
                  </a:lnTo>
                  <a:cubicBezTo>
                    <a:pt x="571" y="38"/>
                    <a:pt x="453" y="1"/>
                    <a:pt x="378"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1"/>
            <p:cNvSpPr/>
            <p:nvPr/>
          </p:nvSpPr>
          <p:spPr>
            <a:xfrm>
              <a:off x="5114482" y="3616272"/>
              <a:ext cx="201319" cy="104076"/>
            </a:xfrm>
            <a:custGeom>
              <a:rect b="b" l="l" r="r" t="t"/>
              <a:pathLst>
                <a:path extrusionOk="0" h="503" w="973">
                  <a:moveTo>
                    <a:pt x="456" y="0"/>
                  </a:moveTo>
                  <a:cubicBezTo>
                    <a:pt x="447" y="0"/>
                    <a:pt x="438" y="0"/>
                    <a:pt x="429" y="1"/>
                  </a:cubicBezTo>
                  <a:cubicBezTo>
                    <a:pt x="331" y="10"/>
                    <a:pt x="206" y="73"/>
                    <a:pt x="206" y="73"/>
                  </a:cubicBezTo>
                  <a:lnTo>
                    <a:pt x="99" y="108"/>
                  </a:lnTo>
                  <a:cubicBezTo>
                    <a:pt x="99" y="108"/>
                    <a:pt x="79" y="100"/>
                    <a:pt x="60" y="100"/>
                  </a:cubicBezTo>
                  <a:cubicBezTo>
                    <a:pt x="51" y="100"/>
                    <a:pt x="42" y="102"/>
                    <a:pt x="36" y="108"/>
                  </a:cubicBezTo>
                  <a:cubicBezTo>
                    <a:pt x="18" y="117"/>
                    <a:pt x="1" y="206"/>
                    <a:pt x="1" y="206"/>
                  </a:cubicBezTo>
                  <a:lnTo>
                    <a:pt x="99" y="305"/>
                  </a:lnTo>
                  <a:cubicBezTo>
                    <a:pt x="99" y="305"/>
                    <a:pt x="108" y="314"/>
                    <a:pt x="134" y="340"/>
                  </a:cubicBezTo>
                  <a:cubicBezTo>
                    <a:pt x="163" y="362"/>
                    <a:pt x="175" y="401"/>
                    <a:pt x="206" y="401"/>
                  </a:cubicBezTo>
                  <a:cubicBezTo>
                    <a:pt x="214" y="401"/>
                    <a:pt x="222" y="399"/>
                    <a:pt x="233" y="394"/>
                  </a:cubicBezTo>
                  <a:cubicBezTo>
                    <a:pt x="286" y="367"/>
                    <a:pt x="322" y="358"/>
                    <a:pt x="322" y="358"/>
                  </a:cubicBezTo>
                  <a:cubicBezTo>
                    <a:pt x="322" y="358"/>
                    <a:pt x="375" y="403"/>
                    <a:pt x="411" y="438"/>
                  </a:cubicBezTo>
                  <a:cubicBezTo>
                    <a:pt x="447" y="474"/>
                    <a:pt x="438" y="465"/>
                    <a:pt x="518" y="483"/>
                  </a:cubicBezTo>
                  <a:cubicBezTo>
                    <a:pt x="566" y="499"/>
                    <a:pt x="602" y="502"/>
                    <a:pt x="622" y="502"/>
                  </a:cubicBezTo>
                  <a:cubicBezTo>
                    <a:pt x="636" y="502"/>
                    <a:pt x="643" y="501"/>
                    <a:pt x="643" y="501"/>
                  </a:cubicBezTo>
                  <a:lnTo>
                    <a:pt x="786" y="474"/>
                  </a:lnTo>
                  <a:lnTo>
                    <a:pt x="875" y="367"/>
                  </a:lnTo>
                  <a:cubicBezTo>
                    <a:pt x="875" y="367"/>
                    <a:pt x="973" y="305"/>
                    <a:pt x="928" y="251"/>
                  </a:cubicBezTo>
                  <a:cubicBezTo>
                    <a:pt x="875" y="189"/>
                    <a:pt x="795" y="126"/>
                    <a:pt x="759" y="108"/>
                  </a:cubicBezTo>
                  <a:cubicBezTo>
                    <a:pt x="723" y="90"/>
                    <a:pt x="634" y="37"/>
                    <a:pt x="634" y="37"/>
                  </a:cubicBezTo>
                  <a:cubicBezTo>
                    <a:pt x="634" y="37"/>
                    <a:pt x="546" y="0"/>
                    <a:pt x="456"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1"/>
            <p:cNvSpPr/>
            <p:nvPr/>
          </p:nvSpPr>
          <p:spPr>
            <a:xfrm>
              <a:off x="5393173" y="3716207"/>
              <a:ext cx="252631" cy="97868"/>
            </a:xfrm>
            <a:custGeom>
              <a:rect b="b" l="l" r="r" t="t"/>
              <a:pathLst>
                <a:path extrusionOk="0" h="473" w="1221">
                  <a:moveTo>
                    <a:pt x="170" y="0"/>
                  </a:moveTo>
                  <a:lnTo>
                    <a:pt x="54" y="80"/>
                  </a:lnTo>
                  <a:lnTo>
                    <a:pt x="1" y="250"/>
                  </a:lnTo>
                  <a:lnTo>
                    <a:pt x="54" y="339"/>
                  </a:lnTo>
                  <a:lnTo>
                    <a:pt x="108" y="410"/>
                  </a:lnTo>
                  <a:lnTo>
                    <a:pt x="295" y="446"/>
                  </a:lnTo>
                  <a:cubicBezTo>
                    <a:pt x="295" y="446"/>
                    <a:pt x="358" y="472"/>
                    <a:pt x="428" y="472"/>
                  </a:cubicBezTo>
                  <a:cubicBezTo>
                    <a:pt x="449" y="472"/>
                    <a:pt x="471" y="470"/>
                    <a:pt x="491" y="464"/>
                  </a:cubicBezTo>
                  <a:cubicBezTo>
                    <a:pt x="531" y="455"/>
                    <a:pt x="574" y="453"/>
                    <a:pt x="606" y="453"/>
                  </a:cubicBezTo>
                  <a:cubicBezTo>
                    <a:pt x="639" y="453"/>
                    <a:pt x="661" y="455"/>
                    <a:pt x="661" y="455"/>
                  </a:cubicBezTo>
                  <a:cubicBezTo>
                    <a:pt x="661" y="455"/>
                    <a:pt x="750" y="401"/>
                    <a:pt x="1009" y="330"/>
                  </a:cubicBezTo>
                  <a:cubicBezTo>
                    <a:pt x="1213" y="264"/>
                    <a:pt x="1220" y="258"/>
                    <a:pt x="1216" y="258"/>
                  </a:cubicBezTo>
                  <a:cubicBezTo>
                    <a:pt x="1215" y="258"/>
                    <a:pt x="1214" y="259"/>
                    <a:pt x="1214" y="259"/>
                  </a:cubicBezTo>
                  <a:lnTo>
                    <a:pt x="1053" y="187"/>
                  </a:lnTo>
                  <a:cubicBezTo>
                    <a:pt x="1053" y="187"/>
                    <a:pt x="1000" y="161"/>
                    <a:pt x="928" y="143"/>
                  </a:cubicBezTo>
                  <a:cubicBezTo>
                    <a:pt x="866" y="125"/>
                    <a:pt x="830" y="18"/>
                    <a:pt x="830" y="18"/>
                  </a:cubicBezTo>
                  <a:lnTo>
                    <a:pt x="688" y="0"/>
                  </a:lnTo>
                  <a:lnTo>
                    <a:pt x="456" y="62"/>
                  </a:lnTo>
                  <a:lnTo>
                    <a:pt x="170" y="0"/>
                  </a:ln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1"/>
            <p:cNvSpPr/>
            <p:nvPr/>
          </p:nvSpPr>
          <p:spPr>
            <a:xfrm>
              <a:off x="5341448" y="3300742"/>
              <a:ext cx="179387" cy="87109"/>
            </a:xfrm>
            <a:custGeom>
              <a:rect b="b" l="l" r="r" t="t"/>
              <a:pathLst>
                <a:path extrusionOk="0" h="421" w="867">
                  <a:moveTo>
                    <a:pt x="732" y="1"/>
                  </a:moveTo>
                  <a:lnTo>
                    <a:pt x="608" y="19"/>
                  </a:lnTo>
                  <a:cubicBezTo>
                    <a:pt x="608" y="19"/>
                    <a:pt x="527" y="34"/>
                    <a:pt x="476" y="34"/>
                  </a:cubicBezTo>
                  <a:cubicBezTo>
                    <a:pt x="459" y="34"/>
                    <a:pt x="445" y="32"/>
                    <a:pt x="438" y="28"/>
                  </a:cubicBezTo>
                  <a:cubicBezTo>
                    <a:pt x="433" y="22"/>
                    <a:pt x="419" y="20"/>
                    <a:pt x="402" y="20"/>
                  </a:cubicBezTo>
                  <a:cubicBezTo>
                    <a:pt x="331" y="20"/>
                    <a:pt x="188" y="54"/>
                    <a:pt x="188" y="54"/>
                  </a:cubicBezTo>
                  <a:cubicBezTo>
                    <a:pt x="188" y="54"/>
                    <a:pt x="63" y="170"/>
                    <a:pt x="45" y="215"/>
                  </a:cubicBezTo>
                  <a:lnTo>
                    <a:pt x="1" y="322"/>
                  </a:lnTo>
                  <a:lnTo>
                    <a:pt x="45" y="402"/>
                  </a:lnTo>
                  <a:lnTo>
                    <a:pt x="269" y="420"/>
                  </a:lnTo>
                  <a:cubicBezTo>
                    <a:pt x="269" y="420"/>
                    <a:pt x="384" y="411"/>
                    <a:pt x="429" y="367"/>
                  </a:cubicBezTo>
                  <a:cubicBezTo>
                    <a:pt x="450" y="345"/>
                    <a:pt x="475" y="336"/>
                    <a:pt x="511" y="336"/>
                  </a:cubicBezTo>
                  <a:cubicBezTo>
                    <a:pt x="551" y="336"/>
                    <a:pt x="604" y="348"/>
                    <a:pt x="679" y="367"/>
                  </a:cubicBezTo>
                  <a:cubicBezTo>
                    <a:pt x="704" y="371"/>
                    <a:pt x="726" y="373"/>
                    <a:pt x="745" y="373"/>
                  </a:cubicBezTo>
                  <a:cubicBezTo>
                    <a:pt x="833" y="373"/>
                    <a:pt x="857" y="331"/>
                    <a:pt x="857" y="331"/>
                  </a:cubicBezTo>
                  <a:cubicBezTo>
                    <a:pt x="857" y="331"/>
                    <a:pt x="866" y="170"/>
                    <a:pt x="857" y="144"/>
                  </a:cubicBezTo>
                  <a:cubicBezTo>
                    <a:pt x="848" y="117"/>
                    <a:pt x="732" y="1"/>
                    <a:pt x="732"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1"/>
            <p:cNvSpPr/>
            <p:nvPr/>
          </p:nvSpPr>
          <p:spPr>
            <a:xfrm>
              <a:off x="5033378" y="3852764"/>
              <a:ext cx="634991" cy="64763"/>
            </a:xfrm>
            <a:custGeom>
              <a:rect b="b" l="l" r="r" t="t"/>
              <a:pathLst>
                <a:path extrusionOk="0" h="313" w="3069">
                  <a:moveTo>
                    <a:pt x="0" y="0"/>
                  </a:moveTo>
                  <a:lnTo>
                    <a:pt x="0" y="312"/>
                  </a:lnTo>
                  <a:lnTo>
                    <a:pt x="3069" y="312"/>
                  </a:lnTo>
                  <a:lnTo>
                    <a:pt x="3069"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1"/>
            <p:cNvSpPr/>
            <p:nvPr/>
          </p:nvSpPr>
          <p:spPr>
            <a:xfrm>
              <a:off x="5072068" y="3917318"/>
              <a:ext cx="557609" cy="531759"/>
            </a:xfrm>
            <a:custGeom>
              <a:rect b="b" l="l" r="r" t="t"/>
              <a:pathLst>
                <a:path extrusionOk="0" h="2570" w="2695">
                  <a:moveTo>
                    <a:pt x="0" y="0"/>
                  </a:moveTo>
                  <a:lnTo>
                    <a:pt x="232" y="2570"/>
                  </a:lnTo>
                  <a:lnTo>
                    <a:pt x="2472" y="2570"/>
                  </a:lnTo>
                  <a:lnTo>
                    <a:pt x="269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1"/>
            <p:cNvSpPr/>
            <p:nvPr/>
          </p:nvSpPr>
          <p:spPr>
            <a:xfrm>
              <a:off x="5072068" y="3917318"/>
              <a:ext cx="557609" cy="40761"/>
            </a:xfrm>
            <a:custGeom>
              <a:rect b="b" l="l" r="r" t="t"/>
              <a:pathLst>
                <a:path extrusionOk="0" h="197" w="2695">
                  <a:moveTo>
                    <a:pt x="0" y="0"/>
                  </a:moveTo>
                  <a:lnTo>
                    <a:pt x="18" y="197"/>
                  </a:lnTo>
                  <a:lnTo>
                    <a:pt x="2677" y="197"/>
                  </a:lnTo>
                  <a:lnTo>
                    <a:pt x="269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5" name="Google Shape;4185;p71"/>
          <p:cNvGrpSpPr/>
          <p:nvPr/>
        </p:nvGrpSpPr>
        <p:grpSpPr>
          <a:xfrm>
            <a:off x="8430894" y="2688291"/>
            <a:ext cx="942613" cy="2225784"/>
            <a:chOff x="1214466" y="2918796"/>
            <a:chExt cx="786428" cy="1856987"/>
          </a:xfrm>
        </p:grpSpPr>
        <p:sp>
          <p:nvSpPr>
            <p:cNvPr id="4186" name="Google Shape;4186;p71"/>
            <p:cNvSpPr/>
            <p:nvPr/>
          </p:nvSpPr>
          <p:spPr>
            <a:xfrm>
              <a:off x="1718262" y="3276741"/>
              <a:ext cx="282632" cy="1052344"/>
            </a:xfrm>
            <a:custGeom>
              <a:rect b="b" l="l" r="r" t="t"/>
              <a:pathLst>
                <a:path extrusionOk="0" h="5086" w="1366">
                  <a:moveTo>
                    <a:pt x="1366" y="1"/>
                  </a:moveTo>
                  <a:lnTo>
                    <a:pt x="1" y="5005"/>
                  </a:lnTo>
                  <a:lnTo>
                    <a:pt x="99" y="5086"/>
                  </a:lnTo>
                  <a:cubicBezTo>
                    <a:pt x="1294" y="2321"/>
                    <a:pt x="1366" y="1"/>
                    <a:pt x="13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1"/>
            <p:cNvSpPr/>
            <p:nvPr/>
          </p:nvSpPr>
          <p:spPr>
            <a:xfrm>
              <a:off x="1696123" y="3276741"/>
              <a:ext cx="304771" cy="1035791"/>
            </a:xfrm>
            <a:custGeom>
              <a:rect b="b" l="l" r="r" t="t"/>
              <a:pathLst>
                <a:path extrusionOk="0" h="5006" w="1473">
                  <a:moveTo>
                    <a:pt x="1473" y="1"/>
                  </a:moveTo>
                  <a:cubicBezTo>
                    <a:pt x="1473" y="1"/>
                    <a:pt x="483" y="1553"/>
                    <a:pt x="1" y="4916"/>
                  </a:cubicBezTo>
                  <a:lnTo>
                    <a:pt x="108" y="5005"/>
                  </a:lnTo>
                  <a:lnTo>
                    <a:pt x="1473"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1"/>
            <p:cNvSpPr/>
            <p:nvPr/>
          </p:nvSpPr>
          <p:spPr>
            <a:xfrm>
              <a:off x="1687020" y="3134598"/>
              <a:ext cx="227182" cy="1069104"/>
            </a:xfrm>
            <a:custGeom>
              <a:rect b="b" l="l" r="r" t="t"/>
              <a:pathLst>
                <a:path extrusionOk="0" h="5167" w="1098">
                  <a:moveTo>
                    <a:pt x="999" y="1"/>
                  </a:moveTo>
                  <a:lnTo>
                    <a:pt x="0" y="5086"/>
                  </a:lnTo>
                  <a:lnTo>
                    <a:pt x="107" y="5166"/>
                  </a:lnTo>
                  <a:cubicBezTo>
                    <a:pt x="1097" y="2321"/>
                    <a:pt x="999" y="1"/>
                    <a:pt x="9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1"/>
            <p:cNvSpPr/>
            <p:nvPr/>
          </p:nvSpPr>
          <p:spPr>
            <a:xfrm>
              <a:off x="1664882" y="3134598"/>
              <a:ext cx="229044" cy="1052344"/>
            </a:xfrm>
            <a:custGeom>
              <a:rect b="b" l="l" r="r" t="t"/>
              <a:pathLst>
                <a:path extrusionOk="0" h="5086" w="1107">
                  <a:moveTo>
                    <a:pt x="1106" y="1"/>
                  </a:moveTo>
                  <a:cubicBezTo>
                    <a:pt x="1106" y="1"/>
                    <a:pt x="232" y="1625"/>
                    <a:pt x="0" y="5014"/>
                  </a:cubicBezTo>
                  <a:lnTo>
                    <a:pt x="107" y="5086"/>
                  </a:lnTo>
                  <a:lnTo>
                    <a:pt x="1106"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1"/>
            <p:cNvSpPr/>
            <p:nvPr/>
          </p:nvSpPr>
          <p:spPr>
            <a:xfrm>
              <a:off x="1648123" y="3007352"/>
              <a:ext cx="171938" cy="1118762"/>
            </a:xfrm>
            <a:custGeom>
              <a:rect b="b" l="l" r="r" t="t"/>
              <a:pathLst>
                <a:path extrusionOk="0" h="5407" w="831">
                  <a:moveTo>
                    <a:pt x="527" y="0"/>
                  </a:moveTo>
                  <a:lnTo>
                    <a:pt x="1" y="5362"/>
                  </a:lnTo>
                  <a:lnTo>
                    <a:pt x="108" y="5406"/>
                  </a:lnTo>
                  <a:cubicBezTo>
                    <a:pt x="830" y="2258"/>
                    <a:pt x="527" y="1"/>
                    <a:pt x="5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1"/>
            <p:cNvSpPr/>
            <p:nvPr/>
          </p:nvSpPr>
          <p:spPr>
            <a:xfrm>
              <a:off x="1609434" y="3007352"/>
              <a:ext cx="147937" cy="1109451"/>
            </a:xfrm>
            <a:custGeom>
              <a:rect b="b" l="l" r="r" t="t"/>
              <a:pathLst>
                <a:path extrusionOk="0" h="5362" w="715">
                  <a:moveTo>
                    <a:pt x="714" y="0"/>
                  </a:moveTo>
                  <a:lnTo>
                    <a:pt x="714" y="0"/>
                  </a:lnTo>
                  <a:cubicBezTo>
                    <a:pt x="714" y="1"/>
                    <a:pt x="1" y="1910"/>
                    <a:pt x="72" y="5326"/>
                  </a:cubicBezTo>
                  <a:lnTo>
                    <a:pt x="188" y="5362"/>
                  </a:lnTo>
                  <a:lnTo>
                    <a:pt x="71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1"/>
            <p:cNvSpPr/>
            <p:nvPr/>
          </p:nvSpPr>
          <p:spPr>
            <a:xfrm>
              <a:off x="1607571" y="2918796"/>
              <a:ext cx="109039" cy="1127866"/>
            </a:xfrm>
            <a:custGeom>
              <a:rect b="b" l="l" r="r" t="t"/>
              <a:pathLst>
                <a:path extrusionOk="0" h="5451" w="527">
                  <a:moveTo>
                    <a:pt x="1" y="0"/>
                  </a:moveTo>
                  <a:lnTo>
                    <a:pt x="1" y="5451"/>
                  </a:lnTo>
                  <a:lnTo>
                    <a:pt x="117" y="5451"/>
                  </a:lnTo>
                  <a:cubicBezTo>
                    <a:pt x="527" y="2114"/>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1"/>
            <p:cNvSpPr/>
            <p:nvPr/>
          </p:nvSpPr>
          <p:spPr>
            <a:xfrm>
              <a:off x="1500605" y="2918796"/>
              <a:ext cx="107177" cy="1127866"/>
            </a:xfrm>
            <a:custGeom>
              <a:rect b="b" l="l" r="r" t="t"/>
              <a:pathLst>
                <a:path extrusionOk="0" h="5451" w="518">
                  <a:moveTo>
                    <a:pt x="518" y="0"/>
                  </a:moveTo>
                  <a:cubicBezTo>
                    <a:pt x="518" y="0"/>
                    <a:pt x="0" y="2114"/>
                    <a:pt x="402" y="5451"/>
                  </a:cubicBezTo>
                  <a:lnTo>
                    <a:pt x="518" y="5451"/>
                  </a:lnTo>
                  <a:lnTo>
                    <a:pt x="51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1"/>
            <p:cNvSpPr/>
            <p:nvPr/>
          </p:nvSpPr>
          <p:spPr>
            <a:xfrm>
              <a:off x="1214466" y="3276741"/>
              <a:ext cx="284494" cy="1052344"/>
            </a:xfrm>
            <a:custGeom>
              <a:rect b="b" l="l" r="r" t="t"/>
              <a:pathLst>
                <a:path extrusionOk="0" h="5086" w="1375">
                  <a:moveTo>
                    <a:pt x="0" y="1"/>
                  </a:moveTo>
                  <a:cubicBezTo>
                    <a:pt x="0" y="1"/>
                    <a:pt x="72" y="2321"/>
                    <a:pt x="1276" y="5086"/>
                  </a:cubicBezTo>
                  <a:lnTo>
                    <a:pt x="1374" y="5005"/>
                  </a:lnTo>
                  <a:lnTo>
                    <a:pt x="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1"/>
            <p:cNvSpPr/>
            <p:nvPr/>
          </p:nvSpPr>
          <p:spPr>
            <a:xfrm>
              <a:off x="1214466" y="3276741"/>
              <a:ext cx="304771" cy="1035791"/>
            </a:xfrm>
            <a:custGeom>
              <a:rect b="b" l="l" r="r" t="t"/>
              <a:pathLst>
                <a:path extrusionOk="0" h="5006" w="1473">
                  <a:moveTo>
                    <a:pt x="0" y="1"/>
                  </a:moveTo>
                  <a:lnTo>
                    <a:pt x="1374" y="5005"/>
                  </a:lnTo>
                  <a:lnTo>
                    <a:pt x="1472" y="4916"/>
                  </a:lnTo>
                  <a:cubicBezTo>
                    <a:pt x="1000" y="1553"/>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1"/>
            <p:cNvSpPr/>
            <p:nvPr/>
          </p:nvSpPr>
          <p:spPr>
            <a:xfrm>
              <a:off x="1301156" y="3134598"/>
              <a:ext cx="229044" cy="1069104"/>
            </a:xfrm>
            <a:custGeom>
              <a:rect b="b" l="l" r="r" t="t"/>
              <a:pathLst>
                <a:path extrusionOk="0" h="5167" w="1107">
                  <a:moveTo>
                    <a:pt x="108" y="1"/>
                  </a:moveTo>
                  <a:cubicBezTo>
                    <a:pt x="108" y="1"/>
                    <a:pt x="1" y="2321"/>
                    <a:pt x="1000" y="5166"/>
                  </a:cubicBezTo>
                  <a:lnTo>
                    <a:pt x="1107" y="5086"/>
                  </a:lnTo>
                  <a:lnTo>
                    <a:pt x="10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1"/>
            <p:cNvSpPr/>
            <p:nvPr/>
          </p:nvSpPr>
          <p:spPr>
            <a:xfrm>
              <a:off x="1323294" y="3134598"/>
              <a:ext cx="229044" cy="1052344"/>
            </a:xfrm>
            <a:custGeom>
              <a:rect b="b" l="l" r="r" t="t"/>
              <a:pathLst>
                <a:path extrusionOk="0" h="5086" w="1107">
                  <a:moveTo>
                    <a:pt x="1" y="1"/>
                  </a:moveTo>
                  <a:lnTo>
                    <a:pt x="1000" y="5086"/>
                  </a:lnTo>
                  <a:lnTo>
                    <a:pt x="1107" y="5014"/>
                  </a:lnTo>
                  <a:cubicBezTo>
                    <a:pt x="875" y="1625"/>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1"/>
            <p:cNvSpPr/>
            <p:nvPr/>
          </p:nvSpPr>
          <p:spPr>
            <a:xfrm>
              <a:off x="1395295" y="3007352"/>
              <a:ext cx="173800" cy="1118762"/>
            </a:xfrm>
            <a:custGeom>
              <a:rect b="b" l="l" r="r" t="t"/>
              <a:pathLst>
                <a:path extrusionOk="0" h="5407" w="840">
                  <a:moveTo>
                    <a:pt x="313" y="0"/>
                  </a:moveTo>
                  <a:cubicBezTo>
                    <a:pt x="313" y="1"/>
                    <a:pt x="1" y="2258"/>
                    <a:pt x="723" y="5406"/>
                  </a:cubicBezTo>
                  <a:lnTo>
                    <a:pt x="839" y="5362"/>
                  </a:lnTo>
                  <a:lnTo>
                    <a:pt x="313"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1"/>
            <p:cNvSpPr/>
            <p:nvPr/>
          </p:nvSpPr>
          <p:spPr>
            <a:xfrm>
              <a:off x="1459847" y="3007352"/>
              <a:ext cx="147937" cy="1109451"/>
            </a:xfrm>
            <a:custGeom>
              <a:rect b="b" l="l" r="r" t="t"/>
              <a:pathLst>
                <a:path extrusionOk="0" h="5362" w="715">
                  <a:moveTo>
                    <a:pt x="1" y="0"/>
                  </a:moveTo>
                  <a:lnTo>
                    <a:pt x="527" y="5362"/>
                  </a:lnTo>
                  <a:lnTo>
                    <a:pt x="634" y="5326"/>
                  </a:lnTo>
                  <a:cubicBezTo>
                    <a:pt x="715" y="1910"/>
                    <a:pt x="1" y="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1"/>
            <p:cNvSpPr/>
            <p:nvPr/>
          </p:nvSpPr>
          <p:spPr>
            <a:xfrm>
              <a:off x="1268053" y="3994907"/>
              <a:ext cx="681131" cy="86902"/>
            </a:xfrm>
            <a:custGeom>
              <a:rect b="b" l="l" r="r" t="t"/>
              <a:pathLst>
                <a:path extrusionOk="0" h="420" w="3292">
                  <a:moveTo>
                    <a:pt x="0" y="0"/>
                  </a:moveTo>
                  <a:lnTo>
                    <a:pt x="0" y="419"/>
                  </a:lnTo>
                  <a:lnTo>
                    <a:pt x="3292" y="419"/>
                  </a:lnTo>
                  <a:lnTo>
                    <a:pt x="3292"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1"/>
            <p:cNvSpPr/>
            <p:nvPr/>
          </p:nvSpPr>
          <p:spPr>
            <a:xfrm>
              <a:off x="1308605" y="4081600"/>
              <a:ext cx="598162" cy="694183"/>
            </a:xfrm>
            <a:custGeom>
              <a:rect b="b" l="l" r="r" t="t"/>
              <a:pathLst>
                <a:path extrusionOk="0" h="3355" w="2891">
                  <a:moveTo>
                    <a:pt x="0" y="0"/>
                  </a:moveTo>
                  <a:lnTo>
                    <a:pt x="250" y="3355"/>
                  </a:lnTo>
                  <a:lnTo>
                    <a:pt x="2650" y="3355"/>
                  </a:lnTo>
                  <a:lnTo>
                    <a:pt x="289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1"/>
            <p:cNvSpPr/>
            <p:nvPr/>
          </p:nvSpPr>
          <p:spPr>
            <a:xfrm>
              <a:off x="1308605" y="4081600"/>
              <a:ext cx="598162" cy="51934"/>
            </a:xfrm>
            <a:custGeom>
              <a:rect b="b" l="l" r="r" t="t"/>
              <a:pathLst>
                <a:path extrusionOk="0" h="251" w="2891">
                  <a:moveTo>
                    <a:pt x="0" y="0"/>
                  </a:moveTo>
                  <a:lnTo>
                    <a:pt x="18" y="250"/>
                  </a:lnTo>
                  <a:lnTo>
                    <a:pt x="2873" y="250"/>
                  </a:lnTo>
                  <a:lnTo>
                    <a:pt x="289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03" name="Google Shape;4203;p71"/>
          <p:cNvSpPr/>
          <p:nvPr/>
        </p:nvSpPr>
        <p:spPr>
          <a:xfrm>
            <a:off x="8274941" y="294388"/>
            <a:ext cx="1254515" cy="174375"/>
          </a:xfrm>
          <a:custGeom>
            <a:rect b="b" l="l" r="r" t="t"/>
            <a:pathLst>
              <a:path extrusionOk="0" h="759" w="5461">
                <a:moveTo>
                  <a:pt x="2793" y="0"/>
                </a:moveTo>
                <a:cubicBezTo>
                  <a:pt x="2177" y="0"/>
                  <a:pt x="1865" y="375"/>
                  <a:pt x="1865" y="375"/>
                </a:cubicBezTo>
                <a:cubicBezTo>
                  <a:pt x="1798" y="352"/>
                  <a:pt x="1736" y="342"/>
                  <a:pt x="1680" y="342"/>
                </a:cubicBezTo>
                <a:cubicBezTo>
                  <a:pt x="1433" y="342"/>
                  <a:pt x="1303" y="526"/>
                  <a:pt x="1303" y="526"/>
                </a:cubicBezTo>
                <a:cubicBezTo>
                  <a:pt x="1120" y="454"/>
                  <a:pt x="954" y="426"/>
                  <a:pt x="806" y="426"/>
                </a:cubicBezTo>
                <a:cubicBezTo>
                  <a:pt x="295" y="426"/>
                  <a:pt x="0" y="758"/>
                  <a:pt x="0" y="758"/>
                </a:cubicBezTo>
                <a:lnTo>
                  <a:pt x="5460" y="758"/>
                </a:lnTo>
                <a:cubicBezTo>
                  <a:pt x="5270" y="491"/>
                  <a:pt x="4996" y="421"/>
                  <a:pt x="4764" y="421"/>
                </a:cubicBezTo>
                <a:cubicBezTo>
                  <a:pt x="4517" y="421"/>
                  <a:pt x="4318" y="500"/>
                  <a:pt x="4318" y="500"/>
                </a:cubicBezTo>
                <a:cubicBezTo>
                  <a:pt x="4212" y="383"/>
                  <a:pt x="4084" y="347"/>
                  <a:pt x="3969" y="347"/>
                </a:cubicBezTo>
                <a:cubicBezTo>
                  <a:pt x="3795" y="347"/>
                  <a:pt x="3649" y="428"/>
                  <a:pt x="3649" y="428"/>
                </a:cubicBezTo>
                <a:cubicBezTo>
                  <a:pt x="3649" y="428"/>
                  <a:pt x="3408" y="0"/>
                  <a:pt x="27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1"/>
          <p:cNvSpPr/>
          <p:nvPr/>
        </p:nvSpPr>
        <p:spPr>
          <a:xfrm>
            <a:off x="-336509" y="539388"/>
            <a:ext cx="1254515" cy="174375"/>
          </a:xfrm>
          <a:custGeom>
            <a:rect b="b" l="l" r="r" t="t"/>
            <a:pathLst>
              <a:path extrusionOk="0" h="759" w="5461">
                <a:moveTo>
                  <a:pt x="2793" y="0"/>
                </a:moveTo>
                <a:cubicBezTo>
                  <a:pt x="2177" y="0"/>
                  <a:pt x="1865" y="375"/>
                  <a:pt x="1865" y="375"/>
                </a:cubicBezTo>
                <a:cubicBezTo>
                  <a:pt x="1798" y="352"/>
                  <a:pt x="1736" y="342"/>
                  <a:pt x="1680" y="342"/>
                </a:cubicBezTo>
                <a:cubicBezTo>
                  <a:pt x="1433" y="342"/>
                  <a:pt x="1303" y="526"/>
                  <a:pt x="1303" y="526"/>
                </a:cubicBezTo>
                <a:cubicBezTo>
                  <a:pt x="1120" y="454"/>
                  <a:pt x="954" y="426"/>
                  <a:pt x="806" y="426"/>
                </a:cubicBezTo>
                <a:cubicBezTo>
                  <a:pt x="295" y="426"/>
                  <a:pt x="0" y="758"/>
                  <a:pt x="0" y="758"/>
                </a:cubicBezTo>
                <a:lnTo>
                  <a:pt x="5460" y="758"/>
                </a:lnTo>
                <a:cubicBezTo>
                  <a:pt x="5270" y="491"/>
                  <a:pt x="4996" y="421"/>
                  <a:pt x="4764" y="421"/>
                </a:cubicBezTo>
                <a:cubicBezTo>
                  <a:pt x="4517" y="421"/>
                  <a:pt x="4318" y="500"/>
                  <a:pt x="4318" y="500"/>
                </a:cubicBezTo>
                <a:cubicBezTo>
                  <a:pt x="4212" y="383"/>
                  <a:pt x="4084" y="347"/>
                  <a:pt x="3969" y="347"/>
                </a:cubicBezTo>
                <a:cubicBezTo>
                  <a:pt x="3795" y="347"/>
                  <a:pt x="3649" y="428"/>
                  <a:pt x="3649" y="428"/>
                </a:cubicBezTo>
                <a:cubicBezTo>
                  <a:pt x="3649" y="428"/>
                  <a:pt x="3408" y="0"/>
                  <a:pt x="27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4205" name="Shape 4205"/>
        <p:cNvGrpSpPr/>
        <p:nvPr/>
      </p:nvGrpSpPr>
      <p:grpSpPr>
        <a:xfrm>
          <a:off x="0" y="0"/>
          <a:ext cx="0" cy="0"/>
          <a:chOff x="0" y="0"/>
          <a:chExt cx="0" cy="0"/>
        </a:xfrm>
      </p:grpSpPr>
      <p:sp>
        <p:nvSpPr>
          <p:cNvPr id="4206" name="Google Shape;4206;p72"/>
          <p:cNvSpPr/>
          <p:nvPr/>
        </p:nvSpPr>
        <p:spPr>
          <a:xfrm flipH="1">
            <a:off x="-1" y="4762490"/>
            <a:ext cx="9173906"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2"/>
          <p:cNvSpPr/>
          <p:nvPr/>
        </p:nvSpPr>
        <p:spPr>
          <a:xfrm rot="238332">
            <a:off x="-3594095" y="4242315"/>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08" name="Google Shape;4208;p72"/>
          <p:cNvGrpSpPr/>
          <p:nvPr/>
        </p:nvGrpSpPr>
        <p:grpSpPr>
          <a:xfrm>
            <a:off x="-12751" y="2647408"/>
            <a:ext cx="2737383" cy="2109215"/>
            <a:chOff x="3363545" y="1191568"/>
            <a:chExt cx="384038" cy="295876"/>
          </a:xfrm>
        </p:grpSpPr>
        <p:sp>
          <p:nvSpPr>
            <p:cNvPr id="4209" name="Google Shape;4209;p72"/>
            <p:cNvSpPr/>
            <p:nvPr/>
          </p:nvSpPr>
          <p:spPr>
            <a:xfrm>
              <a:off x="3363545"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2"/>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2"/>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2"/>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2"/>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2"/>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2"/>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6" name="Google Shape;4216;p72"/>
          <p:cNvSpPr/>
          <p:nvPr/>
        </p:nvSpPr>
        <p:spPr>
          <a:xfrm flipH="1" rot="-238332">
            <a:off x="7203298" y="4242312"/>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7" name="Google Shape;4217;p72"/>
          <p:cNvGrpSpPr/>
          <p:nvPr/>
        </p:nvGrpSpPr>
        <p:grpSpPr>
          <a:xfrm flipH="1">
            <a:off x="6438566" y="2647368"/>
            <a:ext cx="2737383" cy="2109215"/>
            <a:chOff x="3363545" y="1191568"/>
            <a:chExt cx="384038" cy="295876"/>
          </a:xfrm>
        </p:grpSpPr>
        <p:sp>
          <p:nvSpPr>
            <p:cNvPr id="4218" name="Google Shape;4218;p72"/>
            <p:cNvSpPr/>
            <p:nvPr/>
          </p:nvSpPr>
          <p:spPr>
            <a:xfrm>
              <a:off x="3363545"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2"/>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2"/>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2"/>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2"/>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2"/>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2"/>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25" name="Google Shape;4225;p72"/>
          <p:cNvSpPr/>
          <p:nvPr/>
        </p:nvSpPr>
        <p:spPr>
          <a:xfrm flipH="1">
            <a:off x="-334053" y="8650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2"/>
          <p:cNvSpPr/>
          <p:nvPr/>
        </p:nvSpPr>
        <p:spPr>
          <a:xfrm flipH="1">
            <a:off x="8430904" y="158472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9_2">
    <p:spTree>
      <p:nvGrpSpPr>
        <p:cNvPr id="4227" name="Shape 4227"/>
        <p:cNvGrpSpPr/>
        <p:nvPr/>
      </p:nvGrpSpPr>
      <p:grpSpPr>
        <a:xfrm>
          <a:off x="0" y="0"/>
          <a:ext cx="0" cy="0"/>
          <a:chOff x="0" y="0"/>
          <a:chExt cx="0" cy="0"/>
        </a:xfrm>
      </p:grpSpPr>
      <p:sp>
        <p:nvSpPr>
          <p:cNvPr id="4228" name="Google Shape;4228;p73"/>
          <p:cNvSpPr/>
          <p:nvPr/>
        </p:nvSpPr>
        <p:spPr>
          <a:xfrm flipH="1">
            <a:off x="-6" y="3996398"/>
            <a:ext cx="9173906" cy="1147080"/>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3"/>
          <p:cNvSpPr/>
          <p:nvPr/>
        </p:nvSpPr>
        <p:spPr>
          <a:xfrm flipH="1">
            <a:off x="-459104" y="3775428"/>
            <a:ext cx="6683105" cy="2534470"/>
          </a:xfrm>
          <a:custGeom>
            <a:rect b="b" l="l" r="r" t="t"/>
            <a:pathLst>
              <a:path extrusionOk="0" h="13052" w="30413">
                <a:moveTo>
                  <a:pt x="22990" y="1"/>
                </a:moveTo>
                <a:lnTo>
                  <a:pt x="13801" y="1071"/>
                </a:lnTo>
                <a:lnTo>
                  <a:pt x="13596" y="1071"/>
                </a:lnTo>
                <a:cubicBezTo>
                  <a:pt x="13596" y="1071"/>
                  <a:pt x="9965" y="1437"/>
                  <a:pt x="11027" y="1856"/>
                </a:cubicBezTo>
                <a:cubicBezTo>
                  <a:pt x="12080" y="2275"/>
                  <a:pt x="12570" y="2552"/>
                  <a:pt x="10447" y="2918"/>
                </a:cubicBezTo>
                <a:cubicBezTo>
                  <a:pt x="8333" y="3275"/>
                  <a:pt x="5960" y="3560"/>
                  <a:pt x="7610" y="4184"/>
                </a:cubicBezTo>
                <a:cubicBezTo>
                  <a:pt x="9260" y="4800"/>
                  <a:pt x="6575" y="5549"/>
                  <a:pt x="3694" y="5755"/>
                </a:cubicBezTo>
                <a:cubicBezTo>
                  <a:pt x="2427" y="5844"/>
                  <a:pt x="1098" y="6450"/>
                  <a:pt x="0" y="7102"/>
                </a:cubicBezTo>
                <a:lnTo>
                  <a:pt x="0" y="13052"/>
                </a:lnTo>
                <a:lnTo>
                  <a:pt x="28869" y="13052"/>
                </a:lnTo>
                <a:lnTo>
                  <a:pt x="30412" y="12704"/>
                </a:lnTo>
                <a:lnTo>
                  <a:pt x="30412" y="81"/>
                </a:lnTo>
                <a:lnTo>
                  <a:pt x="30038"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3"/>
          <p:cNvSpPr/>
          <p:nvPr/>
        </p:nvSpPr>
        <p:spPr>
          <a:xfrm flipH="1">
            <a:off x="-459104" y="3775428"/>
            <a:ext cx="6683105" cy="2534470"/>
          </a:xfrm>
          <a:custGeom>
            <a:rect b="b" l="l" r="r" t="t"/>
            <a:pathLst>
              <a:path extrusionOk="0" h="13052" w="30413">
                <a:moveTo>
                  <a:pt x="22990" y="1"/>
                </a:moveTo>
                <a:lnTo>
                  <a:pt x="15728" y="848"/>
                </a:lnTo>
                <a:lnTo>
                  <a:pt x="13569" y="1749"/>
                </a:lnTo>
                <a:cubicBezTo>
                  <a:pt x="13569" y="1749"/>
                  <a:pt x="15666" y="2409"/>
                  <a:pt x="12766" y="2909"/>
                </a:cubicBezTo>
                <a:cubicBezTo>
                  <a:pt x="9867" y="3417"/>
                  <a:pt x="12017" y="3997"/>
                  <a:pt x="13337" y="4184"/>
                </a:cubicBezTo>
                <a:cubicBezTo>
                  <a:pt x="14649" y="4372"/>
                  <a:pt x="15407" y="5210"/>
                  <a:pt x="8939" y="6236"/>
                </a:cubicBezTo>
                <a:cubicBezTo>
                  <a:pt x="2480" y="7271"/>
                  <a:pt x="4684" y="7789"/>
                  <a:pt x="5888" y="8029"/>
                </a:cubicBezTo>
                <a:cubicBezTo>
                  <a:pt x="7030" y="8252"/>
                  <a:pt x="5291" y="8725"/>
                  <a:pt x="0" y="9555"/>
                </a:cubicBezTo>
                <a:lnTo>
                  <a:pt x="0" y="13052"/>
                </a:lnTo>
                <a:lnTo>
                  <a:pt x="28494" y="13052"/>
                </a:lnTo>
                <a:lnTo>
                  <a:pt x="28155" y="7887"/>
                </a:lnTo>
                <a:cubicBezTo>
                  <a:pt x="28155" y="7887"/>
                  <a:pt x="25953" y="8060"/>
                  <a:pt x="24567" y="8060"/>
                </a:cubicBezTo>
                <a:cubicBezTo>
                  <a:pt x="24042" y="8060"/>
                  <a:pt x="23635" y="8036"/>
                  <a:pt x="23507" y="7967"/>
                </a:cubicBezTo>
                <a:cubicBezTo>
                  <a:pt x="23035" y="7726"/>
                  <a:pt x="26639" y="7664"/>
                  <a:pt x="25104" y="6888"/>
                </a:cubicBezTo>
                <a:cubicBezTo>
                  <a:pt x="23579" y="6111"/>
                  <a:pt x="18413" y="6067"/>
                  <a:pt x="20233" y="5317"/>
                </a:cubicBezTo>
                <a:cubicBezTo>
                  <a:pt x="22062" y="4577"/>
                  <a:pt x="20028" y="4220"/>
                  <a:pt x="18333" y="3640"/>
                </a:cubicBezTo>
                <a:cubicBezTo>
                  <a:pt x="16638" y="3060"/>
                  <a:pt x="17236" y="2543"/>
                  <a:pt x="18770" y="2525"/>
                </a:cubicBezTo>
                <a:cubicBezTo>
                  <a:pt x="18807" y="2525"/>
                  <a:pt x="18842" y="2525"/>
                  <a:pt x="18876" y="2525"/>
                </a:cubicBezTo>
                <a:cubicBezTo>
                  <a:pt x="20301" y="2525"/>
                  <a:pt x="20215" y="2879"/>
                  <a:pt x="19832" y="3105"/>
                </a:cubicBezTo>
                <a:cubicBezTo>
                  <a:pt x="19586" y="3247"/>
                  <a:pt x="19856" y="3386"/>
                  <a:pt x="20555" y="3386"/>
                </a:cubicBezTo>
                <a:cubicBezTo>
                  <a:pt x="20997" y="3386"/>
                  <a:pt x="21611" y="3330"/>
                  <a:pt x="22374" y="3185"/>
                </a:cubicBezTo>
                <a:cubicBezTo>
                  <a:pt x="22844" y="3098"/>
                  <a:pt x="23275" y="3061"/>
                  <a:pt x="23640" y="3061"/>
                </a:cubicBezTo>
                <a:cubicBezTo>
                  <a:pt x="24807" y="3061"/>
                  <a:pt x="25303" y="3439"/>
                  <a:pt x="24257" y="3765"/>
                </a:cubicBezTo>
                <a:cubicBezTo>
                  <a:pt x="23293" y="4074"/>
                  <a:pt x="23579" y="4205"/>
                  <a:pt x="24624" y="4205"/>
                </a:cubicBezTo>
                <a:cubicBezTo>
                  <a:pt x="25060" y="4205"/>
                  <a:pt x="25627" y="4182"/>
                  <a:pt x="26291" y="4140"/>
                </a:cubicBezTo>
                <a:cubicBezTo>
                  <a:pt x="26778" y="4109"/>
                  <a:pt x="27185" y="4094"/>
                  <a:pt x="27510" y="4094"/>
                </a:cubicBezTo>
                <a:cubicBezTo>
                  <a:pt x="28693" y="4094"/>
                  <a:pt x="28808" y="4287"/>
                  <a:pt x="27843" y="4595"/>
                </a:cubicBezTo>
                <a:cubicBezTo>
                  <a:pt x="27072" y="4842"/>
                  <a:pt x="27244" y="5114"/>
                  <a:pt x="28358" y="5114"/>
                </a:cubicBezTo>
                <a:cubicBezTo>
                  <a:pt x="28855" y="5114"/>
                  <a:pt x="29540" y="5060"/>
                  <a:pt x="30412" y="4925"/>
                </a:cubicBezTo>
                <a:lnTo>
                  <a:pt x="30412" y="179"/>
                </a:lnTo>
                <a:cubicBezTo>
                  <a:pt x="29547" y="108"/>
                  <a:pt x="28494" y="45"/>
                  <a:pt x="27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31" name="Google Shape;4231;p73"/>
          <p:cNvGrpSpPr/>
          <p:nvPr/>
        </p:nvGrpSpPr>
        <p:grpSpPr>
          <a:xfrm flipH="1">
            <a:off x="-760212" y="1663728"/>
            <a:ext cx="4484281" cy="2708498"/>
            <a:chOff x="6244119" y="1698941"/>
            <a:chExt cx="760628" cy="457625"/>
          </a:xfrm>
        </p:grpSpPr>
        <p:sp>
          <p:nvSpPr>
            <p:cNvPr id="4232" name="Google Shape;4232;p73"/>
            <p:cNvSpPr/>
            <p:nvPr/>
          </p:nvSpPr>
          <p:spPr>
            <a:xfrm>
              <a:off x="6462191" y="1698941"/>
              <a:ext cx="542556" cy="308882"/>
            </a:xfrm>
            <a:custGeom>
              <a:rect b="b" l="l" r="r" t="t"/>
              <a:pathLst>
                <a:path extrusionOk="0" h="6522" w="11456">
                  <a:moveTo>
                    <a:pt x="9502" y="0"/>
                  </a:moveTo>
                  <a:cubicBezTo>
                    <a:pt x="8699" y="0"/>
                    <a:pt x="8708" y="848"/>
                    <a:pt x="8708" y="848"/>
                  </a:cubicBezTo>
                  <a:cubicBezTo>
                    <a:pt x="8671" y="845"/>
                    <a:pt x="8636" y="844"/>
                    <a:pt x="8602" y="844"/>
                  </a:cubicBezTo>
                  <a:cubicBezTo>
                    <a:pt x="7656" y="844"/>
                    <a:pt x="7664" y="1775"/>
                    <a:pt x="7664" y="1775"/>
                  </a:cubicBezTo>
                  <a:cubicBezTo>
                    <a:pt x="7631" y="1773"/>
                    <a:pt x="7600" y="1772"/>
                    <a:pt x="7570" y="1772"/>
                  </a:cubicBezTo>
                  <a:cubicBezTo>
                    <a:pt x="6944" y="1772"/>
                    <a:pt x="6977" y="2284"/>
                    <a:pt x="6977" y="2284"/>
                  </a:cubicBezTo>
                  <a:cubicBezTo>
                    <a:pt x="6883" y="2268"/>
                    <a:pt x="6797" y="2261"/>
                    <a:pt x="6719" y="2261"/>
                  </a:cubicBezTo>
                  <a:cubicBezTo>
                    <a:pt x="5978" y="2261"/>
                    <a:pt x="5897" y="2882"/>
                    <a:pt x="5897" y="2882"/>
                  </a:cubicBezTo>
                  <a:cubicBezTo>
                    <a:pt x="5785" y="2868"/>
                    <a:pt x="5681" y="2861"/>
                    <a:pt x="5583" y="2861"/>
                  </a:cubicBezTo>
                  <a:cubicBezTo>
                    <a:pt x="4370" y="2861"/>
                    <a:pt x="4202" y="3854"/>
                    <a:pt x="4202" y="3854"/>
                  </a:cubicBezTo>
                  <a:cubicBezTo>
                    <a:pt x="4113" y="3833"/>
                    <a:pt x="4032" y="3823"/>
                    <a:pt x="3959" y="3823"/>
                  </a:cubicBezTo>
                  <a:cubicBezTo>
                    <a:pt x="3453" y="3823"/>
                    <a:pt x="3337" y="4273"/>
                    <a:pt x="3337" y="4273"/>
                  </a:cubicBezTo>
                  <a:cubicBezTo>
                    <a:pt x="3145" y="4199"/>
                    <a:pt x="2971" y="4168"/>
                    <a:pt x="2815" y="4168"/>
                  </a:cubicBezTo>
                  <a:cubicBezTo>
                    <a:pt x="2108" y="4168"/>
                    <a:pt x="1767" y="4791"/>
                    <a:pt x="1767" y="4791"/>
                  </a:cubicBezTo>
                  <a:cubicBezTo>
                    <a:pt x="1649" y="4743"/>
                    <a:pt x="1540" y="4724"/>
                    <a:pt x="1440" y="4724"/>
                  </a:cubicBezTo>
                  <a:cubicBezTo>
                    <a:pt x="1014" y="4724"/>
                    <a:pt x="768" y="5076"/>
                    <a:pt x="768" y="5076"/>
                  </a:cubicBezTo>
                  <a:lnTo>
                    <a:pt x="1" y="6521"/>
                  </a:lnTo>
                  <a:lnTo>
                    <a:pt x="11455" y="6521"/>
                  </a:lnTo>
                  <a:lnTo>
                    <a:pt x="1145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3"/>
            <p:cNvSpPr/>
            <p:nvPr/>
          </p:nvSpPr>
          <p:spPr>
            <a:xfrm>
              <a:off x="6401936" y="1925441"/>
              <a:ext cx="24990" cy="29240"/>
            </a:xfrm>
            <a:custGeom>
              <a:rect b="b" l="l" r="r" t="t"/>
              <a:pathLst>
                <a:path extrusionOk="0" h="805" w="688">
                  <a:moveTo>
                    <a:pt x="669" y="0"/>
                  </a:moveTo>
                  <a:cubicBezTo>
                    <a:pt x="619" y="0"/>
                    <a:pt x="477" y="18"/>
                    <a:pt x="455" y="215"/>
                  </a:cubicBezTo>
                  <a:cubicBezTo>
                    <a:pt x="455" y="215"/>
                    <a:pt x="437" y="208"/>
                    <a:pt x="413" y="208"/>
                  </a:cubicBezTo>
                  <a:cubicBezTo>
                    <a:pt x="378" y="208"/>
                    <a:pt x="332" y="224"/>
                    <a:pt x="322" y="305"/>
                  </a:cubicBezTo>
                  <a:cubicBezTo>
                    <a:pt x="322" y="305"/>
                    <a:pt x="274" y="288"/>
                    <a:pt x="215" y="288"/>
                  </a:cubicBezTo>
                  <a:cubicBezTo>
                    <a:pt x="132" y="288"/>
                    <a:pt x="26" y="321"/>
                    <a:pt x="0" y="483"/>
                  </a:cubicBezTo>
                  <a:lnTo>
                    <a:pt x="687" y="804"/>
                  </a:lnTo>
                  <a:lnTo>
                    <a:pt x="687" y="1"/>
                  </a:lnTo>
                  <a:cubicBezTo>
                    <a:pt x="687" y="1"/>
                    <a:pt x="680" y="0"/>
                    <a:pt x="669"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3"/>
            <p:cNvSpPr/>
            <p:nvPr/>
          </p:nvSpPr>
          <p:spPr>
            <a:xfrm>
              <a:off x="6780077" y="1840885"/>
              <a:ext cx="47328" cy="114452"/>
            </a:xfrm>
            <a:custGeom>
              <a:rect b="b" l="l" r="r" t="t"/>
              <a:pathLst>
                <a:path extrusionOk="0" h="3151" w="1303">
                  <a:moveTo>
                    <a:pt x="0" y="1"/>
                  </a:moveTo>
                  <a:lnTo>
                    <a:pt x="0" y="3150"/>
                  </a:lnTo>
                  <a:lnTo>
                    <a:pt x="1303" y="3150"/>
                  </a:lnTo>
                  <a:lnTo>
                    <a:pt x="1303"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3"/>
            <p:cNvSpPr/>
            <p:nvPr/>
          </p:nvSpPr>
          <p:spPr>
            <a:xfrm>
              <a:off x="6804376" y="1859373"/>
              <a:ext cx="5848" cy="1038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3"/>
            <p:cNvSpPr/>
            <p:nvPr/>
          </p:nvSpPr>
          <p:spPr>
            <a:xfrm>
              <a:off x="6790756" y="1848694"/>
              <a:ext cx="5884" cy="10715"/>
            </a:xfrm>
            <a:custGeom>
              <a:rect b="b" l="l" r="r" t="t"/>
              <a:pathLst>
                <a:path extrusionOk="0" h="295" w="162">
                  <a:moveTo>
                    <a:pt x="1" y="0"/>
                  </a:moveTo>
                  <a:lnTo>
                    <a:pt x="1" y="294"/>
                  </a:lnTo>
                  <a:lnTo>
                    <a:pt x="161" y="294"/>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3"/>
            <p:cNvSpPr/>
            <p:nvPr/>
          </p:nvSpPr>
          <p:spPr>
            <a:xfrm>
              <a:off x="6816689" y="1871359"/>
              <a:ext cx="5848" cy="10715"/>
            </a:xfrm>
            <a:custGeom>
              <a:rect b="b" l="l" r="r" t="t"/>
              <a:pathLst>
                <a:path extrusionOk="0" h="295" w="161">
                  <a:moveTo>
                    <a:pt x="0" y="1"/>
                  </a:moveTo>
                  <a:lnTo>
                    <a:pt x="0"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3"/>
            <p:cNvSpPr/>
            <p:nvPr/>
          </p:nvSpPr>
          <p:spPr>
            <a:xfrm>
              <a:off x="6808590" y="1896965"/>
              <a:ext cx="5848" cy="10715"/>
            </a:xfrm>
            <a:custGeom>
              <a:rect b="b" l="l" r="r" t="t"/>
              <a:pathLst>
                <a:path extrusionOk="0" h="295" w="161">
                  <a:moveTo>
                    <a:pt x="0" y="0"/>
                  </a:moveTo>
                  <a:lnTo>
                    <a:pt x="0"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3"/>
            <p:cNvSpPr/>
            <p:nvPr/>
          </p:nvSpPr>
          <p:spPr>
            <a:xfrm>
              <a:off x="6817343" y="1912838"/>
              <a:ext cx="5848" cy="10715"/>
            </a:xfrm>
            <a:custGeom>
              <a:rect b="b" l="l" r="r" t="t"/>
              <a:pathLst>
                <a:path extrusionOk="0" h="295" w="161">
                  <a:moveTo>
                    <a:pt x="0" y="0"/>
                  </a:moveTo>
                  <a:lnTo>
                    <a:pt x="0"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3"/>
            <p:cNvSpPr/>
            <p:nvPr/>
          </p:nvSpPr>
          <p:spPr>
            <a:xfrm>
              <a:off x="6787850" y="1870051"/>
              <a:ext cx="5848" cy="10751"/>
            </a:xfrm>
            <a:custGeom>
              <a:rect b="b" l="l" r="r" t="t"/>
              <a:pathLst>
                <a:path extrusionOk="0" h="296" w="161">
                  <a:moveTo>
                    <a:pt x="0" y="1"/>
                  </a:moveTo>
                  <a:lnTo>
                    <a:pt x="0"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3"/>
            <p:cNvSpPr/>
            <p:nvPr/>
          </p:nvSpPr>
          <p:spPr>
            <a:xfrm>
              <a:off x="6800817" y="1930671"/>
              <a:ext cx="11696" cy="24663"/>
            </a:xfrm>
            <a:custGeom>
              <a:rect b="b" l="l" r="r" t="t"/>
              <a:pathLst>
                <a:path extrusionOk="0" h="679" w="322">
                  <a:moveTo>
                    <a:pt x="0" y="0"/>
                  </a:moveTo>
                  <a:lnTo>
                    <a:pt x="0" y="678"/>
                  </a:lnTo>
                  <a:lnTo>
                    <a:pt x="321" y="678"/>
                  </a:lnTo>
                  <a:lnTo>
                    <a:pt x="32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3"/>
            <p:cNvSpPr/>
            <p:nvPr/>
          </p:nvSpPr>
          <p:spPr>
            <a:xfrm>
              <a:off x="6780077" y="1829553"/>
              <a:ext cx="47328" cy="11369"/>
            </a:xfrm>
            <a:custGeom>
              <a:rect b="b" l="l" r="r" t="t"/>
              <a:pathLst>
                <a:path extrusionOk="0" h="313" w="1303">
                  <a:moveTo>
                    <a:pt x="312" y="1"/>
                  </a:moveTo>
                  <a:lnTo>
                    <a:pt x="0" y="313"/>
                  </a:lnTo>
                  <a:lnTo>
                    <a:pt x="1303" y="313"/>
                  </a:lnTo>
                  <a:lnTo>
                    <a:pt x="130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3"/>
            <p:cNvSpPr/>
            <p:nvPr/>
          </p:nvSpPr>
          <p:spPr>
            <a:xfrm>
              <a:off x="6426235" y="1898563"/>
              <a:ext cx="32109" cy="56118"/>
            </a:xfrm>
            <a:custGeom>
              <a:rect b="b" l="l" r="r" t="t"/>
              <a:pathLst>
                <a:path extrusionOk="0" h="1545" w="884">
                  <a:moveTo>
                    <a:pt x="0" y="1"/>
                  </a:moveTo>
                  <a:lnTo>
                    <a:pt x="0" y="1544"/>
                  </a:lnTo>
                  <a:lnTo>
                    <a:pt x="884" y="1544"/>
                  </a:lnTo>
                  <a:lnTo>
                    <a:pt x="884"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3"/>
            <p:cNvSpPr/>
            <p:nvPr/>
          </p:nvSpPr>
          <p:spPr>
            <a:xfrm>
              <a:off x="6458306" y="1890791"/>
              <a:ext cx="7482" cy="63891"/>
            </a:xfrm>
            <a:custGeom>
              <a:rect b="b" l="l" r="r" t="t"/>
              <a:pathLst>
                <a:path extrusionOk="0" h="1759" w="206">
                  <a:moveTo>
                    <a:pt x="206" y="1"/>
                  </a:moveTo>
                  <a:lnTo>
                    <a:pt x="1" y="215"/>
                  </a:lnTo>
                  <a:lnTo>
                    <a:pt x="1" y="1758"/>
                  </a:lnTo>
                  <a:lnTo>
                    <a:pt x="206" y="1758"/>
                  </a:lnTo>
                  <a:lnTo>
                    <a:pt x="206"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3"/>
            <p:cNvSpPr/>
            <p:nvPr/>
          </p:nvSpPr>
          <p:spPr>
            <a:xfrm>
              <a:off x="6430121" y="1903757"/>
              <a:ext cx="4250" cy="7156"/>
            </a:xfrm>
            <a:custGeom>
              <a:rect b="b" l="l" r="r" t="t"/>
              <a:pathLst>
                <a:path extrusionOk="0" h="197" w="117">
                  <a:moveTo>
                    <a:pt x="0" y="1"/>
                  </a:moveTo>
                  <a:lnTo>
                    <a:pt x="0" y="197"/>
                  </a:lnTo>
                  <a:lnTo>
                    <a:pt x="116" y="197"/>
                  </a:lnTo>
                  <a:lnTo>
                    <a:pt x="11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3"/>
            <p:cNvSpPr/>
            <p:nvPr/>
          </p:nvSpPr>
          <p:spPr>
            <a:xfrm>
              <a:off x="6449553" y="1905719"/>
              <a:ext cx="4250" cy="7156"/>
            </a:xfrm>
            <a:custGeom>
              <a:rect b="b" l="l" r="r" t="t"/>
              <a:pathLst>
                <a:path extrusionOk="0" h="197" w="117">
                  <a:moveTo>
                    <a:pt x="1" y="0"/>
                  </a:moveTo>
                  <a:lnTo>
                    <a:pt x="1" y="196"/>
                  </a:lnTo>
                  <a:lnTo>
                    <a:pt x="117" y="196"/>
                  </a:lnTo>
                  <a:lnTo>
                    <a:pt x="117"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3"/>
            <p:cNvSpPr/>
            <p:nvPr/>
          </p:nvSpPr>
          <p:spPr>
            <a:xfrm>
              <a:off x="6439528" y="1911857"/>
              <a:ext cx="4250" cy="7156"/>
            </a:xfrm>
            <a:custGeom>
              <a:rect b="b" l="l" r="r" t="t"/>
              <a:pathLst>
                <a:path extrusionOk="0" h="197" w="117">
                  <a:moveTo>
                    <a:pt x="0" y="1"/>
                  </a:moveTo>
                  <a:lnTo>
                    <a:pt x="0" y="197"/>
                  </a:lnTo>
                  <a:lnTo>
                    <a:pt x="116" y="197"/>
                  </a:lnTo>
                  <a:lnTo>
                    <a:pt x="11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3"/>
            <p:cNvSpPr/>
            <p:nvPr/>
          </p:nvSpPr>
          <p:spPr>
            <a:xfrm>
              <a:off x="6448282" y="1925151"/>
              <a:ext cx="4250" cy="7156"/>
            </a:xfrm>
            <a:custGeom>
              <a:rect b="b" l="l" r="r" t="t"/>
              <a:pathLst>
                <a:path extrusionOk="0" h="197" w="117">
                  <a:moveTo>
                    <a:pt x="0" y="0"/>
                  </a:moveTo>
                  <a:lnTo>
                    <a:pt x="0" y="197"/>
                  </a:lnTo>
                  <a:lnTo>
                    <a:pt x="116" y="197"/>
                  </a:lnTo>
                  <a:lnTo>
                    <a:pt x="11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3"/>
            <p:cNvSpPr/>
            <p:nvPr/>
          </p:nvSpPr>
          <p:spPr>
            <a:xfrm>
              <a:off x="6433027" y="1923843"/>
              <a:ext cx="4250" cy="7192"/>
            </a:xfrm>
            <a:custGeom>
              <a:rect b="b" l="l" r="r" t="t"/>
              <a:pathLst>
                <a:path extrusionOk="0" h="198" w="117">
                  <a:moveTo>
                    <a:pt x="1" y="1"/>
                  </a:moveTo>
                  <a:lnTo>
                    <a:pt x="1" y="197"/>
                  </a:lnTo>
                  <a:lnTo>
                    <a:pt x="117" y="197"/>
                  </a:lnTo>
                  <a:lnTo>
                    <a:pt x="11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3"/>
            <p:cNvSpPr/>
            <p:nvPr/>
          </p:nvSpPr>
          <p:spPr>
            <a:xfrm>
              <a:off x="6436259" y="1939389"/>
              <a:ext cx="8136" cy="15292"/>
            </a:xfrm>
            <a:custGeom>
              <a:rect b="b" l="l" r="r" t="t"/>
              <a:pathLst>
                <a:path extrusionOk="0" h="421" w="224">
                  <a:moveTo>
                    <a:pt x="1" y="1"/>
                  </a:moveTo>
                  <a:lnTo>
                    <a:pt x="1" y="420"/>
                  </a:lnTo>
                  <a:lnTo>
                    <a:pt x="224" y="420"/>
                  </a:lnTo>
                  <a:lnTo>
                    <a:pt x="22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3"/>
            <p:cNvSpPr/>
            <p:nvPr/>
          </p:nvSpPr>
          <p:spPr>
            <a:xfrm>
              <a:off x="6426235" y="1890791"/>
              <a:ext cx="39555" cy="7809"/>
            </a:xfrm>
            <a:custGeom>
              <a:rect b="b" l="l" r="r" t="t"/>
              <a:pathLst>
                <a:path extrusionOk="0" h="215" w="1089">
                  <a:moveTo>
                    <a:pt x="215" y="1"/>
                  </a:moveTo>
                  <a:lnTo>
                    <a:pt x="0" y="215"/>
                  </a:lnTo>
                  <a:lnTo>
                    <a:pt x="884" y="215"/>
                  </a:lnTo>
                  <a:lnTo>
                    <a:pt x="108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3"/>
            <p:cNvSpPr/>
            <p:nvPr/>
          </p:nvSpPr>
          <p:spPr>
            <a:xfrm>
              <a:off x="6577549" y="1906990"/>
              <a:ext cx="52849" cy="85285"/>
            </a:xfrm>
            <a:custGeom>
              <a:rect b="b" l="l" r="r" t="t"/>
              <a:pathLst>
                <a:path extrusionOk="0" h="2348" w="1455">
                  <a:moveTo>
                    <a:pt x="1" y="1"/>
                  </a:moveTo>
                  <a:lnTo>
                    <a:pt x="1" y="2347"/>
                  </a:lnTo>
                  <a:lnTo>
                    <a:pt x="1455" y="2347"/>
                  </a:lnTo>
                  <a:lnTo>
                    <a:pt x="1455"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3"/>
            <p:cNvSpPr/>
            <p:nvPr/>
          </p:nvSpPr>
          <p:spPr>
            <a:xfrm>
              <a:off x="6616450" y="1913491"/>
              <a:ext cx="5521" cy="9734"/>
            </a:xfrm>
            <a:custGeom>
              <a:rect b="b" l="l" r="r" t="t"/>
              <a:pathLst>
                <a:path extrusionOk="0" h="268" w="152">
                  <a:moveTo>
                    <a:pt x="0" y="0"/>
                  </a:moveTo>
                  <a:lnTo>
                    <a:pt x="0" y="268"/>
                  </a:lnTo>
                  <a:lnTo>
                    <a:pt x="152" y="268"/>
                  </a:lnTo>
                  <a:lnTo>
                    <a:pt x="15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3"/>
            <p:cNvSpPr/>
            <p:nvPr/>
          </p:nvSpPr>
          <p:spPr>
            <a:xfrm>
              <a:off x="6602502" y="1925804"/>
              <a:ext cx="5230" cy="9734"/>
            </a:xfrm>
            <a:custGeom>
              <a:rect b="b" l="l" r="r" t="t"/>
              <a:pathLst>
                <a:path extrusionOk="0" h="268" w="144">
                  <a:moveTo>
                    <a:pt x="0" y="0"/>
                  </a:moveTo>
                  <a:lnTo>
                    <a:pt x="0" y="268"/>
                  </a:lnTo>
                  <a:lnTo>
                    <a:pt x="143" y="268"/>
                  </a:lnTo>
                  <a:lnTo>
                    <a:pt x="14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3"/>
            <p:cNvSpPr/>
            <p:nvPr/>
          </p:nvSpPr>
          <p:spPr>
            <a:xfrm>
              <a:off x="6584668" y="1915743"/>
              <a:ext cx="5230" cy="9444"/>
            </a:xfrm>
            <a:custGeom>
              <a:rect b="b" l="l" r="r" t="t"/>
              <a:pathLst>
                <a:path extrusionOk="0" h="260" w="144">
                  <a:moveTo>
                    <a:pt x="1" y="1"/>
                  </a:moveTo>
                  <a:lnTo>
                    <a:pt x="1" y="259"/>
                  </a:lnTo>
                  <a:lnTo>
                    <a:pt x="144" y="259"/>
                  </a:lnTo>
                  <a:lnTo>
                    <a:pt x="14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3"/>
            <p:cNvSpPr/>
            <p:nvPr/>
          </p:nvSpPr>
          <p:spPr>
            <a:xfrm>
              <a:off x="6613834" y="1936483"/>
              <a:ext cx="5557" cy="9444"/>
            </a:xfrm>
            <a:custGeom>
              <a:rect b="b" l="l" r="r" t="t"/>
              <a:pathLst>
                <a:path extrusionOk="0" h="260" w="153">
                  <a:moveTo>
                    <a:pt x="1" y="1"/>
                  </a:moveTo>
                  <a:lnTo>
                    <a:pt x="1" y="259"/>
                  </a:lnTo>
                  <a:lnTo>
                    <a:pt x="152" y="259"/>
                  </a:lnTo>
                  <a:lnTo>
                    <a:pt x="15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3"/>
            <p:cNvSpPr/>
            <p:nvPr/>
          </p:nvSpPr>
          <p:spPr>
            <a:xfrm>
              <a:off x="6588228" y="1935502"/>
              <a:ext cx="5557" cy="9771"/>
            </a:xfrm>
            <a:custGeom>
              <a:rect b="b" l="l" r="r" t="t"/>
              <a:pathLst>
                <a:path extrusionOk="0" h="269" w="153">
                  <a:moveTo>
                    <a:pt x="1" y="1"/>
                  </a:moveTo>
                  <a:lnTo>
                    <a:pt x="1" y="269"/>
                  </a:lnTo>
                  <a:lnTo>
                    <a:pt x="153" y="269"/>
                  </a:lnTo>
                  <a:lnTo>
                    <a:pt x="15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3"/>
            <p:cNvSpPr/>
            <p:nvPr/>
          </p:nvSpPr>
          <p:spPr>
            <a:xfrm>
              <a:off x="6602502" y="1964668"/>
              <a:ext cx="13330" cy="27605"/>
            </a:xfrm>
            <a:custGeom>
              <a:rect b="b" l="l" r="r" t="t"/>
              <a:pathLst>
                <a:path extrusionOk="0" h="760" w="367">
                  <a:moveTo>
                    <a:pt x="0" y="1"/>
                  </a:moveTo>
                  <a:lnTo>
                    <a:pt x="0" y="759"/>
                  </a:lnTo>
                  <a:lnTo>
                    <a:pt x="366" y="759"/>
                  </a:lnTo>
                  <a:lnTo>
                    <a:pt x="36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3"/>
            <p:cNvSpPr/>
            <p:nvPr/>
          </p:nvSpPr>
          <p:spPr>
            <a:xfrm>
              <a:off x="6577549" y="1894350"/>
              <a:ext cx="52849" cy="12677"/>
            </a:xfrm>
            <a:custGeom>
              <a:rect b="b" l="l" r="r" t="t"/>
              <a:pathLst>
                <a:path extrusionOk="0" h="349" w="1455">
                  <a:moveTo>
                    <a:pt x="1" y="1"/>
                  </a:moveTo>
                  <a:lnTo>
                    <a:pt x="1" y="349"/>
                  </a:lnTo>
                  <a:lnTo>
                    <a:pt x="1455" y="349"/>
                  </a:lnTo>
                  <a:lnTo>
                    <a:pt x="145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3"/>
            <p:cNvSpPr/>
            <p:nvPr/>
          </p:nvSpPr>
          <p:spPr>
            <a:xfrm>
              <a:off x="6560369" y="1980214"/>
              <a:ext cx="17217" cy="12059"/>
            </a:xfrm>
            <a:custGeom>
              <a:rect b="b" l="l" r="r" t="t"/>
              <a:pathLst>
                <a:path extrusionOk="0" h="332" w="474">
                  <a:moveTo>
                    <a:pt x="460" y="0"/>
                  </a:moveTo>
                  <a:cubicBezTo>
                    <a:pt x="423" y="0"/>
                    <a:pt x="320" y="12"/>
                    <a:pt x="313" y="144"/>
                  </a:cubicBezTo>
                  <a:cubicBezTo>
                    <a:pt x="313" y="144"/>
                    <a:pt x="300" y="140"/>
                    <a:pt x="284" y="140"/>
                  </a:cubicBezTo>
                  <a:cubicBezTo>
                    <a:pt x="257" y="140"/>
                    <a:pt x="220" y="150"/>
                    <a:pt x="215" y="206"/>
                  </a:cubicBezTo>
                  <a:cubicBezTo>
                    <a:pt x="215" y="206"/>
                    <a:pt x="182" y="194"/>
                    <a:pt x="141" y="194"/>
                  </a:cubicBezTo>
                  <a:cubicBezTo>
                    <a:pt x="86" y="194"/>
                    <a:pt x="16" y="217"/>
                    <a:pt x="1" y="331"/>
                  </a:cubicBezTo>
                  <a:lnTo>
                    <a:pt x="474" y="331"/>
                  </a:lnTo>
                  <a:lnTo>
                    <a:pt x="474" y="1"/>
                  </a:lnTo>
                  <a:cubicBezTo>
                    <a:pt x="474" y="1"/>
                    <a:pt x="469" y="0"/>
                    <a:pt x="46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3"/>
            <p:cNvSpPr/>
            <p:nvPr/>
          </p:nvSpPr>
          <p:spPr>
            <a:xfrm>
              <a:off x="6671186" y="1975637"/>
              <a:ext cx="24663" cy="17253"/>
            </a:xfrm>
            <a:custGeom>
              <a:rect b="b" l="l" r="r" t="t"/>
              <a:pathLst>
                <a:path extrusionOk="0" h="475" w="679">
                  <a:moveTo>
                    <a:pt x="651" y="0"/>
                  </a:moveTo>
                  <a:cubicBezTo>
                    <a:pt x="594" y="0"/>
                    <a:pt x="467" y="21"/>
                    <a:pt x="447" y="207"/>
                  </a:cubicBezTo>
                  <a:cubicBezTo>
                    <a:pt x="447" y="207"/>
                    <a:pt x="431" y="203"/>
                    <a:pt x="411" y="203"/>
                  </a:cubicBezTo>
                  <a:cubicBezTo>
                    <a:pt x="375" y="203"/>
                    <a:pt x="324" y="217"/>
                    <a:pt x="313" y="297"/>
                  </a:cubicBezTo>
                  <a:cubicBezTo>
                    <a:pt x="313" y="297"/>
                    <a:pt x="265" y="280"/>
                    <a:pt x="207" y="280"/>
                  </a:cubicBezTo>
                  <a:cubicBezTo>
                    <a:pt x="125" y="280"/>
                    <a:pt x="22" y="313"/>
                    <a:pt x="1" y="475"/>
                  </a:cubicBezTo>
                  <a:lnTo>
                    <a:pt x="679" y="475"/>
                  </a:lnTo>
                  <a:lnTo>
                    <a:pt x="679" y="2"/>
                  </a:lnTo>
                  <a:cubicBezTo>
                    <a:pt x="679" y="2"/>
                    <a:pt x="668" y="0"/>
                    <a:pt x="65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3"/>
            <p:cNvSpPr/>
            <p:nvPr/>
          </p:nvSpPr>
          <p:spPr>
            <a:xfrm>
              <a:off x="6552597" y="1940950"/>
              <a:ext cx="24990" cy="17290"/>
            </a:xfrm>
            <a:custGeom>
              <a:rect b="b" l="l" r="r" t="t"/>
              <a:pathLst>
                <a:path extrusionOk="0" h="476" w="688">
                  <a:moveTo>
                    <a:pt x="659" y="1"/>
                  </a:moveTo>
                  <a:cubicBezTo>
                    <a:pt x="599" y="1"/>
                    <a:pt x="467" y="22"/>
                    <a:pt x="447" y="208"/>
                  </a:cubicBezTo>
                  <a:cubicBezTo>
                    <a:pt x="447" y="208"/>
                    <a:pt x="431" y="203"/>
                    <a:pt x="411" y="203"/>
                  </a:cubicBezTo>
                  <a:cubicBezTo>
                    <a:pt x="375" y="203"/>
                    <a:pt x="324" y="217"/>
                    <a:pt x="313" y="297"/>
                  </a:cubicBezTo>
                  <a:cubicBezTo>
                    <a:pt x="313" y="297"/>
                    <a:pt x="265" y="280"/>
                    <a:pt x="207" y="280"/>
                  </a:cubicBezTo>
                  <a:cubicBezTo>
                    <a:pt x="125" y="280"/>
                    <a:pt x="22" y="314"/>
                    <a:pt x="1" y="475"/>
                  </a:cubicBezTo>
                  <a:lnTo>
                    <a:pt x="688" y="475"/>
                  </a:lnTo>
                  <a:lnTo>
                    <a:pt x="688" y="3"/>
                  </a:lnTo>
                  <a:cubicBezTo>
                    <a:pt x="688" y="3"/>
                    <a:pt x="676" y="1"/>
                    <a:pt x="659"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3"/>
            <p:cNvSpPr/>
            <p:nvPr/>
          </p:nvSpPr>
          <p:spPr>
            <a:xfrm>
              <a:off x="6510464" y="1968809"/>
              <a:ext cx="24990" cy="17290"/>
            </a:xfrm>
            <a:custGeom>
              <a:rect b="b" l="l" r="r" t="t"/>
              <a:pathLst>
                <a:path extrusionOk="0" h="476" w="688">
                  <a:moveTo>
                    <a:pt x="659" y="1"/>
                  </a:moveTo>
                  <a:cubicBezTo>
                    <a:pt x="600" y="1"/>
                    <a:pt x="470" y="22"/>
                    <a:pt x="456" y="208"/>
                  </a:cubicBezTo>
                  <a:cubicBezTo>
                    <a:pt x="456" y="208"/>
                    <a:pt x="441" y="204"/>
                    <a:pt x="420" y="204"/>
                  </a:cubicBezTo>
                  <a:cubicBezTo>
                    <a:pt x="382" y="204"/>
                    <a:pt x="325" y="219"/>
                    <a:pt x="313" y="306"/>
                  </a:cubicBezTo>
                  <a:cubicBezTo>
                    <a:pt x="313" y="306"/>
                    <a:pt x="260" y="286"/>
                    <a:pt x="198" y="286"/>
                  </a:cubicBezTo>
                  <a:cubicBezTo>
                    <a:pt x="118" y="286"/>
                    <a:pt x="21" y="320"/>
                    <a:pt x="1" y="476"/>
                  </a:cubicBezTo>
                  <a:lnTo>
                    <a:pt x="688" y="476"/>
                  </a:lnTo>
                  <a:lnTo>
                    <a:pt x="688" y="3"/>
                  </a:lnTo>
                  <a:cubicBezTo>
                    <a:pt x="688" y="3"/>
                    <a:pt x="677" y="1"/>
                    <a:pt x="659"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3"/>
            <p:cNvSpPr/>
            <p:nvPr/>
          </p:nvSpPr>
          <p:spPr>
            <a:xfrm>
              <a:off x="6458306" y="1938408"/>
              <a:ext cx="24990" cy="17253"/>
            </a:xfrm>
            <a:custGeom>
              <a:rect b="b" l="l" r="r" t="t"/>
              <a:pathLst>
                <a:path extrusionOk="0" h="475" w="688">
                  <a:moveTo>
                    <a:pt x="668" y="0"/>
                  </a:moveTo>
                  <a:cubicBezTo>
                    <a:pt x="614" y="0"/>
                    <a:pt x="470" y="18"/>
                    <a:pt x="456" y="206"/>
                  </a:cubicBezTo>
                  <a:cubicBezTo>
                    <a:pt x="456" y="206"/>
                    <a:pt x="440" y="202"/>
                    <a:pt x="420" y="202"/>
                  </a:cubicBezTo>
                  <a:cubicBezTo>
                    <a:pt x="382" y="202"/>
                    <a:pt x="324" y="217"/>
                    <a:pt x="313" y="305"/>
                  </a:cubicBezTo>
                  <a:cubicBezTo>
                    <a:pt x="313" y="305"/>
                    <a:pt x="265" y="287"/>
                    <a:pt x="206" y="287"/>
                  </a:cubicBezTo>
                  <a:cubicBezTo>
                    <a:pt x="126" y="287"/>
                    <a:pt x="26" y="320"/>
                    <a:pt x="1" y="474"/>
                  </a:cubicBezTo>
                  <a:lnTo>
                    <a:pt x="688" y="474"/>
                  </a:lnTo>
                  <a:lnTo>
                    <a:pt x="688" y="1"/>
                  </a:lnTo>
                  <a:cubicBezTo>
                    <a:pt x="688" y="1"/>
                    <a:pt x="680" y="0"/>
                    <a:pt x="668"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3"/>
            <p:cNvSpPr/>
            <p:nvPr/>
          </p:nvSpPr>
          <p:spPr>
            <a:xfrm>
              <a:off x="6537705" y="1951411"/>
              <a:ext cx="39882" cy="31128"/>
            </a:xfrm>
            <a:custGeom>
              <a:rect b="b" l="l" r="r" t="t"/>
              <a:pathLst>
                <a:path extrusionOk="0" h="857" w="1098">
                  <a:moveTo>
                    <a:pt x="955" y="0"/>
                  </a:moveTo>
                  <a:lnTo>
                    <a:pt x="411" y="187"/>
                  </a:lnTo>
                  <a:cubicBezTo>
                    <a:pt x="411" y="187"/>
                    <a:pt x="363" y="169"/>
                    <a:pt x="302" y="169"/>
                  </a:cubicBezTo>
                  <a:cubicBezTo>
                    <a:pt x="229" y="169"/>
                    <a:pt x="138" y="195"/>
                    <a:pt x="89" y="312"/>
                  </a:cubicBezTo>
                  <a:cubicBezTo>
                    <a:pt x="0" y="535"/>
                    <a:pt x="223" y="848"/>
                    <a:pt x="250" y="848"/>
                  </a:cubicBezTo>
                  <a:cubicBezTo>
                    <a:pt x="277" y="856"/>
                    <a:pt x="553" y="856"/>
                    <a:pt x="553" y="856"/>
                  </a:cubicBezTo>
                  <a:cubicBezTo>
                    <a:pt x="553" y="856"/>
                    <a:pt x="678" y="785"/>
                    <a:pt x="839" y="678"/>
                  </a:cubicBezTo>
                  <a:cubicBezTo>
                    <a:pt x="990" y="571"/>
                    <a:pt x="1098" y="339"/>
                    <a:pt x="1098" y="339"/>
                  </a:cubicBezTo>
                  <a:lnTo>
                    <a:pt x="1071" y="9"/>
                  </a:lnTo>
                  <a:lnTo>
                    <a:pt x="95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3"/>
            <p:cNvSpPr/>
            <p:nvPr/>
          </p:nvSpPr>
          <p:spPr>
            <a:xfrm>
              <a:off x="6714626" y="1924134"/>
              <a:ext cx="41807" cy="14674"/>
            </a:xfrm>
            <a:custGeom>
              <a:rect b="b" l="l" r="r" t="t"/>
              <a:pathLst>
                <a:path extrusionOk="0" h="404" w="1151">
                  <a:moveTo>
                    <a:pt x="552" y="1"/>
                  </a:moveTo>
                  <a:cubicBezTo>
                    <a:pt x="507" y="1"/>
                    <a:pt x="398" y="17"/>
                    <a:pt x="384" y="180"/>
                  </a:cubicBezTo>
                  <a:cubicBezTo>
                    <a:pt x="384" y="180"/>
                    <a:pt x="367" y="174"/>
                    <a:pt x="346" y="174"/>
                  </a:cubicBezTo>
                  <a:cubicBezTo>
                    <a:pt x="314" y="174"/>
                    <a:pt x="273" y="187"/>
                    <a:pt x="268" y="251"/>
                  </a:cubicBezTo>
                  <a:cubicBezTo>
                    <a:pt x="268" y="251"/>
                    <a:pt x="229" y="238"/>
                    <a:pt x="181" y="238"/>
                  </a:cubicBezTo>
                  <a:cubicBezTo>
                    <a:pt x="111" y="238"/>
                    <a:pt x="21" y="266"/>
                    <a:pt x="0" y="403"/>
                  </a:cubicBezTo>
                  <a:lnTo>
                    <a:pt x="1151" y="403"/>
                  </a:lnTo>
                  <a:cubicBezTo>
                    <a:pt x="1130" y="266"/>
                    <a:pt x="1040" y="238"/>
                    <a:pt x="970" y="238"/>
                  </a:cubicBezTo>
                  <a:cubicBezTo>
                    <a:pt x="922" y="238"/>
                    <a:pt x="883" y="251"/>
                    <a:pt x="883" y="251"/>
                  </a:cubicBezTo>
                  <a:cubicBezTo>
                    <a:pt x="873" y="187"/>
                    <a:pt x="833" y="174"/>
                    <a:pt x="803" y="174"/>
                  </a:cubicBezTo>
                  <a:cubicBezTo>
                    <a:pt x="783" y="174"/>
                    <a:pt x="767" y="180"/>
                    <a:pt x="767" y="180"/>
                  </a:cubicBezTo>
                  <a:cubicBezTo>
                    <a:pt x="753" y="17"/>
                    <a:pt x="638" y="1"/>
                    <a:pt x="591" y="1"/>
                  </a:cubicBezTo>
                  <a:cubicBezTo>
                    <a:pt x="579" y="1"/>
                    <a:pt x="571" y="2"/>
                    <a:pt x="571" y="2"/>
                  </a:cubicBezTo>
                  <a:cubicBezTo>
                    <a:pt x="571" y="2"/>
                    <a:pt x="564" y="1"/>
                    <a:pt x="552"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3"/>
            <p:cNvSpPr/>
            <p:nvPr/>
          </p:nvSpPr>
          <p:spPr>
            <a:xfrm>
              <a:off x="6695812" y="1893079"/>
              <a:ext cx="32109" cy="104028"/>
            </a:xfrm>
            <a:custGeom>
              <a:rect b="b" l="l" r="r" t="t"/>
              <a:pathLst>
                <a:path extrusionOk="0" h="2864" w="884">
                  <a:moveTo>
                    <a:pt x="1" y="0"/>
                  </a:moveTo>
                  <a:lnTo>
                    <a:pt x="1" y="2864"/>
                  </a:lnTo>
                  <a:lnTo>
                    <a:pt x="884" y="2864"/>
                  </a:lnTo>
                  <a:lnTo>
                    <a:pt x="88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3"/>
            <p:cNvSpPr/>
            <p:nvPr/>
          </p:nvSpPr>
          <p:spPr>
            <a:xfrm>
              <a:off x="6727884" y="1885306"/>
              <a:ext cx="7519" cy="111801"/>
            </a:xfrm>
            <a:custGeom>
              <a:rect b="b" l="l" r="r" t="t"/>
              <a:pathLst>
                <a:path extrusionOk="0" h="3078" w="207">
                  <a:moveTo>
                    <a:pt x="206" y="0"/>
                  </a:moveTo>
                  <a:lnTo>
                    <a:pt x="1" y="214"/>
                  </a:lnTo>
                  <a:lnTo>
                    <a:pt x="1" y="3078"/>
                  </a:lnTo>
                  <a:lnTo>
                    <a:pt x="206" y="3078"/>
                  </a:lnTo>
                  <a:lnTo>
                    <a:pt x="206"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3"/>
            <p:cNvSpPr/>
            <p:nvPr/>
          </p:nvSpPr>
          <p:spPr>
            <a:xfrm>
              <a:off x="6701006" y="1898236"/>
              <a:ext cx="3923" cy="7192"/>
            </a:xfrm>
            <a:custGeom>
              <a:rect b="b" l="l" r="r" t="t"/>
              <a:pathLst>
                <a:path extrusionOk="0" h="198" w="108">
                  <a:moveTo>
                    <a:pt x="0" y="1"/>
                  </a:moveTo>
                  <a:lnTo>
                    <a:pt x="0"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3"/>
            <p:cNvSpPr/>
            <p:nvPr/>
          </p:nvSpPr>
          <p:spPr>
            <a:xfrm>
              <a:off x="6710086" y="1911530"/>
              <a:ext cx="3923" cy="7192"/>
            </a:xfrm>
            <a:custGeom>
              <a:rect b="b" l="l" r="r" t="t"/>
              <a:pathLst>
                <a:path extrusionOk="0" h="198"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3"/>
            <p:cNvSpPr/>
            <p:nvPr/>
          </p:nvSpPr>
          <p:spPr>
            <a:xfrm>
              <a:off x="6718513" y="1900198"/>
              <a:ext cx="3923" cy="7156"/>
            </a:xfrm>
            <a:custGeom>
              <a:rect b="b" l="l" r="r" t="t"/>
              <a:pathLst>
                <a:path extrusionOk="0" h="197"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3"/>
            <p:cNvSpPr/>
            <p:nvPr/>
          </p:nvSpPr>
          <p:spPr>
            <a:xfrm>
              <a:off x="6700025" y="1919303"/>
              <a:ext cx="3923" cy="7192"/>
            </a:xfrm>
            <a:custGeom>
              <a:rect b="b" l="l" r="r" t="t"/>
              <a:pathLst>
                <a:path extrusionOk="0" h="198"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3"/>
            <p:cNvSpPr/>
            <p:nvPr/>
          </p:nvSpPr>
          <p:spPr>
            <a:xfrm>
              <a:off x="6720438" y="1923516"/>
              <a:ext cx="3923" cy="7192"/>
            </a:xfrm>
            <a:custGeom>
              <a:rect b="b" l="l" r="r" t="t"/>
              <a:pathLst>
                <a:path extrusionOk="0" h="198"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3"/>
            <p:cNvSpPr/>
            <p:nvPr/>
          </p:nvSpPr>
          <p:spPr>
            <a:xfrm>
              <a:off x="6709432" y="1932923"/>
              <a:ext cx="3923" cy="7156"/>
            </a:xfrm>
            <a:custGeom>
              <a:rect b="b" l="l" r="r" t="t"/>
              <a:pathLst>
                <a:path extrusionOk="0" h="197"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3"/>
            <p:cNvSpPr/>
            <p:nvPr/>
          </p:nvSpPr>
          <p:spPr>
            <a:xfrm>
              <a:off x="6699371" y="1944909"/>
              <a:ext cx="3923" cy="7156"/>
            </a:xfrm>
            <a:custGeom>
              <a:rect b="b" l="l" r="r" t="t"/>
              <a:pathLst>
                <a:path extrusionOk="0" h="197"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3"/>
            <p:cNvSpPr/>
            <p:nvPr/>
          </p:nvSpPr>
          <p:spPr>
            <a:xfrm>
              <a:off x="6702931" y="1963070"/>
              <a:ext cx="3959" cy="7156"/>
            </a:xfrm>
            <a:custGeom>
              <a:rect b="b" l="l" r="r" t="t"/>
              <a:pathLst>
                <a:path extrusionOk="0" h="197" w="109">
                  <a:moveTo>
                    <a:pt x="1" y="0"/>
                  </a:moveTo>
                  <a:lnTo>
                    <a:pt x="1" y="196"/>
                  </a:lnTo>
                  <a:lnTo>
                    <a:pt x="108" y="196"/>
                  </a:lnTo>
                  <a:lnTo>
                    <a:pt x="10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3"/>
            <p:cNvSpPr/>
            <p:nvPr/>
          </p:nvSpPr>
          <p:spPr>
            <a:xfrm>
              <a:off x="6695812" y="1885306"/>
              <a:ext cx="39592" cy="7809"/>
            </a:xfrm>
            <a:custGeom>
              <a:rect b="b" l="l" r="r" t="t"/>
              <a:pathLst>
                <a:path extrusionOk="0" h="215" w="1090">
                  <a:moveTo>
                    <a:pt x="215" y="0"/>
                  </a:moveTo>
                  <a:lnTo>
                    <a:pt x="1" y="214"/>
                  </a:lnTo>
                  <a:lnTo>
                    <a:pt x="884" y="214"/>
                  </a:lnTo>
                  <a:lnTo>
                    <a:pt x="10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3"/>
            <p:cNvSpPr/>
            <p:nvPr/>
          </p:nvSpPr>
          <p:spPr>
            <a:xfrm>
              <a:off x="6634901" y="1859373"/>
              <a:ext cx="15909" cy="139696"/>
            </a:xfrm>
            <a:custGeom>
              <a:rect b="b" l="l" r="r" t="t"/>
              <a:pathLst>
                <a:path extrusionOk="0" h="3846" w="438">
                  <a:moveTo>
                    <a:pt x="438" y="0"/>
                  </a:moveTo>
                  <a:cubicBezTo>
                    <a:pt x="438" y="0"/>
                    <a:pt x="384" y="63"/>
                    <a:pt x="393" y="143"/>
                  </a:cubicBezTo>
                  <a:cubicBezTo>
                    <a:pt x="402" y="215"/>
                    <a:pt x="322" y="250"/>
                    <a:pt x="357" y="313"/>
                  </a:cubicBezTo>
                  <a:cubicBezTo>
                    <a:pt x="384" y="384"/>
                    <a:pt x="286" y="402"/>
                    <a:pt x="331" y="491"/>
                  </a:cubicBezTo>
                  <a:cubicBezTo>
                    <a:pt x="375" y="571"/>
                    <a:pt x="268" y="670"/>
                    <a:pt x="304" y="759"/>
                  </a:cubicBezTo>
                  <a:cubicBezTo>
                    <a:pt x="348" y="857"/>
                    <a:pt x="259" y="893"/>
                    <a:pt x="295" y="973"/>
                  </a:cubicBezTo>
                  <a:cubicBezTo>
                    <a:pt x="340" y="1053"/>
                    <a:pt x="206" y="1142"/>
                    <a:pt x="268" y="1276"/>
                  </a:cubicBezTo>
                  <a:cubicBezTo>
                    <a:pt x="340" y="1401"/>
                    <a:pt x="206" y="1472"/>
                    <a:pt x="250" y="1562"/>
                  </a:cubicBezTo>
                  <a:cubicBezTo>
                    <a:pt x="295" y="1660"/>
                    <a:pt x="134" y="1767"/>
                    <a:pt x="206" y="1865"/>
                  </a:cubicBezTo>
                  <a:cubicBezTo>
                    <a:pt x="277" y="1972"/>
                    <a:pt x="143" y="2061"/>
                    <a:pt x="188" y="2142"/>
                  </a:cubicBezTo>
                  <a:cubicBezTo>
                    <a:pt x="233" y="2222"/>
                    <a:pt x="108" y="2338"/>
                    <a:pt x="179" y="2427"/>
                  </a:cubicBezTo>
                  <a:cubicBezTo>
                    <a:pt x="241" y="2516"/>
                    <a:pt x="90" y="2623"/>
                    <a:pt x="134" y="2739"/>
                  </a:cubicBezTo>
                  <a:cubicBezTo>
                    <a:pt x="188" y="2864"/>
                    <a:pt x="63" y="2998"/>
                    <a:pt x="125" y="3105"/>
                  </a:cubicBezTo>
                  <a:cubicBezTo>
                    <a:pt x="188" y="3212"/>
                    <a:pt x="36" y="3239"/>
                    <a:pt x="108" y="3355"/>
                  </a:cubicBezTo>
                  <a:cubicBezTo>
                    <a:pt x="179" y="3480"/>
                    <a:pt x="1" y="3631"/>
                    <a:pt x="1" y="3845"/>
                  </a:cubicBezTo>
                  <a:lnTo>
                    <a:pt x="438" y="3845"/>
                  </a:lnTo>
                  <a:lnTo>
                    <a:pt x="4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3"/>
            <p:cNvSpPr/>
            <p:nvPr/>
          </p:nvSpPr>
          <p:spPr>
            <a:xfrm>
              <a:off x="6650773" y="1859373"/>
              <a:ext cx="15909" cy="139696"/>
            </a:xfrm>
            <a:custGeom>
              <a:rect b="b" l="l" r="r" t="t"/>
              <a:pathLst>
                <a:path extrusionOk="0" h="3846" w="438">
                  <a:moveTo>
                    <a:pt x="1" y="0"/>
                  </a:moveTo>
                  <a:lnTo>
                    <a:pt x="1" y="3845"/>
                  </a:lnTo>
                  <a:lnTo>
                    <a:pt x="438" y="3845"/>
                  </a:lnTo>
                  <a:cubicBezTo>
                    <a:pt x="438" y="3631"/>
                    <a:pt x="259" y="3480"/>
                    <a:pt x="331" y="3355"/>
                  </a:cubicBezTo>
                  <a:cubicBezTo>
                    <a:pt x="402" y="3239"/>
                    <a:pt x="250" y="3212"/>
                    <a:pt x="313" y="3105"/>
                  </a:cubicBezTo>
                  <a:cubicBezTo>
                    <a:pt x="375" y="2998"/>
                    <a:pt x="250" y="2864"/>
                    <a:pt x="304" y="2739"/>
                  </a:cubicBezTo>
                  <a:cubicBezTo>
                    <a:pt x="358" y="2623"/>
                    <a:pt x="197" y="2516"/>
                    <a:pt x="268" y="2427"/>
                  </a:cubicBezTo>
                  <a:cubicBezTo>
                    <a:pt x="331" y="2338"/>
                    <a:pt x="206" y="2222"/>
                    <a:pt x="250" y="2142"/>
                  </a:cubicBezTo>
                  <a:cubicBezTo>
                    <a:pt x="295" y="2061"/>
                    <a:pt x="170" y="1972"/>
                    <a:pt x="233" y="1865"/>
                  </a:cubicBezTo>
                  <a:cubicBezTo>
                    <a:pt x="304" y="1767"/>
                    <a:pt x="152" y="1660"/>
                    <a:pt x="188" y="1562"/>
                  </a:cubicBezTo>
                  <a:cubicBezTo>
                    <a:pt x="233" y="1472"/>
                    <a:pt x="108" y="1401"/>
                    <a:pt x="170" y="1276"/>
                  </a:cubicBezTo>
                  <a:cubicBezTo>
                    <a:pt x="242" y="1142"/>
                    <a:pt x="99" y="1053"/>
                    <a:pt x="143" y="973"/>
                  </a:cubicBezTo>
                  <a:cubicBezTo>
                    <a:pt x="188" y="893"/>
                    <a:pt x="90" y="857"/>
                    <a:pt x="135" y="759"/>
                  </a:cubicBezTo>
                  <a:cubicBezTo>
                    <a:pt x="179" y="670"/>
                    <a:pt x="63" y="571"/>
                    <a:pt x="108" y="491"/>
                  </a:cubicBezTo>
                  <a:cubicBezTo>
                    <a:pt x="161" y="402"/>
                    <a:pt x="54" y="384"/>
                    <a:pt x="90" y="313"/>
                  </a:cubicBezTo>
                  <a:cubicBezTo>
                    <a:pt x="117" y="250"/>
                    <a:pt x="45" y="215"/>
                    <a:pt x="54" y="143"/>
                  </a:cubicBezTo>
                  <a:cubicBezTo>
                    <a:pt x="63" y="63"/>
                    <a:pt x="1" y="0"/>
                    <a:pt x="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3"/>
            <p:cNvSpPr/>
            <p:nvPr/>
          </p:nvSpPr>
          <p:spPr>
            <a:xfrm>
              <a:off x="6474179" y="1859373"/>
              <a:ext cx="15909" cy="139696"/>
            </a:xfrm>
            <a:custGeom>
              <a:rect b="b" l="l" r="r" t="t"/>
              <a:pathLst>
                <a:path extrusionOk="0" h="3846" w="438">
                  <a:moveTo>
                    <a:pt x="438" y="0"/>
                  </a:moveTo>
                  <a:cubicBezTo>
                    <a:pt x="438" y="0"/>
                    <a:pt x="375" y="63"/>
                    <a:pt x="384" y="143"/>
                  </a:cubicBezTo>
                  <a:cubicBezTo>
                    <a:pt x="393" y="215"/>
                    <a:pt x="322" y="250"/>
                    <a:pt x="349" y="313"/>
                  </a:cubicBezTo>
                  <a:cubicBezTo>
                    <a:pt x="384" y="384"/>
                    <a:pt x="277" y="402"/>
                    <a:pt x="331" y="491"/>
                  </a:cubicBezTo>
                  <a:cubicBezTo>
                    <a:pt x="375" y="571"/>
                    <a:pt x="259" y="670"/>
                    <a:pt x="304" y="759"/>
                  </a:cubicBezTo>
                  <a:cubicBezTo>
                    <a:pt x="349" y="857"/>
                    <a:pt x="251" y="893"/>
                    <a:pt x="295" y="973"/>
                  </a:cubicBezTo>
                  <a:cubicBezTo>
                    <a:pt x="340" y="1053"/>
                    <a:pt x="197" y="1142"/>
                    <a:pt x="268" y="1276"/>
                  </a:cubicBezTo>
                  <a:cubicBezTo>
                    <a:pt x="331" y="1401"/>
                    <a:pt x="206" y="1472"/>
                    <a:pt x="251" y="1562"/>
                  </a:cubicBezTo>
                  <a:cubicBezTo>
                    <a:pt x="286" y="1660"/>
                    <a:pt x="135" y="1767"/>
                    <a:pt x="206" y="1865"/>
                  </a:cubicBezTo>
                  <a:cubicBezTo>
                    <a:pt x="268" y="1972"/>
                    <a:pt x="143" y="2061"/>
                    <a:pt x="188" y="2142"/>
                  </a:cubicBezTo>
                  <a:cubicBezTo>
                    <a:pt x="233" y="2222"/>
                    <a:pt x="108" y="2338"/>
                    <a:pt x="170" y="2427"/>
                  </a:cubicBezTo>
                  <a:cubicBezTo>
                    <a:pt x="242" y="2516"/>
                    <a:pt x="81" y="2623"/>
                    <a:pt x="135" y="2739"/>
                  </a:cubicBezTo>
                  <a:cubicBezTo>
                    <a:pt x="188" y="2864"/>
                    <a:pt x="63" y="2998"/>
                    <a:pt x="126" y="3105"/>
                  </a:cubicBezTo>
                  <a:cubicBezTo>
                    <a:pt x="188" y="3212"/>
                    <a:pt x="36" y="3239"/>
                    <a:pt x="108" y="3355"/>
                  </a:cubicBezTo>
                  <a:cubicBezTo>
                    <a:pt x="179" y="3480"/>
                    <a:pt x="1" y="3631"/>
                    <a:pt x="1" y="3845"/>
                  </a:cubicBezTo>
                  <a:lnTo>
                    <a:pt x="438" y="3845"/>
                  </a:lnTo>
                  <a:lnTo>
                    <a:pt x="4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3"/>
            <p:cNvSpPr/>
            <p:nvPr/>
          </p:nvSpPr>
          <p:spPr>
            <a:xfrm>
              <a:off x="6490051" y="1859373"/>
              <a:ext cx="15909" cy="139696"/>
            </a:xfrm>
            <a:custGeom>
              <a:rect b="b" l="l" r="r" t="t"/>
              <a:pathLst>
                <a:path extrusionOk="0" h="3846" w="438">
                  <a:moveTo>
                    <a:pt x="1" y="0"/>
                  </a:moveTo>
                  <a:lnTo>
                    <a:pt x="1" y="3845"/>
                  </a:lnTo>
                  <a:lnTo>
                    <a:pt x="438" y="3845"/>
                  </a:lnTo>
                  <a:cubicBezTo>
                    <a:pt x="438" y="3631"/>
                    <a:pt x="260" y="3480"/>
                    <a:pt x="331" y="3355"/>
                  </a:cubicBezTo>
                  <a:cubicBezTo>
                    <a:pt x="402" y="3239"/>
                    <a:pt x="251" y="3212"/>
                    <a:pt x="313" y="3105"/>
                  </a:cubicBezTo>
                  <a:cubicBezTo>
                    <a:pt x="376" y="2998"/>
                    <a:pt x="251" y="2864"/>
                    <a:pt x="304" y="2739"/>
                  </a:cubicBezTo>
                  <a:cubicBezTo>
                    <a:pt x="358" y="2623"/>
                    <a:pt x="197" y="2516"/>
                    <a:pt x="260" y="2427"/>
                  </a:cubicBezTo>
                  <a:cubicBezTo>
                    <a:pt x="331" y="2338"/>
                    <a:pt x="206" y="2222"/>
                    <a:pt x="251" y="2142"/>
                  </a:cubicBezTo>
                  <a:cubicBezTo>
                    <a:pt x="295" y="2061"/>
                    <a:pt x="161" y="1972"/>
                    <a:pt x="233" y="1865"/>
                  </a:cubicBezTo>
                  <a:cubicBezTo>
                    <a:pt x="304" y="1767"/>
                    <a:pt x="144" y="1660"/>
                    <a:pt x="188" y="1562"/>
                  </a:cubicBezTo>
                  <a:cubicBezTo>
                    <a:pt x="233" y="1472"/>
                    <a:pt x="99" y="1401"/>
                    <a:pt x="170" y="1276"/>
                  </a:cubicBezTo>
                  <a:cubicBezTo>
                    <a:pt x="233" y="1142"/>
                    <a:pt x="99" y="1053"/>
                    <a:pt x="144" y="973"/>
                  </a:cubicBezTo>
                  <a:cubicBezTo>
                    <a:pt x="179" y="893"/>
                    <a:pt x="90" y="857"/>
                    <a:pt x="135" y="759"/>
                  </a:cubicBezTo>
                  <a:cubicBezTo>
                    <a:pt x="170" y="670"/>
                    <a:pt x="63" y="571"/>
                    <a:pt x="108" y="491"/>
                  </a:cubicBezTo>
                  <a:cubicBezTo>
                    <a:pt x="153" y="402"/>
                    <a:pt x="54" y="384"/>
                    <a:pt x="81" y="313"/>
                  </a:cubicBezTo>
                  <a:cubicBezTo>
                    <a:pt x="117" y="250"/>
                    <a:pt x="37" y="215"/>
                    <a:pt x="45" y="143"/>
                  </a:cubicBezTo>
                  <a:cubicBezTo>
                    <a:pt x="54" y="63"/>
                    <a:pt x="1" y="0"/>
                    <a:pt x="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3"/>
            <p:cNvSpPr/>
            <p:nvPr/>
          </p:nvSpPr>
          <p:spPr>
            <a:xfrm>
              <a:off x="6654987" y="1902450"/>
              <a:ext cx="12677" cy="111510"/>
            </a:xfrm>
            <a:custGeom>
              <a:rect b="b" l="l" r="r" t="t"/>
              <a:pathLst>
                <a:path extrusionOk="0" h="3070" w="349">
                  <a:moveTo>
                    <a:pt x="349" y="1"/>
                  </a:moveTo>
                  <a:cubicBezTo>
                    <a:pt x="349" y="1"/>
                    <a:pt x="304" y="54"/>
                    <a:pt x="313" y="117"/>
                  </a:cubicBezTo>
                  <a:cubicBezTo>
                    <a:pt x="322" y="179"/>
                    <a:pt x="259" y="206"/>
                    <a:pt x="277" y="251"/>
                  </a:cubicBezTo>
                  <a:cubicBezTo>
                    <a:pt x="304" y="304"/>
                    <a:pt x="224" y="331"/>
                    <a:pt x="259" y="393"/>
                  </a:cubicBezTo>
                  <a:cubicBezTo>
                    <a:pt x="295" y="456"/>
                    <a:pt x="206" y="536"/>
                    <a:pt x="242" y="608"/>
                  </a:cubicBezTo>
                  <a:cubicBezTo>
                    <a:pt x="277" y="688"/>
                    <a:pt x="206" y="715"/>
                    <a:pt x="233" y="777"/>
                  </a:cubicBezTo>
                  <a:cubicBezTo>
                    <a:pt x="268" y="848"/>
                    <a:pt x="161" y="911"/>
                    <a:pt x="215" y="1018"/>
                  </a:cubicBezTo>
                  <a:cubicBezTo>
                    <a:pt x="268" y="1125"/>
                    <a:pt x="161" y="1179"/>
                    <a:pt x="197" y="1250"/>
                  </a:cubicBezTo>
                  <a:cubicBezTo>
                    <a:pt x="233" y="1321"/>
                    <a:pt x="108" y="1410"/>
                    <a:pt x="161" y="1491"/>
                  </a:cubicBezTo>
                  <a:cubicBezTo>
                    <a:pt x="215" y="1580"/>
                    <a:pt x="117" y="1651"/>
                    <a:pt x="143" y="1714"/>
                  </a:cubicBezTo>
                  <a:cubicBezTo>
                    <a:pt x="179" y="1776"/>
                    <a:pt x="90" y="1865"/>
                    <a:pt x="143" y="1937"/>
                  </a:cubicBezTo>
                  <a:cubicBezTo>
                    <a:pt x="197" y="2008"/>
                    <a:pt x="63" y="2097"/>
                    <a:pt x="108" y="2187"/>
                  </a:cubicBezTo>
                  <a:cubicBezTo>
                    <a:pt x="152" y="2285"/>
                    <a:pt x="45" y="2392"/>
                    <a:pt x="99" y="2481"/>
                  </a:cubicBezTo>
                  <a:cubicBezTo>
                    <a:pt x="152" y="2561"/>
                    <a:pt x="27" y="2588"/>
                    <a:pt x="90" y="2686"/>
                  </a:cubicBezTo>
                  <a:cubicBezTo>
                    <a:pt x="143" y="2775"/>
                    <a:pt x="1" y="2900"/>
                    <a:pt x="1" y="3070"/>
                  </a:cubicBezTo>
                  <a:lnTo>
                    <a:pt x="349" y="3070"/>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3"/>
            <p:cNvSpPr/>
            <p:nvPr/>
          </p:nvSpPr>
          <p:spPr>
            <a:xfrm>
              <a:off x="6667626" y="1902450"/>
              <a:ext cx="12677" cy="111510"/>
            </a:xfrm>
            <a:custGeom>
              <a:rect b="b" l="l" r="r" t="t"/>
              <a:pathLst>
                <a:path extrusionOk="0" h="3070" w="349">
                  <a:moveTo>
                    <a:pt x="1" y="1"/>
                  </a:moveTo>
                  <a:lnTo>
                    <a:pt x="1" y="3070"/>
                  </a:lnTo>
                  <a:lnTo>
                    <a:pt x="349" y="3070"/>
                  </a:lnTo>
                  <a:cubicBezTo>
                    <a:pt x="349" y="2900"/>
                    <a:pt x="206" y="2775"/>
                    <a:pt x="268" y="2686"/>
                  </a:cubicBezTo>
                  <a:cubicBezTo>
                    <a:pt x="322" y="2588"/>
                    <a:pt x="197" y="2561"/>
                    <a:pt x="250" y="2481"/>
                  </a:cubicBezTo>
                  <a:cubicBezTo>
                    <a:pt x="304" y="2392"/>
                    <a:pt x="197" y="2285"/>
                    <a:pt x="241" y="2187"/>
                  </a:cubicBezTo>
                  <a:cubicBezTo>
                    <a:pt x="286" y="2097"/>
                    <a:pt x="161" y="2008"/>
                    <a:pt x="206" y="1937"/>
                  </a:cubicBezTo>
                  <a:cubicBezTo>
                    <a:pt x="259" y="1865"/>
                    <a:pt x="170" y="1776"/>
                    <a:pt x="206" y="1714"/>
                  </a:cubicBezTo>
                  <a:cubicBezTo>
                    <a:pt x="241" y="1651"/>
                    <a:pt x="134" y="1580"/>
                    <a:pt x="188" y="1491"/>
                  </a:cubicBezTo>
                  <a:cubicBezTo>
                    <a:pt x="241" y="1410"/>
                    <a:pt x="117" y="1321"/>
                    <a:pt x="152" y="1250"/>
                  </a:cubicBezTo>
                  <a:cubicBezTo>
                    <a:pt x="188" y="1179"/>
                    <a:pt x="81" y="1125"/>
                    <a:pt x="134" y="1018"/>
                  </a:cubicBezTo>
                  <a:cubicBezTo>
                    <a:pt x="188" y="911"/>
                    <a:pt x="81" y="848"/>
                    <a:pt x="117" y="777"/>
                  </a:cubicBezTo>
                  <a:cubicBezTo>
                    <a:pt x="152" y="715"/>
                    <a:pt x="72" y="688"/>
                    <a:pt x="108" y="608"/>
                  </a:cubicBezTo>
                  <a:cubicBezTo>
                    <a:pt x="143" y="536"/>
                    <a:pt x="54" y="456"/>
                    <a:pt x="90" y="393"/>
                  </a:cubicBezTo>
                  <a:cubicBezTo>
                    <a:pt x="125" y="331"/>
                    <a:pt x="45" y="304"/>
                    <a:pt x="72" y="251"/>
                  </a:cubicBezTo>
                  <a:cubicBezTo>
                    <a:pt x="90" y="206"/>
                    <a:pt x="36" y="179"/>
                    <a:pt x="36" y="117"/>
                  </a:cubicBezTo>
                  <a:cubicBezTo>
                    <a:pt x="45" y="54"/>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3"/>
            <p:cNvSpPr/>
            <p:nvPr/>
          </p:nvSpPr>
          <p:spPr>
            <a:xfrm>
              <a:off x="6389296" y="1882037"/>
              <a:ext cx="12677" cy="111183"/>
            </a:xfrm>
            <a:custGeom>
              <a:rect b="b" l="l" r="r" t="t"/>
              <a:pathLst>
                <a:path extrusionOk="0" h="3061" w="349">
                  <a:moveTo>
                    <a:pt x="348" y="1"/>
                  </a:moveTo>
                  <a:cubicBezTo>
                    <a:pt x="348" y="1"/>
                    <a:pt x="304" y="46"/>
                    <a:pt x="304" y="108"/>
                  </a:cubicBezTo>
                  <a:cubicBezTo>
                    <a:pt x="313" y="170"/>
                    <a:pt x="250" y="197"/>
                    <a:pt x="277" y="251"/>
                  </a:cubicBezTo>
                  <a:cubicBezTo>
                    <a:pt x="304" y="304"/>
                    <a:pt x="223" y="322"/>
                    <a:pt x="259" y="385"/>
                  </a:cubicBezTo>
                  <a:cubicBezTo>
                    <a:pt x="295" y="456"/>
                    <a:pt x="206" y="527"/>
                    <a:pt x="241" y="608"/>
                  </a:cubicBezTo>
                  <a:cubicBezTo>
                    <a:pt x="277" y="679"/>
                    <a:pt x="197" y="715"/>
                    <a:pt x="232" y="777"/>
                  </a:cubicBezTo>
                  <a:cubicBezTo>
                    <a:pt x="268" y="840"/>
                    <a:pt x="161" y="911"/>
                    <a:pt x="215" y="1009"/>
                  </a:cubicBezTo>
                  <a:cubicBezTo>
                    <a:pt x="268" y="1116"/>
                    <a:pt x="161" y="1170"/>
                    <a:pt x="197" y="1241"/>
                  </a:cubicBezTo>
                  <a:cubicBezTo>
                    <a:pt x="232" y="1321"/>
                    <a:pt x="99" y="1402"/>
                    <a:pt x="161" y="1491"/>
                  </a:cubicBezTo>
                  <a:cubicBezTo>
                    <a:pt x="215" y="1571"/>
                    <a:pt x="107" y="1642"/>
                    <a:pt x="143" y="1705"/>
                  </a:cubicBezTo>
                  <a:cubicBezTo>
                    <a:pt x="179" y="1776"/>
                    <a:pt x="81" y="1865"/>
                    <a:pt x="134" y="1937"/>
                  </a:cubicBezTo>
                  <a:cubicBezTo>
                    <a:pt x="188" y="2008"/>
                    <a:pt x="63" y="2088"/>
                    <a:pt x="107" y="2187"/>
                  </a:cubicBezTo>
                  <a:cubicBezTo>
                    <a:pt x="143" y="2285"/>
                    <a:pt x="45" y="2392"/>
                    <a:pt x="99" y="2472"/>
                  </a:cubicBezTo>
                  <a:cubicBezTo>
                    <a:pt x="143" y="2561"/>
                    <a:pt x="27" y="2579"/>
                    <a:pt x="81" y="2677"/>
                  </a:cubicBezTo>
                  <a:cubicBezTo>
                    <a:pt x="134" y="2766"/>
                    <a:pt x="0" y="2891"/>
                    <a:pt x="0" y="3061"/>
                  </a:cubicBezTo>
                  <a:lnTo>
                    <a:pt x="348" y="3061"/>
                  </a:lnTo>
                  <a:lnTo>
                    <a:pt x="3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3"/>
            <p:cNvSpPr/>
            <p:nvPr/>
          </p:nvSpPr>
          <p:spPr>
            <a:xfrm>
              <a:off x="6401936" y="1882037"/>
              <a:ext cx="12677" cy="111183"/>
            </a:xfrm>
            <a:custGeom>
              <a:rect b="b" l="l" r="r" t="t"/>
              <a:pathLst>
                <a:path extrusionOk="0" h="3061" w="349">
                  <a:moveTo>
                    <a:pt x="0" y="1"/>
                  </a:moveTo>
                  <a:lnTo>
                    <a:pt x="0" y="3061"/>
                  </a:lnTo>
                  <a:lnTo>
                    <a:pt x="348" y="3061"/>
                  </a:lnTo>
                  <a:cubicBezTo>
                    <a:pt x="348" y="2891"/>
                    <a:pt x="206" y="2766"/>
                    <a:pt x="259" y="2677"/>
                  </a:cubicBezTo>
                  <a:cubicBezTo>
                    <a:pt x="313" y="2579"/>
                    <a:pt x="197" y="2561"/>
                    <a:pt x="250" y="2472"/>
                  </a:cubicBezTo>
                  <a:cubicBezTo>
                    <a:pt x="295" y="2392"/>
                    <a:pt x="197" y="2285"/>
                    <a:pt x="241" y="2187"/>
                  </a:cubicBezTo>
                  <a:cubicBezTo>
                    <a:pt x="277" y="2088"/>
                    <a:pt x="152" y="2008"/>
                    <a:pt x="206" y="1937"/>
                  </a:cubicBezTo>
                  <a:cubicBezTo>
                    <a:pt x="259" y="1865"/>
                    <a:pt x="161" y="1776"/>
                    <a:pt x="197" y="1705"/>
                  </a:cubicBezTo>
                  <a:cubicBezTo>
                    <a:pt x="232" y="1642"/>
                    <a:pt x="125" y="1571"/>
                    <a:pt x="188" y="1491"/>
                  </a:cubicBezTo>
                  <a:cubicBezTo>
                    <a:pt x="241" y="1402"/>
                    <a:pt x="116" y="1321"/>
                    <a:pt x="152" y="1241"/>
                  </a:cubicBezTo>
                  <a:cubicBezTo>
                    <a:pt x="179" y="1170"/>
                    <a:pt x="81" y="1116"/>
                    <a:pt x="134" y="1009"/>
                  </a:cubicBezTo>
                  <a:cubicBezTo>
                    <a:pt x="188" y="911"/>
                    <a:pt x="81" y="840"/>
                    <a:pt x="107" y="777"/>
                  </a:cubicBezTo>
                  <a:cubicBezTo>
                    <a:pt x="143" y="715"/>
                    <a:pt x="72" y="679"/>
                    <a:pt x="107" y="608"/>
                  </a:cubicBezTo>
                  <a:cubicBezTo>
                    <a:pt x="134" y="527"/>
                    <a:pt x="45" y="456"/>
                    <a:pt x="81" y="385"/>
                  </a:cubicBezTo>
                  <a:cubicBezTo>
                    <a:pt x="125" y="322"/>
                    <a:pt x="45" y="304"/>
                    <a:pt x="63" y="251"/>
                  </a:cubicBezTo>
                  <a:cubicBezTo>
                    <a:pt x="90" y="197"/>
                    <a:pt x="27" y="170"/>
                    <a:pt x="36" y="108"/>
                  </a:cubicBezTo>
                  <a:cubicBezTo>
                    <a:pt x="45" y="46"/>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3"/>
            <p:cNvSpPr/>
            <p:nvPr/>
          </p:nvSpPr>
          <p:spPr>
            <a:xfrm>
              <a:off x="6528951" y="1902450"/>
              <a:ext cx="12677" cy="111510"/>
            </a:xfrm>
            <a:custGeom>
              <a:rect b="b" l="l" r="r" t="t"/>
              <a:pathLst>
                <a:path extrusionOk="0" h="3070" w="349">
                  <a:moveTo>
                    <a:pt x="348" y="1"/>
                  </a:moveTo>
                  <a:cubicBezTo>
                    <a:pt x="348" y="1"/>
                    <a:pt x="304" y="46"/>
                    <a:pt x="313" y="117"/>
                  </a:cubicBezTo>
                  <a:cubicBezTo>
                    <a:pt x="322" y="179"/>
                    <a:pt x="259" y="206"/>
                    <a:pt x="286" y="251"/>
                  </a:cubicBezTo>
                  <a:cubicBezTo>
                    <a:pt x="304" y="304"/>
                    <a:pt x="223" y="322"/>
                    <a:pt x="259" y="393"/>
                  </a:cubicBezTo>
                  <a:cubicBezTo>
                    <a:pt x="304" y="456"/>
                    <a:pt x="214" y="536"/>
                    <a:pt x="241" y="608"/>
                  </a:cubicBezTo>
                  <a:cubicBezTo>
                    <a:pt x="277" y="688"/>
                    <a:pt x="206" y="715"/>
                    <a:pt x="232" y="777"/>
                  </a:cubicBezTo>
                  <a:cubicBezTo>
                    <a:pt x="268" y="840"/>
                    <a:pt x="161" y="911"/>
                    <a:pt x="214" y="1018"/>
                  </a:cubicBezTo>
                  <a:cubicBezTo>
                    <a:pt x="268" y="1125"/>
                    <a:pt x="170" y="1179"/>
                    <a:pt x="197" y="1250"/>
                  </a:cubicBezTo>
                  <a:cubicBezTo>
                    <a:pt x="232" y="1321"/>
                    <a:pt x="107" y="1410"/>
                    <a:pt x="161" y="1491"/>
                  </a:cubicBezTo>
                  <a:cubicBezTo>
                    <a:pt x="214" y="1580"/>
                    <a:pt x="116" y="1651"/>
                    <a:pt x="152" y="1714"/>
                  </a:cubicBezTo>
                  <a:cubicBezTo>
                    <a:pt x="188" y="1776"/>
                    <a:pt x="90" y="1865"/>
                    <a:pt x="143" y="1937"/>
                  </a:cubicBezTo>
                  <a:cubicBezTo>
                    <a:pt x="197" y="2008"/>
                    <a:pt x="72" y="2088"/>
                    <a:pt x="107" y="2187"/>
                  </a:cubicBezTo>
                  <a:cubicBezTo>
                    <a:pt x="152" y="2285"/>
                    <a:pt x="54" y="2392"/>
                    <a:pt x="99" y="2481"/>
                  </a:cubicBezTo>
                  <a:cubicBezTo>
                    <a:pt x="152" y="2561"/>
                    <a:pt x="27" y="2588"/>
                    <a:pt x="90" y="2677"/>
                  </a:cubicBezTo>
                  <a:cubicBezTo>
                    <a:pt x="143" y="2775"/>
                    <a:pt x="0" y="2891"/>
                    <a:pt x="0" y="3070"/>
                  </a:cubicBezTo>
                  <a:lnTo>
                    <a:pt x="348" y="3070"/>
                  </a:lnTo>
                  <a:lnTo>
                    <a:pt x="3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3"/>
            <p:cNvSpPr/>
            <p:nvPr/>
          </p:nvSpPr>
          <p:spPr>
            <a:xfrm>
              <a:off x="6541591" y="1902450"/>
              <a:ext cx="12677" cy="111510"/>
            </a:xfrm>
            <a:custGeom>
              <a:rect b="b" l="l" r="r" t="t"/>
              <a:pathLst>
                <a:path extrusionOk="0" h="3070" w="349">
                  <a:moveTo>
                    <a:pt x="0" y="1"/>
                  </a:moveTo>
                  <a:lnTo>
                    <a:pt x="0" y="3070"/>
                  </a:lnTo>
                  <a:lnTo>
                    <a:pt x="348" y="3070"/>
                  </a:lnTo>
                  <a:cubicBezTo>
                    <a:pt x="348" y="2891"/>
                    <a:pt x="214" y="2775"/>
                    <a:pt x="268" y="2677"/>
                  </a:cubicBezTo>
                  <a:cubicBezTo>
                    <a:pt x="321" y="2588"/>
                    <a:pt x="197" y="2561"/>
                    <a:pt x="250" y="2481"/>
                  </a:cubicBezTo>
                  <a:cubicBezTo>
                    <a:pt x="304" y="2392"/>
                    <a:pt x="197" y="2285"/>
                    <a:pt x="241" y="2187"/>
                  </a:cubicBezTo>
                  <a:cubicBezTo>
                    <a:pt x="286" y="2088"/>
                    <a:pt x="161" y="2008"/>
                    <a:pt x="214" y="1937"/>
                  </a:cubicBezTo>
                  <a:cubicBezTo>
                    <a:pt x="268" y="1865"/>
                    <a:pt x="170" y="1776"/>
                    <a:pt x="205" y="1714"/>
                  </a:cubicBezTo>
                  <a:cubicBezTo>
                    <a:pt x="241" y="1651"/>
                    <a:pt x="134" y="1580"/>
                    <a:pt x="188" y="1491"/>
                  </a:cubicBezTo>
                  <a:cubicBezTo>
                    <a:pt x="241" y="1410"/>
                    <a:pt x="116" y="1321"/>
                    <a:pt x="152" y="1250"/>
                  </a:cubicBezTo>
                  <a:cubicBezTo>
                    <a:pt x="188" y="1179"/>
                    <a:pt x="81" y="1125"/>
                    <a:pt x="134" y="1018"/>
                  </a:cubicBezTo>
                  <a:cubicBezTo>
                    <a:pt x="188" y="911"/>
                    <a:pt x="81" y="840"/>
                    <a:pt x="116" y="777"/>
                  </a:cubicBezTo>
                  <a:cubicBezTo>
                    <a:pt x="152" y="715"/>
                    <a:pt x="72" y="688"/>
                    <a:pt x="107" y="608"/>
                  </a:cubicBezTo>
                  <a:cubicBezTo>
                    <a:pt x="143" y="536"/>
                    <a:pt x="54" y="456"/>
                    <a:pt x="90" y="393"/>
                  </a:cubicBezTo>
                  <a:cubicBezTo>
                    <a:pt x="125" y="322"/>
                    <a:pt x="45" y="304"/>
                    <a:pt x="72" y="251"/>
                  </a:cubicBezTo>
                  <a:cubicBezTo>
                    <a:pt x="98" y="206"/>
                    <a:pt x="36" y="179"/>
                    <a:pt x="45" y="117"/>
                  </a:cubicBezTo>
                  <a:cubicBezTo>
                    <a:pt x="45" y="46"/>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3"/>
            <p:cNvSpPr/>
            <p:nvPr/>
          </p:nvSpPr>
          <p:spPr>
            <a:xfrm>
              <a:off x="6244119" y="1770930"/>
              <a:ext cx="634191" cy="385636"/>
            </a:xfrm>
            <a:custGeom>
              <a:rect b="b" l="l" r="r" t="t"/>
              <a:pathLst>
                <a:path extrusionOk="0" h="10617" w="17460">
                  <a:moveTo>
                    <a:pt x="17459" y="0"/>
                  </a:moveTo>
                  <a:lnTo>
                    <a:pt x="16094" y="1472"/>
                  </a:lnTo>
                  <a:lnTo>
                    <a:pt x="15711" y="2953"/>
                  </a:lnTo>
                  <a:lnTo>
                    <a:pt x="14266" y="3774"/>
                  </a:lnTo>
                  <a:lnTo>
                    <a:pt x="13855" y="4478"/>
                  </a:lnTo>
                  <a:lnTo>
                    <a:pt x="13052" y="4719"/>
                  </a:lnTo>
                  <a:lnTo>
                    <a:pt x="12687" y="5995"/>
                  </a:lnTo>
                  <a:lnTo>
                    <a:pt x="11304" y="6164"/>
                  </a:lnTo>
                  <a:lnTo>
                    <a:pt x="10519" y="5692"/>
                  </a:lnTo>
                  <a:lnTo>
                    <a:pt x="10153" y="4951"/>
                  </a:lnTo>
                  <a:lnTo>
                    <a:pt x="8806" y="5112"/>
                  </a:lnTo>
                  <a:lnTo>
                    <a:pt x="8253" y="5879"/>
                  </a:lnTo>
                  <a:lnTo>
                    <a:pt x="7370" y="5897"/>
                  </a:lnTo>
                  <a:lnTo>
                    <a:pt x="6130" y="4701"/>
                  </a:lnTo>
                  <a:lnTo>
                    <a:pt x="5059" y="4496"/>
                  </a:lnTo>
                  <a:lnTo>
                    <a:pt x="4363" y="4889"/>
                  </a:lnTo>
                  <a:lnTo>
                    <a:pt x="3596" y="3836"/>
                  </a:lnTo>
                  <a:lnTo>
                    <a:pt x="2748" y="3444"/>
                  </a:lnTo>
                  <a:lnTo>
                    <a:pt x="1749" y="5308"/>
                  </a:lnTo>
                  <a:lnTo>
                    <a:pt x="938" y="6075"/>
                  </a:lnTo>
                  <a:lnTo>
                    <a:pt x="777" y="7271"/>
                  </a:lnTo>
                  <a:lnTo>
                    <a:pt x="1" y="7868"/>
                  </a:lnTo>
                  <a:lnTo>
                    <a:pt x="1" y="8975"/>
                  </a:lnTo>
                  <a:lnTo>
                    <a:pt x="938" y="8983"/>
                  </a:lnTo>
                  <a:lnTo>
                    <a:pt x="2053" y="9091"/>
                  </a:lnTo>
                  <a:lnTo>
                    <a:pt x="2918" y="8859"/>
                  </a:lnTo>
                  <a:lnTo>
                    <a:pt x="5220" y="8859"/>
                  </a:lnTo>
                  <a:lnTo>
                    <a:pt x="5844" y="9091"/>
                  </a:lnTo>
                  <a:lnTo>
                    <a:pt x="7343" y="8903"/>
                  </a:lnTo>
                  <a:lnTo>
                    <a:pt x="8190" y="9091"/>
                  </a:lnTo>
                  <a:lnTo>
                    <a:pt x="7655" y="9813"/>
                  </a:lnTo>
                  <a:lnTo>
                    <a:pt x="9073" y="9974"/>
                  </a:lnTo>
                  <a:lnTo>
                    <a:pt x="10867" y="9626"/>
                  </a:lnTo>
                  <a:lnTo>
                    <a:pt x="11901" y="9626"/>
                  </a:lnTo>
                  <a:lnTo>
                    <a:pt x="12865" y="9974"/>
                  </a:lnTo>
                  <a:lnTo>
                    <a:pt x="14970" y="9974"/>
                  </a:lnTo>
                  <a:lnTo>
                    <a:pt x="15693" y="10616"/>
                  </a:lnTo>
                  <a:lnTo>
                    <a:pt x="17459" y="10616"/>
                  </a:lnTo>
                  <a:lnTo>
                    <a:pt x="1745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3"/>
            <p:cNvSpPr/>
            <p:nvPr/>
          </p:nvSpPr>
          <p:spPr>
            <a:xfrm>
              <a:off x="6704892" y="1770930"/>
              <a:ext cx="173404" cy="243034"/>
            </a:xfrm>
            <a:custGeom>
              <a:rect b="b" l="l" r="r" t="t"/>
              <a:pathLst>
                <a:path extrusionOk="0" h="6691" w="4774">
                  <a:moveTo>
                    <a:pt x="4773" y="0"/>
                  </a:moveTo>
                  <a:lnTo>
                    <a:pt x="3408" y="1472"/>
                  </a:lnTo>
                  <a:lnTo>
                    <a:pt x="3025" y="2953"/>
                  </a:lnTo>
                  <a:lnTo>
                    <a:pt x="1588" y="3774"/>
                  </a:lnTo>
                  <a:lnTo>
                    <a:pt x="1169" y="4478"/>
                  </a:lnTo>
                  <a:lnTo>
                    <a:pt x="366" y="4719"/>
                  </a:lnTo>
                  <a:lnTo>
                    <a:pt x="1" y="5995"/>
                  </a:lnTo>
                  <a:lnTo>
                    <a:pt x="1722" y="6691"/>
                  </a:lnTo>
                  <a:lnTo>
                    <a:pt x="580" y="5727"/>
                  </a:lnTo>
                  <a:lnTo>
                    <a:pt x="759" y="5255"/>
                  </a:lnTo>
                  <a:lnTo>
                    <a:pt x="1321" y="4844"/>
                  </a:lnTo>
                  <a:lnTo>
                    <a:pt x="1901" y="4692"/>
                  </a:lnTo>
                  <a:lnTo>
                    <a:pt x="2097" y="3916"/>
                  </a:lnTo>
                  <a:lnTo>
                    <a:pt x="3212" y="3765"/>
                  </a:lnTo>
                  <a:lnTo>
                    <a:pt x="3310" y="3015"/>
                  </a:lnTo>
                  <a:lnTo>
                    <a:pt x="3614" y="2373"/>
                  </a:lnTo>
                  <a:lnTo>
                    <a:pt x="4015" y="3916"/>
                  </a:lnTo>
                  <a:lnTo>
                    <a:pt x="3890" y="1490"/>
                  </a:lnTo>
                  <a:lnTo>
                    <a:pt x="4773"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3"/>
            <p:cNvSpPr/>
            <p:nvPr/>
          </p:nvSpPr>
          <p:spPr>
            <a:xfrm>
              <a:off x="6612854" y="1950757"/>
              <a:ext cx="92078" cy="79728"/>
            </a:xfrm>
            <a:custGeom>
              <a:rect b="b" l="l" r="r" t="t"/>
              <a:pathLst>
                <a:path extrusionOk="0" h="2195" w="2535">
                  <a:moveTo>
                    <a:pt x="1" y="0"/>
                  </a:moveTo>
                  <a:lnTo>
                    <a:pt x="170" y="1178"/>
                  </a:lnTo>
                  <a:lnTo>
                    <a:pt x="724" y="1454"/>
                  </a:lnTo>
                  <a:lnTo>
                    <a:pt x="724" y="2195"/>
                  </a:lnTo>
                  <a:lnTo>
                    <a:pt x="1089" y="1820"/>
                  </a:lnTo>
                  <a:lnTo>
                    <a:pt x="2535" y="1044"/>
                  </a:lnTo>
                  <a:lnTo>
                    <a:pt x="2535" y="1044"/>
                  </a:lnTo>
                  <a:lnTo>
                    <a:pt x="1152" y="1213"/>
                  </a:lnTo>
                  <a:lnTo>
                    <a:pt x="367" y="741"/>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3"/>
            <p:cNvSpPr/>
            <p:nvPr/>
          </p:nvSpPr>
          <p:spPr>
            <a:xfrm>
              <a:off x="6676380" y="2039200"/>
              <a:ext cx="64182" cy="94003"/>
            </a:xfrm>
            <a:custGeom>
              <a:rect b="b" l="l" r="r" t="t"/>
              <a:pathLst>
                <a:path extrusionOk="0" h="2588" w="1767">
                  <a:moveTo>
                    <a:pt x="1767" y="1"/>
                  </a:moveTo>
                  <a:lnTo>
                    <a:pt x="1276" y="652"/>
                  </a:lnTo>
                  <a:lnTo>
                    <a:pt x="786" y="1794"/>
                  </a:lnTo>
                  <a:lnTo>
                    <a:pt x="0" y="2240"/>
                  </a:lnTo>
                  <a:lnTo>
                    <a:pt x="964" y="2588"/>
                  </a:lnTo>
                  <a:lnTo>
                    <a:pt x="1410" y="1758"/>
                  </a:lnTo>
                  <a:lnTo>
                    <a:pt x="1410" y="1027"/>
                  </a:lnTo>
                  <a:lnTo>
                    <a:pt x="176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3"/>
            <p:cNvSpPr/>
            <p:nvPr/>
          </p:nvSpPr>
          <p:spPr>
            <a:xfrm>
              <a:off x="6778443" y="1943311"/>
              <a:ext cx="99851" cy="213249"/>
            </a:xfrm>
            <a:custGeom>
              <a:rect b="b" l="l" r="r" t="t"/>
              <a:pathLst>
                <a:path extrusionOk="0" h="5871" w="2749">
                  <a:moveTo>
                    <a:pt x="1089" y="0"/>
                  </a:moveTo>
                  <a:lnTo>
                    <a:pt x="661" y="1115"/>
                  </a:lnTo>
                  <a:lnTo>
                    <a:pt x="482" y="3212"/>
                  </a:lnTo>
                  <a:lnTo>
                    <a:pt x="1" y="4514"/>
                  </a:lnTo>
                  <a:lnTo>
                    <a:pt x="259" y="5228"/>
                  </a:lnTo>
                  <a:lnTo>
                    <a:pt x="982" y="5870"/>
                  </a:lnTo>
                  <a:lnTo>
                    <a:pt x="2748" y="5870"/>
                  </a:lnTo>
                  <a:lnTo>
                    <a:pt x="2748" y="3105"/>
                  </a:lnTo>
                  <a:lnTo>
                    <a:pt x="2133" y="4737"/>
                  </a:lnTo>
                  <a:lnTo>
                    <a:pt x="1678" y="4086"/>
                  </a:lnTo>
                  <a:lnTo>
                    <a:pt x="1544" y="2480"/>
                  </a:lnTo>
                  <a:lnTo>
                    <a:pt x="1071" y="1302"/>
                  </a:lnTo>
                  <a:lnTo>
                    <a:pt x="108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3"/>
            <p:cNvSpPr/>
            <p:nvPr/>
          </p:nvSpPr>
          <p:spPr>
            <a:xfrm>
              <a:off x="6787850" y="2079044"/>
              <a:ext cx="26261" cy="77512"/>
            </a:xfrm>
            <a:custGeom>
              <a:rect b="b" l="l" r="r" t="t"/>
              <a:pathLst>
                <a:path extrusionOk="0" h="2134" w="723">
                  <a:moveTo>
                    <a:pt x="607" y="1"/>
                  </a:moveTo>
                  <a:lnTo>
                    <a:pt x="437" y="1455"/>
                  </a:lnTo>
                  <a:lnTo>
                    <a:pt x="205" y="875"/>
                  </a:lnTo>
                  <a:lnTo>
                    <a:pt x="0" y="1491"/>
                  </a:lnTo>
                  <a:lnTo>
                    <a:pt x="723" y="2133"/>
                  </a:lnTo>
                  <a:lnTo>
                    <a:pt x="607"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3"/>
            <p:cNvSpPr/>
            <p:nvPr/>
          </p:nvSpPr>
          <p:spPr>
            <a:xfrm>
              <a:off x="6743139" y="2044067"/>
              <a:ext cx="23355" cy="89135"/>
            </a:xfrm>
            <a:custGeom>
              <a:rect b="b" l="l" r="r" t="t"/>
              <a:pathLst>
                <a:path extrusionOk="0" h="2454" w="643">
                  <a:moveTo>
                    <a:pt x="419" y="0"/>
                  </a:moveTo>
                  <a:lnTo>
                    <a:pt x="98" y="1410"/>
                  </a:lnTo>
                  <a:lnTo>
                    <a:pt x="188" y="1883"/>
                  </a:lnTo>
                  <a:lnTo>
                    <a:pt x="0" y="2454"/>
                  </a:lnTo>
                  <a:lnTo>
                    <a:pt x="643" y="2454"/>
                  </a:lnTo>
                  <a:lnTo>
                    <a:pt x="366" y="1232"/>
                  </a:lnTo>
                  <a:lnTo>
                    <a:pt x="419"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3"/>
            <p:cNvSpPr/>
            <p:nvPr/>
          </p:nvSpPr>
          <p:spPr>
            <a:xfrm>
              <a:off x="6522159" y="2039200"/>
              <a:ext cx="54447" cy="94003"/>
            </a:xfrm>
            <a:custGeom>
              <a:rect b="b" l="l" r="r" t="t"/>
              <a:pathLst>
                <a:path extrusionOk="0" h="2588" w="1499">
                  <a:moveTo>
                    <a:pt x="1187" y="1"/>
                  </a:moveTo>
                  <a:lnTo>
                    <a:pt x="1187" y="1455"/>
                  </a:lnTo>
                  <a:lnTo>
                    <a:pt x="0" y="2427"/>
                  </a:lnTo>
                  <a:lnTo>
                    <a:pt x="1418" y="2588"/>
                  </a:lnTo>
                  <a:lnTo>
                    <a:pt x="1499" y="1151"/>
                  </a:lnTo>
                  <a:lnTo>
                    <a:pt x="118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3"/>
            <p:cNvSpPr/>
            <p:nvPr/>
          </p:nvSpPr>
          <p:spPr>
            <a:xfrm>
              <a:off x="6573663" y="2047299"/>
              <a:ext cx="73262" cy="85903"/>
            </a:xfrm>
            <a:custGeom>
              <a:rect b="b" l="l" r="r" t="t"/>
              <a:pathLst>
                <a:path extrusionOk="0" h="2365" w="2017">
                  <a:moveTo>
                    <a:pt x="2017" y="1"/>
                  </a:moveTo>
                  <a:lnTo>
                    <a:pt x="1321" y="1214"/>
                  </a:lnTo>
                  <a:lnTo>
                    <a:pt x="1160" y="1785"/>
                  </a:lnTo>
                  <a:lnTo>
                    <a:pt x="0" y="2365"/>
                  </a:lnTo>
                  <a:lnTo>
                    <a:pt x="1794" y="2017"/>
                  </a:lnTo>
                  <a:lnTo>
                    <a:pt x="1695" y="1259"/>
                  </a:lnTo>
                  <a:lnTo>
                    <a:pt x="2017"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3"/>
            <p:cNvSpPr/>
            <p:nvPr/>
          </p:nvSpPr>
          <p:spPr>
            <a:xfrm>
              <a:off x="6510791" y="2044067"/>
              <a:ext cx="30838" cy="57063"/>
            </a:xfrm>
            <a:custGeom>
              <a:rect b="b" l="l" r="r" t="t"/>
              <a:pathLst>
                <a:path extrusionOk="0" h="1571" w="849">
                  <a:moveTo>
                    <a:pt x="545" y="0"/>
                  </a:moveTo>
                  <a:lnTo>
                    <a:pt x="393" y="848"/>
                  </a:lnTo>
                  <a:lnTo>
                    <a:pt x="1" y="1383"/>
                  </a:lnTo>
                  <a:lnTo>
                    <a:pt x="848" y="1571"/>
                  </a:lnTo>
                  <a:lnTo>
                    <a:pt x="54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3"/>
            <p:cNvSpPr/>
            <p:nvPr/>
          </p:nvSpPr>
          <p:spPr>
            <a:xfrm>
              <a:off x="6410362" y="1934231"/>
              <a:ext cx="133522" cy="94656"/>
            </a:xfrm>
            <a:custGeom>
              <a:rect b="b" l="l" r="r" t="t"/>
              <a:pathLst>
                <a:path extrusionOk="0" h="2606" w="3676">
                  <a:moveTo>
                    <a:pt x="482" y="0"/>
                  </a:moveTo>
                  <a:lnTo>
                    <a:pt x="901" y="375"/>
                  </a:lnTo>
                  <a:lnTo>
                    <a:pt x="955" y="812"/>
                  </a:lnTo>
                  <a:lnTo>
                    <a:pt x="1321" y="518"/>
                  </a:lnTo>
                  <a:lnTo>
                    <a:pt x="2061" y="1142"/>
                  </a:lnTo>
                  <a:lnTo>
                    <a:pt x="1267" y="1401"/>
                  </a:lnTo>
                  <a:lnTo>
                    <a:pt x="0" y="2605"/>
                  </a:lnTo>
                  <a:lnTo>
                    <a:pt x="1642" y="1677"/>
                  </a:lnTo>
                  <a:lnTo>
                    <a:pt x="2462" y="1481"/>
                  </a:lnTo>
                  <a:lnTo>
                    <a:pt x="2766" y="1909"/>
                  </a:lnTo>
                  <a:lnTo>
                    <a:pt x="2578" y="2605"/>
                  </a:lnTo>
                  <a:lnTo>
                    <a:pt x="3676" y="1383"/>
                  </a:lnTo>
                  <a:lnTo>
                    <a:pt x="2793" y="1401"/>
                  </a:lnTo>
                  <a:lnTo>
                    <a:pt x="1553" y="205"/>
                  </a:lnTo>
                  <a:lnTo>
                    <a:pt x="482"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3"/>
            <p:cNvSpPr/>
            <p:nvPr/>
          </p:nvSpPr>
          <p:spPr>
            <a:xfrm>
              <a:off x="6343930" y="1895985"/>
              <a:ext cx="58697" cy="52522"/>
            </a:xfrm>
            <a:custGeom>
              <a:rect b="b" l="l" r="r" t="t"/>
              <a:pathLst>
                <a:path extrusionOk="0" h="1446" w="1616">
                  <a:moveTo>
                    <a:pt x="0" y="1"/>
                  </a:moveTo>
                  <a:lnTo>
                    <a:pt x="1615" y="1446"/>
                  </a:lnTo>
                  <a:lnTo>
                    <a:pt x="848" y="393"/>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3"/>
            <p:cNvSpPr/>
            <p:nvPr/>
          </p:nvSpPr>
          <p:spPr>
            <a:xfrm>
              <a:off x="6244119" y="1963724"/>
              <a:ext cx="116704" cy="137408"/>
            </a:xfrm>
            <a:custGeom>
              <a:rect b="b" l="l" r="r" t="t"/>
              <a:pathLst>
                <a:path extrusionOk="0" h="3783" w="3213">
                  <a:moveTo>
                    <a:pt x="1749" y="0"/>
                  </a:moveTo>
                  <a:lnTo>
                    <a:pt x="938" y="767"/>
                  </a:lnTo>
                  <a:lnTo>
                    <a:pt x="777" y="1963"/>
                  </a:lnTo>
                  <a:lnTo>
                    <a:pt x="1" y="2560"/>
                  </a:lnTo>
                  <a:lnTo>
                    <a:pt x="1" y="3667"/>
                  </a:lnTo>
                  <a:lnTo>
                    <a:pt x="938" y="3675"/>
                  </a:lnTo>
                  <a:lnTo>
                    <a:pt x="2053" y="3783"/>
                  </a:lnTo>
                  <a:lnTo>
                    <a:pt x="2186" y="2212"/>
                  </a:lnTo>
                  <a:lnTo>
                    <a:pt x="1687" y="3426"/>
                  </a:lnTo>
                  <a:lnTo>
                    <a:pt x="688" y="3488"/>
                  </a:lnTo>
                  <a:lnTo>
                    <a:pt x="304" y="2917"/>
                  </a:lnTo>
                  <a:lnTo>
                    <a:pt x="1223" y="1963"/>
                  </a:lnTo>
                  <a:lnTo>
                    <a:pt x="1419" y="1258"/>
                  </a:lnTo>
                  <a:lnTo>
                    <a:pt x="2427" y="740"/>
                  </a:lnTo>
                  <a:lnTo>
                    <a:pt x="3212" y="54"/>
                  </a:lnTo>
                  <a:lnTo>
                    <a:pt x="2133" y="544"/>
                  </a:lnTo>
                  <a:lnTo>
                    <a:pt x="1348" y="669"/>
                  </a:lnTo>
                  <a:lnTo>
                    <a:pt x="174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3"/>
            <p:cNvSpPr/>
            <p:nvPr/>
          </p:nvSpPr>
          <p:spPr>
            <a:xfrm>
              <a:off x="6343930" y="2023654"/>
              <a:ext cx="31128" cy="69049"/>
            </a:xfrm>
            <a:custGeom>
              <a:rect b="b" l="l" r="r" t="t"/>
              <a:pathLst>
                <a:path extrusionOk="0" h="1901" w="857">
                  <a:moveTo>
                    <a:pt x="0" y="0"/>
                  </a:moveTo>
                  <a:lnTo>
                    <a:pt x="170" y="1901"/>
                  </a:lnTo>
                  <a:lnTo>
                    <a:pt x="857" y="190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3"/>
            <p:cNvSpPr/>
            <p:nvPr/>
          </p:nvSpPr>
          <p:spPr>
            <a:xfrm>
              <a:off x="6433681" y="2028848"/>
              <a:ext cx="26624" cy="72282"/>
            </a:xfrm>
            <a:custGeom>
              <a:rect b="b" l="l" r="r" t="t"/>
              <a:pathLst>
                <a:path extrusionOk="0" h="1990" w="733">
                  <a:moveTo>
                    <a:pt x="465" y="0"/>
                  </a:moveTo>
                  <a:lnTo>
                    <a:pt x="268" y="901"/>
                  </a:lnTo>
                  <a:lnTo>
                    <a:pt x="331" y="1303"/>
                  </a:lnTo>
                  <a:lnTo>
                    <a:pt x="1" y="1758"/>
                  </a:lnTo>
                  <a:lnTo>
                    <a:pt x="625" y="1990"/>
                  </a:lnTo>
                  <a:lnTo>
                    <a:pt x="732" y="1472"/>
                  </a:lnTo>
                  <a:lnTo>
                    <a:pt x="500" y="839"/>
                  </a:lnTo>
                  <a:lnTo>
                    <a:pt x="46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3" name="Google Shape;4303;p73"/>
          <p:cNvGrpSpPr/>
          <p:nvPr/>
        </p:nvGrpSpPr>
        <p:grpSpPr>
          <a:xfrm>
            <a:off x="1694749" y="-132157"/>
            <a:ext cx="1151601" cy="1147072"/>
            <a:chOff x="6089572" y="1894059"/>
            <a:chExt cx="91097" cy="90734"/>
          </a:xfrm>
        </p:grpSpPr>
        <p:sp>
          <p:nvSpPr>
            <p:cNvPr id="4304" name="Google Shape;4304;p73"/>
            <p:cNvSpPr/>
            <p:nvPr/>
          </p:nvSpPr>
          <p:spPr>
            <a:xfrm>
              <a:off x="6089572" y="1894059"/>
              <a:ext cx="91097" cy="90734"/>
            </a:xfrm>
            <a:custGeom>
              <a:rect b="b" l="l" r="r" t="t"/>
              <a:pathLst>
                <a:path extrusionOk="0" h="2498" w="2508">
                  <a:moveTo>
                    <a:pt x="1258" y="0"/>
                  </a:moveTo>
                  <a:cubicBezTo>
                    <a:pt x="562" y="0"/>
                    <a:pt x="0" y="553"/>
                    <a:pt x="0" y="1249"/>
                  </a:cubicBezTo>
                  <a:cubicBezTo>
                    <a:pt x="0" y="1936"/>
                    <a:pt x="562" y="2498"/>
                    <a:pt x="1258" y="2498"/>
                  </a:cubicBezTo>
                  <a:cubicBezTo>
                    <a:pt x="1945" y="2498"/>
                    <a:pt x="2507" y="1936"/>
                    <a:pt x="2507" y="1249"/>
                  </a:cubicBezTo>
                  <a:cubicBezTo>
                    <a:pt x="2507" y="553"/>
                    <a:pt x="1945" y="0"/>
                    <a:pt x="12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3"/>
            <p:cNvSpPr/>
            <p:nvPr/>
          </p:nvSpPr>
          <p:spPr>
            <a:xfrm>
              <a:off x="6096037" y="1900525"/>
              <a:ext cx="78130" cy="77803"/>
            </a:xfrm>
            <a:custGeom>
              <a:rect b="b" l="l" r="r" t="t"/>
              <a:pathLst>
                <a:path extrusionOk="0" h="2142" w="2151">
                  <a:moveTo>
                    <a:pt x="1080" y="0"/>
                  </a:moveTo>
                  <a:cubicBezTo>
                    <a:pt x="483" y="0"/>
                    <a:pt x="1" y="482"/>
                    <a:pt x="1" y="1071"/>
                  </a:cubicBezTo>
                  <a:cubicBezTo>
                    <a:pt x="1" y="1660"/>
                    <a:pt x="483" y="2141"/>
                    <a:pt x="1080" y="2141"/>
                  </a:cubicBezTo>
                  <a:cubicBezTo>
                    <a:pt x="1669" y="2141"/>
                    <a:pt x="2151" y="1660"/>
                    <a:pt x="2151" y="1071"/>
                  </a:cubicBezTo>
                  <a:cubicBezTo>
                    <a:pt x="2151" y="482"/>
                    <a:pt x="1669" y="0"/>
                    <a:pt x="1080" y="0"/>
                  </a:cubicBezTo>
                  <a:close/>
                </a:path>
              </a:pathLst>
            </a:custGeom>
            <a:solidFill>
              <a:srgbClr val="EA9B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CUSTOM_9_3">
    <p:spTree>
      <p:nvGrpSpPr>
        <p:cNvPr id="4306" name="Shape 4306"/>
        <p:cNvGrpSpPr/>
        <p:nvPr/>
      </p:nvGrpSpPr>
      <p:grpSpPr>
        <a:xfrm>
          <a:off x="0" y="0"/>
          <a:ext cx="0" cy="0"/>
          <a:chOff x="0" y="0"/>
          <a:chExt cx="0" cy="0"/>
        </a:xfrm>
      </p:grpSpPr>
      <p:sp>
        <p:nvSpPr>
          <p:cNvPr id="4307" name="Google Shape;4307;p74"/>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4"/>
          <p:cNvSpPr/>
          <p:nvPr/>
        </p:nvSpPr>
        <p:spPr>
          <a:xfrm flipH="1" rot="-27">
            <a:off x="6928297" y="4535828"/>
            <a:ext cx="5553997" cy="166108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4"/>
          <p:cNvSpPr/>
          <p:nvPr/>
        </p:nvSpPr>
        <p:spPr>
          <a:xfrm>
            <a:off x="-281248" y="4723350"/>
            <a:ext cx="1872395" cy="736075"/>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10" name="Google Shape;4310;p74"/>
          <p:cNvGrpSpPr/>
          <p:nvPr/>
        </p:nvGrpSpPr>
        <p:grpSpPr>
          <a:xfrm>
            <a:off x="-107222" y="3866483"/>
            <a:ext cx="1587377" cy="1306567"/>
            <a:chOff x="1352322" y="1338997"/>
            <a:chExt cx="415457" cy="676942"/>
          </a:xfrm>
        </p:grpSpPr>
        <p:sp>
          <p:nvSpPr>
            <p:cNvPr id="4311" name="Google Shape;4311;p74"/>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4"/>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4"/>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4"/>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4"/>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4"/>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4"/>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4"/>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4"/>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4"/>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4"/>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4"/>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4"/>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4" name="Google Shape;4324;p74"/>
          <p:cNvGrpSpPr/>
          <p:nvPr/>
        </p:nvGrpSpPr>
        <p:grpSpPr>
          <a:xfrm flipH="1">
            <a:off x="6989366" y="3989002"/>
            <a:ext cx="2154611" cy="785401"/>
            <a:chOff x="3363545" y="1399908"/>
            <a:chExt cx="240164" cy="87537"/>
          </a:xfrm>
        </p:grpSpPr>
        <p:sp>
          <p:nvSpPr>
            <p:cNvPr id="4325" name="Google Shape;4325;p74"/>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4"/>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4"/>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4"/>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4"/>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30" name="Google Shape;4330;p74"/>
          <p:cNvSpPr/>
          <p:nvPr/>
        </p:nvSpPr>
        <p:spPr>
          <a:xfrm flipH="1">
            <a:off x="-281246" y="195779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4"/>
          <p:cNvSpPr/>
          <p:nvPr/>
        </p:nvSpPr>
        <p:spPr>
          <a:xfrm flipH="1">
            <a:off x="7784522" y="8946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4"/>
          <p:cNvSpPr/>
          <p:nvPr/>
        </p:nvSpPr>
        <p:spPr>
          <a:xfrm flipH="1">
            <a:off x="8430904" y="1991707"/>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4"/>
          <p:cNvSpPr/>
          <p:nvPr/>
        </p:nvSpPr>
        <p:spPr>
          <a:xfrm flipH="1">
            <a:off x="-145626" y="239627"/>
            <a:ext cx="1255728" cy="238749"/>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4337" name="Shape 4337"/>
        <p:cNvGrpSpPr/>
        <p:nvPr/>
      </p:nvGrpSpPr>
      <p:grpSpPr>
        <a:xfrm>
          <a:off x="0" y="0"/>
          <a:ext cx="0" cy="0"/>
          <a:chOff x="0" y="0"/>
          <a:chExt cx="0" cy="0"/>
        </a:xfrm>
      </p:grpSpPr>
      <p:grpSp>
        <p:nvGrpSpPr>
          <p:cNvPr id="4338" name="Google Shape;4338;p76"/>
          <p:cNvGrpSpPr/>
          <p:nvPr/>
        </p:nvGrpSpPr>
        <p:grpSpPr>
          <a:xfrm>
            <a:off x="3949534" y="3203615"/>
            <a:ext cx="1363077" cy="1365145"/>
            <a:chOff x="3892384" y="3203615"/>
            <a:chExt cx="1363077" cy="1365145"/>
          </a:xfrm>
        </p:grpSpPr>
        <p:sp>
          <p:nvSpPr>
            <p:cNvPr id="4339" name="Google Shape;4339;p76"/>
            <p:cNvSpPr/>
            <p:nvPr/>
          </p:nvSpPr>
          <p:spPr>
            <a:xfrm>
              <a:off x="3892384" y="3203615"/>
              <a:ext cx="1363077" cy="1365145"/>
            </a:xfrm>
            <a:custGeom>
              <a:rect b="b" l="l" r="r" t="t"/>
              <a:pathLst>
                <a:path extrusionOk="0" h="5942" w="5933">
                  <a:moveTo>
                    <a:pt x="2971" y="0"/>
                  </a:moveTo>
                  <a:cubicBezTo>
                    <a:pt x="1330" y="0"/>
                    <a:pt x="0" y="1330"/>
                    <a:pt x="0" y="2971"/>
                  </a:cubicBezTo>
                  <a:cubicBezTo>
                    <a:pt x="0" y="4612"/>
                    <a:pt x="1330" y="5942"/>
                    <a:pt x="2971" y="5942"/>
                  </a:cubicBezTo>
                  <a:cubicBezTo>
                    <a:pt x="4604" y="5942"/>
                    <a:pt x="5933" y="4612"/>
                    <a:pt x="5933" y="2971"/>
                  </a:cubicBezTo>
                  <a:cubicBezTo>
                    <a:pt x="5933" y="1330"/>
                    <a:pt x="4604" y="0"/>
                    <a:pt x="29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6"/>
            <p:cNvSpPr/>
            <p:nvPr/>
          </p:nvSpPr>
          <p:spPr>
            <a:xfrm>
              <a:off x="3988647" y="3301946"/>
              <a:ext cx="1170551" cy="1168483"/>
            </a:xfrm>
            <a:custGeom>
              <a:rect b="b" l="l" r="r" t="t"/>
              <a:pathLst>
                <a:path extrusionOk="0" h="5086" w="5095">
                  <a:moveTo>
                    <a:pt x="2552" y="1"/>
                  </a:moveTo>
                  <a:cubicBezTo>
                    <a:pt x="1142" y="1"/>
                    <a:pt x="1" y="1142"/>
                    <a:pt x="1" y="2543"/>
                  </a:cubicBezTo>
                  <a:cubicBezTo>
                    <a:pt x="1" y="3953"/>
                    <a:pt x="1142" y="5085"/>
                    <a:pt x="2552" y="5085"/>
                  </a:cubicBezTo>
                  <a:cubicBezTo>
                    <a:pt x="3953" y="5085"/>
                    <a:pt x="5095" y="3953"/>
                    <a:pt x="5095" y="2543"/>
                  </a:cubicBezTo>
                  <a:cubicBezTo>
                    <a:pt x="5095" y="1142"/>
                    <a:pt x="3953" y="1"/>
                    <a:pt x="25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41" name="Google Shape;4341;p76"/>
          <p:cNvSpPr/>
          <p:nvPr/>
        </p:nvSpPr>
        <p:spPr>
          <a:xfrm>
            <a:off x="1900" y="3911424"/>
            <a:ext cx="9144017" cy="841679"/>
          </a:xfrm>
          <a:custGeom>
            <a:rect b="b" l="l" r="r" t="t"/>
            <a:pathLst>
              <a:path extrusionOk="0" h="9234" w="30422">
                <a:moveTo>
                  <a:pt x="1" y="0"/>
                </a:moveTo>
                <a:lnTo>
                  <a:pt x="1" y="9233"/>
                </a:lnTo>
                <a:lnTo>
                  <a:pt x="30422" y="9233"/>
                </a:lnTo>
                <a:lnTo>
                  <a:pt x="3042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6"/>
          <p:cNvSpPr/>
          <p:nvPr/>
        </p:nvSpPr>
        <p:spPr>
          <a:xfrm>
            <a:off x="-1276349" y="3911425"/>
            <a:ext cx="10422249" cy="841679"/>
          </a:xfrm>
          <a:custGeom>
            <a:rect b="b" l="l" r="r" t="t"/>
            <a:pathLst>
              <a:path extrusionOk="0" h="9234" w="27897">
                <a:moveTo>
                  <a:pt x="14337" y="0"/>
                </a:moveTo>
                <a:cubicBezTo>
                  <a:pt x="14337" y="0"/>
                  <a:pt x="12053" y="402"/>
                  <a:pt x="13222" y="633"/>
                </a:cubicBezTo>
                <a:cubicBezTo>
                  <a:pt x="14391" y="857"/>
                  <a:pt x="13704" y="1276"/>
                  <a:pt x="11001" y="1419"/>
                </a:cubicBezTo>
                <a:cubicBezTo>
                  <a:pt x="8289" y="1561"/>
                  <a:pt x="8164" y="2204"/>
                  <a:pt x="9529" y="2346"/>
                </a:cubicBezTo>
                <a:cubicBezTo>
                  <a:pt x="10885" y="2489"/>
                  <a:pt x="4131" y="3470"/>
                  <a:pt x="5808" y="4006"/>
                </a:cubicBezTo>
                <a:cubicBezTo>
                  <a:pt x="7495" y="4550"/>
                  <a:pt x="4961" y="5040"/>
                  <a:pt x="3257" y="5272"/>
                </a:cubicBezTo>
                <a:cubicBezTo>
                  <a:pt x="1553" y="5504"/>
                  <a:pt x="1375" y="6040"/>
                  <a:pt x="2365" y="6227"/>
                </a:cubicBezTo>
                <a:cubicBezTo>
                  <a:pt x="3355" y="6414"/>
                  <a:pt x="1" y="7271"/>
                  <a:pt x="1" y="7271"/>
                </a:cubicBezTo>
                <a:lnTo>
                  <a:pt x="1" y="9233"/>
                </a:lnTo>
                <a:lnTo>
                  <a:pt x="27897" y="9233"/>
                </a:lnTo>
                <a:lnTo>
                  <a:pt x="27897" y="7137"/>
                </a:lnTo>
                <a:cubicBezTo>
                  <a:pt x="27897" y="7137"/>
                  <a:pt x="23472" y="6361"/>
                  <a:pt x="24445" y="5504"/>
                </a:cubicBezTo>
                <a:cubicBezTo>
                  <a:pt x="25417" y="4648"/>
                  <a:pt x="20171" y="4434"/>
                  <a:pt x="21340" y="3925"/>
                </a:cubicBezTo>
                <a:cubicBezTo>
                  <a:pt x="22500" y="3417"/>
                  <a:pt x="21893" y="2917"/>
                  <a:pt x="20912" y="2721"/>
                </a:cubicBezTo>
                <a:cubicBezTo>
                  <a:pt x="19939" y="2534"/>
                  <a:pt x="18780" y="2034"/>
                  <a:pt x="19422" y="1481"/>
                </a:cubicBezTo>
                <a:cubicBezTo>
                  <a:pt x="20055" y="928"/>
                  <a:pt x="19288" y="732"/>
                  <a:pt x="18512" y="491"/>
                </a:cubicBezTo>
                <a:cubicBezTo>
                  <a:pt x="17727" y="259"/>
                  <a:pt x="18637" y="0"/>
                  <a:pt x="18637"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6"/>
          <p:cNvSpPr/>
          <p:nvPr/>
        </p:nvSpPr>
        <p:spPr>
          <a:xfrm>
            <a:off x="-16347" y="3911494"/>
            <a:ext cx="6351715" cy="796742"/>
          </a:xfrm>
          <a:custGeom>
            <a:rect b="b" l="l" r="r" t="t"/>
            <a:pathLst>
              <a:path extrusionOk="0" h="8741" w="19984">
                <a:moveTo>
                  <a:pt x="15406" y="1"/>
                </a:moveTo>
                <a:cubicBezTo>
                  <a:pt x="14566" y="1"/>
                  <a:pt x="13350" y="213"/>
                  <a:pt x="13953" y="506"/>
                </a:cubicBezTo>
                <a:cubicBezTo>
                  <a:pt x="14604" y="818"/>
                  <a:pt x="15033" y="1452"/>
                  <a:pt x="12722" y="1711"/>
                </a:cubicBezTo>
                <a:cubicBezTo>
                  <a:pt x="10420" y="1960"/>
                  <a:pt x="10304" y="2683"/>
                  <a:pt x="12347" y="3111"/>
                </a:cubicBezTo>
                <a:cubicBezTo>
                  <a:pt x="13739" y="3406"/>
                  <a:pt x="11669" y="4512"/>
                  <a:pt x="9635" y="4512"/>
                </a:cubicBezTo>
                <a:cubicBezTo>
                  <a:pt x="7601" y="4512"/>
                  <a:pt x="7245" y="4994"/>
                  <a:pt x="8413" y="5315"/>
                </a:cubicBezTo>
                <a:cubicBezTo>
                  <a:pt x="9350" y="5573"/>
                  <a:pt x="8922" y="6100"/>
                  <a:pt x="4827" y="6358"/>
                </a:cubicBezTo>
                <a:cubicBezTo>
                  <a:pt x="723" y="6617"/>
                  <a:pt x="3069" y="7670"/>
                  <a:pt x="4060" y="7866"/>
                </a:cubicBezTo>
                <a:cubicBezTo>
                  <a:pt x="4390" y="7929"/>
                  <a:pt x="4747" y="8125"/>
                  <a:pt x="3319" y="8339"/>
                </a:cubicBezTo>
                <a:cubicBezTo>
                  <a:pt x="1892" y="8544"/>
                  <a:pt x="1" y="8740"/>
                  <a:pt x="1" y="8740"/>
                </a:cubicBezTo>
                <a:lnTo>
                  <a:pt x="19984" y="8740"/>
                </a:lnTo>
                <a:cubicBezTo>
                  <a:pt x="19984" y="8740"/>
                  <a:pt x="17985" y="8464"/>
                  <a:pt x="18895" y="8000"/>
                </a:cubicBezTo>
                <a:cubicBezTo>
                  <a:pt x="19805" y="7527"/>
                  <a:pt x="19181" y="7393"/>
                  <a:pt x="17174" y="7143"/>
                </a:cubicBezTo>
                <a:cubicBezTo>
                  <a:pt x="15158" y="6903"/>
                  <a:pt x="15728" y="6358"/>
                  <a:pt x="17638" y="5877"/>
                </a:cubicBezTo>
                <a:cubicBezTo>
                  <a:pt x="19556" y="5395"/>
                  <a:pt x="18173" y="4735"/>
                  <a:pt x="16888" y="4512"/>
                </a:cubicBezTo>
                <a:cubicBezTo>
                  <a:pt x="15604" y="4289"/>
                  <a:pt x="15363" y="4084"/>
                  <a:pt x="16826" y="3513"/>
                </a:cubicBezTo>
                <a:cubicBezTo>
                  <a:pt x="18298" y="2951"/>
                  <a:pt x="17495" y="2344"/>
                  <a:pt x="16576" y="2121"/>
                </a:cubicBezTo>
                <a:cubicBezTo>
                  <a:pt x="15648" y="1898"/>
                  <a:pt x="15273" y="1532"/>
                  <a:pt x="16166" y="1211"/>
                </a:cubicBezTo>
                <a:cubicBezTo>
                  <a:pt x="17067" y="890"/>
                  <a:pt x="15639" y="604"/>
                  <a:pt x="15282" y="435"/>
                </a:cubicBezTo>
                <a:cubicBezTo>
                  <a:pt x="14926" y="274"/>
                  <a:pt x="16451" y="51"/>
                  <a:pt x="15630" y="7"/>
                </a:cubicBezTo>
                <a:cubicBezTo>
                  <a:pt x="15560" y="3"/>
                  <a:pt x="15485" y="1"/>
                  <a:pt x="15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6"/>
          <p:cNvSpPr/>
          <p:nvPr/>
        </p:nvSpPr>
        <p:spPr>
          <a:xfrm>
            <a:off x="6173255" y="493981"/>
            <a:ext cx="3505100" cy="3224379"/>
          </a:xfrm>
          <a:custGeom>
            <a:rect b="b" l="l" r="r" t="t"/>
            <a:pathLst>
              <a:path extrusionOk="0" h="10570" w="11491">
                <a:moveTo>
                  <a:pt x="9689" y="1"/>
                </a:moveTo>
                <a:cubicBezTo>
                  <a:pt x="9689" y="1"/>
                  <a:pt x="8226" y="242"/>
                  <a:pt x="8226" y="2374"/>
                </a:cubicBezTo>
                <a:cubicBezTo>
                  <a:pt x="8226" y="2374"/>
                  <a:pt x="7574" y="2499"/>
                  <a:pt x="7646" y="3230"/>
                </a:cubicBezTo>
                <a:cubicBezTo>
                  <a:pt x="7646" y="3230"/>
                  <a:pt x="7604" y="3225"/>
                  <a:pt x="7535" y="3225"/>
                </a:cubicBezTo>
                <a:cubicBezTo>
                  <a:pt x="7197" y="3225"/>
                  <a:pt x="6208" y="3348"/>
                  <a:pt x="6290" y="4800"/>
                </a:cubicBezTo>
                <a:cubicBezTo>
                  <a:pt x="6290" y="4800"/>
                  <a:pt x="6279" y="4800"/>
                  <a:pt x="6260" y="4800"/>
                </a:cubicBezTo>
                <a:cubicBezTo>
                  <a:pt x="6122" y="4800"/>
                  <a:pt x="5549" y="4841"/>
                  <a:pt x="5612" y="5532"/>
                </a:cubicBezTo>
                <a:cubicBezTo>
                  <a:pt x="5612" y="5532"/>
                  <a:pt x="5570" y="5526"/>
                  <a:pt x="5501" y="5526"/>
                </a:cubicBezTo>
                <a:cubicBezTo>
                  <a:pt x="5231" y="5526"/>
                  <a:pt x="4544" y="5617"/>
                  <a:pt x="4416" y="6522"/>
                </a:cubicBezTo>
                <a:cubicBezTo>
                  <a:pt x="4416" y="6522"/>
                  <a:pt x="4399" y="6521"/>
                  <a:pt x="4369" y="6521"/>
                </a:cubicBezTo>
                <a:cubicBezTo>
                  <a:pt x="4196" y="6521"/>
                  <a:pt x="3602" y="6573"/>
                  <a:pt x="3533" y="7280"/>
                </a:cubicBezTo>
                <a:cubicBezTo>
                  <a:pt x="3533" y="7280"/>
                  <a:pt x="3516" y="7279"/>
                  <a:pt x="3486" y="7279"/>
                </a:cubicBezTo>
                <a:cubicBezTo>
                  <a:pt x="3240" y="7279"/>
                  <a:pt x="2115" y="7350"/>
                  <a:pt x="1900" y="8627"/>
                </a:cubicBezTo>
                <a:cubicBezTo>
                  <a:pt x="1900" y="8627"/>
                  <a:pt x="1805" y="8601"/>
                  <a:pt x="1671" y="8601"/>
                </a:cubicBezTo>
                <a:cubicBezTo>
                  <a:pt x="1435" y="8601"/>
                  <a:pt x="1082" y="8684"/>
                  <a:pt x="928" y="9145"/>
                </a:cubicBezTo>
                <a:cubicBezTo>
                  <a:pt x="928" y="9145"/>
                  <a:pt x="891" y="9139"/>
                  <a:pt x="832" y="9139"/>
                </a:cubicBezTo>
                <a:cubicBezTo>
                  <a:pt x="599" y="9139"/>
                  <a:pt x="23" y="9224"/>
                  <a:pt x="9" y="10064"/>
                </a:cubicBezTo>
                <a:cubicBezTo>
                  <a:pt x="1" y="10429"/>
                  <a:pt x="309" y="10569"/>
                  <a:pt x="787" y="10569"/>
                </a:cubicBezTo>
                <a:cubicBezTo>
                  <a:pt x="2365" y="10569"/>
                  <a:pt x="5799" y="9045"/>
                  <a:pt x="5888" y="9038"/>
                </a:cubicBezTo>
                <a:cubicBezTo>
                  <a:pt x="6004" y="9029"/>
                  <a:pt x="8993" y="7530"/>
                  <a:pt x="8993" y="7530"/>
                </a:cubicBezTo>
                <a:lnTo>
                  <a:pt x="11491" y="5621"/>
                </a:lnTo>
                <a:lnTo>
                  <a:pt x="1149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45" name="Google Shape;4345;p76"/>
          <p:cNvGrpSpPr/>
          <p:nvPr/>
        </p:nvGrpSpPr>
        <p:grpSpPr>
          <a:xfrm>
            <a:off x="5981797" y="1158353"/>
            <a:ext cx="3174913" cy="2923743"/>
            <a:chOff x="6215098" y="1384881"/>
            <a:chExt cx="2928887" cy="2697429"/>
          </a:xfrm>
        </p:grpSpPr>
        <p:sp>
          <p:nvSpPr>
            <p:cNvPr id="4346" name="Google Shape;4346;p76"/>
            <p:cNvSpPr/>
            <p:nvPr/>
          </p:nvSpPr>
          <p:spPr>
            <a:xfrm>
              <a:off x="7190527" y="2719231"/>
              <a:ext cx="1039321" cy="619176"/>
            </a:xfrm>
            <a:custGeom>
              <a:rect b="b" l="l" r="r" t="t"/>
              <a:pathLst>
                <a:path extrusionOk="0" h="2695" w="4524">
                  <a:moveTo>
                    <a:pt x="3543" y="0"/>
                  </a:moveTo>
                  <a:cubicBezTo>
                    <a:pt x="2570" y="0"/>
                    <a:pt x="2508" y="848"/>
                    <a:pt x="2508" y="848"/>
                  </a:cubicBezTo>
                  <a:cubicBezTo>
                    <a:pt x="2482" y="845"/>
                    <a:pt x="2458" y="843"/>
                    <a:pt x="2435" y="843"/>
                  </a:cubicBezTo>
                  <a:cubicBezTo>
                    <a:pt x="2061" y="843"/>
                    <a:pt x="2053" y="1232"/>
                    <a:pt x="2053" y="1232"/>
                  </a:cubicBezTo>
                  <a:cubicBezTo>
                    <a:pt x="1979" y="1219"/>
                    <a:pt x="1910" y="1213"/>
                    <a:pt x="1845" y="1213"/>
                  </a:cubicBezTo>
                  <a:cubicBezTo>
                    <a:pt x="1122" y="1213"/>
                    <a:pt x="964" y="1927"/>
                    <a:pt x="964" y="1927"/>
                  </a:cubicBezTo>
                  <a:cubicBezTo>
                    <a:pt x="959" y="1927"/>
                    <a:pt x="954" y="1927"/>
                    <a:pt x="948" y="1927"/>
                  </a:cubicBezTo>
                  <a:cubicBezTo>
                    <a:pt x="27" y="1927"/>
                    <a:pt x="1" y="2695"/>
                    <a:pt x="1" y="2695"/>
                  </a:cubicBezTo>
                  <a:lnTo>
                    <a:pt x="946" y="2695"/>
                  </a:lnTo>
                  <a:cubicBezTo>
                    <a:pt x="946" y="2695"/>
                    <a:pt x="1901" y="2588"/>
                    <a:pt x="2151" y="2507"/>
                  </a:cubicBezTo>
                  <a:cubicBezTo>
                    <a:pt x="2392" y="2427"/>
                    <a:pt x="3739" y="1615"/>
                    <a:pt x="3739" y="1615"/>
                  </a:cubicBezTo>
                  <a:cubicBezTo>
                    <a:pt x="3739" y="1615"/>
                    <a:pt x="4524" y="0"/>
                    <a:pt x="35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6"/>
            <p:cNvSpPr/>
            <p:nvPr/>
          </p:nvSpPr>
          <p:spPr>
            <a:xfrm>
              <a:off x="8094511" y="1384881"/>
              <a:ext cx="1049429" cy="1855231"/>
            </a:xfrm>
            <a:custGeom>
              <a:rect b="b" l="l" r="r" t="t"/>
              <a:pathLst>
                <a:path extrusionOk="0" h="8075" w="4568">
                  <a:moveTo>
                    <a:pt x="4568" y="1"/>
                  </a:moveTo>
                  <a:cubicBezTo>
                    <a:pt x="4568" y="1"/>
                    <a:pt x="3042" y="224"/>
                    <a:pt x="2989" y="1803"/>
                  </a:cubicBezTo>
                  <a:cubicBezTo>
                    <a:pt x="2989" y="1803"/>
                    <a:pt x="2976" y="1802"/>
                    <a:pt x="2953" y="1802"/>
                  </a:cubicBezTo>
                  <a:cubicBezTo>
                    <a:pt x="2832" y="1802"/>
                    <a:pt x="2437" y="1840"/>
                    <a:pt x="2444" y="2338"/>
                  </a:cubicBezTo>
                  <a:cubicBezTo>
                    <a:pt x="2444" y="2338"/>
                    <a:pt x="2423" y="2336"/>
                    <a:pt x="2386" y="2336"/>
                  </a:cubicBezTo>
                  <a:cubicBezTo>
                    <a:pt x="2173" y="2336"/>
                    <a:pt x="1440" y="2414"/>
                    <a:pt x="1410" y="3480"/>
                  </a:cubicBezTo>
                  <a:cubicBezTo>
                    <a:pt x="1410" y="3480"/>
                    <a:pt x="553" y="3516"/>
                    <a:pt x="580" y="4604"/>
                  </a:cubicBezTo>
                  <a:cubicBezTo>
                    <a:pt x="606" y="5396"/>
                    <a:pt x="364" y="5501"/>
                    <a:pt x="232" y="5501"/>
                  </a:cubicBezTo>
                  <a:cubicBezTo>
                    <a:pt x="185" y="5501"/>
                    <a:pt x="152" y="5487"/>
                    <a:pt x="152" y="5487"/>
                  </a:cubicBezTo>
                  <a:lnTo>
                    <a:pt x="0" y="8074"/>
                  </a:lnTo>
                  <a:lnTo>
                    <a:pt x="4568" y="6433"/>
                  </a:lnTo>
                  <a:lnTo>
                    <a:pt x="456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6"/>
            <p:cNvSpPr/>
            <p:nvPr/>
          </p:nvSpPr>
          <p:spPr>
            <a:xfrm>
              <a:off x="6405773" y="1817488"/>
              <a:ext cx="2738211" cy="2144027"/>
            </a:xfrm>
            <a:custGeom>
              <a:rect b="b" l="l" r="r" t="t"/>
              <a:pathLst>
                <a:path extrusionOk="0" h="9332" w="11919">
                  <a:moveTo>
                    <a:pt x="11919" y="0"/>
                  </a:moveTo>
                  <a:lnTo>
                    <a:pt x="7217" y="3488"/>
                  </a:lnTo>
                  <a:lnTo>
                    <a:pt x="6004" y="5380"/>
                  </a:lnTo>
                  <a:lnTo>
                    <a:pt x="3997" y="6236"/>
                  </a:lnTo>
                  <a:lnTo>
                    <a:pt x="2837" y="7021"/>
                  </a:lnTo>
                  <a:lnTo>
                    <a:pt x="0" y="8092"/>
                  </a:lnTo>
                  <a:lnTo>
                    <a:pt x="1311" y="8868"/>
                  </a:lnTo>
                  <a:lnTo>
                    <a:pt x="5513" y="8698"/>
                  </a:lnTo>
                  <a:lnTo>
                    <a:pt x="8199" y="9010"/>
                  </a:lnTo>
                  <a:lnTo>
                    <a:pt x="11919" y="9332"/>
                  </a:lnTo>
                  <a:lnTo>
                    <a:pt x="119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6"/>
            <p:cNvSpPr/>
            <p:nvPr/>
          </p:nvSpPr>
          <p:spPr>
            <a:xfrm>
              <a:off x="7057284" y="3250168"/>
              <a:ext cx="1133742" cy="303500"/>
            </a:xfrm>
            <a:custGeom>
              <a:rect b="b" l="l" r="r" t="t"/>
              <a:pathLst>
                <a:path extrusionOk="0" h="1321" w="4935">
                  <a:moveTo>
                    <a:pt x="1161" y="0"/>
                  </a:moveTo>
                  <a:lnTo>
                    <a:pt x="1" y="785"/>
                  </a:lnTo>
                  <a:lnTo>
                    <a:pt x="4934" y="1320"/>
                  </a:lnTo>
                  <a:lnTo>
                    <a:pt x="116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6"/>
            <p:cNvSpPr/>
            <p:nvPr/>
          </p:nvSpPr>
          <p:spPr>
            <a:xfrm>
              <a:off x="7784836" y="2618833"/>
              <a:ext cx="1205420" cy="600796"/>
            </a:xfrm>
            <a:custGeom>
              <a:rect b="b" l="l" r="r" t="t"/>
              <a:pathLst>
                <a:path extrusionOk="0" h="2615" w="5247">
                  <a:moveTo>
                    <a:pt x="1214" y="0"/>
                  </a:moveTo>
                  <a:lnTo>
                    <a:pt x="1" y="1892"/>
                  </a:lnTo>
                  <a:lnTo>
                    <a:pt x="2526" y="2614"/>
                  </a:lnTo>
                  <a:lnTo>
                    <a:pt x="5247" y="875"/>
                  </a:lnTo>
                  <a:lnTo>
                    <a:pt x="121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6"/>
            <p:cNvSpPr/>
            <p:nvPr/>
          </p:nvSpPr>
          <p:spPr>
            <a:xfrm>
              <a:off x="6215098" y="3676342"/>
              <a:ext cx="492092" cy="405968"/>
            </a:xfrm>
            <a:custGeom>
              <a:rect b="b" l="l" r="r" t="t"/>
              <a:pathLst>
                <a:path extrusionOk="0" h="1767" w="2142">
                  <a:moveTo>
                    <a:pt x="830" y="1"/>
                  </a:moveTo>
                  <a:lnTo>
                    <a:pt x="0" y="1026"/>
                  </a:lnTo>
                  <a:lnTo>
                    <a:pt x="1918" y="1767"/>
                  </a:lnTo>
                  <a:lnTo>
                    <a:pt x="2141" y="777"/>
                  </a:lnTo>
                  <a:lnTo>
                    <a:pt x="83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6"/>
            <p:cNvSpPr/>
            <p:nvPr/>
          </p:nvSpPr>
          <p:spPr>
            <a:xfrm>
              <a:off x="6655718" y="3815796"/>
              <a:ext cx="1016807" cy="266510"/>
            </a:xfrm>
            <a:custGeom>
              <a:rect b="b" l="l" r="r" t="t"/>
              <a:pathLst>
                <a:path extrusionOk="0" h="1160" w="4426">
                  <a:moveTo>
                    <a:pt x="4425" y="0"/>
                  </a:moveTo>
                  <a:lnTo>
                    <a:pt x="223" y="170"/>
                  </a:lnTo>
                  <a:lnTo>
                    <a:pt x="0" y="1160"/>
                  </a:lnTo>
                  <a:lnTo>
                    <a:pt x="3105" y="1026"/>
                  </a:lnTo>
                  <a:lnTo>
                    <a:pt x="442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6"/>
            <p:cNvSpPr/>
            <p:nvPr/>
          </p:nvSpPr>
          <p:spPr>
            <a:xfrm>
              <a:off x="8614847" y="2395293"/>
              <a:ext cx="80178" cy="207235"/>
            </a:xfrm>
            <a:custGeom>
              <a:rect b="b" l="l" r="r" t="t"/>
              <a:pathLst>
                <a:path extrusionOk="0" h="902" w="349">
                  <a:moveTo>
                    <a:pt x="170" y="1"/>
                  </a:moveTo>
                  <a:lnTo>
                    <a:pt x="90" y="447"/>
                  </a:lnTo>
                  <a:lnTo>
                    <a:pt x="1" y="902"/>
                  </a:lnTo>
                  <a:lnTo>
                    <a:pt x="349" y="902"/>
                  </a:lnTo>
                  <a:lnTo>
                    <a:pt x="260" y="447"/>
                  </a:lnTo>
                  <a:lnTo>
                    <a:pt x="17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6"/>
            <p:cNvSpPr/>
            <p:nvPr/>
          </p:nvSpPr>
          <p:spPr>
            <a:xfrm>
              <a:off x="7543161" y="3042940"/>
              <a:ext cx="80178" cy="207235"/>
            </a:xfrm>
            <a:custGeom>
              <a:rect b="b" l="l" r="r" t="t"/>
              <a:pathLst>
                <a:path extrusionOk="0" h="902" w="349">
                  <a:moveTo>
                    <a:pt x="179" y="1"/>
                  </a:moveTo>
                  <a:lnTo>
                    <a:pt x="89" y="447"/>
                  </a:lnTo>
                  <a:lnTo>
                    <a:pt x="0" y="902"/>
                  </a:lnTo>
                  <a:lnTo>
                    <a:pt x="348" y="902"/>
                  </a:lnTo>
                  <a:lnTo>
                    <a:pt x="268" y="447"/>
                  </a:lnTo>
                  <a:lnTo>
                    <a:pt x="17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6"/>
            <p:cNvSpPr/>
            <p:nvPr/>
          </p:nvSpPr>
          <p:spPr>
            <a:xfrm>
              <a:off x="6876947" y="3420178"/>
              <a:ext cx="80178" cy="207235"/>
            </a:xfrm>
            <a:custGeom>
              <a:rect b="b" l="l" r="r" t="t"/>
              <a:pathLst>
                <a:path extrusionOk="0" h="902" w="349">
                  <a:moveTo>
                    <a:pt x="179" y="0"/>
                  </a:moveTo>
                  <a:lnTo>
                    <a:pt x="90" y="446"/>
                  </a:lnTo>
                  <a:lnTo>
                    <a:pt x="1" y="901"/>
                  </a:lnTo>
                  <a:lnTo>
                    <a:pt x="349" y="901"/>
                  </a:lnTo>
                  <a:lnTo>
                    <a:pt x="269" y="446"/>
                  </a:lnTo>
                  <a:lnTo>
                    <a:pt x="17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6"/>
            <p:cNvSpPr/>
            <p:nvPr/>
          </p:nvSpPr>
          <p:spPr>
            <a:xfrm>
              <a:off x="8985859" y="2497758"/>
              <a:ext cx="82245" cy="207464"/>
            </a:xfrm>
            <a:custGeom>
              <a:rect b="b" l="l" r="r" t="t"/>
              <a:pathLst>
                <a:path extrusionOk="0" h="903" w="358">
                  <a:moveTo>
                    <a:pt x="179" y="1"/>
                  </a:moveTo>
                  <a:lnTo>
                    <a:pt x="90" y="456"/>
                  </a:lnTo>
                  <a:lnTo>
                    <a:pt x="1" y="902"/>
                  </a:lnTo>
                  <a:lnTo>
                    <a:pt x="358" y="902"/>
                  </a:lnTo>
                  <a:lnTo>
                    <a:pt x="268" y="456"/>
                  </a:lnTo>
                  <a:lnTo>
                    <a:pt x="17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6"/>
            <p:cNvSpPr/>
            <p:nvPr/>
          </p:nvSpPr>
          <p:spPr>
            <a:xfrm>
              <a:off x="8985859" y="1964983"/>
              <a:ext cx="82245" cy="207235"/>
            </a:xfrm>
            <a:custGeom>
              <a:rect b="b" l="l" r="r" t="t"/>
              <a:pathLst>
                <a:path extrusionOk="0" h="902" w="358">
                  <a:moveTo>
                    <a:pt x="179" y="1"/>
                  </a:moveTo>
                  <a:lnTo>
                    <a:pt x="90" y="456"/>
                  </a:lnTo>
                  <a:lnTo>
                    <a:pt x="1" y="902"/>
                  </a:lnTo>
                  <a:lnTo>
                    <a:pt x="358" y="902"/>
                  </a:lnTo>
                  <a:lnTo>
                    <a:pt x="268" y="456"/>
                  </a:lnTo>
                  <a:lnTo>
                    <a:pt x="17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6"/>
            <p:cNvSpPr/>
            <p:nvPr/>
          </p:nvSpPr>
          <p:spPr>
            <a:xfrm>
              <a:off x="8729712" y="2460999"/>
              <a:ext cx="61799" cy="158068"/>
            </a:xfrm>
            <a:custGeom>
              <a:rect b="b" l="l" r="r" t="t"/>
              <a:pathLst>
                <a:path extrusionOk="0" h="688" w="269">
                  <a:moveTo>
                    <a:pt x="134" y="0"/>
                  </a:moveTo>
                  <a:lnTo>
                    <a:pt x="72" y="348"/>
                  </a:lnTo>
                  <a:lnTo>
                    <a:pt x="1" y="687"/>
                  </a:lnTo>
                  <a:lnTo>
                    <a:pt x="268" y="687"/>
                  </a:lnTo>
                  <a:lnTo>
                    <a:pt x="206" y="348"/>
                  </a:lnTo>
                  <a:lnTo>
                    <a:pt x="13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6"/>
            <p:cNvSpPr/>
            <p:nvPr/>
          </p:nvSpPr>
          <p:spPr>
            <a:xfrm>
              <a:off x="7778863" y="3096240"/>
              <a:ext cx="61569" cy="160136"/>
            </a:xfrm>
            <a:custGeom>
              <a:rect b="b" l="l" r="r" t="t"/>
              <a:pathLst>
                <a:path extrusionOk="0" h="697" w="268">
                  <a:moveTo>
                    <a:pt x="134" y="1"/>
                  </a:moveTo>
                  <a:lnTo>
                    <a:pt x="63" y="349"/>
                  </a:lnTo>
                  <a:lnTo>
                    <a:pt x="0" y="697"/>
                  </a:lnTo>
                  <a:lnTo>
                    <a:pt x="268" y="697"/>
                  </a:lnTo>
                  <a:lnTo>
                    <a:pt x="196" y="349"/>
                  </a:lnTo>
                  <a:lnTo>
                    <a:pt x="134"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6"/>
            <p:cNvSpPr/>
            <p:nvPr/>
          </p:nvSpPr>
          <p:spPr>
            <a:xfrm>
              <a:off x="8653901" y="2102370"/>
              <a:ext cx="61799" cy="158068"/>
            </a:xfrm>
            <a:custGeom>
              <a:rect b="b" l="l" r="r" t="t"/>
              <a:pathLst>
                <a:path extrusionOk="0" h="688" w="269">
                  <a:moveTo>
                    <a:pt x="134" y="0"/>
                  </a:moveTo>
                  <a:lnTo>
                    <a:pt x="63" y="339"/>
                  </a:lnTo>
                  <a:lnTo>
                    <a:pt x="0" y="687"/>
                  </a:lnTo>
                  <a:lnTo>
                    <a:pt x="268" y="687"/>
                  </a:lnTo>
                  <a:lnTo>
                    <a:pt x="197" y="339"/>
                  </a:lnTo>
                  <a:lnTo>
                    <a:pt x="13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6"/>
            <p:cNvSpPr/>
            <p:nvPr/>
          </p:nvSpPr>
          <p:spPr>
            <a:xfrm>
              <a:off x="8037079" y="3276589"/>
              <a:ext cx="61569" cy="160136"/>
            </a:xfrm>
            <a:custGeom>
              <a:rect b="b" l="l" r="r" t="t"/>
              <a:pathLst>
                <a:path extrusionOk="0" h="697" w="268">
                  <a:moveTo>
                    <a:pt x="134" y="1"/>
                  </a:moveTo>
                  <a:lnTo>
                    <a:pt x="63" y="349"/>
                  </a:lnTo>
                  <a:lnTo>
                    <a:pt x="0" y="697"/>
                  </a:lnTo>
                  <a:lnTo>
                    <a:pt x="268" y="697"/>
                  </a:lnTo>
                  <a:lnTo>
                    <a:pt x="197" y="349"/>
                  </a:lnTo>
                  <a:lnTo>
                    <a:pt x="134"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6"/>
            <p:cNvSpPr/>
            <p:nvPr/>
          </p:nvSpPr>
          <p:spPr>
            <a:xfrm>
              <a:off x="7512378" y="3553429"/>
              <a:ext cx="61799" cy="158068"/>
            </a:xfrm>
            <a:custGeom>
              <a:rect b="b" l="l" r="r" t="t"/>
              <a:pathLst>
                <a:path extrusionOk="0" h="688" w="269">
                  <a:moveTo>
                    <a:pt x="134" y="0"/>
                  </a:moveTo>
                  <a:lnTo>
                    <a:pt x="72" y="348"/>
                  </a:lnTo>
                  <a:lnTo>
                    <a:pt x="0" y="687"/>
                  </a:lnTo>
                  <a:lnTo>
                    <a:pt x="268" y="687"/>
                  </a:lnTo>
                  <a:lnTo>
                    <a:pt x="206" y="348"/>
                  </a:lnTo>
                  <a:lnTo>
                    <a:pt x="13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6"/>
            <p:cNvSpPr/>
            <p:nvPr/>
          </p:nvSpPr>
          <p:spPr>
            <a:xfrm>
              <a:off x="8842508" y="2415970"/>
              <a:ext cx="43190" cy="108672"/>
            </a:xfrm>
            <a:custGeom>
              <a:rect b="b" l="l" r="r" t="t"/>
              <a:pathLst>
                <a:path extrusionOk="0" h="473" w="188">
                  <a:moveTo>
                    <a:pt x="89" y="0"/>
                  </a:moveTo>
                  <a:lnTo>
                    <a:pt x="45" y="232"/>
                  </a:lnTo>
                  <a:lnTo>
                    <a:pt x="0" y="473"/>
                  </a:lnTo>
                  <a:lnTo>
                    <a:pt x="188" y="473"/>
                  </a:lnTo>
                  <a:lnTo>
                    <a:pt x="143" y="232"/>
                  </a:lnTo>
                  <a:lnTo>
                    <a:pt x="8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6"/>
            <p:cNvSpPr/>
            <p:nvPr/>
          </p:nvSpPr>
          <p:spPr>
            <a:xfrm>
              <a:off x="8366969" y="2469270"/>
              <a:ext cx="43190" cy="108672"/>
            </a:xfrm>
            <a:custGeom>
              <a:rect b="b" l="l" r="r" t="t"/>
              <a:pathLst>
                <a:path extrusionOk="0" h="473" w="188">
                  <a:moveTo>
                    <a:pt x="90" y="0"/>
                  </a:moveTo>
                  <a:lnTo>
                    <a:pt x="45" y="241"/>
                  </a:lnTo>
                  <a:lnTo>
                    <a:pt x="1" y="473"/>
                  </a:lnTo>
                  <a:lnTo>
                    <a:pt x="188" y="473"/>
                  </a:lnTo>
                  <a:lnTo>
                    <a:pt x="143" y="241"/>
                  </a:lnTo>
                  <a:lnTo>
                    <a:pt x="9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6"/>
            <p:cNvSpPr/>
            <p:nvPr/>
          </p:nvSpPr>
          <p:spPr>
            <a:xfrm>
              <a:off x="7684445" y="3186529"/>
              <a:ext cx="43420" cy="108902"/>
            </a:xfrm>
            <a:custGeom>
              <a:rect b="b" l="l" r="r" t="t"/>
              <a:pathLst>
                <a:path extrusionOk="0" h="474" w="189">
                  <a:moveTo>
                    <a:pt x="90" y="0"/>
                  </a:moveTo>
                  <a:lnTo>
                    <a:pt x="45" y="241"/>
                  </a:lnTo>
                  <a:lnTo>
                    <a:pt x="1" y="473"/>
                  </a:lnTo>
                  <a:lnTo>
                    <a:pt x="188" y="473"/>
                  </a:lnTo>
                  <a:lnTo>
                    <a:pt x="135" y="241"/>
                  </a:lnTo>
                  <a:lnTo>
                    <a:pt x="9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6"/>
            <p:cNvSpPr/>
            <p:nvPr/>
          </p:nvSpPr>
          <p:spPr>
            <a:xfrm>
              <a:off x="8211213" y="3223518"/>
              <a:ext cx="41123" cy="108672"/>
            </a:xfrm>
            <a:custGeom>
              <a:rect b="b" l="l" r="r" t="t"/>
              <a:pathLst>
                <a:path extrusionOk="0" h="473" w="179">
                  <a:moveTo>
                    <a:pt x="90" y="0"/>
                  </a:moveTo>
                  <a:lnTo>
                    <a:pt x="45" y="232"/>
                  </a:lnTo>
                  <a:lnTo>
                    <a:pt x="1" y="473"/>
                  </a:lnTo>
                  <a:lnTo>
                    <a:pt x="179" y="473"/>
                  </a:lnTo>
                  <a:lnTo>
                    <a:pt x="134" y="232"/>
                  </a:lnTo>
                  <a:lnTo>
                    <a:pt x="9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6"/>
            <p:cNvSpPr/>
            <p:nvPr/>
          </p:nvSpPr>
          <p:spPr>
            <a:xfrm>
              <a:off x="7350419" y="3631312"/>
              <a:ext cx="43420" cy="108901"/>
            </a:xfrm>
            <a:custGeom>
              <a:rect b="b" l="l" r="r" t="t"/>
              <a:pathLst>
                <a:path extrusionOk="0" h="474" w="189">
                  <a:moveTo>
                    <a:pt x="90" y="0"/>
                  </a:moveTo>
                  <a:lnTo>
                    <a:pt x="45" y="232"/>
                  </a:lnTo>
                  <a:lnTo>
                    <a:pt x="1" y="473"/>
                  </a:lnTo>
                  <a:lnTo>
                    <a:pt x="188" y="473"/>
                  </a:lnTo>
                  <a:lnTo>
                    <a:pt x="143" y="232"/>
                  </a:lnTo>
                  <a:lnTo>
                    <a:pt x="9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6"/>
            <p:cNvSpPr/>
            <p:nvPr/>
          </p:nvSpPr>
          <p:spPr>
            <a:xfrm>
              <a:off x="7192595" y="3481749"/>
              <a:ext cx="43420" cy="108672"/>
            </a:xfrm>
            <a:custGeom>
              <a:rect b="b" l="l" r="r" t="t"/>
              <a:pathLst>
                <a:path extrusionOk="0" h="473" w="189">
                  <a:moveTo>
                    <a:pt x="99" y="0"/>
                  </a:moveTo>
                  <a:lnTo>
                    <a:pt x="45" y="232"/>
                  </a:lnTo>
                  <a:lnTo>
                    <a:pt x="1" y="473"/>
                  </a:lnTo>
                  <a:lnTo>
                    <a:pt x="188" y="473"/>
                  </a:lnTo>
                  <a:lnTo>
                    <a:pt x="144" y="232"/>
                  </a:lnTo>
                  <a:lnTo>
                    <a:pt x="9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6"/>
            <p:cNvSpPr/>
            <p:nvPr/>
          </p:nvSpPr>
          <p:spPr>
            <a:xfrm>
              <a:off x="7057284" y="3535050"/>
              <a:ext cx="41352" cy="108672"/>
            </a:xfrm>
            <a:custGeom>
              <a:rect b="b" l="l" r="r" t="t"/>
              <a:pathLst>
                <a:path extrusionOk="0" h="473" w="180">
                  <a:moveTo>
                    <a:pt x="90" y="0"/>
                  </a:moveTo>
                  <a:lnTo>
                    <a:pt x="46" y="241"/>
                  </a:lnTo>
                  <a:lnTo>
                    <a:pt x="1" y="473"/>
                  </a:lnTo>
                  <a:lnTo>
                    <a:pt x="179" y="473"/>
                  </a:lnTo>
                  <a:lnTo>
                    <a:pt x="135" y="241"/>
                  </a:lnTo>
                  <a:lnTo>
                    <a:pt x="9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6"/>
            <p:cNvSpPr/>
            <p:nvPr/>
          </p:nvSpPr>
          <p:spPr>
            <a:xfrm>
              <a:off x="6635272" y="3623042"/>
              <a:ext cx="43190" cy="108901"/>
            </a:xfrm>
            <a:custGeom>
              <a:rect b="b" l="l" r="r" t="t"/>
              <a:pathLst>
                <a:path extrusionOk="0" h="474" w="188">
                  <a:moveTo>
                    <a:pt x="89" y="1"/>
                  </a:moveTo>
                  <a:lnTo>
                    <a:pt x="45" y="233"/>
                  </a:lnTo>
                  <a:lnTo>
                    <a:pt x="0" y="473"/>
                  </a:lnTo>
                  <a:lnTo>
                    <a:pt x="188" y="473"/>
                  </a:lnTo>
                  <a:lnTo>
                    <a:pt x="134" y="233"/>
                  </a:lnTo>
                  <a:lnTo>
                    <a:pt x="8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6"/>
            <p:cNvSpPr/>
            <p:nvPr/>
          </p:nvSpPr>
          <p:spPr>
            <a:xfrm>
              <a:off x="6791029" y="3684613"/>
              <a:ext cx="41123" cy="108901"/>
            </a:xfrm>
            <a:custGeom>
              <a:rect b="b" l="l" r="r" t="t"/>
              <a:pathLst>
                <a:path extrusionOk="0" h="474" w="179">
                  <a:moveTo>
                    <a:pt x="89" y="0"/>
                  </a:moveTo>
                  <a:lnTo>
                    <a:pt x="45" y="241"/>
                  </a:lnTo>
                  <a:lnTo>
                    <a:pt x="0" y="473"/>
                  </a:lnTo>
                  <a:lnTo>
                    <a:pt x="179" y="473"/>
                  </a:lnTo>
                  <a:lnTo>
                    <a:pt x="134" y="241"/>
                  </a:lnTo>
                  <a:lnTo>
                    <a:pt x="8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6"/>
            <p:cNvSpPr/>
            <p:nvPr/>
          </p:nvSpPr>
          <p:spPr>
            <a:xfrm>
              <a:off x="8832171" y="2180253"/>
              <a:ext cx="43190" cy="108901"/>
            </a:xfrm>
            <a:custGeom>
              <a:rect b="b" l="l" r="r" t="t"/>
              <a:pathLst>
                <a:path extrusionOk="0" h="474" w="188">
                  <a:moveTo>
                    <a:pt x="90" y="0"/>
                  </a:moveTo>
                  <a:lnTo>
                    <a:pt x="45" y="241"/>
                  </a:lnTo>
                  <a:lnTo>
                    <a:pt x="1" y="473"/>
                  </a:lnTo>
                  <a:lnTo>
                    <a:pt x="188" y="473"/>
                  </a:lnTo>
                  <a:lnTo>
                    <a:pt x="134" y="241"/>
                  </a:lnTo>
                  <a:lnTo>
                    <a:pt x="9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6"/>
            <p:cNvSpPr/>
            <p:nvPr/>
          </p:nvSpPr>
          <p:spPr>
            <a:xfrm>
              <a:off x="7737742" y="2782870"/>
              <a:ext cx="1406208" cy="1012508"/>
            </a:xfrm>
            <a:custGeom>
              <a:rect b="b" l="l" r="r" t="t"/>
              <a:pathLst>
                <a:path extrusionOk="0" h="4407" w="6121">
                  <a:moveTo>
                    <a:pt x="6121" y="0"/>
                  </a:moveTo>
                  <a:lnTo>
                    <a:pt x="3703" y="1650"/>
                  </a:lnTo>
                  <a:lnTo>
                    <a:pt x="3087" y="2542"/>
                  </a:lnTo>
                  <a:lnTo>
                    <a:pt x="2053" y="2944"/>
                  </a:lnTo>
                  <a:lnTo>
                    <a:pt x="1455" y="3310"/>
                  </a:lnTo>
                  <a:lnTo>
                    <a:pt x="1" y="3818"/>
                  </a:lnTo>
                  <a:lnTo>
                    <a:pt x="670" y="4184"/>
                  </a:lnTo>
                  <a:lnTo>
                    <a:pt x="2829" y="4104"/>
                  </a:lnTo>
                  <a:lnTo>
                    <a:pt x="4212" y="4255"/>
                  </a:lnTo>
                  <a:lnTo>
                    <a:pt x="6121" y="4407"/>
                  </a:lnTo>
                  <a:lnTo>
                    <a:pt x="6121" y="0"/>
                  </a:ln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6"/>
            <p:cNvSpPr/>
            <p:nvPr/>
          </p:nvSpPr>
          <p:spPr>
            <a:xfrm>
              <a:off x="8071768" y="3459005"/>
              <a:ext cx="582378" cy="143824"/>
            </a:xfrm>
            <a:custGeom>
              <a:rect b="b" l="l" r="r" t="t"/>
              <a:pathLst>
                <a:path extrusionOk="0" h="626" w="2535">
                  <a:moveTo>
                    <a:pt x="599" y="1"/>
                  </a:moveTo>
                  <a:lnTo>
                    <a:pt x="1" y="367"/>
                  </a:lnTo>
                  <a:lnTo>
                    <a:pt x="2534" y="625"/>
                  </a:lnTo>
                  <a:lnTo>
                    <a:pt x="59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6"/>
            <p:cNvSpPr/>
            <p:nvPr/>
          </p:nvSpPr>
          <p:spPr>
            <a:xfrm>
              <a:off x="8446915" y="3161947"/>
              <a:ext cx="379292" cy="291323"/>
            </a:xfrm>
            <a:custGeom>
              <a:rect b="b" l="l" r="r" t="t"/>
              <a:pathLst>
                <a:path extrusionOk="0" h="1268" w="1651">
                  <a:moveTo>
                    <a:pt x="616" y="0"/>
                  </a:moveTo>
                  <a:lnTo>
                    <a:pt x="0" y="892"/>
                  </a:lnTo>
                  <a:lnTo>
                    <a:pt x="1410" y="1267"/>
                  </a:lnTo>
                  <a:lnTo>
                    <a:pt x="1651" y="161"/>
                  </a:lnTo>
                  <a:lnTo>
                    <a:pt x="616"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6"/>
            <p:cNvSpPr/>
            <p:nvPr/>
          </p:nvSpPr>
          <p:spPr>
            <a:xfrm>
              <a:off x="8428537" y="3395596"/>
              <a:ext cx="32852" cy="80183"/>
            </a:xfrm>
            <a:custGeom>
              <a:rect b="b" l="l" r="r" t="t"/>
              <a:pathLst>
                <a:path extrusionOk="0" h="349" w="143">
                  <a:moveTo>
                    <a:pt x="72" y="0"/>
                  </a:moveTo>
                  <a:lnTo>
                    <a:pt x="36" y="170"/>
                  </a:lnTo>
                  <a:lnTo>
                    <a:pt x="0" y="348"/>
                  </a:lnTo>
                  <a:lnTo>
                    <a:pt x="143" y="348"/>
                  </a:lnTo>
                  <a:lnTo>
                    <a:pt x="107" y="170"/>
                  </a:lnTo>
                  <a:lnTo>
                    <a:pt x="72"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6"/>
            <p:cNvSpPr/>
            <p:nvPr/>
          </p:nvSpPr>
          <p:spPr>
            <a:xfrm>
              <a:off x="8799319" y="3073266"/>
              <a:ext cx="104759" cy="64330"/>
            </a:xfrm>
            <a:custGeom>
              <a:rect b="b" l="l" r="r" t="t"/>
              <a:pathLst>
                <a:path extrusionOk="0" h="280" w="456">
                  <a:moveTo>
                    <a:pt x="429" y="0"/>
                  </a:moveTo>
                  <a:cubicBezTo>
                    <a:pt x="394" y="0"/>
                    <a:pt x="335" y="13"/>
                    <a:pt x="304" y="92"/>
                  </a:cubicBezTo>
                  <a:cubicBezTo>
                    <a:pt x="304" y="92"/>
                    <a:pt x="293" y="89"/>
                    <a:pt x="278" y="89"/>
                  </a:cubicBezTo>
                  <a:cubicBezTo>
                    <a:pt x="256" y="89"/>
                    <a:pt x="226" y="96"/>
                    <a:pt x="215" y="128"/>
                  </a:cubicBezTo>
                  <a:cubicBezTo>
                    <a:pt x="215" y="128"/>
                    <a:pt x="182" y="114"/>
                    <a:pt x="140" y="114"/>
                  </a:cubicBezTo>
                  <a:cubicBezTo>
                    <a:pt x="93" y="114"/>
                    <a:pt x="34" y="132"/>
                    <a:pt x="1" y="208"/>
                  </a:cubicBezTo>
                  <a:lnTo>
                    <a:pt x="456" y="279"/>
                  </a:lnTo>
                  <a:lnTo>
                    <a:pt x="456" y="3"/>
                  </a:lnTo>
                  <a:cubicBezTo>
                    <a:pt x="456" y="3"/>
                    <a:pt x="445" y="0"/>
                    <a:pt x="429"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6"/>
            <p:cNvSpPr/>
            <p:nvPr/>
          </p:nvSpPr>
          <p:spPr>
            <a:xfrm>
              <a:off x="9047427" y="2868794"/>
              <a:ext cx="61569" cy="158068"/>
            </a:xfrm>
            <a:custGeom>
              <a:rect b="b" l="l" r="r" t="t"/>
              <a:pathLst>
                <a:path extrusionOk="0" h="688" w="268">
                  <a:moveTo>
                    <a:pt x="134" y="1"/>
                  </a:moveTo>
                  <a:lnTo>
                    <a:pt x="63" y="340"/>
                  </a:lnTo>
                  <a:lnTo>
                    <a:pt x="0" y="688"/>
                  </a:lnTo>
                  <a:lnTo>
                    <a:pt x="268" y="688"/>
                  </a:lnTo>
                  <a:lnTo>
                    <a:pt x="197" y="340"/>
                  </a:lnTo>
                  <a:lnTo>
                    <a:pt x="134"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6"/>
            <p:cNvSpPr/>
            <p:nvPr/>
          </p:nvSpPr>
          <p:spPr>
            <a:xfrm>
              <a:off x="8977819" y="2903715"/>
              <a:ext cx="61569" cy="158068"/>
            </a:xfrm>
            <a:custGeom>
              <a:rect b="b" l="l" r="r" t="t"/>
              <a:pathLst>
                <a:path extrusionOk="0" h="688" w="268">
                  <a:moveTo>
                    <a:pt x="134" y="0"/>
                  </a:moveTo>
                  <a:lnTo>
                    <a:pt x="71" y="339"/>
                  </a:lnTo>
                  <a:lnTo>
                    <a:pt x="0" y="687"/>
                  </a:lnTo>
                  <a:lnTo>
                    <a:pt x="268" y="687"/>
                  </a:lnTo>
                  <a:lnTo>
                    <a:pt x="205" y="339"/>
                  </a:lnTo>
                  <a:lnTo>
                    <a:pt x="13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6"/>
            <p:cNvSpPr/>
            <p:nvPr/>
          </p:nvSpPr>
          <p:spPr>
            <a:xfrm>
              <a:off x="8742117" y="3010316"/>
              <a:ext cx="61569" cy="158068"/>
            </a:xfrm>
            <a:custGeom>
              <a:rect b="b" l="l" r="r" t="t"/>
              <a:pathLst>
                <a:path extrusionOk="0" h="688" w="268">
                  <a:moveTo>
                    <a:pt x="134" y="0"/>
                  </a:moveTo>
                  <a:lnTo>
                    <a:pt x="71" y="348"/>
                  </a:lnTo>
                  <a:lnTo>
                    <a:pt x="0" y="687"/>
                  </a:lnTo>
                  <a:lnTo>
                    <a:pt x="268" y="687"/>
                  </a:lnTo>
                  <a:lnTo>
                    <a:pt x="205" y="348"/>
                  </a:lnTo>
                  <a:lnTo>
                    <a:pt x="13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6"/>
            <p:cNvSpPr/>
            <p:nvPr/>
          </p:nvSpPr>
          <p:spPr>
            <a:xfrm>
              <a:off x="8825968" y="2957015"/>
              <a:ext cx="35149" cy="90292"/>
            </a:xfrm>
            <a:custGeom>
              <a:rect b="b" l="l" r="r" t="t"/>
              <a:pathLst>
                <a:path extrusionOk="0" h="393" w="153">
                  <a:moveTo>
                    <a:pt x="81" y="0"/>
                  </a:moveTo>
                  <a:lnTo>
                    <a:pt x="37" y="197"/>
                  </a:lnTo>
                  <a:lnTo>
                    <a:pt x="1" y="393"/>
                  </a:lnTo>
                  <a:lnTo>
                    <a:pt x="153" y="393"/>
                  </a:lnTo>
                  <a:lnTo>
                    <a:pt x="117" y="197"/>
                  </a:lnTo>
                  <a:lnTo>
                    <a:pt x="8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6"/>
            <p:cNvSpPr/>
            <p:nvPr/>
          </p:nvSpPr>
          <p:spPr>
            <a:xfrm>
              <a:off x="8698928" y="3041102"/>
              <a:ext cx="61799" cy="159906"/>
            </a:xfrm>
            <a:custGeom>
              <a:rect b="b" l="l" r="r" t="t"/>
              <a:pathLst>
                <a:path extrusionOk="0" h="696" w="269">
                  <a:moveTo>
                    <a:pt x="135" y="0"/>
                  </a:moveTo>
                  <a:lnTo>
                    <a:pt x="63" y="348"/>
                  </a:lnTo>
                  <a:lnTo>
                    <a:pt x="1" y="696"/>
                  </a:lnTo>
                  <a:lnTo>
                    <a:pt x="268" y="696"/>
                  </a:lnTo>
                  <a:lnTo>
                    <a:pt x="197" y="348"/>
                  </a:lnTo>
                  <a:lnTo>
                    <a:pt x="13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6"/>
            <p:cNvSpPr/>
            <p:nvPr/>
          </p:nvSpPr>
          <p:spPr>
            <a:xfrm>
              <a:off x="8547307" y="3422246"/>
              <a:ext cx="57663" cy="121078"/>
            </a:xfrm>
            <a:custGeom>
              <a:rect b="b" l="l" r="r" t="t"/>
              <a:pathLst>
                <a:path extrusionOk="0" h="527" w="251">
                  <a:moveTo>
                    <a:pt x="125" y="0"/>
                  </a:moveTo>
                  <a:lnTo>
                    <a:pt x="63" y="259"/>
                  </a:lnTo>
                  <a:lnTo>
                    <a:pt x="1" y="527"/>
                  </a:lnTo>
                  <a:lnTo>
                    <a:pt x="250" y="527"/>
                  </a:lnTo>
                  <a:lnTo>
                    <a:pt x="188" y="259"/>
                  </a:lnTo>
                  <a:lnTo>
                    <a:pt x="12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6"/>
            <p:cNvSpPr/>
            <p:nvPr/>
          </p:nvSpPr>
          <p:spPr>
            <a:xfrm>
              <a:off x="8485739" y="3397663"/>
              <a:ext cx="47555" cy="121078"/>
            </a:xfrm>
            <a:custGeom>
              <a:rect b="b" l="l" r="r" t="t"/>
              <a:pathLst>
                <a:path extrusionOk="0" h="527" w="207">
                  <a:moveTo>
                    <a:pt x="108" y="0"/>
                  </a:moveTo>
                  <a:lnTo>
                    <a:pt x="54" y="268"/>
                  </a:lnTo>
                  <a:lnTo>
                    <a:pt x="1" y="527"/>
                  </a:lnTo>
                  <a:lnTo>
                    <a:pt x="206" y="527"/>
                  </a:lnTo>
                  <a:lnTo>
                    <a:pt x="162" y="268"/>
                  </a:lnTo>
                  <a:lnTo>
                    <a:pt x="10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6"/>
            <p:cNvSpPr/>
            <p:nvPr/>
          </p:nvSpPr>
          <p:spPr>
            <a:xfrm>
              <a:off x="8520658" y="3438558"/>
              <a:ext cx="47325" cy="121308"/>
            </a:xfrm>
            <a:custGeom>
              <a:rect b="b" l="l" r="r" t="t"/>
              <a:pathLst>
                <a:path extrusionOk="0" h="528" w="206">
                  <a:moveTo>
                    <a:pt x="99" y="1"/>
                  </a:moveTo>
                  <a:lnTo>
                    <a:pt x="54" y="268"/>
                  </a:lnTo>
                  <a:lnTo>
                    <a:pt x="1" y="527"/>
                  </a:lnTo>
                  <a:lnTo>
                    <a:pt x="206" y="527"/>
                  </a:lnTo>
                  <a:lnTo>
                    <a:pt x="152" y="268"/>
                  </a:lnTo>
                  <a:lnTo>
                    <a:pt x="9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6"/>
            <p:cNvSpPr/>
            <p:nvPr/>
          </p:nvSpPr>
          <p:spPr>
            <a:xfrm>
              <a:off x="8067862" y="3557565"/>
              <a:ext cx="47325" cy="121078"/>
            </a:xfrm>
            <a:custGeom>
              <a:rect b="b" l="l" r="r" t="t"/>
              <a:pathLst>
                <a:path extrusionOk="0" h="527" w="206">
                  <a:moveTo>
                    <a:pt x="98" y="0"/>
                  </a:moveTo>
                  <a:lnTo>
                    <a:pt x="54" y="268"/>
                  </a:lnTo>
                  <a:lnTo>
                    <a:pt x="0" y="526"/>
                  </a:lnTo>
                  <a:lnTo>
                    <a:pt x="205" y="526"/>
                  </a:lnTo>
                  <a:lnTo>
                    <a:pt x="152" y="268"/>
                  </a:lnTo>
                  <a:lnTo>
                    <a:pt x="9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6"/>
            <p:cNvSpPr/>
            <p:nvPr/>
          </p:nvSpPr>
          <p:spPr>
            <a:xfrm>
              <a:off x="8407861" y="3508400"/>
              <a:ext cx="211356" cy="170245"/>
            </a:xfrm>
            <a:custGeom>
              <a:rect b="b" l="l" r="r" t="t"/>
              <a:pathLst>
                <a:path extrusionOk="0" h="741" w="920">
                  <a:moveTo>
                    <a:pt x="1" y="0"/>
                  </a:moveTo>
                  <a:lnTo>
                    <a:pt x="1" y="740"/>
                  </a:lnTo>
                  <a:lnTo>
                    <a:pt x="920" y="740"/>
                  </a:lnTo>
                  <a:lnTo>
                    <a:pt x="920"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6"/>
            <p:cNvSpPr/>
            <p:nvPr/>
          </p:nvSpPr>
          <p:spPr>
            <a:xfrm>
              <a:off x="8407861" y="3508400"/>
              <a:ext cx="211356" cy="41125"/>
            </a:xfrm>
            <a:custGeom>
              <a:rect b="b" l="l" r="r" t="t"/>
              <a:pathLst>
                <a:path extrusionOk="0" h="179" w="920">
                  <a:moveTo>
                    <a:pt x="1" y="0"/>
                  </a:moveTo>
                  <a:lnTo>
                    <a:pt x="1" y="178"/>
                  </a:lnTo>
                  <a:lnTo>
                    <a:pt x="920" y="178"/>
                  </a:lnTo>
                  <a:lnTo>
                    <a:pt x="92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6"/>
            <p:cNvSpPr/>
            <p:nvPr/>
          </p:nvSpPr>
          <p:spPr>
            <a:xfrm>
              <a:off x="8092443" y="3586283"/>
              <a:ext cx="315656" cy="112807"/>
            </a:xfrm>
            <a:custGeom>
              <a:rect b="b" l="l" r="r" t="t"/>
              <a:pathLst>
                <a:path extrusionOk="0" h="491" w="1374">
                  <a:moveTo>
                    <a:pt x="0" y="0"/>
                  </a:moveTo>
                  <a:lnTo>
                    <a:pt x="0" y="491"/>
                  </a:lnTo>
                  <a:lnTo>
                    <a:pt x="1374" y="491"/>
                  </a:lnTo>
                  <a:lnTo>
                    <a:pt x="1374"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6"/>
            <p:cNvSpPr/>
            <p:nvPr/>
          </p:nvSpPr>
          <p:spPr>
            <a:xfrm>
              <a:off x="8092443" y="3553429"/>
              <a:ext cx="301412" cy="33084"/>
            </a:xfrm>
            <a:custGeom>
              <a:rect b="b" l="l" r="r" t="t"/>
              <a:pathLst>
                <a:path extrusionOk="0" h="144" w="1312">
                  <a:moveTo>
                    <a:pt x="143" y="0"/>
                  </a:moveTo>
                  <a:lnTo>
                    <a:pt x="0" y="143"/>
                  </a:lnTo>
                  <a:lnTo>
                    <a:pt x="1169" y="143"/>
                  </a:lnTo>
                  <a:lnTo>
                    <a:pt x="131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6"/>
            <p:cNvSpPr/>
            <p:nvPr/>
          </p:nvSpPr>
          <p:spPr>
            <a:xfrm>
              <a:off x="8502280" y="3698627"/>
              <a:ext cx="248114" cy="72142"/>
            </a:xfrm>
            <a:custGeom>
              <a:rect b="b" l="l" r="r" t="t"/>
              <a:pathLst>
                <a:path extrusionOk="0" h="314" w="1080">
                  <a:moveTo>
                    <a:pt x="1025" y="1"/>
                  </a:moveTo>
                  <a:cubicBezTo>
                    <a:pt x="988" y="1"/>
                    <a:pt x="906" y="11"/>
                    <a:pt x="892" y="100"/>
                  </a:cubicBezTo>
                  <a:cubicBezTo>
                    <a:pt x="892" y="100"/>
                    <a:pt x="884" y="97"/>
                    <a:pt x="873" y="97"/>
                  </a:cubicBezTo>
                  <a:cubicBezTo>
                    <a:pt x="853" y="97"/>
                    <a:pt x="824" y="105"/>
                    <a:pt x="812" y="144"/>
                  </a:cubicBezTo>
                  <a:cubicBezTo>
                    <a:pt x="812" y="144"/>
                    <a:pt x="766" y="108"/>
                    <a:pt x="703" y="108"/>
                  </a:cubicBezTo>
                  <a:cubicBezTo>
                    <a:pt x="663" y="108"/>
                    <a:pt x="616" y="123"/>
                    <a:pt x="571" y="171"/>
                  </a:cubicBezTo>
                  <a:cubicBezTo>
                    <a:pt x="571" y="171"/>
                    <a:pt x="536" y="126"/>
                    <a:pt x="477" y="126"/>
                  </a:cubicBezTo>
                  <a:cubicBezTo>
                    <a:pt x="458" y="126"/>
                    <a:pt x="435" y="131"/>
                    <a:pt x="411" y="144"/>
                  </a:cubicBezTo>
                  <a:cubicBezTo>
                    <a:pt x="411" y="144"/>
                    <a:pt x="325" y="80"/>
                    <a:pt x="213" y="80"/>
                  </a:cubicBezTo>
                  <a:cubicBezTo>
                    <a:pt x="147" y="80"/>
                    <a:pt x="73" y="102"/>
                    <a:pt x="0" y="171"/>
                  </a:cubicBezTo>
                  <a:lnTo>
                    <a:pt x="0" y="314"/>
                  </a:lnTo>
                  <a:lnTo>
                    <a:pt x="1080" y="314"/>
                  </a:lnTo>
                  <a:lnTo>
                    <a:pt x="1044" y="2"/>
                  </a:lnTo>
                  <a:cubicBezTo>
                    <a:pt x="1044" y="2"/>
                    <a:pt x="1037" y="1"/>
                    <a:pt x="1025"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6"/>
            <p:cNvSpPr/>
            <p:nvPr/>
          </p:nvSpPr>
          <p:spPr>
            <a:xfrm>
              <a:off x="8666306" y="3176191"/>
              <a:ext cx="237776" cy="383683"/>
            </a:xfrm>
            <a:custGeom>
              <a:rect b="b" l="l" r="r" t="t"/>
              <a:pathLst>
                <a:path extrusionOk="0" h="1670" w="1035">
                  <a:moveTo>
                    <a:pt x="0" y="1"/>
                  </a:moveTo>
                  <a:lnTo>
                    <a:pt x="0" y="1669"/>
                  </a:lnTo>
                  <a:lnTo>
                    <a:pt x="1035" y="1669"/>
                  </a:lnTo>
                  <a:lnTo>
                    <a:pt x="1035"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6"/>
            <p:cNvSpPr/>
            <p:nvPr/>
          </p:nvSpPr>
          <p:spPr>
            <a:xfrm>
              <a:off x="8838373" y="3215247"/>
              <a:ext cx="31014" cy="53532"/>
            </a:xfrm>
            <a:custGeom>
              <a:rect b="b" l="l" r="r" t="t"/>
              <a:pathLst>
                <a:path extrusionOk="0" h="233" w="135">
                  <a:moveTo>
                    <a:pt x="0" y="0"/>
                  </a:moveTo>
                  <a:lnTo>
                    <a:pt x="0" y="232"/>
                  </a:lnTo>
                  <a:lnTo>
                    <a:pt x="134" y="232"/>
                  </a:lnTo>
                  <a:lnTo>
                    <a:pt x="134"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6"/>
            <p:cNvSpPr/>
            <p:nvPr/>
          </p:nvSpPr>
          <p:spPr>
            <a:xfrm>
              <a:off x="8772671" y="3268548"/>
              <a:ext cx="28947" cy="53532"/>
            </a:xfrm>
            <a:custGeom>
              <a:rect b="b" l="l" r="r" t="t"/>
              <a:pathLst>
                <a:path extrusionOk="0" h="233" w="126">
                  <a:moveTo>
                    <a:pt x="1" y="0"/>
                  </a:moveTo>
                  <a:lnTo>
                    <a:pt x="1" y="232"/>
                  </a:lnTo>
                  <a:lnTo>
                    <a:pt x="126" y="232"/>
                  </a:lnTo>
                  <a:lnTo>
                    <a:pt x="12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6"/>
            <p:cNvSpPr/>
            <p:nvPr/>
          </p:nvSpPr>
          <p:spPr>
            <a:xfrm>
              <a:off x="8707198" y="3229491"/>
              <a:ext cx="31014" cy="53532"/>
            </a:xfrm>
            <a:custGeom>
              <a:rect b="b" l="l" r="r" t="t"/>
              <a:pathLst>
                <a:path extrusionOk="0" h="233" w="135">
                  <a:moveTo>
                    <a:pt x="0" y="1"/>
                  </a:moveTo>
                  <a:lnTo>
                    <a:pt x="0" y="233"/>
                  </a:lnTo>
                  <a:lnTo>
                    <a:pt x="134" y="233"/>
                  </a:lnTo>
                  <a:lnTo>
                    <a:pt x="13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6"/>
            <p:cNvSpPr/>
            <p:nvPr/>
          </p:nvSpPr>
          <p:spPr>
            <a:xfrm>
              <a:off x="8850549" y="3329889"/>
              <a:ext cx="28947" cy="53532"/>
            </a:xfrm>
            <a:custGeom>
              <a:rect b="b" l="l" r="r" t="t"/>
              <a:pathLst>
                <a:path extrusionOk="0" h="233" w="126">
                  <a:moveTo>
                    <a:pt x="1" y="1"/>
                  </a:moveTo>
                  <a:lnTo>
                    <a:pt x="1" y="233"/>
                  </a:lnTo>
                  <a:lnTo>
                    <a:pt x="126" y="233"/>
                  </a:lnTo>
                  <a:lnTo>
                    <a:pt x="12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6"/>
            <p:cNvSpPr/>
            <p:nvPr/>
          </p:nvSpPr>
          <p:spPr>
            <a:xfrm>
              <a:off x="8717536" y="3344363"/>
              <a:ext cx="28717" cy="53532"/>
            </a:xfrm>
            <a:custGeom>
              <a:rect b="b" l="l" r="r" t="t"/>
              <a:pathLst>
                <a:path extrusionOk="0" h="233" w="125">
                  <a:moveTo>
                    <a:pt x="0" y="0"/>
                  </a:moveTo>
                  <a:lnTo>
                    <a:pt x="0" y="232"/>
                  </a:lnTo>
                  <a:lnTo>
                    <a:pt x="125" y="232"/>
                  </a:lnTo>
                  <a:lnTo>
                    <a:pt x="12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6"/>
            <p:cNvSpPr/>
            <p:nvPr/>
          </p:nvSpPr>
          <p:spPr>
            <a:xfrm>
              <a:off x="8770603" y="3434422"/>
              <a:ext cx="59731" cy="115105"/>
            </a:xfrm>
            <a:custGeom>
              <a:rect b="b" l="l" r="r" t="t"/>
              <a:pathLst>
                <a:path extrusionOk="0" h="501" w="260">
                  <a:moveTo>
                    <a:pt x="1" y="1"/>
                  </a:moveTo>
                  <a:lnTo>
                    <a:pt x="1" y="500"/>
                  </a:lnTo>
                  <a:lnTo>
                    <a:pt x="260" y="500"/>
                  </a:lnTo>
                  <a:lnTo>
                    <a:pt x="260"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6"/>
            <p:cNvSpPr/>
            <p:nvPr/>
          </p:nvSpPr>
          <p:spPr>
            <a:xfrm>
              <a:off x="8635523" y="3118985"/>
              <a:ext cx="268560" cy="57438"/>
            </a:xfrm>
            <a:custGeom>
              <a:rect b="b" l="l" r="r" t="t"/>
              <a:pathLst>
                <a:path extrusionOk="0" h="250" w="1169">
                  <a:moveTo>
                    <a:pt x="250" y="0"/>
                  </a:moveTo>
                  <a:lnTo>
                    <a:pt x="0" y="250"/>
                  </a:lnTo>
                  <a:lnTo>
                    <a:pt x="1169" y="250"/>
                  </a:lnTo>
                  <a:lnTo>
                    <a:pt x="116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6"/>
            <p:cNvSpPr/>
            <p:nvPr/>
          </p:nvSpPr>
          <p:spPr>
            <a:xfrm>
              <a:off x="8625185" y="3377216"/>
              <a:ext cx="162193" cy="301432"/>
            </a:xfrm>
            <a:custGeom>
              <a:rect b="b" l="l" r="r" t="t"/>
              <a:pathLst>
                <a:path extrusionOk="0" h="1312" w="706">
                  <a:moveTo>
                    <a:pt x="1" y="0"/>
                  </a:moveTo>
                  <a:lnTo>
                    <a:pt x="1" y="1311"/>
                  </a:lnTo>
                  <a:lnTo>
                    <a:pt x="705" y="1311"/>
                  </a:lnTo>
                  <a:lnTo>
                    <a:pt x="705"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6"/>
            <p:cNvSpPr/>
            <p:nvPr/>
          </p:nvSpPr>
          <p:spPr>
            <a:xfrm>
              <a:off x="8588428" y="3338160"/>
              <a:ext cx="36987" cy="340489"/>
            </a:xfrm>
            <a:custGeom>
              <a:rect b="b" l="l" r="r" t="t"/>
              <a:pathLst>
                <a:path extrusionOk="0" h="1482" w="161">
                  <a:moveTo>
                    <a:pt x="0" y="1"/>
                  </a:moveTo>
                  <a:lnTo>
                    <a:pt x="0" y="1481"/>
                  </a:lnTo>
                  <a:lnTo>
                    <a:pt x="161" y="1481"/>
                  </a:lnTo>
                  <a:lnTo>
                    <a:pt x="161" y="170"/>
                  </a:lnTo>
                  <a:lnTo>
                    <a:pt x="0"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6"/>
            <p:cNvSpPr/>
            <p:nvPr/>
          </p:nvSpPr>
          <p:spPr>
            <a:xfrm>
              <a:off x="8742117" y="3403866"/>
              <a:ext cx="20676" cy="36990"/>
            </a:xfrm>
            <a:custGeom>
              <a:rect b="b" l="l" r="r" t="t"/>
              <a:pathLst>
                <a:path extrusionOk="0" h="161" w="90">
                  <a:moveTo>
                    <a:pt x="0" y="0"/>
                  </a:moveTo>
                  <a:lnTo>
                    <a:pt x="0" y="161"/>
                  </a:lnTo>
                  <a:lnTo>
                    <a:pt x="89" y="161"/>
                  </a:lnTo>
                  <a:lnTo>
                    <a:pt x="89"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6"/>
            <p:cNvSpPr/>
            <p:nvPr/>
          </p:nvSpPr>
          <p:spPr>
            <a:xfrm>
              <a:off x="8698928" y="3440625"/>
              <a:ext cx="20676" cy="35152"/>
            </a:xfrm>
            <a:custGeom>
              <a:rect b="b" l="l" r="r" t="t"/>
              <a:pathLst>
                <a:path extrusionOk="0" h="153" w="90">
                  <a:moveTo>
                    <a:pt x="1" y="1"/>
                  </a:moveTo>
                  <a:lnTo>
                    <a:pt x="1" y="152"/>
                  </a:lnTo>
                  <a:lnTo>
                    <a:pt x="90" y="152"/>
                  </a:lnTo>
                  <a:lnTo>
                    <a:pt x="90"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6"/>
            <p:cNvSpPr/>
            <p:nvPr/>
          </p:nvSpPr>
          <p:spPr>
            <a:xfrm>
              <a:off x="8653901" y="3413975"/>
              <a:ext cx="20676" cy="37219"/>
            </a:xfrm>
            <a:custGeom>
              <a:rect b="b" l="l" r="r" t="t"/>
              <a:pathLst>
                <a:path extrusionOk="0" h="162" w="90">
                  <a:moveTo>
                    <a:pt x="0" y="1"/>
                  </a:moveTo>
                  <a:lnTo>
                    <a:pt x="0" y="161"/>
                  </a:lnTo>
                  <a:lnTo>
                    <a:pt x="90" y="161"/>
                  </a:lnTo>
                  <a:lnTo>
                    <a:pt x="90"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6"/>
            <p:cNvSpPr/>
            <p:nvPr/>
          </p:nvSpPr>
          <p:spPr>
            <a:xfrm>
              <a:off x="8750157" y="3498061"/>
              <a:ext cx="20676" cy="35152"/>
            </a:xfrm>
            <a:custGeom>
              <a:rect b="b" l="l" r="r" t="t"/>
              <a:pathLst>
                <a:path extrusionOk="0" h="153" w="90">
                  <a:moveTo>
                    <a:pt x="1" y="0"/>
                  </a:moveTo>
                  <a:lnTo>
                    <a:pt x="1" y="152"/>
                  </a:lnTo>
                  <a:lnTo>
                    <a:pt x="90" y="152"/>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6"/>
            <p:cNvSpPr/>
            <p:nvPr/>
          </p:nvSpPr>
          <p:spPr>
            <a:xfrm>
              <a:off x="8643563" y="3481749"/>
              <a:ext cx="20906" cy="36990"/>
            </a:xfrm>
            <a:custGeom>
              <a:rect b="b" l="l" r="r" t="t"/>
              <a:pathLst>
                <a:path extrusionOk="0" h="161" w="91">
                  <a:moveTo>
                    <a:pt x="1" y="0"/>
                  </a:moveTo>
                  <a:lnTo>
                    <a:pt x="1" y="161"/>
                  </a:lnTo>
                  <a:lnTo>
                    <a:pt x="90" y="161"/>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6"/>
            <p:cNvSpPr/>
            <p:nvPr/>
          </p:nvSpPr>
          <p:spPr>
            <a:xfrm>
              <a:off x="8682617" y="3532982"/>
              <a:ext cx="20676" cy="34922"/>
            </a:xfrm>
            <a:custGeom>
              <a:rect b="b" l="l" r="r" t="t"/>
              <a:pathLst>
                <a:path extrusionOk="0" h="152" w="90">
                  <a:moveTo>
                    <a:pt x="0" y="0"/>
                  </a:moveTo>
                  <a:lnTo>
                    <a:pt x="0" y="152"/>
                  </a:lnTo>
                  <a:lnTo>
                    <a:pt x="90" y="152"/>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6"/>
            <p:cNvSpPr/>
            <p:nvPr/>
          </p:nvSpPr>
          <p:spPr>
            <a:xfrm>
              <a:off x="8662171" y="3602594"/>
              <a:ext cx="41123" cy="76047"/>
            </a:xfrm>
            <a:custGeom>
              <a:rect b="b" l="l" r="r" t="t"/>
              <a:pathLst>
                <a:path extrusionOk="0" h="331" w="179">
                  <a:moveTo>
                    <a:pt x="0" y="0"/>
                  </a:moveTo>
                  <a:lnTo>
                    <a:pt x="0" y="330"/>
                  </a:lnTo>
                  <a:lnTo>
                    <a:pt x="179" y="330"/>
                  </a:lnTo>
                  <a:lnTo>
                    <a:pt x="179"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6"/>
            <p:cNvSpPr/>
            <p:nvPr/>
          </p:nvSpPr>
          <p:spPr>
            <a:xfrm>
              <a:off x="8588428" y="3338160"/>
              <a:ext cx="198951" cy="39287"/>
            </a:xfrm>
            <a:custGeom>
              <a:rect b="b" l="l" r="r" t="t"/>
              <a:pathLst>
                <a:path extrusionOk="0" h="171" w="866">
                  <a:moveTo>
                    <a:pt x="0" y="1"/>
                  </a:moveTo>
                  <a:lnTo>
                    <a:pt x="161" y="170"/>
                  </a:lnTo>
                  <a:lnTo>
                    <a:pt x="865" y="170"/>
                  </a:lnTo>
                  <a:lnTo>
                    <a:pt x="69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6"/>
            <p:cNvSpPr/>
            <p:nvPr/>
          </p:nvSpPr>
          <p:spPr>
            <a:xfrm>
              <a:off x="8903846" y="3036966"/>
              <a:ext cx="240073" cy="383453"/>
            </a:xfrm>
            <a:custGeom>
              <a:rect b="b" l="l" r="r" t="t"/>
              <a:pathLst>
                <a:path extrusionOk="0" h="1669" w="1045">
                  <a:moveTo>
                    <a:pt x="1" y="0"/>
                  </a:moveTo>
                  <a:lnTo>
                    <a:pt x="1" y="1668"/>
                  </a:lnTo>
                  <a:lnTo>
                    <a:pt x="1045" y="1668"/>
                  </a:lnTo>
                  <a:lnTo>
                    <a:pt x="1045"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6"/>
            <p:cNvSpPr/>
            <p:nvPr/>
          </p:nvSpPr>
          <p:spPr>
            <a:xfrm>
              <a:off x="9078210" y="3075793"/>
              <a:ext cx="28947" cy="53532"/>
            </a:xfrm>
            <a:custGeom>
              <a:rect b="b" l="l" r="r" t="t"/>
              <a:pathLst>
                <a:path extrusionOk="0" h="233" w="126">
                  <a:moveTo>
                    <a:pt x="0" y="1"/>
                  </a:moveTo>
                  <a:lnTo>
                    <a:pt x="0" y="233"/>
                  </a:lnTo>
                  <a:lnTo>
                    <a:pt x="125" y="233"/>
                  </a:lnTo>
                  <a:lnTo>
                    <a:pt x="12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6"/>
            <p:cNvSpPr/>
            <p:nvPr/>
          </p:nvSpPr>
          <p:spPr>
            <a:xfrm>
              <a:off x="9012508" y="3127026"/>
              <a:ext cx="28947" cy="53532"/>
            </a:xfrm>
            <a:custGeom>
              <a:rect b="b" l="l" r="r" t="t"/>
              <a:pathLst>
                <a:path extrusionOk="0" h="233" w="126">
                  <a:moveTo>
                    <a:pt x="1" y="1"/>
                  </a:moveTo>
                  <a:lnTo>
                    <a:pt x="1" y="233"/>
                  </a:lnTo>
                  <a:lnTo>
                    <a:pt x="126" y="233"/>
                  </a:lnTo>
                  <a:lnTo>
                    <a:pt x="12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6"/>
            <p:cNvSpPr/>
            <p:nvPr/>
          </p:nvSpPr>
          <p:spPr>
            <a:xfrm>
              <a:off x="8947035" y="3088199"/>
              <a:ext cx="28947" cy="53532"/>
            </a:xfrm>
            <a:custGeom>
              <a:rect b="b" l="l" r="r" t="t"/>
              <a:pathLst>
                <a:path extrusionOk="0" h="233" w="126">
                  <a:moveTo>
                    <a:pt x="0" y="0"/>
                  </a:moveTo>
                  <a:lnTo>
                    <a:pt x="0" y="232"/>
                  </a:lnTo>
                  <a:lnTo>
                    <a:pt x="125" y="232"/>
                  </a:lnTo>
                  <a:lnTo>
                    <a:pt x="12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6"/>
            <p:cNvSpPr/>
            <p:nvPr/>
          </p:nvSpPr>
          <p:spPr>
            <a:xfrm>
              <a:off x="9090386" y="3190665"/>
              <a:ext cx="28947" cy="53532"/>
            </a:xfrm>
            <a:custGeom>
              <a:rect b="b" l="l" r="r" t="t"/>
              <a:pathLst>
                <a:path extrusionOk="0" h="233" w="126">
                  <a:moveTo>
                    <a:pt x="1" y="0"/>
                  </a:moveTo>
                  <a:lnTo>
                    <a:pt x="1" y="232"/>
                  </a:lnTo>
                  <a:lnTo>
                    <a:pt x="126" y="232"/>
                  </a:lnTo>
                  <a:lnTo>
                    <a:pt x="12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6"/>
            <p:cNvSpPr/>
            <p:nvPr/>
          </p:nvSpPr>
          <p:spPr>
            <a:xfrm>
              <a:off x="8955076" y="3204909"/>
              <a:ext cx="31014" cy="53532"/>
            </a:xfrm>
            <a:custGeom>
              <a:rect b="b" l="l" r="r" t="t"/>
              <a:pathLst>
                <a:path extrusionOk="0" h="233" w="135">
                  <a:moveTo>
                    <a:pt x="1" y="1"/>
                  </a:moveTo>
                  <a:lnTo>
                    <a:pt x="1" y="233"/>
                  </a:lnTo>
                  <a:lnTo>
                    <a:pt x="135" y="233"/>
                  </a:lnTo>
                  <a:lnTo>
                    <a:pt x="13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6"/>
            <p:cNvSpPr/>
            <p:nvPr/>
          </p:nvSpPr>
          <p:spPr>
            <a:xfrm>
              <a:off x="9008373" y="3295198"/>
              <a:ext cx="59731" cy="114875"/>
            </a:xfrm>
            <a:custGeom>
              <a:rect b="b" l="l" r="r" t="t"/>
              <a:pathLst>
                <a:path extrusionOk="0" h="500" w="260">
                  <a:moveTo>
                    <a:pt x="1" y="0"/>
                  </a:moveTo>
                  <a:lnTo>
                    <a:pt x="1" y="500"/>
                  </a:lnTo>
                  <a:lnTo>
                    <a:pt x="260" y="500"/>
                  </a:lnTo>
                  <a:lnTo>
                    <a:pt x="26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6"/>
            <p:cNvSpPr/>
            <p:nvPr/>
          </p:nvSpPr>
          <p:spPr>
            <a:xfrm>
              <a:off x="9039157" y="3327592"/>
              <a:ext cx="104759" cy="64100"/>
            </a:xfrm>
            <a:custGeom>
              <a:rect b="b" l="l" r="r" t="t"/>
              <a:pathLst>
                <a:path extrusionOk="0" h="279" w="456">
                  <a:moveTo>
                    <a:pt x="437" y="1"/>
                  </a:moveTo>
                  <a:cubicBezTo>
                    <a:pt x="403" y="1"/>
                    <a:pt x="331" y="11"/>
                    <a:pt x="304" y="91"/>
                  </a:cubicBezTo>
                  <a:cubicBezTo>
                    <a:pt x="304" y="91"/>
                    <a:pt x="293" y="88"/>
                    <a:pt x="277" y="88"/>
                  </a:cubicBezTo>
                  <a:cubicBezTo>
                    <a:pt x="254" y="88"/>
                    <a:pt x="222" y="95"/>
                    <a:pt x="206" y="127"/>
                  </a:cubicBezTo>
                  <a:cubicBezTo>
                    <a:pt x="206" y="127"/>
                    <a:pt x="173" y="113"/>
                    <a:pt x="132" y="113"/>
                  </a:cubicBezTo>
                  <a:cubicBezTo>
                    <a:pt x="86" y="113"/>
                    <a:pt x="29" y="131"/>
                    <a:pt x="1" y="207"/>
                  </a:cubicBezTo>
                  <a:lnTo>
                    <a:pt x="456" y="279"/>
                  </a:lnTo>
                  <a:lnTo>
                    <a:pt x="456" y="2"/>
                  </a:lnTo>
                  <a:cubicBezTo>
                    <a:pt x="456" y="2"/>
                    <a:pt x="448" y="1"/>
                    <a:pt x="437"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6"/>
            <p:cNvSpPr/>
            <p:nvPr/>
          </p:nvSpPr>
          <p:spPr>
            <a:xfrm>
              <a:off x="8875130" y="2979530"/>
              <a:ext cx="268790" cy="57667"/>
            </a:xfrm>
            <a:custGeom>
              <a:rect b="b" l="l" r="r" t="t"/>
              <a:pathLst>
                <a:path extrusionOk="0" h="251" w="1170">
                  <a:moveTo>
                    <a:pt x="251" y="0"/>
                  </a:moveTo>
                  <a:lnTo>
                    <a:pt x="1" y="250"/>
                  </a:lnTo>
                  <a:lnTo>
                    <a:pt x="1170" y="250"/>
                  </a:lnTo>
                  <a:lnTo>
                    <a:pt x="11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6"/>
            <p:cNvSpPr/>
            <p:nvPr/>
          </p:nvSpPr>
          <p:spPr>
            <a:xfrm>
              <a:off x="8862954" y="3237762"/>
              <a:ext cx="162193" cy="260537"/>
            </a:xfrm>
            <a:custGeom>
              <a:rect b="b" l="l" r="r" t="t"/>
              <a:pathLst>
                <a:path extrusionOk="0" h="1134" w="706">
                  <a:moveTo>
                    <a:pt x="0" y="0"/>
                  </a:moveTo>
                  <a:lnTo>
                    <a:pt x="0" y="1133"/>
                  </a:lnTo>
                  <a:lnTo>
                    <a:pt x="705" y="1133"/>
                  </a:lnTo>
                  <a:lnTo>
                    <a:pt x="705"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6"/>
            <p:cNvSpPr/>
            <p:nvPr/>
          </p:nvSpPr>
          <p:spPr>
            <a:xfrm>
              <a:off x="8825968" y="3198706"/>
              <a:ext cx="37217" cy="299594"/>
            </a:xfrm>
            <a:custGeom>
              <a:rect b="b" l="l" r="r" t="t"/>
              <a:pathLst>
                <a:path extrusionOk="0" h="1304" w="162">
                  <a:moveTo>
                    <a:pt x="1" y="1"/>
                  </a:moveTo>
                  <a:lnTo>
                    <a:pt x="1" y="1303"/>
                  </a:lnTo>
                  <a:lnTo>
                    <a:pt x="161" y="1303"/>
                  </a:lnTo>
                  <a:lnTo>
                    <a:pt x="161" y="170"/>
                  </a:lnTo>
                  <a:lnTo>
                    <a:pt x="1"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6"/>
            <p:cNvSpPr/>
            <p:nvPr/>
          </p:nvSpPr>
          <p:spPr>
            <a:xfrm>
              <a:off x="8981724" y="3264412"/>
              <a:ext cx="18838" cy="35152"/>
            </a:xfrm>
            <a:custGeom>
              <a:rect b="b" l="l" r="r" t="t"/>
              <a:pathLst>
                <a:path extrusionOk="0" h="153" w="82">
                  <a:moveTo>
                    <a:pt x="1" y="0"/>
                  </a:moveTo>
                  <a:lnTo>
                    <a:pt x="1" y="152"/>
                  </a:lnTo>
                  <a:lnTo>
                    <a:pt x="81" y="152"/>
                  </a:lnTo>
                  <a:lnTo>
                    <a:pt x="8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6"/>
            <p:cNvSpPr/>
            <p:nvPr/>
          </p:nvSpPr>
          <p:spPr>
            <a:xfrm>
              <a:off x="8936697" y="3299333"/>
              <a:ext cx="20676" cy="36990"/>
            </a:xfrm>
            <a:custGeom>
              <a:rect b="b" l="l" r="r" t="t"/>
              <a:pathLst>
                <a:path extrusionOk="0" h="161" w="90">
                  <a:moveTo>
                    <a:pt x="1" y="0"/>
                  </a:moveTo>
                  <a:lnTo>
                    <a:pt x="1" y="161"/>
                  </a:lnTo>
                  <a:lnTo>
                    <a:pt x="90" y="161"/>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6"/>
            <p:cNvSpPr/>
            <p:nvPr/>
          </p:nvSpPr>
          <p:spPr>
            <a:xfrm>
              <a:off x="8891670" y="3274751"/>
              <a:ext cx="20676" cy="34922"/>
            </a:xfrm>
            <a:custGeom>
              <a:rect b="b" l="l" r="r" t="t"/>
              <a:pathLst>
                <a:path extrusionOk="0" h="152" w="90">
                  <a:moveTo>
                    <a:pt x="0" y="0"/>
                  </a:moveTo>
                  <a:lnTo>
                    <a:pt x="0" y="152"/>
                  </a:lnTo>
                  <a:lnTo>
                    <a:pt x="90" y="152"/>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6"/>
            <p:cNvSpPr/>
            <p:nvPr/>
          </p:nvSpPr>
          <p:spPr>
            <a:xfrm>
              <a:off x="8987927" y="3342295"/>
              <a:ext cx="20676" cy="35152"/>
            </a:xfrm>
            <a:custGeom>
              <a:rect b="b" l="l" r="r" t="t"/>
              <a:pathLst>
                <a:path extrusionOk="0" h="153" w="90">
                  <a:moveTo>
                    <a:pt x="1" y="0"/>
                  </a:moveTo>
                  <a:lnTo>
                    <a:pt x="1" y="152"/>
                  </a:lnTo>
                  <a:lnTo>
                    <a:pt x="90" y="152"/>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6"/>
            <p:cNvSpPr/>
            <p:nvPr/>
          </p:nvSpPr>
          <p:spPr>
            <a:xfrm>
              <a:off x="8883400" y="3342295"/>
              <a:ext cx="18609" cy="35152"/>
            </a:xfrm>
            <a:custGeom>
              <a:rect b="b" l="l" r="r" t="t"/>
              <a:pathLst>
                <a:path extrusionOk="0" h="153" w="81">
                  <a:moveTo>
                    <a:pt x="1" y="0"/>
                  </a:moveTo>
                  <a:lnTo>
                    <a:pt x="1" y="152"/>
                  </a:lnTo>
                  <a:lnTo>
                    <a:pt x="81" y="152"/>
                  </a:lnTo>
                  <a:lnTo>
                    <a:pt x="8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6"/>
            <p:cNvSpPr/>
            <p:nvPr/>
          </p:nvSpPr>
          <p:spPr>
            <a:xfrm>
              <a:off x="8934630" y="3413975"/>
              <a:ext cx="41352" cy="76047"/>
            </a:xfrm>
            <a:custGeom>
              <a:rect b="b" l="l" r="r" t="t"/>
              <a:pathLst>
                <a:path extrusionOk="0" h="331" w="180">
                  <a:moveTo>
                    <a:pt x="1" y="1"/>
                  </a:moveTo>
                  <a:lnTo>
                    <a:pt x="1" y="331"/>
                  </a:lnTo>
                  <a:lnTo>
                    <a:pt x="179" y="331"/>
                  </a:lnTo>
                  <a:lnTo>
                    <a:pt x="179"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6"/>
            <p:cNvSpPr/>
            <p:nvPr/>
          </p:nvSpPr>
          <p:spPr>
            <a:xfrm>
              <a:off x="8825968" y="3198706"/>
              <a:ext cx="199180" cy="39287"/>
            </a:xfrm>
            <a:custGeom>
              <a:rect b="b" l="l" r="r" t="t"/>
              <a:pathLst>
                <a:path extrusionOk="0" h="171" w="867">
                  <a:moveTo>
                    <a:pt x="1" y="1"/>
                  </a:moveTo>
                  <a:lnTo>
                    <a:pt x="161" y="170"/>
                  </a:lnTo>
                  <a:lnTo>
                    <a:pt x="866" y="170"/>
                  </a:lnTo>
                  <a:lnTo>
                    <a:pt x="69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6"/>
            <p:cNvSpPr/>
            <p:nvPr/>
          </p:nvSpPr>
          <p:spPr>
            <a:xfrm>
              <a:off x="8807590" y="3440396"/>
              <a:ext cx="104759" cy="64100"/>
            </a:xfrm>
            <a:custGeom>
              <a:rect b="b" l="l" r="r" t="t"/>
              <a:pathLst>
                <a:path extrusionOk="0" h="279" w="456">
                  <a:moveTo>
                    <a:pt x="437" y="1"/>
                  </a:moveTo>
                  <a:cubicBezTo>
                    <a:pt x="403" y="1"/>
                    <a:pt x="331" y="11"/>
                    <a:pt x="304" y="91"/>
                  </a:cubicBezTo>
                  <a:cubicBezTo>
                    <a:pt x="304" y="91"/>
                    <a:pt x="292" y="88"/>
                    <a:pt x="277" y="88"/>
                  </a:cubicBezTo>
                  <a:cubicBezTo>
                    <a:pt x="254" y="88"/>
                    <a:pt x="222" y="94"/>
                    <a:pt x="206" y="127"/>
                  </a:cubicBezTo>
                  <a:cubicBezTo>
                    <a:pt x="206" y="127"/>
                    <a:pt x="173" y="113"/>
                    <a:pt x="132" y="113"/>
                  </a:cubicBezTo>
                  <a:cubicBezTo>
                    <a:pt x="86" y="113"/>
                    <a:pt x="29" y="131"/>
                    <a:pt x="1" y="207"/>
                  </a:cubicBezTo>
                  <a:lnTo>
                    <a:pt x="456" y="278"/>
                  </a:lnTo>
                  <a:lnTo>
                    <a:pt x="456" y="2"/>
                  </a:lnTo>
                  <a:cubicBezTo>
                    <a:pt x="456" y="2"/>
                    <a:pt x="448" y="1"/>
                    <a:pt x="437"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6"/>
            <p:cNvSpPr/>
            <p:nvPr/>
          </p:nvSpPr>
          <p:spPr>
            <a:xfrm>
              <a:off x="8742117" y="3522644"/>
              <a:ext cx="161963" cy="260536"/>
            </a:xfrm>
            <a:custGeom>
              <a:rect b="b" l="l" r="r" t="t"/>
              <a:pathLst>
                <a:path extrusionOk="0" h="1134" w="705">
                  <a:moveTo>
                    <a:pt x="0" y="0"/>
                  </a:moveTo>
                  <a:lnTo>
                    <a:pt x="0" y="1133"/>
                  </a:lnTo>
                  <a:lnTo>
                    <a:pt x="705" y="1133"/>
                  </a:lnTo>
                  <a:lnTo>
                    <a:pt x="705"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6"/>
            <p:cNvSpPr/>
            <p:nvPr/>
          </p:nvSpPr>
          <p:spPr>
            <a:xfrm>
              <a:off x="8860887" y="3549294"/>
              <a:ext cx="18609" cy="37219"/>
            </a:xfrm>
            <a:custGeom>
              <a:rect b="b" l="l" r="r" t="t"/>
              <a:pathLst>
                <a:path extrusionOk="0" h="162" w="81">
                  <a:moveTo>
                    <a:pt x="1" y="0"/>
                  </a:moveTo>
                  <a:lnTo>
                    <a:pt x="1" y="161"/>
                  </a:lnTo>
                  <a:lnTo>
                    <a:pt x="81" y="161"/>
                  </a:lnTo>
                  <a:lnTo>
                    <a:pt x="8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6"/>
            <p:cNvSpPr/>
            <p:nvPr/>
          </p:nvSpPr>
          <p:spPr>
            <a:xfrm>
              <a:off x="8815860" y="3586283"/>
              <a:ext cx="20676" cy="34922"/>
            </a:xfrm>
            <a:custGeom>
              <a:rect b="b" l="l" r="r" t="t"/>
              <a:pathLst>
                <a:path extrusionOk="0" h="152" w="90">
                  <a:moveTo>
                    <a:pt x="0" y="0"/>
                  </a:moveTo>
                  <a:lnTo>
                    <a:pt x="0" y="152"/>
                  </a:lnTo>
                  <a:lnTo>
                    <a:pt x="89" y="152"/>
                  </a:lnTo>
                  <a:lnTo>
                    <a:pt x="89"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6"/>
            <p:cNvSpPr/>
            <p:nvPr/>
          </p:nvSpPr>
          <p:spPr>
            <a:xfrm>
              <a:off x="8770603" y="3559632"/>
              <a:ext cx="20906" cy="34922"/>
            </a:xfrm>
            <a:custGeom>
              <a:rect b="b" l="l" r="r" t="t"/>
              <a:pathLst>
                <a:path extrusionOk="0" h="152" w="91">
                  <a:moveTo>
                    <a:pt x="1" y="0"/>
                  </a:moveTo>
                  <a:lnTo>
                    <a:pt x="1" y="152"/>
                  </a:lnTo>
                  <a:lnTo>
                    <a:pt x="90" y="152"/>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6"/>
            <p:cNvSpPr/>
            <p:nvPr/>
          </p:nvSpPr>
          <p:spPr>
            <a:xfrm>
              <a:off x="8867089" y="3627177"/>
              <a:ext cx="20676" cy="35152"/>
            </a:xfrm>
            <a:custGeom>
              <a:rect b="b" l="l" r="r" t="t"/>
              <a:pathLst>
                <a:path extrusionOk="0" h="153" w="90">
                  <a:moveTo>
                    <a:pt x="0" y="0"/>
                  </a:moveTo>
                  <a:lnTo>
                    <a:pt x="0" y="152"/>
                  </a:lnTo>
                  <a:lnTo>
                    <a:pt x="89" y="152"/>
                  </a:lnTo>
                  <a:lnTo>
                    <a:pt x="89"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6"/>
            <p:cNvSpPr/>
            <p:nvPr/>
          </p:nvSpPr>
          <p:spPr>
            <a:xfrm>
              <a:off x="8776806" y="3637515"/>
              <a:ext cx="20676" cy="34922"/>
            </a:xfrm>
            <a:custGeom>
              <a:rect b="b" l="l" r="r" t="t"/>
              <a:pathLst>
                <a:path extrusionOk="0" h="152" w="90">
                  <a:moveTo>
                    <a:pt x="1" y="0"/>
                  </a:moveTo>
                  <a:lnTo>
                    <a:pt x="1" y="152"/>
                  </a:lnTo>
                  <a:lnTo>
                    <a:pt x="90" y="152"/>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6"/>
            <p:cNvSpPr/>
            <p:nvPr/>
          </p:nvSpPr>
          <p:spPr>
            <a:xfrm>
              <a:off x="8813792" y="3698857"/>
              <a:ext cx="41123" cy="76047"/>
            </a:xfrm>
            <a:custGeom>
              <a:rect b="b" l="l" r="r" t="t"/>
              <a:pathLst>
                <a:path extrusionOk="0" h="331" w="179">
                  <a:moveTo>
                    <a:pt x="0" y="1"/>
                  </a:moveTo>
                  <a:lnTo>
                    <a:pt x="0" y="331"/>
                  </a:lnTo>
                  <a:lnTo>
                    <a:pt x="179" y="331"/>
                  </a:lnTo>
                  <a:lnTo>
                    <a:pt x="179"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6"/>
            <p:cNvSpPr/>
            <p:nvPr/>
          </p:nvSpPr>
          <p:spPr>
            <a:xfrm>
              <a:off x="8721441" y="3483587"/>
              <a:ext cx="182639" cy="39287"/>
            </a:xfrm>
            <a:custGeom>
              <a:rect b="b" l="l" r="r" t="t"/>
              <a:pathLst>
                <a:path extrusionOk="0" h="171" w="795">
                  <a:moveTo>
                    <a:pt x="170" y="1"/>
                  </a:moveTo>
                  <a:lnTo>
                    <a:pt x="1" y="170"/>
                  </a:lnTo>
                  <a:lnTo>
                    <a:pt x="795" y="170"/>
                  </a:lnTo>
                  <a:lnTo>
                    <a:pt x="79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6"/>
            <p:cNvSpPr/>
            <p:nvPr/>
          </p:nvSpPr>
          <p:spPr>
            <a:xfrm>
              <a:off x="8342388" y="3483587"/>
              <a:ext cx="135544" cy="215506"/>
            </a:xfrm>
            <a:custGeom>
              <a:rect b="b" l="l" r="r" t="t"/>
              <a:pathLst>
                <a:path extrusionOk="0" h="938" w="590">
                  <a:moveTo>
                    <a:pt x="0" y="1"/>
                  </a:moveTo>
                  <a:lnTo>
                    <a:pt x="0" y="938"/>
                  </a:lnTo>
                  <a:lnTo>
                    <a:pt x="589" y="938"/>
                  </a:lnTo>
                  <a:lnTo>
                    <a:pt x="589"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6"/>
            <p:cNvSpPr/>
            <p:nvPr/>
          </p:nvSpPr>
          <p:spPr>
            <a:xfrm>
              <a:off x="8477699" y="3450964"/>
              <a:ext cx="31014" cy="248130"/>
            </a:xfrm>
            <a:custGeom>
              <a:rect b="b" l="l" r="r" t="t"/>
              <a:pathLst>
                <a:path extrusionOk="0" h="1080" w="135">
                  <a:moveTo>
                    <a:pt x="134" y="0"/>
                  </a:moveTo>
                  <a:lnTo>
                    <a:pt x="0" y="143"/>
                  </a:lnTo>
                  <a:lnTo>
                    <a:pt x="0" y="1080"/>
                  </a:lnTo>
                  <a:lnTo>
                    <a:pt x="134" y="1080"/>
                  </a:lnTo>
                  <a:lnTo>
                    <a:pt x="134"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6"/>
            <p:cNvSpPr/>
            <p:nvPr/>
          </p:nvSpPr>
          <p:spPr>
            <a:xfrm>
              <a:off x="8362834" y="3506332"/>
              <a:ext cx="16771" cy="28949"/>
            </a:xfrm>
            <a:custGeom>
              <a:rect b="b" l="l" r="r" t="t"/>
              <a:pathLst>
                <a:path extrusionOk="0" h="126" w="73">
                  <a:moveTo>
                    <a:pt x="1" y="0"/>
                  </a:moveTo>
                  <a:lnTo>
                    <a:pt x="1" y="125"/>
                  </a:lnTo>
                  <a:lnTo>
                    <a:pt x="72" y="125"/>
                  </a:lnTo>
                  <a:lnTo>
                    <a:pt x="7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6"/>
            <p:cNvSpPr/>
            <p:nvPr/>
          </p:nvSpPr>
          <p:spPr>
            <a:xfrm>
              <a:off x="8399821" y="3535050"/>
              <a:ext cx="16541" cy="30786"/>
            </a:xfrm>
            <a:custGeom>
              <a:rect b="b" l="l" r="r" t="t"/>
              <a:pathLst>
                <a:path extrusionOk="0" h="134" w="72">
                  <a:moveTo>
                    <a:pt x="0" y="0"/>
                  </a:moveTo>
                  <a:lnTo>
                    <a:pt x="0" y="134"/>
                  </a:lnTo>
                  <a:lnTo>
                    <a:pt x="72" y="134"/>
                  </a:lnTo>
                  <a:lnTo>
                    <a:pt x="7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6"/>
            <p:cNvSpPr/>
            <p:nvPr/>
          </p:nvSpPr>
          <p:spPr>
            <a:xfrm>
              <a:off x="8436577" y="3514373"/>
              <a:ext cx="16771" cy="28949"/>
            </a:xfrm>
            <a:custGeom>
              <a:rect b="b" l="l" r="r" t="t"/>
              <a:pathLst>
                <a:path extrusionOk="0" h="126" w="73">
                  <a:moveTo>
                    <a:pt x="1" y="1"/>
                  </a:moveTo>
                  <a:lnTo>
                    <a:pt x="1" y="126"/>
                  </a:lnTo>
                  <a:lnTo>
                    <a:pt x="72" y="126"/>
                  </a:lnTo>
                  <a:lnTo>
                    <a:pt x="7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6"/>
            <p:cNvSpPr/>
            <p:nvPr/>
          </p:nvSpPr>
          <p:spPr>
            <a:xfrm>
              <a:off x="8356632" y="3569741"/>
              <a:ext cx="16771" cy="31016"/>
            </a:xfrm>
            <a:custGeom>
              <a:rect b="b" l="l" r="r" t="t"/>
              <a:pathLst>
                <a:path extrusionOk="0" h="135" w="73">
                  <a:moveTo>
                    <a:pt x="1" y="1"/>
                  </a:moveTo>
                  <a:lnTo>
                    <a:pt x="1" y="134"/>
                  </a:lnTo>
                  <a:lnTo>
                    <a:pt x="72" y="134"/>
                  </a:lnTo>
                  <a:lnTo>
                    <a:pt x="7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6"/>
            <p:cNvSpPr/>
            <p:nvPr/>
          </p:nvSpPr>
          <p:spPr>
            <a:xfrm>
              <a:off x="8559712" y="3598459"/>
              <a:ext cx="16541" cy="28949"/>
            </a:xfrm>
            <a:custGeom>
              <a:rect b="b" l="l" r="r" t="t"/>
              <a:pathLst>
                <a:path extrusionOk="0" h="126" w="72">
                  <a:moveTo>
                    <a:pt x="0" y="1"/>
                  </a:moveTo>
                  <a:lnTo>
                    <a:pt x="0" y="125"/>
                  </a:lnTo>
                  <a:lnTo>
                    <a:pt x="71" y="125"/>
                  </a:lnTo>
                  <a:lnTo>
                    <a:pt x="7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6"/>
            <p:cNvSpPr/>
            <p:nvPr/>
          </p:nvSpPr>
          <p:spPr>
            <a:xfrm>
              <a:off x="8524793" y="3567673"/>
              <a:ext cx="16541" cy="28949"/>
            </a:xfrm>
            <a:custGeom>
              <a:rect b="b" l="l" r="r" t="t"/>
              <a:pathLst>
                <a:path extrusionOk="0" h="126" w="72">
                  <a:moveTo>
                    <a:pt x="0" y="1"/>
                  </a:moveTo>
                  <a:lnTo>
                    <a:pt x="0" y="126"/>
                  </a:lnTo>
                  <a:lnTo>
                    <a:pt x="72" y="126"/>
                  </a:lnTo>
                  <a:lnTo>
                    <a:pt x="7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6"/>
            <p:cNvSpPr/>
            <p:nvPr/>
          </p:nvSpPr>
          <p:spPr>
            <a:xfrm>
              <a:off x="8305402" y="3606730"/>
              <a:ext cx="16771" cy="28949"/>
            </a:xfrm>
            <a:custGeom>
              <a:rect b="b" l="l" r="r" t="t"/>
              <a:pathLst>
                <a:path extrusionOk="0" h="126" w="73">
                  <a:moveTo>
                    <a:pt x="1" y="0"/>
                  </a:moveTo>
                  <a:lnTo>
                    <a:pt x="1" y="125"/>
                  </a:lnTo>
                  <a:lnTo>
                    <a:pt x="72" y="125"/>
                  </a:lnTo>
                  <a:lnTo>
                    <a:pt x="7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6"/>
            <p:cNvSpPr/>
            <p:nvPr/>
          </p:nvSpPr>
          <p:spPr>
            <a:xfrm>
              <a:off x="8172389" y="3598459"/>
              <a:ext cx="16541" cy="28949"/>
            </a:xfrm>
            <a:custGeom>
              <a:rect b="b" l="l" r="r" t="t"/>
              <a:pathLst>
                <a:path extrusionOk="0" h="126" w="72">
                  <a:moveTo>
                    <a:pt x="0" y="1"/>
                  </a:moveTo>
                  <a:lnTo>
                    <a:pt x="0" y="125"/>
                  </a:lnTo>
                  <a:lnTo>
                    <a:pt x="71" y="125"/>
                  </a:lnTo>
                  <a:lnTo>
                    <a:pt x="7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6"/>
            <p:cNvSpPr/>
            <p:nvPr/>
          </p:nvSpPr>
          <p:spPr>
            <a:xfrm>
              <a:off x="8262443" y="3635448"/>
              <a:ext cx="16541" cy="28949"/>
            </a:xfrm>
            <a:custGeom>
              <a:rect b="b" l="l" r="r" t="t"/>
              <a:pathLst>
                <a:path extrusionOk="0" h="126" w="72">
                  <a:moveTo>
                    <a:pt x="1" y="0"/>
                  </a:moveTo>
                  <a:lnTo>
                    <a:pt x="1" y="125"/>
                  </a:lnTo>
                  <a:lnTo>
                    <a:pt x="72" y="125"/>
                  </a:lnTo>
                  <a:lnTo>
                    <a:pt x="7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6"/>
            <p:cNvSpPr/>
            <p:nvPr/>
          </p:nvSpPr>
          <p:spPr>
            <a:xfrm>
              <a:off x="8119092" y="3602594"/>
              <a:ext cx="16541" cy="31016"/>
            </a:xfrm>
            <a:custGeom>
              <a:rect b="b" l="l" r="r" t="t"/>
              <a:pathLst>
                <a:path extrusionOk="0" h="135" w="72">
                  <a:moveTo>
                    <a:pt x="0" y="0"/>
                  </a:moveTo>
                  <a:lnTo>
                    <a:pt x="0" y="134"/>
                  </a:lnTo>
                  <a:lnTo>
                    <a:pt x="71" y="134"/>
                  </a:lnTo>
                  <a:lnTo>
                    <a:pt x="7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6"/>
            <p:cNvSpPr/>
            <p:nvPr/>
          </p:nvSpPr>
          <p:spPr>
            <a:xfrm>
              <a:off x="8145740" y="3649692"/>
              <a:ext cx="16541" cy="31016"/>
            </a:xfrm>
            <a:custGeom>
              <a:rect b="b" l="l" r="r" t="t"/>
              <a:pathLst>
                <a:path extrusionOk="0" h="135" w="72">
                  <a:moveTo>
                    <a:pt x="0" y="1"/>
                  </a:moveTo>
                  <a:lnTo>
                    <a:pt x="0" y="134"/>
                  </a:lnTo>
                  <a:lnTo>
                    <a:pt x="71" y="134"/>
                  </a:lnTo>
                  <a:lnTo>
                    <a:pt x="7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6"/>
            <p:cNvSpPr/>
            <p:nvPr/>
          </p:nvSpPr>
          <p:spPr>
            <a:xfrm>
              <a:off x="8444848" y="3569741"/>
              <a:ext cx="16541" cy="31016"/>
            </a:xfrm>
            <a:custGeom>
              <a:rect b="b" l="l" r="r" t="t"/>
              <a:pathLst>
                <a:path extrusionOk="0" h="135" w="72">
                  <a:moveTo>
                    <a:pt x="1" y="1"/>
                  </a:moveTo>
                  <a:lnTo>
                    <a:pt x="1" y="134"/>
                  </a:lnTo>
                  <a:lnTo>
                    <a:pt x="72" y="134"/>
                  </a:lnTo>
                  <a:lnTo>
                    <a:pt x="7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6"/>
            <p:cNvSpPr/>
            <p:nvPr/>
          </p:nvSpPr>
          <p:spPr>
            <a:xfrm>
              <a:off x="8385348" y="3635448"/>
              <a:ext cx="33082" cy="63641"/>
            </a:xfrm>
            <a:custGeom>
              <a:rect b="b" l="l" r="r" t="t"/>
              <a:pathLst>
                <a:path extrusionOk="0" h="277" w="144">
                  <a:moveTo>
                    <a:pt x="1" y="0"/>
                  </a:moveTo>
                  <a:lnTo>
                    <a:pt x="1" y="277"/>
                  </a:lnTo>
                  <a:lnTo>
                    <a:pt x="144" y="277"/>
                  </a:lnTo>
                  <a:lnTo>
                    <a:pt x="144"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6"/>
            <p:cNvSpPr/>
            <p:nvPr/>
          </p:nvSpPr>
          <p:spPr>
            <a:xfrm>
              <a:off x="8200875" y="3635448"/>
              <a:ext cx="33082" cy="63641"/>
            </a:xfrm>
            <a:custGeom>
              <a:rect b="b" l="l" r="r" t="t"/>
              <a:pathLst>
                <a:path extrusionOk="0" h="277" w="144">
                  <a:moveTo>
                    <a:pt x="1" y="0"/>
                  </a:moveTo>
                  <a:lnTo>
                    <a:pt x="1" y="277"/>
                  </a:lnTo>
                  <a:lnTo>
                    <a:pt x="144" y="277"/>
                  </a:lnTo>
                  <a:lnTo>
                    <a:pt x="144"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6"/>
            <p:cNvSpPr/>
            <p:nvPr/>
          </p:nvSpPr>
          <p:spPr>
            <a:xfrm>
              <a:off x="8342388" y="3450964"/>
              <a:ext cx="166328" cy="32854"/>
            </a:xfrm>
            <a:custGeom>
              <a:rect b="b" l="l" r="r" t="t"/>
              <a:pathLst>
                <a:path extrusionOk="0" h="143" w="724">
                  <a:moveTo>
                    <a:pt x="143" y="0"/>
                  </a:moveTo>
                  <a:lnTo>
                    <a:pt x="0" y="143"/>
                  </a:lnTo>
                  <a:lnTo>
                    <a:pt x="589" y="143"/>
                  </a:lnTo>
                  <a:lnTo>
                    <a:pt x="72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6"/>
            <p:cNvSpPr/>
            <p:nvPr/>
          </p:nvSpPr>
          <p:spPr>
            <a:xfrm>
              <a:off x="8319875" y="3618906"/>
              <a:ext cx="45258" cy="121308"/>
            </a:xfrm>
            <a:custGeom>
              <a:rect b="b" l="l" r="r" t="t"/>
              <a:pathLst>
                <a:path extrusionOk="0" h="528" w="197">
                  <a:moveTo>
                    <a:pt x="98" y="1"/>
                  </a:moveTo>
                  <a:lnTo>
                    <a:pt x="45" y="259"/>
                  </a:lnTo>
                  <a:lnTo>
                    <a:pt x="0" y="527"/>
                  </a:lnTo>
                  <a:lnTo>
                    <a:pt x="197" y="527"/>
                  </a:lnTo>
                  <a:lnTo>
                    <a:pt x="152" y="259"/>
                  </a:lnTo>
                  <a:lnTo>
                    <a:pt x="9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6"/>
            <p:cNvSpPr/>
            <p:nvPr/>
          </p:nvSpPr>
          <p:spPr>
            <a:xfrm>
              <a:off x="8010430" y="3518508"/>
              <a:ext cx="47325" cy="121078"/>
            </a:xfrm>
            <a:custGeom>
              <a:rect b="b" l="l" r="r" t="t"/>
              <a:pathLst>
                <a:path extrusionOk="0" h="527" w="206">
                  <a:moveTo>
                    <a:pt x="98" y="1"/>
                  </a:moveTo>
                  <a:lnTo>
                    <a:pt x="54" y="268"/>
                  </a:lnTo>
                  <a:lnTo>
                    <a:pt x="0" y="527"/>
                  </a:lnTo>
                  <a:lnTo>
                    <a:pt x="205" y="527"/>
                  </a:lnTo>
                  <a:lnTo>
                    <a:pt x="152" y="268"/>
                  </a:lnTo>
                  <a:lnTo>
                    <a:pt x="9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6"/>
            <p:cNvSpPr/>
            <p:nvPr/>
          </p:nvSpPr>
          <p:spPr>
            <a:xfrm>
              <a:off x="7944728" y="3602594"/>
              <a:ext cx="59731" cy="153932"/>
            </a:xfrm>
            <a:custGeom>
              <a:rect b="b" l="l" r="r" t="t"/>
              <a:pathLst>
                <a:path extrusionOk="0" h="670" w="260">
                  <a:moveTo>
                    <a:pt x="135" y="0"/>
                  </a:moveTo>
                  <a:lnTo>
                    <a:pt x="63" y="330"/>
                  </a:lnTo>
                  <a:lnTo>
                    <a:pt x="1" y="669"/>
                  </a:lnTo>
                  <a:lnTo>
                    <a:pt x="260" y="669"/>
                  </a:lnTo>
                  <a:lnTo>
                    <a:pt x="197" y="330"/>
                  </a:lnTo>
                  <a:lnTo>
                    <a:pt x="13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6"/>
            <p:cNvSpPr/>
            <p:nvPr/>
          </p:nvSpPr>
          <p:spPr>
            <a:xfrm>
              <a:off x="7840201" y="3569741"/>
              <a:ext cx="43420" cy="108901"/>
            </a:xfrm>
            <a:custGeom>
              <a:rect b="b" l="l" r="r" t="t"/>
              <a:pathLst>
                <a:path extrusionOk="0" h="474" w="189">
                  <a:moveTo>
                    <a:pt x="90" y="1"/>
                  </a:moveTo>
                  <a:lnTo>
                    <a:pt x="45" y="233"/>
                  </a:lnTo>
                  <a:lnTo>
                    <a:pt x="1" y="473"/>
                  </a:lnTo>
                  <a:lnTo>
                    <a:pt x="188" y="473"/>
                  </a:lnTo>
                  <a:lnTo>
                    <a:pt x="135" y="233"/>
                  </a:lnTo>
                  <a:lnTo>
                    <a:pt x="9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6"/>
            <p:cNvSpPr/>
            <p:nvPr/>
          </p:nvSpPr>
          <p:spPr>
            <a:xfrm>
              <a:off x="8287024" y="3346431"/>
              <a:ext cx="47325" cy="121078"/>
            </a:xfrm>
            <a:custGeom>
              <a:rect b="b" l="l" r="r" t="t"/>
              <a:pathLst>
                <a:path extrusionOk="0" h="527" w="206">
                  <a:moveTo>
                    <a:pt x="99" y="0"/>
                  </a:moveTo>
                  <a:lnTo>
                    <a:pt x="54" y="268"/>
                  </a:lnTo>
                  <a:lnTo>
                    <a:pt x="1" y="527"/>
                  </a:lnTo>
                  <a:lnTo>
                    <a:pt x="206" y="527"/>
                  </a:lnTo>
                  <a:lnTo>
                    <a:pt x="152" y="268"/>
                  </a:lnTo>
                  <a:lnTo>
                    <a:pt x="9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6"/>
            <p:cNvSpPr/>
            <p:nvPr/>
          </p:nvSpPr>
          <p:spPr>
            <a:xfrm>
              <a:off x="8344456" y="3360675"/>
              <a:ext cx="31014" cy="82250"/>
            </a:xfrm>
            <a:custGeom>
              <a:rect b="b" l="l" r="r" t="t"/>
              <a:pathLst>
                <a:path extrusionOk="0" h="358" w="135">
                  <a:moveTo>
                    <a:pt x="72" y="1"/>
                  </a:moveTo>
                  <a:lnTo>
                    <a:pt x="36" y="179"/>
                  </a:lnTo>
                  <a:lnTo>
                    <a:pt x="0" y="358"/>
                  </a:lnTo>
                  <a:lnTo>
                    <a:pt x="134" y="358"/>
                  </a:lnTo>
                  <a:lnTo>
                    <a:pt x="99" y="179"/>
                  </a:lnTo>
                  <a:lnTo>
                    <a:pt x="72"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6"/>
            <p:cNvSpPr/>
            <p:nvPr/>
          </p:nvSpPr>
          <p:spPr>
            <a:xfrm>
              <a:off x="8903846" y="3426381"/>
              <a:ext cx="240073" cy="383453"/>
            </a:xfrm>
            <a:custGeom>
              <a:rect b="b" l="l" r="r" t="t"/>
              <a:pathLst>
                <a:path extrusionOk="0" h="1669" w="1045">
                  <a:moveTo>
                    <a:pt x="1" y="0"/>
                  </a:moveTo>
                  <a:lnTo>
                    <a:pt x="1" y="1668"/>
                  </a:lnTo>
                  <a:lnTo>
                    <a:pt x="1045" y="1668"/>
                  </a:lnTo>
                  <a:lnTo>
                    <a:pt x="1045"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6"/>
            <p:cNvSpPr/>
            <p:nvPr/>
          </p:nvSpPr>
          <p:spPr>
            <a:xfrm>
              <a:off x="9078210" y="3465208"/>
              <a:ext cx="28947" cy="53532"/>
            </a:xfrm>
            <a:custGeom>
              <a:rect b="b" l="l" r="r" t="t"/>
              <a:pathLst>
                <a:path extrusionOk="0" h="233" w="126">
                  <a:moveTo>
                    <a:pt x="0" y="1"/>
                  </a:moveTo>
                  <a:lnTo>
                    <a:pt x="0" y="233"/>
                  </a:lnTo>
                  <a:lnTo>
                    <a:pt x="125" y="233"/>
                  </a:lnTo>
                  <a:lnTo>
                    <a:pt x="12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6"/>
            <p:cNvSpPr/>
            <p:nvPr/>
          </p:nvSpPr>
          <p:spPr>
            <a:xfrm>
              <a:off x="9012508" y="3518508"/>
              <a:ext cx="28947" cy="53532"/>
            </a:xfrm>
            <a:custGeom>
              <a:rect b="b" l="l" r="r" t="t"/>
              <a:pathLst>
                <a:path extrusionOk="0" h="233" w="126">
                  <a:moveTo>
                    <a:pt x="1" y="1"/>
                  </a:moveTo>
                  <a:lnTo>
                    <a:pt x="1" y="233"/>
                  </a:lnTo>
                  <a:lnTo>
                    <a:pt x="126" y="233"/>
                  </a:lnTo>
                  <a:lnTo>
                    <a:pt x="12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6"/>
            <p:cNvSpPr/>
            <p:nvPr/>
          </p:nvSpPr>
          <p:spPr>
            <a:xfrm>
              <a:off x="8947035" y="3479682"/>
              <a:ext cx="28947" cy="53532"/>
            </a:xfrm>
            <a:custGeom>
              <a:rect b="b" l="l" r="r" t="t"/>
              <a:pathLst>
                <a:path extrusionOk="0" h="233" w="126">
                  <a:moveTo>
                    <a:pt x="0" y="0"/>
                  </a:moveTo>
                  <a:lnTo>
                    <a:pt x="0" y="232"/>
                  </a:lnTo>
                  <a:lnTo>
                    <a:pt x="125" y="232"/>
                  </a:lnTo>
                  <a:lnTo>
                    <a:pt x="12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6"/>
            <p:cNvSpPr/>
            <p:nvPr/>
          </p:nvSpPr>
          <p:spPr>
            <a:xfrm>
              <a:off x="9090386" y="3580080"/>
              <a:ext cx="28947" cy="53532"/>
            </a:xfrm>
            <a:custGeom>
              <a:rect b="b" l="l" r="r" t="t"/>
              <a:pathLst>
                <a:path extrusionOk="0" h="233" w="126">
                  <a:moveTo>
                    <a:pt x="1" y="0"/>
                  </a:moveTo>
                  <a:lnTo>
                    <a:pt x="1" y="232"/>
                  </a:lnTo>
                  <a:lnTo>
                    <a:pt x="126" y="232"/>
                  </a:lnTo>
                  <a:lnTo>
                    <a:pt x="12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6"/>
            <p:cNvSpPr/>
            <p:nvPr/>
          </p:nvSpPr>
          <p:spPr>
            <a:xfrm>
              <a:off x="8955076" y="3594324"/>
              <a:ext cx="31014" cy="53532"/>
            </a:xfrm>
            <a:custGeom>
              <a:rect b="b" l="l" r="r" t="t"/>
              <a:pathLst>
                <a:path extrusionOk="0" h="233" w="135">
                  <a:moveTo>
                    <a:pt x="1" y="1"/>
                  </a:moveTo>
                  <a:lnTo>
                    <a:pt x="1" y="233"/>
                  </a:lnTo>
                  <a:lnTo>
                    <a:pt x="135" y="233"/>
                  </a:lnTo>
                  <a:lnTo>
                    <a:pt x="13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6"/>
            <p:cNvSpPr/>
            <p:nvPr/>
          </p:nvSpPr>
          <p:spPr>
            <a:xfrm>
              <a:off x="9008373" y="3684613"/>
              <a:ext cx="59731" cy="114875"/>
            </a:xfrm>
            <a:custGeom>
              <a:rect b="b" l="l" r="r" t="t"/>
              <a:pathLst>
                <a:path extrusionOk="0" h="500" w="260">
                  <a:moveTo>
                    <a:pt x="1" y="0"/>
                  </a:moveTo>
                  <a:lnTo>
                    <a:pt x="1" y="500"/>
                  </a:lnTo>
                  <a:lnTo>
                    <a:pt x="260" y="500"/>
                  </a:lnTo>
                  <a:lnTo>
                    <a:pt x="26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6"/>
            <p:cNvSpPr/>
            <p:nvPr/>
          </p:nvSpPr>
          <p:spPr>
            <a:xfrm>
              <a:off x="8875130" y="3368945"/>
              <a:ext cx="268790" cy="57667"/>
            </a:xfrm>
            <a:custGeom>
              <a:rect b="b" l="l" r="r" t="t"/>
              <a:pathLst>
                <a:path extrusionOk="0" h="251" w="1170">
                  <a:moveTo>
                    <a:pt x="251" y="0"/>
                  </a:moveTo>
                  <a:lnTo>
                    <a:pt x="1" y="250"/>
                  </a:lnTo>
                  <a:lnTo>
                    <a:pt x="1170" y="250"/>
                  </a:lnTo>
                  <a:lnTo>
                    <a:pt x="11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6"/>
            <p:cNvSpPr/>
            <p:nvPr/>
          </p:nvSpPr>
          <p:spPr>
            <a:xfrm>
              <a:off x="9039157" y="3739751"/>
              <a:ext cx="104759" cy="63871"/>
            </a:xfrm>
            <a:custGeom>
              <a:rect b="b" l="l" r="r" t="t"/>
              <a:pathLst>
                <a:path extrusionOk="0" h="278" w="456">
                  <a:moveTo>
                    <a:pt x="437" y="0"/>
                  </a:moveTo>
                  <a:cubicBezTo>
                    <a:pt x="403" y="0"/>
                    <a:pt x="331" y="10"/>
                    <a:pt x="304" y="90"/>
                  </a:cubicBezTo>
                  <a:cubicBezTo>
                    <a:pt x="304" y="90"/>
                    <a:pt x="293" y="87"/>
                    <a:pt x="277" y="87"/>
                  </a:cubicBezTo>
                  <a:cubicBezTo>
                    <a:pt x="254" y="87"/>
                    <a:pt x="222" y="94"/>
                    <a:pt x="206" y="126"/>
                  </a:cubicBezTo>
                  <a:cubicBezTo>
                    <a:pt x="206" y="126"/>
                    <a:pt x="173" y="112"/>
                    <a:pt x="132" y="112"/>
                  </a:cubicBezTo>
                  <a:cubicBezTo>
                    <a:pt x="86" y="112"/>
                    <a:pt x="29" y="130"/>
                    <a:pt x="1" y="206"/>
                  </a:cubicBezTo>
                  <a:lnTo>
                    <a:pt x="456" y="278"/>
                  </a:lnTo>
                  <a:lnTo>
                    <a:pt x="456" y="1"/>
                  </a:lnTo>
                  <a:cubicBezTo>
                    <a:pt x="456" y="1"/>
                    <a:pt x="448" y="0"/>
                    <a:pt x="437"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6"/>
            <p:cNvSpPr/>
            <p:nvPr/>
          </p:nvSpPr>
          <p:spPr>
            <a:xfrm>
              <a:off x="7852606" y="3694262"/>
              <a:ext cx="104759" cy="64330"/>
            </a:xfrm>
            <a:custGeom>
              <a:rect b="b" l="l" r="r" t="t"/>
              <a:pathLst>
                <a:path extrusionOk="0" h="280" w="456">
                  <a:moveTo>
                    <a:pt x="427" y="0"/>
                  </a:moveTo>
                  <a:cubicBezTo>
                    <a:pt x="390" y="0"/>
                    <a:pt x="328" y="13"/>
                    <a:pt x="304" y="92"/>
                  </a:cubicBezTo>
                  <a:cubicBezTo>
                    <a:pt x="304" y="92"/>
                    <a:pt x="288" y="86"/>
                    <a:pt x="269" y="86"/>
                  </a:cubicBezTo>
                  <a:cubicBezTo>
                    <a:pt x="247" y="86"/>
                    <a:pt x="220" y="94"/>
                    <a:pt x="206" y="128"/>
                  </a:cubicBezTo>
                  <a:cubicBezTo>
                    <a:pt x="206" y="128"/>
                    <a:pt x="173" y="114"/>
                    <a:pt x="132" y="114"/>
                  </a:cubicBezTo>
                  <a:cubicBezTo>
                    <a:pt x="85" y="114"/>
                    <a:pt x="29" y="132"/>
                    <a:pt x="0" y="208"/>
                  </a:cubicBezTo>
                  <a:lnTo>
                    <a:pt x="455" y="279"/>
                  </a:lnTo>
                  <a:lnTo>
                    <a:pt x="455" y="3"/>
                  </a:lnTo>
                  <a:cubicBezTo>
                    <a:pt x="455" y="3"/>
                    <a:pt x="444" y="0"/>
                    <a:pt x="427"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6"/>
            <p:cNvSpPr/>
            <p:nvPr/>
          </p:nvSpPr>
          <p:spPr>
            <a:xfrm>
              <a:off x="8879265" y="3674274"/>
              <a:ext cx="47325" cy="121078"/>
            </a:xfrm>
            <a:custGeom>
              <a:rect b="b" l="l" r="r" t="t"/>
              <a:pathLst>
                <a:path extrusionOk="0" h="527" w="206">
                  <a:moveTo>
                    <a:pt x="99" y="1"/>
                  </a:moveTo>
                  <a:lnTo>
                    <a:pt x="54" y="259"/>
                  </a:lnTo>
                  <a:lnTo>
                    <a:pt x="1" y="527"/>
                  </a:lnTo>
                  <a:lnTo>
                    <a:pt x="206" y="527"/>
                  </a:lnTo>
                  <a:lnTo>
                    <a:pt x="152" y="259"/>
                  </a:lnTo>
                  <a:lnTo>
                    <a:pt x="9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6"/>
            <p:cNvSpPr/>
            <p:nvPr/>
          </p:nvSpPr>
          <p:spPr>
            <a:xfrm>
              <a:off x="9112900" y="2819629"/>
              <a:ext cx="31014" cy="160136"/>
            </a:xfrm>
            <a:custGeom>
              <a:rect b="b" l="l" r="r" t="t"/>
              <a:pathLst>
                <a:path extrusionOk="0" h="697" w="135">
                  <a:moveTo>
                    <a:pt x="135" y="1"/>
                  </a:moveTo>
                  <a:lnTo>
                    <a:pt x="72" y="349"/>
                  </a:lnTo>
                  <a:lnTo>
                    <a:pt x="1" y="696"/>
                  </a:lnTo>
                  <a:lnTo>
                    <a:pt x="135" y="696"/>
                  </a:lnTo>
                  <a:lnTo>
                    <a:pt x="135"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6"/>
            <p:cNvSpPr/>
            <p:nvPr/>
          </p:nvSpPr>
          <p:spPr>
            <a:xfrm>
              <a:off x="7639418" y="3660030"/>
              <a:ext cx="252249" cy="192760"/>
            </a:xfrm>
            <a:custGeom>
              <a:rect b="b" l="l" r="r" t="t"/>
              <a:pathLst>
                <a:path extrusionOk="0" h="839" w="1098">
                  <a:moveTo>
                    <a:pt x="429" y="0"/>
                  </a:moveTo>
                  <a:lnTo>
                    <a:pt x="1" y="491"/>
                  </a:lnTo>
                  <a:lnTo>
                    <a:pt x="991" y="839"/>
                  </a:lnTo>
                  <a:lnTo>
                    <a:pt x="1098" y="366"/>
                  </a:lnTo>
                  <a:lnTo>
                    <a:pt x="42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6"/>
            <p:cNvSpPr/>
            <p:nvPr/>
          </p:nvSpPr>
          <p:spPr>
            <a:xfrm>
              <a:off x="7866849" y="3725507"/>
              <a:ext cx="520809" cy="127282"/>
            </a:xfrm>
            <a:custGeom>
              <a:rect b="b" l="l" r="r" t="t"/>
              <a:pathLst>
                <a:path extrusionOk="0" h="554" w="2267">
                  <a:moveTo>
                    <a:pt x="2267" y="1"/>
                  </a:moveTo>
                  <a:lnTo>
                    <a:pt x="108" y="81"/>
                  </a:lnTo>
                  <a:lnTo>
                    <a:pt x="1" y="554"/>
                  </a:lnTo>
                  <a:lnTo>
                    <a:pt x="1589" y="491"/>
                  </a:lnTo>
                  <a:lnTo>
                    <a:pt x="2267"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6"/>
            <p:cNvSpPr/>
            <p:nvPr/>
          </p:nvSpPr>
          <p:spPr>
            <a:xfrm>
              <a:off x="7350419" y="3725507"/>
              <a:ext cx="1793541" cy="197125"/>
            </a:xfrm>
            <a:custGeom>
              <a:rect b="b" l="l" r="r" t="t"/>
              <a:pathLst>
                <a:path extrusionOk="0" h="858" w="7807">
                  <a:moveTo>
                    <a:pt x="4515" y="1"/>
                  </a:moveTo>
                  <a:lnTo>
                    <a:pt x="3837" y="491"/>
                  </a:lnTo>
                  <a:lnTo>
                    <a:pt x="2249" y="554"/>
                  </a:lnTo>
                  <a:lnTo>
                    <a:pt x="1259" y="206"/>
                  </a:lnTo>
                  <a:lnTo>
                    <a:pt x="384" y="366"/>
                  </a:lnTo>
                  <a:lnTo>
                    <a:pt x="1" y="857"/>
                  </a:lnTo>
                  <a:lnTo>
                    <a:pt x="7807" y="857"/>
                  </a:lnTo>
                  <a:lnTo>
                    <a:pt x="7807" y="554"/>
                  </a:lnTo>
                  <a:lnTo>
                    <a:pt x="7807" y="304"/>
                  </a:lnTo>
                  <a:lnTo>
                    <a:pt x="5898" y="152"/>
                  </a:lnTo>
                  <a:lnTo>
                    <a:pt x="451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6"/>
            <p:cNvSpPr/>
            <p:nvPr/>
          </p:nvSpPr>
          <p:spPr>
            <a:xfrm>
              <a:off x="8684685" y="3659801"/>
              <a:ext cx="57663" cy="18839"/>
            </a:xfrm>
            <a:custGeom>
              <a:rect b="b" l="l" r="r" t="t"/>
              <a:pathLst>
                <a:path extrusionOk="0" h="82" w="251">
                  <a:moveTo>
                    <a:pt x="143" y="0"/>
                  </a:moveTo>
                  <a:cubicBezTo>
                    <a:pt x="100" y="0"/>
                    <a:pt x="48" y="19"/>
                    <a:pt x="0" y="81"/>
                  </a:cubicBezTo>
                  <a:lnTo>
                    <a:pt x="250" y="81"/>
                  </a:lnTo>
                  <a:lnTo>
                    <a:pt x="250" y="37"/>
                  </a:lnTo>
                  <a:cubicBezTo>
                    <a:pt x="250" y="37"/>
                    <a:pt x="204" y="0"/>
                    <a:pt x="143"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6"/>
            <p:cNvSpPr/>
            <p:nvPr/>
          </p:nvSpPr>
          <p:spPr>
            <a:xfrm>
              <a:off x="8498145" y="3645556"/>
              <a:ext cx="145652" cy="33084"/>
            </a:xfrm>
            <a:custGeom>
              <a:rect b="b" l="l" r="r" t="t"/>
              <a:pathLst>
                <a:path extrusionOk="0" h="144" w="634">
                  <a:moveTo>
                    <a:pt x="313" y="1"/>
                  </a:moveTo>
                  <a:cubicBezTo>
                    <a:pt x="197" y="1"/>
                    <a:pt x="152" y="81"/>
                    <a:pt x="152" y="81"/>
                  </a:cubicBezTo>
                  <a:cubicBezTo>
                    <a:pt x="152" y="81"/>
                    <a:pt x="136" y="77"/>
                    <a:pt x="114" y="77"/>
                  </a:cubicBezTo>
                  <a:cubicBezTo>
                    <a:pt x="76" y="77"/>
                    <a:pt x="23" y="88"/>
                    <a:pt x="0" y="143"/>
                  </a:cubicBezTo>
                  <a:lnTo>
                    <a:pt x="634" y="143"/>
                  </a:lnTo>
                  <a:cubicBezTo>
                    <a:pt x="634" y="143"/>
                    <a:pt x="607" y="94"/>
                    <a:pt x="548" y="94"/>
                  </a:cubicBezTo>
                  <a:cubicBezTo>
                    <a:pt x="531" y="94"/>
                    <a:pt x="512" y="98"/>
                    <a:pt x="491" y="108"/>
                  </a:cubicBezTo>
                  <a:cubicBezTo>
                    <a:pt x="491" y="108"/>
                    <a:pt x="438" y="1"/>
                    <a:pt x="313"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6"/>
            <p:cNvSpPr/>
            <p:nvPr/>
          </p:nvSpPr>
          <p:spPr>
            <a:xfrm>
              <a:off x="8016633" y="3666004"/>
              <a:ext cx="147720" cy="33084"/>
            </a:xfrm>
            <a:custGeom>
              <a:rect b="b" l="l" r="r" t="t"/>
              <a:pathLst>
                <a:path extrusionOk="0" h="144" w="643">
                  <a:moveTo>
                    <a:pt x="321" y="1"/>
                  </a:moveTo>
                  <a:cubicBezTo>
                    <a:pt x="205" y="1"/>
                    <a:pt x="161" y="81"/>
                    <a:pt x="161" y="81"/>
                  </a:cubicBezTo>
                  <a:cubicBezTo>
                    <a:pt x="161" y="81"/>
                    <a:pt x="144" y="77"/>
                    <a:pt x="122" y="77"/>
                  </a:cubicBezTo>
                  <a:cubicBezTo>
                    <a:pt x="84" y="77"/>
                    <a:pt x="28" y="88"/>
                    <a:pt x="0" y="144"/>
                  </a:cubicBezTo>
                  <a:lnTo>
                    <a:pt x="642" y="144"/>
                  </a:lnTo>
                  <a:cubicBezTo>
                    <a:pt x="642" y="144"/>
                    <a:pt x="615" y="95"/>
                    <a:pt x="556" y="95"/>
                  </a:cubicBezTo>
                  <a:cubicBezTo>
                    <a:pt x="540" y="95"/>
                    <a:pt x="521" y="98"/>
                    <a:pt x="500" y="108"/>
                  </a:cubicBezTo>
                  <a:cubicBezTo>
                    <a:pt x="500" y="108"/>
                    <a:pt x="437" y="1"/>
                    <a:pt x="32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6"/>
            <p:cNvSpPr/>
            <p:nvPr/>
          </p:nvSpPr>
          <p:spPr>
            <a:xfrm>
              <a:off x="8424402" y="3672207"/>
              <a:ext cx="123138" cy="26881"/>
            </a:xfrm>
            <a:custGeom>
              <a:rect b="b" l="l" r="r" t="t"/>
              <a:pathLst>
                <a:path extrusionOk="0" h="117" w="536">
                  <a:moveTo>
                    <a:pt x="268" y="1"/>
                  </a:moveTo>
                  <a:cubicBezTo>
                    <a:pt x="161" y="1"/>
                    <a:pt x="125" y="72"/>
                    <a:pt x="125" y="72"/>
                  </a:cubicBezTo>
                  <a:cubicBezTo>
                    <a:pt x="125" y="72"/>
                    <a:pt x="107" y="67"/>
                    <a:pt x="85" y="67"/>
                  </a:cubicBezTo>
                  <a:cubicBezTo>
                    <a:pt x="54" y="67"/>
                    <a:pt x="16" y="76"/>
                    <a:pt x="0" y="117"/>
                  </a:cubicBezTo>
                  <a:lnTo>
                    <a:pt x="536" y="117"/>
                  </a:lnTo>
                  <a:cubicBezTo>
                    <a:pt x="536" y="117"/>
                    <a:pt x="505" y="74"/>
                    <a:pt x="450" y="74"/>
                  </a:cubicBezTo>
                  <a:cubicBezTo>
                    <a:pt x="438" y="74"/>
                    <a:pt x="425" y="76"/>
                    <a:pt x="411" y="81"/>
                  </a:cubicBezTo>
                  <a:cubicBezTo>
                    <a:pt x="411" y="81"/>
                    <a:pt x="366" y="1"/>
                    <a:pt x="26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6"/>
            <p:cNvSpPr/>
            <p:nvPr/>
          </p:nvSpPr>
          <p:spPr>
            <a:xfrm>
              <a:off x="7440702" y="3725507"/>
              <a:ext cx="1703255" cy="164271"/>
            </a:xfrm>
            <a:custGeom>
              <a:rect b="b" l="l" r="r" t="t"/>
              <a:pathLst>
                <a:path extrusionOk="0" h="715" w="7414">
                  <a:moveTo>
                    <a:pt x="4122" y="1"/>
                  </a:moveTo>
                  <a:lnTo>
                    <a:pt x="3444" y="491"/>
                  </a:lnTo>
                  <a:lnTo>
                    <a:pt x="1856" y="554"/>
                  </a:lnTo>
                  <a:lnTo>
                    <a:pt x="866" y="206"/>
                  </a:lnTo>
                  <a:lnTo>
                    <a:pt x="0" y="366"/>
                  </a:lnTo>
                  <a:cubicBezTo>
                    <a:pt x="9" y="366"/>
                    <a:pt x="45" y="375"/>
                    <a:pt x="161" y="429"/>
                  </a:cubicBezTo>
                  <a:cubicBezTo>
                    <a:pt x="312" y="509"/>
                    <a:pt x="402" y="509"/>
                    <a:pt x="402" y="509"/>
                  </a:cubicBezTo>
                  <a:lnTo>
                    <a:pt x="580" y="429"/>
                  </a:lnTo>
                  <a:cubicBezTo>
                    <a:pt x="580" y="429"/>
                    <a:pt x="509" y="402"/>
                    <a:pt x="678" y="402"/>
                  </a:cubicBezTo>
                  <a:cubicBezTo>
                    <a:pt x="848" y="402"/>
                    <a:pt x="928" y="393"/>
                    <a:pt x="928" y="393"/>
                  </a:cubicBezTo>
                  <a:lnTo>
                    <a:pt x="1106" y="482"/>
                  </a:lnTo>
                  <a:lnTo>
                    <a:pt x="1249" y="482"/>
                  </a:lnTo>
                  <a:cubicBezTo>
                    <a:pt x="1249" y="482"/>
                    <a:pt x="1338" y="491"/>
                    <a:pt x="1419" y="554"/>
                  </a:cubicBezTo>
                  <a:cubicBezTo>
                    <a:pt x="1499" y="607"/>
                    <a:pt x="1588" y="670"/>
                    <a:pt x="1588" y="670"/>
                  </a:cubicBezTo>
                  <a:lnTo>
                    <a:pt x="2123" y="714"/>
                  </a:lnTo>
                  <a:lnTo>
                    <a:pt x="3355" y="714"/>
                  </a:lnTo>
                  <a:lnTo>
                    <a:pt x="3649" y="670"/>
                  </a:lnTo>
                  <a:cubicBezTo>
                    <a:pt x="3649" y="670"/>
                    <a:pt x="3702" y="616"/>
                    <a:pt x="3836" y="536"/>
                  </a:cubicBezTo>
                  <a:cubicBezTo>
                    <a:pt x="3970" y="465"/>
                    <a:pt x="4086" y="366"/>
                    <a:pt x="4086" y="366"/>
                  </a:cubicBezTo>
                  <a:lnTo>
                    <a:pt x="4282" y="250"/>
                  </a:lnTo>
                  <a:cubicBezTo>
                    <a:pt x="4282" y="250"/>
                    <a:pt x="4479" y="259"/>
                    <a:pt x="4702" y="295"/>
                  </a:cubicBezTo>
                  <a:cubicBezTo>
                    <a:pt x="4925" y="331"/>
                    <a:pt x="4996" y="340"/>
                    <a:pt x="4996" y="340"/>
                  </a:cubicBezTo>
                  <a:cubicBezTo>
                    <a:pt x="4996" y="340"/>
                    <a:pt x="4916" y="393"/>
                    <a:pt x="5326" y="429"/>
                  </a:cubicBezTo>
                  <a:cubicBezTo>
                    <a:pt x="5466" y="441"/>
                    <a:pt x="5571" y="445"/>
                    <a:pt x="5649" y="445"/>
                  </a:cubicBezTo>
                  <a:cubicBezTo>
                    <a:pt x="5805" y="445"/>
                    <a:pt x="5852" y="429"/>
                    <a:pt x="5852" y="429"/>
                  </a:cubicBezTo>
                  <a:cubicBezTo>
                    <a:pt x="5852" y="429"/>
                    <a:pt x="5913" y="338"/>
                    <a:pt x="5965" y="338"/>
                  </a:cubicBezTo>
                  <a:cubicBezTo>
                    <a:pt x="5969" y="338"/>
                    <a:pt x="5973" y="338"/>
                    <a:pt x="5977" y="340"/>
                  </a:cubicBezTo>
                  <a:cubicBezTo>
                    <a:pt x="6031" y="358"/>
                    <a:pt x="6263" y="482"/>
                    <a:pt x="6361" y="482"/>
                  </a:cubicBezTo>
                  <a:cubicBezTo>
                    <a:pt x="6397" y="479"/>
                    <a:pt x="6429" y="478"/>
                    <a:pt x="6457" y="478"/>
                  </a:cubicBezTo>
                  <a:cubicBezTo>
                    <a:pt x="6513" y="478"/>
                    <a:pt x="6548" y="482"/>
                    <a:pt x="6548" y="482"/>
                  </a:cubicBezTo>
                  <a:lnTo>
                    <a:pt x="7191" y="554"/>
                  </a:lnTo>
                  <a:lnTo>
                    <a:pt x="7414" y="482"/>
                  </a:lnTo>
                  <a:lnTo>
                    <a:pt x="7414" y="304"/>
                  </a:lnTo>
                  <a:lnTo>
                    <a:pt x="5505" y="152"/>
                  </a:lnTo>
                  <a:lnTo>
                    <a:pt x="412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6"/>
            <p:cNvSpPr/>
            <p:nvPr/>
          </p:nvSpPr>
          <p:spPr>
            <a:xfrm>
              <a:off x="8356632" y="3869097"/>
              <a:ext cx="453267" cy="53532"/>
            </a:xfrm>
            <a:custGeom>
              <a:rect b="b" l="l" r="r" t="t"/>
              <a:pathLst>
                <a:path extrusionOk="0" h="233" w="1973">
                  <a:moveTo>
                    <a:pt x="670" y="0"/>
                  </a:moveTo>
                  <a:cubicBezTo>
                    <a:pt x="670" y="0"/>
                    <a:pt x="634" y="0"/>
                    <a:pt x="590" y="9"/>
                  </a:cubicBezTo>
                  <a:cubicBezTo>
                    <a:pt x="554" y="18"/>
                    <a:pt x="385" y="89"/>
                    <a:pt x="385" y="89"/>
                  </a:cubicBezTo>
                  <a:cubicBezTo>
                    <a:pt x="385" y="89"/>
                    <a:pt x="331" y="116"/>
                    <a:pt x="233" y="125"/>
                  </a:cubicBezTo>
                  <a:cubicBezTo>
                    <a:pt x="144" y="134"/>
                    <a:pt x="28" y="223"/>
                    <a:pt x="1" y="232"/>
                  </a:cubicBezTo>
                  <a:lnTo>
                    <a:pt x="1972" y="232"/>
                  </a:lnTo>
                  <a:cubicBezTo>
                    <a:pt x="1928" y="232"/>
                    <a:pt x="1812" y="179"/>
                    <a:pt x="1812" y="179"/>
                  </a:cubicBezTo>
                  <a:cubicBezTo>
                    <a:pt x="1812" y="179"/>
                    <a:pt x="1776" y="170"/>
                    <a:pt x="1678" y="116"/>
                  </a:cubicBezTo>
                  <a:cubicBezTo>
                    <a:pt x="1648" y="101"/>
                    <a:pt x="1606" y="96"/>
                    <a:pt x="1562" y="96"/>
                  </a:cubicBezTo>
                  <a:cubicBezTo>
                    <a:pt x="1475" y="96"/>
                    <a:pt x="1384" y="116"/>
                    <a:pt x="1384" y="116"/>
                  </a:cubicBezTo>
                  <a:cubicBezTo>
                    <a:pt x="1384" y="116"/>
                    <a:pt x="1340" y="120"/>
                    <a:pt x="1277" y="120"/>
                  </a:cubicBezTo>
                  <a:cubicBezTo>
                    <a:pt x="1245" y="120"/>
                    <a:pt x="1208" y="119"/>
                    <a:pt x="1170" y="116"/>
                  </a:cubicBezTo>
                  <a:cubicBezTo>
                    <a:pt x="1063" y="107"/>
                    <a:pt x="1098" y="98"/>
                    <a:pt x="902" y="89"/>
                  </a:cubicBezTo>
                  <a:cubicBezTo>
                    <a:pt x="706" y="80"/>
                    <a:pt x="670" y="0"/>
                    <a:pt x="670" y="0"/>
                  </a:cubicBez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6"/>
            <p:cNvSpPr/>
            <p:nvPr/>
          </p:nvSpPr>
          <p:spPr>
            <a:xfrm>
              <a:off x="8809657" y="3888625"/>
              <a:ext cx="334264" cy="34003"/>
            </a:xfrm>
            <a:custGeom>
              <a:rect b="b" l="l" r="r" t="t"/>
              <a:pathLst>
                <a:path extrusionOk="0" h="148" w="1455">
                  <a:moveTo>
                    <a:pt x="716" y="0"/>
                  </a:moveTo>
                  <a:cubicBezTo>
                    <a:pt x="681" y="0"/>
                    <a:pt x="705" y="4"/>
                    <a:pt x="705" y="4"/>
                  </a:cubicBezTo>
                  <a:lnTo>
                    <a:pt x="589" y="4"/>
                  </a:lnTo>
                  <a:cubicBezTo>
                    <a:pt x="589" y="4"/>
                    <a:pt x="45" y="147"/>
                    <a:pt x="0" y="147"/>
                  </a:cubicBezTo>
                  <a:lnTo>
                    <a:pt x="1455" y="147"/>
                  </a:lnTo>
                  <a:lnTo>
                    <a:pt x="1455" y="31"/>
                  </a:lnTo>
                  <a:lnTo>
                    <a:pt x="1312" y="31"/>
                  </a:lnTo>
                  <a:cubicBezTo>
                    <a:pt x="1296" y="34"/>
                    <a:pt x="1277" y="35"/>
                    <a:pt x="1259" y="35"/>
                  </a:cubicBezTo>
                  <a:cubicBezTo>
                    <a:pt x="1165" y="35"/>
                    <a:pt x="1053" y="4"/>
                    <a:pt x="1053" y="4"/>
                  </a:cubicBezTo>
                  <a:cubicBezTo>
                    <a:pt x="1053" y="4"/>
                    <a:pt x="1029" y="8"/>
                    <a:pt x="961" y="8"/>
                  </a:cubicBezTo>
                  <a:cubicBezTo>
                    <a:pt x="926" y="8"/>
                    <a:pt x="881" y="7"/>
                    <a:pt x="821" y="4"/>
                  </a:cubicBezTo>
                  <a:cubicBezTo>
                    <a:pt x="765" y="1"/>
                    <a:pt x="733" y="0"/>
                    <a:pt x="716" y="0"/>
                  </a:cubicBez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6"/>
            <p:cNvSpPr/>
            <p:nvPr/>
          </p:nvSpPr>
          <p:spPr>
            <a:xfrm>
              <a:off x="6844326" y="1852179"/>
              <a:ext cx="1190946" cy="174610"/>
            </a:xfrm>
            <a:custGeom>
              <a:rect b="b" l="l" r="r" t="t"/>
              <a:pathLst>
                <a:path extrusionOk="0" h="760" w="5184">
                  <a:moveTo>
                    <a:pt x="2650" y="1"/>
                  </a:moveTo>
                  <a:cubicBezTo>
                    <a:pt x="2070" y="1"/>
                    <a:pt x="1767" y="376"/>
                    <a:pt x="1767" y="376"/>
                  </a:cubicBezTo>
                  <a:cubicBezTo>
                    <a:pt x="1701" y="352"/>
                    <a:pt x="1641" y="342"/>
                    <a:pt x="1587" y="342"/>
                  </a:cubicBezTo>
                  <a:cubicBezTo>
                    <a:pt x="1358" y="342"/>
                    <a:pt x="1240" y="518"/>
                    <a:pt x="1240" y="518"/>
                  </a:cubicBezTo>
                  <a:cubicBezTo>
                    <a:pt x="1069" y="450"/>
                    <a:pt x="914" y="423"/>
                    <a:pt x="775" y="423"/>
                  </a:cubicBezTo>
                  <a:cubicBezTo>
                    <a:pt x="282" y="423"/>
                    <a:pt x="0" y="759"/>
                    <a:pt x="0" y="759"/>
                  </a:cubicBezTo>
                  <a:lnTo>
                    <a:pt x="5183" y="759"/>
                  </a:lnTo>
                  <a:cubicBezTo>
                    <a:pt x="5002" y="491"/>
                    <a:pt x="4743" y="422"/>
                    <a:pt x="4524" y="422"/>
                  </a:cubicBezTo>
                  <a:cubicBezTo>
                    <a:pt x="4291" y="422"/>
                    <a:pt x="4104" y="500"/>
                    <a:pt x="4104" y="500"/>
                  </a:cubicBezTo>
                  <a:cubicBezTo>
                    <a:pt x="3997" y="383"/>
                    <a:pt x="3876" y="348"/>
                    <a:pt x="3767" y="348"/>
                  </a:cubicBezTo>
                  <a:cubicBezTo>
                    <a:pt x="3603" y="348"/>
                    <a:pt x="3470" y="429"/>
                    <a:pt x="3470" y="429"/>
                  </a:cubicBezTo>
                  <a:cubicBezTo>
                    <a:pt x="3470" y="429"/>
                    <a:pt x="3239" y="1"/>
                    <a:pt x="2650" y="1"/>
                  </a:cubicBezTo>
                  <a:close/>
                </a:path>
              </a:pathLst>
            </a:custGeom>
            <a:solidFill>
              <a:srgbClr val="6BC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3" name="Google Shape;4483;p76"/>
          <p:cNvSpPr/>
          <p:nvPr/>
        </p:nvSpPr>
        <p:spPr>
          <a:xfrm>
            <a:off x="-782526" y="627749"/>
            <a:ext cx="3564955" cy="3010780"/>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4" name="Google Shape;4484;p76"/>
          <p:cNvGrpSpPr/>
          <p:nvPr/>
        </p:nvGrpSpPr>
        <p:grpSpPr>
          <a:xfrm>
            <a:off x="-76302" y="1381098"/>
            <a:ext cx="3312319" cy="2537760"/>
            <a:chOff x="-102" y="1381098"/>
            <a:chExt cx="3312319" cy="2537760"/>
          </a:xfrm>
        </p:grpSpPr>
        <p:sp>
          <p:nvSpPr>
            <p:cNvPr id="4485" name="Google Shape;4485;p76"/>
            <p:cNvSpPr/>
            <p:nvPr/>
          </p:nvSpPr>
          <p:spPr>
            <a:xfrm>
              <a:off x="-102" y="1381098"/>
              <a:ext cx="2150090" cy="2042707"/>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6"/>
            <p:cNvSpPr/>
            <p:nvPr/>
          </p:nvSpPr>
          <p:spPr>
            <a:xfrm>
              <a:off x="-102" y="1813705"/>
              <a:ext cx="2596924" cy="1869476"/>
            </a:xfrm>
            <a:custGeom>
              <a:rect b="b" l="l" r="r" t="t"/>
              <a:pathLst>
                <a:path extrusionOk="0" h="8137" w="11304">
                  <a:moveTo>
                    <a:pt x="1" y="0"/>
                  </a:moveTo>
                  <a:lnTo>
                    <a:pt x="1" y="8136"/>
                  </a:lnTo>
                  <a:lnTo>
                    <a:pt x="3534" y="7860"/>
                  </a:lnTo>
                  <a:lnTo>
                    <a:pt x="6076" y="7583"/>
                  </a:lnTo>
                  <a:lnTo>
                    <a:pt x="10064" y="7735"/>
                  </a:lnTo>
                  <a:lnTo>
                    <a:pt x="11304" y="7057"/>
                  </a:lnTo>
                  <a:lnTo>
                    <a:pt x="8619" y="6120"/>
                  </a:lnTo>
                  <a:lnTo>
                    <a:pt x="7512" y="5433"/>
                  </a:lnTo>
                  <a:lnTo>
                    <a:pt x="5612" y="4693"/>
                  </a:lnTo>
                  <a:lnTo>
                    <a:pt x="4470" y="3042"/>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6"/>
            <p:cNvSpPr/>
            <p:nvPr/>
          </p:nvSpPr>
          <p:spPr>
            <a:xfrm>
              <a:off x="903881" y="3061901"/>
              <a:ext cx="1076079" cy="264442"/>
            </a:xfrm>
            <a:custGeom>
              <a:rect b="b" l="l" r="r" t="t"/>
              <a:pathLst>
                <a:path extrusionOk="0" h="1151" w="4684">
                  <a:moveTo>
                    <a:pt x="3577" y="0"/>
                  </a:moveTo>
                  <a:lnTo>
                    <a:pt x="0" y="1151"/>
                  </a:lnTo>
                  <a:lnTo>
                    <a:pt x="4684" y="687"/>
                  </a:lnTo>
                  <a:lnTo>
                    <a:pt x="3577"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6"/>
            <p:cNvSpPr/>
            <p:nvPr/>
          </p:nvSpPr>
          <p:spPr>
            <a:xfrm>
              <a:off x="588234" y="2512584"/>
              <a:ext cx="701151" cy="537156"/>
            </a:xfrm>
            <a:custGeom>
              <a:rect b="b" l="l" r="r" t="t"/>
              <a:pathLst>
                <a:path extrusionOk="0" h="2338" w="3052">
                  <a:moveTo>
                    <a:pt x="1909" y="0"/>
                  </a:moveTo>
                  <a:lnTo>
                    <a:pt x="0" y="304"/>
                  </a:lnTo>
                  <a:lnTo>
                    <a:pt x="437" y="2338"/>
                  </a:lnTo>
                  <a:lnTo>
                    <a:pt x="3051" y="1651"/>
                  </a:lnTo>
                  <a:lnTo>
                    <a:pt x="190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6"/>
            <p:cNvSpPr/>
            <p:nvPr/>
          </p:nvSpPr>
          <p:spPr>
            <a:xfrm>
              <a:off x="1262488" y="2944961"/>
              <a:ext cx="57434" cy="147729"/>
            </a:xfrm>
            <a:custGeom>
              <a:rect b="b" l="l" r="r" t="t"/>
              <a:pathLst>
                <a:path extrusionOk="0" h="643" w="250">
                  <a:moveTo>
                    <a:pt x="125" y="1"/>
                  </a:moveTo>
                  <a:lnTo>
                    <a:pt x="63" y="322"/>
                  </a:lnTo>
                  <a:lnTo>
                    <a:pt x="0" y="643"/>
                  </a:lnTo>
                  <a:lnTo>
                    <a:pt x="250" y="643"/>
                  </a:lnTo>
                  <a:lnTo>
                    <a:pt x="188" y="322"/>
                  </a:lnTo>
                  <a:lnTo>
                    <a:pt x="125"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6"/>
            <p:cNvSpPr/>
            <p:nvPr/>
          </p:nvSpPr>
          <p:spPr>
            <a:xfrm>
              <a:off x="442585" y="2349926"/>
              <a:ext cx="195045" cy="119700"/>
            </a:xfrm>
            <a:custGeom>
              <a:rect b="b" l="l" r="r" t="t"/>
              <a:pathLst>
                <a:path extrusionOk="0" h="521" w="849">
                  <a:moveTo>
                    <a:pt x="38" y="1"/>
                  </a:moveTo>
                  <a:cubicBezTo>
                    <a:pt x="15" y="1"/>
                    <a:pt x="1" y="4"/>
                    <a:pt x="1" y="4"/>
                  </a:cubicBezTo>
                  <a:lnTo>
                    <a:pt x="1" y="521"/>
                  </a:lnTo>
                  <a:lnTo>
                    <a:pt x="848" y="378"/>
                  </a:lnTo>
                  <a:cubicBezTo>
                    <a:pt x="792" y="242"/>
                    <a:pt x="686" y="210"/>
                    <a:pt x="598" y="210"/>
                  </a:cubicBezTo>
                  <a:cubicBezTo>
                    <a:pt x="520" y="210"/>
                    <a:pt x="456" y="235"/>
                    <a:pt x="456" y="235"/>
                  </a:cubicBezTo>
                  <a:cubicBezTo>
                    <a:pt x="434" y="171"/>
                    <a:pt x="378" y="158"/>
                    <a:pt x="336" y="158"/>
                  </a:cubicBezTo>
                  <a:cubicBezTo>
                    <a:pt x="308" y="158"/>
                    <a:pt x="286" y="164"/>
                    <a:pt x="286" y="164"/>
                  </a:cubicBezTo>
                  <a:cubicBezTo>
                    <a:pt x="227" y="20"/>
                    <a:pt x="101" y="1"/>
                    <a:pt x="3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6"/>
            <p:cNvSpPr/>
            <p:nvPr/>
          </p:nvSpPr>
          <p:spPr>
            <a:xfrm>
              <a:off x="65600" y="1971539"/>
              <a:ext cx="114868" cy="293161"/>
            </a:xfrm>
            <a:custGeom>
              <a:rect b="b" l="l" r="r" t="t"/>
              <a:pathLst>
                <a:path extrusionOk="0" h="1276" w="500">
                  <a:moveTo>
                    <a:pt x="250" y="0"/>
                  </a:moveTo>
                  <a:lnTo>
                    <a:pt x="125" y="642"/>
                  </a:lnTo>
                  <a:lnTo>
                    <a:pt x="0" y="1276"/>
                  </a:lnTo>
                  <a:lnTo>
                    <a:pt x="500" y="1276"/>
                  </a:lnTo>
                  <a:lnTo>
                    <a:pt x="375" y="642"/>
                  </a:lnTo>
                  <a:lnTo>
                    <a:pt x="25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6"/>
            <p:cNvSpPr/>
            <p:nvPr/>
          </p:nvSpPr>
          <p:spPr>
            <a:xfrm>
              <a:off x="192640" y="2034948"/>
              <a:ext cx="113030" cy="293391"/>
            </a:xfrm>
            <a:custGeom>
              <a:rect b="b" l="l" r="r" t="t"/>
              <a:pathLst>
                <a:path extrusionOk="0" h="1277" w="492">
                  <a:moveTo>
                    <a:pt x="250" y="1"/>
                  </a:moveTo>
                  <a:lnTo>
                    <a:pt x="125" y="634"/>
                  </a:lnTo>
                  <a:lnTo>
                    <a:pt x="0" y="1276"/>
                  </a:lnTo>
                  <a:lnTo>
                    <a:pt x="491" y="1276"/>
                  </a:lnTo>
                  <a:lnTo>
                    <a:pt x="375" y="634"/>
                  </a:lnTo>
                  <a:lnTo>
                    <a:pt x="25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6"/>
            <p:cNvSpPr/>
            <p:nvPr/>
          </p:nvSpPr>
          <p:spPr>
            <a:xfrm>
              <a:off x="629125" y="2233906"/>
              <a:ext cx="113030" cy="293161"/>
            </a:xfrm>
            <a:custGeom>
              <a:rect b="b" l="l" r="r" t="t"/>
              <a:pathLst>
                <a:path extrusionOk="0" h="1276" w="492">
                  <a:moveTo>
                    <a:pt x="241" y="0"/>
                  </a:moveTo>
                  <a:lnTo>
                    <a:pt x="117" y="642"/>
                  </a:lnTo>
                  <a:lnTo>
                    <a:pt x="1" y="1276"/>
                  </a:lnTo>
                  <a:lnTo>
                    <a:pt x="491" y="1276"/>
                  </a:lnTo>
                  <a:lnTo>
                    <a:pt x="366" y="642"/>
                  </a:lnTo>
                  <a:lnTo>
                    <a:pt x="24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6"/>
            <p:cNvSpPr/>
            <p:nvPr/>
          </p:nvSpPr>
          <p:spPr>
            <a:xfrm>
              <a:off x="522531" y="2135346"/>
              <a:ext cx="65934" cy="166339"/>
            </a:xfrm>
            <a:custGeom>
              <a:rect b="b" l="l" r="r" t="t"/>
              <a:pathLst>
                <a:path extrusionOk="0" h="724" w="287">
                  <a:moveTo>
                    <a:pt x="143" y="1"/>
                  </a:moveTo>
                  <a:lnTo>
                    <a:pt x="72" y="358"/>
                  </a:lnTo>
                  <a:lnTo>
                    <a:pt x="1" y="723"/>
                  </a:lnTo>
                  <a:lnTo>
                    <a:pt x="286" y="723"/>
                  </a:lnTo>
                  <a:lnTo>
                    <a:pt x="215" y="358"/>
                  </a:lnTo>
                  <a:lnTo>
                    <a:pt x="143"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6"/>
            <p:cNvSpPr/>
            <p:nvPr/>
          </p:nvSpPr>
          <p:spPr>
            <a:xfrm>
              <a:off x="711139" y="2291112"/>
              <a:ext cx="113030" cy="293391"/>
            </a:xfrm>
            <a:custGeom>
              <a:rect b="b" l="l" r="r" t="t"/>
              <a:pathLst>
                <a:path extrusionOk="0" h="1277" w="492">
                  <a:moveTo>
                    <a:pt x="241" y="1"/>
                  </a:moveTo>
                  <a:lnTo>
                    <a:pt x="125" y="643"/>
                  </a:lnTo>
                  <a:lnTo>
                    <a:pt x="0" y="1277"/>
                  </a:lnTo>
                  <a:lnTo>
                    <a:pt x="491" y="1277"/>
                  </a:lnTo>
                  <a:lnTo>
                    <a:pt x="366" y="643"/>
                  </a:lnTo>
                  <a:lnTo>
                    <a:pt x="241"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6"/>
            <p:cNvSpPr/>
            <p:nvPr/>
          </p:nvSpPr>
          <p:spPr>
            <a:xfrm>
              <a:off x="996002" y="2994127"/>
              <a:ext cx="108894" cy="223776"/>
            </a:xfrm>
            <a:custGeom>
              <a:rect b="b" l="l" r="r" t="t"/>
              <a:pathLst>
                <a:path extrusionOk="0" h="974" w="474">
                  <a:moveTo>
                    <a:pt x="232" y="1"/>
                  </a:moveTo>
                  <a:lnTo>
                    <a:pt x="116" y="491"/>
                  </a:lnTo>
                  <a:lnTo>
                    <a:pt x="0" y="973"/>
                  </a:lnTo>
                  <a:lnTo>
                    <a:pt x="473" y="973"/>
                  </a:lnTo>
                  <a:lnTo>
                    <a:pt x="348" y="491"/>
                  </a:lnTo>
                  <a:lnTo>
                    <a:pt x="232"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6"/>
            <p:cNvSpPr/>
            <p:nvPr/>
          </p:nvSpPr>
          <p:spPr>
            <a:xfrm>
              <a:off x="1127178" y="2951165"/>
              <a:ext cx="88448" cy="223547"/>
            </a:xfrm>
            <a:custGeom>
              <a:rect b="b" l="l" r="r" t="t"/>
              <a:pathLst>
                <a:path extrusionOk="0" h="973" w="385">
                  <a:moveTo>
                    <a:pt x="188" y="0"/>
                  </a:moveTo>
                  <a:lnTo>
                    <a:pt x="99" y="482"/>
                  </a:lnTo>
                  <a:lnTo>
                    <a:pt x="0" y="973"/>
                  </a:lnTo>
                  <a:lnTo>
                    <a:pt x="384" y="973"/>
                  </a:lnTo>
                  <a:lnTo>
                    <a:pt x="286" y="482"/>
                  </a:lnTo>
                  <a:lnTo>
                    <a:pt x="18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6"/>
            <p:cNvSpPr/>
            <p:nvPr/>
          </p:nvSpPr>
          <p:spPr>
            <a:xfrm>
              <a:off x="1065610" y="3026980"/>
              <a:ext cx="86380" cy="223547"/>
            </a:xfrm>
            <a:custGeom>
              <a:rect b="b" l="l" r="r" t="t"/>
              <a:pathLst>
                <a:path extrusionOk="0" h="973" w="376">
                  <a:moveTo>
                    <a:pt x="188" y="0"/>
                  </a:moveTo>
                  <a:lnTo>
                    <a:pt x="90" y="482"/>
                  </a:lnTo>
                  <a:lnTo>
                    <a:pt x="1" y="973"/>
                  </a:lnTo>
                  <a:lnTo>
                    <a:pt x="375" y="973"/>
                  </a:lnTo>
                  <a:lnTo>
                    <a:pt x="286" y="482"/>
                  </a:lnTo>
                  <a:lnTo>
                    <a:pt x="18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6"/>
            <p:cNvSpPr/>
            <p:nvPr/>
          </p:nvSpPr>
          <p:spPr>
            <a:xfrm>
              <a:off x="1901824" y="3244317"/>
              <a:ext cx="86380" cy="223547"/>
            </a:xfrm>
            <a:custGeom>
              <a:rect b="b" l="l" r="r" t="t"/>
              <a:pathLst>
                <a:path extrusionOk="0" h="973" w="376">
                  <a:moveTo>
                    <a:pt x="188" y="0"/>
                  </a:moveTo>
                  <a:lnTo>
                    <a:pt x="99" y="491"/>
                  </a:lnTo>
                  <a:lnTo>
                    <a:pt x="1" y="972"/>
                  </a:lnTo>
                  <a:lnTo>
                    <a:pt x="375" y="972"/>
                  </a:lnTo>
                  <a:lnTo>
                    <a:pt x="286" y="491"/>
                  </a:lnTo>
                  <a:lnTo>
                    <a:pt x="18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6"/>
            <p:cNvSpPr/>
            <p:nvPr/>
          </p:nvSpPr>
          <p:spPr>
            <a:xfrm>
              <a:off x="971421" y="3156096"/>
              <a:ext cx="387563" cy="313838"/>
            </a:xfrm>
            <a:custGeom>
              <a:rect b="b" l="l" r="r" t="t"/>
              <a:pathLst>
                <a:path extrusionOk="0" h="1366" w="1687">
                  <a:moveTo>
                    <a:pt x="0" y="0"/>
                  </a:moveTo>
                  <a:lnTo>
                    <a:pt x="0" y="1365"/>
                  </a:lnTo>
                  <a:lnTo>
                    <a:pt x="1687" y="1365"/>
                  </a:lnTo>
                  <a:lnTo>
                    <a:pt x="1687"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6"/>
            <p:cNvSpPr/>
            <p:nvPr/>
          </p:nvSpPr>
          <p:spPr>
            <a:xfrm>
              <a:off x="971421" y="3156096"/>
              <a:ext cx="387563" cy="73979"/>
            </a:xfrm>
            <a:custGeom>
              <a:rect b="b" l="l" r="r" t="t"/>
              <a:pathLst>
                <a:path extrusionOk="0" h="322" w="1687">
                  <a:moveTo>
                    <a:pt x="0" y="0"/>
                  </a:moveTo>
                  <a:lnTo>
                    <a:pt x="0" y="322"/>
                  </a:lnTo>
                  <a:lnTo>
                    <a:pt x="1687" y="322"/>
                  </a:lnTo>
                  <a:lnTo>
                    <a:pt x="16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6"/>
            <p:cNvSpPr/>
            <p:nvPr/>
          </p:nvSpPr>
          <p:spPr>
            <a:xfrm>
              <a:off x="1358745" y="3295550"/>
              <a:ext cx="584216" cy="211140"/>
            </a:xfrm>
            <a:custGeom>
              <a:rect b="b" l="l" r="r" t="t"/>
              <a:pathLst>
                <a:path extrusionOk="0" h="919" w="2543">
                  <a:moveTo>
                    <a:pt x="1" y="0"/>
                  </a:moveTo>
                  <a:lnTo>
                    <a:pt x="1" y="919"/>
                  </a:lnTo>
                  <a:lnTo>
                    <a:pt x="2543" y="919"/>
                  </a:lnTo>
                  <a:lnTo>
                    <a:pt x="2543"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6"/>
            <p:cNvSpPr/>
            <p:nvPr/>
          </p:nvSpPr>
          <p:spPr>
            <a:xfrm>
              <a:off x="1387461" y="3236046"/>
              <a:ext cx="555499" cy="59735"/>
            </a:xfrm>
            <a:custGeom>
              <a:rect b="b" l="l" r="r" t="t"/>
              <a:pathLst>
                <a:path extrusionOk="0" h="260" w="2418">
                  <a:moveTo>
                    <a:pt x="0" y="0"/>
                  </a:moveTo>
                  <a:lnTo>
                    <a:pt x="259" y="259"/>
                  </a:lnTo>
                  <a:lnTo>
                    <a:pt x="2418" y="259"/>
                  </a:lnTo>
                  <a:lnTo>
                    <a:pt x="215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6"/>
            <p:cNvSpPr/>
            <p:nvPr/>
          </p:nvSpPr>
          <p:spPr>
            <a:xfrm>
              <a:off x="725382" y="3504157"/>
              <a:ext cx="459470" cy="135782"/>
            </a:xfrm>
            <a:custGeom>
              <a:rect b="b" l="l" r="r" t="t"/>
              <a:pathLst>
                <a:path extrusionOk="0" h="591" w="2000">
                  <a:moveTo>
                    <a:pt x="100" y="1"/>
                  </a:moveTo>
                  <a:cubicBezTo>
                    <a:pt x="83" y="1"/>
                    <a:pt x="72" y="2"/>
                    <a:pt x="72" y="2"/>
                  </a:cubicBezTo>
                  <a:lnTo>
                    <a:pt x="1" y="591"/>
                  </a:lnTo>
                  <a:lnTo>
                    <a:pt x="1999" y="591"/>
                  </a:lnTo>
                  <a:lnTo>
                    <a:pt x="1999" y="323"/>
                  </a:lnTo>
                  <a:cubicBezTo>
                    <a:pt x="1867" y="194"/>
                    <a:pt x="1728" y="153"/>
                    <a:pt x="1606" y="153"/>
                  </a:cubicBezTo>
                  <a:cubicBezTo>
                    <a:pt x="1400" y="153"/>
                    <a:pt x="1241" y="270"/>
                    <a:pt x="1241" y="270"/>
                  </a:cubicBezTo>
                  <a:cubicBezTo>
                    <a:pt x="1199" y="247"/>
                    <a:pt x="1160" y="239"/>
                    <a:pt x="1125" y="239"/>
                  </a:cubicBezTo>
                  <a:cubicBezTo>
                    <a:pt x="1021" y="239"/>
                    <a:pt x="955" y="314"/>
                    <a:pt x="955" y="314"/>
                  </a:cubicBezTo>
                  <a:cubicBezTo>
                    <a:pt x="873" y="229"/>
                    <a:pt x="787" y="202"/>
                    <a:pt x="712" y="202"/>
                  </a:cubicBezTo>
                  <a:cubicBezTo>
                    <a:pt x="592" y="202"/>
                    <a:pt x="500" y="270"/>
                    <a:pt x="500" y="270"/>
                  </a:cubicBezTo>
                  <a:cubicBezTo>
                    <a:pt x="487" y="189"/>
                    <a:pt x="414" y="179"/>
                    <a:pt x="378" y="179"/>
                  </a:cubicBezTo>
                  <a:cubicBezTo>
                    <a:pt x="366" y="179"/>
                    <a:pt x="358" y="180"/>
                    <a:pt x="358" y="180"/>
                  </a:cubicBezTo>
                  <a:cubicBezTo>
                    <a:pt x="329" y="18"/>
                    <a:pt x="166" y="1"/>
                    <a:pt x="1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6"/>
            <p:cNvSpPr/>
            <p:nvPr/>
          </p:nvSpPr>
          <p:spPr>
            <a:xfrm>
              <a:off x="442585" y="2541302"/>
              <a:ext cx="442929" cy="707170"/>
            </a:xfrm>
            <a:custGeom>
              <a:rect b="b" l="l" r="r" t="t"/>
              <a:pathLst>
                <a:path extrusionOk="0" h="3078" w="1928">
                  <a:moveTo>
                    <a:pt x="1" y="0"/>
                  </a:moveTo>
                  <a:lnTo>
                    <a:pt x="1" y="3078"/>
                  </a:lnTo>
                  <a:lnTo>
                    <a:pt x="1928" y="3078"/>
                  </a:lnTo>
                  <a:lnTo>
                    <a:pt x="1928"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6"/>
            <p:cNvSpPr/>
            <p:nvPr/>
          </p:nvSpPr>
          <p:spPr>
            <a:xfrm>
              <a:off x="510355" y="2612982"/>
              <a:ext cx="55596" cy="96495"/>
            </a:xfrm>
            <a:custGeom>
              <a:rect b="b" l="l" r="r" t="t"/>
              <a:pathLst>
                <a:path extrusionOk="0" h="420" w="242">
                  <a:moveTo>
                    <a:pt x="0" y="0"/>
                  </a:moveTo>
                  <a:lnTo>
                    <a:pt x="0" y="420"/>
                  </a:lnTo>
                  <a:lnTo>
                    <a:pt x="241" y="420"/>
                  </a:lnTo>
                  <a:lnTo>
                    <a:pt x="24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6"/>
            <p:cNvSpPr/>
            <p:nvPr/>
          </p:nvSpPr>
          <p:spPr>
            <a:xfrm>
              <a:off x="631193" y="2709245"/>
              <a:ext cx="55596" cy="98563"/>
            </a:xfrm>
            <a:custGeom>
              <a:rect b="b" l="l" r="r" t="t"/>
              <a:pathLst>
                <a:path extrusionOk="0" h="429" w="242">
                  <a:moveTo>
                    <a:pt x="1" y="1"/>
                  </a:moveTo>
                  <a:lnTo>
                    <a:pt x="1" y="429"/>
                  </a:lnTo>
                  <a:lnTo>
                    <a:pt x="241" y="429"/>
                  </a:lnTo>
                  <a:lnTo>
                    <a:pt x="24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6"/>
            <p:cNvSpPr/>
            <p:nvPr/>
          </p:nvSpPr>
          <p:spPr>
            <a:xfrm>
              <a:off x="752030" y="2637565"/>
              <a:ext cx="55596" cy="98563"/>
            </a:xfrm>
            <a:custGeom>
              <a:rect b="b" l="l" r="r" t="t"/>
              <a:pathLst>
                <a:path extrusionOk="0" h="429" w="242">
                  <a:moveTo>
                    <a:pt x="1" y="0"/>
                  </a:moveTo>
                  <a:lnTo>
                    <a:pt x="1" y="429"/>
                  </a:lnTo>
                  <a:lnTo>
                    <a:pt x="242" y="429"/>
                  </a:lnTo>
                  <a:lnTo>
                    <a:pt x="24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6"/>
            <p:cNvSpPr/>
            <p:nvPr/>
          </p:nvSpPr>
          <p:spPr>
            <a:xfrm>
              <a:off x="487842" y="2824116"/>
              <a:ext cx="55366" cy="98563"/>
            </a:xfrm>
            <a:custGeom>
              <a:rect b="b" l="l" r="r" t="t"/>
              <a:pathLst>
                <a:path extrusionOk="0" h="429" w="241">
                  <a:moveTo>
                    <a:pt x="0" y="0"/>
                  </a:moveTo>
                  <a:lnTo>
                    <a:pt x="0" y="428"/>
                  </a:lnTo>
                  <a:lnTo>
                    <a:pt x="241" y="428"/>
                  </a:lnTo>
                  <a:lnTo>
                    <a:pt x="24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6"/>
            <p:cNvSpPr/>
            <p:nvPr/>
          </p:nvSpPr>
          <p:spPr>
            <a:xfrm>
              <a:off x="735720" y="2850767"/>
              <a:ext cx="55596" cy="98563"/>
            </a:xfrm>
            <a:custGeom>
              <a:rect b="b" l="l" r="r" t="t"/>
              <a:pathLst>
                <a:path extrusionOk="0" h="429" w="242">
                  <a:moveTo>
                    <a:pt x="1" y="0"/>
                  </a:moveTo>
                  <a:lnTo>
                    <a:pt x="1" y="428"/>
                  </a:lnTo>
                  <a:lnTo>
                    <a:pt x="241" y="428"/>
                  </a:lnTo>
                  <a:lnTo>
                    <a:pt x="24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6"/>
            <p:cNvSpPr/>
            <p:nvPr/>
          </p:nvSpPr>
          <p:spPr>
            <a:xfrm>
              <a:off x="582031" y="3018709"/>
              <a:ext cx="108894" cy="211370"/>
            </a:xfrm>
            <a:custGeom>
              <a:rect b="b" l="l" r="r" t="t"/>
              <a:pathLst>
                <a:path extrusionOk="0" h="920" w="474">
                  <a:moveTo>
                    <a:pt x="0" y="1"/>
                  </a:moveTo>
                  <a:lnTo>
                    <a:pt x="0" y="920"/>
                  </a:lnTo>
                  <a:lnTo>
                    <a:pt x="473" y="920"/>
                  </a:lnTo>
                  <a:lnTo>
                    <a:pt x="47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6"/>
            <p:cNvSpPr/>
            <p:nvPr/>
          </p:nvSpPr>
          <p:spPr>
            <a:xfrm>
              <a:off x="442585" y="2434701"/>
              <a:ext cx="498295" cy="106834"/>
            </a:xfrm>
            <a:custGeom>
              <a:rect b="b" l="l" r="r" t="t"/>
              <a:pathLst>
                <a:path extrusionOk="0" h="465" w="2169">
                  <a:moveTo>
                    <a:pt x="1" y="0"/>
                  </a:moveTo>
                  <a:lnTo>
                    <a:pt x="1" y="464"/>
                  </a:lnTo>
                  <a:lnTo>
                    <a:pt x="2169" y="464"/>
                  </a:lnTo>
                  <a:lnTo>
                    <a:pt x="170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6"/>
            <p:cNvSpPr/>
            <p:nvPr/>
          </p:nvSpPr>
          <p:spPr>
            <a:xfrm>
              <a:off x="657841" y="2914176"/>
              <a:ext cx="299345" cy="555765"/>
            </a:xfrm>
            <a:custGeom>
              <a:rect b="b" l="l" r="r" t="t"/>
              <a:pathLst>
                <a:path extrusionOk="0" h="2419" w="1303">
                  <a:moveTo>
                    <a:pt x="1" y="1"/>
                  </a:moveTo>
                  <a:lnTo>
                    <a:pt x="1" y="2418"/>
                  </a:lnTo>
                  <a:lnTo>
                    <a:pt x="1303" y="2418"/>
                  </a:lnTo>
                  <a:lnTo>
                    <a:pt x="1303"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6"/>
            <p:cNvSpPr/>
            <p:nvPr/>
          </p:nvSpPr>
          <p:spPr>
            <a:xfrm>
              <a:off x="956949" y="2840428"/>
              <a:ext cx="70069" cy="629515"/>
            </a:xfrm>
            <a:custGeom>
              <a:rect b="b" l="l" r="r" t="t"/>
              <a:pathLst>
                <a:path extrusionOk="0" h="2740" w="305">
                  <a:moveTo>
                    <a:pt x="304" y="1"/>
                  </a:moveTo>
                  <a:lnTo>
                    <a:pt x="1" y="322"/>
                  </a:lnTo>
                  <a:lnTo>
                    <a:pt x="1" y="2739"/>
                  </a:lnTo>
                  <a:lnTo>
                    <a:pt x="304" y="2739"/>
                  </a:lnTo>
                  <a:lnTo>
                    <a:pt x="304"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6"/>
            <p:cNvSpPr/>
            <p:nvPr/>
          </p:nvSpPr>
          <p:spPr>
            <a:xfrm>
              <a:off x="704936" y="2961273"/>
              <a:ext cx="37217" cy="68006"/>
            </a:xfrm>
            <a:custGeom>
              <a:rect b="b" l="l" r="r" t="t"/>
              <a:pathLst>
                <a:path extrusionOk="0" h="296" w="162">
                  <a:moveTo>
                    <a:pt x="1" y="1"/>
                  </a:moveTo>
                  <a:lnTo>
                    <a:pt x="1"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6"/>
            <p:cNvSpPr/>
            <p:nvPr/>
          </p:nvSpPr>
          <p:spPr>
            <a:xfrm>
              <a:off x="786949" y="3029048"/>
              <a:ext cx="37217" cy="65708"/>
            </a:xfrm>
            <a:custGeom>
              <a:rect b="b" l="l" r="r" t="t"/>
              <a:pathLst>
                <a:path extrusionOk="0" h="286" w="162">
                  <a:moveTo>
                    <a:pt x="1" y="0"/>
                  </a:moveTo>
                  <a:lnTo>
                    <a:pt x="1"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6"/>
            <p:cNvSpPr/>
            <p:nvPr/>
          </p:nvSpPr>
          <p:spPr>
            <a:xfrm>
              <a:off x="866895" y="2979882"/>
              <a:ext cx="37217" cy="65708"/>
            </a:xfrm>
            <a:custGeom>
              <a:rect b="b" l="l" r="r" t="t"/>
              <a:pathLst>
                <a:path extrusionOk="0" h="286" w="162">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6"/>
            <p:cNvSpPr/>
            <p:nvPr/>
          </p:nvSpPr>
          <p:spPr>
            <a:xfrm>
              <a:off x="688625" y="3133581"/>
              <a:ext cx="36987" cy="6570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6"/>
            <p:cNvSpPr/>
            <p:nvPr/>
          </p:nvSpPr>
          <p:spPr>
            <a:xfrm>
              <a:off x="885273" y="3104863"/>
              <a:ext cx="37217" cy="67776"/>
            </a:xfrm>
            <a:custGeom>
              <a:rect b="b" l="l" r="r" t="t"/>
              <a:pathLst>
                <a:path extrusionOk="0" h="295" w="162">
                  <a:moveTo>
                    <a:pt x="1" y="0"/>
                  </a:moveTo>
                  <a:lnTo>
                    <a:pt x="1"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6"/>
            <p:cNvSpPr/>
            <p:nvPr/>
          </p:nvSpPr>
          <p:spPr>
            <a:xfrm>
              <a:off x="815665" y="3199058"/>
              <a:ext cx="36987" cy="65938"/>
            </a:xfrm>
            <a:custGeom>
              <a:rect b="b" l="l" r="r" t="t"/>
              <a:pathLst>
                <a:path extrusionOk="0" h="287" w="161">
                  <a:moveTo>
                    <a:pt x="0" y="1"/>
                  </a:moveTo>
                  <a:lnTo>
                    <a:pt x="0" y="286"/>
                  </a:lnTo>
                  <a:lnTo>
                    <a:pt x="161" y="286"/>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6"/>
            <p:cNvSpPr/>
            <p:nvPr/>
          </p:nvSpPr>
          <p:spPr>
            <a:xfrm>
              <a:off x="815665" y="3326106"/>
              <a:ext cx="73975" cy="143824"/>
            </a:xfrm>
            <a:custGeom>
              <a:rect b="b" l="l" r="r" t="t"/>
              <a:pathLst>
                <a:path extrusionOk="0" h="626" w="322">
                  <a:moveTo>
                    <a:pt x="0" y="1"/>
                  </a:moveTo>
                  <a:lnTo>
                    <a:pt x="0" y="625"/>
                  </a:lnTo>
                  <a:lnTo>
                    <a:pt x="322" y="625"/>
                  </a:lnTo>
                  <a:lnTo>
                    <a:pt x="32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6"/>
            <p:cNvSpPr/>
            <p:nvPr/>
          </p:nvSpPr>
          <p:spPr>
            <a:xfrm>
              <a:off x="657841" y="2840428"/>
              <a:ext cx="369184" cy="73979"/>
            </a:xfrm>
            <a:custGeom>
              <a:rect b="b" l="l" r="r" t="t"/>
              <a:pathLst>
                <a:path extrusionOk="0" h="322" w="1607">
                  <a:moveTo>
                    <a:pt x="313" y="1"/>
                  </a:moveTo>
                  <a:lnTo>
                    <a:pt x="1" y="322"/>
                  </a:lnTo>
                  <a:lnTo>
                    <a:pt x="1303" y="322"/>
                  </a:lnTo>
                  <a:lnTo>
                    <a:pt x="160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6"/>
            <p:cNvSpPr/>
            <p:nvPr/>
          </p:nvSpPr>
          <p:spPr>
            <a:xfrm>
              <a:off x="-102" y="2281003"/>
              <a:ext cx="442929" cy="709238"/>
            </a:xfrm>
            <a:custGeom>
              <a:rect b="b" l="l" r="r" t="t"/>
              <a:pathLst>
                <a:path extrusionOk="0" h="3087" w="1928">
                  <a:moveTo>
                    <a:pt x="1" y="0"/>
                  </a:moveTo>
                  <a:lnTo>
                    <a:pt x="1" y="3087"/>
                  </a:lnTo>
                  <a:lnTo>
                    <a:pt x="1928" y="3087"/>
                  </a:lnTo>
                  <a:lnTo>
                    <a:pt x="1928"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6"/>
            <p:cNvSpPr/>
            <p:nvPr/>
          </p:nvSpPr>
          <p:spPr>
            <a:xfrm>
              <a:off x="67668" y="2352683"/>
              <a:ext cx="55596" cy="98563"/>
            </a:xfrm>
            <a:custGeom>
              <a:rect b="b" l="l" r="r" t="t"/>
              <a:pathLst>
                <a:path extrusionOk="0" h="429" w="242">
                  <a:moveTo>
                    <a:pt x="0" y="0"/>
                  </a:moveTo>
                  <a:lnTo>
                    <a:pt x="0" y="429"/>
                  </a:lnTo>
                  <a:lnTo>
                    <a:pt x="241" y="429"/>
                  </a:lnTo>
                  <a:lnTo>
                    <a:pt x="24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6"/>
            <p:cNvSpPr/>
            <p:nvPr/>
          </p:nvSpPr>
          <p:spPr>
            <a:xfrm>
              <a:off x="190573" y="2451013"/>
              <a:ext cx="53528" cy="98563"/>
            </a:xfrm>
            <a:custGeom>
              <a:rect b="b" l="l" r="r" t="t"/>
              <a:pathLst>
                <a:path extrusionOk="0" h="429" w="233">
                  <a:moveTo>
                    <a:pt x="1" y="1"/>
                  </a:moveTo>
                  <a:lnTo>
                    <a:pt x="1" y="429"/>
                  </a:lnTo>
                  <a:lnTo>
                    <a:pt x="232" y="429"/>
                  </a:lnTo>
                  <a:lnTo>
                    <a:pt x="23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6"/>
            <p:cNvSpPr/>
            <p:nvPr/>
          </p:nvSpPr>
          <p:spPr>
            <a:xfrm>
              <a:off x="309343" y="2379333"/>
              <a:ext cx="55596" cy="98563"/>
            </a:xfrm>
            <a:custGeom>
              <a:rect b="b" l="l" r="r" t="t"/>
              <a:pathLst>
                <a:path extrusionOk="0" h="429" w="242">
                  <a:moveTo>
                    <a:pt x="1" y="0"/>
                  </a:moveTo>
                  <a:lnTo>
                    <a:pt x="1" y="429"/>
                  </a:lnTo>
                  <a:lnTo>
                    <a:pt x="242" y="429"/>
                  </a:lnTo>
                  <a:lnTo>
                    <a:pt x="24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6"/>
            <p:cNvSpPr/>
            <p:nvPr/>
          </p:nvSpPr>
          <p:spPr>
            <a:xfrm>
              <a:off x="47222" y="2565885"/>
              <a:ext cx="53299" cy="98563"/>
            </a:xfrm>
            <a:custGeom>
              <a:rect b="b" l="l" r="r" t="t"/>
              <a:pathLst>
                <a:path extrusionOk="0" h="429" w="232">
                  <a:moveTo>
                    <a:pt x="0" y="0"/>
                  </a:moveTo>
                  <a:lnTo>
                    <a:pt x="0" y="428"/>
                  </a:lnTo>
                  <a:lnTo>
                    <a:pt x="232" y="428"/>
                  </a:lnTo>
                  <a:lnTo>
                    <a:pt x="23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6"/>
            <p:cNvSpPr/>
            <p:nvPr/>
          </p:nvSpPr>
          <p:spPr>
            <a:xfrm>
              <a:off x="293032" y="2592535"/>
              <a:ext cx="55596" cy="98563"/>
            </a:xfrm>
            <a:custGeom>
              <a:rect b="b" l="l" r="r" t="t"/>
              <a:pathLst>
                <a:path extrusionOk="0" h="429" w="242">
                  <a:moveTo>
                    <a:pt x="1" y="0"/>
                  </a:moveTo>
                  <a:lnTo>
                    <a:pt x="1" y="428"/>
                  </a:lnTo>
                  <a:lnTo>
                    <a:pt x="241" y="428"/>
                  </a:lnTo>
                  <a:lnTo>
                    <a:pt x="24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6"/>
            <p:cNvSpPr/>
            <p:nvPr/>
          </p:nvSpPr>
          <p:spPr>
            <a:xfrm>
              <a:off x="139343" y="2760477"/>
              <a:ext cx="110962" cy="211370"/>
            </a:xfrm>
            <a:custGeom>
              <a:rect b="b" l="l" r="r" t="t"/>
              <a:pathLst>
                <a:path extrusionOk="0" h="920" w="483">
                  <a:moveTo>
                    <a:pt x="0" y="1"/>
                  </a:moveTo>
                  <a:lnTo>
                    <a:pt x="0" y="920"/>
                  </a:lnTo>
                  <a:lnTo>
                    <a:pt x="482" y="920"/>
                  </a:lnTo>
                  <a:lnTo>
                    <a:pt x="48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6"/>
            <p:cNvSpPr/>
            <p:nvPr/>
          </p:nvSpPr>
          <p:spPr>
            <a:xfrm>
              <a:off x="-102" y="2819522"/>
              <a:ext cx="195045" cy="119470"/>
            </a:xfrm>
            <a:custGeom>
              <a:rect b="b" l="l" r="r" t="t"/>
              <a:pathLst>
                <a:path extrusionOk="0" h="520" w="849">
                  <a:moveTo>
                    <a:pt x="38" y="0"/>
                  </a:moveTo>
                  <a:cubicBezTo>
                    <a:pt x="15" y="0"/>
                    <a:pt x="1" y="2"/>
                    <a:pt x="1" y="2"/>
                  </a:cubicBezTo>
                  <a:lnTo>
                    <a:pt x="1" y="520"/>
                  </a:lnTo>
                  <a:lnTo>
                    <a:pt x="848" y="386"/>
                  </a:lnTo>
                  <a:cubicBezTo>
                    <a:pt x="792" y="250"/>
                    <a:pt x="688" y="217"/>
                    <a:pt x="603" y="217"/>
                  </a:cubicBezTo>
                  <a:cubicBezTo>
                    <a:pt x="527" y="217"/>
                    <a:pt x="465" y="243"/>
                    <a:pt x="465" y="243"/>
                  </a:cubicBezTo>
                  <a:cubicBezTo>
                    <a:pt x="438" y="179"/>
                    <a:pt x="379" y="166"/>
                    <a:pt x="336" y="166"/>
                  </a:cubicBezTo>
                  <a:cubicBezTo>
                    <a:pt x="308" y="166"/>
                    <a:pt x="286" y="172"/>
                    <a:pt x="286" y="172"/>
                  </a:cubicBezTo>
                  <a:cubicBezTo>
                    <a:pt x="233" y="20"/>
                    <a:pt x="102" y="0"/>
                    <a:pt x="38"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6"/>
            <p:cNvSpPr/>
            <p:nvPr/>
          </p:nvSpPr>
          <p:spPr>
            <a:xfrm>
              <a:off x="-102" y="2176470"/>
              <a:ext cx="498295" cy="104766"/>
            </a:xfrm>
            <a:custGeom>
              <a:rect b="b" l="l" r="r" t="t"/>
              <a:pathLst>
                <a:path extrusionOk="0" h="456" w="2169">
                  <a:moveTo>
                    <a:pt x="1" y="0"/>
                  </a:moveTo>
                  <a:lnTo>
                    <a:pt x="1" y="455"/>
                  </a:lnTo>
                  <a:lnTo>
                    <a:pt x="2169" y="455"/>
                  </a:lnTo>
                  <a:lnTo>
                    <a:pt x="170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6"/>
            <p:cNvSpPr/>
            <p:nvPr/>
          </p:nvSpPr>
          <p:spPr>
            <a:xfrm>
              <a:off x="219289" y="2653877"/>
              <a:ext cx="299345" cy="479948"/>
            </a:xfrm>
            <a:custGeom>
              <a:rect b="b" l="l" r="r" t="t"/>
              <a:pathLst>
                <a:path extrusionOk="0" h="2089" w="1303">
                  <a:moveTo>
                    <a:pt x="0" y="1"/>
                  </a:moveTo>
                  <a:lnTo>
                    <a:pt x="0" y="2088"/>
                  </a:lnTo>
                  <a:lnTo>
                    <a:pt x="1303" y="2088"/>
                  </a:lnTo>
                  <a:lnTo>
                    <a:pt x="1303"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6"/>
            <p:cNvSpPr/>
            <p:nvPr/>
          </p:nvSpPr>
          <p:spPr>
            <a:xfrm>
              <a:off x="518396" y="2582197"/>
              <a:ext cx="70069" cy="551630"/>
            </a:xfrm>
            <a:custGeom>
              <a:rect b="b" l="l" r="r" t="t"/>
              <a:pathLst>
                <a:path extrusionOk="0" h="2401" w="305">
                  <a:moveTo>
                    <a:pt x="304" y="1"/>
                  </a:moveTo>
                  <a:lnTo>
                    <a:pt x="1" y="313"/>
                  </a:lnTo>
                  <a:lnTo>
                    <a:pt x="1" y="2400"/>
                  </a:lnTo>
                  <a:lnTo>
                    <a:pt x="304" y="2400"/>
                  </a:lnTo>
                  <a:lnTo>
                    <a:pt x="304"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6"/>
            <p:cNvSpPr/>
            <p:nvPr/>
          </p:nvSpPr>
          <p:spPr>
            <a:xfrm>
              <a:off x="264316" y="2703042"/>
              <a:ext cx="37217" cy="65938"/>
            </a:xfrm>
            <a:custGeom>
              <a:rect b="b" l="l" r="r" t="t"/>
              <a:pathLst>
                <a:path extrusionOk="0" h="287" w="162">
                  <a:moveTo>
                    <a:pt x="1" y="1"/>
                  </a:moveTo>
                  <a:lnTo>
                    <a:pt x="1" y="286"/>
                  </a:lnTo>
                  <a:lnTo>
                    <a:pt x="161" y="286"/>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6"/>
            <p:cNvSpPr/>
            <p:nvPr/>
          </p:nvSpPr>
          <p:spPr>
            <a:xfrm>
              <a:off x="346329" y="2768748"/>
              <a:ext cx="37217" cy="67776"/>
            </a:xfrm>
            <a:custGeom>
              <a:rect b="b" l="l" r="r" t="t"/>
              <a:pathLst>
                <a:path extrusionOk="0" h="295" w="162">
                  <a:moveTo>
                    <a:pt x="1" y="0"/>
                  </a:moveTo>
                  <a:lnTo>
                    <a:pt x="1"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6"/>
            <p:cNvSpPr/>
            <p:nvPr/>
          </p:nvSpPr>
          <p:spPr>
            <a:xfrm>
              <a:off x="428342" y="2721651"/>
              <a:ext cx="36987" cy="6570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6"/>
            <p:cNvSpPr/>
            <p:nvPr/>
          </p:nvSpPr>
          <p:spPr>
            <a:xfrm>
              <a:off x="250072" y="2846631"/>
              <a:ext cx="36987" cy="6570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6"/>
            <p:cNvSpPr/>
            <p:nvPr/>
          </p:nvSpPr>
          <p:spPr>
            <a:xfrm>
              <a:off x="446720" y="2846631"/>
              <a:ext cx="37217" cy="65708"/>
            </a:xfrm>
            <a:custGeom>
              <a:rect b="b" l="l" r="r" t="t"/>
              <a:pathLst>
                <a:path extrusionOk="0" h="286" w="162">
                  <a:moveTo>
                    <a:pt x="1" y="0"/>
                  </a:moveTo>
                  <a:lnTo>
                    <a:pt x="1"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6"/>
            <p:cNvSpPr/>
            <p:nvPr/>
          </p:nvSpPr>
          <p:spPr>
            <a:xfrm>
              <a:off x="313478" y="2977815"/>
              <a:ext cx="73975" cy="143594"/>
            </a:xfrm>
            <a:custGeom>
              <a:rect b="b" l="l" r="r" t="t"/>
              <a:pathLst>
                <a:path extrusionOk="0" h="625" w="322">
                  <a:moveTo>
                    <a:pt x="1" y="0"/>
                  </a:moveTo>
                  <a:lnTo>
                    <a:pt x="1" y="625"/>
                  </a:lnTo>
                  <a:lnTo>
                    <a:pt x="322" y="625"/>
                  </a:lnTo>
                  <a:lnTo>
                    <a:pt x="32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6"/>
            <p:cNvSpPr/>
            <p:nvPr/>
          </p:nvSpPr>
          <p:spPr>
            <a:xfrm>
              <a:off x="219289" y="2582197"/>
              <a:ext cx="369184" cy="71912"/>
            </a:xfrm>
            <a:custGeom>
              <a:rect b="b" l="l" r="r" t="t"/>
              <a:pathLst>
                <a:path extrusionOk="0" h="313" w="1607">
                  <a:moveTo>
                    <a:pt x="313" y="1"/>
                  </a:moveTo>
                  <a:lnTo>
                    <a:pt x="0" y="313"/>
                  </a:lnTo>
                  <a:lnTo>
                    <a:pt x="1303" y="313"/>
                  </a:lnTo>
                  <a:lnTo>
                    <a:pt x="160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6"/>
            <p:cNvSpPr/>
            <p:nvPr/>
          </p:nvSpPr>
          <p:spPr>
            <a:xfrm>
              <a:off x="428342" y="3028358"/>
              <a:ext cx="194815" cy="119700"/>
            </a:xfrm>
            <a:custGeom>
              <a:rect b="b" l="l" r="r" t="t"/>
              <a:pathLst>
                <a:path extrusionOk="0" h="521" w="848">
                  <a:moveTo>
                    <a:pt x="38" y="1"/>
                  </a:moveTo>
                  <a:cubicBezTo>
                    <a:pt x="15" y="1"/>
                    <a:pt x="0" y="3"/>
                    <a:pt x="0" y="3"/>
                  </a:cubicBezTo>
                  <a:lnTo>
                    <a:pt x="0" y="521"/>
                  </a:lnTo>
                  <a:lnTo>
                    <a:pt x="848" y="378"/>
                  </a:lnTo>
                  <a:cubicBezTo>
                    <a:pt x="792" y="249"/>
                    <a:pt x="689" y="217"/>
                    <a:pt x="602" y="217"/>
                  </a:cubicBezTo>
                  <a:cubicBezTo>
                    <a:pt x="522" y="217"/>
                    <a:pt x="455" y="244"/>
                    <a:pt x="455" y="244"/>
                  </a:cubicBezTo>
                  <a:cubicBezTo>
                    <a:pt x="433" y="172"/>
                    <a:pt x="374" y="159"/>
                    <a:pt x="331" y="159"/>
                  </a:cubicBezTo>
                  <a:cubicBezTo>
                    <a:pt x="305" y="159"/>
                    <a:pt x="286" y="164"/>
                    <a:pt x="286" y="164"/>
                  </a:cubicBezTo>
                  <a:cubicBezTo>
                    <a:pt x="227" y="20"/>
                    <a:pt x="101" y="1"/>
                    <a:pt x="3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6"/>
            <p:cNvSpPr/>
            <p:nvPr/>
          </p:nvSpPr>
          <p:spPr>
            <a:xfrm>
              <a:off x="442585" y="3180678"/>
              <a:ext cx="299574" cy="479948"/>
            </a:xfrm>
            <a:custGeom>
              <a:rect b="b" l="l" r="r" t="t"/>
              <a:pathLst>
                <a:path extrusionOk="0" h="2089" w="1304">
                  <a:moveTo>
                    <a:pt x="1" y="1"/>
                  </a:moveTo>
                  <a:lnTo>
                    <a:pt x="1" y="2088"/>
                  </a:lnTo>
                  <a:lnTo>
                    <a:pt x="1303" y="2088"/>
                  </a:lnTo>
                  <a:lnTo>
                    <a:pt x="1303"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6"/>
            <p:cNvSpPr/>
            <p:nvPr/>
          </p:nvSpPr>
          <p:spPr>
            <a:xfrm>
              <a:off x="487842" y="3229843"/>
              <a:ext cx="36987" cy="65938"/>
            </a:xfrm>
            <a:custGeom>
              <a:rect b="b" l="l" r="r" t="t"/>
              <a:pathLst>
                <a:path extrusionOk="0" h="287" w="161">
                  <a:moveTo>
                    <a:pt x="0" y="1"/>
                  </a:moveTo>
                  <a:lnTo>
                    <a:pt x="0" y="286"/>
                  </a:lnTo>
                  <a:lnTo>
                    <a:pt x="161" y="286"/>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6"/>
            <p:cNvSpPr/>
            <p:nvPr/>
          </p:nvSpPr>
          <p:spPr>
            <a:xfrm>
              <a:off x="569625" y="3295550"/>
              <a:ext cx="37217" cy="67776"/>
            </a:xfrm>
            <a:custGeom>
              <a:rect b="b" l="l" r="r" t="t"/>
              <a:pathLst>
                <a:path extrusionOk="0" h="295" w="162">
                  <a:moveTo>
                    <a:pt x="1" y="0"/>
                  </a:moveTo>
                  <a:lnTo>
                    <a:pt x="1" y="294"/>
                  </a:lnTo>
                  <a:lnTo>
                    <a:pt x="161" y="294"/>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6"/>
            <p:cNvSpPr/>
            <p:nvPr/>
          </p:nvSpPr>
          <p:spPr>
            <a:xfrm>
              <a:off x="651639" y="3246385"/>
              <a:ext cx="37217" cy="67776"/>
            </a:xfrm>
            <a:custGeom>
              <a:rect b="b" l="l" r="r" t="t"/>
              <a:pathLst>
                <a:path extrusionOk="0" h="295" w="162">
                  <a:moveTo>
                    <a:pt x="1" y="0"/>
                  </a:moveTo>
                  <a:lnTo>
                    <a:pt x="1" y="294"/>
                  </a:lnTo>
                  <a:lnTo>
                    <a:pt x="161" y="294"/>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6"/>
            <p:cNvSpPr/>
            <p:nvPr/>
          </p:nvSpPr>
          <p:spPr>
            <a:xfrm>
              <a:off x="473369" y="3373433"/>
              <a:ext cx="37217" cy="65708"/>
            </a:xfrm>
            <a:custGeom>
              <a:rect b="b" l="l" r="r" t="t"/>
              <a:pathLst>
                <a:path extrusionOk="0" h="286" w="162">
                  <a:moveTo>
                    <a:pt x="1" y="0"/>
                  </a:moveTo>
                  <a:lnTo>
                    <a:pt x="1"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6"/>
            <p:cNvSpPr/>
            <p:nvPr/>
          </p:nvSpPr>
          <p:spPr>
            <a:xfrm>
              <a:off x="641531" y="3391812"/>
              <a:ext cx="36987" cy="6570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6"/>
            <p:cNvSpPr/>
            <p:nvPr/>
          </p:nvSpPr>
          <p:spPr>
            <a:xfrm>
              <a:off x="537004" y="3504616"/>
              <a:ext cx="73975" cy="143594"/>
            </a:xfrm>
            <a:custGeom>
              <a:rect b="b" l="l" r="r" t="t"/>
              <a:pathLst>
                <a:path extrusionOk="0" h="625" w="322">
                  <a:moveTo>
                    <a:pt x="0" y="0"/>
                  </a:moveTo>
                  <a:lnTo>
                    <a:pt x="0" y="625"/>
                  </a:lnTo>
                  <a:lnTo>
                    <a:pt x="321" y="625"/>
                  </a:lnTo>
                  <a:lnTo>
                    <a:pt x="32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6"/>
            <p:cNvSpPr/>
            <p:nvPr/>
          </p:nvSpPr>
          <p:spPr>
            <a:xfrm>
              <a:off x="442585" y="3108998"/>
              <a:ext cx="336332" cy="71912"/>
            </a:xfrm>
            <a:custGeom>
              <a:rect b="b" l="l" r="r" t="t"/>
              <a:pathLst>
                <a:path extrusionOk="0" h="313" w="1464">
                  <a:moveTo>
                    <a:pt x="1" y="0"/>
                  </a:moveTo>
                  <a:lnTo>
                    <a:pt x="1" y="313"/>
                  </a:lnTo>
                  <a:lnTo>
                    <a:pt x="1464" y="313"/>
                  </a:lnTo>
                  <a:lnTo>
                    <a:pt x="115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6"/>
            <p:cNvSpPr/>
            <p:nvPr/>
          </p:nvSpPr>
          <p:spPr>
            <a:xfrm>
              <a:off x="1231704" y="3108998"/>
              <a:ext cx="250181" cy="397697"/>
            </a:xfrm>
            <a:custGeom>
              <a:rect b="b" l="l" r="r" t="t"/>
              <a:pathLst>
                <a:path extrusionOk="0" h="1731" w="1089">
                  <a:moveTo>
                    <a:pt x="0" y="0"/>
                  </a:moveTo>
                  <a:lnTo>
                    <a:pt x="0" y="1731"/>
                  </a:lnTo>
                  <a:lnTo>
                    <a:pt x="1089" y="1731"/>
                  </a:lnTo>
                  <a:lnTo>
                    <a:pt x="1089"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6"/>
            <p:cNvSpPr/>
            <p:nvPr/>
          </p:nvSpPr>
          <p:spPr>
            <a:xfrm>
              <a:off x="1174272" y="3049495"/>
              <a:ext cx="57663" cy="457203"/>
            </a:xfrm>
            <a:custGeom>
              <a:rect b="b" l="l" r="r" t="t"/>
              <a:pathLst>
                <a:path extrusionOk="0" h="1990" w="251">
                  <a:moveTo>
                    <a:pt x="1" y="1"/>
                  </a:moveTo>
                  <a:lnTo>
                    <a:pt x="1" y="1990"/>
                  </a:lnTo>
                  <a:lnTo>
                    <a:pt x="250" y="1990"/>
                  </a:lnTo>
                  <a:lnTo>
                    <a:pt x="250" y="259"/>
                  </a:lnTo>
                  <a:lnTo>
                    <a:pt x="1"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6"/>
            <p:cNvSpPr/>
            <p:nvPr/>
          </p:nvSpPr>
          <p:spPr>
            <a:xfrm>
              <a:off x="1412042" y="3149893"/>
              <a:ext cx="31014" cy="55599"/>
            </a:xfrm>
            <a:custGeom>
              <a:rect b="b" l="l" r="r" t="t"/>
              <a:pathLst>
                <a:path extrusionOk="0" h="242" w="135">
                  <a:moveTo>
                    <a:pt x="0" y="1"/>
                  </a:moveTo>
                  <a:lnTo>
                    <a:pt x="0" y="242"/>
                  </a:lnTo>
                  <a:lnTo>
                    <a:pt x="134" y="242"/>
                  </a:lnTo>
                  <a:lnTo>
                    <a:pt x="13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6"/>
            <p:cNvSpPr/>
            <p:nvPr/>
          </p:nvSpPr>
          <p:spPr>
            <a:xfrm>
              <a:off x="1344501" y="3205261"/>
              <a:ext cx="30784" cy="53532"/>
            </a:xfrm>
            <a:custGeom>
              <a:rect b="b" l="l" r="r" t="t"/>
              <a:pathLst>
                <a:path extrusionOk="0" h="233" w="134">
                  <a:moveTo>
                    <a:pt x="0" y="1"/>
                  </a:moveTo>
                  <a:lnTo>
                    <a:pt x="0" y="233"/>
                  </a:lnTo>
                  <a:lnTo>
                    <a:pt x="134" y="233"/>
                  </a:lnTo>
                  <a:lnTo>
                    <a:pt x="13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6"/>
            <p:cNvSpPr/>
            <p:nvPr/>
          </p:nvSpPr>
          <p:spPr>
            <a:xfrm>
              <a:off x="1276731" y="3164366"/>
              <a:ext cx="31014" cy="55599"/>
            </a:xfrm>
            <a:custGeom>
              <a:rect b="b" l="l" r="r" t="t"/>
              <a:pathLst>
                <a:path extrusionOk="0" h="242" w="135">
                  <a:moveTo>
                    <a:pt x="1" y="0"/>
                  </a:moveTo>
                  <a:lnTo>
                    <a:pt x="1" y="241"/>
                  </a:lnTo>
                  <a:lnTo>
                    <a:pt x="134" y="241"/>
                  </a:lnTo>
                  <a:lnTo>
                    <a:pt x="134"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6"/>
            <p:cNvSpPr/>
            <p:nvPr/>
          </p:nvSpPr>
          <p:spPr>
            <a:xfrm>
              <a:off x="1424217" y="3268900"/>
              <a:ext cx="31014" cy="55370"/>
            </a:xfrm>
            <a:custGeom>
              <a:rect b="b" l="l" r="r" t="t"/>
              <a:pathLst>
                <a:path extrusionOk="0" h="241" w="135">
                  <a:moveTo>
                    <a:pt x="1" y="0"/>
                  </a:moveTo>
                  <a:lnTo>
                    <a:pt x="1" y="241"/>
                  </a:lnTo>
                  <a:lnTo>
                    <a:pt x="135" y="241"/>
                  </a:lnTo>
                  <a:lnTo>
                    <a:pt x="13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6"/>
            <p:cNvSpPr/>
            <p:nvPr/>
          </p:nvSpPr>
          <p:spPr>
            <a:xfrm>
              <a:off x="1049300" y="3320132"/>
              <a:ext cx="31014" cy="55600"/>
            </a:xfrm>
            <a:custGeom>
              <a:rect b="b" l="l" r="r" t="t"/>
              <a:pathLst>
                <a:path extrusionOk="0" h="242" w="135">
                  <a:moveTo>
                    <a:pt x="0" y="0"/>
                  </a:moveTo>
                  <a:lnTo>
                    <a:pt x="0" y="241"/>
                  </a:lnTo>
                  <a:lnTo>
                    <a:pt x="134" y="241"/>
                  </a:lnTo>
                  <a:lnTo>
                    <a:pt x="134"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6"/>
            <p:cNvSpPr/>
            <p:nvPr/>
          </p:nvSpPr>
          <p:spPr>
            <a:xfrm>
              <a:off x="1112705" y="3262697"/>
              <a:ext cx="31014" cy="55599"/>
            </a:xfrm>
            <a:custGeom>
              <a:rect b="b" l="l" r="r" t="t"/>
              <a:pathLst>
                <a:path extrusionOk="0" h="242" w="135">
                  <a:moveTo>
                    <a:pt x="1" y="0"/>
                  </a:moveTo>
                  <a:lnTo>
                    <a:pt x="1" y="241"/>
                  </a:lnTo>
                  <a:lnTo>
                    <a:pt x="135" y="241"/>
                  </a:lnTo>
                  <a:lnTo>
                    <a:pt x="13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6"/>
            <p:cNvSpPr/>
            <p:nvPr/>
          </p:nvSpPr>
          <p:spPr>
            <a:xfrm>
              <a:off x="1518636" y="3334377"/>
              <a:ext cx="31014" cy="55600"/>
            </a:xfrm>
            <a:custGeom>
              <a:rect b="b" l="l" r="r" t="t"/>
              <a:pathLst>
                <a:path extrusionOk="0" h="242" w="135">
                  <a:moveTo>
                    <a:pt x="0" y="1"/>
                  </a:moveTo>
                  <a:lnTo>
                    <a:pt x="0" y="241"/>
                  </a:lnTo>
                  <a:lnTo>
                    <a:pt x="134" y="241"/>
                  </a:lnTo>
                  <a:lnTo>
                    <a:pt x="13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6"/>
            <p:cNvSpPr/>
            <p:nvPr/>
          </p:nvSpPr>
          <p:spPr>
            <a:xfrm>
              <a:off x="1764446" y="3320132"/>
              <a:ext cx="31014" cy="55600"/>
            </a:xfrm>
            <a:custGeom>
              <a:rect b="b" l="l" r="r" t="t"/>
              <a:pathLst>
                <a:path extrusionOk="0" h="242" w="135">
                  <a:moveTo>
                    <a:pt x="1" y="0"/>
                  </a:moveTo>
                  <a:lnTo>
                    <a:pt x="1" y="241"/>
                  </a:lnTo>
                  <a:lnTo>
                    <a:pt x="135" y="241"/>
                  </a:lnTo>
                  <a:lnTo>
                    <a:pt x="13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6"/>
            <p:cNvSpPr/>
            <p:nvPr/>
          </p:nvSpPr>
          <p:spPr>
            <a:xfrm>
              <a:off x="1598582" y="3387677"/>
              <a:ext cx="31014" cy="55600"/>
            </a:xfrm>
            <a:custGeom>
              <a:rect b="b" l="l" r="r" t="t"/>
              <a:pathLst>
                <a:path extrusionOk="0" h="242" w="135">
                  <a:moveTo>
                    <a:pt x="0" y="1"/>
                  </a:moveTo>
                  <a:lnTo>
                    <a:pt x="0" y="241"/>
                  </a:lnTo>
                  <a:lnTo>
                    <a:pt x="134" y="241"/>
                  </a:lnTo>
                  <a:lnTo>
                    <a:pt x="13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6"/>
            <p:cNvSpPr/>
            <p:nvPr/>
          </p:nvSpPr>
          <p:spPr>
            <a:xfrm>
              <a:off x="1863000" y="3328173"/>
              <a:ext cx="30784" cy="55600"/>
            </a:xfrm>
            <a:custGeom>
              <a:rect b="b" l="l" r="r" t="t"/>
              <a:pathLst>
                <a:path extrusionOk="0" h="242" w="134">
                  <a:moveTo>
                    <a:pt x="0" y="1"/>
                  </a:moveTo>
                  <a:lnTo>
                    <a:pt x="0" y="242"/>
                  </a:lnTo>
                  <a:lnTo>
                    <a:pt x="134" y="242"/>
                  </a:lnTo>
                  <a:lnTo>
                    <a:pt x="13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6"/>
            <p:cNvSpPr/>
            <p:nvPr/>
          </p:nvSpPr>
          <p:spPr>
            <a:xfrm>
              <a:off x="1813608" y="3414327"/>
              <a:ext cx="31014" cy="55600"/>
            </a:xfrm>
            <a:custGeom>
              <a:rect b="b" l="l" r="r" t="t"/>
              <a:pathLst>
                <a:path extrusionOk="0" h="242" w="135">
                  <a:moveTo>
                    <a:pt x="1" y="1"/>
                  </a:moveTo>
                  <a:lnTo>
                    <a:pt x="1" y="241"/>
                  </a:lnTo>
                  <a:lnTo>
                    <a:pt x="135" y="241"/>
                  </a:lnTo>
                  <a:lnTo>
                    <a:pt x="13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6"/>
            <p:cNvSpPr/>
            <p:nvPr/>
          </p:nvSpPr>
          <p:spPr>
            <a:xfrm>
              <a:off x="1260421" y="3268900"/>
              <a:ext cx="31014" cy="55370"/>
            </a:xfrm>
            <a:custGeom>
              <a:rect b="b" l="l" r="r" t="t"/>
              <a:pathLst>
                <a:path extrusionOk="0" h="241" w="135">
                  <a:moveTo>
                    <a:pt x="0" y="0"/>
                  </a:moveTo>
                  <a:lnTo>
                    <a:pt x="0" y="241"/>
                  </a:lnTo>
                  <a:lnTo>
                    <a:pt x="134" y="241"/>
                  </a:lnTo>
                  <a:lnTo>
                    <a:pt x="134"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6"/>
            <p:cNvSpPr/>
            <p:nvPr/>
          </p:nvSpPr>
          <p:spPr>
            <a:xfrm>
              <a:off x="1340366" y="3387677"/>
              <a:ext cx="61569" cy="119011"/>
            </a:xfrm>
            <a:custGeom>
              <a:rect b="b" l="l" r="r" t="t"/>
              <a:pathLst>
                <a:path extrusionOk="0" h="518" w="268">
                  <a:moveTo>
                    <a:pt x="0" y="1"/>
                  </a:moveTo>
                  <a:lnTo>
                    <a:pt x="0" y="518"/>
                  </a:lnTo>
                  <a:lnTo>
                    <a:pt x="268" y="518"/>
                  </a:lnTo>
                  <a:lnTo>
                    <a:pt x="26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6"/>
            <p:cNvSpPr/>
            <p:nvPr/>
          </p:nvSpPr>
          <p:spPr>
            <a:xfrm>
              <a:off x="1680595" y="3387677"/>
              <a:ext cx="61569" cy="119011"/>
            </a:xfrm>
            <a:custGeom>
              <a:rect b="b" l="l" r="r" t="t"/>
              <a:pathLst>
                <a:path extrusionOk="0" h="518" w="268">
                  <a:moveTo>
                    <a:pt x="0" y="1"/>
                  </a:moveTo>
                  <a:lnTo>
                    <a:pt x="0" y="518"/>
                  </a:lnTo>
                  <a:lnTo>
                    <a:pt x="268" y="518"/>
                  </a:lnTo>
                  <a:lnTo>
                    <a:pt x="26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6"/>
            <p:cNvSpPr/>
            <p:nvPr/>
          </p:nvSpPr>
          <p:spPr>
            <a:xfrm>
              <a:off x="1174272" y="3049495"/>
              <a:ext cx="307615" cy="59735"/>
            </a:xfrm>
            <a:custGeom>
              <a:rect b="b" l="l" r="r" t="t"/>
              <a:pathLst>
                <a:path extrusionOk="0" h="260" w="1339">
                  <a:moveTo>
                    <a:pt x="1" y="1"/>
                  </a:moveTo>
                  <a:lnTo>
                    <a:pt x="250" y="259"/>
                  </a:lnTo>
                  <a:lnTo>
                    <a:pt x="1339" y="259"/>
                  </a:lnTo>
                  <a:lnTo>
                    <a:pt x="107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6"/>
            <p:cNvSpPr/>
            <p:nvPr/>
          </p:nvSpPr>
          <p:spPr>
            <a:xfrm>
              <a:off x="1436623" y="3356891"/>
              <a:ext cx="88448" cy="223776"/>
            </a:xfrm>
            <a:custGeom>
              <a:rect b="b" l="l" r="r" t="t"/>
              <a:pathLst>
                <a:path extrusionOk="0" h="974" w="385">
                  <a:moveTo>
                    <a:pt x="197" y="1"/>
                  </a:moveTo>
                  <a:lnTo>
                    <a:pt x="99" y="482"/>
                  </a:lnTo>
                  <a:lnTo>
                    <a:pt x="1" y="973"/>
                  </a:lnTo>
                  <a:lnTo>
                    <a:pt x="384" y="973"/>
                  </a:lnTo>
                  <a:lnTo>
                    <a:pt x="286" y="482"/>
                  </a:lnTo>
                  <a:lnTo>
                    <a:pt x="197"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6"/>
            <p:cNvSpPr/>
            <p:nvPr/>
          </p:nvSpPr>
          <p:spPr>
            <a:xfrm>
              <a:off x="2008418" y="3174475"/>
              <a:ext cx="86380" cy="223777"/>
            </a:xfrm>
            <a:custGeom>
              <a:rect b="b" l="l" r="r" t="t"/>
              <a:pathLst>
                <a:path extrusionOk="0" h="974" w="376">
                  <a:moveTo>
                    <a:pt x="188" y="1"/>
                  </a:moveTo>
                  <a:lnTo>
                    <a:pt x="90" y="483"/>
                  </a:lnTo>
                  <a:lnTo>
                    <a:pt x="0" y="973"/>
                  </a:lnTo>
                  <a:lnTo>
                    <a:pt x="375" y="973"/>
                  </a:lnTo>
                  <a:lnTo>
                    <a:pt x="277" y="483"/>
                  </a:lnTo>
                  <a:lnTo>
                    <a:pt x="18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6"/>
            <p:cNvSpPr/>
            <p:nvPr/>
          </p:nvSpPr>
          <p:spPr>
            <a:xfrm>
              <a:off x="2104675" y="3326106"/>
              <a:ext cx="110962" cy="285120"/>
            </a:xfrm>
            <a:custGeom>
              <a:rect b="b" l="l" r="r" t="t"/>
              <a:pathLst>
                <a:path extrusionOk="0" h="1241" w="483">
                  <a:moveTo>
                    <a:pt x="242" y="1"/>
                  </a:moveTo>
                  <a:lnTo>
                    <a:pt x="126" y="625"/>
                  </a:lnTo>
                  <a:lnTo>
                    <a:pt x="1" y="1241"/>
                  </a:lnTo>
                  <a:lnTo>
                    <a:pt x="483" y="1241"/>
                  </a:lnTo>
                  <a:lnTo>
                    <a:pt x="358" y="625"/>
                  </a:lnTo>
                  <a:lnTo>
                    <a:pt x="242"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6"/>
            <p:cNvSpPr/>
            <p:nvPr/>
          </p:nvSpPr>
          <p:spPr>
            <a:xfrm>
              <a:off x="2330268" y="3266832"/>
              <a:ext cx="78110" cy="203099"/>
            </a:xfrm>
            <a:custGeom>
              <a:rect b="b" l="l" r="r" t="t"/>
              <a:pathLst>
                <a:path extrusionOk="0" h="884" w="340">
                  <a:moveTo>
                    <a:pt x="170" y="0"/>
                  </a:moveTo>
                  <a:lnTo>
                    <a:pt x="80" y="437"/>
                  </a:lnTo>
                  <a:lnTo>
                    <a:pt x="0" y="883"/>
                  </a:lnTo>
                  <a:lnTo>
                    <a:pt x="339" y="883"/>
                  </a:lnTo>
                  <a:lnTo>
                    <a:pt x="259" y="437"/>
                  </a:lnTo>
                  <a:lnTo>
                    <a:pt x="17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6"/>
            <p:cNvSpPr/>
            <p:nvPr/>
          </p:nvSpPr>
          <p:spPr>
            <a:xfrm>
              <a:off x="1496122" y="2854902"/>
              <a:ext cx="88218" cy="223547"/>
            </a:xfrm>
            <a:custGeom>
              <a:rect b="b" l="l" r="r" t="t"/>
              <a:pathLst>
                <a:path extrusionOk="0" h="973" w="384">
                  <a:moveTo>
                    <a:pt x="196" y="0"/>
                  </a:moveTo>
                  <a:lnTo>
                    <a:pt x="98" y="491"/>
                  </a:lnTo>
                  <a:lnTo>
                    <a:pt x="0" y="972"/>
                  </a:lnTo>
                  <a:lnTo>
                    <a:pt x="384" y="972"/>
                  </a:lnTo>
                  <a:lnTo>
                    <a:pt x="286" y="491"/>
                  </a:lnTo>
                  <a:lnTo>
                    <a:pt x="196"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6"/>
            <p:cNvSpPr/>
            <p:nvPr/>
          </p:nvSpPr>
          <p:spPr>
            <a:xfrm>
              <a:off x="1420312" y="2883390"/>
              <a:ext cx="57434" cy="147959"/>
            </a:xfrm>
            <a:custGeom>
              <a:rect b="b" l="l" r="r" t="t"/>
              <a:pathLst>
                <a:path extrusionOk="0" h="644" w="250">
                  <a:moveTo>
                    <a:pt x="125" y="1"/>
                  </a:moveTo>
                  <a:lnTo>
                    <a:pt x="63" y="322"/>
                  </a:lnTo>
                  <a:lnTo>
                    <a:pt x="0" y="643"/>
                  </a:lnTo>
                  <a:lnTo>
                    <a:pt x="250" y="643"/>
                  </a:lnTo>
                  <a:lnTo>
                    <a:pt x="187" y="322"/>
                  </a:lnTo>
                  <a:lnTo>
                    <a:pt x="125"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6"/>
            <p:cNvSpPr/>
            <p:nvPr/>
          </p:nvSpPr>
          <p:spPr>
            <a:xfrm>
              <a:off x="-102" y="3002397"/>
              <a:ext cx="442929" cy="707400"/>
            </a:xfrm>
            <a:custGeom>
              <a:rect b="b" l="l" r="r" t="t"/>
              <a:pathLst>
                <a:path extrusionOk="0" h="3079" w="1928">
                  <a:moveTo>
                    <a:pt x="1" y="0"/>
                  </a:moveTo>
                  <a:lnTo>
                    <a:pt x="1" y="3078"/>
                  </a:lnTo>
                  <a:lnTo>
                    <a:pt x="1928" y="3078"/>
                  </a:lnTo>
                  <a:lnTo>
                    <a:pt x="1928"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6"/>
            <p:cNvSpPr/>
            <p:nvPr/>
          </p:nvSpPr>
          <p:spPr>
            <a:xfrm>
              <a:off x="67668" y="3074077"/>
              <a:ext cx="55596" cy="98563"/>
            </a:xfrm>
            <a:custGeom>
              <a:rect b="b" l="l" r="r" t="t"/>
              <a:pathLst>
                <a:path extrusionOk="0" h="429" w="242">
                  <a:moveTo>
                    <a:pt x="0" y="1"/>
                  </a:moveTo>
                  <a:lnTo>
                    <a:pt x="0" y="429"/>
                  </a:lnTo>
                  <a:lnTo>
                    <a:pt x="241" y="429"/>
                  </a:lnTo>
                  <a:lnTo>
                    <a:pt x="24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6"/>
            <p:cNvSpPr/>
            <p:nvPr/>
          </p:nvSpPr>
          <p:spPr>
            <a:xfrm>
              <a:off x="190573" y="3172407"/>
              <a:ext cx="53528" cy="98792"/>
            </a:xfrm>
            <a:custGeom>
              <a:rect b="b" l="l" r="r" t="t"/>
              <a:pathLst>
                <a:path extrusionOk="0" h="430" w="233">
                  <a:moveTo>
                    <a:pt x="1" y="1"/>
                  </a:moveTo>
                  <a:lnTo>
                    <a:pt x="1" y="429"/>
                  </a:lnTo>
                  <a:lnTo>
                    <a:pt x="232" y="429"/>
                  </a:lnTo>
                  <a:lnTo>
                    <a:pt x="23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6"/>
            <p:cNvSpPr/>
            <p:nvPr/>
          </p:nvSpPr>
          <p:spPr>
            <a:xfrm>
              <a:off x="309343" y="3100727"/>
              <a:ext cx="55596" cy="98563"/>
            </a:xfrm>
            <a:custGeom>
              <a:rect b="b" l="l" r="r" t="t"/>
              <a:pathLst>
                <a:path extrusionOk="0" h="429" w="242">
                  <a:moveTo>
                    <a:pt x="1" y="1"/>
                  </a:moveTo>
                  <a:lnTo>
                    <a:pt x="1" y="429"/>
                  </a:lnTo>
                  <a:lnTo>
                    <a:pt x="242" y="429"/>
                  </a:lnTo>
                  <a:lnTo>
                    <a:pt x="24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6"/>
            <p:cNvSpPr/>
            <p:nvPr/>
          </p:nvSpPr>
          <p:spPr>
            <a:xfrm>
              <a:off x="47222" y="3285211"/>
              <a:ext cx="53299" cy="98563"/>
            </a:xfrm>
            <a:custGeom>
              <a:rect b="b" l="l" r="r" t="t"/>
              <a:pathLst>
                <a:path extrusionOk="0" h="429" w="232">
                  <a:moveTo>
                    <a:pt x="0" y="1"/>
                  </a:moveTo>
                  <a:lnTo>
                    <a:pt x="0" y="429"/>
                  </a:lnTo>
                  <a:lnTo>
                    <a:pt x="232" y="429"/>
                  </a:lnTo>
                  <a:lnTo>
                    <a:pt x="23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6"/>
            <p:cNvSpPr/>
            <p:nvPr/>
          </p:nvSpPr>
          <p:spPr>
            <a:xfrm>
              <a:off x="293032" y="3313929"/>
              <a:ext cx="55596" cy="98563"/>
            </a:xfrm>
            <a:custGeom>
              <a:rect b="b" l="l" r="r" t="t"/>
              <a:pathLst>
                <a:path extrusionOk="0" h="429" w="242">
                  <a:moveTo>
                    <a:pt x="1" y="0"/>
                  </a:moveTo>
                  <a:lnTo>
                    <a:pt x="1" y="429"/>
                  </a:lnTo>
                  <a:lnTo>
                    <a:pt x="241" y="429"/>
                  </a:lnTo>
                  <a:lnTo>
                    <a:pt x="24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6"/>
            <p:cNvSpPr/>
            <p:nvPr/>
          </p:nvSpPr>
          <p:spPr>
            <a:xfrm>
              <a:off x="139343" y="3481872"/>
              <a:ext cx="110962" cy="209302"/>
            </a:xfrm>
            <a:custGeom>
              <a:rect b="b" l="l" r="r" t="t"/>
              <a:pathLst>
                <a:path extrusionOk="0" h="911" w="483">
                  <a:moveTo>
                    <a:pt x="0" y="1"/>
                  </a:moveTo>
                  <a:lnTo>
                    <a:pt x="0" y="911"/>
                  </a:lnTo>
                  <a:lnTo>
                    <a:pt x="482" y="911"/>
                  </a:lnTo>
                  <a:lnTo>
                    <a:pt x="48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6"/>
            <p:cNvSpPr/>
            <p:nvPr/>
          </p:nvSpPr>
          <p:spPr>
            <a:xfrm>
              <a:off x="-102" y="2895796"/>
              <a:ext cx="498295" cy="106834"/>
            </a:xfrm>
            <a:custGeom>
              <a:rect b="b" l="l" r="r" t="t"/>
              <a:pathLst>
                <a:path extrusionOk="0" h="465" w="2169">
                  <a:moveTo>
                    <a:pt x="1" y="1"/>
                  </a:moveTo>
                  <a:lnTo>
                    <a:pt x="1" y="464"/>
                  </a:lnTo>
                  <a:lnTo>
                    <a:pt x="2169" y="464"/>
                  </a:lnTo>
                  <a:lnTo>
                    <a:pt x="17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6"/>
            <p:cNvSpPr/>
            <p:nvPr/>
          </p:nvSpPr>
          <p:spPr>
            <a:xfrm>
              <a:off x="-102" y="3579742"/>
              <a:ext cx="195045" cy="119700"/>
            </a:xfrm>
            <a:custGeom>
              <a:rect b="b" l="l" r="r" t="t"/>
              <a:pathLst>
                <a:path extrusionOk="0" h="521" w="849">
                  <a:moveTo>
                    <a:pt x="38" y="1"/>
                  </a:moveTo>
                  <a:cubicBezTo>
                    <a:pt x="15" y="1"/>
                    <a:pt x="1" y="3"/>
                    <a:pt x="1" y="3"/>
                  </a:cubicBezTo>
                  <a:lnTo>
                    <a:pt x="1" y="521"/>
                  </a:lnTo>
                  <a:lnTo>
                    <a:pt x="848" y="387"/>
                  </a:lnTo>
                  <a:cubicBezTo>
                    <a:pt x="792" y="250"/>
                    <a:pt x="688" y="218"/>
                    <a:pt x="603" y="218"/>
                  </a:cubicBezTo>
                  <a:cubicBezTo>
                    <a:pt x="527" y="218"/>
                    <a:pt x="465" y="244"/>
                    <a:pt x="465" y="244"/>
                  </a:cubicBezTo>
                  <a:cubicBezTo>
                    <a:pt x="438" y="180"/>
                    <a:pt x="379" y="167"/>
                    <a:pt x="336" y="167"/>
                  </a:cubicBezTo>
                  <a:cubicBezTo>
                    <a:pt x="308" y="167"/>
                    <a:pt x="286" y="173"/>
                    <a:pt x="286" y="173"/>
                  </a:cubicBezTo>
                  <a:cubicBezTo>
                    <a:pt x="233" y="20"/>
                    <a:pt x="102" y="1"/>
                    <a:pt x="3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6"/>
            <p:cNvSpPr/>
            <p:nvPr/>
          </p:nvSpPr>
          <p:spPr>
            <a:xfrm>
              <a:off x="2192891" y="3495656"/>
              <a:ext cx="192748" cy="119700"/>
            </a:xfrm>
            <a:custGeom>
              <a:rect b="b" l="l" r="r" t="t"/>
              <a:pathLst>
                <a:path extrusionOk="0" h="521" w="839">
                  <a:moveTo>
                    <a:pt x="36" y="1"/>
                  </a:moveTo>
                  <a:cubicBezTo>
                    <a:pt x="14" y="1"/>
                    <a:pt x="0" y="3"/>
                    <a:pt x="0" y="3"/>
                  </a:cubicBezTo>
                  <a:lnTo>
                    <a:pt x="0" y="521"/>
                  </a:lnTo>
                  <a:lnTo>
                    <a:pt x="839" y="387"/>
                  </a:lnTo>
                  <a:cubicBezTo>
                    <a:pt x="783" y="251"/>
                    <a:pt x="679" y="218"/>
                    <a:pt x="594" y="218"/>
                  </a:cubicBezTo>
                  <a:cubicBezTo>
                    <a:pt x="517" y="218"/>
                    <a:pt x="455" y="244"/>
                    <a:pt x="455" y="244"/>
                  </a:cubicBezTo>
                  <a:cubicBezTo>
                    <a:pt x="429" y="180"/>
                    <a:pt x="373" y="167"/>
                    <a:pt x="333" y="167"/>
                  </a:cubicBezTo>
                  <a:cubicBezTo>
                    <a:pt x="306" y="167"/>
                    <a:pt x="286" y="173"/>
                    <a:pt x="286" y="173"/>
                  </a:cubicBezTo>
                  <a:cubicBezTo>
                    <a:pt x="226" y="21"/>
                    <a:pt x="98" y="1"/>
                    <a:pt x="36"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6"/>
            <p:cNvSpPr/>
            <p:nvPr/>
          </p:nvSpPr>
          <p:spPr>
            <a:xfrm>
              <a:off x="403761" y="3459357"/>
              <a:ext cx="86151" cy="223776"/>
            </a:xfrm>
            <a:custGeom>
              <a:rect b="b" l="l" r="r" t="t"/>
              <a:pathLst>
                <a:path extrusionOk="0" h="974" w="375">
                  <a:moveTo>
                    <a:pt x="188" y="1"/>
                  </a:moveTo>
                  <a:lnTo>
                    <a:pt x="90" y="491"/>
                  </a:lnTo>
                  <a:lnTo>
                    <a:pt x="0" y="973"/>
                  </a:lnTo>
                  <a:lnTo>
                    <a:pt x="375" y="973"/>
                  </a:lnTo>
                  <a:lnTo>
                    <a:pt x="277" y="491"/>
                  </a:lnTo>
                  <a:lnTo>
                    <a:pt x="18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6"/>
            <p:cNvSpPr/>
            <p:nvPr/>
          </p:nvSpPr>
          <p:spPr>
            <a:xfrm>
              <a:off x="-102" y="1883317"/>
              <a:ext cx="57663" cy="293391"/>
            </a:xfrm>
            <a:custGeom>
              <a:rect b="b" l="l" r="r" t="t"/>
              <a:pathLst>
                <a:path extrusionOk="0" h="1277" w="251">
                  <a:moveTo>
                    <a:pt x="1" y="1"/>
                  </a:moveTo>
                  <a:lnTo>
                    <a:pt x="1" y="1276"/>
                  </a:lnTo>
                  <a:lnTo>
                    <a:pt x="251" y="1276"/>
                  </a:lnTo>
                  <a:lnTo>
                    <a:pt x="126" y="634"/>
                  </a:lnTo>
                  <a:lnTo>
                    <a:pt x="1"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6"/>
            <p:cNvSpPr/>
            <p:nvPr/>
          </p:nvSpPr>
          <p:spPr>
            <a:xfrm>
              <a:off x="-102" y="3434774"/>
              <a:ext cx="3312319" cy="484083"/>
            </a:xfrm>
            <a:custGeom>
              <a:rect b="b" l="l" r="r" t="t"/>
              <a:pathLst>
                <a:path extrusionOk="0" h="2107" w="14418">
                  <a:moveTo>
                    <a:pt x="11304" y="1"/>
                  </a:moveTo>
                  <a:lnTo>
                    <a:pt x="10064" y="679"/>
                  </a:lnTo>
                  <a:lnTo>
                    <a:pt x="6076" y="527"/>
                  </a:lnTo>
                  <a:lnTo>
                    <a:pt x="3534" y="804"/>
                  </a:lnTo>
                  <a:lnTo>
                    <a:pt x="1" y="1080"/>
                  </a:lnTo>
                  <a:lnTo>
                    <a:pt x="1" y="1535"/>
                  </a:lnTo>
                  <a:lnTo>
                    <a:pt x="1" y="2106"/>
                  </a:lnTo>
                  <a:lnTo>
                    <a:pt x="14417" y="2106"/>
                  </a:lnTo>
                  <a:lnTo>
                    <a:pt x="13704" y="1196"/>
                  </a:lnTo>
                  <a:lnTo>
                    <a:pt x="12098" y="893"/>
                  </a:lnTo>
                  <a:lnTo>
                    <a:pt x="1130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6"/>
            <p:cNvSpPr/>
            <p:nvPr/>
          </p:nvSpPr>
          <p:spPr>
            <a:xfrm>
              <a:off x="741922" y="3433166"/>
              <a:ext cx="108894" cy="36760"/>
            </a:xfrm>
            <a:custGeom>
              <a:rect b="b" l="l" r="r" t="t"/>
              <a:pathLst>
                <a:path extrusionOk="0" h="160" w="474">
                  <a:moveTo>
                    <a:pt x="191" y="1"/>
                  </a:moveTo>
                  <a:cubicBezTo>
                    <a:pt x="81" y="1"/>
                    <a:pt x="0" y="61"/>
                    <a:pt x="0" y="61"/>
                  </a:cubicBezTo>
                  <a:lnTo>
                    <a:pt x="0" y="159"/>
                  </a:lnTo>
                  <a:lnTo>
                    <a:pt x="473" y="159"/>
                  </a:lnTo>
                  <a:cubicBezTo>
                    <a:pt x="377" y="36"/>
                    <a:pt x="275" y="1"/>
                    <a:pt x="19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6"/>
            <p:cNvSpPr/>
            <p:nvPr/>
          </p:nvSpPr>
          <p:spPr>
            <a:xfrm>
              <a:off x="922259" y="3406056"/>
              <a:ext cx="272695" cy="63871"/>
            </a:xfrm>
            <a:custGeom>
              <a:rect b="b" l="l" r="r" t="t"/>
              <a:pathLst>
                <a:path extrusionOk="0" h="278" w="1187">
                  <a:moveTo>
                    <a:pt x="598" y="1"/>
                  </a:moveTo>
                  <a:cubicBezTo>
                    <a:pt x="375" y="1"/>
                    <a:pt x="268" y="197"/>
                    <a:pt x="268" y="197"/>
                  </a:cubicBezTo>
                  <a:cubicBezTo>
                    <a:pt x="234" y="181"/>
                    <a:pt x="203" y="175"/>
                    <a:pt x="175" y="175"/>
                  </a:cubicBezTo>
                  <a:cubicBezTo>
                    <a:pt x="63" y="175"/>
                    <a:pt x="0" y="277"/>
                    <a:pt x="0" y="277"/>
                  </a:cubicBezTo>
                  <a:lnTo>
                    <a:pt x="1187" y="277"/>
                  </a:lnTo>
                  <a:cubicBezTo>
                    <a:pt x="1143" y="174"/>
                    <a:pt x="1046" y="153"/>
                    <a:pt x="977" y="153"/>
                  </a:cubicBezTo>
                  <a:cubicBezTo>
                    <a:pt x="933" y="153"/>
                    <a:pt x="901" y="161"/>
                    <a:pt x="901" y="161"/>
                  </a:cubicBezTo>
                  <a:cubicBezTo>
                    <a:pt x="901" y="161"/>
                    <a:pt x="821" y="1"/>
                    <a:pt x="59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6"/>
            <p:cNvSpPr/>
            <p:nvPr/>
          </p:nvSpPr>
          <p:spPr>
            <a:xfrm>
              <a:off x="1809703" y="3445113"/>
              <a:ext cx="270628" cy="61573"/>
            </a:xfrm>
            <a:custGeom>
              <a:rect b="b" l="l" r="r" t="t"/>
              <a:pathLst>
                <a:path extrusionOk="0" h="268" w="1178">
                  <a:moveTo>
                    <a:pt x="598" y="0"/>
                  </a:moveTo>
                  <a:cubicBezTo>
                    <a:pt x="375" y="0"/>
                    <a:pt x="268" y="197"/>
                    <a:pt x="268" y="197"/>
                  </a:cubicBezTo>
                  <a:cubicBezTo>
                    <a:pt x="230" y="180"/>
                    <a:pt x="197" y="173"/>
                    <a:pt x="167" y="173"/>
                  </a:cubicBezTo>
                  <a:cubicBezTo>
                    <a:pt x="56" y="173"/>
                    <a:pt x="0" y="268"/>
                    <a:pt x="0" y="268"/>
                  </a:cubicBezTo>
                  <a:lnTo>
                    <a:pt x="1178" y="268"/>
                  </a:lnTo>
                  <a:cubicBezTo>
                    <a:pt x="1138" y="165"/>
                    <a:pt x="1031" y="146"/>
                    <a:pt x="960" y="146"/>
                  </a:cubicBezTo>
                  <a:cubicBezTo>
                    <a:pt x="921" y="146"/>
                    <a:pt x="892" y="152"/>
                    <a:pt x="892" y="152"/>
                  </a:cubicBezTo>
                  <a:cubicBezTo>
                    <a:pt x="892" y="152"/>
                    <a:pt x="812" y="0"/>
                    <a:pt x="598"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6"/>
            <p:cNvSpPr/>
            <p:nvPr/>
          </p:nvSpPr>
          <p:spPr>
            <a:xfrm>
              <a:off x="1104664" y="3455222"/>
              <a:ext cx="225600" cy="51464"/>
            </a:xfrm>
            <a:custGeom>
              <a:rect b="b" l="l" r="r" t="t"/>
              <a:pathLst>
                <a:path extrusionOk="0" h="224" w="982">
                  <a:moveTo>
                    <a:pt x="491" y="1"/>
                  </a:moveTo>
                  <a:cubicBezTo>
                    <a:pt x="313" y="1"/>
                    <a:pt x="214" y="162"/>
                    <a:pt x="214" y="162"/>
                  </a:cubicBezTo>
                  <a:cubicBezTo>
                    <a:pt x="186" y="149"/>
                    <a:pt x="160" y="144"/>
                    <a:pt x="137" y="144"/>
                  </a:cubicBezTo>
                  <a:cubicBezTo>
                    <a:pt x="46" y="144"/>
                    <a:pt x="0" y="224"/>
                    <a:pt x="0" y="224"/>
                  </a:cubicBezTo>
                  <a:lnTo>
                    <a:pt x="982" y="224"/>
                  </a:lnTo>
                  <a:cubicBezTo>
                    <a:pt x="944" y="144"/>
                    <a:pt x="865" y="128"/>
                    <a:pt x="808" y="128"/>
                  </a:cubicBezTo>
                  <a:cubicBezTo>
                    <a:pt x="769" y="128"/>
                    <a:pt x="741" y="135"/>
                    <a:pt x="741" y="135"/>
                  </a:cubicBezTo>
                  <a:cubicBezTo>
                    <a:pt x="741" y="135"/>
                    <a:pt x="678" y="1"/>
                    <a:pt x="49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6"/>
            <p:cNvSpPr/>
            <p:nvPr/>
          </p:nvSpPr>
          <p:spPr>
            <a:xfrm>
              <a:off x="-102" y="3434774"/>
              <a:ext cx="3312319" cy="484083"/>
            </a:xfrm>
            <a:custGeom>
              <a:rect b="b" l="l" r="r" t="t"/>
              <a:pathLst>
                <a:path extrusionOk="0" h="2107" w="14418">
                  <a:moveTo>
                    <a:pt x="11304" y="1"/>
                  </a:moveTo>
                  <a:lnTo>
                    <a:pt x="10064" y="679"/>
                  </a:lnTo>
                  <a:lnTo>
                    <a:pt x="6076" y="527"/>
                  </a:lnTo>
                  <a:lnTo>
                    <a:pt x="3534" y="804"/>
                  </a:lnTo>
                  <a:lnTo>
                    <a:pt x="1" y="1080"/>
                  </a:lnTo>
                  <a:lnTo>
                    <a:pt x="1" y="1535"/>
                  </a:lnTo>
                  <a:lnTo>
                    <a:pt x="429" y="1392"/>
                  </a:lnTo>
                  <a:lnTo>
                    <a:pt x="688" y="1366"/>
                  </a:lnTo>
                  <a:cubicBezTo>
                    <a:pt x="688" y="1366"/>
                    <a:pt x="1022" y="1498"/>
                    <a:pt x="1137" y="1498"/>
                  </a:cubicBezTo>
                  <a:cubicBezTo>
                    <a:pt x="1152" y="1498"/>
                    <a:pt x="1163" y="1496"/>
                    <a:pt x="1170" y="1491"/>
                  </a:cubicBezTo>
                  <a:cubicBezTo>
                    <a:pt x="1223" y="1446"/>
                    <a:pt x="1312" y="1366"/>
                    <a:pt x="1312" y="1366"/>
                  </a:cubicBezTo>
                  <a:lnTo>
                    <a:pt x="1758" y="1214"/>
                  </a:lnTo>
                  <a:lnTo>
                    <a:pt x="3337" y="1214"/>
                  </a:lnTo>
                  <a:cubicBezTo>
                    <a:pt x="3337" y="1214"/>
                    <a:pt x="3712" y="1160"/>
                    <a:pt x="3935" y="1116"/>
                  </a:cubicBezTo>
                  <a:cubicBezTo>
                    <a:pt x="4167" y="1080"/>
                    <a:pt x="4470" y="1036"/>
                    <a:pt x="4470" y="1036"/>
                  </a:cubicBezTo>
                  <a:lnTo>
                    <a:pt x="5014" y="1036"/>
                  </a:lnTo>
                  <a:lnTo>
                    <a:pt x="5362" y="982"/>
                  </a:lnTo>
                  <a:lnTo>
                    <a:pt x="5969" y="786"/>
                  </a:lnTo>
                  <a:lnTo>
                    <a:pt x="6219" y="786"/>
                  </a:lnTo>
                  <a:lnTo>
                    <a:pt x="6790" y="1196"/>
                  </a:lnTo>
                  <a:cubicBezTo>
                    <a:pt x="6790" y="1196"/>
                    <a:pt x="6995" y="1089"/>
                    <a:pt x="7031" y="1053"/>
                  </a:cubicBezTo>
                  <a:cubicBezTo>
                    <a:pt x="7057" y="1018"/>
                    <a:pt x="8369" y="982"/>
                    <a:pt x="8369" y="982"/>
                  </a:cubicBezTo>
                  <a:lnTo>
                    <a:pt x="8851" y="929"/>
                  </a:lnTo>
                  <a:lnTo>
                    <a:pt x="9645" y="1116"/>
                  </a:lnTo>
                  <a:lnTo>
                    <a:pt x="9868" y="1116"/>
                  </a:lnTo>
                  <a:cubicBezTo>
                    <a:pt x="9868" y="1116"/>
                    <a:pt x="10135" y="1107"/>
                    <a:pt x="10287" y="1036"/>
                  </a:cubicBezTo>
                  <a:cubicBezTo>
                    <a:pt x="10447" y="973"/>
                    <a:pt x="10394" y="964"/>
                    <a:pt x="10572" y="786"/>
                  </a:cubicBezTo>
                  <a:cubicBezTo>
                    <a:pt x="10653" y="705"/>
                    <a:pt x="10720" y="683"/>
                    <a:pt x="10768" y="683"/>
                  </a:cubicBezTo>
                  <a:cubicBezTo>
                    <a:pt x="10826" y="683"/>
                    <a:pt x="10858" y="714"/>
                    <a:pt x="10858" y="714"/>
                  </a:cubicBezTo>
                  <a:lnTo>
                    <a:pt x="11161" y="527"/>
                  </a:lnTo>
                  <a:lnTo>
                    <a:pt x="11161" y="313"/>
                  </a:lnTo>
                  <a:lnTo>
                    <a:pt x="11455" y="447"/>
                  </a:lnTo>
                  <a:lnTo>
                    <a:pt x="11491" y="598"/>
                  </a:lnTo>
                  <a:lnTo>
                    <a:pt x="11536" y="786"/>
                  </a:lnTo>
                  <a:cubicBezTo>
                    <a:pt x="11536" y="786"/>
                    <a:pt x="11491" y="857"/>
                    <a:pt x="11598" y="893"/>
                  </a:cubicBezTo>
                  <a:cubicBezTo>
                    <a:pt x="11705" y="920"/>
                    <a:pt x="11777" y="982"/>
                    <a:pt x="11777" y="982"/>
                  </a:cubicBezTo>
                  <a:lnTo>
                    <a:pt x="11777" y="1143"/>
                  </a:lnTo>
                  <a:lnTo>
                    <a:pt x="11982" y="1276"/>
                  </a:lnTo>
                  <a:lnTo>
                    <a:pt x="12535" y="1276"/>
                  </a:lnTo>
                  <a:lnTo>
                    <a:pt x="12936" y="1312"/>
                  </a:lnTo>
                  <a:cubicBezTo>
                    <a:pt x="12936" y="1312"/>
                    <a:pt x="12951" y="1306"/>
                    <a:pt x="12974" y="1306"/>
                  </a:cubicBezTo>
                  <a:cubicBezTo>
                    <a:pt x="13006" y="1306"/>
                    <a:pt x="13054" y="1318"/>
                    <a:pt x="13106" y="1375"/>
                  </a:cubicBezTo>
                  <a:cubicBezTo>
                    <a:pt x="13186" y="1464"/>
                    <a:pt x="13177" y="1535"/>
                    <a:pt x="13284" y="1535"/>
                  </a:cubicBezTo>
                  <a:lnTo>
                    <a:pt x="13472" y="1535"/>
                  </a:lnTo>
                  <a:lnTo>
                    <a:pt x="14417" y="2106"/>
                  </a:lnTo>
                  <a:lnTo>
                    <a:pt x="13704" y="1196"/>
                  </a:lnTo>
                  <a:lnTo>
                    <a:pt x="12098" y="893"/>
                  </a:lnTo>
                  <a:lnTo>
                    <a:pt x="11304" y="1"/>
                  </a:lnTo>
                  <a:close/>
                  <a:moveTo>
                    <a:pt x="14417" y="2106"/>
                  </a:moveTo>
                  <a:lnTo>
                    <a:pt x="14417" y="2106"/>
                  </a:lnTo>
                  <a:lnTo>
                    <a:pt x="14417" y="2106"/>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6"/>
            <p:cNvSpPr/>
            <p:nvPr/>
          </p:nvSpPr>
          <p:spPr>
            <a:xfrm>
              <a:off x="-102" y="3717589"/>
              <a:ext cx="1836731" cy="201261"/>
            </a:xfrm>
            <a:custGeom>
              <a:rect b="b" l="l" r="r" t="t"/>
              <a:pathLst>
                <a:path extrusionOk="0" h="876" w="7995">
                  <a:moveTo>
                    <a:pt x="5501" y="1"/>
                  </a:moveTo>
                  <a:cubicBezTo>
                    <a:pt x="5473" y="1"/>
                    <a:pt x="5466" y="51"/>
                    <a:pt x="5457" y="51"/>
                  </a:cubicBezTo>
                  <a:cubicBezTo>
                    <a:pt x="5455" y="51"/>
                    <a:pt x="5454" y="49"/>
                    <a:pt x="5452" y="45"/>
                  </a:cubicBezTo>
                  <a:cubicBezTo>
                    <a:pt x="5451" y="43"/>
                    <a:pt x="5449" y="42"/>
                    <a:pt x="5445" y="42"/>
                  </a:cubicBezTo>
                  <a:cubicBezTo>
                    <a:pt x="5401" y="42"/>
                    <a:pt x="5131" y="246"/>
                    <a:pt x="5014" y="304"/>
                  </a:cubicBezTo>
                  <a:cubicBezTo>
                    <a:pt x="4919" y="348"/>
                    <a:pt x="4044" y="423"/>
                    <a:pt x="3563" y="423"/>
                  </a:cubicBezTo>
                  <a:cubicBezTo>
                    <a:pt x="3460" y="423"/>
                    <a:pt x="3375" y="419"/>
                    <a:pt x="3319" y="411"/>
                  </a:cubicBezTo>
                  <a:cubicBezTo>
                    <a:pt x="3289" y="407"/>
                    <a:pt x="3256" y="405"/>
                    <a:pt x="3222" y="405"/>
                  </a:cubicBezTo>
                  <a:cubicBezTo>
                    <a:pt x="2921" y="405"/>
                    <a:pt x="2526" y="563"/>
                    <a:pt x="2526" y="563"/>
                  </a:cubicBezTo>
                  <a:lnTo>
                    <a:pt x="1928" y="688"/>
                  </a:lnTo>
                  <a:lnTo>
                    <a:pt x="1401" y="759"/>
                  </a:lnTo>
                  <a:lnTo>
                    <a:pt x="1223" y="759"/>
                  </a:lnTo>
                  <a:lnTo>
                    <a:pt x="1" y="875"/>
                  </a:lnTo>
                  <a:lnTo>
                    <a:pt x="7994" y="875"/>
                  </a:lnTo>
                  <a:lnTo>
                    <a:pt x="7450" y="741"/>
                  </a:lnTo>
                  <a:lnTo>
                    <a:pt x="7164" y="688"/>
                  </a:lnTo>
                  <a:cubicBezTo>
                    <a:pt x="7164" y="688"/>
                    <a:pt x="6879" y="616"/>
                    <a:pt x="6763" y="616"/>
                  </a:cubicBezTo>
                  <a:cubicBezTo>
                    <a:pt x="6656" y="616"/>
                    <a:pt x="6433" y="688"/>
                    <a:pt x="6433" y="688"/>
                  </a:cubicBezTo>
                  <a:lnTo>
                    <a:pt x="6183" y="634"/>
                  </a:lnTo>
                  <a:lnTo>
                    <a:pt x="5791" y="411"/>
                  </a:lnTo>
                  <a:cubicBezTo>
                    <a:pt x="5791" y="411"/>
                    <a:pt x="5648" y="161"/>
                    <a:pt x="5559" y="45"/>
                  </a:cubicBezTo>
                  <a:cubicBezTo>
                    <a:pt x="5533" y="12"/>
                    <a:pt x="5515" y="1"/>
                    <a:pt x="5501" y="1"/>
                  </a:cubicBez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6"/>
            <p:cNvSpPr/>
            <p:nvPr/>
          </p:nvSpPr>
          <p:spPr>
            <a:xfrm>
              <a:off x="2160039" y="3770889"/>
              <a:ext cx="881493" cy="147959"/>
            </a:xfrm>
            <a:custGeom>
              <a:rect b="b" l="l" r="r" t="t"/>
              <a:pathLst>
                <a:path extrusionOk="0" h="644" w="3837">
                  <a:moveTo>
                    <a:pt x="1366" y="1"/>
                  </a:moveTo>
                  <a:lnTo>
                    <a:pt x="1" y="643"/>
                  </a:lnTo>
                  <a:lnTo>
                    <a:pt x="3837" y="643"/>
                  </a:lnTo>
                  <a:lnTo>
                    <a:pt x="3248" y="331"/>
                  </a:lnTo>
                  <a:lnTo>
                    <a:pt x="3114" y="286"/>
                  </a:lnTo>
                  <a:lnTo>
                    <a:pt x="2383" y="277"/>
                  </a:lnTo>
                  <a:cubicBezTo>
                    <a:pt x="2383" y="277"/>
                    <a:pt x="2219" y="169"/>
                    <a:pt x="2147" y="169"/>
                  </a:cubicBezTo>
                  <a:cubicBezTo>
                    <a:pt x="2142" y="169"/>
                    <a:pt x="2137" y="169"/>
                    <a:pt x="2133" y="170"/>
                  </a:cubicBezTo>
                  <a:cubicBezTo>
                    <a:pt x="2123" y="172"/>
                    <a:pt x="2113" y="172"/>
                    <a:pt x="2102" y="172"/>
                  </a:cubicBezTo>
                  <a:cubicBezTo>
                    <a:pt x="2060" y="172"/>
                    <a:pt x="2009" y="164"/>
                    <a:pt x="1961" y="164"/>
                  </a:cubicBezTo>
                  <a:cubicBezTo>
                    <a:pt x="1940" y="164"/>
                    <a:pt x="1919" y="166"/>
                    <a:pt x="1901" y="170"/>
                  </a:cubicBezTo>
                  <a:cubicBezTo>
                    <a:pt x="1897" y="171"/>
                    <a:pt x="1892" y="171"/>
                    <a:pt x="1888" y="171"/>
                  </a:cubicBezTo>
                  <a:cubicBezTo>
                    <a:pt x="1821" y="171"/>
                    <a:pt x="1758" y="108"/>
                    <a:pt x="1758" y="108"/>
                  </a:cubicBezTo>
                  <a:lnTo>
                    <a:pt x="145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93" name="Google Shape;4593;p76"/>
          <p:cNvSpPr txBox="1"/>
          <p:nvPr>
            <p:ph type="ctrTitle"/>
          </p:nvPr>
        </p:nvSpPr>
        <p:spPr>
          <a:xfrm>
            <a:off x="2307650" y="557775"/>
            <a:ext cx="4528800" cy="2177700"/>
          </a:xfrm>
          <a:prstGeom prst="rect">
            <a:avLst/>
          </a:prstGeom>
        </p:spPr>
        <p:txBody>
          <a:bodyPr anchorCtr="0" anchor="b" bIns="91425" lIns="91425" spcFirstLastPara="1" rIns="91425" wrap="square" tIns="91425">
            <a:noAutofit/>
          </a:bodyPr>
          <a:lstStyle>
            <a:lvl1pPr lvl="0" algn="ctr">
              <a:lnSpc>
                <a:spcPct val="90000"/>
              </a:lnSpc>
              <a:spcBef>
                <a:spcPts val="0"/>
              </a:spcBef>
              <a:spcAft>
                <a:spcPts val="0"/>
              </a:spcAft>
              <a:buSzPts val="5200"/>
              <a:buNone/>
              <a:defRPr sz="60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4594" name="Google Shape;4594;p76"/>
          <p:cNvSpPr txBox="1"/>
          <p:nvPr>
            <p:ph idx="1" type="subTitle"/>
          </p:nvPr>
        </p:nvSpPr>
        <p:spPr>
          <a:xfrm>
            <a:off x="2307550" y="2591825"/>
            <a:ext cx="4528800" cy="475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4595" name="Shape 4595"/>
        <p:cNvGrpSpPr/>
        <p:nvPr/>
      </p:nvGrpSpPr>
      <p:grpSpPr>
        <a:xfrm>
          <a:off x="0" y="0"/>
          <a:ext cx="0" cy="0"/>
          <a:chOff x="0" y="0"/>
          <a:chExt cx="0" cy="0"/>
        </a:xfrm>
      </p:grpSpPr>
      <p:grpSp>
        <p:nvGrpSpPr>
          <p:cNvPr id="4596" name="Google Shape;4596;p77"/>
          <p:cNvGrpSpPr/>
          <p:nvPr/>
        </p:nvGrpSpPr>
        <p:grpSpPr>
          <a:xfrm flipH="1">
            <a:off x="5450022" y="533274"/>
            <a:ext cx="1459252" cy="1306586"/>
            <a:chOff x="-1060420" y="-1293523"/>
            <a:chExt cx="4335270" cy="4271283"/>
          </a:xfrm>
        </p:grpSpPr>
        <p:sp>
          <p:nvSpPr>
            <p:cNvPr id="4597" name="Google Shape;4597;p77"/>
            <p:cNvSpPr/>
            <p:nvPr/>
          </p:nvSpPr>
          <p:spPr>
            <a:xfrm rot="-1453189">
              <a:off x="-701967" y="-644389"/>
              <a:ext cx="3618363" cy="2973015"/>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7"/>
            <p:cNvSpPr/>
            <p:nvPr/>
          </p:nvSpPr>
          <p:spPr>
            <a:xfrm rot="-1453179">
              <a:off x="-427456" y="-119118"/>
              <a:ext cx="2182302" cy="2017081"/>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9" name="Google Shape;4599;p77"/>
          <p:cNvGrpSpPr/>
          <p:nvPr/>
        </p:nvGrpSpPr>
        <p:grpSpPr>
          <a:xfrm flipH="1">
            <a:off x="6541668" y="-480735"/>
            <a:ext cx="2756067" cy="2115374"/>
            <a:chOff x="-675270" y="-663276"/>
            <a:chExt cx="3564955" cy="3010780"/>
          </a:xfrm>
        </p:grpSpPr>
        <p:sp>
          <p:nvSpPr>
            <p:cNvPr id="4600" name="Google Shape;4600;p77"/>
            <p:cNvSpPr/>
            <p:nvPr/>
          </p:nvSpPr>
          <p:spPr>
            <a:xfrm>
              <a:off x="-675270" y="-663276"/>
              <a:ext cx="3564955" cy="3010780"/>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7"/>
            <p:cNvSpPr/>
            <p:nvPr/>
          </p:nvSpPr>
          <p:spPr>
            <a:xfrm>
              <a:off x="-394641" y="-320127"/>
              <a:ext cx="2150090" cy="2042707"/>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02" name="Google Shape;4602;p77"/>
          <p:cNvSpPr/>
          <p:nvPr/>
        </p:nvSpPr>
        <p:spPr>
          <a:xfrm>
            <a:off x="0" y="1153675"/>
            <a:ext cx="9144017" cy="3989753"/>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03" name="Google Shape;4603;p77"/>
          <p:cNvGrpSpPr/>
          <p:nvPr/>
        </p:nvGrpSpPr>
        <p:grpSpPr>
          <a:xfrm>
            <a:off x="4687471" y="2856122"/>
            <a:ext cx="4978898" cy="2287219"/>
            <a:chOff x="3941272" y="2174315"/>
            <a:chExt cx="694107" cy="322470"/>
          </a:xfrm>
        </p:grpSpPr>
        <p:sp>
          <p:nvSpPr>
            <p:cNvPr id="4604" name="Google Shape;4604;p77"/>
            <p:cNvSpPr/>
            <p:nvPr/>
          </p:nvSpPr>
          <p:spPr>
            <a:xfrm>
              <a:off x="3941272" y="2269259"/>
              <a:ext cx="624456" cy="227524"/>
            </a:xfrm>
            <a:custGeom>
              <a:rect b="b" l="l" r="r" t="t"/>
              <a:pathLst>
                <a:path extrusionOk="0" h="6264" w="17192">
                  <a:moveTo>
                    <a:pt x="17192" y="1"/>
                  </a:moveTo>
                  <a:lnTo>
                    <a:pt x="14453" y="1178"/>
                  </a:lnTo>
                  <a:lnTo>
                    <a:pt x="13008" y="2454"/>
                  </a:lnTo>
                  <a:lnTo>
                    <a:pt x="10626" y="2989"/>
                  </a:lnTo>
                  <a:lnTo>
                    <a:pt x="9600" y="3364"/>
                  </a:lnTo>
                  <a:lnTo>
                    <a:pt x="7655" y="3569"/>
                  </a:lnTo>
                  <a:lnTo>
                    <a:pt x="6290" y="4648"/>
                  </a:lnTo>
                  <a:lnTo>
                    <a:pt x="2499" y="5103"/>
                  </a:lnTo>
                  <a:lnTo>
                    <a:pt x="1" y="6263"/>
                  </a:lnTo>
                  <a:lnTo>
                    <a:pt x="17192" y="6263"/>
                  </a:lnTo>
                  <a:lnTo>
                    <a:pt x="1719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7"/>
            <p:cNvSpPr/>
            <p:nvPr/>
          </p:nvSpPr>
          <p:spPr>
            <a:xfrm>
              <a:off x="4064111" y="2380402"/>
              <a:ext cx="501614" cy="116377"/>
            </a:xfrm>
            <a:custGeom>
              <a:rect b="b" l="l" r="r" t="t"/>
              <a:pathLst>
                <a:path extrusionOk="0" h="3204" w="13810">
                  <a:moveTo>
                    <a:pt x="12249" y="0"/>
                  </a:moveTo>
                  <a:lnTo>
                    <a:pt x="10268" y="250"/>
                  </a:lnTo>
                  <a:lnTo>
                    <a:pt x="7565" y="616"/>
                  </a:lnTo>
                  <a:lnTo>
                    <a:pt x="5647" y="1472"/>
                  </a:lnTo>
                  <a:lnTo>
                    <a:pt x="1133" y="2427"/>
                  </a:lnTo>
                  <a:lnTo>
                    <a:pt x="0" y="3203"/>
                  </a:lnTo>
                  <a:lnTo>
                    <a:pt x="3229" y="3203"/>
                  </a:lnTo>
                  <a:lnTo>
                    <a:pt x="5219" y="2704"/>
                  </a:lnTo>
                  <a:lnTo>
                    <a:pt x="6637" y="1927"/>
                  </a:lnTo>
                  <a:lnTo>
                    <a:pt x="7333" y="1687"/>
                  </a:lnTo>
                  <a:lnTo>
                    <a:pt x="7815" y="1472"/>
                  </a:lnTo>
                  <a:lnTo>
                    <a:pt x="9260" y="1954"/>
                  </a:lnTo>
                  <a:lnTo>
                    <a:pt x="10438" y="1838"/>
                  </a:lnTo>
                  <a:lnTo>
                    <a:pt x="10812" y="1767"/>
                  </a:lnTo>
                  <a:lnTo>
                    <a:pt x="11597" y="1472"/>
                  </a:lnTo>
                  <a:lnTo>
                    <a:pt x="13810" y="1562"/>
                  </a:lnTo>
                  <a:lnTo>
                    <a:pt x="13810" y="0"/>
                  </a:lnTo>
                  <a:lnTo>
                    <a:pt x="12989" y="72"/>
                  </a:lnTo>
                  <a:lnTo>
                    <a:pt x="1224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7"/>
            <p:cNvSpPr/>
            <p:nvPr/>
          </p:nvSpPr>
          <p:spPr>
            <a:xfrm>
              <a:off x="3941272" y="2269259"/>
              <a:ext cx="624456" cy="227524"/>
            </a:xfrm>
            <a:custGeom>
              <a:rect b="b" l="l" r="r" t="t"/>
              <a:pathLst>
                <a:path extrusionOk="0" h="6264" w="17192">
                  <a:moveTo>
                    <a:pt x="17192" y="1"/>
                  </a:moveTo>
                  <a:lnTo>
                    <a:pt x="14453" y="1178"/>
                  </a:lnTo>
                  <a:lnTo>
                    <a:pt x="13008" y="2454"/>
                  </a:lnTo>
                  <a:lnTo>
                    <a:pt x="10626" y="2989"/>
                  </a:lnTo>
                  <a:lnTo>
                    <a:pt x="9600" y="3364"/>
                  </a:lnTo>
                  <a:lnTo>
                    <a:pt x="7655" y="3569"/>
                  </a:lnTo>
                  <a:lnTo>
                    <a:pt x="6290" y="4648"/>
                  </a:lnTo>
                  <a:lnTo>
                    <a:pt x="2499" y="5103"/>
                  </a:lnTo>
                  <a:lnTo>
                    <a:pt x="1" y="6263"/>
                  </a:lnTo>
                  <a:lnTo>
                    <a:pt x="3614" y="6263"/>
                  </a:lnTo>
                  <a:lnTo>
                    <a:pt x="7718" y="5701"/>
                  </a:lnTo>
                  <a:lnTo>
                    <a:pt x="10947" y="4354"/>
                  </a:lnTo>
                  <a:lnTo>
                    <a:pt x="13632" y="4604"/>
                  </a:lnTo>
                  <a:lnTo>
                    <a:pt x="14819" y="4229"/>
                  </a:lnTo>
                  <a:lnTo>
                    <a:pt x="17192" y="4622"/>
                  </a:lnTo>
                  <a:lnTo>
                    <a:pt x="1719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7"/>
            <p:cNvSpPr/>
            <p:nvPr/>
          </p:nvSpPr>
          <p:spPr>
            <a:xfrm>
              <a:off x="4072501" y="2392061"/>
              <a:ext cx="493223" cy="104718"/>
            </a:xfrm>
            <a:custGeom>
              <a:rect b="b" l="l" r="r" t="t"/>
              <a:pathLst>
                <a:path extrusionOk="0" h="2883" w="13579">
                  <a:moveTo>
                    <a:pt x="13579" y="1"/>
                  </a:moveTo>
                  <a:lnTo>
                    <a:pt x="12392" y="357"/>
                  </a:lnTo>
                  <a:lnTo>
                    <a:pt x="11108" y="250"/>
                  </a:lnTo>
                  <a:lnTo>
                    <a:pt x="9100" y="848"/>
                  </a:lnTo>
                  <a:lnTo>
                    <a:pt x="7013" y="536"/>
                  </a:lnTo>
                  <a:lnTo>
                    <a:pt x="5354" y="1473"/>
                  </a:lnTo>
                  <a:lnTo>
                    <a:pt x="4105" y="2052"/>
                  </a:lnTo>
                  <a:lnTo>
                    <a:pt x="2499" y="2052"/>
                  </a:lnTo>
                  <a:lnTo>
                    <a:pt x="1" y="2882"/>
                  </a:lnTo>
                  <a:lnTo>
                    <a:pt x="4105" y="2320"/>
                  </a:lnTo>
                  <a:lnTo>
                    <a:pt x="7334" y="973"/>
                  </a:lnTo>
                  <a:lnTo>
                    <a:pt x="10019" y="1223"/>
                  </a:lnTo>
                  <a:lnTo>
                    <a:pt x="11206" y="848"/>
                  </a:lnTo>
                  <a:lnTo>
                    <a:pt x="13579" y="1241"/>
                  </a:lnTo>
                  <a:lnTo>
                    <a:pt x="1357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7"/>
            <p:cNvSpPr/>
            <p:nvPr/>
          </p:nvSpPr>
          <p:spPr>
            <a:xfrm>
              <a:off x="4314874" y="2449413"/>
              <a:ext cx="207765" cy="47365"/>
            </a:xfrm>
            <a:custGeom>
              <a:rect b="b" l="l" r="r" t="t"/>
              <a:pathLst>
                <a:path extrusionOk="0" h="1304" w="5720">
                  <a:moveTo>
                    <a:pt x="188" y="375"/>
                  </a:moveTo>
                  <a:lnTo>
                    <a:pt x="1" y="1303"/>
                  </a:lnTo>
                  <a:lnTo>
                    <a:pt x="304" y="1303"/>
                  </a:lnTo>
                  <a:lnTo>
                    <a:pt x="188" y="375"/>
                  </a:lnTo>
                  <a:close/>
                  <a:moveTo>
                    <a:pt x="4533" y="1"/>
                  </a:moveTo>
                  <a:lnTo>
                    <a:pt x="4167" y="1303"/>
                  </a:lnTo>
                  <a:lnTo>
                    <a:pt x="5719" y="1303"/>
                  </a:lnTo>
                  <a:lnTo>
                    <a:pt x="4845" y="857"/>
                  </a:lnTo>
                  <a:lnTo>
                    <a:pt x="4533"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7"/>
            <p:cNvSpPr/>
            <p:nvPr/>
          </p:nvSpPr>
          <p:spPr>
            <a:xfrm>
              <a:off x="4120809" y="2209002"/>
              <a:ext cx="444914" cy="22048"/>
            </a:xfrm>
            <a:custGeom>
              <a:rect b="b" l="l" r="r" t="t"/>
              <a:pathLst>
                <a:path extrusionOk="0" h="607" w="12249">
                  <a:moveTo>
                    <a:pt x="0" y="0"/>
                  </a:moveTo>
                  <a:lnTo>
                    <a:pt x="0" y="607"/>
                  </a:lnTo>
                  <a:lnTo>
                    <a:pt x="12249" y="607"/>
                  </a:lnTo>
                  <a:lnTo>
                    <a:pt x="12249"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7"/>
            <p:cNvSpPr/>
            <p:nvPr/>
          </p:nvSpPr>
          <p:spPr>
            <a:xfrm>
              <a:off x="4120809" y="2223240"/>
              <a:ext cx="444914" cy="7809"/>
            </a:xfrm>
            <a:custGeom>
              <a:rect b="b" l="l" r="r" t="t"/>
              <a:pathLst>
                <a:path extrusionOk="0" h="215" w="12249">
                  <a:moveTo>
                    <a:pt x="0" y="1"/>
                  </a:moveTo>
                  <a:lnTo>
                    <a:pt x="0" y="215"/>
                  </a:lnTo>
                  <a:lnTo>
                    <a:pt x="12249" y="215"/>
                  </a:lnTo>
                  <a:lnTo>
                    <a:pt x="12249"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7"/>
            <p:cNvSpPr/>
            <p:nvPr/>
          </p:nvSpPr>
          <p:spPr>
            <a:xfrm>
              <a:off x="4007377" y="2420901"/>
              <a:ext cx="558349" cy="22084"/>
            </a:xfrm>
            <a:custGeom>
              <a:rect b="b" l="l" r="r" t="t"/>
              <a:pathLst>
                <a:path extrusionOk="0" h="608" w="15372">
                  <a:moveTo>
                    <a:pt x="1" y="1"/>
                  </a:moveTo>
                  <a:lnTo>
                    <a:pt x="1" y="607"/>
                  </a:lnTo>
                  <a:lnTo>
                    <a:pt x="15372" y="607"/>
                  </a:lnTo>
                  <a:lnTo>
                    <a:pt x="15372"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7"/>
            <p:cNvSpPr/>
            <p:nvPr/>
          </p:nvSpPr>
          <p:spPr>
            <a:xfrm>
              <a:off x="4007377" y="2420901"/>
              <a:ext cx="558349" cy="4577"/>
            </a:xfrm>
            <a:custGeom>
              <a:rect b="b" l="l" r="r" t="t"/>
              <a:pathLst>
                <a:path extrusionOk="0" h="126" w="15372">
                  <a:moveTo>
                    <a:pt x="1" y="1"/>
                  </a:moveTo>
                  <a:lnTo>
                    <a:pt x="1" y="125"/>
                  </a:lnTo>
                  <a:lnTo>
                    <a:pt x="15372" y="125"/>
                  </a:lnTo>
                  <a:lnTo>
                    <a:pt x="1537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7"/>
            <p:cNvSpPr/>
            <p:nvPr/>
          </p:nvSpPr>
          <p:spPr>
            <a:xfrm>
              <a:off x="4007377" y="2442948"/>
              <a:ext cx="558349" cy="53830"/>
            </a:xfrm>
            <a:custGeom>
              <a:rect b="b" l="l" r="r" t="t"/>
              <a:pathLst>
                <a:path extrusionOk="0" h="1482" w="15372">
                  <a:moveTo>
                    <a:pt x="1" y="0"/>
                  </a:moveTo>
                  <a:lnTo>
                    <a:pt x="1" y="1481"/>
                  </a:lnTo>
                  <a:lnTo>
                    <a:pt x="15372" y="1481"/>
                  </a:lnTo>
                  <a:lnTo>
                    <a:pt x="1537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7"/>
            <p:cNvSpPr/>
            <p:nvPr/>
          </p:nvSpPr>
          <p:spPr>
            <a:xfrm>
              <a:off x="4007377" y="2434848"/>
              <a:ext cx="558349" cy="8136"/>
            </a:xfrm>
            <a:custGeom>
              <a:rect b="b" l="l" r="r" t="t"/>
              <a:pathLst>
                <a:path extrusionOk="0" h="224" w="15372">
                  <a:moveTo>
                    <a:pt x="1" y="0"/>
                  </a:moveTo>
                  <a:lnTo>
                    <a:pt x="1" y="223"/>
                  </a:lnTo>
                  <a:lnTo>
                    <a:pt x="15372" y="223"/>
                  </a:lnTo>
                  <a:lnTo>
                    <a:pt x="15372" y="0"/>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7"/>
            <p:cNvSpPr/>
            <p:nvPr/>
          </p:nvSpPr>
          <p:spPr>
            <a:xfrm>
              <a:off x="4139914" y="2241401"/>
              <a:ext cx="50597" cy="10388"/>
            </a:xfrm>
            <a:custGeom>
              <a:rect b="b" l="l" r="r" t="t"/>
              <a:pathLst>
                <a:path extrusionOk="0" h="286" w="1393">
                  <a:moveTo>
                    <a:pt x="1" y="0"/>
                  </a:moveTo>
                  <a:lnTo>
                    <a:pt x="1"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7"/>
            <p:cNvSpPr/>
            <p:nvPr/>
          </p:nvSpPr>
          <p:spPr>
            <a:xfrm>
              <a:off x="4165193" y="2251752"/>
              <a:ext cx="30801" cy="148450"/>
            </a:xfrm>
            <a:custGeom>
              <a:rect b="b" l="l" r="r" t="t"/>
              <a:pathLst>
                <a:path extrusionOk="0" h="4087" w="848">
                  <a:moveTo>
                    <a:pt x="0" y="1"/>
                  </a:moveTo>
                  <a:lnTo>
                    <a:pt x="0" y="4087"/>
                  </a:lnTo>
                  <a:lnTo>
                    <a:pt x="464" y="4087"/>
                  </a:lnTo>
                  <a:cubicBezTo>
                    <a:pt x="848" y="2927"/>
                    <a:pt x="536" y="2249"/>
                    <a:pt x="384" y="1473"/>
                  </a:cubicBezTo>
                  <a:cubicBezTo>
                    <a:pt x="232" y="706"/>
                    <a:pt x="464" y="1"/>
                    <a:pt x="464"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7"/>
            <p:cNvSpPr/>
            <p:nvPr/>
          </p:nvSpPr>
          <p:spPr>
            <a:xfrm>
              <a:off x="4134393" y="2251752"/>
              <a:ext cx="30838" cy="148450"/>
            </a:xfrm>
            <a:custGeom>
              <a:rect b="b" l="l" r="r" t="t"/>
              <a:pathLst>
                <a:path extrusionOk="0" h="4087" w="849">
                  <a:moveTo>
                    <a:pt x="384" y="1"/>
                  </a:moveTo>
                  <a:cubicBezTo>
                    <a:pt x="384" y="1"/>
                    <a:pt x="616" y="706"/>
                    <a:pt x="465" y="1473"/>
                  </a:cubicBezTo>
                  <a:cubicBezTo>
                    <a:pt x="313" y="2249"/>
                    <a:pt x="1"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7"/>
            <p:cNvSpPr/>
            <p:nvPr/>
          </p:nvSpPr>
          <p:spPr>
            <a:xfrm>
              <a:off x="4134066" y="2231013"/>
              <a:ext cx="62257" cy="10425"/>
            </a:xfrm>
            <a:custGeom>
              <a:rect b="b" l="l" r="r" t="t"/>
              <a:pathLst>
                <a:path extrusionOk="0" h="287" w="1714">
                  <a:moveTo>
                    <a:pt x="1" y="1"/>
                  </a:moveTo>
                  <a:lnTo>
                    <a:pt x="1" y="286"/>
                  </a:lnTo>
                  <a:lnTo>
                    <a:pt x="1714" y="286"/>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7"/>
            <p:cNvSpPr/>
            <p:nvPr/>
          </p:nvSpPr>
          <p:spPr>
            <a:xfrm>
              <a:off x="4013879" y="2174315"/>
              <a:ext cx="100141" cy="10425"/>
            </a:xfrm>
            <a:custGeom>
              <a:rect b="b" l="l" r="r" t="t"/>
              <a:pathLst>
                <a:path extrusionOk="0" h="287" w="2757">
                  <a:moveTo>
                    <a:pt x="0" y="1"/>
                  </a:moveTo>
                  <a:lnTo>
                    <a:pt x="0" y="286"/>
                  </a:lnTo>
                  <a:lnTo>
                    <a:pt x="2757" y="286"/>
                  </a:lnTo>
                  <a:lnTo>
                    <a:pt x="2757"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7"/>
            <p:cNvSpPr/>
            <p:nvPr/>
          </p:nvSpPr>
          <p:spPr>
            <a:xfrm>
              <a:off x="4002837" y="2184703"/>
              <a:ext cx="122552" cy="10388"/>
            </a:xfrm>
            <a:custGeom>
              <a:rect b="b" l="l" r="r" t="t"/>
              <a:pathLst>
                <a:path extrusionOk="0" h="286" w="3374">
                  <a:moveTo>
                    <a:pt x="1" y="0"/>
                  </a:moveTo>
                  <a:lnTo>
                    <a:pt x="1" y="286"/>
                  </a:lnTo>
                  <a:lnTo>
                    <a:pt x="3373" y="286"/>
                  </a:lnTo>
                  <a:lnTo>
                    <a:pt x="3373" y="0"/>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7"/>
            <p:cNvSpPr/>
            <p:nvPr/>
          </p:nvSpPr>
          <p:spPr>
            <a:xfrm>
              <a:off x="4139914" y="2400161"/>
              <a:ext cx="50597" cy="10425"/>
            </a:xfrm>
            <a:custGeom>
              <a:rect b="b" l="l" r="r" t="t"/>
              <a:pathLst>
                <a:path extrusionOk="0" h="287" w="1393">
                  <a:moveTo>
                    <a:pt x="1" y="1"/>
                  </a:moveTo>
                  <a:lnTo>
                    <a:pt x="1"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7"/>
            <p:cNvSpPr/>
            <p:nvPr/>
          </p:nvSpPr>
          <p:spPr>
            <a:xfrm>
              <a:off x="4134066" y="2410549"/>
              <a:ext cx="62257" cy="10388"/>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7"/>
            <p:cNvSpPr/>
            <p:nvPr/>
          </p:nvSpPr>
          <p:spPr>
            <a:xfrm>
              <a:off x="4232279" y="2241401"/>
              <a:ext cx="50561" cy="10388"/>
            </a:xfrm>
            <a:custGeom>
              <a:rect b="b" l="l" r="r" t="t"/>
              <a:pathLst>
                <a:path extrusionOk="0" h="286" w="1392">
                  <a:moveTo>
                    <a:pt x="0" y="0"/>
                  </a:moveTo>
                  <a:lnTo>
                    <a:pt x="0"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7"/>
            <p:cNvSpPr/>
            <p:nvPr/>
          </p:nvSpPr>
          <p:spPr>
            <a:xfrm>
              <a:off x="4257522" y="2251752"/>
              <a:ext cx="30838" cy="148450"/>
            </a:xfrm>
            <a:custGeom>
              <a:rect b="b" l="l" r="r" t="t"/>
              <a:pathLst>
                <a:path extrusionOk="0" h="4087" w="849">
                  <a:moveTo>
                    <a:pt x="1" y="1"/>
                  </a:moveTo>
                  <a:lnTo>
                    <a:pt x="1" y="4087"/>
                  </a:lnTo>
                  <a:lnTo>
                    <a:pt x="465" y="4087"/>
                  </a:lnTo>
                  <a:cubicBezTo>
                    <a:pt x="848" y="2927"/>
                    <a:pt x="536" y="2249"/>
                    <a:pt x="384" y="1473"/>
                  </a:cubicBezTo>
                  <a:cubicBezTo>
                    <a:pt x="233" y="706"/>
                    <a:pt x="465" y="1"/>
                    <a:pt x="465"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7"/>
            <p:cNvSpPr/>
            <p:nvPr/>
          </p:nvSpPr>
          <p:spPr>
            <a:xfrm>
              <a:off x="4226758" y="2251752"/>
              <a:ext cx="30801" cy="148450"/>
            </a:xfrm>
            <a:custGeom>
              <a:rect b="b" l="l" r="r" t="t"/>
              <a:pathLst>
                <a:path extrusionOk="0" h="4087" w="848">
                  <a:moveTo>
                    <a:pt x="384" y="1"/>
                  </a:moveTo>
                  <a:cubicBezTo>
                    <a:pt x="384" y="1"/>
                    <a:pt x="616" y="706"/>
                    <a:pt x="464" y="1473"/>
                  </a:cubicBezTo>
                  <a:cubicBezTo>
                    <a:pt x="313" y="2249"/>
                    <a:pt x="0"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7"/>
            <p:cNvSpPr/>
            <p:nvPr/>
          </p:nvSpPr>
          <p:spPr>
            <a:xfrm>
              <a:off x="4226431" y="2231013"/>
              <a:ext cx="62257" cy="10425"/>
            </a:xfrm>
            <a:custGeom>
              <a:rect b="b" l="l" r="r" t="t"/>
              <a:pathLst>
                <a:path extrusionOk="0" h="287" w="1714">
                  <a:moveTo>
                    <a:pt x="0" y="1"/>
                  </a:moveTo>
                  <a:lnTo>
                    <a:pt x="0" y="286"/>
                  </a:lnTo>
                  <a:lnTo>
                    <a:pt x="1713" y="286"/>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7"/>
            <p:cNvSpPr/>
            <p:nvPr/>
          </p:nvSpPr>
          <p:spPr>
            <a:xfrm>
              <a:off x="4232279" y="2400161"/>
              <a:ext cx="50561" cy="10425"/>
            </a:xfrm>
            <a:custGeom>
              <a:rect b="b" l="l" r="r" t="t"/>
              <a:pathLst>
                <a:path extrusionOk="0" h="287" w="1392">
                  <a:moveTo>
                    <a:pt x="0" y="1"/>
                  </a:moveTo>
                  <a:lnTo>
                    <a:pt x="0"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7"/>
            <p:cNvSpPr/>
            <p:nvPr/>
          </p:nvSpPr>
          <p:spPr>
            <a:xfrm>
              <a:off x="4226431" y="2410549"/>
              <a:ext cx="62257" cy="10388"/>
            </a:xfrm>
            <a:custGeom>
              <a:rect b="b" l="l" r="r" t="t"/>
              <a:pathLst>
                <a:path extrusionOk="0" h="286" w="1714">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7"/>
            <p:cNvSpPr/>
            <p:nvPr/>
          </p:nvSpPr>
          <p:spPr>
            <a:xfrm>
              <a:off x="4324608" y="2241401"/>
              <a:ext cx="50924" cy="10388"/>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7"/>
            <p:cNvSpPr/>
            <p:nvPr/>
          </p:nvSpPr>
          <p:spPr>
            <a:xfrm>
              <a:off x="4349888" y="2251752"/>
              <a:ext cx="31128" cy="148450"/>
            </a:xfrm>
            <a:custGeom>
              <a:rect b="b" l="l" r="r" t="t"/>
              <a:pathLst>
                <a:path extrusionOk="0" h="4087" w="857">
                  <a:moveTo>
                    <a:pt x="0" y="1"/>
                  </a:moveTo>
                  <a:lnTo>
                    <a:pt x="0" y="4087"/>
                  </a:lnTo>
                  <a:lnTo>
                    <a:pt x="473" y="4087"/>
                  </a:lnTo>
                  <a:cubicBezTo>
                    <a:pt x="857" y="2927"/>
                    <a:pt x="536" y="2249"/>
                    <a:pt x="384" y="1473"/>
                  </a:cubicBezTo>
                  <a:cubicBezTo>
                    <a:pt x="232" y="706"/>
                    <a:pt x="473" y="1"/>
                    <a:pt x="473"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7"/>
            <p:cNvSpPr/>
            <p:nvPr/>
          </p:nvSpPr>
          <p:spPr>
            <a:xfrm>
              <a:off x="4319087" y="2251752"/>
              <a:ext cx="30838" cy="148450"/>
            </a:xfrm>
            <a:custGeom>
              <a:rect b="b" l="l" r="r" t="t"/>
              <a:pathLst>
                <a:path extrusionOk="0" h="4087" w="849">
                  <a:moveTo>
                    <a:pt x="384" y="1"/>
                  </a:moveTo>
                  <a:cubicBezTo>
                    <a:pt x="384" y="1"/>
                    <a:pt x="616" y="706"/>
                    <a:pt x="465" y="1473"/>
                  </a:cubicBezTo>
                  <a:cubicBezTo>
                    <a:pt x="313" y="2249"/>
                    <a:pt x="1"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7"/>
            <p:cNvSpPr/>
            <p:nvPr/>
          </p:nvSpPr>
          <p:spPr>
            <a:xfrm>
              <a:off x="4318760" y="2231013"/>
              <a:ext cx="62257" cy="10425"/>
            </a:xfrm>
            <a:custGeom>
              <a:rect b="b" l="l" r="r" t="t"/>
              <a:pathLst>
                <a:path extrusionOk="0" h="287" w="1714">
                  <a:moveTo>
                    <a:pt x="1" y="1"/>
                  </a:moveTo>
                  <a:lnTo>
                    <a:pt x="1" y="286"/>
                  </a:lnTo>
                  <a:lnTo>
                    <a:pt x="1714" y="286"/>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7"/>
            <p:cNvSpPr/>
            <p:nvPr/>
          </p:nvSpPr>
          <p:spPr>
            <a:xfrm>
              <a:off x="4324608" y="2400161"/>
              <a:ext cx="50924" cy="10425"/>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7"/>
            <p:cNvSpPr/>
            <p:nvPr/>
          </p:nvSpPr>
          <p:spPr>
            <a:xfrm>
              <a:off x="4318760" y="2410549"/>
              <a:ext cx="62257" cy="10388"/>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7"/>
            <p:cNvSpPr/>
            <p:nvPr/>
          </p:nvSpPr>
          <p:spPr>
            <a:xfrm>
              <a:off x="4416973" y="2241401"/>
              <a:ext cx="50888" cy="10388"/>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7"/>
            <p:cNvSpPr/>
            <p:nvPr/>
          </p:nvSpPr>
          <p:spPr>
            <a:xfrm>
              <a:off x="4442216" y="2251752"/>
              <a:ext cx="31165" cy="148450"/>
            </a:xfrm>
            <a:custGeom>
              <a:rect b="b" l="l" r="r" t="t"/>
              <a:pathLst>
                <a:path extrusionOk="0" h="4087" w="858">
                  <a:moveTo>
                    <a:pt x="1" y="1"/>
                  </a:moveTo>
                  <a:lnTo>
                    <a:pt x="1" y="4087"/>
                  </a:lnTo>
                  <a:lnTo>
                    <a:pt x="474" y="4087"/>
                  </a:lnTo>
                  <a:cubicBezTo>
                    <a:pt x="857" y="2927"/>
                    <a:pt x="536" y="2249"/>
                    <a:pt x="384" y="1473"/>
                  </a:cubicBezTo>
                  <a:cubicBezTo>
                    <a:pt x="233" y="706"/>
                    <a:pt x="474" y="1"/>
                    <a:pt x="474"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7"/>
            <p:cNvSpPr/>
            <p:nvPr/>
          </p:nvSpPr>
          <p:spPr>
            <a:xfrm>
              <a:off x="4411452" y="2251752"/>
              <a:ext cx="30801" cy="148450"/>
            </a:xfrm>
            <a:custGeom>
              <a:rect b="b" l="l" r="r" t="t"/>
              <a:pathLst>
                <a:path extrusionOk="0" h="4087" w="848">
                  <a:moveTo>
                    <a:pt x="384" y="1"/>
                  </a:moveTo>
                  <a:cubicBezTo>
                    <a:pt x="384" y="1"/>
                    <a:pt x="625" y="706"/>
                    <a:pt x="473" y="1473"/>
                  </a:cubicBezTo>
                  <a:cubicBezTo>
                    <a:pt x="322" y="2249"/>
                    <a:pt x="0"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7"/>
            <p:cNvSpPr/>
            <p:nvPr/>
          </p:nvSpPr>
          <p:spPr>
            <a:xfrm>
              <a:off x="4411125" y="2231013"/>
              <a:ext cx="62257" cy="10425"/>
            </a:xfrm>
            <a:custGeom>
              <a:rect b="b" l="l" r="r" t="t"/>
              <a:pathLst>
                <a:path extrusionOk="0" h="287" w="1714">
                  <a:moveTo>
                    <a:pt x="0" y="1"/>
                  </a:moveTo>
                  <a:lnTo>
                    <a:pt x="0" y="286"/>
                  </a:lnTo>
                  <a:lnTo>
                    <a:pt x="1713" y="286"/>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7"/>
            <p:cNvSpPr/>
            <p:nvPr/>
          </p:nvSpPr>
          <p:spPr>
            <a:xfrm>
              <a:off x="4416973" y="2400161"/>
              <a:ext cx="50888" cy="10425"/>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7"/>
            <p:cNvSpPr/>
            <p:nvPr/>
          </p:nvSpPr>
          <p:spPr>
            <a:xfrm>
              <a:off x="4411125" y="2410549"/>
              <a:ext cx="62257" cy="10388"/>
            </a:xfrm>
            <a:custGeom>
              <a:rect b="b" l="l" r="r" t="t"/>
              <a:pathLst>
                <a:path extrusionOk="0" h="286" w="1714">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7"/>
            <p:cNvSpPr/>
            <p:nvPr/>
          </p:nvSpPr>
          <p:spPr>
            <a:xfrm>
              <a:off x="4509302" y="2241401"/>
              <a:ext cx="50924" cy="10388"/>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7"/>
            <p:cNvSpPr/>
            <p:nvPr/>
          </p:nvSpPr>
          <p:spPr>
            <a:xfrm>
              <a:off x="4534582" y="2251752"/>
              <a:ext cx="31128" cy="148450"/>
            </a:xfrm>
            <a:custGeom>
              <a:rect b="b" l="l" r="r" t="t"/>
              <a:pathLst>
                <a:path extrusionOk="0" h="4087" w="857">
                  <a:moveTo>
                    <a:pt x="0" y="1"/>
                  </a:moveTo>
                  <a:lnTo>
                    <a:pt x="0" y="4087"/>
                  </a:lnTo>
                  <a:lnTo>
                    <a:pt x="473" y="4087"/>
                  </a:lnTo>
                  <a:cubicBezTo>
                    <a:pt x="857" y="2927"/>
                    <a:pt x="536" y="2249"/>
                    <a:pt x="384" y="1473"/>
                  </a:cubicBezTo>
                  <a:cubicBezTo>
                    <a:pt x="232" y="706"/>
                    <a:pt x="473" y="1"/>
                    <a:pt x="473"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7"/>
            <p:cNvSpPr/>
            <p:nvPr/>
          </p:nvSpPr>
          <p:spPr>
            <a:xfrm>
              <a:off x="4503781" y="2251752"/>
              <a:ext cx="30838" cy="148450"/>
            </a:xfrm>
            <a:custGeom>
              <a:rect b="b" l="l" r="r" t="t"/>
              <a:pathLst>
                <a:path extrusionOk="0" h="4087" w="849">
                  <a:moveTo>
                    <a:pt x="384" y="1"/>
                  </a:moveTo>
                  <a:cubicBezTo>
                    <a:pt x="384" y="1"/>
                    <a:pt x="625" y="706"/>
                    <a:pt x="474" y="1473"/>
                  </a:cubicBezTo>
                  <a:cubicBezTo>
                    <a:pt x="322" y="2249"/>
                    <a:pt x="1"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7"/>
            <p:cNvSpPr/>
            <p:nvPr/>
          </p:nvSpPr>
          <p:spPr>
            <a:xfrm>
              <a:off x="4503454" y="2231013"/>
              <a:ext cx="62257" cy="10425"/>
            </a:xfrm>
            <a:custGeom>
              <a:rect b="b" l="l" r="r" t="t"/>
              <a:pathLst>
                <a:path extrusionOk="0" h="287" w="1714">
                  <a:moveTo>
                    <a:pt x="1" y="1"/>
                  </a:moveTo>
                  <a:lnTo>
                    <a:pt x="1" y="286"/>
                  </a:lnTo>
                  <a:lnTo>
                    <a:pt x="1714" y="286"/>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7"/>
            <p:cNvSpPr/>
            <p:nvPr/>
          </p:nvSpPr>
          <p:spPr>
            <a:xfrm>
              <a:off x="4509302" y="2400161"/>
              <a:ext cx="50924" cy="10425"/>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7"/>
            <p:cNvSpPr/>
            <p:nvPr/>
          </p:nvSpPr>
          <p:spPr>
            <a:xfrm>
              <a:off x="4503454" y="2410549"/>
              <a:ext cx="62257" cy="10388"/>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7"/>
            <p:cNvSpPr/>
            <p:nvPr/>
          </p:nvSpPr>
          <p:spPr>
            <a:xfrm>
              <a:off x="4007377" y="2195054"/>
              <a:ext cx="113471" cy="301731"/>
            </a:xfrm>
            <a:custGeom>
              <a:rect b="b" l="l" r="r" t="t"/>
              <a:pathLst>
                <a:path extrusionOk="0" h="8307" w="3124">
                  <a:moveTo>
                    <a:pt x="1" y="1"/>
                  </a:moveTo>
                  <a:lnTo>
                    <a:pt x="1" y="8306"/>
                  </a:lnTo>
                  <a:lnTo>
                    <a:pt x="3123" y="8306"/>
                  </a:lnTo>
                  <a:lnTo>
                    <a:pt x="3123" y="1"/>
                  </a:ln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7"/>
            <p:cNvSpPr/>
            <p:nvPr/>
          </p:nvSpPr>
          <p:spPr>
            <a:xfrm>
              <a:off x="4007377" y="2195054"/>
              <a:ext cx="56736" cy="301731"/>
            </a:xfrm>
            <a:custGeom>
              <a:rect b="b" l="l" r="r" t="t"/>
              <a:pathLst>
                <a:path extrusionOk="0" h="8307" w="1562">
                  <a:moveTo>
                    <a:pt x="1" y="1"/>
                  </a:moveTo>
                  <a:lnTo>
                    <a:pt x="1" y="8306"/>
                  </a:lnTo>
                  <a:lnTo>
                    <a:pt x="1562" y="8306"/>
                  </a:lnTo>
                  <a:lnTo>
                    <a:pt x="1562"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7"/>
            <p:cNvSpPr/>
            <p:nvPr/>
          </p:nvSpPr>
          <p:spPr>
            <a:xfrm>
              <a:off x="4190473" y="2289672"/>
              <a:ext cx="375248" cy="65163"/>
            </a:xfrm>
            <a:custGeom>
              <a:rect b="b" l="l" r="r" t="t"/>
              <a:pathLst>
                <a:path extrusionOk="0" h="1794" w="10331">
                  <a:moveTo>
                    <a:pt x="1891" y="1"/>
                  </a:moveTo>
                  <a:lnTo>
                    <a:pt x="0" y="1794"/>
                  </a:lnTo>
                  <a:lnTo>
                    <a:pt x="10331" y="1794"/>
                  </a:lnTo>
                  <a:lnTo>
                    <a:pt x="1033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7"/>
            <p:cNvSpPr/>
            <p:nvPr/>
          </p:nvSpPr>
          <p:spPr>
            <a:xfrm>
              <a:off x="4190473" y="2354796"/>
              <a:ext cx="375248" cy="10425"/>
            </a:xfrm>
            <a:custGeom>
              <a:rect b="b" l="l" r="r" t="t"/>
              <a:pathLst>
                <a:path extrusionOk="0" h="287" w="10331">
                  <a:moveTo>
                    <a:pt x="0" y="1"/>
                  </a:moveTo>
                  <a:lnTo>
                    <a:pt x="0" y="286"/>
                  </a:lnTo>
                  <a:lnTo>
                    <a:pt x="10331" y="286"/>
                  </a:lnTo>
                  <a:lnTo>
                    <a:pt x="1033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7"/>
            <p:cNvSpPr/>
            <p:nvPr/>
          </p:nvSpPr>
          <p:spPr>
            <a:xfrm>
              <a:off x="4463283" y="2429654"/>
              <a:ext cx="15582" cy="67124"/>
            </a:xfrm>
            <a:custGeom>
              <a:rect b="b" l="l" r="r" t="t"/>
              <a:pathLst>
                <a:path extrusionOk="0" h="1848" w="429">
                  <a:moveTo>
                    <a:pt x="1" y="0"/>
                  </a:moveTo>
                  <a:lnTo>
                    <a:pt x="1"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7"/>
            <p:cNvSpPr/>
            <p:nvPr/>
          </p:nvSpPr>
          <p:spPr>
            <a:xfrm>
              <a:off x="4473344" y="2429654"/>
              <a:ext cx="5521" cy="67124"/>
            </a:xfrm>
            <a:custGeom>
              <a:rect b="b" l="l" r="r" t="t"/>
              <a:pathLst>
                <a:path extrusionOk="0" h="1848" w="152">
                  <a:moveTo>
                    <a:pt x="0" y="0"/>
                  </a:moveTo>
                  <a:lnTo>
                    <a:pt x="0" y="1847"/>
                  </a:lnTo>
                  <a:lnTo>
                    <a:pt x="152" y="1847"/>
                  </a:lnTo>
                  <a:lnTo>
                    <a:pt x="152"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7"/>
            <p:cNvSpPr/>
            <p:nvPr/>
          </p:nvSpPr>
          <p:spPr>
            <a:xfrm>
              <a:off x="4457798" y="2415707"/>
              <a:ext cx="177581" cy="42824"/>
            </a:xfrm>
            <a:custGeom>
              <a:rect b="b" l="l" r="r" t="t"/>
              <a:pathLst>
                <a:path extrusionOk="0" h="1179" w="4889">
                  <a:moveTo>
                    <a:pt x="0" y="1"/>
                  </a:moveTo>
                  <a:lnTo>
                    <a:pt x="1240" y="1178"/>
                  </a:lnTo>
                  <a:lnTo>
                    <a:pt x="4889" y="1178"/>
                  </a:lnTo>
                  <a:lnTo>
                    <a:pt x="3649"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7"/>
            <p:cNvSpPr/>
            <p:nvPr/>
          </p:nvSpPr>
          <p:spPr>
            <a:xfrm>
              <a:off x="4605844" y="2469825"/>
              <a:ext cx="15619" cy="26951"/>
            </a:xfrm>
            <a:custGeom>
              <a:rect b="b" l="l" r="r" t="t"/>
              <a:pathLst>
                <a:path extrusionOk="0" h="742" w="430">
                  <a:moveTo>
                    <a:pt x="1" y="1"/>
                  </a:moveTo>
                  <a:lnTo>
                    <a:pt x="1" y="741"/>
                  </a:lnTo>
                  <a:lnTo>
                    <a:pt x="429" y="741"/>
                  </a:lnTo>
                  <a:lnTo>
                    <a:pt x="429"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7"/>
            <p:cNvSpPr/>
            <p:nvPr/>
          </p:nvSpPr>
          <p:spPr>
            <a:xfrm>
              <a:off x="4605844" y="2469825"/>
              <a:ext cx="5557" cy="26951"/>
            </a:xfrm>
            <a:custGeom>
              <a:rect b="b" l="l" r="r" t="t"/>
              <a:pathLst>
                <a:path extrusionOk="0" h="742" w="153">
                  <a:moveTo>
                    <a:pt x="1" y="1"/>
                  </a:moveTo>
                  <a:lnTo>
                    <a:pt x="1" y="741"/>
                  </a:lnTo>
                  <a:lnTo>
                    <a:pt x="153" y="741"/>
                  </a:lnTo>
                  <a:lnTo>
                    <a:pt x="153"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7"/>
            <p:cNvSpPr/>
            <p:nvPr/>
          </p:nvSpPr>
          <p:spPr>
            <a:xfrm>
              <a:off x="4516421" y="2469825"/>
              <a:ext cx="15582" cy="26951"/>
            </a:xfrm>
            <a:custGeom>
              <a:rect b="b" l="l" r="r" t="t"/>
              <a:pathLst>
                <a:path extrusionOk="0" h="742" w="429">
                  <a:moveTo>
                    <a:pt x="1" y="1"/>
                  </a:moveTo>
                  <a:lnTo>
                    <a:pt x="1" y="741"/>
                  </a:lnTo>
                  <a:lnTo>
                    <a:pt x="429" y="741"/>
                  </a:lnTo>
                  <a:lnTo>
                    <a:pt x="429"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7"/>
            <p:cNvSpPr/>
            <p:nvPr/>
          </p:nvSpPr>
          <p:spPr>
            <a:xfrm>
              <a:off x="4526482" y="2469825"/>
              <a:ext cx="5521" cy="26951"/>
            </a:xfrm>
            <a:custGeom>
              <a:rect b="b" l="l" r="r" t="t"/>
              <a:pathLst>
                <a:path extrusionOk="0" h="742" w="152">
                  <a:moveTo>
                    <a:pt x="0" y="1"/>
                  </a:moveTo>
                  <a:lnTo>
                    <a:pt x="0" y="741"/>
                  </a:lnTo>
                  <a:lnTo>
                    <a:pt x="152" y="741"/>
                  </a:lnTo>
                  <a:lnTo>
                    <a:pt x="152"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7"/>
            <p:cNvSpPr/>
            <p:nvPr/>
          </p:nvSpPr>
          <p:spPr>
            <a:xfrm>
              <a:off x="4561133" y="2429654"/>
              <a:ext cx="15619" cy="67124"/>
            </a:xfrm>
            <a:custGeom>
              <a:rect b="b" l="l" r="r" t="t"/>
              <a:pathLst>
                <a:path extrusionOk="0" h="1848" w="430">
                  <a:moveTo>
                    <a:pt x="1" y="0"/>
                  </a:moveTo>
                  <a:lnTo>
                    <a:pt x="1"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7"/>
            <p:cNvSpPr/>
            <p:nvPr/>
          </p:nvSpPr>
          <p:spPr>
            <a:xfrm>
              <a:off x="4571194" y="2429654"/>
              <a:ext cx="5557" cy="67124"/>
            </a:xfrm>
            <a:custGeom>
              <a:rect b="b" l="l" r="r" t="t"/>
              <a:pathLst>
                <a:path extrusionOk="0" h="1848" w="153">
                  <a:moveTo>
                    <a:pt x="0" y="0"/>
                  </a:moveTo>
                  <a:lnTo>
                    <a:pt x="0" y="1847"/>
                  </a:lnTo>
                  <a:lnTo>
                    <a:pt x="152" y="1847"/>
                  </a:lnTo>
                  <a:lnTo>
                    <a:pt x="152"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7"/>
            <p:cNvSpPr/>
            <p:nvPr/>
          </p:nvSpPr>
          <p:spPr>
            <a:xfrm>
              <a:off x="4508975" y="2319491"/>
              <a:ext cx="119937" cy="139043"/>
            </a:xfrm>
            <a:custGeom>
              <a:rect b="b" l="l" r="r" t="t"/>
              <a:pathLst>
                <a:path extrusionOk="0" h="3828" w="3302">
                  <a:moveTo>
                    <a:pt x="1" y="0"/>
                  </a:moveTo>
                  <a:lnTo>
                    <a:pt x="1" y="3827"/>
                  </a:lnTo>
                  <a:lnTo>
                    <a:pt x="3301" y="3827"/>
                  </a:lnTo>
                  <a:lnTo>
                    <a:pt x="3301"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7"/>
            <p:cNvSpPr/>
            <p:nvPr/>
          </p:nvSpPr>
          <p:spPr>
            <a:xfrm>
              <a:off x="4516421" y="2326937"/>
              <a:ext cx="105045" cy="131596"/>
            </a:xfrm>
            <a:custGeom>
              <a:rect b="b" l="l" r="r" t="t"/>
              <a:pathLst>
                <a:path extrusionOk="0" h="3623" w="2892">
                  <a:moveTo>
                    <a:pt x="1" y="0"/>
                  </a:moveTo>
                  <a:lnTo>
                    <a:pt x="1" y="3622"/>
                  </a:lnTo>
                  <a:lnTo>
                    <a:pt x="2891" y="3622"/>
                  </a:lnTo>
                  <a:lnTo>
                    <a:pt x="2891"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7"/>
            <p:cNvSpPr/>
            <p:nvPr/>
          </p:nvSpPr>
          <p:spPr>
            <a:xfrm>
              <a:off x="4502837" y="2458493"/>
              <a:ext cx="132541" cy="12023"/>
            </a:xfrm>
            <a:custGeom>
              <a:rect b="b" l="l" r="r" t="t"/>
              <a:pathLst>
                <a:path extrusionOk="0" h="331" w="3649">
                  <a:moveTo>
                    <a:pt x="0" y="0"/>
                  </a:moveTo>
                  <a:lnTo>
                    <a:pt x="0" y="330"/>
                  </a:lnTo>
                  <a:lnTo>
                    <a:pt x="3649" y="330"/>
                  </a:lnTo>
                  <a:lnTo>
                    <a:pt x="3649"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7"/>
            <p:cNvSpPr/>
            <p:nvPr/>
          </p:nvSpPr>
          <p:spPr>
            <a:xfrm>
              <a:off x="4457798" y="2415707"/>
              <a:ext cx="45076" cy="54811"/>
            </a:xfrm>
            <a:custGeom>
              <a:rect b="b" l="l" r="r" t="t"/>
              <a:pathLst>
                <a:path extrusionOk="0" h="1509" w="1241">
                  <a:moveTo>
                    <a:pt x="0" y="1"/>
                  </a:moveTo>
                  <a:lnTo>
                    <a:pt x="0" y="331"/>
                  </a:lnTo>
                  <a:lnTo>
                    <a:pt x="1240" y="1508"/>
                  </a:lnTo>
                  <a:lnTo>
                    <a:pt x="1240" y="1178"/>
                  </a:lnTo>
                  <a:lnTo>
                    <a:pt x="0"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7"/>
            <p:cNvSpPr/>
            <p:nvPr/>
          </p:nvSpPr>
          <p:spPr>
            <a:xfrm>
              <a:off x="4621426" y="2306198"/>
              <a:ext cx="7482" cy="152337"/>
            </a:xfrm>
            <a:custGeom>
              <a:rect b="b" l="l" r="r" t="t"/>
              <a:pathLst>
                <a:path extrusionOk="0" h="4194" w="206">
                  <a:moveTo>
                    <a:pt x="0" y="1"/>
                  </a:moveTo>
                  <a:lnTo>
                    <a:pt x="0" y="4193"/>
                  </a:lnTo>
                  <a:lnTo>
                    <a:pt x="205" y="4193"/>
                  </a:lnTo>
                  <a:lnTo>
                    <a:pt x="205"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7"/>
            <p:cNvSpPr/>
            <p:nvPr/>
          </p:nvSpPr>
          <p:spPr>
            <a:xfrm>
              <a:off x="4616232" y="2297117"/>
              <a:ext cx="17871" cy="18198"/>
            </a:xfrm>
            <a:custGeom>
              <a:rect b="b" l="l" r="r" t="t"/>
              <a:pathLst>
                <a:path extrusionOk="0" h="501" w="492">
                  <a:moveTo>
                    <a:pt x="241" y="1"/>
                  </a:moveTo>
                  <a:cubicBezTo>
                    <a:pt x="108" y="1"/>
                    <a:pt x="0" y="117"/>
                    <a:pt x="0" y="251"/>
                  </a:cubicBezTo>
                  <a:cubicBezTo>
                    <a:pt x="0" y="384"/>
                    <a:pt x="108" y="500"/>
                    <a:pt x="241" y="500"/>
                  </a:cubicBezTo>
                  <a:cubicBezTo>
                    <a:pt x="384" y="500"/>
                    <a:pt x="491" y="384"/>
                    <a:pt x="491" y="251"/>
                  </a:cubicBezTo>
                  <a:cubicBezTo>
                    <a:pt x="491" y="117"/>
                    <a:pt x="384" y="1"/>
                    <a:pt x="241"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7"/>
            <p:cNvSpPr/>
            <p:nvPr/>
          </p:nvSpPr>
          <p:spPr>
            <a:xfrm>
              <a:off x="4616232" y="2299733"/>
              <a:ext cx="17544" cy="15582"/>
            </a:xfrm>
            <a:custGeom>
              <a:rect b="b" l="l" r="r" t="t"/>
              <a:pathLst>
                <a:path extrusionOk="0" h="429" w="483">
                  <a:moveTo>
                    <a:pt x="72" y="0"/>
                  </a:moveTo>
                  <a:cubicBezTo>
                    <a:pt x="27" y="45"/>
                    <a:pt x="0" y="107"/>
                    <a:pt x="0" y="179"/>
                  </a:cubicBezTo>
                  <a:cubicBezTo>
                    <a:pt x="0" y="312"/>
                    <a:pt x="108" y="428"/>
                    <a:pt x="241" y="428"/>
                  </a:cubicBezTo>
                  <a:cubicBezTo>
                    <a:pt x="366" y="428"/>
                    <a:pt x="464" y="339"/>
                    <a:pt x="482" y="223"/>
                  </a:cubicBezTo>
                  <a:lnTo>
                    <a:pt x="482" y="223"/>
                  </a:lnTo>
                  <a:cubicBezTo>
                    <a:pt x="447" y="268"/>
                    <a:pt x="384" y="295"/>
                    <a:pt x="313" y="295"/>
                  </a:cubicBezTo>
                  <a:cubicBezTo>
                    <a:pt x="179" y="295"/>
                    <a:pt x="72" y="187"/>
                    <a:pt x="72" y="45"/>
                  </a:cubicBezTo>
                  <a:cubicBezTo>
                    <a:pt x="72" y="27"/>
                    <a:pt x="72" y="18"/>
                    <a:pt x="72"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7"/>
            <p:cNvSpPr/>
            <p:nvPr/>
          </p:nvSpPr>
          <p:spPr>
            <a:xfrm>
              <a:off x="4508975" y="2306198"/>
              <a:ext cx="7482" cy="152337"/>
            </a:xfrm>
            <a:custGeom>
              <a:rect b="b" l="l" r="r" t="t"/>
              <a:pathLst>
                <a:path extrusionOk="0" h="4194" w="206">
                  <a:moveTo>
                    <a:pt x="1" y="1"/>
                  </a:moveTo>
                  <a:lnTo>
                    <a:pt x="1" y="4193"/>
                  </a:lnTo>
                  <a:lnTo>
                    <a:pt x="206" y="4193"/>
                  </a:lnTo>
                  <a:lnTo>
                    <a:pt x="206"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7"/>
            <p:cNvSpPr/>
            <p:nvPr/>
          </p:nvSpPr>
          <p:spPr>
            <a:xfrm>
              <a:off x="4503781" y="2297117"/>
              <a:ext cx="17871" cy="18198"/>
            </a:xfrm>
            <a:custGeom>
              <a:rect b="b" l="l" r="r" t="t"/>
              <a:pathLst>
                <a:path extrusionOk="0" h="501" w="492">
                  <a:moveTo>
                    <a:pt x="242" y="1"/>
                  </a:moveTo>
                  <a:cubicBezTo>
                    <a:pt x="108" y="1"/>
                    <a:pt x="1" y="117"/>
                    <a:pt x="1" y="251"/>
                  </a:cubicBezTo>
                  <a:cubicBezTo>
                    <a:pt x="1" y="384"/>
                    <a:pt x="108" y="500"/>
                    <a:pt x="242" y="500"/>
                  </a:cubicBezTo>
                  <a:cubicBezTo>
                    <a:pt x="384" y="500"/>
                    <a:pt x="492" y="384"/>
                    <a:pt x="492" y="251"/>
                  </a:cubicBezTo>
                  <a:cubicBezTo>
                    <a:pt x="492" y="117"/>
                    <a:pt x="384" y="1"/>
                    <a:pt x="242"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7"/>
            <p:cNvSpPr/>
            <p:nvPr/>
          </p:nvSpPr>
          <p:spPr>
            <a:xfrm>
              <a:off x="4503781" y="2299733"/>
              <a:ext cx="17544" cy="15582"/>
            </a:xfrm>
            <a:custGeom>
              <a:rect b="b" l="l" r="r" t="t"/>
              <a:pathLst>
                <a:path extrusionOk="0" h="429" w="483">
                  <a:moveTo>
                    <a:pt x="72" y="0"/>
                  </a:moveTo>
                  <a:cubicBezTo>
                    <a:pt x="28" y="45"/>
                    <a:pt x="1" y="107"/>
                    <a:pt x="1" y="179"/>
                  </a:cubicBezTo>
                  <a:cubicBezTo>
                    <a:pt x="1" y="312"/>
                    <a:pt x="108" y="428"/>
                    <a:pt x="242" y="428"/>
                  </a:cubicBezTo>
                  <a:cubicBezTo>
                    <a:pt x="367" y="428"/>
                    <a:pt x="465" y="339"/>
                    <a:pt x="483" y="223"/>
                  </a:cubicBezTo>
                  <a:lnTo>
                    <a:pt x="483" y="223"/>
                  </a:lnTo>
                  <a:cubicBezTo>
                    <a:pt x="447" y="268"/>
                    <a:pt x="384" y="295"/>
                    <a:pt x="313" y="295"/>
                  </a:cubicBezTo>
                  <a:cubicBezTo>
                    <a:pt x="179" y="295"/>
                    <a:pt x="72" y="187"/>
                    <a:pt x="72" y="45"/>
                  </a:cubicBezTo>
                  <a:cubicBezTo>
                    <a:pt x="72" y="27"/>
                    <a:pt x="72" y="18"/>
                    <a:pt x="72"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7"/>
            <p:cNvSpPr/>
            <p:nvPr/>
          </p:nvSpPr>
          <p:spPr>
            <a:xfrm>
              <a:off x="4410799" y="2429654"/>
              <a:ext cx="15582" cy="67124"/>
            </a:xfrm>
            <a:custGeom>
              <a:rect b="b" l="l" r="r" t="t"/>
              <a:pathLst>
                <a:path extrusionOk="0" h="1848" w="429">
                  <a:moveTo>
                    <a:pt x="1" y="0"/>
                  </a:moveTo>
                  <a:lnTo>
                    <a:pt x="1"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7"/>
            <p:cNvSpPr/>
            <p:nvPr/>
          </p:nvSpPr>
          <p:spPr>
            <a:xfrm>
              <a:off x="4410799" y="2429654"/>
              <a:ext cx="5884" cy="67124"/>
            </a:xfrm>
            <a:custGeom>
              <a:rect b="b" l="l" r="r" t="t"/>
              <a:pathLst>
                <a:path extrusionOk="0" h="1848" w="162">
                  <a:moveTo>
                    <a:pt x="1" y="0"/>
                  </a:moveTo>
                  <a:lnTo>
                    <a:pt x="1" y="1847"/>
                  </a:lnTo>
                  <a:lnTo>
                    <a:pt x="161" y="1847"/>
                  </a:lnTo>
                  <a:lnTo>
                    <a:pt x="161"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7"/>
            <p:cNvSpPr/>
            <p:nvPr/>
          </p:nvSpPr>
          <p:spPr>
            <a:xfrm>
              <a:off x="4254617" y="2415707"/>
              <a:ext cx="177290" cy="42824"/>
            </a:xfrm>
            <a:custGeom>
              <a:rect b="b" l="l" r="r" t="t"/>
              <a:pathLst>
                <a:path extrusionOk="0" h="1179" w="4881">
                  <a:moveTo>
                    <a:pt x="1232" y="1"/>
                  </a:moveTo>
                  <a:lnTo>
                    <a:pt x="1" y="1178"/>
                  </a:lnTo>
                  <a:lnTo>
                    <a:pt x="3649" y="1178"/>
                  </a:lnTo>
                  <a:lnTo>
                    <a:pt x="4880"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7"/>
            <p:cNvSpPr/>
            <p:nvPr/>
          </p:nvSpPr>
          <p:spPr>
            <a:xfrm>
              <a:off x="4268237" y="2469825"/>
              <a:ext cx="15582" cy="26951"/>
            </a:xfrm>
            <a:custGeom>
              <a:rect b="b" l="l" r="r" t="t"/>
              <a:pathLst>
                <a:path extrusionOk="0" h="742" w="429">
                  <a:moveTo>
                    <a:pt x="0" y="1"/>
                  </a:moveTo>
                  <a:lnTo>
                    <a:pt x="0" y="741"/>
                  </a:lnTo>
                  <a:lnTo>
                    <a:pt x="428" y="741"/>
                  </a:lnTo>
                  <a:lnTo>
                    <a:pt x="428"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7"/>
            <p:cNvSpPr/>
            <p:nvPr/>
          </p:nvSpPr>
          <p:spPr>
            <a:xfrm>
              <a:off x="4278262" y="2469825"/>
              <a:ext cx="5557" cy="26951"/>
            </a:xfrm>
            <a:custGeom>
              <a:rect b="b" l="l" r="r" t="t"/>
              <a:pathLst>
                <a:path extrusionOk="0" h="742" w="153">
                  <a:moveTo>
                    <a:pt x="1" y="1"/>
                  </a:moveTo>
                  <a:lnTo>
                    <a:pt x="1" y="741"/>
                  </a:lnTo>
                  <a:lnTo>
                    <a:pt x="152" y="741"/>
                  </a:lnTo>
                  <a:lnTo>
                    <a:pt x="152"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7"/>
            <p:cNvSpPr/>
            <p:nvPr/>
          </p:nvSpPr>
          <p:spPr>
            <a:xfrm>
              <a:off x="4357660" y="2469825"/>
              <a:ext cx="15909" cy="26951"/>
            </a:xfrm>
            <a:custGeom>
              <a:rect b="b" l="l" r="r" t="t"/>
              <a:pathLst>
                <a:path extrusionOk="0" h="742" w="438">
                  <a:moveTo>
                    <a:pt x="0" y="1"/>
                  </a:moveTo>
                  <a:lnTo>
                    <a:pt x="0" y="741"/>
                  </a:lnTo>
                  <a:lnTo>
                    <a:pt x="438" y="741"/>
                  </a:lnTo>
                  <a:lnTo>
                    <a:pt x="438"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7"/>
            <p:cNvSpPr/>
            <p:nvPr/>
          </p:nvSpPr>
          <p:spPr>
            <a:xfrm>
              <a:off x="4357660" y="2469825"/>
              <a:ext cx="5884" cy="26951"/>
            </a:xfrm>
            <a:custGeom>
              <a:rect b="b" l="l" r="r" t="t"/>
              <a:pathLst>
                <a:path extrusionOk="0" h="742" w="162">
                  <a:moveTo>
                    <a:pt x="0" y="1"/>
                  </a:moveTo>
                  <a:lnTo>
                    <a:pt x="0" y="741"/>
                  </a:lnTo>
                  <a:lnTo>
                    <a:pt x="161" y="741"/>
                  </a:lnTo>
                  <a:lnTo>
                    <a:pt x="161"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7"/>
            <p:cNvSpPr/>
            <p:nvPr/>
          </p:nvSpPr>
          <p:spPr>
            <a:xfrm>
              <a:off x="4312949" y="2429654"/>
              <a:ext cx="15582" cy="67124"/>
            </a:xfrm>
            <a:custGeom>
              <a:rect b="b" l="l" r="r" t="t"/>
              <a:pathLst>
                <a:path extrusionOk="0" h="1848" w="429">
                  <a:moveTo>
                    <a:pt x="0" y="0"/>
                  </a:moveTo>
                  <a:lnTo>
                    <a:pt x="0"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7"/>
            <p:cNvSpPr/>
            <p:nvPr/>
          </p:nvSpPr>
          <p:spPr>
            <a:xfrm>
              <a:off x="4312949" y="2429654"/>
              <a:ext cx="5848" cy="67124"/>
            </a:xfrm>
            <a:custGeom>
              <a:rect b="b" l="l" r="r" t="t"/>
              <a:pathLst>
                <a:path extrusionOk="0" h="1848" w="161">
                  <a:moveTo>
                    <a:pt x="0" y="0"/>
                  </a:moveTo>
                  <a:lnTo>
                    <a:pt x="0" y="1847"/>
                  </a:lnTo>
                  <a:lnTo>
                    <a:pt x="161" y="1847"/>
                  </a:lnTo>
                  <a:lnTo>
                    <a:pt x="161"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7"/>
            <p:cNvSpPr/>
            <p:nvPr/>
          </p:nvSpPr>
          <p:spPr>
            <a:xfrm>
              <a:off x="4261082" y="2319491"/>
              <a:ext cx="119610" cy="139043"/>
            </a:xfrm>
            <a:custGeom>
              <a:rect b="b" l="l" r="r" t="t"/>
              <a:pathLst>
                <a:path extrusionOk="0" h="3828" w="3293">
                  <a:moveTo>
                    <a:pt x="1" y="0"/>
                  </a:moveTo>
                  <a:lnTo>
                    <a:pt x="1" y="3827"/>
                  </a:lnTo>
                  <a:lnTo>
                    <a:pt x="3293" y="3827"/>
                  </a:lnTo>
                  <a:lnTo>
                    <a:pt x="3293"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7"/>
            <p:cNvSpPr/>
            <p:nvPr/>
          </p:nvSpPr>
          <p:spPr>
            <a:xfrm>
              <a:off x="4268237" y="2326937"/>
              <a:ext cx="105335" cy="131596"/>
            </a:xfrm>
            <a:custGeom>
              <a:rect b="b" l="l" r="r" t="t"/>
              <a:pathLst>
                <a:path extrusionOk="0" h="3623" w="2900">
                  <a:moveTo>
                    <a:pt x="0" y="0"/>
                  </a:moveTo>
                  <a:lnTo>
                    <a:pt x="0" y="3622"/>
                  </a:lnTo>
                  <a:lnTo>
                    <a:pt x="2900" y="3622"/>
                  </a:lnTo>
                  <a:lnTo>
                    <a:pt x="2900"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7"/>
            <p:cNvSpPr/>
            <p:nvPr/>
          </p:nvSpPr>
          <p:spPr>
            <a:xfrm>
              <a:off x="4254617" y="2458493"/>
              <a:ext cx="132577" cy="12023"/>
            </a:xfrm>
            <a:custGeom>
              <a:rect b="b" l="l" r="r" t="t"/>
              <a:pathLst>
                <a:path extrusionOk="0" h="331" w="3650">
                  <a:moveTo>
                    <a:pt x="1" y="0"/>
                  </a:moveTo>
                  <a:lnTo>
                    <a:pt x="1" y="330"/>
                  </a:lnTo>
                  <a:lnTo>
                    <a:pt x="3649" y="330"/>
                  </a:lnTo>
                  <a:lnTo>
                    <a:pt x="3649"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7"/>
            <p:cNvSpPr/>
            <p:nvPr/>
          </p:nvSpPr>
          <p:spPr>
            <a:xfrm>
              <a:off x="4387153" y="2415707"/>
              <a:ext cx="44749" cy="54811"/>
            </a:xfrm>
            <a:custGeom>
              <a:rect b="b" l="l" r="r" t="t"/>
              <a:pathLst>
                <a:path extrusionOk="0" h="1509" w="1232">
                  <a:moveTo>
                    <a:pt x="1231" y="1"/>
                  </a:moveTo>
                  <a:lnTo>
                    <a:pt x="0" y="1178"/>
                  </a:lnTo>
                  <a:lnTo>
                    <a:pt x="0" y="1508"/>
                  </a:lnTo>
                  <a:lnTo>
                    <a:pt x="1231" y="331"/>
                  </a:lnTo>
                  <a:lnTo>
                    <a:pt x="1231"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7"/>
            <p:cNvSpPr/>
            <p:nvPr/>
          </p:nvSpPr>
          <p:spPr>
            <a:xfrm>
              <a:off x="4261082" y="2306198"/>
              <a:ext cx="7192" cy="152337"/>
            </a:xfrm>
            <a:custGeom>
              <a:rect b="b" l="l" r="r" t="t"/>
              <a:pathLst>
                <a:path extrusionOk="0" h="4194" w="198">
                  <a:moveTo>
                    <a:pt x="1" y="1"/>
                  </a:moveTo>
                  <a:lnTo>
                    <a:pt x="1" y="4193"/>
                  </a:lnTo>
                  <a:lnTo>
                    <a:pt x="197" y="4193"/>
                  </a:lnTo>
                  <a:lnTo>
                    <a:pt x="197"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7"/>
            <p:cNvSpPr/>
            <p:nvPr/>
          </p:nvSpPr>
          <p:spPr>
            <a:xfrm>
              <a:off x="4255597" y="2297117"/>
              <a:ext cx="18161" cy="18198"/>
            </a:xfrm>
            <a:custGeom>
              <a:rect b="b" l="l" r="r" t="t"/>
              <a:pathLst>
                <a:path extrusionOk="0" h="501" w="500">
                  <a:moveTo>
                    <a:pt x="250" y="1"/>
                  </a:moveTo>
                  <a:cubicBezTo>
                    <a:pt x="116" y="1"/>
                    <a:pt x="0" y="117"/>
                    <a:pt x="0" y="251"/>
                  </a:cubicBezTo>
                  <a:cubicBezTo>
                    <a:pt x="0" y="384"/>
                    <a:pt x="116" y="500"/>
                    <a:pt x="250" y="500"/>
                  </a:cubicBezTo>
                  <a:cubicBezTo>
                    <a:pt x="384" y="500"/>
                    <a:pt x="500" y="384"/>
                    <a:pt x="500" y="251"/>
                  </a:cubicBezTo>
                  <a:cubicBezTo>
                    <a:pt x="500" y="117"/>
                    <a:pt x="384" y="1"/>
                    <a:pt x="250"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7"/>
            <p:cNvSpPr/>
            <p:nvPr/>
          </p:nvSpPr>
          <p:spPr>
            <a:xfrm>
              <a:off x="4255924" y="2299733"/>
              <a:ext cx="17834" cy="15582"/>
            </a:xfrm>
            <a:custGeom>
              <a:rect b="b" l="l" r="r" t="t"/>
              <a:pathLst>
                <a:path extrusionOk="0" h="429" w="491">
                  <a:moveTo>
                    <a:pt x="411" y="0"/>
                  </a:moveTo>
                  <a:cubicBezTo>
                    <a:pt x="411" y="18"/>
                    <a:pt x="420" y="27"/>
                    <a:pt x="420" y="45"/>
                  </a:cubicBezTo>
                  <a:cubicBezTo>
                    <a:pt x="420" y="187"/>
                    <a:pt x="304" y="295"/>
                    <a:pt x="170" y="295"/>
                  </a:cubicBezTo>
                  <a:cubicBezTo>
                    <a:pt x="98" y="295"/>
                    <a:pt x="45" y="268"/>
                    <a:pt x="0" y="223"/>
                  </a:cubicBezTo>
                  <a:lnTo>
                    <a:pt x="0" y="223"/>
                  </a:lnTo>
                  <a:cubicBezTo>
                    <a:pt x="18" y="339"/>
                    <a:pt x="116" y="428"/>
                    <a:pt x="241" y="428"/>
                  </a:cubicBezTo>
                  <a:cubicBezTo>
                    <a:pt x="375" y="428"/>
                    <a:pt x="491" y="312"/>
                    <a:pt x="491" y="179"/>
                  </a:cubicBezTo>
                  <a:cubicBezTo>
                    <a:pt x="491" y="107"/>
                    <a:pt x="455" y="45"/>
                    <a:pt x="411"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7"/>
            <p:cNvSpPr/>
            <p:nvPr/>
          </p:nvSpPr>
          <p:spPr>
            <a:xfrm>
              <a:off x="4373533" y="2306198"/>
              <a:ext cx="7156" cy="152337"/>
            </a:xfrm>
            <a:custGeom>
              <a:rect b="b" l="l" r="r" t="t"/>
              <a:pathLst>
                <a:path extrusionOk="0" h="4194" w="197">
                  <a:moveTo>
                    <a:pt x="1" y="1"/>
                  </a:moveTo>
                  <a:lnTo>
                    <a:pt x="1" y="4193"/>
                  </a:lnTo>
                  <a:lnTo>
                    <a:pt x="197" y="4193"/>
                  </a:lnTo>
                  <a:lnTo>
                    <a:pt x="197"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7"/>
            <p:cNvSpPr/>
            <p:nvPr/>
          </p:nvSpPr>
          <p:spPr>
            <a:xfrm>
              <a:off x="4368012" y="2297117"/>
              <a:ext cx="18198" cy="18198"/>
            </a:xfrm>
            <a:custGeom>
              <a:rect b="b" l="l" r="r" t="t"/>
              <a:pathLst>
                <a:path extrusionOk="0" h="501" w="501">
                  <a:moveTo>
                    <a:pt x="251" y="1"/>
                  </a:moveTo>
                  <a:cubicBezTo>
                    <a:pt x="117" y="1"/>
                    <a:pt x="1" y="117"/>
                    <a:pt x="1" y="251"/>
                  </a:cubicBezTo>
                  <a:cubicBezTo>
                    <a:pt x="1" y="384"/>
                    <a:pt x="117" y="500"/>
                    <a:pt x="251" y="500"/>
                  </a:cubicBezTo>
                  <a:cubicBezTo>
                    <a:pt x="385" y="500"/>
                    <a:pt x="501" y="384"/>
                    <a:pt x="501" y="251"/>
                  </a:cubicBezTo>
                  <a:cubicBezTo>
                    <a:pt x="501" y="117"/>
                    <a:pt x="385" y="1"/>
                    <a:pt x="251"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7"/>
            <p:cNvSpPr/>
            <p:nvPr/>
          </p:nvSpPr>
          <p:spPr>
            <a:xfrm>
              <a:off x="4368339" y="2299733"/>
              <a:ext cx="17871" cy="15582"/>
            </a:xfrm>
            <a:custGeom>
              <a:rect b="b" l="l" r="r" t="t"/>
              <a:pathLst>
                <a:path extrusionOk="0" h="429" w="492">
                  <a:moveTo>
                    <a:pt x="411" y="0"/>
                  </a:moveTo>
                  <a:cubicBezTo>
                    <a:pt x="411" y="18"/>
                    <a:pt x="411" y="27"/>
                    <a:pt x="411" y="45"/>
                  </a:cubicBezTo>
                  <a:cubicBezTo>
                    <a:pt x="411" y="187"/>
                    <a:pt x="304" y="295"/>
                    <a:pt x="170" y="295"/>
                  </a:cubicBezTo>
                  <a:cubicBezTo>
                    <a:pt x="99" y="295"/>
                    <a:pt x="45" y="268"/>
                    <a:pt x="1" y="223"/>
                  </a:cubicBezTo>
                  <a:lnTo>
                    <a:pt x="1" y="223"/>
                  </a:lnTo>
                  <a:cubicBezTo>
                    <a:pt x="19" y="339"/>
                    <a:pt x="117" y="428"/>
                    <a:pt x="242" y="428"/>
                  </a:cubicBezTo>
                  <a:cubicBezTo>
                    <a:pt x="376" y="428"/>
                    <a:pt x="492" y="312"/>
                    <a:pt x="492" y="179"/>
                  </a:cubicBezTo>
                  <a:cubicBezTo>
                    <a:pt x="492" y="107"/>
                    <a:pt x="456" y="45"/>
                    <a:pt x="411"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7"/>
            <p:cNvSpPr/>
            <p:nvPr/>
          </p:nvSpPr>
          <p:spPr>
            <a:xfrm>
              <a:off x="4402372" y="2236207"/>
              <a:ext cx="21757" cy="43769"/>
            </a:xfrm>
            <a:custGeom>
              <a:rect b="b" l="l" r="r" t="t"/>
              <a:pathLst>
                <a:path extrusionOk="0" h="1205" w="599">
                  <a:moveTo>
                    <a:pt x="1" y="1"/>
                  </a:moveTo>
                  <a:lnTo>
                    <a:pt x="1" y="911"/>
                  </a:lnTo>
                  <a:cubicBezTo>
                    <a:pt x="1" y="1071"/>
                    <a:pt x="134" y="1205"/>
                    <a:pt x="304" y="1205"/>
                  </a:cubicBezTo>
                  <a:cubicBezTo>
                    <a:pt x="464" y="1205"/>
                    <a:pt x="598" y="1071"/>
                    <a:pt x="598" y="911"/>
                  </a:cubicBezTo>
                  <a:lnTo>
                    <a:pt x="5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7"/>
            <p:cNvSpPr/>
            <p:nvPr/>
          </p:nvSpPr>
          <p:spPr>
            <a:xfrm>
              <a:off x="4401064" y="2234572"/>
              <a:ext cx="24663" cy="47038"/>
            </a:xfrm>
            <a:custGeom>
              <a:rect b="b" l="l" r="r" t="t"/>
              <a:pathLst>
                <a:path extrusionOk="0" h="1295" w="679">
                  <a:moveTo>
                    <a:pt x="599" y="81"/>
                  </a:moveTo>
                  <a:lnTo>
                    <a:pt x="599" y="956"/>
                  </a:lnTo>
                  <a:cubicBezTo>
                    <a:pt x="599" y="1098"/>
                    <a:pt x="483" y="1214"/>
                    <a:pt x="340" y="1214"/>
                  </a:cubicBezTo>
                  <a:cubicBezTo>
                    <a:pt x="197" y="1214"/>
                    <a:pt x="81" y="1098"/>
                    <a:pt x="81" y="956"/>
                  </a:cubicBezTo>
                  <a:lnTo>
                    <a:pt x="81" y="81"/>
                  </a:lnTo>
                  <a:close/>
                  <a:moveTo>
                    <a:pt x="1" y="1"/>
                  </a:moveTo>
                  <a:lnTo>
                    <a:pt x="1" y="956"/>
                  </a:lnTo>
                  <a:cubicBezTo>
                    <a:pt x="1" y="1143"/>
                    <a:pt x="153" y="1295"/>
                    <a:pt x="340" y="1295"/>
                  </a:cubicBezTo>
                  <a:cubicBezTo>
                    <a:pt x="527" y="1295"/>
                    <a:pt x="679" y="1143"/>
                    <a:pt x="679" y="956"/>
                  </a:cubicBezTo>
                  <a:lnTo>
                    <a:pt x="67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7"/>
            <p:cNvSpPr/>
            <p:nvPr/>
          </p:nvSpPr>
          <p:spPr>
            <a:xfrm>
              <a:off x="4413377" y="2279937"/>
              <a:ext cx="36" cy="46711"/>
            </a:xfrm>
            <a:custGeom>
              <a:rect b="b" l="l" r="r" t="t"/>
              <a:pathLst>
                <a:path extrusionOk="0" h="1286" w="1">
                  <a:moveTo>
                    <a:pt x="1" y="1"/>
                  </a:moveTo>
                  <a:lnTo>
                    <a:pt x="1" y="1286"/>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7"/>
            <p:cNvSpPr/>
            <p:nvPr/>
          </p:nvSpPr>
          <p:spPr>
            <a:xfrm>
              <a:off x="4411779" y="2279937"/>
              <a:ext cx="2942" cy="46711"/>
            </a:xfrm>
            <a:custGeom>
              <a:rect b="b" l="l" r="r" t="t"/>
              <a:pathLst>
                <a:path extrusionOk="0" h="1286" w="81">
                  <a:moveTo>
                    <a:pt x="0" y="1"/>
                  </a:moveTo>
                  <a:lnTo>
                    <a:pt x="0" y="1286"/>
                  </a:lnTo>
                  <a:lnTo>
                    <a:pt x="81" y="1286"/>
                  </a:lnTo>
                  <a:lnTo>
                    <a:pt x="8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7"/>
            <p:cNvSpPr/>
            <p:nvPr/>
          </p:nvSpPr>
          <p:spPr>
            <a:xfrm>
              <a:off x="4402045" y="2325957"/>
              <a:ext cx="22084" cy="36"/>
            </a:xfrm>
            <a:custGeom>
              <a:rect b="b" l="l" r="r" t="t"/>
              <a:pathLst>
                <a:path extrusionOk="0" h="1" w="608">
                  <a:moveTo>
                    <a:pt x="1" y="1"/>
                  </a:moveTo>
                  <a:lnTo>
                    <a:pt x="607" y="1"/>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7"/>
            <p:cNvSpPr/>
            <p:nvPr/>
          </p:nvSpPr>
          <p:spPr>
            <a:xfrm>
              <a:off x="4402045" y="2324358"/>
              <a:ext cx="22084" cy="2942"/>
            </a:xfrm>
            <a:custGeom>
              <a:rect b="b" l="l" r="r" t="t"/>
              <a:pathLst>
                <a:path extrusionOk="0" h="81" w="608">
                  <a:moveTo>
                    <a:pt x="1" y="0"/>
                  </a:moveTo>
                  <a:lnTo>
                    <a:pt x="1" y="80"/>
                  </a:lnTo>
                  <a:lnTo>
                    <a:pt x="607" y="80"/>
                  </a:lnTo>
                  <a:lnTo>
                    <a:pt x="6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7"/>
            <p:cNvSpPr/>
            <p:nvPr/>
          </p:nvSpPr>
          <p:spPr>
            <a:xfrm>
              <a:off x="4460704" y="2236207"/>
              <a:ext cx="21757" cy="43769"/>
            </a:xfrm>
            <a:custGeom>
              <a:rect b="b" l="l" r="r" t="t"/>
              <a:pathLst>
                <a:path extrusionOk="0" h="1205" w="599">
                  <a:moveTo>
                    <a:pt x="0" y="1"/>
                  </a:moveTo>
                  <a:lnTo>
                    <a:pt x="0" y="911"/>
                  </a:lnTo>
                  <a:cubicBezTo>
                    <a:pt x="0" y="1071"/>
                    <a:pt x="134" y="1205"/>
                    <a:pt x="295" y="1205"/>
                  </a:cubicBezTo>
                  <a:cubicBezTo>
                    <a:pt x="464" y="1205"/>
                    <a:pt x="598" y="1071"/>
                    <a:pt x="598" y="911"/>
                  </a:cubicBezTo>
                  <a:lnTo>
                    <a:pt x="5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7"/>
            <p:cNvSpPr/>
            <p:nvPr/>
          </p:nvSpPr>
          <p:spPr>
            <a:xfrm>
              <a:off x="4459070" y="2234572"/>
              <a:ext cx="24990" cy="47038"/>
            </a:xfrm>
            <a:custGeom>
              <a:rect b="b" l="l" r="r" t="t"/>
              <a:pathLst>
                <a:path extrusionOk="0" h="1295" w="688">
                  <a:moveTo>
                    <a:pt x="598" y="81"/>
                  </a:moveTo>
                  <a:lnTo>
                    <a:pt x="598" y="956"/>
                  </a:lnTo>
                  <a:cubicBezTo>
                    <a:pt x="598" y="1098"/>
                    <a:pt x="482" y="1214"/>
                    <a:pt x="340" y="1214"/>
                  </a:cubicBezTo>
                  <a:cubicBezTo>
                    <a:pt x="197" y="1214"/>
                    <a:pt x="81" y="1098"/>
                    <a:pt x="81" y="956"/>
                  </a:cubicBezTo>
                  <a:lnTo>
                    <a:pt x="81" y="81"/>
                  </a:lnTo>
                  <a:close/>
                  <a:moveTo>
                    <a:pt x="1" y="1"/>
                  </a:moveTo>
                  <a:lnTo>
                    <a:pt x="1" y="956"/>
                  </a:lnTo>
                  <a:cubicBezTo>
                    <a:pt x="1" y="1143"/>
                    <a:pt x="152" y="1295"/>
                    <a:pt x="340" y="1295"/>
                  </a:cubicBezTo>
                  <a:cubicBezTo>
                    <a:pt x="527" y="1295"/>
                    <a:pt x="688" y="1143"/>
                    <a:pt x="688" y="956"/>
                  </a:cubicBezTo>
                  <a:lnTo>
                    <a:pt x="68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7"/>
            <p:cNvSpPr/>
            <p:nvPr/>
          </p:nvSpPr>
          <p:spPr>
            <a:xfrm>
              <a:off x="4471383" y="2279937"/>
              <a:ext cx="36" cy="46711"/>
            </a:xfrm>
            <a:custGeom>
              <a:rect b="b" l="l" r="r" t="t"/>
              <a:pathLst>
                <a:path extrusionOk="0" h="1286" w="1">
                  <a:moveTo>
                    <a:pt x="1" y="1"/>
                  </a:moveTo>
                  <a:lnTo>
                    <a:pt x="1" y="1286"/>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7"/>
            <p:cNvSpPr/>
            <p:nvPr/>
          </p:nvSpPr>
          <p:spPr>
            <a:xfrm>
              <a:off x="4470111" y="2279937"/>
              <a:ext cx="2942" cy="46711"/>
            </a:xfrm>
            <a:custGeom>
              <a:rect b="b" l="l" r="r" t="t"/>
              <a:pathLst>
                <a:path extrusionOk="0" h="1286" w="81">
                  <a:moveTo>
                    <a:pt x="0" y="1"/>
                  </a:moveTo>
                  <a:lnTo>
                    <a:pt x="0" y="1286"/>
                  </a:lnTo>
                  <a:lnTo>
                    <a:pt x="80" y="1286"/>
                  </a:lnTo>
                  <a:lnTo>
                    <a:pt x="8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7"/>
            <p:cNvSpPr/>
            <p:nvPr/>
          </p:nvSpPr>
          <p:spPr>
            <a:xfrm>
              <a:off x="4460377" y="2325957"/>
              <a:ext cx="22084" cy="36"/>
            </a:xfrm>
            <a:custGeom>
              <a:rect b="b" l="l" r="r" t="t"/>
              <a:pathLst>
                <a:path extrusionOk="0" h="1" w="608">
                  <a:moveTo>
                    <a:pt x="0" y="1"/>
                  </a:moveTo>
                  <a:lnTo>
                    <a:pt x="607" y="1"/>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7"/>
            <p:cNvSpPr/>
            <p:nvPr/>
          </p:nvSpPr>
          <p:spPr>
            <a:xfrm>
              <a:off x="4460377" y="2324358"/>
              <a:ext cx="22084" cy="2942"/>
            </a:xfrm>
            <a:custGeom>
              <a:rect b="b" l="l" r="r" t="t"/>
              <a:pathLst>
                <a:path extrusionOk="0" h="81" w="608">
                  <a:moveTo>
                    <a:pt x="0" y="0"/>
                  </a:moveTo>
                  <a:lnTo>
                    <a:pt x="0" y="80"/>
                  </a:lnTo>
                  <a:lnTo>
                    <a:pt x="607" y="80"/>
                  </a:lnTo>
                  <a:lnTo>
                    <a:pt x="6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1" name="Google Shape;4701;p77"/>
          <p:cNvGrpSpPr/>
          <p:nvPr/>
        </p:nvGrpSpPr>
        <p:grpSpPr>
          <a:xfrm>
            <a:off x="6" y="-563981"/>
            <a:ext cx="2234140" cy="1721439"/>
            <a:chOff x="3363545" y="1191568"/>
            <a:chExt cx="384038" cy="295876"/>
          </a:xfrm>
        </p:grpSpPr>
        <p:sp>
          <p:nvSpPr>
            <p:cNvPr id="4702" name="Google Shape;4702;p77"/>
            <p:cNvSpPr/>
            <p:nvPr/>
          </p:nvSpPr>
          <p:spPr>
            <a:xfrm>
              <a:off x="3363545"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7"/>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7"/>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7"/>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7"/>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7"/>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7"/>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09" name="Google Shape;4709;p77"/>
          <p:cNvSpPr/>
          <p:nvPr/>
        </p:nvSpPr>
        <p:spPr>
          <a:xfrm flipH="1">
            <a:off x="5789030" y="1415776"/>
            <a:ext cx="4663845" cy="1823457"/>
          </a:xfrm>
          <a:custGeom>
            <a:rect b="b" l="l" r="r" t="t"/>
            <a:pathLst>
              <a:path extrusionOk="0" h="7498" w="18102">
                <a:moveTo>
                  <a:pt x="13695" y="1"/>
                </a:moveTo>
                <a:cubicBezTo>
                  <a:pt x="13227" y="1"/>
                  <a:pt x="10064" y="334"/>
                  <a:pt x="10064" y="334"/>
                </a:cubicBezTo>
                <a:lnTo>
                  <a:pt x="7352" y="763"/>
                </a:lnTo>
                <a:lnTo>
                  <a:pt x="4497" y="2056"/>
                </a:lnTo>
                <a:lnTo>
                  <a:pt x="670" y="4420"/>
                </a:lnTo>
                <a:cubicBezTo>
                  <a:pt x="670" y="4420"/>
                  <a:pt x="269" y="5642"/>
                  <a:pt x="135" y="6552"/>
                </a:cubicBezTo>
                <a:cubicBezTo>
                  <a:pt x="1" y="7462"/>
                  <a:pt x="4756" y="7498"/>
                  <a:pt x="4756" y="7498"/>
                </a:cubicBezTo>
                <a:cubicBezTo>
                  <a:pt x="4756" y="7498"/>
                  <a:pt x="6542" y="5062"/>
                  <a:pt x="7773" y="5062"/>
                </a:cubicBezTo>
                <a:cubicBezTo>
                  <a:pt x="7776" y="5062"/>
                  <a:pt x="7778" y="5062"/>
                  <a:pt x="7780" y="5062"/>
                </a:cubicBezTo>
                <a:cubicBezTo>
                  <a:pt x="7810" y="5063"/>
                  <a:pt x="7839" y="5063"/>
                  <a:pt x="7869" y="5063"/>
                </a:cubicBezTo>
                <a:cubicBezTo>
                  <a:pt x="9064" y="5063"/>
                  <a:pt x="10272" y="4719"/>
                  <a:pt x="9323" y="4527"/>
                </a:cubicBezTo>
                <a:cubicBezTo>
                  <a:pt x="8351" y="4331"/>
                  <a:pt x="9609" y="4063"/>
                  <a:pt x="11063" y="3956"/>
                </a:cubicBezTo>
                <a:cubicBezTo>
                  <a:pt x="12508" y="3840"/>
                  <a:pt x="12562" y="3341"/>
                  <a:pt x="11884" y="3287"/>
                </a:cubicBezTo>
                <a:cubicBezTo>
                  <a:pt x="11197" y="3234"/>
                  <a:pt x="11447" y="2913"/>
                  <a:pt x="13275" y="2814"/>
                </a:cubicBezTo>
                <a:cubicBezTo>
                  <a:pt x="15104" y="2707"/>
                  <a:pt x="16228" y="2136"/>
                  <a:pt x="15390" y="2127"/>
                </a:cubicBezTo>
                <a:cubicBezTo>
                  <a:pt x="14551" y="2119"/>
                  <a:pt x="14979" y="1753"/>
                  <a:pt x="15515" y="1628"/>
                </a:cubicBezTo>
                <a:cubicBezTo>
                  <a:pt x="16059" y="1503"/>
                  <a:pt x="16514" y="1369"/>
                  <a:pt x="16023" y="1226"/>
                </a:cubicBezTo>
                <a:cubicBezTo>
                  <a:pt x="15541" y="1084"/>
                  <a:pt x="16656" y="1102"/>
                  <a:pt x="17379" y="789"/>
                </a:cubicBezTo>
                <a:cubicBezTo>
                  <a:pt x="18102" y="468"/>
                  <a:pt x="16888" y="272"/>
                  <a:pt x="16888" y="272"/>
                </a:cubicBezTo>
                <a:cubicBezTo>
                  <a:pt x="16888" y="272"/>
                  <a:pt x="13882" y="49"/>
                  <a:pt x="13748" y="4"/>
                </a:cubicBezTo>
                <a:cubicBezTo>
                  <a:pt x="13741" y="2"/>
                  <a:pt x="13722" y="1"/>
                  <a:pt x="136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7"/>
          <p:cNvSpPr/>
          <p:nvPr/>
        </p:nvSpPr>
        <p:spPr>
          <a:xfrm flipH="1">
            <a:off x="6056834" y="1230804"/>
            <a:ext cx="3179081" cy="1680765"/>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11" name="Google Shape;4711;p77"/>
          <p:cNvGrpSpPr/>
          <p:nvPr/>
        </p:nvGrpSpPr>
        <p:grpSpPr>
          <a:xfrm>
            <a:off x="7163263" y="-717771"/>
            <a:ext cx="2073052" cy="3334299"/>
            <a:chOff x="7163263" y="-717771"/>
            <a:chExt cx="2073052" cy="3334299"/>
          </a:xfrm>
        </p:grpSpPr>
        <p:sp>
          <p:nvSpPr>
            <p:cNvPr id="4712" name="Google Shape;4712;p77"/>
            <p:cNvSpPr/>
            <p:nvPr/>
          </p:nvSpPr>
          <p:spPr>
            <a:xfrm flipH="1">
              <a:off x="7163263" y="-717771"/>
              <a:ext cx="2073052" cy="3334299"/>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7"/>
            <p:cNvSpPr/>
            <p:nvPr/>
          </p:nvSpPr>
          <p:spPr>
            <a:xfrm flipH="1">
              <a:off x="8406586" y="-261395"/>
              <a:ext cx="829728" cy="2877906"/>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7"/>
            <p:cNvSpPr/>
            <p:nvPr/>
          </p:nvSpPr>
          <p:spPr>
            <a:xfrm flipH="1">
              <a:off x="7622547" y="-61921"/>
              <a:ext cx="1161039" cy="1390469"/>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7"/>
            <p:cNvSpPr/>
            <p:nvPr/>
          </p:nvSpPr>
          <p:spPr>
            <a:xfrm flipH="1">
              <a:off x="8490683" y="-717771"/>
              <a:ext cx="745632" cy="801327"/>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7"/>
            <p:cNvSpPr/>
            <p:nvPr/>
          </p:nvSpPr>
          <p:spPr>
            <a:xfrm flipH="1">
              <a:off x="9113251" y="2434282"/>
              <a:ext cx="123064" cy="182128"/>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7"/>
            <p:cNvSpPr/>
            <p:nvPr/>
          </p:nvSpPr>
          <p:spPr>
            <a:xfrm flipH="1">
              <a:off x="8288622" y="1771991"/>
              <a:ext cx="233078" cy="451741"/>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7"/>
            <p:cNvSpPr/>
            <p:nvPr/>
          </p:nvSpPr>
          <p:spPr>
            <a:xfrm flipH="1">
              <a:off x="7844017" y="97659"/>
              <a:ext cx="1169195" cy="1803745"/>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7"/>
            <p:cNvSpPr/>
            <p:nvPr/>
          </p:nvSpPr>
          <p:spPr>
            <a:xfrm flipH="1">
              <a:off x="8167371" y="1500599"/>
              <a:ext cx="323518" cy="598624"/>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7"/>
            <p:cNvSpPr/>
            <p:nvPr/>
          </p:nvSpPr>
          <p:spPr>
            <a:xfrm flipH="1">
              <a:off x="8869121" y="1732096"/>
              <a:ext cx="252290" cy="711873"/>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7"/>
            <p:cNvSpPr/>
            <p:nvPr/>
          </p:nvSpPr>
          <p:spPr>
            <a:xfrm flipH="1">
              <a:off x="8586024" y="1312216"/>
              <a:ext cx="427189" cy="1002598"/>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7"/>
            <p:cNvSpPr/>
            <p:nvPr/>
          </p:nvSpPr>
          <p:spPr>
            <a:xfrm flipH="1">
              <a:off x="7653201" y="1176610"/>
              <a:ext cx="425376" cy="664105"/>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7"/>
            <p:cNvSpPr/>
            <p:nvPr/>
          </p:nvSpPr>
          <p:spPr>
            <a:xfrm flipH="1">
              <a:off x="7530334" y="1519741"/>
              <a:ext cx="92434" cy="191789"/>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7"/>
            <p:cNvSpPr/>
            <p:nvPr/>
          </p:nvSpPr>
          <p:spPr>
            <a:xfrm flipH="1">
              <a:off x="7237631" y="1443172"/>
              <a:ext cx="270233" cy="147062"/>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5" name="Google Shape;4725;p77"/>
          <p:cNvGrpSpPr/>
          <p:nvPr/>
        </p:nvGrpSpPr>
        <p:grpSpPr>
          <a:xfrm>
            <a:off x="6265925" y="857009"/>
            <a:ext cx="897347" cy="659149"/>
            <a:chOff x="6123718" y="525411"/>
            <a:chExt cx="1395563" cy="1024955"/>
          </a:xfrm>
        </p:grpSpPr>
        <p:grpSp>
          <p:nvGrpSpPr>
            <p:cNvPr id="4726" name="Google Shape;4726;p77"/>
            <p:cNvGrpSpPr/>
            <p:nvPr/>
          </p:nvGrpSpPr>
          <p:grpSpPr>
            <a:xfrm flipH="1">
              <a:off x="6123718" y="525411"/>
              <a:ext cx="1395563" cy="1024955"/>
              <a:chOff x="1696430" y="1591394"/>
              <a:chExt cx="279683" cy="208092"/>
            </a:xfrm>
          </p:grpSpPr>
          <p:sp>
            <p:nvSpPr>
              <p:cNvPr id="4727" name="Google Shape;4727;p77"/>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7"/>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7"/>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7"/>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7"/>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7"/>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7"/>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7"/>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7"/>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7"/>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7"/>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38" name="Google Shape;4738;p77"/>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39" name="Google Shape;4739;p77"/>
          <p:cNvSpPr txBox="1"/>
          <p:nvPr>
            <p:ph type="title"/>
          </p:nvPr>
        </p:nvSpPr>
        <p:spPr>
          <a:xfrm>
            <a:off x="713100" y="2281313"/>
            <a:ext cx="3500100" cy="8418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4740" name="Google Shape;4740;p77"/>
          <p:cNvSpPr txBox="1"/>
          <p:nvPr>
            <p:ph hasCustomPrompt="1" idx="2" type="title"/>
          </p:nvPr>
        </p:nvSpPr>
        <p:spPr>
          <a:xfrm>
            <a:off x="1858800" y="1447686"/>
            <a:ext cx="1208700" cy="8418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4741" name="Google Shape;4741;p77"/>
          <p:cNvSpPr txBox="1"/>
          <p:nvPr>
            <p:ph idx="1" type="subTitle"/>
          </p:nvPr>
        </p:nvSpPr>
        <p:spPr>
          <a:xfrm>
            <a:off x="1180075" y="3110238"/>
            <a:ext cx="2565900" cy="659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1600"/>
              </a:spcBef>
              <a:spcAft>
                <a:spcPts val="0"/>
              </a:spcAft>
              <a:buSzPts val="1600"/>
              <a:buNone/>
              <a:defRPr sz="1600"/>
            </a:lvl2pPr>
            <a:lvl3pPr lvl="2" algn="ctr">
              <a:lnSpc>
                <a:spcPct val="100000"/>
              </a:lnSpc>
              <a:spcBef>
                <a:spcPts val="1600"/>
              </a:spcBef>
              <a:spcAft>
                <a:spcPts val="0"/>
              </a:spcAft>
              <a:buSzPts val="1600"/>
              <a:buNone/>
              <a:defRPr sz="1600"/>
            </a:lvl3pPr>
            <a:lvl4pPr lvl="3" algn="ctr">
              <a:lnSpc>
                <a:spcPct val="100000"/>
              </a:lnSpc>
              <a:spcBef>
                <a:spcPts val="1600"/>
              </a:spcBef>
              <a:spcAft>
                <a:spcPts val="0"/>
              </a:spcAft>
              <a:buSzPts val="1600"/>
              <a:buNone/>
              <a:defRPr sz="1600"/>
            </a:lvl4pPr>
            <a:lvl5pPr lvl="4" algn="ctr">
              <a:lnSpc>
                <a:spcPct val="100000"/>
              </a:lnSpc>
              <a:spcBef>
                <a:spcPts val="1600"/>
              </a:spcBef>
              <a:spcAft>
                <a:spcPts val="0"/>
              </a:spcAft>
              <a:buSzPts val="1600"/>
              <a:buNone/>
              <a:defRPr sz="1600"/>
            </a:lvl5pPr>
            <a:lvl6pPr lvl="5" algn="ctr">
              <a:lnSpc>
                <a:spcPct val="100000"/>
              </a:lnSpc>
              <a:spcBef>
                <a:spcPts val="1600"/>
              </a:spcBef>
              <a:spcAft>
                <a:spcPts val="0"/>
              </a:spcAft>
              <a:buSzPts val="1600"/>
              <a:buNone/>
              <a:defRPr sz="1600"/>
            </a:lvl6pPr>
            <a:lvl7pPr lvl="6" algn="ctr">
              <a:lnSpc>
                <a:spcPct val="100000"/>
              </a:lnSpc>
              <a:spcBef>
                <a:spcPts val="1600"/>
              </a:spcBef>
              <a:spcAft>
                <a:spcPts val="0"/>
              </a:spcAft>
              <a:buSzPts val="1600"/>
              <a:buNone/>
              <a:defRPr sz="1600"/>
            </a:lvl7pPr>
            <a:lvl8pPr lvl="7" algn="ctr">
              <a:lnSpc>
                <a:spcPct val="100000"/>
              </a:lnSpc>
              <a:spcBef>
                <a:spcPts val="1600"/>
              </a:spcBef>
              <a:spcAft>
                <a:spcPts val="0"/>
              </a:spcAft>
              <a:buSzPts val="1600"/>
              <a:buNone/>
              <a:defRPr sz="1600"/>
            </a:lvl8pPr>
            <a:lvl9pPr lvl="8" algn="ctr">
              <a:lnSpc>
                <a:spcPct val="100000"/>
              </a:lnSpc>
              <a:spcBef>
                <a:spcPts val="1600"/>
              </a:spcBef>
              <a:spcAft>
                <a:spcPts val="1600"/>
              </a:spcAft>
              <a:buSzPts val="1600"/>
              <a:buNone/>
              <a:defRPr sz="1600"/>
            </a:lvl9pPr>
          </a:lstStyle>
          <a:p/>
        </p:txBody>
      </p:sp>
    </p:spTree>
  </p:cSld>
  <p:clrMapOvr>
    <a:masterClrMapping/>
  </p:clrMapOvr>
</p:sldLayout>
</file>

<file path=ppt/slideLayouts/slideLayout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4742" name="Shape 4742"/>
        <p:cNvGrpSpPr/>
        <p:nvPr/>
      </p:nvGrpSpPr>
      <p:grpSpPr>
        <a:xfrm>
          <a:off x="0" y="0"/>
          <a:ext cx="0" cy="0"/>
          <a:chOff x="0" y="0"/>
          <a:chExt cx="0" cy="0"/>
        </a:xfrm>
      </p:grpSpPr>
      <p:sp>
        <p:nvSpPr>
          <p:cNvPr id="4743" name="Google Shape;4743;p78"/>
          <p:cNvSpPr/>
          <p:nvPr/>
        </p:nvSpPr>
        <p:spPr>
          <a:xfrm flipH="1">
            <a:off x="-1" y="4762490"/>
            <a:ext cx="9173906"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8"/>
          <p:cNvSpPr/>
          <p:nvPr/>
        </p:nvSpPr>
        <p:spPr>
          <a:xfrm flipH="1" rot="-238332">
            <a:off x="6822298" y="4242312"/>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45" name="Google Shape;4745;p78"/>
          <p:cNvGrpSpPr/>
          <p:nvPr/>
        </p:nvGrpSpPr>
        <p:grpSpPr>
          <a:xfrm flipH="1">
            <a:off x="5788734" y="1911751"/>
            <a:ext cx="3692024" cy="2844763"/>
            <a:chOff x="3331840" y="1191568"/>
            <a:chExt cx="384038" cy="295876"/>
          </a:xfrm>
        </p:grpSpPr>
        <p:sp>
          <p:nvSpPr>
            <p:cNvPr id="4746" name="Google Shape;4746;p78"/>
            <p:cNvSpPr/>
            <p:nvPr/>
          </p:nvSpPr>
          <p:spPr>
            <a:xfrm>
              <a:off x="3331840"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8"/>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8"/>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8"/>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8"/>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8"/>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8"/>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3" name="Google Shape;4753;p78"/>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4754" name="Google Shape;4754;p78"/>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SzPts val="1200"/>
              <a:buAutoNum type="arabicPeriod"/>
              <a:defRPr sz="1200"/>
            </a:lvl1pPr>
            <a:lvl2pPr indent="-304800" lvl="1" marL="914400">
              <a:lnSpc>
                <a:spcPct val="115000"/>
              </a:lnSpc>
              <a:spcBef>
                <a:spcPts val="1600"/>
              </a:spcBef>
              <a:spcAft>
                <a:spcPts val="0"/>
              </a:spcAft>
              <a:buSzPts val="1200"/>
              <a:buFont typeface="Roboto Condensed Light"/>
              <a:buAutoNum type="alphaLcPeriod"/>
              <a:defRPr/>
            </a:lvl2pPr>
            <a:lvl3pPr indent="-304800" lvl="2" marL="1371600">
              <a:lnSpc>
                <a:spcPct val="115000"/>
              </a:lnSpc>
              <a:spcBef>
                <a:spcPts val="1600"/>
              </a:spcBef>
              <a:spcAft>
                <a:spcPts val="0"/>
              </a:spcAft>
              <a:buSzPts val="1200"/>
              <a:buFont typeface="Roboto Condensed Light"/>
              <a:buAutoNum type="romanLcPeriod"/>
              <a:defRPr/>
            </a:lvl3pPr>
            <a:lvl4pPr indent="-304800" lvl="3" marL="1828800">
              <a:lnSpc>
                <a:spcPct val="115000"/>
              </a:lnSpc>
              <a:spcBef>
                <a:spcPts val="1600"/>
              </a:spcBef>
              <a:spcAft>
                <a:spcPts val="0"/>
              </a:spcAft>
              <a:buSzPts val="1200"/>
              <a:buFont typeface="Roboto Condensed Light"/>
              <a:buAutoNum type="arabicPeriod"/>
              <a:defRPr/>
            </a:lvl4pPr>
            <a:lvl5pPr indent="-304800" lvl="4" marL="2286000">
              <a:lnSpc>
                <a:spcPct val="115000"/>
              </a:lnSpc>
              <a:spcBef>
                <a:spcPts val="1600"/>
              </a:spcBef>
              <a:spcAft>
                <a:spcPts val="0"/>
              </a:spcAft>
              <a:buSzPts val="1200"/>
              <a:buFont typeface="Roboto Condensed Light"/>
              <a:buAutoNum type="alphaLcPeriod"/>
              <a:defRPr/>
            </a:lvl5pPr>
            <a:lvl6pPr indent="-304800" lvl="5" marL="2743200">
              <a:lnSpc>
                <a:spcPct val="115000"/>
              </a:lnSpc>
              <a:spcBef>
                <a:spcPts val="1600"/>
              </a:spcBef>
              <a:spcAft>
                <a:spcPts val="0"/>
              </a:spcAft>
              <a:buSzPts val="1200"/>
              <a:buFont typeface="Roboto Condensed Light"/>
              <a:buAutoNum type="romanLcPeriod"/>
              <a:defRPr/>
            </a:lvl6pPr>
            <a:lvl7pPr indent="-304800" lvl="6" marL="3200400">
              <a:lnSpc>
                <a:spcPct val="115000"/>
              </a:lnSpc>
              <a:spcBef>
                <a:spcPts val="1600"/>
              </a:spcBef>
              <a:spcAft>
                <a:spcPts val="0"/>
              </a:spcAft>
              <a:buSzPts val="1200"/>
              <a:buFont typeface="Roboto Condensed Light"/>
              <a:buAutoNum type="arabicPeriod"/>
              <a:defRPr/>
            </a:lvl7pPr>
            <a:lvl8pPr indent="-304800" lvl="7" marL="3657600">
              <a:lnSpc>
                <a:spcPct val="115000"/>
              </a:lnSpc>
              <a:spcBef>
                <a:spcPts val="1600"/>
              </a:spcBef>
              <a:spcAft>
                <a:spcPts val="0"/>
              </a:spcAft>
              <a:buSzPts val="1200"/>
              <a:buFont typeface="Roboto Condensed Light"/>
              <a:buAutoNum type="alphaLcPeriod"/>
              <a:defRPr/>
            </a:lvl8pPr>
            <a:lvl9pPr indent="-304800" lvl="8" marL="4114800">
              <a:lnSpc>
                <a:spcPct val="115000"/>
              </a:lnSpc>
              <a:spcBef>
                <a:spcPts val="1600"/>
              </a:spcBef>
              <a:spcAft>
                <a:spcPts val="1600"/>
              </a:spcAft>
              <a:buSzPts val="1200"/>
              <a:buFont typeface="Roboto Condensed Light"/>
              <a:buAutoNum type="romanLcPeriod"/>
              <a:defRPr/>
            </a:lvl9pPr>
          </a:lstStyle>
          <a:p/>
        </p:txBody>
      </p:sp>
    </p:spTree>
  </p:cSld>
  <p:clrMapOvr>
    <a:masterClrMapping/>
  </p:clrMapOvr>
</p:sldLayout>
</file>

<file path=ppt/slideLayouts/slideLayout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4755" name="Shape 4755"/>
        <p:cNvGrpSpPr/>
        <p:nvPr/>
      </p:nvGrpSpPr>
      <p:grpSpPr>
        <a:xfrm>
          <a:off x="0" y="0"/>
          <a:ext cx="0" cy="0"/>
          <a:chOff x="0" y="0"/>
          <a:chExt cx="0" cy="0"/>
        </a:xfrm>
      </p:grpSpPr>
      <p:sp>
        <p:nvSpPr>
          <p:cNvPr id="4756" name="Google Shape;4756;p79"/>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9"/>
          <p:cNvSpPr/>
          <p:nvPr/>
        </p:nvSpPr>
        <p:spPr>
          <a:xfrm flipH="1" rot="-238332">
            <a:off x="6971149" y="4242317"/>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9"/>
          <p:cNvSpPr/>
          <p:nvPr/>
        </p:nvSpPr>
        <p:spPr>
          <a:xfrm>
            <a:off x="4" y="4864136"/>
            <a:ext cx="1665423" cy="78539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9"/>
          <p:cNvSpPr/>
          <p:nvPr/>
        </p:nvSpPr>
        <p:spPr>
          <a:xfrm>
            <a:off x="96226" y="4775056"/>
            <a:ext cx="1043455" cy="549114"/>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60" name="Google Shape;4760;p79"/>
          <p:cNvGrpSpPr/>
          <p:nvPr/>
        </p:nvGrpSpPr>
        <p:grpSpPr>
          <a:xfrm>
            <a:off x="-114735" y="3498258"/>
            <a:ext cx="1159291" cy="1855702"/>
            <a:chOff x="1352322" y="1338997"/>
            <a:chExt cx="415457" cy="676942"/>
          </a:xfrm>
        </p:grpSpPr>
        <p:sp>
          <p:nvSpPr>
            <p:cNvPr id="4761" name="Google Shape;4761;p79"/>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9"/>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9"/>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9"/>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9"/>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9"/>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9"/>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9"/>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9"/>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9"/>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9"/>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9"/>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9"/>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4" name="Google Shape;4774;p79"/>
          <p:cNvGrpSpPr/>
          <p:nvPr/>
        </p:nvGrpSpPr>
        <p:grpSpPr>
          <a:xfrm flipH="1">
            <a:off x="939877" y="4497343"/>
            <a:ext cx="746626" cy="545891"/>
            <a:chOff x="6123718" y="525411"/>
            <a:chExt cx="1395563" cy="1024955"/>
          </a:xfrm>
        </p:grpSpPr>
        <p:grpSp>
          <p:nvGrpSpPr>
            <p:cNvPr id="4775" name="Google Shape;4775;p79"/>
            <p:cNvGrpSpPr/>
            <p:nvPr/>
          </p:nvGrpSpPr>
          <p:grpSpPr>
            <a:xfrm flipH="1">
              <a:off x="6123718" y="525411"/>
              <a:ext cx="1395563" cy="1024955"/>
              <a:chOff x="1696430" y="1591394"/>
              <a:chExt cx="279683" cy="208092"/>
            </a:xfrm>
          </p:grpSpPr>
          <p:sp>
            <p:nvSpPr>
              <p:cNvPr id="4776" name="Google Shape;4776;p79"/>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9"/>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9"/>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9"/>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9"/>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9"/>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9"/>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9"/>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9"/>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9"/>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9"/>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87" name="Google Shape;4787;p79"/>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8" name="Google Shape;4788;p79"/>
          <p:cNvGrpSpPr/>
          <p:nvPr/>
        </p:nvGrpSpPr>
        <p:grpSpPr>
          <a:xfrm flipH="1">
            <a:off x="6989366" y="3989002"/>
            <a:ext cx="2154611" cy="785401"/>
            <a:chOff x="3363545" y="1399908"/>
            <a:chExt cx="240164" cy="87537"/>
          </a:xfrm>
        </p:grpSpPr>
        <p:sp>
          <p:nvSpPr>
            <p:cNvPr id="4789" name="Google Shape;4789;p79"/>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9"/>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9"/>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9"/>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9"/>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94" name="Google Shape;4794;p79"/>
          <p:cNvSpPr/>
          <p:nvPr/>
        </p:nvSpPr>
        <p:spPr>
          <a:xfrm flipH="1">
            <a:off x="8527104" y="1855882"/>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9"/>
          <p:cNvSpPr/>
          <p:nvPr/>
        </p:nvSpPr>
        <p:spPr>
          <a:xfrm flipH="1">
            <a:off x="-367166" y="2571757"/>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9"/>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4797" name="Google Shape;4797;p79"/>
          <p:cNvSpPr txBox="1"/>
          <p:nvPr>
            <p:ph idx="2" type="title"/>
          </p:nvPr>
        </p:nvSpPr>
        <p:spPr>
          <a:xfrm>
            <a:off x="1686500" y="1772075"/>
            <a:ext cx="25056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b="0" sz="22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4798" name="Google Shape;4798;p79"/>
          <p:cNvSpPr txBox="1"/>
          <p:nvPr>
            <p:ph idx="3" type="title"/>
          </p:nvPr>
        </p:nvSpPr>
        <p:spPr>
          <a:xfrm>
            <a:off x="4951900" y="1772075"/>
            <a:ext cx="25056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b="0" sz="22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4799" name="Google Shape;4799;p79"/>
          <p:cNvSpPr txBox="1"/>
          <p:nvPr>
            <p:ph idx="1" type="subTitle"/>
          </p:nvPr>
        </p:nvSpPr>
        <p:spPr>
          <a:xfrm>
            <a:off x="4951897" y="2097310"/>
            <a:ext cx="2505600" cy="1010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b="0" sz="14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4800" name="Google Shape;4800;p79"/>
          <p:cNvSpPr txBox="1"/>
          <p:nvPr>
            <p:ph idx="4" type="subTitle"/>
          </p:nvPr>
        </p:nvSpPr>
        <p:spPr>
          <a:xfrm>
            <a:off x="1686500" y="2097310"/>
            <a:ext cx="2505600" cy="1010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b="0" sz="14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Tree>
  </p:cSld>
  <p:clrMapOvr>
    <a:masterClrMapping/>
  </p:clrMapOvr>
</p:sldLayout>
</file>

<file path=ppt/slideLayouts/slideLayout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801" name="Shape 4801"/>
        <p:cNvGrpSpPr/>
        <p:nvPr/>
      </p:nvGrpSpPr>
      <p:grpSpPr>
        <a:xfrm>
          <a:off x="0" y="0"/>
          <a:ext cx="0" cy="0"/>
          <a:chOff x="0" y="0"/>
          <a:chExt cx="0" cy="0"/>
        </a:xfrm>
      </p:grpSpPr>
      <p:sp>
        <p:nvSpPr>
          <p:cNvPr id="4802" name="Google Shape;4802;p80"/>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80"/>
          <p:cNvSpPr/>
          <p:nvPr/>
        </p:nvSpPr>
        <p:spPr>
          <a:xfrm flipH="1">
            <a:off x="8452048" y="4570199"/>
            <a:ext cx="2576451" cy="136094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80"/>
          <p:cNvSpPr/>
          <p:nvPr/>
        </p:nvSpPr>
        <p:spPr>
          <a:xfrm>
            <a:off x="0" y="4852503"/>
            <a:ext cx="9144009" cy="289809"/>
          </a:xfrm>
          <a:custGeom>
            <a:rect b="b" l="l" r="r" t="t"/>
            <a:pathLst>
              <a:path extrusionOk="0" h="9234" w="27897">
                <a:moveTo>
                  <a:pt x="14337" y="0"/>
                </a:moveTo>
                <a:cubicBezTo>
                  <a:pt x="14337" y="0"/>
                  <a:pt x="12053" y="402"/>
                  <a:pt x="13222" y="633"/>
                </a:cubicBezTo>
                <a:cubicBezTo>
                  <a:pt x="14391" y="857"/>
                  <a:pt x="13704" y="1276"/>
                  <a:pt x="11001" y="1419"/>
                </a:cubicBezTo>
                <a:cubicBezTo>
                  <a:pt x="8289" y="1561"/>
                  <a:pt x="8164" y="2204"/>
                  <a:pt x="9529" y="2346"/>
                </a:cubicBezTo>
                <a:cubicBezTo>
                  <a:pt x="10885" y="2489"/>
                  <a:pt x="4131" y="3470"/>
                  <a:pt x="5808" y="4006"/>
                </a:cubicBezTo>
                <a:cubicBezTo>
                  <a:pt x="7495" y="4550"/>
                  <a:pt x="4961" y="5040"/>
                  <a:pt x="3257" y="5272"/>
                </a:cubicBezTo>
                <a:cubicBezTo>
                  <a:pt x="1553" y="5504"/>
                  <a:pt x="1375" y="6040"/>
                  <a:pt x="2365" y="6227"/>
                </a:cubicBezTo>
                <a:cubicBezTo>
                  <a:pt x="3355" y="6414"/>
                  <a:pt x="1" y="7271"/>
                  <a:pt x="1" y="7271"/>
                </a:cubicBezTo>
                <a:lnTo>
                  <a:pt x="1" y="9233"/>
                </a:lnTo>
                <a:lnTo>
                  <a:pt x="27897" y="9233"/>
                </a:lnTo>
                <a:lnTo>
                  <a:pt x="27897" y="7137"/>
                </a:lnTo>
                <a:cubicBezTo>
                  <a:pt x="27897" y="7137"/>
                  <a:pt x="23472" y="6361"/>
                  <a:pt x="24445" y="5504"/>
                </a:cubicBezTo>
                <a:cubicBezTo>
                  <a:pt x="25417" y="4648"/>
                  <a:pt x="20171" y="4434"/>
                  <a:pt x="21340" y="3925"/>
                </a:cubicBezTo>
                <a:cubicBezTo>
                  <a:pt x="22500" y="3417"/>
                  <a:pt x="21893" y="2917"/>
                  <a:pt x="20912" y="2721"/>
                </a:cubicBezTo>
                <a:cubicBezTo>
                  <a:pt x="19939" y="2534"/>
                  <a:pt x="18780" y="2034"/>
                  <a:pt x="19422" y="1481"/>
                </a:cubicBezTo>
                <a:cubicBezTo>
                  <a:pt x="20055" y="928"/>
                  <a:pt x="19288" y="732"/>
                  <a:pt x="18512" y="491"/>
                </a:cubicBezTo>
                <a:cubicBezTo>
                  <a:pt x="17727" y="259"/>
                  <a:pt x="18637" y="0"/>
                  <a:pt x="18637"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05" name="Google Shape;4805;p80"/>
          <p:cNvGrpSpPr/>
          <p:nvPr/>
        </p:nvGrpSpPr>
        <p:grpSpPr>
          <a:xfrm>
            <a:off x="-409527" y="3734044"/>
            <a:ext cx="1176845" cy="1035418"/>
            <a:chOff x="3650956" y="1757963"/>
            <a:chExt cx="258943" cy="227815"/>
          </a:xfrm>
        </p:grpSpPr>
        <p:sp>
          <p:nvSpPr>
            <p:cNvPr id="4806" name="Google Shape;4806;p80"/>
            <p:cNvSpPr/>
            <p:nvPr/>
          </p:nvSpPr>
          <p:spPr>
            <a:xfrm>
              <a:off x="3650956" y="1757963"/>
              <a:ext cx="258943" cy="227815"/>
            </a:xfrm>
            <a:custGeom>
              <a:rect b="b" l="l" r="r" t="t"/>
              <a:pathLst>
                <a:path extrusionOk="0" h="6272" w="7129">
                  <a:moveTo>
                    <a:pt x="5416" y="0"/>
                  </a:moveTo>
                  <a:lnTo>
                    <a:pt x="3828" y="411"/>
                  </a:lnTo>
                  <a:lnTo>
                    <a:pt x="3337" y="1499"/>
                  </a:lnTo>
                  <a:lnTo>
                    <a:pt x="2320" y="1945"/>
                  </a:lnTo>
                  <a:lnTo>
                    <a:pt x="1642" y="3016"/>
                  </a:lnTo>
                  <a:lnTo>
                    <a:pt x="1535" y="4095"/>
                  </a:lnTo>
                  <a:lnTo>
                    <a:pt x="1018" y="5219"/>
                  </a:lnTo>
                  <a:lnTo>
                    <a:pt x="1" y="6272"/>
                  </a:lnTo>
                  <a:lnTo>
                    <a:pt x="3846" y="6272"/>
                  </a:lnTo>
                  <a:lnTo>
                    <a:pt x="3417" y="5255"/>
                  </a:lnTo>
                  <a:lnTo>
                    <a:pt x="3623" y="4461"/>
                  </a:lnTo>
                  <a:lnTo>
                    <a:pt x="4390" y="3408"/>
                  </a:lnTo>
                  <a:lnTo>
                    <a:pt x="4898" y="3533"/>
                  </a:lnTo>
                  <a:lnTo>
                    <a:pt x="5327" y="4505"/>
                  </a:lnTo>
                  <a:lnTo>
                    <a:pt x="5077" y="5522"/>
                  </a:lnTo>
                  <a:lnTo>
                    <a:pt x="5228" y="6272"/>
                  </a:lnTo>
                  <a:lnTo>
                    <a:pt x="7129" y="6272"/>
                  </a:lnTo>
                  <a:lnTo>
                    <a:pt x="6745" y="5174"/>
                  </a:lnTo>
                  <a:lnTo>
                    <a:pt x="7066" y="4211"/>
                  </a:lnTo>
                  <a:lnTo>
                    <a:pt x="6593" y="2837"/>
                  </a:lnTo>
                  <a:lnTo>
                    <a:pt x="6308" y="1196"/>
                  </a:lnTo>
                  <a:lnTo>
                    <a:pt x="54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80"/>
            <p:cNvSpPr/>
            <p:nvPr/>
          </p:nvSpPr>
          <p:spPr>
            <a:xfrm>
              <a:off x="3710595" y="1757963"/>
              <a:ext cx="169481" cy="109549"/>
            </a:xfrm>
            <a:custGeom>
              <a:rect b="b" l="l" r="r" t="t"/>
              <a:pathLst>
                <a:path extrusionOk="0" h="3016" w="4666">
                  <a:moveTo>
                    <a:pt x="3774" y="0"/>
                  </a:moveTo>
                  <a:lnTo>
                    <a:pt x="2186" y="411"/>
                  </a:lnTo>
                  <a:lnTo>
                    <a:pt x="1695" y="1499"/>
                  </a:lnTo>
                  <a:lnTo>
                    <a:pt x="678" y="1945"/>
                  </a:lnTo>
                  <a:lnTo>
                    <a:pt x="0" y="3016"/>
                  </a:lnTo>
                  <a:lnTo>
                    <a:pt x="0" y="3016"/>
                  </a:lnTo>
                  <a:lnTo>
                    <a:pt x="794" y="2346"/>
                  </a:lnTo>
                  <a:lnTo>
                    <a:pt x="1401" y="2257"/>
                  </a:lnTo>
                  <a:lnTo>
                    <a:pt x="1918" y="2552"/>
                  </a:lnTo>
                  <a:lnTo>
                    <a:pt x="1570" y="1927"/>
                  </a:lnTo>
                  <a:lnTo>
                    <a:pt x="2186" y="2061"/>
                  </a:lnTo>
                  <a:lnTo>
                    <a:pt x="2025" y="1579"/>
                  </a:lnTo>
                  <a:lnTo>
                    <a:pt x="2560" y="866"/>
                  </a:lnTo>
                  <a:lnTo>
                    <a:pt x="3649" y="803"/>
                  </a:lnTo>
                  <a:lnTo>
                    <a:pt x="4666" y="1196"/>
                  </a:lnTo>
                  <a:lnTo>
                    <a:pt x="3774"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80"/>
            <p:cNvSpPr/>
            <p:nvPr/>
          </p:nvSpPr>
          <p:spPr>
            <a:xfrm>
              <a:off x="3768600" y="1867472"/>
              <a:ext cx="141295" cy="118302"/>
            </a:xfrm>
            <a:custGeom>
              <a:rect b="b" l="l" r="r" t="t"/>
              <a:pathLst>
                <a:path extrusionOk="0" h="3257" w="3890">
                  <a:moveTo>
                    <a:pt x="1534" y="1"/>
                  </a:moveTo>
                  <a:lnTo>
                    <a:pt x="856" y="116"/>
                  </a:lnTo>
                  <a:lnTo>
                    <a:pt x="259" y="1196"/>
                  </a:lnTo>
                  <a:lnTo>
                    <a:pt x="71" y="447"/>
                  </a:lnTo>
                  <a:lnTo>
                    <a:pt x="0" y="1767"/>
                  </a:lnTo>
                  <a:lnTo>
                    <a:pt x="178" y="2240"/>
                  </a:lnTo>
                  <a:lnTo>
                    <a:pt x="384" y="1446"/>
                  </a:lnTo>
                  <a:lnTo>
                    <a:pt x="1151" y="393"/>
                  </a:lnTo>
                  <a:lnTo>
                    <a:pt x="1659" y="518"/>
                  </a:lnTo>
                  <a:lnTo>
                    <a:pt x="2088" y="1490"/>
                  </a:lnTo>
                  <a:lnTo>
                    <a:pt x="1838" y="2507"/>
                  </a:lnTo>
                  <a:lnTo>
                    <a:pt x="1989" y="3257"/>
                  </a:lnTo>
                  <a:lnTo>
                    <a:pt x="3890" y="3257"/>
                  </a:lnTo>
                  <a:lnTo>
                    <a:pt x="3506" y="2159"/>
                  </a:lnTo>
                  <a:lnTo>
                    <a:pt x="3488" y="3087"/>
                  </a:lnTo>
                  <a:lnTo>
                    <a:pt x="2935" y="2820"/>
                  </a:lnTo>
                  <a:lnTo>
                    <a:pt x="2882" y="1767"/>
                  </a:lnTo>
                  <a:lnTo>
                    <a:pt x="2614" y="2820"/>
                  </a:lnTo>
                  <a:lnTo>
                    <a:pt x="2177" y="2382"/>
                  </a:lnTo>
                  <a:lnTo>
                    <a:pt x="2543" y="973"/>
                  </a:lnTo>
                  <a:lnTo>
                    <a:pt x="1534"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80"/>
            <p:cNvSpPr/>
            <p:nvPr/>
          </p:nvSpPr>
          <p:spPr>
            <a:xfrm>
              <a:off x="3722908" y="1895331"/>
              <a:ext cx="23682" cy="90443"/>
            </a:xfrm>
            <a:custGeom>
              <a:rect b="b" l="l" r="r" t="t"/>
              <a:pathLst>
                <a:path extrusionOk="0" h="2490" w="652">
                  <a:moveTo>
                    <a:pt x="179" y="1"/>
                  </a:moveTo>
                  <a:lnTo>
                    <a:pt x="286" y="1856"/>
                  </a:lnTo>
                  <a:lnTo>
                    <a:pt x="0" y="2490"/>
                  </a:lnTo>
                  <a:lnTo>
                    <a:pt x="651" y="2490"/>
                  </a:lnTo>
                  <a:lnTo>
                    <a:pt x="598" y="1910"/>
                  </a:lnTo>
                  <a:lnTo>
                    <a:pt x="598" y="1348"/>
                  </a:lnTo>
                  <a:lnTo>
                    <a:pt x="179"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80"/>
            <p:cNvSpPr/>
            <p:nvPr/>
          </p:nvSpPr>
          <p:spPr>
            <a:xfrm>
              <a:off x="3650956" y="1906663"/>
              <a:ext cx="57390" cy="79110"/>
            </a:xfrm>
            <a:custGeom>
              <a:rect b="b" l="l" r="r" t="t"/>
              <a:pathLst>
                <a:path extrusionOk="0" h="2178" w="1580">
                  <a:moveTo>
                    <a:pt x="1535" y="1"/>
                  </a:moveTo>
                  <a:lnTo>
                    <a:pt x="1018" y="1125"/>
                  </a:lnTo>
                  <a:lnTo>
                    <a:pt x="1" y="2178"/>
                  </a:lnTo>
                  <a:lnTo>
                    <a:pt x="1250" y="2178"/>
                  </a:lnTo>
                  <a:lnTo>
                    <a:pt x="795" y="1839"/>
                  </a:lnTo>
                  <a:lnTo>
                    <a:pt x="1428" y="1303"/>
                  </a:lnTo>
                  <a:lnTo>
                    <a:pt x="1580" y="643"/>
                  </a:lnTo>
                  <a:lnTo>
                    <a:pt x="153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80"/>
            <p:cNvSpPr/>
            <p:nvPr/>
          </p:nvSpPr>
          <p:spPr>
            <a:xfrm>
              <a:off x="3857370" y="1801367"/>
              <a:ext cx="50270" cy="109549"/>
            </a:xfrm>
            <a:custGeom>
              <a:rect b="b" l="l" r="r" t="t"/>
              <a:pathLst>
                <a:path extrusionOk="0" h="3016" w="1384">
                  <a:moveTo>
                    <a:pt x="625" y="1"/>
                  </a:moveTo>
                  <a:lnTo>
                    <a:pt x="580" y="1357"/>
                  </a:lnTo>
                  <a:lnTo>
                    <a:pt x="0" y="402"/>
                  </a:lnTo>
                  <a:lnTo>
                    <a:pt x="411" y="1874"/>
                  </a:lnTo>
                  <a:lnTo>
                    <a:pt x="1383" y="3016"/>
                  </a:lnTo>
                  <a:lnTo>
                    <a:pt x="910" y="1642"/>
                  </a:lnTo>
                  <a:lnTo>
                    <a:pt x="62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2" name="Google Shape;4812;p80"/>
          <p:cNvGrpSpPr/>
          <p:nvPr/>
        </p:nvGrpSpPr>
        <p:grpSpPr>
          <a:xfrm>
            <a:off x="8481443" y="3817100"/>
            <a:ext cx="839321" cy="1035407"/>
            <a:chOff x="4171005" y="1331224"/>
            <a:chExt cx="356505" cy="439757"/>
          </a:xfrm>
        </p:grpSpPr>
        <p:sp>
          <p:nvSpPr>
            <p:cNvPr id="4813" name="Google Shape;4813;p80"/>
            <p:cNvSpPr/>
            <p:nvPr/>
          </p:nvSpPr>
          <p:spPr>
            <a:xfrm>
              <a:off x="4171005" y="1331224"/>
              <a:ext cx="356505" cy="439757"/>
            </a:xfrm>
            <a:custGeom>
              <a:rect b="b" l="l" r="r" t="t"/>
              <a:pathLst>
                <a:path extrusionOk="0" h="12107" w="9815">
                  <a:moveTo>
                    <a:pt x="3337" y="0"/>
                  </a:moveTo>
                  <a:lnTo>
                    <a:pt x="2320" y="464"/>
                  </a:lnTo>
                  <a:lnTo>
                    <a:pt x="2320" y="2525"/>
                  </a:lnTo>
                  <a:lnTo>
                    <a:pt x="1562" y="2257"/>
                  </a:lnTo>
                  <a:lnTo>
                    <a:pt x="964" y="2793"/>
                  </a:lnTo>
                  <a:lnTo>
                    <a:pt x="1152" y="5505"/>
                  </a:lnTo>
                  <a:lnTo>
                    <a:pt x="920" y="7182"/>
                  </a:lnTo>
                  <a:lnTo>
                    <a:pt x="1152" y="9510"/>
                  </a:lnTo>
                  <a:lnTo>
                    <a:pt x="1" y="11152"/>
                  </a:lnTo>
                  <a:lnTo>
                    <a:pt x="3266" y="11152"/>
                  </a:lnTo>
                  <a:lnTo>
                    <a:pt x="4238" y="11571"/>
                  </a:lnTo>
                  <a:lnTo>
                    <a:pt x="5282" y="11571"/>
                  </a:lnTo>
                  <a:lnTo>
                    <a:pt x="5452" y="12106"/>
                  </a:lnTo>
                  <a:lnTo>
                    <a:pt x="6522" y="12106"/>
                  </a:lnTo>
                  <a:lnTo>
                    <a:pt x="7352" y="11036"/>
                  </a:lnTo>
                  <a:lnTo>
                    <a:pt x="9814" y="11036"/>
                  </a:lnTo>
                  <a:lnTo>
                    <a:pt x="9814" y="9831"/>
                  </a:lnTo>
                  <a:lnTo>
                    <a:pt x="9341" y="9394"/>
                  </a:lnTo>
                  <a:lnTo>
                    <a:pt x="9341" y="8404"/>
                  </a:lnTo>
                  <a:lnTo>
                    <a:pt x="8467" y="6530"/>
                  </a:lnTo>
                  <a:lnTo>
                    <a:pt x="8369" y="5005"/>
                  </a:lnTo>
                  <a:lnTo>
                    <a:pt x="7138" y="3515"/>
                  </a:lnTo>
                  <a:lnTo>
                    <a:pt x="5407" y="304"/>
                  </a:lnTo>
                  <a:lnTo>
                    <a:pt x="4595" y="464"/>
                  </a:lnTo>
                  <a:lnTo>
                    <a:pt x="333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80"/>
            <p:cNvSpPr/>
            <p:nvPr/>
          </p:nvSpPr>
          <p:spPr>
            <a:xfrm>
              <a:off x="4345021" y="1403794"/>
              <a:ext cx="149431" cy="367184"/>
            </a:xfrm>
            <a:custGeom>
              <a:rect b="b" l="l" r="r" t="t"/>
              <a:pathLst>
                <a:path extrusionOk="0" h="10109" w="4114">
                  <a:moveTo>
                    <a:pt x="652" y="1"/>
                  </a:moveTo>
                  <a:lnTo>
                    <a:pt x="652" y="1669"/>
                  </a:lnTo>
                  <a:lnTo>
                    <a:pt x="1116" y="2266"/>
                  </a:lnTo>
                  <a:lnTo>
                    <a:pt x="741" y="2882"/>
                  </a:lnTo>
                  <a:lnTo>
                    <a:pt x="910" y="3890"/>
                  </a:lnTo>
                  <a:lnTo>
                    <a:pt x="812" y="5059"/>
                  </a:lnTo>
                  <a:lnTo>
                    <a:pt x="982" y="5862"/>
                  </a:lnTo>
                  <a:lnTo>
                    <a:pt x="812" y="6682"/>
                  </a:lnTo>
                  <a:lnTo>
                    <a:pt x="277" y="7325"/>
                  </a:lnTo>
                  <a:lnTo>
                    <a:pt x="224" y="9038"/>
                  </a:lnTo>
                  <a:lnTo>
                    <a:pt x="1" y="9573"/>
                  </a:lnTo>
                  <a:lnTo>
                    <a:pt x="491" y="9573"/>
                  </a:lnTo>
                  <a:lnTo>
                    <a:pt x="661" y="10108"/>
                  </a:lnTo>
                  <a:lnTo>
                    <a:pt x="1731" y="10108"/>
                  </a:lnTo>
                  <a:lnTo>
                    <a:pt x="2561" y="9038"/>
                  </a:lnTo>
                  <a:lnTo>
                    <a:pt x="4113" y="9038"/>
                  </a:lnTo>
                  <a:lnTo>
                    <a:pt x="3765" y="8172"/>
                  </a:lnTo>
                  <a:lnTo>
                    <a:pt x="3846" y="6798"/>
                  </a:lnTo>
                  <a:cubicBezTo>
                    <a:pt x="3846" y="6798"/>
                    <a:pt x="2855" y="5879"/>
                    <a:pt x="2846" y="5835"/>
                  </a:cubicBezTo>
                  <a:cubicBezTo>
                    <a:pt x="2837" y="5790"/>
                    <a:pt x="2846" y="4961"/>
                    <a:pt x="2846" y="4961"/>
                  </a:cubicBezTo>
                  <a:lnTo>
                    <a:pt x="2418" y="4185"/>
                  </a:lnTo>
                  <a:lnTo>
                    <a:pt x="1990" y="2391"/>
                  </a:lnTo>
                  <a:lnTo>
                    <a:pt x="946" y="1214"/>
                  </a:lnTo>
                  <a:lnTo>
                    <a:pt x="652"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80"/>
            <p:cNvSpPr/>
            <p:nvPr/>
          </p:nvSpPr>
          <p:spPr>
            <a:xfrm>
              <a:off x="4430230" y="1458893"/>
              <a:ext cx="97272" cy="237549"/>
            </a:xfrm>
            <a:custGeom>
              <a:rect b="b" l="l" r="r" t="t"/>
              <a:pathLst>
                <a:path extrusionOk="0" h="6540" w="2678">
                  <a:moveTo>
                    <a:pt x="1" y="0"/>
                  </a:moveTo>
                  <a:lnTo>
                    <a:pt x="661" y="1490"/>
                  </a:lnTo>
                  <a:lnTo>
                    <a:pt x="982" y="1775"/>
                  </a:lnTo>
                  <a:lnTo>
                    <a:pt x="697" y="2926"/>
                  </a:lnTo>
                  <a:lnTo>
                    <a:pt x="1401" y="3872"/>
                  </a:lnTo>
                  <a:lnTo>
                    <a:pt x="1357" y="4505"/>
                  </a:lnTo>
                  <a:lnTo>
                    <a:pt x="1803" y="4844"/>
                  </a:lnTo>
                  <a:lnTo>
                    <a:pt x="2035" y="5879"/>
                  </a:lnTo>
                  <a:lnTo>
                    <a:pt x="1999" y="6405"/>
                  </a:lnTo>
                  <a:lnTo>
                    <a:pt x="2677" y="6539"/>
                  </a:lnTo>
                  <a:lnTo>
                    <a:pt x="2677" y="6316"/>
                  </a:lnTo>
                  <a:lnTo>
                    <a:pt x="2204" y="5879"/>
                  </a:lnTo>
                  <a:lnTo>
                    <a:pt x="2204" y="4889"/>
                  </a:lnTo>
                  <a:lnTo>
                    <a:pt x="1330" y="3015"/>
                  </a:lnTo>
                  <a:lnTo>
                    <a:pt x="1276" y="2257"/>
                  </a:lnTo>
                  <a:lnTo>
                    <a:pt x="1232" y="1490"/>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80"/>
            <p:cNvSpPr/>
            <p:nvPr/>
          </p:nvSpPr>
          <p:spPr>
            <a:xfrm>
              <a:off x="4255270" y="1331224"/>
              <a:ext cx="112164" cy="220042"/>
            </a:xfrm>
            <a:custGeom>
              <a:rect b="b" l="l" r="r" t="t"/>
              <a:pathLst>
                <a:path extrusionOk="0" h="6058" w="3088">
                  <a:moveTo>
                    <a:pt x="1017" y="0"/>
                  </a:moveTo>
                  <a:lnTo>
                    <a:pt x="0" y="464"/>
                  </a:lnTo>
                  <a:lnTo>
                    <a:pt x="330" y="955"/>
                  </a:lnTo>
                  <a:lnTo>
                    <a:pt x="1008" y="1044"/>
                  </a:lnTo>
                  <a:lnTo>
                    <a:pt x="1740" y="2338"/>
                  </a:lnTo>
                  <a:lnTo>
                    <a:pt x="1571" y="3738"/>
                  </a:lnTo>
                  <a:cubicBezTo>
                    <a:pt x="1571" y="3738"/>
                    <a:pt x="2637" y="6058"/>
                    <a:pt x="2641" y="6058"/>
                  </a:cubicBezTo>
                  <a:cubicBezTo>
                    <a:pt x="2641" y="6058"/>
                    <a:pt x="2641" y="6058"/>
                    <a:pt x="2641" y="6058"/>
                  </a:cubicBezTo>
                  <a:cubicBezTo>
                    <a:pt x="2641" y="6040"/>
                    <a:pt x="2043" y="3631"/>
                    <a:pt x="2025" y="3542"/>
                  </a:cubicBezTo>
                  <a:cubicBezTo>
                    <a:pt x="2017" y="3453"/>
                    <a:pt x="2454" y="2320"/>
                    <a:pt x="2454" y="2320"/>
                  </a:cubicBezTo>
                  <a:lnTo>
                    <a:pt x="2382" y="1704"/>
                  </a:lnTo>
                  <a:lnTo>
                    <a:pt x="3087" y="304"/>
                  </a:lnTo>
                  <a:lnTo>
                    <a:pt x="2275" y="464"/>
                  </a:lnTo>
                  <a:lnTo>
                    <a:pt x="1017"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80"/>
            <p:cNvSpPr/>
            <p:nvPr/>
          </p:nvSpPr>
          <p:spPr>
            <a:xfrm>
              <a:off x="4206019" y="1413201"/>
              <a:ext cx="76495" cy="154915"/>
            </a:xfrm>
            <a:custGeom>
              <a:rect b="b" l="l" r="r" t="t"/>
              <a:pathLst>
                <a:path extrusionOk="0" h="4265" w="2106">
                  <a:moveTo>
                    <a:pt x="598" y="0"/>
                  </a:moveTo>
                  <a:lnTo>
                    <a:pt x="0" y="536"/>
                  </a:lnTo>
                  <a:lnTo>
                    <a:pt x="0" y="536"/>
                  </a:lnTo>
                  <a:lnTo>
                    <a:pt x="812" y="393"/>
                  </a:lnTo>
                  <a:lnTo>
                    <a:pt x="1740" y="1767"/>
                  </a:lnTo>
                  <a:lnTo>
                    <a:pt x="2106" y="4265"/>
                  </a:lnTo>
                  <a:lnTo>
                    <a:pt x="2106" y="1883"/>
                  </a:lnTo>
                  <a:lnTo>
                    <a:pt x="1356" y="268"/>
                  </a:lnTo>
                  <a:lnTo>
                    <a:pt x="598"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80"/>
            <p:cNvSpPr/>
            <p:nvPr/>
          </p:nvSpPr>
          <p:spPr>
            <a:xfrm>
              <a:off x="4367394" y="1342229"/>
              <a:ext cx="62874" cy="116704"/>
            </a:xfrm>
            <a:custGeom>
              <a:rect b="b" l="l" r="r" t="t"/>
              <a:pathLst>
                <a:path extrusionOk="0" h="3213" w="1731">
                  <a:moveTo>
                    <a:pt x="0" y="1"/>
                  </a:moveTo>
                  <a:lnTo>
                    <a:pt x="803" y="2605"/>
                  </a:lnTo>
                  <a:lnTo>
                    <a:pt x="1731" y="3212"/>
                  </a:lnTo>
                  <a:lnTo>
                    <a:pt x="0" y="1"/>
                  </a:lnTo>
                  <a:close/>
                  <a:moveTo>
                    <a:pt x="1731" y="3212"/>
                  </a:moveTo>
                  <a:lnTo>
                    <a:pt x="1731" y="3212"/>
                  </a:lnTo>
                  <a:lnTo>
                    <a:pt x="1731" y="3212"/>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80"/>
            <p:cNvSpPr/>
            <p:nvPr/>
          </p:nvSpPr>
          <p:spPr>
            <a:xfrm>
              <a:off x="4362854" y="1675659"/>
              <a:ext cx="11696" cy="95310"/>
            </a:xfrm>
            <a:custGeom>
              <a:rect b="b" l="l" r="r" t="t"/>
              <a:pathLst>
                <a:path extrusionOk="0" h="2624" w="322">
                  <a:moveTo>
                    <a:pt x="321" y="0"/>
                  </a:moveTo>
                  <a:lnTo>
                    <a:pt x="0" y="2088"/>
                  </a:lnTo>
                  <a:lnTo>
                    <a:pt x="170" y="2623"/>
                  </a:lnTo>
                  <a:lnTo>
                    <a:pt x="32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80"/>
            <p:cNvSpPr/>
            <p:nvPr/>
          </p:nvSpPr>
          <p:spPr>
            <a:xfrm>
              <a:off x="4385519" y="1551222"/>
              <a:ext cx="52522" cy="219751"/>
            </a:xfrm>
            <a:custGeom>
              <a:rect b="b" l="l" r="r" t="t"/>
              <a:pathLst>
                <a:path extrusionOk="0" h="6050" w="1446">
                  <a:moveTo>
                    <a:pt x="1" y="1"/>
                  </a:moveTo>
                  <a:lnTo>
                    <a:pt x="331" y="1642"/>
                  </a:lnTo>
                  <a:lnTo>
                    <a:pt x="366" y="2855"/>
                  </a:lnTo>
                  <a:lnTo>
                    <a:pt x="616" y="4880"/>
                  </a:lnTo>
                  <a:lnTo>
                    <a:pt x="545" y="5442"/>
                  </a:lnTo>
                  <a:lnTo>
                    <a:pt x="616" y="6049"/>
                  </a:lnTo>
                  <a:lnTo>
                    <a:pt x="1446" y="4979"/>
                  </a:lnTo>
                  <a:lnTo>
                    <a:pt x="670" y="2748"/>
                  </a:lnTo>
                  <a:lnTo>
                    <a:pt x="670" y="1901"/>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80"/>
            <p:cNvSpPr/>
            <p:nvPr/>
          </p:nvSpPr>
          <p:spPr>
            <a:xfrm>
              <a:off x="4251384" y="1576502"/>
              <a:ext cx="38284" cy="159783"/>
            </a:xfrm>
            <a:custGeom>
              <a:rect b="b" l="l" r="r" t="t"/>
              <a:pathLst>
                <a:path extrusionOk="0" h="4399" w="1054">
                  <a:moveTo>
                    <a:pt x="0" y="0"/>
                  </a:moveTo>
                  <a:lnTo>
                    <a:pt x="366" y="2918"/>
                  </a:lnTo>
                  <a:lnTo>
                    <a:pt x="54" y="4399"/>
                  </a:lnTo>
                  <a:lnTo>
                    <a:pt x="1053" y="4399"/>
                  </a:lnTo>
                  <a:lnTo>
                    <a:pt x="928" y="2730"/>
                  </a:lnTo>
                  <a:lnTo>
                    <a:pt x="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80"/>
            <p:cNvSpPr/>
            <p:nvPr/>
          </p:nvSpPr>
          <p:spPr>
            <a:xfrm>
              <a:off x="4455510" y="1650706"/>
              <a:ext cx="29203" cy="81362"/>
            </a:xfrm>
            <a:custGeom>
              <a:rect b="b" l="l" r="r" t="t"/>
              <a:pathLst>
                <a:path extrusionOk="0" h="2240" w="804">
                  <a:moveTo>
                    <a:pt x="90" y="0"/>
                  </a:moveTo>
                  <a:lnTo>
                    <a:pt x="1" y="1017"/>
                  </a:lnTo>
                  <a:lnTo>
                    <a:pt x="170" y="2240"/>
                  </a:lnTo>
                  <a:lnTo>
                    <a:pt x="804" y="2240"/>
                  </a:lnTo>
                  <a:lnTo>
                    <a:pt x="224" y="1035"/>
                  </a:lnTo>
                  <a:lnTo>
                    <a:pt x="9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80"/>
            <p:cNvSpPr/>
            <p:nvPr/>
          </p:nvSpPr>
          <p:spPr>
            <a:xfrm>
              <a:off x="4171005" y="1592047"/>
              <a:ext cx="82343" cy="144237"/>
            </a:xfrm>
            <a:custGeom>
              <a:rect b="b" l="l" r="r" t="t"/>
              <a:pathLst>
                <a:path extrusionOk="0" h="3971" w="2267">
                  <a:moveTo>
                    <a:pt x="920" y="1"/>
                  </a:moveTo>
                  <a:lnTo>
                    <a:pt x="1152" y="2329"/>
                  </a:lnTo>
                  <a:lnTo>
                    <a:pt x="1" y="3971"/>
                  </a:lnTo>
                  <a:lnTo>
                    <a:pt x="2267" y="3971"/>
                  </a:lnTo>
                  <a:lnTo>
                    <a:pt x="1366" y="3248"/>
                  </a:lnTo>
                  <a:lnTo>
                    <a:pt x="1607" y="2124"/>
                  </a:lnTo>
                  <a:lnTo>
                    <a:pt x="92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80"/>
            <p:cNvSpPr/>
            <p:nvPr/>
          </p:nvSpPr>
          <p:spPr>
            <a:xfrm>
              <a:off x="4289630" y="1649726"/>
              <a:ext cx="38248" cy="101776"/>
            </a:xfrm>
            <a:custGeom>
              <a:rect b="b" l="l" r="r" t="t"/>
              <a:pathLst>
                <a:path extrusionOk="0" h="2802" w="1053">
                  <a:moveTo>
                    <a:pt x="723" y="1"/>
                  </a:moveTo>
                  <a:lnTo>
                    <a:pt x="446" y="1490"/>
                  </a:lnTo>
                  <a:lnTo>
                    <a:pt x="0" y="2383"/>
                  </a:lnTo>
                  <a:lnTo>
                    <a:pt x="972" y="2802"/>
                  </a:lnTo>
                  <a:lnTo>
                    <a:pt x="1053" y="1357"/>
                  </a:lnTo>
                  <a:lnTo>
                    <a:pt x="758" y="2070"/>
                  </a:lnTo>
                  <a:lnTo>
                    <a:pt x="723"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25" name="Google Shape;4825;p80"/>
          <p:cNvSpPr/>
          <p:nvPr/>
        </p:nvSpPr>
        <p:spPr>
          <a:xfrm rot="557657">
            <a:off x="-310305" y="4705705"/>
            <a:ext cx="1351433" cy="380974"/>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80"/>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4827" name="Google Shape;4827;p80"/>
          <p:cNvSpPr/>
          <p:nvPr/>
        </p:nvSpPr>
        <p:spPr>
          <a:xfrm flipH="1">
            <a:off x="-494818" y="616313"/>
            <a:ext cx="1273905" cy="24222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80"/>
          <p:cNvSpPr/>
          <p:nvPr/>
        </p:nvSpPr>
        <p:spPr>
          <a:xfrm flipH="1">
            <a:off x="8488479" y="180342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80"/>
          <p:cNvSpPr/>
          <p:nvPr/>
        </p:nvSpPr>
        <p:spPr>
          <a:xfrm flipH="1">
            <a:off x="-302196" y="283509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830" name="Shape 4830"/>
        <p:cNvGrpSpPr/>
        <p:nvPr/>
      </p:nvGrpSpPr>
      <p:grpSpPr>
        <a:xfrm>
          <a:off x="0" y="0"/>
          <a:ext cx="0" cy="0"/>
          <a:chOff x="0" y="0"/>
          <a:chExt cx="0" cy="0"/>
        </a:xfrm>
      </p:grpSpPr>
      <p:grpSp>
        <p:nvGrpSpPr>
          <p:cNvPr id="4831" name="Google Shape;4831;p81"/>
          <p:cNvGrpSpPr/>
          <p:nvPr/>
        </p:nvGrpSpPr>
        <p:grpSpPr>
          <a:xfrm>
            <a:off x="3" y="539392"/>
            <a:ext cx="1519945" cy="1171138"/>
            <a:chOff x="3363545" y="1191568"/>
            <a:chExt cx="384038" cy="295876"/>
          </a:xfrm>
        </p:grpSpPr>
        <p:sp>
          <p:nvSpPr>
            <p:cNvPr id="4832" name="Google Shape;4832;p81"/>
            <p:cNvSpPr/>
            <p:nvPr/>
          </p:nvSpPr>
          <p:spPr>
            <a:xfrm>
              <a:off x="3363545"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81"/>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81"/>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81"/>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81"/>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81"/>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81"/>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39" name="Google Shape;4839;p81"/>
          <p:cNvSpPr/>
          <p:nvPr/>
        </p:nvSpPr>
        <p:spPr>
          <a:xfrm>
            <a:off x="0" y="1690722"/>
            <a:ext cx="9144017" cy="3452722"/>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81"/>
          <p:cNvSpPr/>
          <p:nvPr/>
        </p:nvSpPr>
        <p:spPr>
          <a:xfrm flipH="1">
            <a:off x="-479041" y="2121950"/>
            <a:ext cx="5269441" cy="3021487"/>
          </a:xfrm>
          <a:custGeom>
            <a:rect b="b" l="l" r="r" t="t"/>
            <a:pathLst>
              <a:path extrusionOk="0" h="10225" w="22134">
                <a:moveTo>
                  <a:pt x="15068" y="1"/>
                </a:moveTo>
                <a:cubicBezTo>
                  <a:pt x="15068" y="1"/>
                  <a:pt x="10937" y="170"/>
                  <a:pt x="11678" y="813"/>
                </a:cubicBezTo>
                <a:cubicBezTo>
                  <a:pt x="12427" y="1464"/>
                  <a:pt x="10554" y="1615"/>
                  <a:pt x="9662" y="1714"/>
                </a:cubicBezTo>
                <a:cubicBezTo>
                  <a:pt x="8779" y="1812"/>
                  <a:pt x="6245" y="2240"/>
                  <a:pt x="7405" y="2739"/>
                </a:cubicBezTo>
                <a:cubicBezTo>
                  <a:pt x="8564" y="3230"/>
                  <a:pt x="5585" y="3525"/>
                  <a:pt x="4487" y="3551"/>
                </a:cubicBezTo>
                <a:cubicBezTo>
                  <a:pt x="3381" y="3578"/>
                  <a:pt x="0" y="3837"/>
                  <a:pt x="1080" y="5068"/>
                </a:cubicBezTo>
                <a:cubicBezTo>
                  <a:pt x="2150" y="6299"/>
                  <a:pt x="6281" y="10224"/>
                  <a:pt x="6281" y="10224"/>
                </a:cubicBezTo>
                <a:lnTo>
                  <a:pt x="8966" y="10224"/>
                </a:lnTo>
                <a:cubicBezTo>
                  <a:pt x="8966" y="10224"/>
                  <a:pt x="8368" y="8672"/>
                  <a:pt x="10536" y="8413"/>
                </a:cubicBezTo>
                <a:cubicBezTo>
                  <a:pt x="12695" y="8146"/>
                  <a:pt x="11446" y="7432"/>
                  <a:pt x="10786" y="7093"/>
                </a:cubicBezTo>
                <a:cubicBezTo>
                  <a:pt x="10126" y="6754"/>
                  <a:pt x="8734" y="6040"/>
                  <a:pt x="11972" y="5443"/>
                </a:cubicBezTo>
                <a:cubicBezTo>
                  <a:pt x="15211" y="4845"/>
                  <a:pt x="17735" y="4203"/>
                  <a:pt x="16415" y="3373"/>
                </a:cubicBezTo>
                <a:cubicBezTo>
                  <a:pt x="15095" y="2543"/>
                  <a:pt x="18859" y="2802"/>
                  <a:pt x="18351" y="2249"/>
                </a:cubicBezTo>
                <a:cubicBezTo>
                  <a:pt x="17842" y="1705"/>
                  <a:pt x="19555" y="1660"/>
                  <a:pt x="20670" y="1553"/>
                </a:cubicBezTo>
                <a:cubicBezTo>
                  <a:pt x="21785" y="1437"/>
                  <a:pt x="22133" y="884"/>
                  <a:pt x="21018" y="554"/>
                </a:cubicBezTo>
                <a:cubicBezTo>
                  <a:pt x="20233" y="323"/>
                  <a:pt x="18557" y="289"/>
                  <a:pt x="17617" y="289"/>
                </a:cubicBezTo>
                <a:cubicBezTo>
                  <a:pt x="17210" y="289"/>
                  <a:pt x="16941" y="295"/>
                  <a:pt x="16941" y="295"/>
                </a:cubicBezTo>
                <a:lnTo>
                  <a:pt x="15068"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81"/>
          <p:cNvSpPr/>
          <p:nvPr/>
        </p:nvSpPr>
        <p:spPr>
          <a:xfrm flipH="1">
            <a:off x="183754" y="2409469"/>
            <a:ext cx="3933393" cy="1949414"/>
          </a:xfrm>
          <a:custGeom>
            <a:rect b="b" l="l" r="r" t="t"/>
            <a:pathLst>
              <a:path extrusionOk="0" h="6597" w="16522">
                <a:moveTo>
                  <a:pt x="11294" y="0"/>
                </a:moveTo>
                <a:cubicBezTo>
                  <a:pt x="11294" y="0"/>
                  <a:pt x="9260" y="303"/>
                  <a:pt x="10126" y="491"/>
                </a:cubicBezTo>
                <a:cubicBezTo>
                  <a:pt x="10991" y="678"/>
                  <a:pt x="10839" y="1071"/>
                  <a:pt x="9207" y="1383"/>
                </a:cubicBezTo>
                <a:cubicBezTo>
                  <a:pt x="7565" y="1695"/>
                  <a:pt x="5638" y="1954"/>
                  <a:pt x="7021" y="2284"/>
                </a:cubicBezTo>
                <a:cubicBezTo>
                  <a:pt x="8395" y="2623"/>
                  <a:pt x="6254" y="3283"/>
                  <a:pt x="4443" y="3569"/>
                </a:cubicBezTo>
                <a:cubicBezTo>
                  <a:pt x="2641" y="3863"/>
                  <a:pt x="678" y="4309"/>
                  <a:pt x="2346" y="4746"/>
                </a:cubicBezTo>
                <a:cubicBezTo>
                  <a:pt x="4006" y="5183"/>
                  <a:pt x="0" y="5665"/>
                  <a:pt x="1401" y="6182"/>
                </a:cubicBezTo>
                <a:cubicBezTo>
                  <a:pt x="2073" y="6428"/>
                  <a:pt x="3408" y="6597"/>
                  <a:pt x="4495" y="6597"/>
                </a:cubicBezTo>
                <a:cubicBezTo>
                  <a:pt x="5658" y="6597"/>
                  <a:pt x="6538" y="6404"/>
                  <a:pt x="6022" y="5906"/>
                </a:cubicBezTo>
                <a:cubicBezTo>
                  <a:pt x="5032" y="4942"/>
                  <a:pt x="5085" y="3997"/>
                  <a:pt x="8118" y="3337"/>
                </a:cubicBezTo>
                <a:cubicBezTo>
                  <a:pt x="11160" y="2668"/>
                  <a:pt x="12989" y="2676"/>
                  <a:pt x="12088" y="2114"/>
                </a:cubicBezTo>
                <a:cubicBezTo>
                  <a:pt x="11187" y="1552"/>
                  <a:pt x="11294" y="1267"/>
                  <a:pt x="13203" y="1062"/>
                </a:cubicBezTo>
                <a:cubicBezTo>
                  <a:pt x="15112" y="848"/>
                  <a:pt x="15416" y="839"/>
                  <a:pt x="14747" y="535"/>
                </a:cubicBezTo>
                <a:cubicBezTo>
                  <a:pt x="14087" y="232"/>
                  <a:pt x="16522" y="0"/>
                  <a:pt x="1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2" name="Google Shape;4842;p81"/>
          <p:cNvGrpSpPr/>
          <p:nvPr/>
        </p:nvGrpSpPr>
        <p:grpSpPr>
          <a:xfrm>
            <a:off x="171" y="2384955"/>
            <a:ext cx="3193244" cy="2759461"/>
            <a:chOff x="3460777" y="2171409"/>
            <a:chExt cx="376544" cy="325374"/>
          </a:xfrm>
        </p:grpSpPr>
        <p:sp>
          <p:nvSpPr>
            <p:cNvPr id="4843" name="Google Shape;4843;p81"/>
            <p:cNvSpPr/>
            <p:nvPr/>
          </p:nvSpPr>
          <p:spPr>
            <a:xfrm>
              <a:off x="3467569" y="2171409"/>
              <a:ext cx="12677" cy="111510"/>
            </a:xfrm>
            <a:custGeom>
              <a:rect b="b" l="l" r="r" t="t"/>
              <a:pathLst>
                <a:path extrusionOk="0" h="3070" w="349">
                  <a:moveTo>
                    <a:pt x="348" y="0"/>
                  </a:moveTo>
                  <a:cubicBezTo>
                    <a:pt x="348" y="0"/>
                    <a:pt x="304" y="45"/>
                    <a:pt x="313" y="116"/>
                  </a:cubicBezTo>
                  <a:cubicBezTo>
                    <a:pt x="322" y="179"/>
                    <a:pt x="259" y="197"/>
                    <a:pt x="286" y="250"/>
                  </a:cubicBezTo>
                  <a:cubicBezTo>
                    <a:pt x="313" y="304"/>
                    <a:pt x="232" y="322"/>
                    <a:pt x="268" y="393"/>
                  </a:cubicBezTo>
                  <a:cubicBezTo>
                    <a:pt x="304" y="455"/>
                    <a:pt x="214" y="536"/>
                    <a:pt x="250" y="607"/>
                  </a:cubicBezTo>
                  <a:cubicBezTo>
                    <a:pt x="277" y="678"/>
                    <a:pt x="206" y="714"/>
                    <a:pt x="241" y="777"/>
                  </a:cubicBezTo>
                  <a:cubicBezTo>
                    <a:pt x="277" y="839"/>
                    <a:pt x="161" y="910"/>
                    <a:pt x="214" y="1017"/>
                  </a:cubicBezTo>
                  <a:cubicBezTo>
                    <a:pt x="268" y="1116"/>
                    <a:pt x="170" y="1169"/>
                    <a:pt x="206" y="1249"/>
                  </a:cubicBezTo>
                  <a:cubicBezTo>
                    <a:pt x="232" y="1321"/>
                    <a:pt x="107" y="1410"/>
                    <a:pt x="170" y="1490"/>
                  </a:cubicBezTo>
                  <a:cubicBezTo>
                    <a:pt x="223" y="1579"/>
                    <a:pt x="116" y="1651"/>
                    <a:pt x="152" y="1713"/>
                  </a:cubicBezTo>
                  <a:cubicBezTo>
                    <a:pt x="188" y="1776"/>
                    <a:pt x="90" y="1865"/>
                    <a:pt x="143" y="1936"/>
                  </a:cubicBezTo>
                  <a:cubicBezTo>
                    <a:pt x="197" y="2008"/>
                    <a:pt x="72" y="2088"/>
                    <a:pt x="116" y="2186"/>
                  </a:cubicBezTo>
                  <a:cubicBezTo>
                    <a:pt x="152" y="2284"/>
                    <a:pt x="54" y="2391"/>
                    <a:pt x="107" y="2480"/>
                  </a:cubicBezTo>
                  <a:cubicBezTo>
                    <a:pt x="152" y="2561"/>
                    <a:pt x="36" y="2587"/>
                    <a:pt x="90" y="2677"/>
                  </a:cubicBezTo>
                  <a:cubicBezTo>
                    <a:pt x="143" y="2775"/>
                    <a:pt x="0" y="2891"/>
                    <a:pt x="0" y="3069"/>
                  </a:cubicBezTo>
                  <a:lnTo>
                    <a:pt x="348" y="3069"/>
                  </a:lnTo>
                  <a:lnTo>
                    <a:pt x="3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81"/>
            <p:cNvSpPr/>
            <p:nvPr/>
          </p:nvSpPr>
          <p:spPr>
            <a:xfrm>
              <a:off x="3480209" y="2171409"/>
              <a:ext cx="13003" cy="111510"/>
            </a:xfrm>
            <a:custGeom>
              <a:rect b="b" l="l" r="r" t="t"/>
              <a:pathLst>
                <a:path extrusionOk="0" h="3070" w="358">
                  <a:moveTo>
                    <a:pt x="0" y="0"/>
                  </a:moveTo>
                  <a:lnTo>
                    <a:pt x="0" y="3069"/>
                  </a:lnTo>
                  <a:lnTo>
                    <a:pt x="357" y="3069"/>
                  </a:lnTo>
                  <a:cubicBezTo>
                    <a:pt x="357" y="2891"/>
                    <a:pt x="214" y="2775"/>
                    <a:pt x="268" y="2677"/>
                  </a:cubicBezTo>
                  <a:cubicBezTo>
                    <a:pt x="321" y="2587"/>
                    <a:pt x="205" y="2561"/>
                    <a:pt x="250" y="2480"/>
                  </a:cubicBezTo>
                  <a:cubicBezTo>
                    <a:pt x="304" y="2391"/>
                    <a:pt x="205" y="2284"/>
                    <a:pt x="241" y="2186"/>
                  </a:cubicBezTo>
                  <a:cubicBezTo>
                    <a:pt x="286" y="2088"/>
                    <a:pt x="161" y="2008"/>
                    <a:pt x="214" y="1936"/>
                  </a:cubicBezTo>
                  <a:cubicBezTo>
                    <a:pt x="268" y="1865"/>
                    <a:pt x="170" y="1776"/>
                    <a:pt x="205" y="1713"/>
                  </a:cubicBezTo>
                  <a:cubicBezTo>
                    <a:pt x="241" y="1651"/>
                    <a:pt x="134" y="1579"/>
                    <a:pt x="188" y="1490"/>
                  </a:cubicBezTo>
                  <a:cubicBezTo>
                    <a:pt x="250" y="1410"/>
                    <a:pt x="125" y="1321"/>
                    <a:pt x="152" y="1249"/>
                  </a:cubicBezTo>
                  <a:cubicBezTo>
                    <a:pt x="188" y="1169"/>
                    <a:pt x="89" y="1116"/>
                    <a:pt x="143" y="1017"/>
                  </a:cubicBezTo>
                  <a:cubicBezTo>
                    <a:pt x="197" y="910"/>
                    <a:pt x="81" y="839"/>
                    <a:pt x="116" y="777"/>
                  </a:cubicBezTo>
                  <a:cubicBezTo>
                    <a:pt x="152" y="714"/>
                    <a:pt x="81" y="678"/>
                    <a:pt x="107" y="607"/>
                  </a:cubicBezTo>
                  <a:cubicBezTo>
                    <a:pt x="143" y="536"/>
                    <a:pt x="54" y="455"/>
                    <a:pt x="89" y="393"/>
                  </a:cubicBezTo>
                  <a:cubicBezTo>
                    <a:pt x="125" y="322"/>
                    <a:pt x="45" y="304"/>
                    <a:pt x="72" y="250"/>
                  </a:cubicBezTo>
                  <a:cubicBezTo>
                    <a:pt x="98" y="197"/>
                    <a:pt x="36" y="179"/>
                    <a:pt x="45" y="116"/>
                  </a:cubicBezTo>
                  <a:cubicBezTo>
                    <a:pt x="54" y="45"/>
                    <a:pt x="0" y="0"/>
                    <a:pt x="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81"/>
            <p:cNvSpPr/>
            <p:nvPr/>
          </p:nvSpPr>
          <p:spPr>
            <a:xfrm>
              <a:off x="3560879" y="2222586"/>
              <a:ext cx="13003" cy="111510"/>
            </a:xfrm>
            <a:custGeom>
              <a:rect b="b" l="l" r="r" t="t"/>
              <a:pathLst>
                <a:path extrusionOk="0" h="3070" w="358">
                  <a:moveTo>
                    <a:pt x="357" y="1"/>
                  </a:moveTo>
                  <a:cubicBezTo>
                    <a:pt x="357" y="1"/>
                    <a:pt x="304" y="54"/>
                    <a:pt x="313" y="117"/>
                  </a:cubicBezTo>
                  <a:cubicBezTo>
                    <a:pt x="322" y="179"/>
                    <a:pt x="259" y="206"/>
                    <a:pt x="286" y="251"/>
                  </a:cubicBezTo>
                  <a:cubicBezTo>
                    <a:pt x="313" y="304"/>
                    <a:pt x="233" y="331"/>
                    <a:pt x="268" y="393"/>
                  </a:cubicBezTo>
                  <a:cubicBezTo>
                    <a:pt x="304" y="456"/>
                    <a:pt x="215" y="536"/>
                    <a:pt x="250" y="608"/>
                  </a:cubicBezTo>
                  <a:cubicBezTo>
                    <a:pt x="277" y="688"/>
                    <a:pt x="206" y="715"/>
                    <a:pt x="241" y="777"/>
                  </a:cubicBezTo>
                  <a:cubicBezTo>
                    <a:pt x="277" y="839"/>
                    <a:pt x="161" y="911"/>
                    <a:pt x="215" y="1018"/>
                  </a:cubicBezTo>
                  <a:cubicBezTo>
                    <a:pt x="268" y="1125"/>
                    <a:pt x="170" y="1178"/>
                    <a:pt x="206" y="1250"/>
                  </a:cubicBezTo>
                  <a:cubicBezTo>
                    <a:pt x="233" y="1321"/>
                    <a:pt x="108" y="1410"/>
                    <a:pt x="170" y="1491"/>
                  </a:cubicBezTo>
                  <a:cubicBezTo>
                    <a:pt x="224" y="1580"/>
                    <a:pt x="117" y="1651"/>
                    <a:pt x="152" y="1714"/>
                  </a:cubicBezTo>
                  <a:cubicBezTo>
                    <a:pt x="188" y="1776"/>
                    <a:pt x="90" y="1865"/>
                    <a:pt x="143" y="1937"/>
                  </a:cubicBezTo>
                  <a:cubicBezTo>
                    <a:pt x="197" y="2008"/>
                    <a:pt x="72" y="2097"/>
                    <a:pt x="117" y="2187"/>
                  </a:cubicBezTo>
                  <a:cubicBezTo>
                    <a:pt x="152" y="2285"/>
                    <a:pt x="54" y="2392"/>
                    <a:pt x="108" y="2481"/>
                  </a:cubicBezTo>
                  <a:cubicBezTo>
                    <a:pt x="152" y="2561"/>
                    <a:pt x="36" y="2588"/>
                    <a:pt x="90" y="2677"/>
                  </a:cubicBezTo>
                  <a:cubicBezTo>
                    <a:pt x="143" y="2775"/>
                    <a:pt x="1" y="2900"/>
                    <a:pt x="1" y="3070"/>
                  </a:cubicBezTo>
                  <a:lnTo>
                    <a:pt x="357" y="3070"/>
                  </a:lnTo>
                  <a:lnTo>
                    <a:pt x="35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81"/>
            <p:cNvSpPr/>
            <p:nvPr/>
          </p:nvSpPr>
          <p:spPr>
            <a:xfrm>
              <a:off x="3573845" y="2222586"/>
              <a:ext cx="12677" cy="111510"/>
            </a:xfrm>
            <a:custGeom>
              <a:rect b="b" l="l" r="r" t="t"/>
              <a:pathLst>
                <a:path extrusionOk="0" h="3070" w="349">
                  <a:moveTo>
                    <a:pt x="0" y="1"/>
                  </a:moveTo>
                  <a:lnTo>
                    <a:pt x="0" y="3070"/>
                  </a:lnTo>
                  <a:lnTo>
                    <a:pt x="348" y="3070"/>
                  </a:lnTo>
                  <a:cubicBezTo>
                    <a:pt x="348" y="2900"/>
                    <a:pt x="206" y="2775"/>
                    <a:pt x="259" y="2677"/>
                  </a:cubicBezTo>
                  <a:cubicBezTo>
                    <a:pt x="313" y="2588"/>
                    <a:pt x="197" y="2561"/>
                    <a:pt x="241" y="2481"/>
                  </a:cubicBezTo>
                  <a:cubicBezTo>
                    <a:pt x="295" y="2392"/>
                    <a:pt x="197" y="2285"/>
                    <a:pt x="232" y="2187"/>
                  </a:cubicBezTo>
                  <a:cubicBezTo>
                    <a:pt x="277" y="2097"/>
                    <a:pt x="152" y="2008"/>
                    <a:pt x="206" y="1937"/>
                  </a:cubicBezTo>
                  <a:cubicBezTo>
                    <a:pt x="259" y="1865"/>
                    <a:pt x="161" y="1776"/>
                    <a:pt x="197" y="1714"/>
                  </a:cubicBezTo>
                  <a:cubicBezTo>
                    <a:pt x="232" y="1651"/>
                    <a:pt x="125" y="1580"/>
                    <a:pt x="188" y="1491"/>
                  </a:cubicBezTo>
                  <a:cubicBezTo>
                    <a:pt x="241" y="1410"/>
                    <a:pt x="116" y="1321"/>
                    <a:pt x="143" y="1250"/>
                  </a:cubicBezTo>
                  <a:cubicBezTo>
                    <a:pt x="179" y="1178"/>
                    <a:pt x="81" y="1125"/>
                    <a:pt x="134" y="1018"/>
                  </a:cubicBezTo>
                  <a:cubicBezTo>
                    <a:pt x="188" y="911"/>
                    <a:pt x="72" y="839"/>
                    <a:pt x="108" y="777"/>
                  </a:cubicBezTo>
                  <a:cubicBezTo>
                    <a:pt x="143" y="715"/>
                    <a:pt x="72" y="688"/>
                    <a:pt x="99" y="608"/>
                  </a:cubicBezTo>
                  <a:cubicBezTo>
                    <a:pt x="134" y="536"/>
                    <a:pt x="45" y="456"/>
                    <a:pt x="81" y="393"/>
                  </a:cubicBezTo>
                  <a:cubicBezTo>
                    <a:pt x="116" y="331"/>
                    <a:pt x="45" y="304"/>
                    <a:pt x="63" y="251"/>
                  </a:cubicBezTo>
                  <a:cubicBezTo>
                    <a:pt x="90" y="206"/>
                    <a:pt x="27" y="179"/>
                    <a:pt x="36" y="117"/>
                  </a:cubicBezTo>
                  <a:cubicBezTo>
                    <a:pt x="45" y="54"/>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81"/>
            <p:cNvSpPr/>
            <p:nvPr/>
          </p:nvSpPr>
          <p:spPr>
            <a:xfrm>
              <a:off x="3487001" y="2207367"/>
              <a:ext cx="12677" cy="111183"/>
            </a:xfrm>
            <a:custGeom>
              <a:rect b="b" l="l" r="r" t="t"/>
              <a:pathLst>
                <a:path extrusionOk="0" h="3061" w="349">
                  <a:moveTo>
                    <a:pt x="349" y="1"/>
                  </a:moveTo>
                  <a:cubicBezTo>
                    <a:pt x="349" y="1"/>
                    <a:pt x="304" y="45"/>
                    <a:pt x="313" y="108"/>
                  </a:cubicBezTo>
                  <a:cubicBezTo>
                    <a:pt x="322" y="170"/>
                    <a:pt x="259" y="197"/>
                    <a:pt x="286" y="250"/>
                  </a:cubicBezTo>
                  <a:cubicBezTo>
                    <a:pt x="304" y="304"/>
                    <a:pt x="224" y="322"/>
                    <a:pt x="268" y="384"/>
                  </a:cubicBezTo>
                  <a:cubicBezTo>
                    <a:pt x="304" y="456"/>
                    <a:pt x="215" y="527"/>
                    <a:pt x="241" y="607"/>
                  </a:cubicBezTo>
                  <a:cubicBezTo>
                    <a:pt x="277" y="679"/>
                    <a:pt x="206" y="714"/>
                    <a:pt x="241" y="777"/>
                  </a:cubicBezTo>
                  <a:cubicBezTo>
                    <a:pt x="268" y="839"/>
                    <a:pt x="161" y="911"/>
                    <a:pt x="215" y="1009"/>
                  </a:cubicBezTo>
                  <a:cubicBezTo>
                    <a:pt x="268" y="1116"/>
                    <a:pt x="170" y="1169"/>
                    <a:pt x="197" y="1241"/>
                  </a:cubicBezTo>
                  <a:cubicBezTo>
                    <a:pt x="233" y="1321"/>
                    <a:pt x="108" y="1401"/>
                    <a:pt x="161" y="1490"/>
                  </a:cubicBezTo>
                  <a:cubicBezTo>
                    <a:pt x="224" y="1571"/>
                    <a:pt x="117" y="1642"/>
                    <a:pt x="152" y="1705"/>
                  </a:cubicBezTo>
                  <a:cubicBezTo>
                    <a:pt x="188" y="1776"/>
                    <a:pt x="90" y="1865"/>
                    <a:pt x="143" y="1936"/>
                  </a:cubicBezTo>
                  <a:cubicBezTo>
                    <a:pt x="197" y="2008"/>
                    <a:pt x="72" y="2088"/>
                    <a:pt x="108" y="2186"/>
                  </a:cubicBezTo>
                  <a:cubicBezTo>
                    <a:pt x="152" y="2284"/>
                    <a:pt x="54" y="2391"/>
                    <a:pt x="99" y="2472"/>
                  </a:cubicBezTo>
                  <a:cubicBezTo>
                    <a:pt x="152" y="2561"/>
                    <a:pt x="36" y="2579"/>
                    <a:pt x="90" y="2677"/>
                  </a:cubicBezTo>
                  <a:cubicBezTo>
                    <a:pt x="143" y="2766"/>
                    <a:pt x="1" y="2891"/>
                    <a:pt x="1" y="3061"/>
                  </a:cubicBezTo>
                  <a:lnTo>
                    <a:pt x="349" y="3061"/>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81"/>
            <p:cNvSpPr/>
            <p:nvPr/>
          </p:nvSpPr>
          <p:spPr>
            <a:xfrm>
              <a:off x="3499641" y="2207367"/>
              <a:ext cx="12677" cy="111183"/>
            </a:xfrm>
            <a:custGeom>
              <a:rect b="b" l="l" r="r" t="t"/>
              <a:pathLst>
                <a:path extrusionOk="0" h="3061" w="349">
                  <a:moveTo>
                    <a:pt x="1" y="1"/>
                  </a:moveTo>
                  <a:lnTo>
                    <a:pt x="1" y="3061"/>
                  </a:lnTo>
                  <a:lnTo>
                    <a:pt x="348" y="3061"/>
                  </a:lnTo>
                  <a:cubicBezTo>
                    <a:pt x="348" y="2891"/>
                    <a:pt x="215" y="2766"/>
                    <a:pt x="268" y="2677"/>
                  </a:cubicBezTo>
                  <a:cubicBezTo>
                    <a:pt x="322" y="2579"/>
                    <a:pt x="197" y="2561"/>
                    <a:pt x="250" y="2472"/>
                  </a:cubicBezTo>
                  <a:cubicBezTo>
                    <a:pt x="304" y="2391"/>
                    <a:pt x="197" y="2284"/>
                    <a:pt x="241" y="2186"/>
                  </a:cubicBezTo>
                  <a:cubicBezTo>
                    <a:pt x="286" y="2088"/>
                    <a:pt x="161" y="2008"/>
                    <a:pt x="215" y="1936"/>
                  </a:cubicBezTo>
                  <a:cubicBezTo>
                    <a:pt x="268" y="1865"/>
                    <a:pt x="170" y="1776"/>
                    <a:pt x="206" y="1705"/>
                  </a:cubicBezTo>
                  <a:cubicBezTo>
                    <a:pt x="241" y="1642"/>
                    <a:pt x="134" y="1571"/>
                    <a:pt x="188" y="1490"/>
                  </a:cubicBezTo>
                  <a:cubicBezTo>
                    <a:pt x="241" y="1401"/>
                    <a:pt x="117" y="1321"/>
                    <a:pt x="152" y="1241"/>
                  </a:cubicBezTo>
                  <a:cubicBezTo>
                    <a:pt x="188" y="1169"/>
                    <a:pt x="81" y="1116"/>
                    <a:pt x="134" y="1009"/>
                  </a:cubicBezTo>
                  <a:cubicBezTo>
                    <a:pt x="188" y="911"/>
                    <a:pt x="81" y="839"/>
                    <a:pt x="117" y="777"/>
                  </a:cubicBezTo>
                  <a:cubicBezTo>
                    <a:pt x="152" y="714"/>
                    <a:pt x="72" y="679"/>
                    <a:pt x="108" y="607"/>
                  </a:cubicBezTo>
                  <a:cubicBezTo>
                    <a:pt x="143" y="527"/>
                    <a:pt x="54" y="456"/>
                    <a:pt x="90" y="384"/>
                  </a:cubicBezTo>
                  <a:cubicBezTo>
                    <a:pt x="125" y="322"/>
                    <a:pt x="45" y="304"/>
                    <a:pt x="72" y="250"/>
                  </a:cubicBezTo>
                  <a:cubicBezTo>
                    <a:pt x="99" y="197"/>
                    <a:pt x="36" y="170"/>
                    <a:pt x="45" y="108"/>
                  </a:cubicBezTo>
                  <a:cubicBezTo>
                    <a:pt x="45" y="45"/>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81"/>
            <p:cNvSpPr/>
            <p:nvPr/>
          </p:nvSpPr>
          <p:spPr>
            <a:xfrm>
              <a:off x="3666174" y="2309104"/>
              <a:ext cx="12677" cy="111510"/>
            </a:xfrm>
            <a:custGeom>
              <a:rect b="b" l="l" r="r" t="t"/>
              <a:pathLst>
                <a:path extrusionOk="0" h="3070" w="349">
                  <a:moveTo>
                    <a:pt x="349" y="1"/>
                  </a:moveTo>
                  <a:cubicBezTo>
                    <a:pt x="349" y="1"/>
                    <a:pt x="304" y="54"/>
                    <a:pt x="304" y="117"/>
                  </a:cubicBezTo>
                  <a:cubicBezTo>
                    <a:pt x="313" y="179"/>
                    <a:pt x="251" y="206"/>
                    <a:pt x="278" y="251"/>
                  </a:cubicBezTo>
                  <a:cubicBezTo>
                    <a:pt x="304" y="304"/>
                    <a:pt x="224" y="322"/>
                    <a:pt x="260" y="393"/>
                  </a:cubicBezTo>
                  <a:cubicBezTo>
                    <a:pt x="295" y="456"/>
                    <a:pt x="206" y="536"/>
                    <a:pt x="242" y="607"/>
                  </a:cubicBezTo>
                  <a:cubicBezTo>
                    <a:pt x="278" y="688"/>
                    <a:pt x="197" y="715"/>
                    <a:pt x="233" y="777"/>
                  </a:cubicBezTo>
                  <a:cubicBezTo>
                    <a:pt x="269" y="839"/>
                    <a:pt x="162" y="911"/>
                    <a:pt x="215" y="1018"/>
                  </a:cubicBezTo>
                  <a:cubicBezTo>
                    <a:pt x="269" y="1125"/>
                    <a:pt x="162" y="1178"/>
                    <a:pt x="197" y="1250"/>
                  </a:cubicBezTo>
                  <a:cubicBezTo>
                    <a:pt x="233" y="1321"/>
                    <a:pt x="108" y="1410"/>
                    <a:pt x="162" y="1491"/>
                  </a:cubicBezTo>
                  <a:cubicBezTo>
                    <a:pt x="215" y="1580"/>
                    <a:pt x="108" y="1651"/>
                    <a:pt x="144" y="1714"/>
                  </a:cubicBezTo>
                  <a:cubicBezTo>
                    <a:pt x="179" y="1776"/>
                    <a:pt x="81" y="1865"/>
                    <a:pt x="135" y="1937"/>
                  </a:cubicBezTo>
                  <a:cubicBezTo>
                    <a:pt x="188" y="2008"/>
                    <a:pt x="63" y="2088"/>
                    <a:pt x="108" y="2186"/>
                  </a:cubicBezTo>
                  <a:cubicBezTo>
                    <a:pt x="153" y="2285"/>
                    <a:pt x="46" y="2392"/>
                    <a:pt x="99" y="2481"/>
                  </a:cubicBezTo>
                  <a:cubicBezTo>
                    <a:pt x="153" y="2561"/>
                    <a:pt x="28" y="2588"/>
                    <a:pt x="81" y="2677"/>
                  </a:cubicBezTo>
                  <a:cubicBezTo>
                    <a:pt x="135" y="2775"/>
                    <a:pt x="1" y="2891"/>
                    <a:pt x="1" y="3070"/>
                  </a:cubicBezTo>
                  <a:lnTo>
                    <a:pt x="349" y="3070"/>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81"/>
            <p:cNvSpPr/>
            <p:nvPr/>
          </p:nvSpPr>
          <p:spPr>
            <a:xfrm>
              <a:off x="3678814" y="2309104"/>
              <a:ext cx="12677" cy="111510"/>
            </a:xfrm>
            <a:custGeom>
              <a:rect b="b" l="l" r="r" t="t"/>
              <a:pathLst>
                <a:path extrusionOk="0" h="3070" w="349">
                  <a:moveTo>
                    <a:pt x="1" y="1"/>
                  </a:moveTo>
                  <a:lnTo>
                    <a:pt x="1" y="3070"/>
                  </a:lnTo>
                  <a:lnTo>
                    <a:pt x="349" y="3070"/>
                  </a:lnTo>
                  <a:cubicBezTo>
                    <a:pt x="349" y="2891"/>
                    <a:pt x="206" y="2775"/>
                    <a:pt x="260" y="2677"/>
                  </a:cubicBezTo>
                  <a:cubicBezTo>
                    <a:pt x="322" y="2588"/>
                    <a:pt x="197" y="2561"/>
                    <a:pt x="251" y="2481"/>
                  </a:cubicBezTo>
                  <a:cubicBezTo>
                    <a:pt x="295" y="2392"/>
                    <a:pt x="197" y="2285"/>
                    <a:pt x="242" y="2186"/>
                  </a:cubicBezTo>
                  <a:cubicBezTo>
                    <a:pt x="277" y="2088"/>
                    <a:pt x="153" y="2008"/>
                    <a:pt x="206" y="1937"/>
                  </a:cubicBezTo>
                  <a:cubicBezTo>
                    <a:pt x="260" y="1865"/>
                    <a:pt x="161" y="1776"/>
                    <a:pt x="197" y="1714"/>
                  </a:cubicBezTo>
                  <a:cubicBezTo>
                    <a:pt x="233" y="1651"/>
                    <a:pt x="135" y="1580"/>
                    <a:pt x="188" y="1491"/>
                  </a:cubicBezTo>
                  <a:cubicBezTo>
                    <a:pt x="242" y="1410"/>
                    <a:pt x="117" y="1321"/>
                    <a:pt x="153" y="1250"/>
                  </a:cubicBezTo>
                  <a:cubicBezTo>
                    <a:pt x="179" y="1178"/>
                    <a:pt x="81" y="1125"/>
                    <a:pt x="135" y="1018"/>
                  </a:cubicBezTo>
                  <a:cubicBezTo>
                    <a:pt x="188" y="911"/>
                    <a:pt x="81" y="839"/>
                    <a:pt x="117" y="777"/>
                  </a:cubicBezTo>
                  <a:cubicBezTo>
                    <a:pt x="144" y="715"/>
                    <a:pt x="72" y="688"/>
                    <a:pt x="108" y="607"/>
                  </a:cubicBezTo>
                  <a:cubicBezTo>
                    <a:pt x="135" y="536"/>
                    <a:pt x="45" y="456"/>
                    <a:pt x="90" y="393"/>
                  </a:cubicBezTo>
                  <a:cubicBezTo>
                    <a:pt x="126" y="322"/>
                    <a:pt x="45" y="304"/>
                    <a:pt x="63" y="251"/>
                  </a:cubicBezTo>
                  <a:cubicBezTo>
                    <a:pt x="90" y="206"/>
                    <a:pt x="28" y="179"/>
                    <a:pt x="37" y="117"/>
                  </a:cubicBezTo>
                  <a:cubicBezTo>
                    <a:pt x="45" y="54"/>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81"/>
            <p:cNvSpPr/>
            <p:nvPr/>
          </p:nvSpPr>
          <p:spPr>
            <a:xfrm>
              <a:off x="3666501" y="2389156"/>
              <a:ext cx="61276" cy="107624"/>
            </a:xfrm>
            <a:custGeom>
              <a:rect b="b" l="l" r="r" t="t"/>
              <a:pathLst>
                <a:path extrusionOk="0" h="2963" w="1687">
                  <a:moveTo>
                    <a:pt x="1" y="0"/>
                  </a:moveTo>
                  <a:lnTo>
                    <a:pt x="1" y="2962"/>
                  </a:lnTo>
                  <a:lnTo>
                    <a:pt x="1687" y="2962"/>
                  </a:lnTo>
                  <a:lnTo>
                    <a:pt x="1687"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81"/>
            <p:cNvSpPr/>
            <p:nvPr/>
          </p:nvSpPr>
          <p:spPr>
            <a:xfrm>
              <a:off x="3652263" y="2374555"/>
              <a:ext cx="14275" cy="122225"/>
            </a:xfrm>
            <a:custGeom>
              <a:rect b="b" l="l" r="r" t="t"/>
              <a:pathLst>
                <a:path extrusionOk="0" h="3365" w="393">
                  <a:moveTo>
                    <a:pt x="0" y="1"/>
                  </a:moveTo>
                  <a:lnTo>
                    <a:pt x="0" y="3364"/>
                  </a:lnTo>
                  <a:lnTo>
                    <a:pt x="393" y="3364"/>
                  </a:lnTo>
                  <a:lnTo>
                    <a:pt x="393" y="402"/>
                  </a:lnTo>
                  <a:lnTo>
                    <a:pt x="0"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81"/>
            <p:cNvSpPr/>
            <p:nvPr/>
          </p:nvSpPr>
          <p:spPr>
            <a:xfrm>
              <a:off x="3710922" y="2399180"/>
              <a:ext cx="7482" cy="13657"/>
            </a:xfrm>
            <a:custGeom>
              <a:rect b="b" l="l" r="r" t="t"/>
              <a:pathLst>
                <a:path extrusionOk="0" h="376" w="206">
                  <a:moveTo>
                    <a:pt x="0" y="1"/>
                  </a:moveTo>
                  <a:lnTo>
                    <a:pt x="0" y="376"/>
                  </a:lnTo>
                  <a:lnTo>
                    <a:pt x="205" y="376"/>
                  </a:lnTo>
                  <a:lnTo>
                    <a:pt x="20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81"/>
            <p:cNvSpPr/>
            <p:nvPr/>
          </p:nvSpPr>
          <p:spPr>
            <a:xfrm>
              <a:off x="3677216" y="2402740"/>
              <a:ext cx="7809" cy="13657"/>
            </a:xfrm>
            <a:custGeom>
              <a:rect b="b" l="l" r="r" t="t"/>
              <a:pathLst>
                <a:path extrusionOk="0" h="376" w="215">
                  <a:moveTo>
                    <a:pt x="0" y="1"/>
                  </a:moveTo>
                  <a:lnTo>
                    <a:pt x="0" y="376"/>
                  </a:lnTo>
                  <a:lnTo>
                    <a:pt x="214" y="376"/>
                  </a:lnTo>
                  <a:lnTo>
                    <a:pt x="21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81"/>
            <p:cNvSpPr/>
            <p:nvPr/>
          </p:nvSpPr>
          <p:spPr>
            <a:xfrm>
              <a:off x="3713828" y="2428673"/>
              <a:ext cx="7809" cy="13657"/>
            </a:xfrm>
            <a:custGeom>
              <a:rect b="b" l="l" r="r" t="t"/>
              <a:pathLst>
                <a:path extrusionOk="0" h="376" w="215">
                  <a:moveTo>
                    <a:pt x="0" y="1"/>
                  </a:moveTo>
                  <a:lnTo>
                    <a:pt x="0" y="375"/>
                  </a:lnTo>
                  <a:lnTo>
                    <a:pt x="214" y="375"/>
                  </a:lnTo>
                  <a:lnTo>
                    <a:pt x="21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81"/>
            <p:cNvSpPr/>
            <p:nvPr/>
          </p:nvSpPr>
          <p:spPr>
            <a:xfrm>
              <a:off x="3691454" y="2433214"/>
              <a:ext cx="7809" cy="13657"/>
            </a:xfrm>
            <a:custGeom>
              <a:rect b="b" l="l" r="r" t="t"/>
              <a:pathLst>
                <a:path extrusionOk="0" h="376" w="215">
                  <a:moveTo>
                    <a:pt x="1" y="1"/>
                  </a:moveTo>
                  <a:lnTo>
                    <a:pt x="1" y="375"/>
                  </a:lnTo>
                  <a:lnTo>
                    <a:pt x="215" y="375"/>
                  </a:lnTo>
                  <a:lnTo>
                    <a:pt x="21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81"/>
            <p:cNvSpPr/>
            <p:nvPr/>
          </p:nvSpPr>
          <p:spPr>
            <a:xfrm>
              <a:off x="3693415" y="2467574"/>
              <a:ext cx="15255" cy="29203"/>
            </a:xfrm>
            <a:custGeom>
              <a:rect b="b" l="l" r="r" t="t"/>
              <a:pathLst>
                <a:path extrusionOk="0" h="804" w="420">
                  <a:moveTo>
                    <a:pt x="0" y="0"/>
                  </a:moveTo>
                  <a:lnTo>
                    <a:pt x="0" y="803"/>
                  </a:lnTo>
                  <a:lnTo>
                    <a:pt x="420" y="803"/>
                  </a:lnTo>
                  <a:lnTo>
                    <a:pt x="42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81"/>
            <p:cNvSpPr/>
            <p:nvPr/>
          </p:nvSpPr>
          <p:spPr>
            <a:xfrm>
              <a:off x="3652263" y="2374555"/>
              <a:ext cx="75514" cy="14638"/>
            </a:xfrm>
            <a:custGeom>
              <a:rect b="b" l="l" r="r" t="t"/>
              <a:pathLst>
                <a:path extrusionOk="0" h="403" w="2079">
                  <a:moveTo>
                    <a:pt x="0" y="1"/>
                  </a:moveTo>
                  <a:lnTo>
                    <a:pt x="393" y="402"/>
                  </a:lnTo>
                  <a:lnTo>
                    <a:pt x="2079" y="402"/>
                  </a:lnTo>
                  <a:lnTo>
                    <a:pt x="16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81"/>
            <p:cNvSpPr/>
            <p:nvPr/>
          </p:nvSpPr>
          <p:spPr>
            <a:xfrm>
              <a:off x="3551471" y="2334056"/>
              <a:ext cx="101812" cy="162725"/>
            </a:xfrm>
            <a:custGeom>
              <a:rect b="b" l="l" r="r" t="t"/>
              <a:pathLst>
                <a:path extrusionOk="0" h="4480" w="2803">
                  <a:moveTo>
                    <a:pt x="1" y="1"/>
                  </a:moveTo>
                  <a:lnTo>
                    <a:pt x="1" y="4479"/>
                  </a:lnTo>
                  <a:lnTo>
                    <a:pt x="2802" y="4479"/>
                  </a:lnTo>
                  <a:lnTo>
                    <a:pt x="2802"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81"/>
            <p:cNvSpPr/>
            <p:nvPr/>
          </p:nvSpPr>
          <p:spPr>
            <a:xfrm>
              <a:off x="3567053" y="2350582"/>
              <a:ext cx="12677" cy="22411"/>
            </a:xfrm>
            <a:custGeom>
              <a:rect b="b" l="l" r="r" t="t"/>
              <a:pathLst>
                <a:path extrusionOk="0" h="617" w="349">
                  <a:moveTo>
                    <a:pt x="0" y="1"/>
                  </a:moveTo>
                  <a:lnTo>
                    <a:pt x="0" y="616"/>
                  </a:lnTo>
                  <a:lnTo>
                    <a:pt x="348" y="616"/>
                  </a:lnTo>
                  <a:lnTo>
                    <a:pt x="34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81"/>
            <p:cNvSpPr/>
            <p:nvPr/>
          </p:nvSpPr>
          <p:spPr>
            <a:xfrm>
              <a:off x="3581291" y="2372956"/>
              <a:ext cx="12677" cy="22702"/>
            </a:xfrm>
            <a:custGeom>
              <a:rect b="b" l="l" r="r" t="t"/>
              <a:pathLst>
                <a:path extrusionOk="0" h="625" w="349">
                  <a:moveTo>
                    <a:pt x="1" y="0"/>
                  </a:moveTo>
                  <a:lnTo>
                    <a:pt x="1" y="625"/>
                  </a:lnTo>
                  <a:lnTo>
                    <a:pt x="349" y="625"/>
                  </a:lnTo>
                  <a:lnTo>
                    <a:pt x="349"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81"/>
            <p:cNvSpPr/>
            <p:nvPr/>
          </p:nvSpPr>
          <p:spPr>
            <a:xfrm>
              <a:off x="3622770" y="2356430"/>
              <a:ext cx="12677" cy="22702"/>
            </a:xfrm>
            <a:custGeom>
              <a:rect b="b" l="l" r="r" t="t"/>
              <a:pathLst>
                <a:path extrusionOk="0" h="625" w="349">
                  <a:moveTo>
                    <a:pt x="1" y="0"/>
                  </a:moveTo>
                  <a:lnTo>
                    <a:pt x="1" y="625"/>
                  </a:lnTo>
                  <a:lnTo>
                    <a:pt x="348" y="625"/>
                  </a:lnTo>
                  <a:lnTo>
                    <a:pt x="34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81"/>
            <p:cNvSpPr/>
            <p:nvPr/>
          </p:nvSpPr>
          <p:spPr>
            <a:xfrm>
              <a:off x="3562186" y="2399180"/>
              <a:ext cx="12677" cy="22738"/>
            </a:xfrm>
            <a:custGeom>
              <a:rect b="b" l="l" r="r" t="t"/>
              <a:pathLst>
                <a:path extrusionOk="0" h="626" w="349">
                  <a:moveTo>
                    <a:pt x="0" y="1"/>
                  </a:moveTo>
                  <a:lnTo>
                    <a:pt x="0" y="625"/>
                  </a:lnTo>
                  <a:lnTo>
                    <a:pt x="348" y="625"/>
                  </a:lnTo>
                  <a:lnTo>
                    <a:pt x="34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81"/>
            <p:cNvSpPr/>
            <p:nvPr/>
          </p:nvSpPr>
          <p:spPr>
            <a:xfrm>
              <a:off x="3618884" y="2405682"/>
              <a:ext cx="12677" cy="22375"/>
            </a:xfrm>
            <a:custGeom>
              <a:rect b="b" l="l" r="r" t="t"/>
              <a:pathLst>
                <a:path extrusionOk="0" h="616" w="349">
                  <a:moveTo>
                    <a:pt x="0" y="0"/>
                  </a:moveTo>
                  <a:lnTo>
                    <a:pt x="0" y="616"/>
                  </a:lnTo>
                  <a:lnTo>
                    <a:pt x="348" y="616"/>
                  </a:lnTo>
                  <a:lnTo>
                    <a:pt x="34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81"/>
            <p:cNvSpPr/>
            <p:nvPr/>
          </p:nvSpPr>
          <p:spPr>
            <a:xfrm>
              <a:off x="3579693" y="2444219"/>
              <a:ext cx="25280" cy="52559"/>
            </a:xfrm>
            <a:custGeom>
              <a:rect b="b" l="l" r="r" t="t"/>
              <a:pathLst>
                <a:path extrusionOk="0" h="1447" w="696">
                  <a:moveTo>
                    <a:pt x="0" y="1"/>
                  </a:moveTo>
                  <a:lnTo>
                    <a:pt x="0" y="1446"/>
                  </a:lnTo>
                  <a:lnTo>
                    <a:pt x="696" y="1446"/>
                  </a:lnTo>
                  <a:lnTo>
                    <a:pt x="69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81"/>
            <p:cNvSpPr/>
            <p:nvPr/>
          </p:nvSpPr>
          <p:spPr>
            <a:xfrm>
              <a:off x="3551471" y="2309430"/>
              <a:ext cx="114743" cy="24663"/>
            </a:xfrm>
            <a:custGeom>
              <a:rect b="b" l="l" r="r" t="t"/>
              <a:pathLst>
                <a:path extrusionOk="0" h="679" w="3159">
                  <a:moveTo>
                    <a:pt x="1" y="1"/>
                  </a:moveTo>
                  <a:lnTo>
                    <a:pt x="1" y="679"/>
                  </a:lnTo>
                  <a:lnTo>
                    <a:pt x="3159" y="679"/>
                  </a:lnTo>
                  <a:lnTo>
                    <a:pt x="248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81"/>
            <p:cNvSpPr/>
            <p:nvPr/>
          </p:nvSpPr>
          <p:spPr>
            <a:xfrm>
              <a:off x="3460777" y="2278339"/>
              <a:ext cx="90734" cy="218444"/>
            </a:xfrm>
            <a:custGeom>
              <a:rect b="b" l="l" r="r" t="t"/>
              <a:pathLst>
                <a:path extrusionOk="0" h="6014" w="2498">
                  <a:moveTo>
                    <a:pt x="0" y="0"/>
                  </a:moveTo>
                  <a:lnTo>
                    <a:pt x="0" y="6013"/>
                  </a:lnTo>
                  <a:lnTo>
                    <a:pt x="2498" y="6013"/>
                  </a:lnTo>
                  <a:lnTo>
                    <a:pt x="2498"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81"/>
            <p:cNvSpPr/>
            <p:nvPr/>
          </p:nvSpPr>
          <p:spPr>
            <a:xfrm>
              <a:off x="3474688" y="2292904"/>
              <a:ext cx="11369" cy="20450"/>
            </a:xfrm>
            <a:custGeom>
              <a:rect b="b" l="l" r="r" t="t"/>
              <a:pathLst>
                <a:path extrusionOk="0" h="563" w="313">
                  <a:moveTo>
                    <a:pt x="1" y="1"/>
                  </a:moveTo>
                  <a:lnTo>
                    <a:pt x="1" y="563"/>
                  </a:lnTo>
                  <a:lnTo>
                    <a:pt x="313" y="563"/>
                  </a:lnTo>
                  <a:lnTo>
                    <a:pt x="31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81"/>
            <p:cNvSpPr/>
            <p:nvPr/>
          </p:nvSpPr>
          <p:spPr>
            <a:xfrm>
              <a:off x="3499641" y="2313317"/>
              <a:ext cx="11369" cy="20123"/>
            </a:xfrm>
            <a:custGeom>
              <a:rect b="b" l="l" r="r" t="t"/>
              <a:pathLst>
                <a:path extrusionOk="0" h="554" w="313">
                  <a:moveTo>
                    <a:pt x="1" y="1"/>
                  </a:moveTo>
                  <a:lnTo>
                    <a:pt x="1" y="554"/>
                  </a:lnTo>
                  <a:lnTo>
                    <a:pt x="313" y="554"/>
                  </a:lnTo>
                  <a:lnTo>
                    <a:pt x="31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81"/>
            <p:cNvSpPr/>
            <p:nvPr/>
          </p:nvSpPr>
          <p:spPr>
            <a:xfrm>
              <a:off x="3524267" y="2298425"/>
              <a:ext cx="11369" cy="20123"/>
            </a:xfrm>
            <a:custGeom>
              <a:rect b="b" l="l" r="r" t="t"/>
              <a:pathLst>
                <a:path extrusionOk="0" h="554" w="313">
                  <a:moveTo>
                    <a:pt x="1" y="0"/>
                  </a:moveTo>
                  <a:lnTo>
                    <a:pt x="1" y="554"/>
                  </a:lnTo>
                  <a:lnTo>
                    <a:pt x="313" y="554"/>
                  </a:lnTo>
                  <a:lnTo>
                    <a:pt x="31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81"/>
            <p:cNvSpPr/>
            <p:nvPr/>
          </p:nvSpPr>
          <p:spPr>
            <a:xfrm>
              <a:off x="3470148" y="2336671"/>
              <a:ext cx="11369" cy="20123"/>
            </a:xfrm>
            <a:custGeom>
              <a:rect b="b" l="l" r="r" t="t"/>
              <a:pathLst>
                <a:path extrusionOk="0" h="554" w="313">
                  <a:moveTo>
                    <a:pt x="1" y="0"/>
                  </a:moveTo>
                  <a:lnTo>
                    <a:pt x="1" y="553"/>
                  </a:lnTo>
                  <a:lnTo>
                    <a:pt x="313" y="553"/>
                  </a:lnTo>
                  <a:lnTo>
                    <a:pt x="31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81"/>
            <p:cNvSpPr/>
            <p:nvPr/>
          </p:nvSpPr>
          <p:spPr>
            <a:xfrm>
              <a:off x="3486020" y="2385596"/>
              <a:ext cx="11405" cy="20123"/>
            </a:xfrm>
            <a:custGeom>
              <a:rect b="b" l="l" r="r" t="t"/>
              <a:pathLst>
                <a:path extrusionOk="0" h="554" w="314">
                  <a:moveTo>
                    <a:pt x="1" y="0"/>
                  </a:moveTo>
                  <a:lnTo>
                    <a:pt x="1" y="553"/>
                  </a:lnTo>
                  <a:lnTo>
                    <a:pt x="313" y="553"/>
                  </a:lnTo>
                  <a:lnTo>
                    <a:pt x="31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81"/>
            <p:cNvSpPr/>
            <p:nvPr/>
          </p:nvSpPr>
          <p:spPr>
            <a:xfrm>
              <a:off x="3469167" y="2415707"/>
              <a:ext cx="11078" cy="20123"/>
            </a:xfrm>
            <a:custGeom>
              <a:rect b="b" l="l" r="r" t="t"/>
              <a:pathLst>
                <a:path extrusionOk="0" h="554" w="305">
                  <a:moveTo>
                    <a:pt x="1" y="1"/>
                  </a:moveTo>
                  <a:lnTo>
                    <a:pt x="1" y="554"/>
                  </a:lnTo>
                  <a:lnTo>
                    <a:pt x="304" y="554"/>
                  </a:lnTo>
                  <a:lnTo>
                    <a:pt x="30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81"/>
            <p:cNvSpPr/>
            <p:nvPr/>
          </p:nvSpPr>
          <p:spPr>
            <a:xfrm>
              <a:off x="3521034" y="2342156"/>
              <a:ext cx="11369" cy="20123"/>
            </a:xfrm>
            <a:custGeom>
              <a:rect b="b" l="l" r="r" t="t"/>
              <a:pathLst>
                <a:path extrusionOk="0" h="554" w="313">
                  <a:moveTo>
                    <a:pt x="0" y="1"/>
                  </a:moveTo>
                  <a:lnTo>
                    <a:pt x="0" y="554"/>
                  </a:lnTo>
                  <a:lnTo>
                    <a:pt x="313" y="554"/>
                  </a:lnTo>
                  <a:lnTo>
                    <a:pt x="31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81"/>
            <p:cNvSpPr/>
            <p:nvPr/>
          </p:nvSpPr>
          <p:spPr>
            <a:xfrm>
              <a:off x="3489289" y="2449740"/>
              <a:ext cx="22702" cy="47038"/>
            </a:xfrm>
            <a:custGeom>
              <a:rect b="b" l="l" r="r" t="t"/>
              <a:pathLst>
                <a:path extrusionOk="0" h="1295" w="625">
                  <a:moveTo>
                    <a:pt x="0" y="1"/>
                  </a:moveTo>
                  <a:lnTo>
                    <a:pt x="0" y="1294"/>
                  </a:lnTo>
                  <a:lnTo>
                    <a:pt x="625" y="1294"/>
                  </a:lnTo>
                  <a:lnTo>
                    <a:pt x="62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81"/>
            <p:cNvSpPr/>
            <p:nvPr/>
          </p:nvSpPr>
          <p:spPr>
            <a:xfrm>
              <a:off x="3460777" y="2469135"/>
              <a:ext cx="39882" cy="27641"/>
            </a:xfrm>
            <a:custGeom>
              <a:rect b="b" l="l" r="r" t="t"/>
              <a:pathLst>
                <a:path extrusionOk="0" h="761" w="1098">
                  <a:moveTo>
                    <a:pt x="32" y="0"/>
                  </a:moveTo>
                  <a:cubicBezTo>
                    <a:pt x="12" y="0"/>
                    <a:pt x="0" y="2"/>
                    <a:pt x="0" y="2"/>
                  </a:cubicBezTo>
                  <a:lnTo>
                    <a:pt x="0" y="760"/>
                  </a:lnTo>
                  <a:lnTo>
                    <a:pt x="1097" y="760"/>
                  </a:lnTo>
                  <a:cubicBezTo>
                    <a:pt x="1061" y="508"/>
                    <a:pt x="901" y="455"/>
                    <a:pt x="771" y="455"/>
                  </a:cubicBezTo>
                  <a:cubicBezTo>
                    <a:pt x="676" y="455"/>
                    <a:pt x="598" y="484"/>
                    <a:pt x="598" y="484"/>
                  </a:cubicBezTo>
                  <a:cubicBezTo>
                    <a:pt x="582" y="355"/>
                    <a:pt x="505" y="329"/>
                    <a:pt x="445" y="329"/>
                  </a:cubicBezTo>
                  <a:cubicBezTo>
                    <a:pt x="406" y="329"/>
                    <a:pt x="375" y="341"/>
                    <a:pt x="375" y="341"/>
                  </a:cubicBezTo>
                  <a:cubicBezTo>
                    <a:pt x="346" y="30"/>
                    <a:pt x="117" y="0"/>
                    <a:pt x="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81"/>
            <p:cNvSpPr/>
            <p:nvPr/>
          </p:nvSpPr>
          <p:spPr>
            <a:xfrm>
              <a:off x="3653244" y="2473966"/>
              <a:ext cx="33090" cy="22811"/>
            </a:xfrm>
            <a:custGeom>
              <a:rect b="b" l="l" r="r" t="t"/>
              <a:pathLst>
                <a:path extrusionOk="0" h="628" w="911">
                  <a:moveTo>
                    <a:pt x="34" y="0"/>
                  </a:moveTo>
                  <a:cubicBezTo>
                    <a:pt x="13" y="0"/>
                    <a:pt x="0" y="3"/>
                    <a:pt x="0" y="3"/>
                  </a:cubicBezTo>
                  <a:lnTo>
                    <a:pt x="0" y="627"/>
                  </a:lnTo>
                  <a:lnTo>
                    <a:pt x="910" y="627"/>
                  </a:lnTo>
                  <a:cubicBezTo>
                    <a:pt x="879" y="417"/>
                    <a:pt x="739" y="374"/>
                    <a:pt x="629" y="374"/>
                  </a:cubicBezTo>
                  <a:cubicBezTo>
                    <a:pt x="553" y="374"/>
                    <a:pt x="491" y="395"/>
                    <a:pt x="491" y="395"/>
                  </a:cubicBezTo>
                  <a:cubicBezTo>
                    <a:pt x="474" y="291"/>
                    <a:pt x="411" y="271"/>
                    <a:pt x="364" y="271"/>
                  </a:cubicBezTo>
                  <a:cubicBezTo>
                    <a:pt x="335" y="271"/>
                    <a:pt x="312" y="279"/>
                    <a:pt x="312" y="279"/>
                  </a:cubicBezTo>
                  <a:cubicBezTo>
                    <a:pt x="284" y="28"/>
                    <a:pt x="109" y="0"/>
                    <a:pt x="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81"/>
            <p:cNvSpPr/>
            <p:nvPr/>
          </p:nvSpPr>
          <p:spPr>
            <a:xfrm>
              <a:off x="3460777" y="2256292"/>
              <a:ext cx="102429" cy="22084"/>
            </a:xfrm>
            <a:custGeom>
              <a:rect b="b" l="l" r="r" t="t"/>
              <a:pathLst>
                <a:path extrusionOk="0" h="608" w="2820">
                  <a:moveTo>
                    <a:pt x="0" y="1"/>
                  </a:moveTo>
                  <a:lnTo>
                    <a:pt x="0" y="607"/>
                  </a:lnTo>
                  <a:lnTo>
                    <a:pt x="2819" y="607"/>
                  </a:lnTo>
                  <a:lnTo>
                    <a:pt x="221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81"/>
            <p:cNvSpPr/>
            <p:nvPr/>
          </p:nvSpPr>
          <p:spPr>
            <a:xfrm>
              <a:off x="3505815" y="2354796"/>
              <a:ext cx="61276" cy="141985"/>
            </a:xfrm>
            <a:custGeom>
              <a:rect b="b" l="l" r="r" t="t"/>
              <a:pathLst>
                <a:path extrusionOk="0" h="3909" w="1687">
                  <a:moveTo>
                    <a:pt x="0" y="1"/>
                  </a:moveTo>
                  <a:lnTo>
                    <a:pt x="0" y="3908"/>
                  </a:lnTo>
                  <a:lnTo>
                    <a:pt x="1686" y="3908"/>
                  </a:lnTo>
                  <a:lnTo>
                    <a:pt x="1686"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81"/>
            <p:cNvSpPr/>
            <p:nvPr/>
          </p:nvSpPr>
          <p:spPr>
            <a:xfrm>
              <a:off x="3567053" y="2340231"/>
              <a:ext cx="14275" cy="156550"/>
            </a:xfrm>
            <a:custGeom>
              <a:rect b="b" l="l" r="r" t="t"/>
              <a:pathLst>
                <a:path extrusionOk="0" h="4310" w="393">
                  <a:moveTo>
                    <a:pt x="393" y="0"/>
                  </a:moveTo>
                  <a:lnTo>
                    <a:pt x="0" y="402"/>
                  </a:lnTo>
                  <a:lnTo>
                    <a:pt x="0" y="4309"/>
                  </a:lnTo>
                  <a:lnTo>
                    <a:pt x="393" y="4309"/>
                  </a:lnTo>
                  <a:lnTo>
                    <a:pt x="393"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81"/>
            <p:cNvSpPr/>
            <p:nvPr/>
          </p:nvSpPr>
          <p:spPr>
            <a:xfrm>
              <a:off x="3515186" y="2364857"/>
              <a:ext cx="7482" cy="13621"/>
            </a:xfrm>
            <a:custGeom>
              <a:rect b="b" l="l" r="r" t="t"/>
              <a:pathLst>
                <a:path extrusionOk="0" h="375" w="206">
                  <a:moveTo>
                    <a:pt x="1" y="0"/>
                  </a:moveTo>
                  <a:lnTo>
                    <a:pt x="1" y="375"/>
                  </a:lnTo>
                  <a:lnTo>
                    <a:pt x="206" y="375"/>
                  </a:lnTo>
                  <a:lnTo>
                    <a:pt x="20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81"/>
            <p:cNvSpPr/>
            <p:nvPr/>
          </p:nvSpPr>
          <p:spPr>
            <a:xfrm>
              <a:off x="3532039" y="2378441"/>
              <a:ext cx="7482" cy="13657"/>
            </a:xfrm>
            <a:custGeom>
              <a:rect b="b" l="l" r="r" t="t"/>
              <a:pathLst>
                <a:path extrusionOk="0" h="376" w="206">
                  <a:moveTo>
                    <a:pt x="1" y="1"/>
                  </a:moveTo>
                  <a:lnTo>
                    <a:pt x="1" y="376"/>
                  </a:lnTo>
                  <a:lnTo>
                    <a:pt x="206" y="376"/>
                  </a:lnTo>
                  <a:lnTo>
                    <a:pt x="20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81"/>
            <p:cNvSpPr/>
            <p:nvPr/>
          </p:nvSpPr>
          <p:spPr>
            <a:xfrm>
              <a:off x="3545006" y="2438734"/>
              <a:ext cx="7482" cy="13621"/>
            </a:xfrm>
            <a:custGeom>
              <a:rect b="b" l="l" r="r" t="t"/>
              <a:pathLst>
                <a:path extrusionOk="0" h="375" w="206">
                  <a:moveTo>
                    <a:pt x="0" y="0"/>
                  </a:moveTo>
                  <a:lnTo>
                    <a:pt x="0" y="375"/>
                  </a:lnTo>
                  <a:lnTo>
                    <a:pt x="206" y="375"/>
                  </a:lnTo>
                  <a:lnTo>
                    <a:pt x="20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81"/>
            <p:cNvSpPr/>
            <p:nvPr/>
          </p:nvSpPr>
          <p:spPr>
            <a:xfrm>
              <a:off x="3548566" y="2368416"/>
              <a:ext cx="7809" cy="13657"/>
            </a:xfrm>
            <a:custGeom>
              <a:rect b="b" l="l" r="r" t="t"/>
              <a:pathLst>
                <a:path extrusionOk="0" h="376" w="215">
                  <a:moveTo>
                    <a:pt x="1" y="0"/>
                  </a:moveTo>
                  <a:lnTo>
                    <a:pt x="1" y="375"/>
                  </a:lnTo>
                  <a:lnTo>
                    <a:pt x="215" y="375"/>
                  </a:lnTo>
                  <a:lnTo>
                    <a:pt x="21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81"/>
            <p:cNvSpPr/>
            <p:nvPr/>
          </p:nvSpPr>
          <p:spPr>
            <a:xfrm>
              <a:off x="3511954" y="2394350"/>
              <a:ext cx="7809" cy="13621"/>
            </a:xfrm>
            <a:custGeom>
              <a:rect b="b" l="l" r="r" t="t"/>
              <a:pathLst>
                <a:path extrusionOk="0" h="375" w="215">
                  <a:moveTo>
                    <a:pt x="1" y="0"/>
                  </a:moveTo>
                  <a:lnTo>
                    <a:pt x="1" y="375"/>
                  </a:lnTo>
                  <a:lnTo>
                    <a:pt x="215" y="375"/>
                  </a:lnTo>
                  <a:lnTo>
                    <a:pt x="21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81"/>
            <p:cNvSpPr/>
            <p:nvPr/>
          </p:nvSpPr>
          <p:spPr>
            <a:xfrm>
              <a:off x="3552452" y="2404701"/>
              <a:ext cx="7809" cy="13984"/>
            </a:xfrm>
            <a:custGeom>
              <a:rect b="b" l="l" r="r" t="t"/>
              <a:pathLst>
                <a:path extrusionOk="0" h="385" w="215">
                  <a:moveTo>
                    <a:pt x="1" y="1"/>
                  </a:moveTo>
                  <a:lnTo>
                    <a:pt x="1" y="384"/>
                  </a:lnTo>
                  <a:lnTo>
                    <a:pt x="215" y="384"/>
                  </a:lnTo>
                  <a:lnTo>
                    <a:pt x="21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81"/>
            <p:cNvSpPr/>
            <p:nvPr/>
          </p:nvSpPr>
          <p:spPr>
            <a:xfrm>
              <a:off x="3521361" y="2421228"/>
              <a:ext cx="7482" cy="13984"/>
            </a:xfrm>
            <a:custGeom>
              <a:rect b="b" l="l" r="r" t="t"/>
              <a:pathLst>
                <a:path extrusionOk="0" h="385" w="206">
                  <a:moveTo>
                    <a:pt x="0" y="0"/>
                  </a:moveTo>
                  <a:lnTo>
                    <a:pt x="0" y="384"/>
                  </a:lnTo>
                  <a:lnTo>
                    <a:pt x="205" y="384"/>
                  </a:lnTo>
                  <a:lnTo>
                    <a:pt x="20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81"/>
            <p:cNvSpPr/>
            <p:nvPr/>
          </p:nvSpPr>
          <p:spPr>
            <a:xfrm>
              <a:off x="3524920" y="2467574"/>
              <a:ext cx="15255" cy="29203"/>
            </a:xfrm>
            <a:custGeom>
              <a:rect b="b" l="l" r="r" t="t"/>
              <a:pathLst>
                <a:path extrusionOk="0" h="804" w="420">
                  <a:moveTo>
                    <a:pt x="0" y="0"/>
                  </a:moveTo>
                  <a:lnTo>
                    <a:pt x="0" y="803"/>
                  </a:lnTo>
                  <a:lnTo>
                    <a:pt x="420" y="803"/>
                  </a:lnTo>
                  <a:lnTo>
                    <a:pt x="42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81"/>
            <p:cNvSpPr/>
            <p:nvPr/>
          </p:nvSpPr>
          <p:spPr>
            <a:xfrm>
              <a:off x="3505815" y="2340231"/>
              <a:ext cx="75514" cy="14602"/>
            </a:xfrm>
            <a:custGeom>
              <a:rect b="b" l="l" r="r" t="t"/>
              <a:pathLst>
                <a:path extrusionOk="0" h="402" w="2079">
                  <a:moveTo>
                    <a:pt x="401" y="0"/>
                  </a:moveTo>
                  <a:lnTo>
                    <a:pt x="0" y="402"/>
                  </a:lnTo>
                  <a:lnTo>
                    <a:pt x="1686" y="402"/>
                  </a:lnTo>
                  <a:lnTo>
                    <a:pt x="207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81"/>
            <p:cNvSpPr/>
            <p:nvPr/>
          </p:nvSpPr>
          <p:spPr>
            <a:xfrm>
              <a:off x="3727739" y="2385596"/>
              <a:ext cx="12677" cy="111183"/>
            </a:xfrm>
            <a:custGeom>
              <a:rect b="b" l="l" r="r" t="t"/>
              <a:pathLst>
                <a:path extrusionOk="0" h="3061" w="349">
                  <a:moveTo>
                    <a:pt x="349" y="0"/>
                  </a:moveTo>
                  <a:cubicBezTo>
                    <a:pt x="349" y="0"/>
                    <a:pt x="304" y="45"/>
                    <a:pt x="313" y="107"/>
                  </a:cubicBezTo>
                  <a:cubicBezTo>
                    <a:pt x="322" y="179"/>
                    <a:pt x="260" y="196"/>
                    <a:pt x="286" y="250"/>
                  </a:cubicBezTo>
                  <a:cubicBezTo>
                    <a:pt x="304" y="303"/>
                    <a:pt x="224" y="321"/>
                    <a:pt x="269" y="393"/>
                  </a:cubicBezTo>
                  <a:cubicBezTo>
                    <a:pt x="304" y="455"/>
                    <a:pt x="215" y="535"/>
                    <a:pt x="251" y="607"/>
                  </a:cubicBezTo>
                  <a:cubicBezTo>
                    <a:pt x="278" y="678"/>
                    <a:pt x="206" y="714"/>
                    <a:pt x="242" y="776"/>
                  </a:cubicBezTo>
                  <a:cubicBezTo>
                    <a:pt x="269" y="839"/>
                    <a:pt x="162" y="910"/>
                    <a:pt x="215" y="1017"/>
                  </a:cubicBezTo>
                  <a:cubicBezTo>
                    <a:pt x="269" y="1115"/>
                    <a:pt x="170" y="1169"/>
                    <a:pt x="197" y="1249"/>
                  </a:cubicBezTo>
                  <a:cubicBezTo>
                    <a:pt x="233" y="1320"/>
                    <a:pt x="108" y="1410"/>
                    <a:pt x="162" y="1490"/>
                  </a:cubicBezTo>
                  <a:cubicBezTo>
                    <a:pt x="224" y="1579"/>
                    <a:pt x="117" y="1651"/>
                    <a:pt x="153" y="1713"/>
                  </a:cubicBezTo>
                  <a:cubicBezTo>
                    <a:pt x="188" y="1775"/>
                    <a:pt x="90" y="1865"/>
                    <a:pt x="144" y="1936"/>
                  </a:cubicBezTo>
                  <a:cubicBezTo>
                    <a:pt x="197" y="2007"/>
                    <a:pt x="72" y="2088"/>
                    <a:pt x="108" y="2186"/>
                  </a:cubicBezTo>
                  <a:cubicBezTo>
                    <a:pt x="153" y="2284"/>
                    <a:pt x="54" y="2391"/>
                    <a:pt x="99" y="2480"/>
                  </a:cubicBezTo>
                  <a:cubicBezTo>
                    <a:pt x="153" y="2561"/>
                    <a:pt x="37" y="2587"/>
                    <a:pt x="90" y="2676"/>
                  </a:cubicBezTo>
                  <a:cubicBezTo>
                    <a:pt x="144" y="2775"/>
                    <a:pt x="1" y="2891"/>
                    <a:pt x="1" y="3060"/>
                  </a:cubicBezTo>
                  <a:lnTo>
                    <a:pt x="349" y="3060"/>
                  </a:lnTo>
                  <a:lnTo>
                    <a:pt x="349" y="0"/>
                  </a:ln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81"/>
            <p:cNvSpPr/>
            <p:nvPr/>
          </p:nvSpPr>
          <p:spPr>
            <a:xfrm>
              <a:off x="3740379" y="2385596"/>
              <a:ext cx="12677" cy="111183"/>
            </a:xfrm>
            <a:custGeom>
              <a:rect b="b" l="l" r="r" t="t"/>
              <a:pathLst>
                <a:path extrusionOk="0" h="3061" w="349">
                  <a:moveTo>
                    <a:pt x="1" y="0"/>
                  </a:moveTo>
                  <a:lnTo>
                    <a:pt x="1" y="3060"/>
                  </a:lnTo>
                  <a:lnTo>
                    <a:pt x="349" y="3060"/>
                  </a:lnTo>
                  <a:cubicBezTo>
                    <a:pt x="349" y="2891"/>
                    <a:pt x="215" y="2775"/>
                    <a:pt x="269" y="2676"/>
                  </a:cubicBezTo>
                  <a:cubicBezTo>
                    <a:pt x="322" y="2587"/>
                    <a:pt x="206" y="2561"/>
                    <a:pt x="251" y="2480"/>
                  </a:cubicBezTo>
                  <a:cubicBezTo>
                    <a:pt x="304" y="2391"/>
                    <a:pt x="206" y="2284"/>
                    <a:pt x="242" y="2186"/>
                  </a:cubicBezTo>
                  <a:cubicBezTo>
                    <a:pt x="286" y="2088"/>
                    <a:pt x="161" y="2007"/>
                    <a:pt x="215" y="1936"/>
                  </a:cubicBezTo>
                  <a:cubicBezTo>
                    <a:pt x="269" y="1865"/>
                    <a:pt x="170" y="1775"/>
                    <a:pt x="206" y="1713"/>
                  </a:cubicBezTo>
                  <a:cubicBezTo>
                    <a:pt x="242" y="1651"/>
                    <a:pt x="135" y="1579"/>
                    <a:pt x="188" y="1490"/>
                  </a:cubicBezTo>
                  <a:cubicBezTo>
                    <a:pt x="251" y="1410"/>
                    <a:pt x="117" y="1320"/>
                    <a:pt x="153" y="1249"/>
                  </a:cubicBezTo>
                  <a:cubicBezTo>
                    <a:pt x="188" y="1169"/>
                    <a:pt x="81" y="1115"/>
                    <a:pt x="144" y="1017"/>
                  </a:cubicBezTo>
                  <a:cubicBezTo>
                    <a:pt x="197" y="910"/>
                    <a:pt x="81" y="839"/>
                    <a:pt x="117" y="776"/>
                  </a:cubicBezTo>
                  <a:cubicBezTo>
                    <a:pt x="153" y="714"/>
                    <a:pt x="72" y="678"/>
                    <a:pt x="108" y="607"/>
                  </a:cubicBezTo>
                  <a:cubicBezTo>
                    <a:pt x="144" y="535"/>
                    <a:pt x="54" y="455"/>
                    <a:pt x="90" y="393"/>
                  </a:cubicBezTo>
                  <a:cubicBezTo>
                    <a:pt x="126" y="321"/>
                    <a:pt x="45" y="303"/>
                    <a:pt x="72" y="250"/>
                  </a:cubicBezTo>
                  <a:cubicBezTo>
                    <a:pt x="99" y="196"/>
                    <a:pt x="37" y="179"/>
                    <a:pt x="45" y="107"/>
                  </a:cubicBezTo>
                  <a:cubicBezTo>
                    <a:pt x="54" y="45"/>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81"/>
            <p:cNvSpPr/>
            <p:nvPr/>
          </p:nvSpPr>
          <p:spPr>
            <a:xfrm>
              <a:off x="3811678" y="2385596"/>
              <a:ext cx="12677" cy="111183"/>
            </a:xfrm>
            <a:custGeom>
              <a:rect b="b" l="l" r="r" t="t"/>
              <a:pathLst>
                <a:path extrusionOk="0" h="3061" w="349">
                  <a:moveTo>
                    <a:pt x="348" y="0"/>
                  </a:moveTo>
                  <a:cubicBezTo>
                    <a:pt x="348" y="0"/>
                    <a:pt x="304" y="45"/>
                    <a:pt x="313" y="107"/>
                  </a:cubicBezTo>
                  <a:cubicBezTo>
                    <a:pt x="322" y="179"/>
                    <a:pt x="259" y="196"/>
                    <a:pt x="286" y="250"/>
                  </a:cubicBezTo>
                  <a:cubicBezTo>
                    <a:pt x="304" y="303"/>
                    <a:pt x="232" y="321"/>
                    <a:pt x="268" y="393"/>
                  </a:cubicBezTo>
                  <a:cubicBezTo>
                    <a:pt x="304" y="455"/>
                    <a:pt x="215" y="535"/>
                    <a:pt x="250" y="607"/>
                  </a:cubicBezTo>
                  <a:cubicBezTo>
                    <a:pt x="277" y="678"/>
                    <a:pt x="206" y="714"/>
                    <a:pt x="241" y="776"/>
                  </a:cubicBezTo>
                  <a:cubicBezTo>
                    <a:pt x="277" y="839"/>
                    <a:pt x="161" y="910"/>
                    <a:pt x="215" y="1017"/>
                  </a:cubicBezTo>
                  <a:cubicBezTo>
                    <a:pt x="268" y="1115"/>
                    <a:pt x="170" y="1169"/>
                    <a:pt x="206" y="1249"/>
                  </a:cubicBezTo>
                  <a:cubicBezTo>
                    <a:pt x="232" y="1320"/>
                    <a:pt x="108" y="1410"/>
                    <a:pt x="161" y="1490"/>
                  </a:cubicBezTo>
                  <a:cubicBezTo>
                    <a:pt x="224" y="1579"/>
                    <a:pt x="116" y="1651"/>
                    <a:pt x="152" y="1713"/>
                  </a:cubicBezTo>
                  <a:cubicBezTo>
                    <a:pt x="188" y="1775"/>
                    <a:pt x="90" y="1865"/>
                    <a:pt x="143" y="1936"/>
                  </a:cubicBezTo>
                  <a:cubicBezTo>
                    <a:pt x="197" y="2007"/>
                    <a:pt x="72" y="2088"/>
                    <a:pt x="116" y="2186"/>
                  </a:cubicBezTo>
                  <a:cubicBezTo>
                    <a:pt x="152" y="2284"/>
                    <a:pt x="54" y="2391"/>
                    <a:pt x="108" y="2480"/>
                  </a:cubicBezTo>
                  <a:cubicBezTo>
                    <a:pt x="152" y="2561"/>
                    <a:pt x="36" y="2587"/>
                    <a:pt x="90" y="2676"/>
                  </a:cubicBezTo>
                  <a:cubicBezTo>
                    <a:pt x="143" y="2775"/>
                    <a:pt x="1" y="2891"/>
                    <a:pt x="1" y="3060"/>
                  </a:cubicBezTo>
                  <a:lnTo>
                    <a:pt x="348" y="3060"/>
                  </a:lnTo>
                  <a:lnTo>
                    <a:pt x="3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81"/>
            <p:cNvSpPr/>
            <p:nvPr/>
          </p:nvSpPr>
          <p:spPr>
            <a:xfrm>
              <a:off x="3824317" y="2385596"/>
              <a:ext cx="13003" cy="111183"/>
            </a:xfrm>
            <a:custGeom>
              <a:rect b="b" l="l" r="r" t="t"/>
              <a:pathLst>
                <a:path extrusionOk="0" h="3061" w="358">
                  <a:moveTo>
                    <a:pt x="0" y="0"/>
                  </a:moveTo>
                  <a:lnTo>
                    <a:pt x="0" y="3060"/>
                  </a:lnTo>
                  <a:lnTo>
                    <a:pt x="357" y="3060"/>
                  </a:lnTo>
                  <a:cubicBezTo>
                    <a:pt x="357" y="2891"/>
                    <a:pt x="215" y="2775"/>
                    <a:pt x="268" y="2676"/>
                  </a:cubicBezTo>
                  <a:cubicBezTo>
                    <a:pt x="322" y="2587"/>
                    <a:pt x="206" y="2561"/>
                    <a:pt x="250" y="2480"/>
                  </a:cubicBezTo>
                  <a:cubicBezTo>
                    <a:pt x="304" y="2391"/>
                    <a:pt x="206" y="2284"/>
                    <a:pt x="241" y="2186"/>
                  </a:cubicBezTo>
                  <a:cubicBezTo>
                    <a:pt x="286" y="2088"/>
                    <a:pt x="161" y="2007"/>
                    <a:pt x="215" y="1936"/>
                  </a:cubicBezTo>
                  <a:cubicBezTo>
                    <a:pt x="268" y="1865"/>
                    <a:pt x="170" y="1775"/>
                    <a:pt x="206" y="1713"/>
                  </a:cubicBezTo>
                  <a:cubicBezTo>
                    <a:pt x="241" y="1651"/>
                    <a:pt x="134" y="1579"/>
                    <a:pt x="188" y="1490"/>
                  </a:cubicBezTo>
                  <a:cubicBezTo>
                    <a:pt x="250" y="1410"/>
                    <a:pt x="125" y="1320"/>
                    <a:pt x="152" y="1249"/>
                  </a:cubicBezTo>
                  <a:cubicBezTo>
                    <a:pt x="188" y="1169"/>
                    <a:pt x="90" y="1115"/>
                    <a:pt x="143" y="1017"/>
                  </a:cubicBezTo>
                  <a:cubicBezTo>
                    <a:pt x="197" y="910"/>
                    <a:pt x="81" y="839"/>
                    <a:pt x="116" y="776"/>
                  </a:cubicBezTo>
                  <a:cubicBezTo>
                    <a:pt x="152" y="714"/>
                    <a:pt x="81" y="678"/>
                    <a:pt x="107" y="607"/>
                  </a:cubicBezTo>
                  <a:cubicBezTo>
                    <a:pt x="143" y="535"/>
                    <a:pt x="54" y="455"/>
                    <a:pt x="90" y="393"/>
                  </a:cubicBezTo>
                  <a:cubicBezTo>
                    <a:pt x="125" y="321"/>
                    <a:pt x="45" y="303"/>
                    <a:pt x="72" y="250"/>
                  </a:cubicBezTo>
                  <a:cubicBezTo>
                    <a:pt x="99" y="196"/>
                    <a:pt x="36" y="179"/>
                    <a:pt x="45" y="107"/>
                  </a:cubicBezTo>
                  <a:cubicBezTo>
                    <a:pt x="54" y="45"/>
                    <a:pt x="0" y="0"/>
                    <a:pt x="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81"/>
            <p:cNvSpPr/>
            <p:nvPr/>
          </p:nvSpPr>
          <p:spPr>
            <a:xfrm>
              <a:off x="3783492" y="2418649"/>
              <a:ext cx="8790" cy="78130"/>
            </a:xfrm>
            <a:custGeom>
              <a:rect b="b" l="l" r="r" t="t"/>
              <a:pathLst>
                <a:path extrusionOk="0" h="2151" w="242">
                  <a:moveTo>
                    <a:pt x="241" y="0"/>
                  </a:moveTo>
                  <a:cubicBezTo>
                    <a:pt x="241" y="0"/>
                    <a:pt x="214" y="27"/>
                    <a:pt x="214" y="71"/>
                  </a:cubicBezTo>
                  <a:cubicBezTo>
                    <a:pt x="223" y="116"/>
                    <a:pt x="179" y="134"/>
                    <a:pt x="197" y="170"/>
                  </a:cubicBezTo>
                  <a:cubicBezTo>
                    <a:pt x="214" y="205"/>
                    <a:pt x="161" y="223"/>
                    <a:pt x="188" y="268"/>
                  </a:cubicBezTo>
                  <a:cubicBezTo>
                    <a:pt x="206" y="312"/>
                    <a:pt x="143" y="375"/>
                    <a:pt x="170" y="419"/>
                  </a:cubicBezTo>
                  <a:cubicBezTo>
                    <a:pt x="197" y="473"/>
                    <a:pt x="143" y="500"/>
                    <a:pt x="161" y="544"/>
                  </a:cubicBezTo>
                  <a:cubicBezTo>
                    <a:pt x="188" y="589"/>
                    <a:pt x="107" y="634"/>
                    <a:pt x="152" y="714"/>
                  </a:cubicBezTo>
                  <a:cubicBezTo>
                    <a:pt x="188" y="785"/>
                    <a:pt x="116" y="821"/>
                    <a:pt x="143" y="874"/>
                  </a:cubicBezTo>
                  <a:cubicBezTo>
                    <a:pt x="161" y="928"/>
                    <a:pt x="72" y="990"/>
                    <a:pt x="116" y="1044"/>
                  </a:cubicBezTo>
                  <a:cubicBezTo>
                    <a:pt x="152" y="1106"/>
                    <a:pt x="81" y="1160"/>
                    <a:pt x="99" y="1204"/>
                  </a:cubicBezTo>
                  <a:cubicBezTo>
                    <a:pt x="125" y="1249"/>
                    <a:pt x="63" y="1312"/>
                    <a:pt x="99" y="1356"/>
                  </a:cubicBezTo>
                  <a:cubicBezTo>
                    <a:pt x="134" y="1410"/>
                    <a:pt x="45" y="1472"/>
                    <a:pt x="72" y="1535"/>
                  </a:cubicBezTo>
                  <a:cubicBezTo>
                    <a:pt x="107" y="1606"/>
                    <a:pt x="36" y="1677"/>
                    <a:pt x="72" y="1740"/>
                  </a:cubicBezTo>
                  <a:cubicBezTo>
                    <a:pt x="107" y="1802"/>
                    <a:pt x="18" y="1820"/>
                    <a:pt x="63" y="1882"/>
                  </a:cubicBezTo>
                  <a:cubicBezTo>
                    <a:pt x="99" y="1945"/>
                    <a:pt x="0" y="2034"/>
                    <a:pt x="0" y="2150"/>
                  </a:cubicBezTo>
                  <a:lnTo>
                    <a:pt x="241" y="2150"/>
                  </a:lnTo>
                  <a:lnTo>
                    <a:pt x="2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81"/>
            <p:cNvSpPr/>
            <p:nvPr/>
          </p:nvSpPr>
          <p:spPr>
            <a:xfrm>
              <a:off x="3792246" y="2418649"/>
              <a:ext cx="9117" cy="78130"/>
            </a:xfrm>
            <a:custGeom>
              <a:rect b="b" l="l" r="r" t="t"/>
              <a:pathLst>
                <a:path extrusionOk="0" h="2151" w="251">
                  <a:moveTo>
                    <a:pt x="0" y="0"/>
                  </a:moveTo>
                  <a:lnTo>
                    <a:pt x="0" y="2150"/>
                  </a:lnTo>
                  <a:lnTo>
                    <a:pt x="250" y="2150"/>
                  </a:lnTo>
                  <a:cubicBezTo>
                    <a:pt x="250" y="2034"/>
                    <a:pt x="152" y="1945"/>
                    <a:pt x="188" y="1882"/>
                  </a:cubicBezTo>
                  <a:cubicBezTo>
                    <a:pt x="232" y="1820"/>
                    <a:pt x="143" y="1802"/>
                    <a:pt x="179" y="1740"/>
                  </a:cubicBezTo>
                  <a:cubicBezTo>
                    <a:pt x="214" y="1677"/>
                    <a:pt x="143" y="1606"/>
                    <a:pt x="170" y="1535"/>
                  </a:cubicBezTo>
                  <a:cubicBezTo>
                    <a:pt x="205" y="1472"/>
                    <a:pt x="116" y="1410"/>
                    <a:pt x="152" y="1356"/>
                  </a:cubicBezTo>
                  <a:cubicBezTo>
                    <a:pt x="188" y="1312"/>
                    <a:pt x="125" y="1249"/>
                    <a:pt x="143" y="1204"/>
                  </a:cubicBezTo>
                  <a:cubicBezTo>
                    <a:pt x="170" y="1160"/>
                    <a:pt x="98" y="1106"/>
                    <a:pt x="134" y="1044"/>
                  </a:cubicBezTo>
                  <a:cubicBezTo>
                    <a:pt x="179" y="990"/>
                    <a:pt x="89" y="928"/>
                    <a:pt x="107" y="874"/>
                  </a:cubicBezTo>
                  <a:cubicBezTo>
                    <a:pt x="134" y="821"/>
                    <a:pt x="63" y="785"/>
                    <a:pt x="98" y="714"/>
                  </a:cubicBezTo>
                  <a:cubicBezTo>
                    <a:pt x="134" y="634"/>
                    <a:pt x="63" y="589"/>
                    <a:pt x="81" y="544"/>
                  </a:cubicBezTo>
                  <a:cubicBezTo>
                    <a:pt x="107" y="500"/>
                    <a:pt x="54" y="473"/>
                    <a:pt x="81" y="419"/>
                  </a:cubicBezTo>
                  <a:cubicBezTo>
                    <a:pt x="98" y="375"/>
                    <a:pt x="36" y="312"/>
                    <a:pt x="63" y="268"/>
                  </a:cubicBezTo>
                  <a:cubicBezTo>
                    <a:pt x="89" y="223"/>
                    <a:pt x="36" y="205"/>
                    <a:pt x="54" y="170"/>
                  </a:cubicBezTo>
                  <a:cubicBezTo>
                    <a:pt x="72" y="134"/>
                    <a:pt x="27" y="116"/>
                    <a:pt x="27" y="71"/>
                  </a:cubicBezTo>
                  <a:cubicBezTo>
                    <a:pt x="36" y="27"/>
                    <a:pt x="0" y="0"/>
                    <a:pt x="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6" name="Google Shape;4896;p81"/>
          <p:cNvGrpSpPr/>
          <p:nvPr/>
        </p:nvGrpSpPr>
        <p:grpSpPr>
          <a:xfrm>
            <a:off x="1625044" y="817756"/>
            <a:ext cx="2727215" cy="4882361"/>
            <a:chOff x="3812879" y="2405538"/>
            <a:chExt cx="723975" cy="1296087"/>
          </a:xfrm>
        </p:grpSpPr>
        <p:sp>
          <p:nvSpPr>
            <p:cNvPr id="4897" name="Google Shape;4897;p81"/>
            <p:cNvSpPr/>
            <p:nvPr/>
          </p:nvSpPr>
          <p:spPr>
            <a:xfrm>
              <a:off x="4165461" y="2658422"/>
              <a:ext cx="79464" cy="1039936"/>
            </a:xfrm>
            <a:custGeom>
              <a:rect b="b" l="l" r="r" t="t"/>
              <a:pathLst>
                <a:path extrusionOk="0" h="19735" w="1508">
                  <a:moveTo>
                    <a:pt x="357" y="1"/>
                  </a:moveTo>
                  <a:cubicBezTo>
                    <a:pt x="357" y="1"/>
                    <a:pt x="0" y="982"/>
                    <a:pt x="357" y="3088"/>
                  </a:cubicBezTo>
                  <a:cubicBezTo>
                    <a:pt x="634" y="4720"/>
                    <a:pt x="357" y="19734"/>
                    <a:pt x="357" y="19734"/>
                  </a:cubicBezTo>
                  <a:lnTo>
                    <a:pt x="1151" y="19734"/>
                  </a:lnTo>
                  <a:cubicBezTo>
                    <a:pt x="1151" y="19734"/>
                    <a:pt x="874" y="4720"/>
                    <a:pt x="1151" y="3088"/>
                  </a:cubicBezTo>
                  <a:cubicBezTo>
                    <a:pt x="1508" y="982"/>
                    <a:pt x="1151" y="1"/>
                    <a:pt x="1151"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81"/>
            <p:cNvSpPr/>
            <p:nvPr/>
          </p:nvSpPr>
          <p:spPr>
            <a:xfrm>
              <a:off x="4201188" y="2658422"/>
              <a:ext cx="43737" cy="1039936"/>
            </a:xfrm>
            <a:custGeom>
              <a:rect b="b" l="l" r="r" t="t"/>
              <a:pathLst>
                <a:path extrusionOk="0" h="19735" w="830">
                  <a:moveTo>
                    <a:pt x="277" y="1"/>
                  </a:moveTo>
                  <a:cubicBezTo>
                    <a:pt x="277" y="1"/>
                    <a:pt x="634" y="982"/>
                    <a:pt x="277" y="3088"/>
                  </a:cubicBezTo>
                  <a:cubicBezTo>
                    <a:pt x="0" y="4720"/>
                    <a:pt x="277" y="19734"/>
                    <a:pt x="277" y="19734"/>
                  </a:cubicBezTo>
                  <a:lnTo>
                    <a:pt x="473" y="19734"/>
                  </a:lnTo>
                  <a:cubicBezTo>
                    <a:pt x="473" y="19734"/>
                    <a:pt x="196" y="4720"/>
                    <a:pt x="473" y="3088"/>
                  </a:cubicBezTo>
                  <a:cubicBezTo>
                    <a:pt x="830" y="982"/>
                    <a:pt x="473" y="1"/>
                    <a:pt x="473"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81"/>
            <p:cNvSpPr/>
            <p:nvPr/>
          </p:nvSpPr>
          <p:spPr>
            <a:xfrm>
              <a:off x="3954365" y="2405538"/>
              <a:ext cx="501656" cy="392578"/>
            </a:xfrm>
            <a:custGeom>
              <a:rect b="b" l="l" r="r" t="t"/>
              <a:pathLst>
                <a:path extrusionOk="0" h="7450" w="9520">
                  <a:moveTo>
                    <a:pt x="3712" y="0"/>
                  </a:moveTo>
                  <a:lnTo>
                    <a:pt x="3712" y="0"/>
                  </a:lnTo>
                  <a:cubicBezTo>
                    <a:pt x="3944" y="830"/>
                    <a:pt x="4042" y="1481"/>
                    <a:pt x="4042" y="1481"/>
                  </a:cubicBezTo>
                  <a:cubicBezTo>
                    <a:pt x="3426" y="456"/>
                    <a:pt x="2436" y="125"/>
                    <a:pt x="2436" y="125"/>
                  </a:cubicBezTo>
                  <a:lnTo>
                    <a:pt x="2436" y="125"/>
                  </a:lnTo>
                  <a:cubicBezTo>
                    <a:pt x="3533" y="884"/>
                    <a:pt x="3748" y="1945"/>
                    <a:pt x="3748" y="1945"/>
                  </a:cubicBezTo>
                  <a:cubicBezTo>
                    <a:pt x="2998" y="937"/>
                    <a:pt x="1562" y="919"/>
                    <a:pt x="1562" y="919"/>
                  </a:cubicBezTo>
                  <a:lnTo>
                    <a:pt x="1562" y="919"/>
                  </a:lnTo>
                  <a:cubicBezTo>
                    <a:pt x="2481" y="1214"/>
                    <a:pt x="3087" y="2017"/>
                    <a:pt x="3087" y="2017"/>
                  </a:cubicBezTo>
                  <a:cubicBezTo>
                    <a:pt x="3087" y="2017"/>
                    <a:pt x="2561" y="1597"/>
                    <a:pt x="1758" y="1526"/>
                  </a:cubicBezTo>
                  <a:cubicBezTo>
                    <a:pt x="1614" y="1513"/>
                    <a:pt x="1482" y="1508"/>
                    <a:pt x="1362" y="1508"/>
                  </a:cubicBezTo>
                  <a:cubicBezTo>
                    <a:pt x="826" y="1508"/>
                    <a:pt x="545" y="1615"/>
                    <a:pt x="545" y="1615"/>
                  </a:cubicBezTo>
                  <a:cubicBezTo>
                    <a:pt x="1954" y="1651"/>
                    <a:pt x="2436" y="2302"/>
                    <a:pt x="2436" y="2302"/>
                  </a:cubicBezTo>
                  <a:cubicBezTo>
                    <a:pt x="2107" y="2194"/>
                    <a:pt x="1771" y="2170"/>
                    <a:pt x="1534" y="2170"/>
                  </a:cubicBezTo>
                  <a:cubicBezTo>
                    <a:pt x="1340" y="2170"/>
                    <a:pt x="1214" y="2186"/>
                    <a:pt x="1214" y="2186"/>
                  </a:cubicBezTo>
                  <a:cubicBezTo>
                    <a:pt x="2186" y="2347"/>
                    <a:pt x="2606" y="2837"/>
                    <a:pt x="2606" y="2837"/>
                  </a:cubicBezTo>
                  <a:cubicBezTo>
                    <a:pt x="2606" y="2837"/>
                    <a:pt x="2146" y="2706"/>
                    <a:pt x="1646" y="2706"/>
                  </a:cubicBezTo>
                  <a:cubicBezTo>
                    <a:pt x="1396" y="2706"/>
                    <a:pt x="1137" y="2739"/>
                    <a:pt x="920" y="2837"/>
                  </a:cubicBezTo>
                  <a:cubicBezTo>
                    <a:pt x="259" y="3132"/>
                    <a:pt x="134" y="3720"/>
                    <a:pt x="134" y="3720"/>
                  </a:cubicBezTo>
                  <a:cubicBezTo>
                    <a:pt x="439" y="3339"/>
                    <a:pt x="929" y="3103"/>
                    <a:pt x="1520" y="3103"/>
                  </a:cubicBezTo>
                  <a:cubicBezTo>
                    <a:pt x="1552" y="3103"/>
                    <a:pt x="1583" y="3104"/>
                    <a:pt x="1615" y="3105"/>
                  </a:cubicBezTo>
                  <a:cubicBezTo>
                    <a:pt x="2168" y="3123"/>
                    <a:pt x="2436" y="3364"/>
                    <a:pt x="2436" y="3364"/>
                  </a:cubicBezTo>
                  <a:cubicBezTo>
                    <a:pt x="2436" y="3364"/>
                    <a:pt x="2270" y="3337"/>
                    <a:pt x="2019" y="3337"/>
                  </a:cubicBezTo>
                  <a:cubicBezTo>
                    <a:pt x="1709" y="3337"/>
                    <a:pt x="1271" y="3378"/>
                    <a:pt x="857" y="3560"/>
                  </a:cubicBezTo>
                  <a:cubicBezTo>
                    <a:pt x="108" y="3890"/>
                    <a:pt x="1" y="4488"/>
                    <a:pt x="1" y="4488"/>
                  </a:cubicBezTo>
                  <a:cubicBezTo>
                    <a:pt x="500" y="3935"/>
                    <a:pt x="1383" y="3828"/>
                    <a:pt x="1383" y="3828"/>
                  </a:cubicBezTo>
                  <a:lnTo>
                    <a:pt x="1383" y="3828"/>
                  </a:lnTo>
                  <a:cubicBezTo>
                    <a:pt x="242" y="4390"/>
                    <a:pt x="63" y="5362"/>
                    <a:pt x="63" y="5362"/>
                  </a:cubicBezTo>
                  <a:cubicBezTo>
                    <a:pt x="429" y="4969"/>
                    <a:pt x="1134" y="4755"/>
                    <a:pt x="1134" y="4755"/>
                  </a:cubicBezTo>
                  <a:lnTo>
                    <a:pt x="1134" y="4755"/>
                  </a:lnTo>
                  <a:cubicBezTo>
                    <a:pt x="384" y="5335"/>
                    <a:pt x="152" y="6156"/>
                    <a:pt x="152" y="6156"/>
                  </a:cubicBezTo>
                  <a:cubicBezTo>
                    <a:pt x="652" y="5469"/>
                    <a:pt x="1544" y="5157"/>
                    <a:pt x="1544" y="5157"/>
                  </a:cubicBezTo>
                  <a:lnTo>
                    <a:pt x="1544" y="5157"/>
                  </a:lnTo>
                  <a:cubicBezTo>
                    <a:pt x="1160" y="5630"/>
                    <a:pt x="1044" y="6272"/>
                    <a:pt x="1044" y="6272"/>
                  </a:cubicBezTo>
                  <a:cubicBezTo>
                    <a:pt x="1624" y="4961"/>
                    <a:pt x="2659" y="4755"/>
                    <a:pt x="2659" y="4755"/>
                  </a:cubicBezTo>
                  <a:lnTo>
                    <a:pt x="2659" y="4755"/>
                  </a:lnTo>
                  <a:cubicBezTo>
                    <a:pt x="1642" y="5273"/>
                    <a:pt x="1473" y="6647"/>
                    <a:pt x="1473" y="6647"/>
                  </a:cubicBezTo>
                  <a:cubicBezTo>
                    <a:pt x="1963" y="5362"/>
                    <a:pt x="2891" y="4969"/>
                    <a:pt x="2891" y="4969"/>
                  </a:cubicBezTo>
                  <a:lnTo>
                    <a:pt x="2891" y="4969"/>
                  </a:lnTo>
                  <a:cubicBezTo>
                    <a:pt x="1892" y="6067"/>
                    <a:pt x="2284" y="7316"/>
                    <a:pt x="2284" y="7316"/>
                  </a:cubicBezTo>
                  <a:cubicBezTo>
                    <a:pt x="2284" y="6236"/>
                    <a:pt x="2802" y="5674"/>
                    <a:pt x="2802" y="5674"/>
                  </a:cubicBezTo>
                  <a:lnTo>
                    <a:pt x="2802" y="5674"/>
                  </a:lnTo>
                  <a:cubicBezTo>
                    <a:pt x="2579" y="6272"/>
                    <a:pt x="2686" y="6780"/>
                    <a:pt x="2686" y="6780"/>
                  </a:cubicBezTo>
                  <a:cubicBezTo>
                    <a:pt x="2900" y="5630"/>
                    <a:pt x="3533" y="5166"/>
                    <a:pt x="3533" y="5166"/>
                  </a:cubicBezTo>
                  <a:lnTo>
                    <a:pt x="3533" y="5166"/>
                  </a:lnTo>
                  <a:cubicBezTo>
                    <a:pt x="3150" y="5853"/>
                    <a:pt x="3221" y="6896"/>
                    <a:pt x="3221" y="6896"/>
                  </a:cubicBezTo>
                  <a:cubicBezTo>
                    <a:pt x="3408" y="5701"/>
                    <a:pt x="4015" y="5023"/>
                    <a:pt x="4015" y="5023"/>
                  </a:cubicBezTo>
                  <a:lnTo>
                    <a:pt x="4015" y="5023"/>
                  </a:lnTo>
                  <a:cubicBezTo>
                    <a:pt x="3542" y="6192"/>
                    <a:pt x="4033" y="7449"/>
                    <a:pt x="4033" y="7449"/>
                  </a:cubicBezTo>
                  <a:cubicBezTo>
                    <a:pt x="3872" y="5415"/>
                    <a:pt x="4756" y="4800"/>
                    <a:pt x="4756" y="4800"/>
                  </a:cubicBezTo>
                  <a:cubicBezTo>
                    <a:pt x="4756" y="4800"/>
                    <a:pt x="5639" y="5415"/>
                    <a:pt x="5487" y="7449"/>
                  </a:cubicBezTo>
                  <a:cubicBezTo>
                    <a:pt x="5487" y="7449"/>
                    <a:pt x="5978" y="6192"/>
                    <a:pt x="5505" y="5023"/>
                  </a:cubicBezTo>
                  <a:lnTo>
                    <a:pt x="5505" y="5023"/>
                  </a:lnTo>
                  <a:cubicBezTo>
                    <a:pt x="5505" y="5023"/>
                    <a:pt x="6103" y="5701"/>
                    <a:pt x="6299" y="6896"/>
                  </a:cubicBezTo>
                  <a:cubicBezTo>
                    <a:pt x="6299" y="6896"/>
                    <a:pt x="6361" y="5853"/>
                    <a:pt x="5987" y="5166"/>
                  </a:cubicBezTo>
                  <a:lnTo>
                    <a:pt x="5987" y="5166"/>
                  </a:lnTo>
                  <a:cubicBezTo>
                    <a:pt x="5987" y="5166"/>
                    <a:pt x="6620" y="5630"/>
                    <a:pt x="6834" y="6780"/>
                  </a:cubicBezTo>
                  <a:cubicBezTo>
                    <a:pt x="6834" y="6780"/>
                    <a:pt x="6941" y="6272"/>
                    <a:pt x="6718" y="5674"/>
                  </a:cubicBezTo>
                  <a:lnTo>
                    <a:pt x="6718" y="5674"/>
                  </a:lnTo>
                  <a:cubicBezTo>
                    <a:pt x="6718" y="5674"/>
                    <a:pt x="7236" y="6236"/>
                    <a:pt x="7236" y="7316"/>
                  </a:cubicBezTo>
                  <a:cubicBezTo>
                    <a:pt x="7236" y="7316"/>
                    <a:pt x="7628" y="6067"/>
                    <a:pt x="6629" y="4969"/>
                  </a:cubicBezTo>
                  <a:lnTo>
                    <a:pt x="6629" y="4969"/>
                  </a:lnTo>
                  <a:cubicBezTo>
                    <a:pt x="6629" y="4969"/>
                    <a:pt x="7557" y="5362"/>
                    <a:pt x="8047" y="6647"/>
                  </a:cubicBezTo>
                  <a:cubicBezTo>
                    <a:pt x="8047" y="6647"/>
                    <a:pt x="7878" y="5273"/>
                    <a:pt x="6861" y="4755"/>
                  </a:cubicBezTo>
                  <a:lnTo>
                    <a:pt x="6861" y="4755"/>
                  </a:lnTo>
                  <a:cubicBezTo>
                    <a:pt x="6861" y="4755"/>
                    <a:pt x="7896" y="4961"/>
                    <a:pt x="8467" y="6272"/>
                  </a:cubicBezTo>
                  <a:cubicBezTo>
                    <a:pt x="8467" y="6272"/>
                    <a:pt x="8351" y="5630"/>
                    <a:pt x="7976" y="5157"/>
                  </a:cubicBezTo>
                  <a:lnTo>
                    <a:pt x="7976" y="5157"/>
                  </a:lnTo>
                  <a:cubicBezTo>
                    <a:pt x="7976" y="5157"/>
                    <a:pt x="8868" y="5469"/>
                    <a:pt x="9368" y="6156"/>
                  </a:cubicBezTo>
                  <a:cubicBezTo>
                    <a:pt x="9368" y="6156"/>
                    <a:pt x="9136" y="5335"/>
                    <a:pt x="8386" y="4755"/>
                  </a:cubicBezTo>
                  <a:lnTo>
                    <a:pt x="8386" y="4755"/>
                  </a:lnTo>
                  <a:cubicBezTo>
                    <a:pt x="8387" y="4755"/>
                    <a:pt x="9091" y="4969"/>
                    <a:pt x="9457" y="5362"/>
                  </a:cubicBezTo>
                  <a:cubicBezTo>
                    <a:pt x="9457" y="5362"/>
                    <a:pt x="9270" y="4390"/>
                    <a:pt x="8128" y="3828"/>
                  </a:cubicBezTo>
                  <a:lnTo>
                    <a:pt x="8128" y="3828"/>
                  </a:lnTo>
                  <a:cubicBezTo>
                    <a:pt x="8128" y="3828"/>
                    <a:pt x="9020" y="3935"/>
                    <a:pt x="9519" y="4488"/>
                  </a:cubicBezTo>
                  <a:cubicBezTo>
                    <a:pt x="9519" y="4488"/>
                    <a:pt x="9412" y="3890"/>
                    <a:pt x="8663" y="3560"/>
                  </a:cubicBezTo>
                  <a:cubicBezTo>
                    <a:pt x="8249" y="3378"/>
                    <a:pt x="7811" y="3337"/>
                    <a:pt x="7501" y="3337"/>
                  </a:cubicBezTo>
                  <a:cubicBezTo>
                    <a:pt x="7250" y="3337"/>
                    <a:pt x="7084" y="3364"/>
                    <a:pt x="7084" y="3364"/>
                  </a:cubicBezTo>
                  <a:cubicBezTo>
                    <a:pt x="7084" y="3364"/>
                    <a:pt x="7352" y="3123"/>
                    <a:pt x="7905" y="3105"/>
                  </a:cubicBezTo>
                  <a:cubicBezTo>
                    <a:pt x="7937" y="3104"/>
                    <a:pt x="7968" y="3103"/>
                    <a:pt x="8000" y="3103"/>
                  </a:cubicBezTo>
                  <a:cubicBezTo>
                    <a:pt x="8590" y="3103"/>
                    <a:pt x="9072" y="3339"/>
                    <a:pt x="9386" y="3720"/>
                  </a:cubicBezTo>
                  <a:cubicBezTo>
                    <a:pt x="9386" y="3720"/>
                    <a:pt x="9261" y="3132"/>
                    <a:pt x="8601" y="2837"/>
                  </a:cubicBezTo>
                  <a:cubicBezTo>
                    <a:pt x="8383" y="2739"/>
                    <a:pt x="8123" y="2706"/>
                    <a:pt x="7872" y="2706"/>
                  </a:cubicBezTo>
                  <a:cubicBezTo>
                    <a:pt x="7369" y="2706"/>
                    <a:pt x="6906" y="2837"/>
                    <a:pt x="6906" y="2837"/>
                  </a:cubicBezTo>
                  <a:cubicBezTo>
                    <a:pt x="6906" y="2837"/>
                    <a:pt x="7334" y="2347"/>
                    <a:pt x="8306" y="2186"/>
                  </a:cubicBezTo>
                  <a:cubicBezTo>
                    <a:pt x="8306" y="2186"/>
                    <a:pt x="8180" y="2170"/>
                    <a:pt x="7985" y="2170"/>
                  </a:cubicBezTo>
                  <a:cubicBezTo>
                    <a:pt x="7748" y="2170"/>
                    <a:pt x="7409" y="2194"/>
                    <a:pt x="7075" y="2302"/>
                  </a:cubicBezTo>
                  <a:cubicBezTo>
                    <a:pt x="7075" y="2302"/>
                    <a:pt x="7566" y="1651"/>
                    <a:pt x="8975" y="1615"/>
                  </a:cubicBezTo>
                  <a:cubicBezTo>
                    <a:pt x="8975" y="1615"/>
                    <a:pt x="8689" y="1508"/>
                    <a:pt x="8149" y="1508"/>
                  </a:cubicBezTo>
                  <a:cubicBezTo>
                    <a:pt x="8030" y="1508"/>
                    <a:pt x="7897" y="1513"/>
                    <a:pt x="7753" y="1526"/>
                  </a:cubicBezTo>
                  <a:cubicBezTo>
                    <a:pt x="6959" y="1597"/>
                    <a:pt x="6433" y="2017"/>
                    <a:pt x="6433" y="2017"/>
                  </a:cubicBezTo>
                  <a:cubicBezTo>
                    <a:pt x="6433" y="2017"/>
                    <a:pt x="7030" y="1214"/>
                    <a:pt x="7958" y="919"/>
                  </a:cubicBezTo>
                  <a:lnTo>
                    <a:pt x="7958" y="919"/>
                  </a:lnTo>
                  <a:cubicBezTo>
                    <a:pt x="7958" y="919"/>
                    <a:pt x="6522" y="937"/>
                    <a:pt x="5773" y="1945"/>
                  </a:cubicBezTo>
                  <a:cubicBezTo>
                    <a:pt x="5773" y="1945"/>
                    <a:pt x="5978" y="884"/>
                    <a:pt x="7084" y="125"/>
                  </a:cubicBezTo>
                  <a:lnTo>
                    <a:pt x="7084" y="125"/>
                  </a:lnTo>
                  <a:cubicBezTo>
                    <a:pt x="7084" y="125"/>
                    <a:pt x="6094" y="456"/>
                    <a:pt x="5469" y="1481"/>
                  </a:cubicBezTo>
                  <a:cubicBezTo>
                    <a:pt x="5469" y="1481"/>
                    <a:pt x="5576" y="830"/>
                    <a:pt x="5808" y="0"/>
                  </a:cubicBezTo>
                  <a:lnTo>
                    <a:pt x="5808" y="0"/>
                  </a:lnTo>
                  <a:cubicBezTo>
                    <a:pt x="5808" y="1"/>
                    <a:pt x="5014" y="518"/>
                    <a:pt x="4756" y="1633"/>
                  </a:cubicBezTo>
                  <a:cubicBezTo>
                    <a:pt x="4506" y="518"/>
                    <a:pt x="3712" y="1"/>
                    <a:pt x="37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81"/>
            <p:cNvSpPr/>
            <p:nvPr/>
          </p:nvSpPr>
          <p:spPr>
            <a:xfrm>
              <a:off x="4055434" y="2498123"/>
              <a:ext cx="299518" cy="234177"/>
            </a:xfrm>
            <a:custGeom>
              <a:rect b="b" l="l" r="r" t="t"/>
              <a:pathLst>
                <a:path extrusionOk="0" h="4444" w="5684">
                  <a:moveTo>
                    <a:pt x="2213" y="1"/>
                  </a:moveTo>
                  <a:lnTo>
                    <a:pt x="2213" y="1"/>
                  </a:lnTo>
                  <a:cubicBezTo>
                    <a:pt x="2356" y="492"/>
                    <a:pt x="2418" y="884"/>
                    <a:pt x="2418" y="884"/>
                  </a:cubicBezTo>
                  <a:cubicBezTo>
                    <a:pt x="2044" y="269"/>
                    <a:pt x="1455" y="72"/>
                    <a:pt x="1455" y="72"/>
                  </a:cubicBezTo>
                  <a:lnTo>
                    <a:pt x="1455" y="72"/>
                  </a:lnTo>
                  <a:cubicBezTo>
                    <a:pt x="2115" y="527"/>
                    <a:pt x="2231" y="1161"/>
                    <a:pt x="2231" y="1161"/>
                  </a:cubicBezTo>
                  <a:cubicBezTo>
                    <a:pt x="1794" y="554"/>
                    <a:pt x="938" y="545"/>
                    <a:pt x="937" y="545"/>
                  </a:cubicBezTo>
                  <a:lnTo>
                    <a:pt x="937" y="545"/>
                  </a:lnTo>
                  <a:cubicBezTo>
                    <a:pt x="1482" y="715"/>
                    <a:pt x="1847" y="1205"/>
                    <a:pt x="1847" y="1205"/>
                  </a:cubicBezTo>
                  <a:cubicBezTo>
                    <a:pt x="1847" y="1205"/>
                    <a:pt x="1526" y="955"/>
                    <a:pt x="1053" y="911"/>
                  </a:cubicBezTo>
                  <a:cubicBezTo>
                    <a:pt x="966" y="903"/>
                    <a:pt x="886" y="899"/>
                    <a:pt x="814" y="899"/>
                  </a:cubicBezTo>
                  <a:cubicBezTo>
                    <a:pt x="497" y="899"/>
                    <a:pt x="331" y="964"/>
                    <a:pt x="331" y="964"/>
                  </a:cubicBezTo>
                  <a:cubicBezTo>
                    <a:pt x="1169" y="982"/>
                    <a:pt x="1455" y="1366"/>
                    <a:pt x="1455" y="1366"/>
                  </a:cubicBezTo>
                  <a:cubicBezTo>
                    <a:pt x="1241" y="1302"/>
                    <a:pt x="1020" y="1289"/>
                    <a:pt x="878" y="1289"/>
                  </a:cubicBezTo>
                  <a:cubicBezTo>
                    <a:pt x="783" y="1289"/>
                    <a:pt x="723" y="1294"/>
                    <a:pt x="723" y="1294"/>
                  </a:cubicBezTo>
                  <a:cubicBezTo>
                    <a:pt x="1303" y="1393"/>
                    <a:pt x="1562" y="1687"/>
                    <a:pt x="1562" y="1687"/>
                  </a:cubicBezTo>
                  <a:cubicBezTo>
                    <a:pt x="1562" y="1687"/>
                    <a:pt x="1284" y="1612"/>
                    <a:pt x="983" y="1612"/>
                  </a:cubicBezTo>
                  <a:cubicBezTo>
                    <a:pt x="832" y="1612"/>
                    <a:pt x="676" y="1630"/>
                    <a:pt x="545" y="1687"/>
                  </a:cubicBezTo>
                  <a:cubicBezTo>
                    <a:pt x="161" y="1865"/>
                    <a:pt x="81" y="2213"/>
                    <a:pt x="81" y="2213"/>
                  </a:cubicBezTo>
                  <a:cubicBezTo>
                    <a:pt x="267" y="1994"/>
                    <a:pt x="556" y="1846"/>
                    <a:pt x="905" y="1846"/>
                  </a:cubicBezTo>
                  <a:cubicBezTo>
                    <a:pt x="924" y="1846"/>
                    <a:pt x="944" y="1847"/>
                    <a:pt x="964" y="1848"/>
                  </a:cubicBezTo>
                  <a:cubicBezTo>
                    <a:pt x="1294" y="1856"/>
                    <a:pt x="1455" y="2008"/>
                    <a:pt x="1455" y="2008"/>
                  </a:cubicBezTo>
                  <a:cubicBezTo>
                    <a:pt x="1455" y="2008"/>
                    <a:pt x="1349" y="1989"/>
                    <a:pt x="1189" y="1989"/>
                  </a:cubicBezTo>
                  <a:cubicBezTo>
                    <a:pt x="1006" y="1989"/>
                    <a:pt x="753" y="2014"/>
                    <a:pt x="509" y="2124"/>
                  </a:cubicBezTo>
                  <a:cubicBezTo>
                    <a:pt x="63" y="2320"/>
                    <a:pt x="1" y="2677"/>
                    <a:pt x="1" y="2677"/>
                  </a:cubicBezTo>
                  <a:cubicBezTo>
                    <a:pt x="295" y="2347"/>
                    <a:pt x="830" y="2276"/>
                    <a:pt x="830" y="2276"/>
                  </a:cubicBezTo>
                  <a:lnTo>
                    <a:pt x="830" y="2276"/>
                  </a:lnTo>
                  <a:cubicBezTo>
                    <a:pt x="152" y="2615"/>
                    <a:pt x="36" y="3195"/>
                    <a:pt x="36" y="3195"/>
                  </a:cubicBezTo>
                  <a:cubicBezTo>
                    <a:pt x="259" y="2963"/>
                    <a:pt x="679" y="2829"/>
                    <a:pt x="679" y="2829"/>
                  </a:cubicBezTo>
                  <a:lnTo>
                    <a:pt x="679" y="2829"/>
                  </a:lnTo>
                  <a:cubicBezTo>
                    <a:pt x="233" y="3177"/>
                    <a:pt x="90" y="3667"/>
                    <a:pt x="90" y="3667"/>
                  </a:cubicBezTo>
                  <a:cubicBezTo>
                    <a:pt x="393" y="3266"/>
                    <a:pt x="919" y="3079"/>
                    <a:pt x="920" y="3079"/>
                  </a:cubicBezTo>
                  <a:lnTo>
                    <a:pt x="920" y="3079"/>
                  </a:lnTo>
                  <a:cubicBezTo>
                    <a:pt x="697" y="3355"/>
                    <a:pt x="625" y="3739"/>
                    <a:pt x="625" y="3739"/>
                  </a:cubicBezTo>
                  <a:cubicBezTo>
                    <a:pt x="973" y="2954"/>
                    <a:pt x="1589" y="2829"/>
                    <a:pt x="1589" y="2829"/>
                  </a:cubicBezTo>
                  <a:lnTo>
                    <a:pt x="1589" y="2829"/>
                  </a:lnTo>
                  <a:cubicBezTo>
                    <a:pt x="982" y="3141"/>
                    <a:pt x="884" y="3962"/>
                    <a:pt x="884" y="3962"/>
                  </a:cubicBezTo>
                  <a:cubicBezTo>
                    <a:pt x="1169" y="3195"/>
                    <a:pt x="1722" y="2963"/>
                    <a:pt x="1722" y="2963"/>
                  </a:cubicBezTo>
                  <a:lnTo>
                    <a:pt x="1722" y="2963"/>
                  </a:lnTo>
                  <a:cubicBezTo>
                    <a:pt x="1125" y="3614"/>
                    <a:pt x="1366" y="4363"/>
                    <a:pt x="1366" y="4363"/>
                  </a:cubicBezTo>
                  <a:cubicBezTo>
                    <a:pt x="1366" y="3712"/>
                    <a:pt x="1669" y="3382"/>
                    <a:pt x="1669" y="3382"/>
                  </a:cubicBezTo>
                  <a:lnTo>
                    <a:pt x="1669" y="3382"/>
                  </a:lnTo>
                  <a:cubicBezTo>
                    <a:pt x="1544" y="3739"/>
                    <a:pt x="1606" y="4042"/>
                    <a:pt x="1606" y="4042"/>
                  </a:cubicBezTo>
                  <a:cubicBezTo>
                    <a:pt x="1731" y="3355"/>
                    <a:pt x="2106" y="3079"/>
                    <a:pt x="2106" y="3079"/>
                  </a:cubicBezTo>
                  <a:lnTo>
                    <a:pt x="2106" y="3079"/>
                  </a:lnTo>
                  <a:cubicBezTo>
                    <a:pt x="1883" y="3489"/>
                    <a:pt x="1919" y="4113"/>
                    <a:pt x="1919" y="4113"/>
                  </a:cubicBezTo>
                  <a:cubicBezTo>
                    <a:pt x="2035" y="3400"/>
                    <a:pt x="2391" y="2990"/>
                    <a:pt x="2392" y="2989"/>
                  </a:cubicBezTo>
                  <a:lnTo>
                    <a:pt x="2392" y="2989"/>
                  </a:lnTo>
                  <a:cubicBezTo>
                    <a:pt x="2115" y="3694"/>
                    <a:pt x="2409" y="4444"/>
                    <a:pt x="2409" y="4444"/>
                  </a:cubicBezTo>
                  <a:cubicBezTo>
                    <a:pt x="2311" y="3230"/>
                    <a:pt x="2838" y="2856"/>
                    <a:pt x="2838" y="2856"/>
                  </a:cubicBezTo>
                  <a:cubicBezTo>
                    <a:pt x="2838" y="2856"/>
                    <a:pt x="3364" y="3230"/>
                    <a:pt x="3275" y="4444"/>
                  </a:cubicBezTo>
                  <a:cubicBezTo>
                    <a:pt x="3275" y="4444"/>
                    <a:pt x="3569" y="3694"/>
                    <a:pt x="3284" y="2989"/>
                  </a:cubicBezTo>
                  <a:lnTo>
                    <a:pt x="3284" y="2989"/>
                  </a:lnTo>
                  <a:cubicBezTo>
                    <a:pt x="3284" y="2990"/>
                    <a:pt x="3649" y="3400"/>
                    <a:pt x="3756" y="4113"/>
                  </a:cubicBezTo>
                  <a:cubicBezTo>
                    <a:pt x="3756" y="4113"/>
                    <a:pt x="3801" y="3489"/>
                    <a:pt x="3578" y="3079"/>
                  </a:cubicBezTo>
                  <a:lnTo>
                    <a:pt x="3578" y="3079"/>
                  </a:lnTo>
                  <a:cubicBezTo>
                    <a:pt x="3578" y="3079"/>
                    <a:pt x="3953" y="3355"/>
                    <a:pt x="4078" y="4042"/>
                  </a:cubicBezTo>
                  <a:cubicBezTo>
                    <a:pt x="4078" y="4042"/>
                    <a:pt x="4140" y="3739"/>
                    <a:pt x="4006" y="3382"/>
                  </a:cubicBezTo>
                  <a:lnTo>
                    <a:pt x="4006" y="3382"/>
                  </a:lnTo>
                  <a:cubicBezTo>
                    <a:pt x="4006" y="3382"/>
                    <a:pt x="4318" y="3712"/>
                    <a:pt x="4318" y="4363"/>
                  </a:cubicBezTo>
                  <a:cubicBezTo>
                    <a:pt x="4318" y="4363"/>
                    <a:pt x="4550" y="3614"/>
                    <a:pt x="3953" y="2963"/>
                  </a:cubicBezTo>
                  <a:lnTo>
                    <a:pt x="3953" y="2963"/>
                  </a:lnTo>
                  <a:cubicBezTo>
                    <a:pt x="3953" y="2963"/>
                    <a:pt x="4515" y="3195"/>
                    <a:pt x="4800" y="3962"/>
                  </a:cubicBezTo>
                  <a:cubicBezTo>
                    <a:pt x="4800" y="3962"/>
                    <a:pt x="4702" y="3141"/>
                    <a:pt x="4095" y="2829"/>
                  </a:cubicBezTo>
                  <a:lnTo>
                    <a:pt x="4095" y="2829"/>
                  </a:lnTo>
                  <a:cubicBezTo>
                    <a:pt x="4096" y="2829"/>
                    <a:pt x="4711" y="2954"/>
                    <a:pt x="5059" y="3739"/>
                  </a:cubicBezTo>
                  <a:cubicBezTo>
                    <a:pt x="5059" y="3739"/>
                    <a:pt x="4988" y="3355"/>
                    <a:pt x="4765" y="3079"/>
                  </a:cubicBezTo>
                  <a:lnTo>
                    <a:pt x="4765" y="3079"/>
                  </a:lnTo>
                  <a:cubicBezTo>
                    <a:pt x="4765" y="3079"/>
                    <a:pt x="5291" y="3266"/>
                    <a:pt x="5585" y="3667"/>
                  </a:cubicBezTo>
                  <a:cubicBezTo>
                    <a:pt x="5585" y="3667"/>
                    <a:pt x="5451" y="3177"/>
                    <a:pt x="5005" y="2829"/>
                  </a:cubicBezTo>
                  <a:lnTo>
                    <a:pt x="5005" y="2829"/>
                  </a:lnTo>
                  <a:cubicBezTo>
                    <a:pt x="5006" y="2829"/>
                    <a:pt x="5425" y="2963"/>
                    <a:pt x="5648" y="3195"/>
                  </a:cubicBezTo>
                  <a:cubicBezTo>
                    <a:pt x="5648" y="3195"/>
                    <a:pt x="5532" y="2615"/>
                    <a:pt x="4854" y="2276"/>
                  </a:cubicBezTo>
                  <a:lnTo>
                    <a:pt x="4854" y="2276"/>
                  </a:lnTo>
                  <a:cubicBezTo>
                    <a:pt x="4854" y="2276"/>
                    <a:pt x="5389" y="2347"/>
                    <a:pt x="5683" y="2677"/>
                  </a:cubicBezTo>
                  <a:cubicBezTo>
                    <a:pt x="5683" y="2677"/>
                    <a:pt x="5621" y="2320"/>
                    <a:pt x="5166" y="2124"/>
                  </a:cubicBezTo>
                  <a:cubicBezTo>
                    <a:pt x="4927" y="2014"/>
                    <a:pt x="4676" y="1989"/>
                    <a:pt x="4494" y="1989"/>
                  </a:cubicBezTo>
                  <a:cubicBezTo>
                    <a:pt x="4335" y="1989"/>
                    <a:pt x="4229" y="2008"/>
                    <a:pt x="4229" y="2008"/>
                  </a:cubicBezTo>
                  <a:cubicBezTo>
                    <a:pt x="4229" y="2008"/>
                    <a:pt x="4390" y="1856"/>
                    <a:pt x="4720" y="1848"/>
                  </a:cubicBezTo>
                  <a:cubicBezTo>
                    <a:pt x="4740" y="1847"/>
                    <a:pt x="4760" y="1846"/>
                    <a:pt x="4779" y="1846"/>
                  </a:cubicBezTo>
                  <a:cubicBezTo>
                    <a:pt x="5128" y="1846"/>
                    <a:pt x="5417" y="1994"/>
                    <a:pt x="5603" y="2213"/>
                  </a:cubicBezTo>
                  <a:cubicBezTo>
                    <a:pt x="5603" y="2213"/>
                    <a:pt x="5523" y="1865"/>
                    <a:pt x="5130" y="1687"/>
                  </a:cubicBezTo>
                  <a:cubicBezTo>
                    <a:pt x="5002" y="1630"/>
                    <a:pt x="4848" y="1612"/>
                    <a:pt x="4698" y="1612"/>
                  </a:cubicBezTo>
                  <a:cubicBezTo>
                    <a:pt x="4400" y="1612"/>
                    <a:pt x="4122" y="1687"/>
                    <a:pt x="4122" y="1687"/>
                  </a:cubicBezTo>
                  <a:cubicBezTo>
                    <a:pt x="4122" y="1687"/>
                    <a:pt x="4381" y="1393"/>
                    <a:pt x="4961" y="1294"/>
                  </a:cubicBezTo>
                  <a:cubicBezTo>
                    <a:pt x="4961" y="1294"/>
                    <a:pt x="4901" y="1289"/>
                    <a:pt x="4806" y="1289"/>
                  </a:cubicBezTo>
                  <a:cubicBezTo>
                    <a:pt x="4664" y="1289"/>
                    <a:pt x="4443" y="1302"/>
                    <a:pt x="4229" y="1366"/>
                  </a:cubicBezTo>
                  <a:cubicBezTo>
                    <a:pt x="4229" y="1366"/>
                    <a:pt x="4515" y="982"/>
                    <a:pt x="5353" y="964"/>
                  </a:cubicBezTo>
                  <a:cubicBezTo>
                    <a:pt x="5353" y="964"/>
                    <a:pt x="5187" y="899"/>
                    <a:pt x="4870" y="899"/>
                  </a:cubicBezTo>
                  <a:cubicBezTo>
                    <a:pt x="4798" y="899"/>
                    <a:pt x="4718" y="903"/>
                    <a:pt x="4631" y="911"/>
                  </a:cubicBezTo>
                  <a:cubicBezTo>
                    <a:pt x="4158" y="955"/>
                    <a:pt x="3837" y="1205"/>
                    <a:pt x="3837" y="1205"/>
                  </a:cubicBezTo>
                  <a:cubicBezTo>
                    <a:pt x="3837" y="1205"/>
                    <a:pt x="4203" y="715"/>
                    <a:pt x="4747" y="545"/>
                  </a:cubicBezTo>
                  <a:lnTo>
                    <a:pt x="4747" y="545"/>
                  </a:lnTo>
                  <a:cubicBezTo>
                    <a:pt x="4747" y="545"/>
                    <a:pt x="3890" y="554"/>
                    <a:pt x="3444" y="1161"/>
                  </a:cubicBezTo>
                  <a:cubicBezTo>
                    <a:pt x="3444" y="1161"/>
                    <a:pt x="3569" y="527"/>
                    <a:pt x="4229" y="72"/>
                  </a:cubicBezTo>
                  <a:lnTo>
                    <a:pt x="4229" y="72"/>
                  </a:lnTo>
                  <a:cubicBezTo>
                    <a:pt x="4229" y="72"/>
                    <a:pt x="3640" y="269"/>
                    <a:pt x="3266" y="884"/>
                  </a:cubicBezTo>
                  <a:cubicBezTo>
                    <a:pt x="3266" y="884"/>
                    <a:pt x="3328" y="492"/>
                    <a:pt x="3462" y="1"/>
                  </a:cubicBezTo>
                  <a:lnTo>
                    <a:pt x="3462" y="1"/>
                  </a:lnTo>
                  <a:cubicBezTo>
                    <a:pt x="3462" y="1"/>
                    <a:pt x="2989" y="304"/>
                    <a:pt x="2838" y="973"/>
                  </a:cubicBezTo>
                  <a:cubicBezTo>
                    <a:pt x="2686" y="304"/>
                    <a:pt x="2213" y="1"/>
                    <a:pt x="2213"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81"/>
            <p:cNvSpPr/>
            <p:nvPr/>
          </p:nvSpPr>
          <p:spPr>
            <a:xfrm>
              <a:off x="3956262" y="2952724"/>
              <a:ext cx="54592" cy="707536"/>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81"/>
            <p:cNvSpPr/>
            <p:nvPr/>
          </p:nvSpPr>
          <p:spPr>
            <a:xfrm>
              <a:off x="3979290" y="2952724"/>
              <a:ext cx="31564" cy="707536"/>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81"/>
            <p:cNvSpPr/>
            <p:nvPr/>
          </p:nvSpPr>
          <p:spPr>
            <a:xfrm>
              <a:off x="3812879" y="2781148"/>
              <a:ext cx="341358" cy="266584"/>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81"/>
            <p:cNvSpPr/>
            <p:nvPr/>
          </p:nvSpPr>
          <p:spPr>
            <a:xfrm>
              <a:off x="3881962" y="2843645"/>
              <a:ext cx="203139" cy="159455"/>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81"/>
            <p:cNvSpPr/>
            <p:nvPr/>
          </p:nvSpPr>
          <p:spPr>
            <a:xfrm>
              <a:off x="4372762" y="3113022"/>
              <a:ext cx="45160" cy="588603"/>
            </a:xfrm>
            <a:custGeom>
              <a:rect b="b" l="l" r="r" t="t"/>
              <a:pathLst>
                <a:path extrusionOk="0" h="11170" w="857">
                  <a:moveTo>
                    <a:pt x="206" y="1"/>
                  </a:moveTo>
                  <a:cubicBezTo>
                    <a:pt x="206" y="1"/>
                    <a:pt x="0" y="563"/>
                    <a:pt x="206" y="1749"/>
                  </a:cubicBezTo>
                  <a:cubicBezTo>
                    <a:pt x="357" y="2677"/>
                    <a:pt x="206" y="11170"/>
                    <a:pt x="206" y="11170"/>
                  </a:cubicBezTo>
                  <a:lnTo>
                    <a:pt x="652" y="11170"/>
                  </a:lnTo>
                  <a:cubicBezTo>
                    <a:pt x="652" y="11170"/>
                    <a:pt x="500" y="2677"/>
                    <a:pt x="652" y="1749"/>
                  </a:cubicBezTo>
                  <a:cubicBezTo>
                    <a:pt x="857" y="563"/>
                    <a:pt x="652" y="1"/>
                    <a:pt x="652"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81"/>
            <p:cNvSpPr/>
            <p:nvPr/>
          </p:nvSpPr>
          <p:spPr>
            <a:xfrm>
              <a:off x="4392048" y="3113022"/>
              <a:ext cx="25873" cy="588603"/>
            </a:xfrm>
            <a:custGeom>
              <a:rect b="b" l="l" r="r" t="t"/>
              <a:pathLst>
                <a:path extrusionOk="0" h="11170" w="491">
                  <a:moveTo>
                    <a:pt x="161" y="1"/>
                  </a:moveTo>
                  <a:cubicBezTo>
                    <a:pt x="161" y="1"/>
                    <a:pt x="357" y="563"/>
                    <a:pt x="161" y="1749"/>
                  </a:cubicBezTo>
                  <a:cubicBezTo>
                    <a:pt x="0" y="2677"/>
                    <a:pt x="161" y="11170"/>
                    <a:pt x="161" y="11170"/>
                  </a:cubicBezTo>
                  <a:lnTo>
                    <a:pt x="286" y="11170"/>
                  </a:lnTo>
                  <a:cubicBezTo>
                    <a:pt x="286" y="11170"/>
                    <a:pt x="134" y="2677"/>
                    <a:pt x="286" y="1749"/>
                  </a:cubicBezTo>
                  <a:cubicBezTo>
                    <a:pt x="491" y="563"/>
                    <a:pt x="286" y="1"/>
                    <a:pt x="286"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81"/>
            <p:cNvSpPr/>
            <p:nvPr/>
          </p:nvSpPr>
          <p:spPr>
            <a:xfrm>
              <a:off x="4253356" y="2970113"/>
              <a:ext cx="283499" cy="221951"/>
            </a:xfrm>
            <a:custGeom>
              <a:rect b="b" l="l" r="r" t="t"/>
              <a:pathLst>
                <a:path extrusionOk="0" h="4212" w="5380">
                  <a:moveTo>
                    <a:pt x="2106" y="1"/>
                  </a:moveTo>
                  <a:cubicBezTo>
                    <a:pt x="2231" y="473"/>
                    <a:pt x="2293" y="839"/>
                    <a:pt x="2293" y="839"/>
                  </a:cubicBezTo>
                  <a:cubicBezTo>
                    <a:pt x="1936" y="259"/>
                    <a:pt x="1374" y="72"/>
                    <a:pt x="1374" y="72"/>
                  </a:cubicBezTo>
                  <a:lnTo>
                    <a:pt x="1374" y="72"/>
                  </a:lnTo>
                  <a:cubicBezTo>
                    <a:pt x="1999" y="500"/>
                    <a:pt x="2115" y="1098"/>
                    <a:pt x="2115" y="1098"/>
                  </a:cubicBezTo>
                  <a:cubicBezTo>
                    <a:pt x="1695" y="527"/>
                    <a:pt x="884" y="527"/>
                    <a:pt x="884" y="527"/>
                  </a:cubicBezTo>
                  <a:lnTo>
                    <a:pt x="884" y="527"/>
                  </a:lnTo>
                  <a:cubicBezTo>
                    <a:pt x="1410" y="687"/>
                    <a:pt x="1749" y="1142"/>
                    <a:pt x="1749" y="1142"/>
                  </a:cubicBezTo>
                  <a:cubicBezTo>
                    <a:pt x="1749" y="1142"/>
                    <a:pt x="1446" y="902"/>
                    <a:pt x="1000" y="866"/>
                  </a:cubicBezTo>
                  <a:cubicBezTo>
                    <a:pt x="909" y="857"/>
                    <a:pt x="827" y="853"/>
                    <a:pt x="753" y="853"/>
                  </a:cubicBezTo>
                  <a:cubicBezTo>
                    <a:pt x="461" y="853"/>
                    <a:pt x="313" y="910"/>
                    <a:pt x="313" y="910"/>
                  </a:cubicBezTo>
                  <a:cubicBezTo>
                    <a:pt x="1107" y="937"/>
                    <a:pt x="1383" y="1303"/>
                    <a:pt x="1383" y="1303"/>
                  </a:cubicBezTo>
                  <a:cubicBezTo>
                    <a:pt x="1174" y="1239"/>
                    <a:pt x="966" y="1226"/>
                    <a:pt x="832" y="1226"/>
                  </a:cubicBezTo>
                  <a:cubicBezTo>
                    <a:pt x="743" y="1226"/>
                    <a:pt x="687" y="1232"/>
                    <a:pt x="687" y="1232"/>
                  </a:cubicBezTo>
                  <a:cubicBezTo>
                    <a:pt x="1232" y="1330"/>
                    <a:pt x="1481" y="1606"/>
                    <a:pt x="1481" y="1606"/>
                  </a:cubicBezTo>
                  <a:cubicBezTo>
                    <a:pt x="1481" y="1606"/>
                    <a:pt x="1220" y="1531"/>
                    <a:pt x="934" y="1531"/>
                  </a:cubicBezTo>
                  <a:cubicBezTo>
                    <a:pt x="791" y="1531"/>
                    <a:pt x="643" y="1550"/>
                    <a:pt x="518" y="1606"/>
                  </a:cubicBezTo>
                  <a:cubicBezTo>
                    <a:pt x="152" y="1776"/>
                    <a:pt x="81" y="2106"/>
                    <a:pt x="81" y="2106"/>
                  </a:cubicBezTo>
                  <a:cubicBezTo>
                    <a:pt x="249" y="1895"/>
                    <a:pt x="521" y="1756"/>
                    <a:pt x="851" y="1756"/>
                  </a:cubicBezTo>
                  <a:cubicBezTo>
                    <a:pt x="870" y="1756"/>
                    <a:pt x="890" y="1757"/>
                    <a:pt x="910" y="1758"/>
                  </a:cubicBezTo>
                  <a:cubicBezTo>
                    <a:pt x="1223" y="1767"/>
                    <a:pt x="1374" y="1910"/>
                    <a:pt x="1374" y="1910"/>
                  </a:cubicBezTo>
                  <a:cubicBezTo>
                    <a:pt x="1374" y="1910"/>
                    <a:pt x="1275" y="1893"/>
                    <a:pt x="1127" y="1893"/>
                  </a:cubicBezTo>
                  <a:cubicBezTo>
                    <a:pt x="954" y="1893"/>
                    <a:pt x="713" y="1916"/>
                    <a:pt x="482" y="2017"/>
                  </a:cubicBezTo>
                  <a:cubicBezTo>
                    <a:pt x="63" y="2204"/>
                    <a:pt x="0" y="2543"/>
                    <a:pt x="0" y="2543"/>
                  </a:cubicBezTo>
                  <a:cubicBezTo>
                    <a:pt x="277" y="2231"/>
                    <a:pt x="785" y="2168"/>
                    <a:pt x="786" y="2168"/>
                  </a:cubicBezTo>
                  <a:lnTo>
                    <a:pt x="786" y="2168"/>
                  </a:lnTo>
                  <a:cubicBezTo>
                    <a:pt x="143" y="2481"/>
                    <a:pt x="36" y="3034"/>
                    <a:pt x="36" y="3034"/>
                  </a:cubicBezTo>
                  <a:cubicBezTo>
                    <a:pt x="241" y="2811"/>
                    <a:pt x="643" y="2686"/>
                    <a:pt x="643" y="2686"/>
                  </a:cubicBezTo>
                  <a:lnTo>
                    <a:pt x="643" y="2686"/>
                  </a:lnTo>
                  <a:cubicBezTo>
                    <a:pt x="215" y="3016"/>
                    <a:pt x="90" y="3489"/>
                    <a:pt x="90" y="3489"/>
                  </a:cubicBezTo>
                  <a:cubicBezTo>
                    <a:pt x="366" y="3096"/>
                    <a:pt x="875" y="2918"/>
                    <a:pt x="875" y="2918"/>
                  </a:cubicBezTo>
                  <a:lnTo>
                    <a:pt x="875" y="2918"/>
                  </a:lnTo>
                  <a:cubicBezTo>
                    <a:pt x="661" y="3185"/>
                    <a:pt x="598" y="3551"/>
                    <a:pt x="598" y="3551"/>
                  </a:cubicBezTo>
                  <a:cubicBezTo>
                    <a:pt x="919" y="2802"/>
                    <a:pt x="1508" y="2686"/>
                    <a:pt x="1508" y="2686"/>
                  </a:cubicBezTo>
                  <a:lnTo>
                    <a:pt x="1508" y="2686"/>
                  </a:lnTo>
                  <a:cubicBezTo>
                    <a:pt x="928" y="2980"/>
                    <a:pt x="839" y="3756"/>
                    <a:pt x="839" y="3756"/>
                  </a:cubicBezTo>
                  <a:cubicBezTo>
                    <a:pt x="1107" y="3034"/>
                    <a:pt x="1633" y="2811"/>
                    <a:pt x="1633" y="2811"/>
                  </a:cubicBezTo>
                  <a:lnTo>
                    <a:pt x="1633" y="2811"/>
                  </a:lnTo>
                  <a:cubicBezTo>
                    <a:pt x="1071" y="3426"/>
                    <a:pt x="1294" y="4140"/>
                    <a:pt x="1294" y="4140"/>
                  </a:cubicBezTo>
                  <a:cubicBezTo>
                    <a:pt x="1294" y="3524"/>
                    <a:pt x="1588" y="3212"/>
                    <a:pt x="1588" y="3212"/>
                  </a:cubicBezTo>
                  <a:lnTo>
                    <a:pt x="1588" y="3212"/>
                  </a:lnTo>
                  <a:cubicBezTo>
                    <a:pt x="1464" y="3551"/>
                    <a:pt x="1517" y="3837"/>
                    <a:pt x="1517" y="3837"/>
                  </a:cubicBezTo>
                  <a:cubicBezTo>
                    <a:pt x="1642" y="3185"/>
                    <a:pt x="1999" y="2918"/>
                    <a:pt x="1999" y="2918"/>
                  </a:cubicBezTo>
                  <a:lnTo>
                    <a:pt x="1999" y="2918"/>
                  </a:lnTo>
                  <a:cubicBezTo>
                    <a:pt x="1785" y="3310"/>
                    <a:pt x="1820" y="3899"/>
                    <a:pt x="1820" y="3899"/>
                  </a:cubicBezTo>
                  <a:cubicBezTo>
                    <a:pt x="1927" y="3230"/>
                    <a:pt x="2266" y="2838"/>
                    <a:pt x="2266" y="2837"/>
                  </a:cubicBezTo>
                  <a:lnTo>
                    <a:pt x="2266" y="2837"/>
                  </a:lnTo>
                  <a:cubicBezTo>
                    <a:pt x="2008" y="3507"/>
                    <a:pt x="2284" y="4211"/>
                    <a:pt x="2284" y="4211"/>
                  </a:cubicBezTo>
                  <a:cubicBezTo>
                    <a:pt x="2195" y="3069"/>
                    <a:pt x="2695" y="2713"/>
                    <a:pt x="2695" y="2713"/>
                  </a:cubicBezTo>
                  <a:cubicBezTo>
                    <a:pt x="2695" y="2713"/>
                    <a:pt x="3194" y="3069"/>
                    <a:pt x="3105" y="4211"/>
                  </a:cubicBezTo>
                  <a:cubicBezTo>
                    <a:pt x="3105" y="4211"/>
                    <a:pt x="3382" y="3507"/>
                    <a:pt x="3114" y="2837"/>
                  </a:cubicBezTo>
                  <a:lnTo>
                    <a:pt x="3114" y="2837"/>
                  </a:lnTo>
                  <a:cubicBezTo>
                    <a:pt x="3114" y="2838"/>
                    <a:pt x="3453" y="3230"/>
                    <a:pt x="3560" y="3899"/>
                  </a:cubicBezTo>
                  <a:cubicBezTo>
                    <a:pt x="3560" y="3899"/>
                    <a:pt x="3605" y="3310"/>
                    <a:pt x="3390" y="2918"/>
                  </a:cubicBezTo>
                  <a:lnTo>
                    <a:pt x="3390" y="2918"/>
                  </a:lnTo>
                  <a:cubicBezTo>
                    <a:pt x="3391" y="2918"/>
                    <a:pt x="3747" y="3185"/>
                    <a:pt x="3872" y="3837"/>
                  </a:cubicBezTo>
                  <a:cubicBezTo>
                    <a:pt x="3872" y="3837"/>
                    <a:pt x="3926" y="3551"/>
                    <a:pt x="3801" y="3212"/>
                  </a:cubicBezTo>
                  <a:lnTo>
                    <a:pt x="3801" y="3212"/>
                  </a:lnTo>
                  <a:cubicBezTo>
                    <a:pt x="3801" y="3212"/>
                    <a:pt x="4095" y="3524"/>
                    <a:pt x="4095" y="4140"/>
                  </a:cubicBezTo>
                  <a:cubicBezTo>
                    <a:pt x="4095" y="4140"/>
                    <a:pt x="4318" y="3426"/>
                    <a:pt x="3747" y="2811"/>
                  </a:cubicBezTo>
                  <a:lnTo>
                    <a:pt x="3747" y="2811"/>
                  </a:lnTo>
                  <a:cubicBezTo>
                    <a:pt x="3747" y="2811"/>
                    <a:pt x="4274" y="3034"/>
                    <a:pt x="4550" y="3756"/>
                  </a:cubicBezTo>
                  <a:cubicBezTo>
                    <a:pt x="4550" y="3756"/>
                    <a:pt x="4452" y="2980"/>
                    <a:pt x="3881" y="2686"/>
                  </a:cubicBezTo>
                  <a:lnTo>
                    <a:pt x="3881" y="2686"/>
                  </a:lnTo>
                  <a:cubicBezTo>
                    <a:pt x="3881" y="2686"/>
                    <a:pt x="4470" y="2802"/>
                    <a:pt x="4791" y="3551"/>
                  </a:cubicBezTo>
                  <a:cubicBezTo>
                    <a:pt x="4791" y="3551"/>
                    <a:pt x="4729" y="3185"/>
                    <a:pt x="4515" y="2918"/>
                  </a:cubicBezTo>
                  <a:lnTo>
                    <a:pt x="4515" y="2918"/>
                  </a:lnTo>
                  <a:cubicBezTo>
                    <a:pt x="4515" y="2918"/>
                    <a:pt x="5014" y="3096"/>
                    <a:pt x="5300" y="3489"/>
                  </a:cubicBezTo>
                  <a:cubicBezTo>
                    <a:pt x="5300" y="3489"/>
                    <a:pt x="5166" y="3016"/>
                    <a:pt x="4746" y="2686"/>
                  </a:cubicBezTo>
                  <a:lnTo>
                    <a:pt x="4746" y="2686"/>
                  </a:lnTo>
                  <a:cubicBezTo>
                    <a:pt x="4747" y="2686"/>
                    <a:pt x="5139" y="2811"/>
                    <a:pt x="5353" y="3034"/>
                  </a:cubicBezTo>
                  <a:cubicBezTo>
                    <a:pt x="5353" y="3034"/>
                    <a:pt x="5246" y="2481"/>
                    <a:pt x="4604" y="2168"/>
                  </a:cubicBezTo>
                  <a:lnTo>
                    <a:pt x="4604" y="2168"/>
                  </a:lnTo>
                  <a:cubicBezTo>
                    <a:pt x="4604" y="2168"/>
                    <a:pt x="5103" y="2231"/>
                    <a:pt x="5380" y="2543"/>
                  </a:cubicBezTo>
                  <a:cubicBezTo>
                    <a:pt x="5380" y="2543"/>
                    <a:pt x="5326" y="2204"/>
                    <a:pt x="4898" y="2017"/>
                  </a:cubicBezTo>
                  <a:cubicBezTo>
                    <a:pt x="4672" y="1916"/>
                    <a:pt x="4431" y="1893"/>
                    <a:pt x="4256" y="1893"/>
                  </a:cubicBezTo>
                  <a:cubicBezTo>
                    <a:pt x="4107" y="1893"/>
                    <a:pt x="4006" y="1910"/>
                    <a:pt x="4006" y="1910"/>
                  </a:cubicBezTo>
                  <a:cubicBezTo>
                    <a:pt x="4006" y="1910"/>
                    <a:pt x="4158" y="1767"/>
                    <a:pt x="4470" y="1758"/>
                  </a:cubicBezTo>
                  <a:cubicBezTo>
                    <a:pt x="4490" y="1757"/>
                    <a:pt x="4510" y="1756"/>
                    <a:pt x="4530" y="1756"/>
                  </a:cubicBezTo>
                  <a:cubicBezTo>
                    <a:pt x="4861" y="1756"/>
                    <a:pt x="5140" y="1895"/>
                    <a:pt x="5308" y="2106"/>
                  </a:cubicBezTo>
                  <a:cubicBezTo>
                    <a:pt x="5308" y="2106"/>
                    <a:pt x="5237" y="1776"/>
                    <a:pt x="4871" y="1606"/>
                  </a:cubicBezTo>
                  <a:cubicBezTo>
                    <a:pt x="4746" y="1550"/>
                    <a:pt x="4598" y="1531"/>
                    <a:pt x="4455" y="1531"/>
                  </a:cubicBezTo>
                  <a:cubicBezTo>
                    <a:pt x="4170" y="1531"/>
                    <a:pt x="3908" y="1606"/>
                    <a:pt x="3908" y="1606"/>
                  </a:cubicBezTo>
                  <a:cubicBezTo>
                    <a:pt x="3908" y="1606"/>
                    <a:pt x="4149" y="1330"/>
                    <a:pt x="4702" y="1232"/>
                  </a:cubicBezTo>
                  <a:cubicBezTo>
                    <a:pt x="4702" y="1232"/>
                    <a:pt x="4645" y="1226"/>
                    <a:pt x="4555" y="1226"/>
                  </a:cubicBezTo>
                  <a:cubicBezTo>
                    <a:pt x="4419" y="1226"/>
                    <a:pt x="4209" y="1239"/>
                    <a:pt x="4006" y="1303"/>
                  </a:cubicBezTo>
                  <a:cubicBezTo>
                    <a:pt x="4006" y="1303"/>
                    <a:pt x="4283" y="937"/>
                    <a:pt x="5077" y="910"/>
                  </a:cubicBezTo>
                  <a:cubicBezTo>
                    <a:pt x="5077" y="910"/>
                    <a:pt x="4922" y="853"/>
                    <a:pt x="4632" y="853"/>
                  </a:cubicBezTo>
                  <a:cubicBezTo>
                    <a:pt x="4560" y="853"/>
                    <a:pt x="4479" y="857"/>
                    <a:pt x="4390" y="866"/>
                  </a:cubicBezTo>
                  <a:cubicBezTo>
                    <a:pt x="3935" y="902"/>
                    <a:pt x="3640" y="1142"/>
                    <a:pt x="3640" y="1142"/>
                  </a:cubicBezTo>
                  <a:cubicBezTo>
                    <a:pt x="3640" y="1142"/>
                    <a:pt x="3979" y="687"/>
                    <a:pt x="4506" y="527"/>
                  </a:cubicBezTo>
                  <a:lnTo>
                    <a:pt x="4506" y="527"/>
                  </a:lnTo>
                  <a:cubicBezTo>
                    <a:pt x="4505" y="527"/>
                    <a:pt x="3685" y="527"/>
                    <a:pt x="3266" y="1098"/>
                  </a:cubicBezTo>
                  <a:cubicBezTo>
                    <a:pt x="3266" y="1098"/>
                    <a:pt x="3382" y="500"/>
                    <a:pt x="4006" y="72"/>
                  </a:cubicBezTo>
                  <a:lnTo>
                    <a:pt x="4006" y="72"/>
                  </a:lnTo>
                  <a:cubicBezTo>
                    <a:pt x="4006" y="72"/>
                    <a:pt x="3444" y="259"/>
                    <a:pt x="3096" y="839"/>
                  </a:cubicBezTo>
                  <a:cubicBezTo>
                    <a:pt x="3096" y="839"/>
                    <a:pt x="3159" y="473"/>
                    <a:pt x="3283" y="1"/>
                  </a:cubicBezTo>
                  <a:lnTo>
                    <a:pt x="3283" y="1"/>
                  </a:lnTo>
                  <a:cubicBezTo>
                    <a:pt x="3283" y="1"/>
                    <a:pt x="2837" y="295"/>
                    <a:pt x="2695" y="919"/>
                  </a:cubicBezTo>
                  <a:cubicBezTo>
                    <a:pt x="2552" y="295"/>
                    <a:pt x="2106" y="1"/>
                    <a:pt x="2106" y="1"/>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81"/>
            <p:cNvSpPr/>
            <p:nvPr/>
          </p:nvSpPr>
          <p:spPr>
            <a:xfrm>
              <a:off x="4310688" y="3022281"/>
              <a:ext cx="169309" cy="132633"/>
            </a:xfrm>
            <a:custGeom>
              <a:rect b="b" l="l" r="r" t="t"/>
              <a:pathLst>
                <a:path extrusionOk="0" h="2517" w="3213">
                  <a:moveTo>
                    <a:pt x="1955" y="1"/>
                  </a:moveTo>
                  <a:cubicBezTo>
                    <a:pt x="1954" y="1"/>
                    <a:pt x="1687" y="179"/>
                    <a:pt x="1607" y="554"/>
                  </a:cubicBezTo>
                  <a:cubicBezTo>
                    <a:pt x="1517" y="179"/>
                    <a:pt x="1250" y="1"/>
                    <a:pt x="1250" y="1"/>
                  </a:cubicBezTo>
                  <a:lnTo>
                    <a:pt x="1250" y="1"/>
                  </a:lnTo>
                  <a:cubicBezTo>
                    <a:pt x="1330" y="286"/>
                    <a:pt x="1366" y="500"/>
                    <a:pt x="1366" y="500"/>
                  </a:cubicBezTo>
                  <a:cubicBezTo>
                    <a:pt x="1152" y="161"/>
                    <a:pt x="822" y="45"/>
                    <a:pt x="822" y="45"/>
                  </a:cubicBezTo>
                  <a:lnTo>
                    <a:pt x="822" y="45"/>
                  </a:lnTo>
                  <a:cubicBezTo>
                    <a:pt x="1196" y="304"/>
                    <a:pt x="1259" y="661"/>
                    <a:pt x="1259" y="661"/>
                  </a:cubicBezTo>
                  <a:cubicBezTo>
                    <a:pt x="1009" y="322"/>
                    <a:pt x="527" y="313"/>
                    <a:pt x="527" y="313"/>
                  </a:cubicBezTo>
                  <a:lnTo>
                    <a:pt x="527" y="313"/>
                  </a:lnTo>
                  <a:cubicBezTo>
                    <a:pt x="839" y="411"/>
                    <a:pt x="1045" y="688"/>
                    <a:pt x="1045" y="688"/>
                  </a:cubicBezTo>
                  <a:cubicBezTo>
                    <a:pt x="1045" y="688"/>
                    <a:pt x="866" y="545"/>
                    <a:pt x="590" y="518"/>
                  </a:cubicBezTo>
                  <a:cubicBezTo>
                    <a:pt x="536" y="513"/>
                    <a:pt x="488" y="511"/>
                    <a:pt x="444" y="511"/>
                  </a:cubicBezTo>
                  <a:cubicBezTo>
                    <a:pt x="271" y="511"/>
                    <a:pt x="179" y="545"/>
                    <a:pt x="179" y="545"/>
                  </a:cubicBezTo>
                  <a:cubicBezTo>
                    <a:pt x="661" y="563"/>
                    <a:pt x="822" y="777"/>
                    <a:pt x="822" y="777"/>
                  </a:cubicBezTo>
                  <a:cubicBezTo>
                    <a:pt x="711" y="743"/>
                    <a:pt x="601" y="736"/>
                    <a:pt x="522" y="736"/>
                  </a:cubicBezTo>
                  <a:cubicBezTo>
                    <a:pt x="455" y="736"/>
                    <a:pt x="411" y="741"/>
                    <a:pt x="411" y="741"/>
                  </a:cubicBezTo>
                  <a:cubicBezTo>
                    <a:pt x="732" y="795"/>
                    <a:pt x="875" y="964"/>
                    <a:pt x="875" y="964"/>
                  </a:cubicBezTo>
                  <a:cubicBezTo>
                    <a:pt x="875" y="964"/>
                    <a:pt x="720" y="917"/>
                    <a:pt x="551" y="917"/>
                  </a:cubicBezTo>
                  <a:cubicBezTo>
                    <a:pt x="467" y="917"/>
                    <a:pt x="378" y="929"/>
                    <a:pt x="304" y="964"/>
                  </a:cubicBezTo>
                  <a:cubicBezTo>
                    <a:pt x="90" y="1062"/>
                    <a:pt x="45" y="1259"/>
                    <a:pt x="45" y="1259"/>
                  </a:cubicBezTo>
                  <a:cubicBezTo>
                    <a:pt x="147" y="1132"/>
                    <a:pt x="313" y="1053"/>
                    <a:pt x="513" y="1053"/>
                  </a:cubicBezTo>
                  <a:cubicBezTo>
                    <a:pt x="523" y="1053"/>
                    <a:pt x="534" y="1053"/>
                    <a:pt x="545" y="1053"/>
                  </a:cubicBezTo>
                  <a:cubicBezTo>
                    <a:pt x="732" y="1053"/>
                    <a:pt x="822" y="1143"/>
                    <a:pt x="822" y="1143"/>
                  </a:cubicBezTo>
                  <a:cubicBezTo>
                    <a:pt x="822" y="1143"/>
                    <a:pt x="758" y="1130"/>
                    <a:pt x="663" y="1130"/>
                  </a:cubicBezTo>
                  <a:cubicBezTo>
                    <a:pt x="560" y="1130"/>
                    <a:pt x="421" y="1145"/>
                    <a:pt x="286" y="1205"/>
                  </a:cubicBezTo>
                  <a:cubicBezTo>
                    <a:pt x="37" y="1312"/>
                    <a:pt x="1" y="1517"/>
                    <a:pt x="1" y="1517"/>
                  </a:cubicBezTo>
                  <a:cubicBezTo>
                    <a:pt x="170" y="1330"/>
                    <a:pt x="465" y="1294"/>
                    <a:pt x="465" y="1294"/>
                  </a:cubicBezTo>
                  <a:lnTo>
                    <a:pt x="465" y="1294"/>
                  </a:lnTo>
                  <a:cubicBezTo>
                    <a:pt x="81" y="1482"/>
                    <a:pt x="19" y="1812"/>
                    <a:pt x="19" y="1812"/>
                  </a:cubicBezTo>
                  <a:cubicBezTo>
                    <a:pt x="144" y="1678"/>
                    <a:pt x="384" y="1607"/>
                    <a:pt x="384" y="1607"/>
                  </a:cubicBezTo>
                  <a:lnTo>
                    <a:pt x="384" y="1607"/>
                  </a:lnTo>
                  <a:cubicBezTo>
                    <a:pt x="126" y="1803"/>
                    <a:pt x="54" y="2079"/>
                    <a:pt x="54" y="2079"/>
                  </a:cubicBezTo>
                  <a:cubicBezTo>
                    <a:pt x="215" y="1847"/>
                    <a:pt x="518" y="1740"/>
                    <a:pt x="518" y="1740"/>
                  </a:cubicBezTo>
                  <a:lnTo>
                    <a:pt x="518" y="1740"/>
                  </a:lnTo>
                  <a:cubicBezTo>
                    <a:pt x="393" y="1901"/>
                    <a:pt x="349" y="2115"/>
                    <a:pt x="349" y="2115"/>
                  </a:cubicBezTo>
                  <a:cubicBezTo>
                    <a:pt x="545" y="1678"/>
                    <a:pt x="893" y="1607"/>
                    <a:pt x="893" y="1607"/>
                  </a:cubicBezTo>
                  <a:lnTo>
                    <a:pt x="893" y="1607"/>
                  </a:lnTo>
                  <a:cubicBezTo>
                    <a:pt x="554" y="1785"/>
                    <a:pt x="500" y="2249"/>
                    <a:pt x="500" y="2249"/>
                  </a:cubicBezTo>
                  <a:cubicBezTo>
                    <a:pt x="661" y="1812"/>
                    <a:pt x="973" y="1678"/>
                    <a:pt x="973" y="1678"/>
                  </a:cubicBezTo>
                  <a:lnTo>
                    <a:pt x="973" y="1678"/>
                  </a:lnTo>
                  <a:cubicBezTo>
                    <a:pt x="634" y="2053"/>
                    <a:pt x="768" y="2472"/>
                    <a:pt x="768" y="2472"/>
                  </a:cubicBezTo>
                  <a:cubicBezTo>
                    <a:pt x="768" y="2106"/>
                    <a:pt x="946" y="1919"/>
                    <a:pt x="946" y="1919"/>
                  </a:cubicBezTo>
                  <a:lnTo>
                    <a:pt x="946" y="1919"/>
                  </a:lnTo>
                  <a:cubicBezTo>
                    <a:pt x="866" y="2124"/>
                    <a:pt x="902" y="2293"/>
                    <a:pt x="902" y="2293"/>
                  </a:cubicBezTo>
                  <a:cubicBezTo>
                    <a:pt x="973" y="1901"/>
                    <a:pt x="1187" y="1749"/>
                    <a:pt x="1187" y="1749"/>
                  </a:cubicBezTo>
                  <a:lnTo>
                    <a:pt x="1187" y="1749"/>
                  </a:lnTo>
                  <a:cubicBezTo>
                    <a:pt x="1062" y="1972"/>
                    <a:pt x="1089" y="2329"/>
                    <a:pt x="1089" y="2329"/>
                  </a:cubicBezTo>
                  <a:cubicBezTo>
                    <a:pt x="1152" y="1928"/>
                    <a:pt x="1357" y="1696"/>
                    <a:pt x="1357" y="1696"/>
                  </a:cubicBezTo>
                  <a:lnTo>
                    <a:pt x="1357" y="1696"/>
                  </a:lnTo>
                  <a:cubicBezTo>
                    <a:pt x="1196" y="2088"/>
                    <a:pt x="1357" y="2517"/>
                    <a:pt x="1357" y="2517"/>
                  </a:cubicBezTo>
                  <a:cubicBezTo>
                    <a:pt x="1303" y="1830"/>
                    <a:pt x="1607" y="1624"/>
                    <a:pt x="1607" y="1624"/>
                  </a:cubicBezTo>
                  <a:cubicBezTo>
                    <a:pt x="1607" y="1624"/>
                    <a:pt x="1901" y="1830"/>
                    <a:pt x="1847" y="2517"/>
                  </a:cubicBezTo>
                  <a:cubicBezTo>
                    <a:pt x="1847" y="2517"/>
                    <a:pt x="2017" y="2088"/>
                    <a:pt x="1856" y="1696"/>
                  </a:cubicBezTo>
                  <a:lnTo>
                    <a:pt x="1856" y="1696"/>
                  </a:lnTo>
                  <a:cubicBezTo>
                    <a:pt x="1856" y="1696"/>
                    <a:pt x="2062" y="1928"/>
                    <a:pt x="2124" y="2329"/>
                  </a:cubicBezTo>
                  <a:cubicBezTo>
                    <a:pt x="2124" y="2329"/>
                    <a:pt x="2151" y="1972"/>
                    <a:pt x="2017" y="1749"/>
                  </a:cubicBezTo>
                  <a:lnTo>
                    <a:pt x="2017" y="1749"/>
                  </a:lnTo>
                  <a:cubicBezTo>
                    <a:pt x="2017" y="1749"/>
                    <a:pt x="2231" y="1901"/>
                    <a:pt x="2302" y="2293"/>
                  </a:cubicBezTo>
                  <a:cubicBezTo>
                    <a:pt x="2302" y="2293"/>
                    <a:pt x="2338" y="2124"/>
                    <a:pt x="2267" y="1919"/>
                  </a:cubicBezTo>
                  <a:lnTo>
                    <a:pt x="2267" y="1919"/>
                  </a:lnTo>
                  <a:cubicBezTo>
                    <a:pt x="2267" y="1919"/>
                    <a:pt x="2436" y="2106"/>
                    <a:pt x="2436" y="2472"/>
                  </a:cubicBezTo>
                  <a:cubicBezTo>
                    <a:pt x="2436" y="2472"/>
                    <a:pt x="2570" y="2053"/>
                    <a:pt x="2240" y="1678"/>
                  </a:cubicBezTo>
                  <a:lnTo>
                    <a:pt x="2240" y="1678"/>
                  </a:lnTo>
                  <a:cubicBezTo>
                    <a:pt x="2240" y="1678"/>
                    <a:pt x="2552" y="1812"/>
                    <a:pt x="2713" y="2249"/>
                  </a:cubicBezTo>
                  <a:cubicBezTo>
                    <a:pt x="2713" y="2249"/>
                    <a:pt x="2659" y="1785"/>
                    <a:pt x="2311" y="1607"/>
                  </a:cubicBezTo>
                  <a:lnTo>
                    <a:pt x="2311" y="1607"/>
                  </a:lnTo>
                  <a:cubicBezTo>
                    <a:pt x="2311" y="1607"/>
                    <a:pt x="2668" y="1678"/>
                    <a:pt x="2856" y="2115"/>
                  </a:cubicBezTo>
                  <a:cubicBezTo>
                    <a:pt x="2856" y="2115"/>
                    <a:pt x="2820" y="1901"/>
                    <a:pt x="2695" y="1740"/>
                  </a:cubicBezTo>
                  <a:lnTo>
                    <a:pt x="2695" y="1740"/>
                  </a:lnTo>
                  <a:cubicBezTo>
                    <a:pt x="2695" y="1740"/>
                    <a:pt x="2989" y="1847"/>
                    <a:pt x="3159" y="2079"/>
                  </a:cubicBezTo>
                  <a:cubicBezTo>
                    <a:pt x="3159" y="2079"/>
                    <a:pt x="3079" y="1803"/>
                    <a:pt x="2829" y="1607"/>
                  </a:cubicBezTo>
                  <a:lnTo>
                    <a:pt x="2829" y="1607"/>
                  </a:lnTo>
                  <a:cubicBezTo>
                    <a:pt x="2829" y="1607"/>
                    <a:pt x="3070" y="1678"/>
                    <a:pt x="3195" y="1812"/>
                  </a:cubicBezTo>
                  <a:cubicBezTo>
                    <a:pt x="3195" y="1812"/>
                    <a:pt x="3132" y="1482"/>
                    <a:pt x="2740" y="1294"/>
                  </a:cubicBezTo>
                  <a:lnTo>
                    <a:pt x="2740" y="1294"/>
                  </a:lnTo>
                  <a:cubicBezTo>
                    <a:pt x="2740" y="1294"/>
                    <a:pt x="3043" y="1330"/>
                    <a:pt x="3212" y="1517"/>
                  </a:cubicBezTo>
                  <a:cubicBezTo>
                    <a:pt x="3212" y="1517"/>
                    <a:pt x="3177" y="1312"/>
                    <a:pt x="2927" y="1205"/>
                  </a:cubicBezTo>
                  <a:cubicBezTo>
                    <a:pt x="2792" y="1145"/>
                    <a:pt x="2653" y="1130"/>
                    <a:pt x="2550" y="1130"/>
                  </a:cubicBezTo>
                  <a:cubicBezTo>
                    <a:pt x="2455" y="1130"/>
                    <a:pt x="2392" y="1143"/>
                    <a:pt x="2392" y="1143"/>
                  </a:cubicBezTo>
                  <a:cubicBezTo>
                    <a:pt x="2392" y="1143"/>
                    <a:pt x="2481" y="1053"/>
                    <a:pt x="2668" y="1053"/>
                  </a:cubicBezTo>
                  <a:cubicBezTo>
                    <a:pt x="2679" y="1053"/>
                    <a:pt x="2690" y="1053"/>
                    <a:pt x="2700" y="1053"/>
                  </a:cubicBezTo>
                  <a:cubicBezTo>
                    <a:pt x="2900" y="1053"/>
                    <a:pt x="3066" y="1132"/>
                    <a:pt x="3168" y="1259"/>
                  </a:cubicBezTo>
                  <a:cubicBezTo>
                    <a:pt x="3168" y="1259"/>
                    <a:pt x="3123" y="1062"/>
                    <a:pt x="2900" y="964"/>
                  </a:cubicBezTo>
                  <a:cubicBezTo>
                    <a:pt x="2826" y="929"/>
                    <a:pt x="2738" y="917"/>
                    <a:pt x="2653" y="917"/>
                  </a:cubicBezTo>
                  <a:cubicBezTo>
                    <a:pt x="2484" y="917"/>
                    <a:pt x="2329" y="964"/>
                    <a:pt x="2329" y="964"/>
                  </a:cubicBezTo>
                  <a:cubicBezTo>
                    <a:pt x="2329" y="964"/>
                    <a:pt x="2472" y="795"/>
                    <a:pt x="2802" y="741"/>
                  </a:cubicBezTo>
                  <a:cubicBezTo>
                    <a:pt x="2802" y="741"/>
                    <a:pt x="2756" y="736"/>
                    <a:pt x="2688" y="736"/>
                  </a:cubicBezTo>
                  <a:cubicBezTo>
                    <a:pt x="2608" y="736"/>
                    <a:pt x="2497" y="743"/>
                    <a:pt x="2392" y="777"/>
                  </a:cubicBezTo>
                  <a:cubicBezTo>
                    <a:pt x="2392" y="777"/>
                    <a:pt x="2552" y="563"/>
                    <a:pt x="3025" y="545"/>
                  </a:cubicBezTo>
                  <a:cubicBezTo>
                    <a:pt x="3025" y="545"/>
                    <a:pt x="2934" y="511"/>
                    <a:pt x="2760" y="511"/>
                  </a:cubicBezTo>
                  <a:cubicBezTo>
                    <a:pt x="2717" y="511"/>
                    <a:pt x="2668" y="513"/>
                    <a:pt x="2615" y="518"/>
                  </a:cubicBezTo>
                  <a:cubicBezTo>
                    <a:pt x="2347" y="545"/>
                    <a:pt x="2169" y="688"/>
                    <a:pt x="2169" y="688"/>
                  </a:cubicBezTo>
                  <a:cubicBezTo>
                    <a:pt x="2169" y="688"/>
                    <a:pt x="2374" y="411"/>
                    <a:pt x="2686" y="313"/>
                  </a:cubicBezTo>
                  <a:lnTo>
                    <a:pt x="2686" y="313"/>
                  </a:lnTo>
                  <a:cubicBezTo>
                    <a:pt x="2686" y="313"/>
                    <a:pt x="2195" y="322"/>
                    <a:pt x="1946" y="661"/>
                  </a:cubicBezTo>
                  <a:cubicBezTo>
                    <a:pt x="1946" y="661"/>
                    <a:pt x="2017" y="304"/>
                    <a:pt x="2392" y="45"/>
                  </a:cubicBezTo>
                  <a:lnTo>
                    <a:pt x="2392" y="45"/>
                  </a:lnTo>
                  <a:cubicBezTo>
                    <a:pt x="2392" y="45"/>
                    <a:pt x="2053" y="161"/>
                    <a:pt x="1847" y="500"/>
                  </a:cubicBezTo>
                  <a:cubicBezTo>
                    <a:pt x="1847" y="500"/>
                    <a:pt x="1883" y="286"/>
                    <a:pt x="1955"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9" name="Google Shape;4909;p81"/>
          <p:cNvGrpSpPr/>
          <p:nvPr/>
        </p:nvGrpSpPr>
        <p:grpSpPr>
          <a:xfrm>
            <a:off x="5596745" y="4042879"/>
            <a:ext cx="3640486" cy="1607892"/>
            <a:chOff x="5913356" y="2221642"/>
            <a:chExt cx="537881" cy="237545"/>
          </a:xfrm>
        </p:grpSpPr>
        <p:sp>
          <p:nvSpPr>
            <p:cNvPr id="4910" name="Google Shape;4910;p81"/>
            <p:cNvSpPr/>
            <p:nvPr/>
          </p:nvSpPr>
          <p:spPr>
            <a:xfrm>
              <a:off x="6119392" y="2269913"/>
              <a:ext cx="175329" cy="148777"/>
            </a:xfrm>
            <a:custGeom>
              <a:rect b="b" l="l" r="r" t="t"/>
              <a:pathLst>
                <a:path extrusionOk="0" h="4096" w="4827">
                  <a:moveTo>
                    <a:pt x="3381" y="0"/>
                  </a:moveTo>
                  <a:lnTo>
                    <a:pt x="3381" y="0"/>
                  </a:lnTo>
                  <a:cubicBezTo>
                    <a:pt x="3381" y="0"/>
                    <a:pt x="2757" y="322"/>
                    <a:pt x="2605" y="1356"/>
                  </a:cubicBezTo>
                  <a:cubicBezTo>
                    <a:pt x="2605" y="1356"/>
                    <a:pt x="2418" y="616"/>
                    <a:pt x="2436" y="223"/>
                  </a:cubicBezTo>
                  <a:lnTo>
                    <a:pt x="2436" y="223"/>
                  </a:lnTo>
                  <a:cubicBezTo>
                    <a:pt x="2436" y="224"/>
                    <a:pt x="2204" y="589"/>
                    <a:pt x="2239" y="1321"/>
                  </a:cubicBezTo>
                  <a:cubicBezTo>
                    <a:pt x="1874" y="687"/>
                    <a:pt x="1481" y="500"/>
                    <a:pt x="1481" y="500"/>
                  </a:cubicBezTo>
                  <a:lnTo>
                    <a:pt x="1481" y="500"/>
                  </a:lnTo>
                  <a:cubicBezTo>
                    <a:pt x="1713" y="821"/>
                    <a:pt x="1954" y="1553"/>
                    <a:pt x="1954" y="1553"/>
                  </a:cubicBezTo>
                  <a:cubicBezTo>
                    <a:pt x="1360" y="867"/>
                    <a:pt x="760" y="820"/>
                    <a:pt x="608" y="820"/>
                  </a:cubicBezTo>
                  <a:cubicBezTo>
                    <a:pt x="584" y="820"/>
                    <a:pt x="571" y="821"/>
                    <a:pt x="571" y="821"/>
                  </a:cubicBezTo>
                  <a:cubicBezTo>
                    <a:pt x="1249" y="1267"/>
                    <a:pt x="1544" y="1731"/>
                    <a:pt x="1544" y="1731"/>
                  </a:cubicBezTo>
                  <a:cubicBezTo>
                    <a:pt x="1318" y="1609"/>
                    <a:pt x="1073" y="1569"/>
                    <a:pt x="851" y="1569"/>
                  </a:cubicBezTo>
                  <a:cubicBezTo>
                    <a:pt x="441" y="1569"/>
                    <a:pt x="107" y="1704"/>
                    <a:pt x="107" y="1704"/>
                  </a:cubicBezTo>
                  <a:cubicBezTo>
                    <a:pt x="126" y="1704"/>
                    <a:pt x="144" y="1703"/>
                    <a:pt x="163" y="1703"/>
                  </a:cubicBezTo>
                  <a:cubicBezTo>
                    <a:pt x="716" y="1703"/>
                    <a:pt x="1276" y="1954"/>
                    <a:pt x="1276" y="1954"/>
                  </a:cubicBezTo>
                  <a:cubicBezTo>
                    <a:pt x="455" y="2017"/>
                    <a:pt x="0" y="2471"/>
                    <a:pt x="0" y="2471"/>
                  </a:cubicBezTo>
                  <a:cubicBezTo>
                    <a:pt x="609" y="2283"/>
                    <a:pt x="1035" y="2265"/>
                    <a:pt x="1174" y="2265"/>
                  </a:cubicBezTo>
                  <a:cubicBezTo>
                    <a:pt x="1206" y="2265"/>
                    <a:pt x="1222" y="2266"/>
                    <a:pt x="1222" y="2266"/>
                  </a:cubicBezTo>
                  <a:cubicBezTo>
                    <a:pt x="553" y="2543"/>
                    <a:pt x="411" y="3042"/>
                    <a:pt x="411" y="3042"/>
                  </a:cubicBezTo>
                  <a:cubicBezTo>
                    <a:pt x="687" y="2784"/>
                    <a:pt x="1329" y="2534"/>
                    <a:pt x="1329" y="2534"/>
                  </a:cubicBezTo>
                  <a:lnTo>
                    <a:pt x="1329" y="2534"/>
                  </a:lnTo>
                  <a:cubicBezTo>
                    <a:pt x="812" y="3007"/>
                    <a:pt x="616" y="3569"/>
                    <a:pt x="616" y="3569"/>
                  </a:cubicBezTo>
                  <a:cubicBezTo>
                    <a:pt x="865" y="3221"/>
                    <a:pt x="1436" y="2811"/>
                    <a:pt x="1436" y="2810"/>
                  </a:cubicBezTo>
                  <a:lnTo>
                    <a:pt x="1436" y="2810"/>
                  </a:lnTo>
                  <a:cubicBezTo>
                    <a:pt x="1026" y="3337"/>
                    <a:pt x="1026" y="4095"/>
                    <a:pt x="1026" y="4095"/>
                  </a:cubicBezTo>
                  <a:cubicBezTo>
                    <a:pt x="1205" y="3747"/>
                    <a:pt x="1606" y="3489"/>
                    <a:pt x="1606" y="3488"/>
                  </a:cubicBezTo>
                  <a:lnTo>
                    <a:pt x="1606" y="3488"/>
                  </a:lnTo>
                  <a:cubicBezTo>
                    <a:pt x="1445" y="3783"/>
                    <a:pt x="1401" y="4086"/>
                    <a:pt x="1401" y="4086"/>
                  </a:cubicBezTo>
                  <a:cubicBezTo>
                    <a:pt x="1793" y="3390"/>
                    <a:pt x="2266" y="3158"/>
                    <a:pt x="2266" y="3158"/>
                  </a:cubicBezTo>
                  <a:lnTo>
                    <a:pt x="2266" y="3158"/>
                  </a:lnTo>
                  <a:cubicBezTo>
                    <a:pt x="2168" y="3444"/>
                    <a:pt x="2204" y="3926"/>
                    <a:pt x="2204" y="3926"/>
                  </a:cubicBezTo>
                  <a:cubicBezTo>
                    <a:pt x="2284" y="3381"/>
                    <a:pt x="2766" y="3105"/>
                    <a:pt x="2766" y="3105"/>
                  </a:cubicBezTo>
                  <a:cubicBezTo>
                    <a:pt x="2766" y="3105"/>
                    <a:pt x="2773" y="3105"/>
                    <a:pt x="2787" y="3105"/>
                  </a:cubicBezTo>
                  <a:cubicBezTo>
                    <a:pt x="2891" y="3105"/>
                    <a:pt x="3361" y="3125"/>
                    <a:pt x="3685" y="3488"/>
                  </a:cubicBezTo>
                  <a:cubicBezTo>
                    <a:pt x="3685" y="3488"/>
                    <a:pt x="3453" y="3069"/>
                    <a:pt x="3221" y="2882"/>
                  </a:cubicBezTo>
                  <a:cubicBezTo>
                    <a:pt x="3221" y="2882"/>
                    <a:pt x="3254" y="2878"/>
                    <a:pt x="3316" y="2878"/>
                  </a:cubicBezTo>
                  <a:cubicBezTo>
                    <a:pt x="3497" y="2878"/>
                    <a:pt x="3920" y="2913"/>
                    <a:pt x="4452" y="3185"/>
                  </a:cubicBezTo>
                  <a:cubicBezTo>
                    <a:pt x="4452" y="3185"/>
                    <a:pt x="4247" y="2953"/>
                    <a:pt x="3952" y="2793"/>
                  </a:cubicBezTo>
                  <a:lnTo>
                    <a:pt x="3952" y="2793"/>
                  </a:lnTo>
                  <a:cubicBezTo>
                    <a:pt x="3952" y="2793"/>
                    <a:pt x="4425" y="2793"/>
                    <a:pt x="4764" y="2989"/>
                  </a:cubicBezTo>
                  <a:cubicBezTo>
                    <a:pt x="4764" y="2989"/>
                    <a:pt x="4363" y="2364"/>
                    <a:pt x="3720" y="2132"/>
                  </a:cubicBezTo>
                  <a:lnTo>
                    <a:pt x="3720" y="2132"/>
                  </a:lnTo>
                  <a:cubicBezTo>
                    <a:pt x="3720" y="2133"/>
                    <a:pt x="4434" y="2177"/>
                    <a:pt x="4826" y="2338"/>
                  </a:cubicBezTo>
                  <a:cubicBezTo>
                    <a:pt x="4826" y="2338"/>
                    <a:pt x="4354" y="1963"/>
                    <a:pt x="3658" y="1847"/>
                  </a:cubicBezTo>
                  <a:cubicBezTo>
                    <a:pt x="3658" y="1847"/>
                    <a:pt x="4086" y="1764"/>
                    <a:pt x="4451" y="1764"/>
                  </a:cubicBezTo>
                  <a:cubicBezTo>
                    <a:pt x="4548" y="1764"/>
                    <a:pt x="4641" y="1770"/>
                    <a:pt x="4719" y="1785"/>
                  </a:cubicBezTo>
                  <a:cubicBezTo>
                    <a:pt x="4719" y="1785"/>
                    <a:pt x="4443" y="1540"/>
                    <a:pt x="3933" y="1540"/>
                  </a:cubicBezTo>
                  <a:cubicBezTo>
                    <a:pt x="3835" y="1540"/>
                    <a:pt x="3728" y="1549"/>
                    <a:pt x="3613" y="1570"/>
                  </a:cubicBezTo>
                  <a:cubicBezTo>
                    <a:pt x="3613" y="1570"/>
                    <a:pt x="3997" y="1285"/>
                    <a:pt x="4746" y="1071"/>
                  </a:cubicBezTo>
                  <a:cubicBezTo>
                    <a:pt x="4746" y="1071"/>
                    <a:pt x="4642" y="1049"/>
                    <a:pt x="4471" y="1049"/>
                  </a:cubicBezTo>
                  <a:cubicBezTo>
                    <a:pt x="4219" y="1049"/>
                    <a:pt x="3823" y="1096"/>
                    <a:pt x="3399" y="1330"/>
                  </a:cubicBezTo>
                  <a:cubicBezTo>
                    <a:pt x="3399" y="1330"/>
                    <a:pt x="3756" y="777"/>
                    <a:pt x="4247" y="482"/>
                  </a:cubicBezTo>
                  <a:lnTo>
                    <a:pt x="4247" y="482"/>
                  </a:lnTo>
                  <a:cubicBezTo>
                    <a:pt x="4246" y="482"/>
                    <a:pt x="3408" y="652"/>
                    <a:pt x="3051" y="1294"/>
                  </a:cubicBezTo>
                  <a:cubicBezTo>
                    <a:pt x="3051" y="1294"/>
                    <a:pt x="3051" y="732"/>
                    <a:pt x="338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81"/>
            <p:cNvSpPr/>
            <p:nvPr/>
          </p:nvSpPr>
          <p:spPr>
            <a:xfrm>
              <a:off x="6167009" y="2322397"/>
              <a:ext cx="91424" cy="77476"/>
            </a:xfrm>
            <a:custGeom>
              <a:rect b="b" l="l" r="r" t="t"/>
              <a:pathLst>
                <a:path extrusionOk="0" h="2133" w="2517">
                  <a:moveTo>
                    <a:pt x="1758" y="1"/>
                  </a:moveTo>
                  <a:cubicBezTo>
                    <a:pt x="1758" y="1"/>
                    <a:pt x="1437" y="170"/>
                    <a:pt x="1357" y="705"/>
                  </a:cubicBezTo>
                  <a:cubicBezTo>
                    <a:pt x="1357" y="705"/>
                    <a:pt x="1258" y="313"/>
                    <a:pt x="1267" y="108"/>
                  </a:cubicBezTo>
                  <a:lnTo>
                    <a:pt x="1267" y="108"/>
                  </a:lnTo>
                  <a:cubicBezTo>
                    <a:pt x="1267" y="108"/>
                    <a:pt x="1151" y="304"/>
                    <a:pt x="1169" y="687"/>
                  </a:cubicBezTo>
                  <a:cubicBezTo>
                    <a:pt x="973" y="357"/>
                    <a:pt x="777" y="259"/>
                    <a:pt x="777" y="259"/>
                  </a:cubicBezTo>
                  <a:lnTo>
                    <a:pt x="777" y="259"/>
                  </a:lnTo>
                  <a:cubicBezTo>
                    <a:pt x="893" y="420"/>
                    <a:pt x="1018" y="803"/>
                    <a:pt x="1018" y="803"/>
                  </a:cubicBezTo>
                  <a:cubicBezTo>
                    <a:pt x="714" y="454"/>
                    <a:pt x="410" y="428"/>
                    <a:pt x="326" y="428"/>
                  </a:cubicBezTo>
                  <a:cubicBezTo>
                    <a:pt x="312" y="428"/>
                    <a:pt x="304" y="429"/>
                    <a:pt x="304" y="429"/>
                  </a:cubicBezTo>
                  <a:cubicBezTo>
                    <a:pt x="652" y="661"/>
                    <a:pt x="803" y="902"/>
                    <a:pt x="803" y="902"/>
                  </a:cubicBezTo>
                  <a:cubicBezTo>
                    <a:pt x="686" y="835"/>
                    <a:pt x="557" y="813"/>
                    <a:pt x="440" y="813"/>
                  </a:cubicBezTo>
                  <a:cubicBezTo>
                    <a:pt x="228" y="813"/>
                    <a:pt x="54" y="884"/>
                    <a:pt x="54" y="884"/>
                  </a:cubicBezTo>
                  <a:cubicBezTo>
                    <a:pt x="63" y="883"/>
                    <a:pt x="72" y="883"/>
                    <a:pt x="81" y="883"/>
                  </a:cubicBezTo>
                  <a:cubicBezTo>
                    <a:pt x="367" y="883"/>
                    <a:pt x="661" y="1018"/>
                    <a:pt x="661" y="1018"/>
                  </a:cubicBezTo>
                  <a:cubicBezTo>
                    <a:pt x="241" y="1044"/>
                    <a:pt x="1" y="1285"/>
                    <a:pt x="1" y="1285"/>
                  </a:cubicBezTo>
                  <a:cubicBezTo>
                    <a:pt x="341" y="1185"/>
                    <a:pt x="574" y="1178"/>
                    <a:pt x="630" y="1178"/>
                  </a:cubicBezTo>
                  <a:cubicBezTo>
                    <a:pt x="638" y="1178"/>
                    <a:pt x="643" y="1178"/>
                    <a:pt x="643" y="1178"/>
                  </a:cubicBezTo>
                  <a:cubicBezTo>
                    <a:pt x="286" y="1321"/>
                    <a:pt x="215" y="1589"/>
                    <a:pt x="215" y="1589"/>
                  </a:cubicBezTo>
                  <a:cubicBezTo>
                    <a:pt x="357" y="1446"/>
                    <a:pt x="696" y="1312"/>
                    <a:pt x="696" y="1312"/>
                  </a:cubicBezTo>
                  <a:lnTo>
                    <a:pt x="696" y="1312"/>
                  </a:lnTo>
                  <a:cubicBezTo>
                    <a:pt x="429" y="1562"/>
                    <a:pt x="322" y="1856"/>
                    <a:pt x="322" y="1856"/>
                  </a:cubicBezTo>
                  <a:cubicBezTo>
                    <a:pt x="447" y="1678"/>
                    <a:pt x="750" y="1464"/>
                    <a:pt x="750" y="1464"/>
                  </a:cubicBezTo>
                  <a:lnTo>
                    <a:pt x="750" y="1464"/>
                  </a:lnTo>
                  <a:cubicBezTo>
                    <a:pt x="536" y="1740"/>
                    <a:pt x="536" y="2133"/>
                    <a:pt x="536" y="2133"/>
                  </a:cubicBezTo>
                  <a:cubicBezTo>
                    <a:pt x="625" y="1945"/>
                    <a:pt x="839" y="1812"/>
                    <a:pt x="839" y="1812"/>
                  </a:cubicBezTo>
                  <a:lnTo>
                    <a:pt x="839" y="1812"/>
                  </a:lnTo>
                  <a:cubicBezTo>
                    <a:pt x="750" y="1963"/>
                    <a:pt x="732" y="2124"/>
                    <a:pt x="732" y="2124"/>
                  </a:cubicBezTo>
                  <a:cubicBezTo>
                    <a:pt x="937" y="1767"/>
                    <a:pt x="1178" y="1642"/>
                    <a:pt x="1178" y="1642"/>
                  </a:cubicBezTo>
                  <a:lnTo>
                    <a:pt x="1178" y="1642"/>
                  </a:lnTo>
                  <a:cubicBezTo>
                    <a:pt x="1134" y="1794"/>
                    <a:pt x="1151" y="2043"/>
                    <a:pt x="1151" y="2043"/>
                  </a:cubicBezTo>
                  <a:cubicBezTo>
                    <a:pt x="1196" y="1758"/>
                    <a:pt x="1446" y="1615"/>
                    <a:pt x="1446" y="1615"/>
                  </a:cubicBezTo>
                  <a:cubicBezTo>
                    <a:pt x="1446" y="1615"/>
                    <a:pt x="1452" y="1615"/>
                    <a:pt x="1462" y="1615"/>
                  </a:cubicBezTo>
                  <a:cubicBezTo>
                    <a:pt x="1525" y="1615"/>
                    <a:pt x="1758" y="1628"/>
                    <a:pt x="1919" y="1812"/>
                  </a:cubicBezTo>
                  <a:cubicBezTo>
                    <a:pt x="1919" y="1812"/>
                    <a:pt x="1803" y="1597"/>
                    <a:pt x="1678" y="1499"/>
                  </a:cubicBezTo>
                  <a:cubicBezTo>
                    <a:pt x="1678" y="1499"/>
                    <a:pt x="1697" y="1497"/>
                    <a:pt x="1732" y="1497"/>
                  </a:cubicBezTo>
                  <a:cubicBezTo>
                    <a:pt x="1828" y="1497"/>
                    <a:pt x="2045" y="1516"/>
                    <a:pt x="2320" y="1660"/>
                  </a:cubicBezTo>
                  <a:cubicBezTo>
                    <a:pt x="2320" y="1660"/>
                    <a:pt x="2213" y="1535"/>
                    <a:pt x="2061" y="1455"/>
                  </a:cubicBezTo>
                  <a:lnTo>
                    <a:pt x="2061" y="1455"/>
                  </a:lnTo>
                  <a:cubicBezTo>
                    <a:pt x="2061" y="1455"/>
                    <a:pt x="2311" y="1455"/>
                    <a:pt x="2481" y="1553"/>
                  </a:cubicBezTo>
                  <a:cubicBezTo>
                    <a:pt x="2481" y="1553"/>
                    <a:pt x="2275" y="1223"/>
                    <a:pt x="1945" y="1107"/>
                  </a:cubicBezTo>
                  <a:lnTo>
                    <a:pt x="1945" y="1107"/>
                  </a:lnTo>
                  <a:cubicBezTo>
                    <a:pt x="1945" y="1107"/>
                    <a:pt x="2311" y="1134"/>
                    <a:pt x="2516" y="1214"/>
                  </a:cubicBezTo>
                  <a:cubicBezTo>
                    <a:pt x="2516" y="1214"/>
                    <a:pt x="2267" y="1018"/>
                    <a:pt x="1910" y="955"/>
                  </a:cubicBezTo>
                  <a:cubicBezTo>
                    <a:pt x="1910" y="955"/>
                    <a:pt x="2117" y="914"/>
                    <a:pt x="2298" y="914"/>
                  </a:cubicBezTo>
                  <a:cubicBezTo>
                    <a:pt x="2355" y="914"/>
                    <a:pt x="2409" y="918"/>
                    <a:pt x="2454" y="928"/>
                  </a:cubicBezTo>
                  <a:cubicBezTo>
                    <a:pt x="2454" y="928"/>
                    <a:pt x="2315" y="796"/>
                    <a:pt x="2049" y="796"/>
                  </a:cubicBezTo>
                  <a:cubicBezTo>
                    <a:pt x="1998" y="796"/>
                    <a:pt x="1943" y="801"/>
                    <a:pt x="1883" y="812"/>
                  </a:cubicBezTo>
                  <a:cubicBezTo>
                    <a:pt x="1883" y="812"/>
                    <a:pt x="2079" y="670"/>
                    <a:pt x="2472" y="554"/>
                  </a:cubicBezTo>
                  <a:cubicBezTo>
                    <a:pt x="2472" y="554"/>
                    <a:pt x="2416" y="542"/>
                    <a:pt x="2325" y="542"/>
                  </a:cubicBezTo>
                  <a:cubicBezTo>
                    <a:pt x="2195" y="542"/>
                    <a:pt x="1992" y="566"/>
                    <a:pt x="1776" y="687"/>
                  </a:cubicBezTo>
                  <a:cubicBezTo>
                    <a:pt x="1776" y="687"/>
                    <a:pt x="1963" y="402"/>
                    <a:pt x="2213" y="250"/>
                  </a:cubicBezTo>
                  <a:lnTo>
                    <a:pt x="2213" y="250"/>
                  </a:lnTo>
                  <a:cubicBezTo>
                    <a:pt x="2213" y="250"/>
                    <a:pt x="1776" y="340"/>
                    <a:pt x="1589" y="670"/>
                  </a:cubicBezTo>
                  <a:cubicBezTo>
                    <a:pt x="1589" y="670"/>
                    <a:pt x="1589" y="384"/>
                    <a:pt x="17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81"/>
            <p:cNvSpPr/>
            <p:nvPr/>
          </p:nvSpPr>
          <p:spPr>
            <a:xfrm>
              <a:off x="6297584" y="2236533"/>
              <a:ext cx="139043" cy="121862"/>
            </a:xfrm>
            <a:custGeom>
              <a:rect b="b" l="l" r="r" t="t"/>
              <a:pathLst>
                <a:path extrusionOk="0" h="3355" w="3828">
                  <a:moveTo>
                    <a:pt x="2570" y="1"/>
                  </a:moveTo>
                  <a:lnTo>
                    <a:pt x="2570" y="1"/>
                  </a:lnTo>
                  <a:cubicBezTo>
                    <a:pt x="2570" y="1"/>
                    <a:pt x="2097" y="286"/>
                    <a:pt x="2017" y="1116"/>
                  </a:cubicBezTo>
                  <a:cubicBezTo>
                    <a:pt x="2017" y="1116"/>
                    <a:pt x="1839" y="527"/>
                    <a:pt x="1830" y="215"/>
                  </a:cubicBezTo>
                  <a:cubicBezTo>
                    <a:pt x="1830" y="215"/>
                    <a:pt x="1669" y="518"/>
                    <a:pt x="1731" y="1098"/>
                  </a:cubicBezTo>
                  <a:cubicBezTo>
                    <a:pt x="1410" y="616"/>
                    <a:pt x="1089" y="482"/>
                    <a:pt x="1089" y="482"/>
                  </a:cubicBezTo>
                  <a:lnTo>
                    <a:pt x="1089" y="482"/>
                  </a:lnTo>
                  <a:cubicBezTo>
                    <a:pt x="1285" y="723"/>
                    <a:pt x="1517" y="1294"/>
                    <a:pt x="1517" y="1294"/>
                  </a:cubicBezTo>
                  <a:cubicBezTo>
                    <a:pt x="1055" y="831"/>
                    <a:pt x="620" y="782"/>
                    <a:pt x="454" y="782"/>
                  </a:cubicBezTo>
                  <a:cubicBezTo>
                    <a:pt x="409" y="782"/>
                    <a:pt x="384" y="786"/>
                    <a:pt x="384" y="786"/>
                  </a:cubicBezTo>
                  <a:cubicBezTo>
                    <a:pt x="937" y="1107"/>
                    <a:pt x="1196" y="1464"/>
                    <a:pt x="1196" y="1464"/>
                  </a:cubicBezTo>
                  <a:cubicBezTo>
                    <a:pt x="1036" y="1388"/>
                    <a:pt x="867" y="1361"/>
                    <a:pt x="709" y="1361"/>
                  </a:cubicBezTo>
                  <a:cubicBezTo>
                    <a:pt x="348" y="1361"/>
                    <a:pt x="45" y="1499"/>
                    <a:pt x="45" y="1499"/>
                  </a:cubicBezTo>
                  <a:cubicBezTo>
                    <a:pt x="85" y="1496"/>
                    <a:pt x="125" y="1495"/>
                    <a:pt x="165" y="1495"/>
                  </a:cubicBezTo>
                  <a:cubicBezTo>
                    <a:pt x="582" y="1495"/>
                    <a:pt x="991" y="1651"/>
                    <a:pt x="991" y="1651"/>
                  </a:cubicBezTo>
                  <a:cubicBezTo>
                    <a:pt x="349" y="1731"/>
                    <a:pt x="1" y="2115"/>
                    <a:pt x="1" y="2115"/>
                  </a:cubicBezTo>
                  <a:cubicBezTo>
                    <a:pt x="589" y="1901"/>
                    <a:pt x="964" y="1901"/>
                    <a:pt x="964" y="1901"/>
                  </a:cubicBezTo>
                  <a:lnTo>
                    <a:pt x="964" y="1901"/>
                  </a:lnTo>
                  <a:cubicBezTo>
                    <a:pt x="438" y="2150"/>
                    <a:pt x="349" y="2552"/>
                    <a:pt x="349" y="2552"/>
                  </a:cubicBezTo>
                  <a:cubicBezTo>
                    <a:pt x="563" y="2338"/>
                    <a:pt x="1062" y="2106"/>
                    <a:pt x="1062" y="2106"/>
                  </a:cubicBezTo>
                  <a:lnTo>
                    <a:pt x="1062" y="2106"/>
                  </a:lnTo>
                  <a:cubicBezTo>
                    <a:pt x="670" y="2498"/>
                    <a:pt x="536" y="2962"/>
                    <a:pt x="536" y="2962"/>
                  </a:cubicBezTo>
                  <a:cubicBezTo>
                    <a:pt x="714" y="2677"/>
                    <a:pt x="1160" y="2320"/>
                    <a:pt x="1161" y="2320"/>
                  </a:cubicBezTo>
                  <a:lnTo>
                    <a:pt x="1161" y="2320"/>
                  </a:lnTo>
                  <a:cubicBezTo>
                    <a:pt x="857" y="2757"/>
                    <a:pt x="884" y="3355"/>
                    <a:pt x="884" y="3355"/>
                  </a:cubicBezTo>
                  <a:cubicBezTo>
                    <a:pt x="1009" y="3078"/>
                    <a:pt x="1321" y="2855"/>
                    <a:pt x="1321" y="2855"/>
                  </a:cubicBezTo>
                  <a:lnTo>
                    <a:pt x="1321" y="2855"/>
                  </a:lnTo>
                  <a:cubicBezTo>
                    <a:pt x="1205" y="3087"/>
                    <a:pt x="1178" y="3337"/>
                    <a:pt x="1178" y="3337"/>
                  </a:cubicBezTo>
                  <a:cubicBezTo>
                    <a:pt x="1464" y="2766"/>
                    <a:pt x="1829" y="2561"/>
                    <a:pt x="1830" y="2561"/>
                  </a:cubicBezTo>
                  <a:lnTo>
                    <a:pt x="1830" y="2561"/>
                  </a:lnTo>
                  <a:cubicBezTo>
                    <a:pt x="1767" y="2793"/>
                    <a:pt x="1821" y="3176"/>
                    <a:pt x="1821" y="3176"/>
                  </a:cubicBezTo>
                  <a:cubicBezTo>
                    <a:pt x="1856" y="2739"/>
                    <a:pt x="2222" y="2489"/>
                    <a:pt x="2222" y="2489"/>
                  </a:cubicBezTo>
                  <a:cubicBezTo>
                    <a:pt x="2222" y="2489"/>
                    <a:pt x="2244" y="2487"/>
                    <a:pt x="2282" y="2487"/>
                  </a:cubicBezTo>
                  <a:cubicBezTo>
                    <a:pt x="2413" y="2487"/>
                    <a:pt x="2736" y="2514"/>
                    <a:pt x="2971" y="2757"/>
                  </a:cubicBezTo>
                  <a:cubicBezTo>
                    <a:pt x="2971" y="2757"/>
                    <a:pt x="2766" y="2436"/>
                    <a:pt x="2570" y="2302"/>
                  </a:cubicBezTo>
                  <a:cubicBezTo>
                    <a:pt x="2570" y="2302"/>
                    <a:pt x="2629" y="2291"/>
                    <a:pt x="2733" y="2291"/>
                  </a:cubicBezTo>
                  <a:cubicBezTo>
                    <a:pt x="2907" y="2291"/>
                    <a:pt x="3207" y="2322"/>
                    <a:pt x="3569" y="2489"/>
                  </a:cubicBezTo>
                  <a:cubicBezTo>
                    <a:pt x="3569" y="2489"/>
                    <a:pt x="3391" y="2311"/>
                    <a:pt x="3159" y="2195"/>
                  </a:cubicBezTo>
                  <a:cubicBezTo>
                    <a:pt x="3159" y="2195"/>
                    <a:pt x="3174" y="2194"/>
                    <a:pt x="3200" y="2194"/>
                  </a:cubicBezTo>
                  <a:cubicBezTo>
                    <a:pt x="3305" y="2194"/>
                    <a:pt x="3589" y="2206"/>
                    <a:pt x="3810" y="2320"/>
                  </a:cubicBezTo>
                  <a:cubicBezTo>
                    <a:pt x="3810" y="2320"/>
                    <a:pt x="3453" y="1829"/>
                    <a:pt x="2945" y="1687"/>
                  </a:cubicBezTo>
                  <a:lnTo>
                    <a:pt x="2945" y="1687"/>
                  </a:lnTo>
                  <a:cubicBezTo>
                    <a:pt x="2945" y="1687"/>
                    <a:pt x="3507" y="1687"/>
                    <a:pt x="3828" y="1794"/>
                  </a:cubicBezTo>
                  <a:cubicBezTo>
                    <a:pt x="3828" y="1794"/>
                    <a:pt x="3435" y="1517"/>
                    <a:pt x="2882" y="1455"/>
                  </a:cubicBezTo>
                  <a:cubicBezTo>
                    <a:pt x="2882" y="1455"/>
                    <a:pt x="3299" y="1350"/>
                    <a:pt x="3599" y="1350"/>
                  </a:cubicBezTo>
                  <a:cubicBezTo>
                    <a:pt x="3639" y="1350"/>
                    <a:pt x="3677" y="1352"/>
                    <a:pt x="3712" y="1357"/>
                  </a:cubicBezTo>
                  <a:cubicBezTo>
                    <a:pt x="3712" y="1357"/>
                    <a:pt x="3515" y="1198"/>
                    <a:pt x="3159" y="1198"/>
                  </a:cubicBezTo>
                  <a:cubicBezTo>
                    <a:pt x="3061" y="1198"/>
                    <a:pt x="2950" y="1210"/>
                    <a:pt x="2829" y="1241"/>
                  </a:cubicBezTo>
                  <a:cubicBezTo>
                    <a:pt x="2829" y="1241"/>
                    <a:pt x="3123" y="1000"/>
                    <a:pt x="3712" y="794"/>
                  </a:cubicBezTo>
                  <a:cubicBezTo>
                    <a:pt x="3712" y="794"/>
                    <a:pt x="3661" y="786"/>
                    <a:pt x="3574" y="786"/>
                  </a:cubicBezTo>
                  <a:cubicBezTo>
                    <a:pt x="3386" y="786"/>
                    <a:pt x="3029" y="824"/>
                    <a:pt x="2650" y="1062"/>
                  </a:cubicBezTo>
                  <a:cubicBezTo>
                    <a:pt x="2650" y="1062"/>
                    <a:pt x="2909" y="607"/>
                    <a:pt x="3284" y="348"/>
                  </a:cubicBezTo>
                  <a:lnTo>
                    <a:pt x="3284" y="348"/>
                  </a:lnTo>
                  <a:cubicBezTo>
                    <a:pt x="3284" y="348"/>
                    <a:pt x="2624" y="518"/>
                    <a:pt x="2374" y="1044"/>
                  </a:cubicBezTo>
                  <a:cubicBezTo>
                    <a:pt x="2374" y="1044"/>
                    <a:pt x="2347" y="598"/>
                    <a:pt x="257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81"/>
            <p:cNvSpPr/>
            <p:nvPr/>
          </p:nvSpPr>
          <p:spPr>
            <a:xfrm>
              <a:off x="5913356" y="2295530"/>
              <a:ext cx="265735" cy="136137"/>
            </a:xfrm>
            <a:custGeom>
              <a:rect b="b" l="l" r="r" t="t"/>
              <a:pathLst>
                <a:path extrusionOk="0" h="3748" w="7316">
                  <a:moveTo>
                    <a:pt x="3658" y="1"/>
                  </a:moveTo>
                  <a:cubicBezTo>
                    <a:pt x="3310" y="54"/>
                    <a:pt x="3292" y="723"/>
                    <a:pt x="3292" y="723"/>
                  </a:cubicBezTo>
                  <a:cubicBezTo>
                    <a:pt x="3292" y="723"/>
                    <a:pt x="3013" y="188"/>
                    <a:pt x="2773" y="188"/>
                  </a:cubicBezTo>
                  <a:cubicBezTo>
                    <a:pt x="2756" y="188"/>
                    <a:pt x="2738" y="191"/>
                    <a:pt x="2721" y="197"/>
                  </a:cubicBezTo>
                  <a:cubicBezTo>
                    <a:pt x="2472" y="286"/>
                    <a:pt x="2525" y="1062"/>
                    <a:pt x="2525" y="1062"/>
                  </a:cubicBezTo>
                  <a:cubicBezTo>
                    <a:pt x="2525" y="1062"/>
                    <a:pt x="2182" y="572"/>
                    <a:pt x="1964" y="572"/>
                  </a:cubicBezTo>
                  <a:cubicBezTo>
                    <a:pt x="1941" y="572"/>
                    <a:pt x="1920" y="578"/>
                    <a:pt x="1901" y="589"/>
                  </a:cubicBezTo>
                  <a:cubicBezTo>
                    <a:pt x="1687" y="705"/>
                    <a:pt x="1901" y="1473"/>
                    <a:pt x="1901" y="1473"/>
                  </a:cubicBezTo>
                  <a:cubicBezTo>
                    <a:pt x="1901" y="1473"/>
                    <a:pt x="1501" y="1158"/>
                    <a:pt x="1274" y="1158"/>
                  </a:cubicBezTo>
                  <a:cubicBezTo>
                    <a:pt x="1237" y="1158"/>
                    <a:pt x="1204" y="1167"/>
                    <a:pt x="1178" y="1187"/>
                  </a:cubicBezTo>
                  <a:cubicBezTo>
                    <a:pt x="991" y="1330"/>
                    <a:pt x="1330" y="2177"/>
                    <a:pt x="1330" y="2177"/>
                  </a:cubicBezTo>
                  <a:cubicBezTo>
                    <a:pt x="1330" y="2177"/>
                    <a:pt x="902" y="1809"/>
                    <a:pt x="643" y="1809"/>
                  </a:cubicBezTo>
                  <a:cubicBezTo>
                    <a:pt x="618" y="1809"/>
                    <a:pt x="593" y="1812"/>
                    <a:pt x="572" y="1821"/>
                  </a:cubicBezTo>
                  <a:cubicBezTo>
                    <a:pt x="340" y="1910"/>
                    <a:pt x="795" y="2980"/>
                    <a:pt x="795" y="2980"/>
                  </a:cubicBezTo>
                  <a:cubicBezTo>
                    <a:pt x="795" y="2980"/>
                    <a:pt x="518" y="2721"/>
                    <a:pt x="312" y="2721"/>
                  </a:cubicBezTo>
                  <a:cubicBezTo>
                    <a:pt x="262" y="2721"/>
                    <a:pt x="216" y="2737"/>
                    <a:pt x="179" y="2775"/>
                  </a:cubicBezTo>
                  <a:cubicBezTo>
                    <a:pt x="1" y="2971"/>
                    <a:pt x="438" y="3748"/>
                    <a:pt x="438" y="3748"/>
                  </a:cubicBezTo>
                  <a:lnTo>
                    <a:pt x="6879" y="3748"/>
                  </a:lnTo>
                  <a:cubicBezTo>
                    <a:pt x="6879" y="3748"/>
                    <a:pt x="7316" y="2971"/>
                    <a:pt x="7137" y="2775"/>
                  </a:cubicBezTo>
                  <a:cubicBezTo>
                    <a:pt x="7101" y="2737"/>
                    <a:pt x="7055" y="2721"/>
                    <a:pt x="7004" y="2721"/>
                  </a:cubicBezTo>
                  <a:cubicBezTo>
                    <a:pt x="6798" y="2721"/>
                    <a:pt x="6522" y="2980"/>
                    <a:pt x="6522" y="2980"/>
                  </a:cubicBezTo>
                  <a:cubicBezTo>
                    <a:pt x="6522" y="2980"/>
                    <a:pt x="6977" y="1910"/>
                    <a:pt x="6745" y="1821"/>
                  </a:cubicBezTo>
                  <a:cubicBezTo>
                    <a:pt x="6724" y="1812"/>
                    <a:pt x="6700" y="1809"/>
                    <a:pt x="6675" y="1809"/>
                  </a:cubicBezTo>
                  <a:cubicBezTo>
                    <a:pt x="6422" y="1809"/>
                    <a:pt x="5987" y="2177"/>
                    <a:pt x="5987" y="2177"/>
                  </a:cubicBezTo>
                  <a:cubicBezTo>
                    <a:pt x="5987" y="2177"/>
                    <a:pt x="6326" y="1330"/>
                    <a:pt x="6147" y="1187"/>
                  </a:cubicBezTo>
                  <a:cubicBezTo>
                    <a:pt x="6120" y="1167"/>
                    <a:pt x="6086" y="1158"/>
                    <a:pt x="6048" y="1158"/>
                  </a:cubicBezTo>
                  <a:cubicBezTo>
                    <a:pt x="5815" y="1158"/>
                    <a:pt x="5416" y="1473"/>
                    <a:pt x="5416" y="1473"/>
                  </a:cubicBezTo>
                  <a:cubicBezTo>
                    <a:pt x="5416" y="1473"/>
                    <a:pt x="5630" y="705"/>
                    <a:pt x="5416" y="589"/>
                  </a:cubicBezTo>
                  <a:cubicBezTo>
                    <a:pt x="5396" y="578"/>
                    <a:pt x="5375" y="572"/>
                    <a:pt x="5352" y="572"/>
                  </a:cubicBezTo>
                  <a:cubicBezTo>
                    <a:pt x="5136" y="572"/>
                    <a:pt x="4800" y="1062"/>
                    <a:pt x="4800" y="1062"/>
                  </a:cubicBezTo>
                  <a:cubicBezTo>
                    <a:pt x="4800" y="1062"/>
                    <a:pt x="4845" y="286"/>
                    <a:pt x="4595" y="197"/>
                  </a:cubicBezTo>
                  <a:cubicBezTo>
                    <a:pt x="4578" y="191"/>
                    <a:pt x="4561" y="188"/>
                    <a:pt x="4543" y="188"/>
                  </a:cubicBezTo>
                  <a:cubicBezTo>
                    <a:pt x="4303" y="188"/>
                    <a:pt x="4024" y="723"/>
                    <a:pt x="4024" y="723"/>
                  </a:cubicBezTo>
                  <a:cubicBezTo>
                    <a:pt x="4024" y="723"/>
                    <a:pt x="4006" y="54"/>
                    <a:pt x="3658" y="1"/>
                  </a:cubicBezTo>
                  <a:close/>
                </a:path>
              </a:pathLst>
            </a:custGeom>
            <a:solidFill>
              <a:srgbClr val="8E8E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81"/>
            <p:cNvSpPr/>
            <p:nvPr/>
          </p:nvSpPr>
          <p:spPr>
            <a:xfrm>
              <a:off x="5956760" y="2339914"/>
              <a:ext cx="178925" cy="91751"/>
            </a:xfrm>
            <a:custGeom>
              <a:rect b="b" l="l" r="r" t="t"/>
              <a:pathLst>
                <a:path extrusionOk="0" h="2526" w="4926">
                  <a:moveTo>
                    <a:pt x="2463" y="1"/>
                  </a:moveTo>
                  <a:cubicBezTo>
                    <a:pt x="2231" y="45"/>
                    <a:pt x="2222" y="492"/>
                    <a:pt x="2222" y="492"/>
                  </a:cubicBezTo>
                  <a:cubicBezTo>
                    <a:pt x="2222" y="492"/>
                    <a:pt x="2030" y="137"/>
                    <a:pt x="1874" y="137"/>
                  </a:cubicBezTo>
                  <a:cubicBezTo>
                    <a:pt x="1862" y="137"/>
                    <a:pt x="1850" y="139"/>
                    <a:pt x="1839" y="144"/>
                  </a:cubicBezTo>
                  <a:cubicBezTo>
                    <a:pt x="1669" y="197"/>
                    <a:pt x="1696" y="723"/>
                    <a:pt x="1696" y="723"/>
                  </a:cubicBezTo>
                  <a:cubicBezTo>
                    <a:pt x="1696" y="723"/>
                    <a:pt x="1467" y="392"/>
                    <a:pt x="1319" y="392"/>
                  </a:cubicBezTo>
                  <a:cubicBezTo>
                    <a:pt x="1304" y="392"/>
                    <a:pt x="1290" y="395"/>
                    <a:pt x="1277" y="402"/>
                  </a:cubicBezTo>
                  <a:cubicBezTo>
                    <a:pt x="1143" y="483"/>
                    <a:pt x="1277" y="1000"/>
                    <a:pt x="1277" y="1000"/>
                  </a:cubicBezTo>
                  <a:cubicBezTo>
                    <a:pt x="1277" y="1000"/>
                    <a:pt x="1015" y="784"/>
                    <a:pt x="861" y="784"/>
                  </a:cubicBezTo>
                  <a:cubicBezTo>
                    <a:pt x="835" y="784"/>
                    <a:pt x="813" y="790"/>
                    <a:pt x="795" y="804"/>
                  </a:cubicBezTo>
                  <a:cubicBezTo>
                    <a:pt x="670" y="902"/>
                    <a:pt x="902" y="1464"/>
                    <a:pt x="902" y="1464"/>
                  </a:cubicBezTo>
                  <a:cubicBezTo>
                    <a:pt x="902" y="1464"/>
                    <a:pt x="610" y="1223"/>
                    <a:pt x="436" y="1223"/>
                  </a:cubicBezTo>
                  <a:cubicBezTo>
                    <a:pt x="417" y="1223"/>
                    <a:pt x="400" y="1226"/>
                    <a:pt x="385" y="1232"/>
                  </a:cubicBezTo>
                  <a:cubicBezTo>
                    <a:pt x="233" y="1294"/>
                    <a:pt x="536" y="2017"/>
                    <a:pt x="536" y="2017"/>
                  </a:cubicBezTo>
                  <a:cubicBezTo>
                    <a:pt x="536" y="2017"/>
                    <a:pt x="351" y="1838"/>
                    <a:pt x="214" y="1838"/>
                  </a:cubicBezTo>
                  <a:cubicBezTo>
                    <a:pt x="181" y="1838"/>
                    <a:pt x="150" y="1848"/>
                    <a:pt x="126" y="1874"/>
                  </a:cubicBezTo>
                  <a:cubicBezTo>
                    <a:pt x="1" y="2008"/>
                    <a:pt x="304" y="2526"/>
                    <a:pt x="304" y="2526"/>
                  </a:cubicBezTo>
                  <a:lnTo>
                    <a:pt x="4622" y="2526"/>
                  </a:lnTo>
                  <a:cubicBezTo>
                    <a:pt x="4622" y="2526"/>
                    <a:pt x="4925" y="2008"/>
                    <a:pt x="4801" y="1874"/>
                  </a:cubicBezTo>
                  <a:cubicBezTo>
                    <a:pt x="4776" y="1848"/>
                    <a:pt x="4746" y="1838"/>
                    <a:pt x="4713" y="1838"/>
                  </a:cubicBezTo>
                  <a:cubicBezTo>
                    <a:pt x="4575" y="1838"/>
                    <a:pt x="4390" y="2017"/>
                    <a:pt x="4390" y="2017"/>
                  </a:cubicBezTo>
                  <a:cubicBezTo>
                    <a:pt x="4390" y="2017"/>
                    <a:pt x="4693" y="1294"/>
                    <a:pt x="4542" y="1232"/>
                  </a:cubicBezTo>
                  <a:cubicBezTo>
                    <a:pt x="4526" y="1226"/>
                    <a:pt x="4509" y="1223"/>
                    <a:pt x="4491" y="1223"/>
                  </a:cubicBezTo>
                  <a:cubicBezTo>
                    <a:pt x="4316" y="1223"/>
                    <a:pt x="4024" y="1464"/>
                    <a:pt x="4024" y="1464"/>
                  </a:cubicBezTo>
                  <a:cubicBezTo>
                    <a:pt x="4024" y="1464"/>
                    <a:pt x="4256" y="902"/>
                    <a:pt x="4131" y="804"/>
                  </a:cubicBezTo>
                  <a:cubicBezTo>
                    <a:pt x="4114" y="790"/>
                    <a:pt x="4091" y="784"/>
                    <a:pt x="4065" y="784"/>
                  </a:cubicBezTo>
                  <a:cubicBezTo>
                    <a:pt x="3912" y="784"/>
                    <a:pt x="3650" y="1000"/>
                    <a:pt x="3650" y="1000"/>
                  </a:cubicBezTo>
                  <a:cubicBezTo>
                    <a:pt x="3650" y="1000"/>
                    <a:pt x="3792" y="483"/>
                    <a:pt x="3650" y="402"/>
                  </a:cubicBezTo>
                  <a:cubicBezTo>
                    <a:pt x="3637" y="395"/>
                    <a:pt x="3623" y="392"/>
                    <a:pt x="3608" y="392"/>
                  </a:cubicBezTo>
                  <a:cubicBezTo>
                    <a:pt x="3459" y="392"/>
                    <a:pt x="3230" y="723"/>
                    <a:pt x="3230" y="723"/>
                  </a:cubicBezTo>
                  <a:cubicBezTo>
                    <a:pt x="3230" y="723"/>
                    <a:pt x="3257" y="197"/>
                    <a:pt x="3088" y="144"/>
                  </a:cubicBezTo>
                  <a:cubicBezTo>
                    <a:pt x="3076" y="139"/>
                    <a:pt x="3065" y="137"/>
                    <a:pt x="3053" y="137"/>
                  </a:cubicBezTo>
                  <a:cubicBezTo>
                    <a:pt x="2897" y="137"/>
                    <a:pt x="2704" y="492"/>
                    <a:pt x="2704" y="492"/>
                  </a:cubicBezTo>
                  <a:cubicBezTo>
                    <a:pt x="2704" y="492"/>
                    <a:pt x="2695" y="45"/>
                    <a:pt x="24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81"/>
            <p:cNvSpPr/>
            <p:nvPr/>
          </p:nvSpPr>
          <p:spPr>
            <a:xfrm>
              <a:off x="6018927" y="2221642"/>
              <a:ext cx="432310" cy="230721"/>
            </a:xfrm>
            <a:custGeom>
              <a:rect b="b" l="l" r="r" t="t"/>
              <a:pathLst>
                <a:path extrusionOk="0" h="6352" w="11902">
                  <a:moveTo>
                    <a:pt x="11901" y="0"/>
                  </a:moveTo>
                  <a:lnTo>
                    <a:pt x="10501" y="750"/>
                  </a:lnTo>
                  <a:lnTo>
                    <a:pt x="9484" y="1865"/>
                  </a:lnTo>
                  <a:lnTo>
                    <a:pt x="8181" y="2061"/>
                  </a:lnTo>
                  <a:lnTo>
                    <a:pt x="7423" y="2560"/>
                  </a:lnTo>
                  <a:lnTo>
                    <a:pt x="6335" y="2560"/>
                  </a:lnTo>
                  <a:lnTo>
                    <a:pt x="5523" y="3060"/>
                  </a:lnTo>
                  <a:lnTo>
                    <a:pt x="4586" y="4309"/>
                  </a:lnTo>
                  <a:lnTo>
                    <a:pt x="4015" y="4389"/>
                  </a:lnTo>
                  <a:lnTo>
                    <a:pt x="3177" y="4853"/>
                  </a:lnTo>
                  <a:lnTo>
                    <a:pt x="2204" y="4817"/>
                  </a:lnTo>
                  <a:lnTo>
                    <a:pt x="1" y="6352"/>
                  </a:lnTo>
                  <a:lnTo>
                    <a:pt x="1" y="6352"/>
                  </a:lnTo>
                  <a:lnTo>
                    <a:pt x="11901" y="4541"/>
                  </a:lnTo>
                  <a:lnTo>
                    <a:pt x="1190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81"/>
            <p:cNvSpPr/>
            <p:nvPr/>
          </p:nvSpPr>
          <p:spPr>
            <a:xfrm>
              <a:off x="6045841" y="2365184"/>
              <a:ext cx="343829" cy="94003"/>
            </a:xfrm>
            <a:custGeom>
              <a:rect b="b" l="l" r="r" t="t"/>
              <a:pathLst>
                <a:path extrusionOk="0" h="2588" w="9466">
                  <a:moveTo>
                    <a:pt x="6111" y="0"/>
                  </a:moveTo>
                  <a:lnTo>
                    <a:pt x="5888" y="687"/>
                  </a:lnTo>
                  <a:lnTo>
                    <a:pt x="5968" y="1240"/>
                  </a:lnTo>
                  <a:lnTo>
                    <a:pt x="5576" y="1303"/>
                  </a:lnTo>
                  <a:lnTo>
                    <a:pt x="5041" y="1401"/>
                  </a:lnTo>
                  <a:lnTo>
                    <a:pt x="4782" y="785"/>
                  </a:lnTo>
                  <a:lnTo>
                    <a:pt x="4514" y="1517"/>
                  </a:lnTo>
                  <a:lnTo>
                    <a:pt x="3934" y="1579"/>
                  </a:lnTo>
                  <a:lnTo>
                    <a:pt x="3702" y="1249"/>
                  </a:lnTo>
                  <a:lnTo>
                    <a:pt x="3649" y="1633"/>
                  </a:lnTo>
                  <a:lnTo>
                    <a:pt x="2159" y="1882"/>
                  </a:lnTo>
                  <a:lnTo>
                    <a:pt x="1900" y="1651"/>
                  </a:lnTo>
                  <a:lnTo>
                    <a:pt x="1829" y="1945"/>
                  </a:lnTo>
                  <a:lnTo>
                    <a:pt x="1535" y="1990"/>
                  </a:lnTo>
                  <a:lnTo>
                    <a:pt x="1436" y="1820"/>
                  </a:lnTo>
                  <a:lnTo>
                    <a:pt x="1508" y="1552"/>
                  </a:lnTo>
                  <a:lnTo>
                    <a:pt x="0" y="2266"/>
                  </a:lnTo>
                  <a:lnTo>
                    <a:pt x="571" y="2587"/>
                  </a:lnTo>
                  <a:cubicBezTo>
                    <a:pt x="571" y="2587"/>
                    <a:pt x="3024" y="2436"/>
                    <a:pt x="3131" y="2427"/>
                  </a:cubicBezTo>
                  <a:cubicBezTo>
                    <a:pt x="3230" y="2409"/>
                    <a:pt x="9028" y="1633"/>
                    <a:pt x="9251" y="1615"/>
                  </a:cubicBezTo>
                  <a:cubicBezTo>
                    <a:pt x="9465" y="1597"/>
                    <a:pt x="7797" y="928"/>
                    <a:pt x="7797" y="928"/>
                  </a:cubicBezTo>
                  <a:lnTo>
                    <a:pt x="7431" y="0"/>
                  </a:lnTo>
                  <a:lnTo>
                    <a:pt x="7262" y="1062"/>
                  </a:lnTo>
                  <a:lnTo>
                    <a:pt x="6691" y="1115"/>
                  </a:lnTo>
                  <a:lnTo>
                    <a:pt x="6343" y="973"/>
                  </a:lnTo>
                  <a:lnTo>
                    <a:pt x="611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81"/>
            <p:cNvSpPr/>
            <p:nvPr/>
          </p:nvSpPr>
          <p:spPr>
            <a:xfrm>
              <a:off x="6018927" y="2221642"/>
              <a:ext cx="432310" cy="230721"/>
            </a:xfrm>
            <a:custGeom>
              <a:rect b="b" l="l" r="r" t="t"/>
              <a:pathLst>
                <a:path extrusionOk="0" h="6352" w="11902">
                  <a:moveTo>
                    <a:pt x="11901" y="0"/>
                  </a:moveTo>
                  <a:lnTo>
                    <a:pt x="10501" y="750"/>
                  </a:lnTo>
                  <a:lnTo>
                    <a:pt x="9484" y="1865"/>
                  </a:lnTo>
                  <a:lnTo>
                    <a:pt x="8181" y="2061"/>
                  </a:lnTo>
                  <a:lnTo>
                    <a:pt x="7423" y="2560"/>
                  </a:lnTo>
                  <a:lnTo>
                    <a:pt x="6335" y="2560"/>
                  </a:lnTo>
                  <a:lnTo>
                    <a:pt x="5523" y="3060"/>
                  </a:lnTo>
                  <a:lnTo>
                    <a:pt x="4586" y="4309"/>
                  </a:lnTo>
                  <a:lnTo>
                    <a:pt x="4015" y="4389"/>
                  </a:lnTo>
                  <a:lnTo>
                    <a:pt x="3177" y="4853"/>
                  </a:lnTo>
                  <a:lnTo>
                    <a:pt x="2204" y="4817"/>
                  </a:lnTo>
                  <a:lnTo>
                    <a:pt x="1" y="6352"/>
                  </a:lnTo>
                  <a:lnTo>
                    <a:pt x="1" y="6352"/>
                  </a:lnTo>
                  <a:lnTo>
                    <a:pt x="2329" y="5156"/>
                  </a:lnTo>
                  <a:lnTo>
                    <a:pt x="3221" y="5380"/>
                  </a:lnTo>
                  <a:cubicBezTo>
                    <a:pt x="3221" y="5380"/>
                    <a:pt x="3346" y="5049"/>
                    <a:pt x="3489" y="4880"/>
                  </a:cubicBezTo>
                  <a:cubicBezTo>
                    <a:pt x="3547" y="4802"/>
                    <a:pt x="3775" y="4780"/>
                    <a:pt x="4015" y="4780"/>
                  </a:cubicBezTo>
                  <a:cubicBezTo>
                    <a:pt x="4327" y="4780"/>
                    <a:pt x="4657" y="4817"/>
                    <a:pt x="4657" y="4817"/>
                  </a:cubicBezTo>
                  <a:lnTo>
                    <a:pt x="5077" y="4220"/>
                  </a:lnTo>
                  <a:lnTo>
                    <a:pt x="6192" y="4880"/>
                  </a:lnTo>
                  <a:lnTo>
                    <a:pt x="5853" y="4309"/>
                  </a:lnTo>
                  <a:lnTo>
                    <a:pt x="6103" y="3176"/>
                  </a:lnTo>
                  <a:lnTo>
                    <a:pt x="7209" y="3533"/>
                  </a:lnTo>
                  <a:lnTo>
                    <a:pt x="8101" y="2418"/>
                  </a:lnTo>
                  <a:lnTo>
                    <a:pt x="9270" y="2123"/>
                  </a:lnTo>
                  <a:lnTo>
                    <a:pt x="10304" y="2534"/>
                  </a:lnTo>
                  <a:lnTo>
                    <a:pt x="10367" y="1793"/>
                  </a:lnTo>
                  <a:lnTo>
                    <a:pt x="10697" y="1071"/>
                  </a:lnTo>
                  <a:lnTo>
                    <a:pt x="11232" y="1713"/>
                  </a:lnTo>
                  <a:lnTo>
                    <a:pt x="11098" y="865"/>
                  </a:lnTo>
                  <a:lnTo>
                    <a:pt x="1190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18" name="Google Shape;4918;p81"/>
          <p:cNvSpPr/>
          <p:nvPr/>
        </p:nvSpPr>
        <p:spPr>
          <a:xfrm>
            <a:off x="8033056" y="626579"/>
            <a:ext cx="1826264" cy="289825"/>
          </a:xfrm>
          <a:custGeom>
            <a:rect b="b" l="l" r="r" t="t"/>
            <a:pathLst>
              <a:path extrusionOk="0" h="769" w="4846">
                <a:moveTo>
                  <a:pt x="2481" y="1"/>
                </a:moveTo>
                <a:cubicBezTo>
                  <a:pt x="1937" y="1"/>
                  <a:pt x="1660" y="384"/>
                  <a:pt x="1660" y="384"/>
                </a:cubicBezTo>
                <a:cubicBezTo>
                  <a:pt x="1598" y="361"/>
                  <a:pt x="1541" y="351"/>
                  <a:pt x="1490" y="351"/>
                </a:cubicBezTo>
                <a:cubicBezTo>
                  <a:pt x="1272" y="351"/>
                  <a:pt x="1161" y="527"/>
                  <a:pt x="1161" y="527"/>
                </a:cubicBezTo>
                <a:cubicBezTo>
                  <a:pt x="1000" y="456"/>
                  <a:pt x="854" y="428"/>
                  <a:pt x="723" y="428"/>
                </a:cubicBezTo>
                <a:cubicBezTo>
                  <a:pt x="265" y="428"/>
                  <a:pt x="1" y="768"/>
                  <a:pt x="1" y="768"/>
                </a:cubicBezTo>
                <a:lnTo>
                  <a:pt x="4845" y="768"/>
                </a:lnTo>
                <a:cubicBezTo>
                  <a:pt x="4678" y="498"/>
                  <a:pt x="4438" y="428"/>
                  <a:pt x="4235" y="428"/>
                </a:cubicBezTo>
                <a:cubicBezTo>
                  <a:pt x="4015" y="428"/>
                  <a:pt x="3837" y="509"/>
                  <a:pt x="3837" y="509"/>
                </a:cubicBezTo>
                <a:cubicBezTo>
                  <a:pt x="3739" y="387"/>
                  <a:pt x="3623" y="350"/>
                  <a:pt x="3519" y="350"/>
                </a:cubicBezTo>
                <a:cubicBezTo>
                  <a:pt x="3366" y="350"/>
                  <a:pt x="3239" y="429"/>
                  <a:pt x="3239" y="429"/>
                </a:cubicBezTo>
                <a:cubicBezTo>
                  <a:pt x="3239" y="429"/>
                  <a:pt x="3025" y="1"/>
                  <a:pt x="24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81"/>
          <p:cNvSpPr txBox="1"/>
          <p:nvPr>
            <p:ph idx="1" type="body"/>
          </p:nvPr>
        </p:nvSpPr>
        <p:spPr>
          <a:xfrm>
            <a:off x="4790400" y="1711314"/>
            <a:ext cx="3640500" cy="2285100"/>
          </a:xfrm>
          <a:prstGeom prst="rect">
            <a:avLst/>
          </a:prstGeom>
        </p:spPr>
        <p:txBody>
          <a:bodyPr anchorCtr="0" anchor="t" bIns="91425" lIns="91425" spcFirstLastPara="1" rIns="91425" wrap="square" tIns="91425">
            <a:noAutofit/>
          </a:bodyPr>
          <a:lstStyle>
            <a:lvl1pPr indent="-317500" lvl="0" marL="457200">
              <a:lnSpc>
                <a:spcPct val="100000"/>
              </a:lnSpc>
              <a:spcBef>
                <a:spcPts val="0"/>
              </a:spcBef>
              <a:spcAft>
                <a:spcPts val="0"/>
              </a:spcAft>
              <a:buSzPts val="1400"/>
              <a:buChar char="●"/>
              <a:defRPr/>
            </a:lvl1pPr>
            <a:lvl2pPr indent="-317500" lvl="1" marL="914400">
              <a:lnSpc>
                <a:spcPct val="115000"/>
              </a:lnSpc>
              <a:spcBef>
                <a:spcPts val="0"/>
              </a:spcBef>
              <a:spcAft>
                <a:spcPts val="0"/>
              </a:spcAft>
              <a:buSzPts val="1400"/>
              <a:buChar char="○"/>
              <a:defRPr/>
            </a:lvl2pPr>
            <a:lvl3pPr indent="-317500" lvl="2" marL="1371600">
              <a:lnSpc>
                <a:spcPct val="115000"/>
              </a:lnSpc>
              <a:spcBef>
                <a:spcPts val="1600"/>
              </a:spcBef>
              <a:spcAft>
                <a:spcPts val="0"/>
              </a:spcAft>
              <a:buSzPts val="1400"/>
              <a:buChar char="■"/>
              <a:defRPr/>
            </a:lvl3pPr>
            <a:lvl4pPr indent="-317500" lvl="3" marL="1828800">
              <a:lnSpc>
                <a:spcPct val="115000"/>
              </a:lnSpc>
              <a:spcBef>
                <a:spcPts val="1600"/>
              </a:spcBef>
              <a:spcAft>
                <a:spcPts val="0"/>
              </a:spcAft>
              <a:buSzPts val="1400"/>
              <a:buChar char="●"/>
              <a:defRPr/>
            </a:lvl4pPr>
            <a:lvl5pPr indent="-317500" lvl="4" marL="2286000">
              <a:lnSpc>
                <a:spcPct val="115000"/>
              </a:lnSpc>
              <a:spcBef>
                <a:spcPts val="1600"/>
              </a:spcBef>
              <a:spcAft>
                <a:spcPts val="0"/>
              </a:spcAft>
              <a:buSzPts val="1400"/>
              <a:buChar char="○"/>
              <a:defRPr/>
            </a:lvl5pPr>
            <a:lvl6pPr indent="-317500" lvl="5" marL="2743200">
              <a:lnSpc>
                <a:spcPct val="115000"/>
              </a:lnSpc>
              <a:spcBef>
                <a:spcPts val="1600"/>
              </a:spcBef>
              <a:spcAft>
                <a:spcPts val="0"/>
              </a:spcAft>
              <a:buSzPts val="1400"/>
              <a:buChar char="■"/>
              <a:defRPr/>
            </a:lvl6pPr>
            <a:lvl7pPr indent="-317500" lvl="6" marL="3200400">
              <a:lnSpc>
                <a:spcPct val="115000"/>
              </a:lnSpc>
              <a:spcBef>
                <a:spcPts val="1600"/>
              </a:spcBef>
              <a:spcAft>
                <a:spcPts val="0"/>
              </a:spcAft>
              <a:buSzPts val="1400"/>
              <a:buChar char="●"/>
              <a:defRPr/>
            </a:lvl7pPr>
            <a:lvl8pPr indent="-317500" lvl="7" marL="3657600">
              <a:lnSpc>
                <a:spcPct val="115000"/>
              </a:lnSpc>
              <a:spcBef>
                <a:spcPts val="1600"/>
              </a:spcBef>
              <a:spcAft>
                <a:spcPts val="0"/>
              </a:spcAft>
              <a:buSzPts val="1400"/>
              <a:buChar char="○"/>
              <a:defRPr/>
            </a:lvl8pPr>
            <a:lvl9pPr indent="-317500" lvl="8" marL="4114800">
              <a:lnSpc>
                <a:spcPct val="115000"/>
              </a:lnSpc>
              <a:spcBef>
                <a:spcPts val="1600"/>
              </a:spcBef>
              <a:spcAft>
                <a:spcPts val="1600"/>
              </a:spcAft>
              <a:buSzPts val="1400"/>
              <a:buChar char="■"/>
              <a:defRPr/>
            </a:lvl9pPr>
          </a:lstStyle>
          <a:p/>
        </p:txBody>
      </p:sp>
      <p:sp>
        <p:nvSpPr>
          <p:cNvPr id="4920" name="Google Shape;4920;p81"/>
          <p:cNvSpPr txBox="1"/>
          <p:nvPr>
            <p:ph type="title"/>
          </p:nvPr>
        </p:nvSpPr>
        <p:spPr>
          <a:xfrm>
            <a:off x="4790400" y="1112089"/>
            <a:ext cx="3497100" cy="5229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Tree>
  </p:cSld>
  <p:clrMapOvr>
    <a:masterClrMapping/>
  </p:clrMapOvr>
</p:sldLayout>
</file>

<file path=ppt/slideLayouts/slideLayout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4921" name="Shape 4921"/>
        <p:cNvGrpSpPr/>
        <p:nvPr/>
      </p:nvGrpSpPr>
      <p:grpSpPr>
        <a:xfrm>
          <a:off x="0" y="0"/>
          <a:ext cx="0" cy="0"/>
          <a:chOff x="0" y="0"/>
          <a:chExt cx="0" cy="0"/>
        </a:xfrm>
      </p:grpSpPr>
      <p:grpSp>
        <p:nvGrpSpPr>
          <p:cNvPr id="4922" name="Google Shape;4922;p82"/>
          <p:cNvGrpSpPr/>
          <p:nvPr/>
        </p:nvGrpSpPr>
        <p:grpSpPr>
          <a:xfrm>
            <a:off x="-487100" y="2708672"/>
            <a:ext cx="9631141" cy="3077307"/>
            <a:chOff x="-487100" y="2708672"/>
            <a:chExt cx="9631141" cy="3077307"/>
          </a:xfrm>
        </p:grpSpPr>
        <p:sp>
          <p:nvSpPr>
            <p:cNvPr id="4923" name="Google Shape;4923;p82"/>
            <p:cNvSpPr/>
            <p:nvPr/>
          </p:nvSpPr>
          <p:spPr>
            <a:xfrm>
              <a:off x="25" y="2708672"/>
              <a:ext cx="9138617" cy="2458691"/>
            </a:xfrm>
            <a:custGeom>
              <a:rect b="b" l="l" r="r" t="t"/>
              <a:pathLst>
                <a:path extrusionOk="0" h="10831" w="30422">
                  <a:moveTo>
                    <a:pt x="1" y="1"/>
                  </a:moveTo>
                  <a:lnTo>
                    <a:pt x="1" y="10831"/>
                  </a:lnTo>
                  <a:lnTo>
                    <a:pt x="30422" y="10831"/>
                  </a:lnTo>
                  <a:lnTo>
                    <a:pt x="3042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82"/>
            <p:cNvSpPr/>
            <p:nvPr/>
          </p:nvSpPr>
          <p:spPr>
            <a:xfrm rot="-452031">
              <a:off x="-434959" y="3829110"/>
              <a:ext cx="8885158" cy="1380354"/>
            </a:xfrm>
            <a:custGeom>
              <a:rect b="b" l="l" r="r" t="t"/>
              <a:pathLst>
                <a:path extrusionOk="0" h="4392" w="19699">
                  <a:moveTo>
                    <a:pt x="4995" y="1"/>
                  </a:moveTo>
                  <a:cubicBezTo>
                    <a:pt x="3919" y="1"/>
                    <a:pt x="4301" y="735"/>
                    <a:pt x="4568" y="1249"/>
                  </a:cubicBezTo>
                  <a:cubicBezTo>
                    <a:pt x="4660" y="1423"/>
                    <a:pt x="4631" y="1480"/>
                    <a:pt x="4542" y="1480"/>
                  </a:cubicBezTo>
                  <a:cubicBezTo>
                    <a:pt x="4369" y="1480"/>
                    <a:pt x="3971" y="1264"/>
                    <a:pt x="3803" y="1264"/>
                  </a:cubicBezTo>
                  <a:cubicBezTo>
                    <a:pt x="3706" y="1264"/>
                    <a:pt x="3685" y="1335"/>
                    <a:pt x="3828" y="1562"/>
                  </a:cubicBezTo>
                  <a:cubicBezTo>
                    <a:pt x="4013" y="1864"/>
                    <a:pt x="3581" y="1960"/>
                    <a:pt x="2958" y="1960"/>
                  </a:cubicBezTo>
                  <a:cubicBezTo>
                    <a:pt x="1873" y="1960"/>
                    <a:pt x="206" y="1669"/>
                    <a:pt x="206" y="1669"/>
                  </a:cubicBezTo>
                  <a:lnTo>
                    <a:pt x="0" y="3239"/>
                  </a:lnTo>
                  <a:cubicBezTo>
                    <a:pt x="0" y="3239"/>
                    <a:pt x="3194" y="3845"/>
                    <a:pt x="3667" y="4104"/>
                  </a:cubicBezTo>
                  <a:cubicBezTo>
                    <a:pt x="3878" y="4221"/>
                    <a:pt x="4325" y="4236"/>
                    <a:pt x="4971" y="4236"/>
                  </a:cubicBezTo>
                  <a:cubicBezTo>
                    <a:pt x="5183" y="4236"/>
                    <a:pt x="5415" y="4234"/>
                    <a:pt x="5667" y="4234"/>
                  </a:cubicBezTo>
                  <a:cubicBezTo>
                    <a:pt x="6343" y="4234"/>
                    <a:pt x="7159" y="4246"/>
                    <a:pt x="8092" y="4327"/>
                  </a:cubicBezTo>
                  <a:cubicBezTo>
                    <a:pt x="8653" y="4374"/>
                    <a:pt x="9403" y="4392"/>
                    <a:pt x="10220" y="4392"/>
                  </a:cubicBezTo>
                  <a:cubicBezTo>
                    <a:pt x="12820" y="4392"/>
                    <a:pt x="16094" y="4211"/>
                    <a:pt x="16094" y="4211"/>
                  </a:cubicBezTo>
                  <a:lnTo>
                    <a:pt x="19698" y="2570"/>
                  </a:lnTo>
                  <a:cubicBezTo>
                    <a:pt x="19698" y="2570"/>
                    <a:pt x="16180" y="926"/>
                    <a:pt x="15253" y="926"/>
                  </a:cubicBezTo>
                  <a:cubicBezTo>
                    <a:pt x="15086" y="926"/>
                    <a:pt x="15003" y="979"/>
                    <a:pt x="15041" y="1107"/>
                  </a:cubicBezTo>
                  <a:cubicBezTo>
                    <a:pt x="15079" y="1237"/>
                    <a:pt x="14995" y="1289"/>
                    <a:pt x="14829" y="1289"/>
                  </a:cubicBezTo>
                  <a:cubicBezTo>
                    <a:pt x="14138" y="1289"/>
                    <a:pt x="12020" y="387"/>
                    <a:pt x="11225" y="387"/>
                  </a:cubicBezTo>
                  <a:cubicBezTo>
                    <a:pt x="10990" y="387"/>
                    <a:pt x="10871" y="465"/>
                    <a:pt x="10938" y="669"/>
                  </a:cubicBezTo>
                  <a:cubicBezTo>
                    <a:pt x="11018" y="915"/>
                    <a:pt x="10974" y="1008"/>
                    <a:pt x="10851" y="1008"/>
                  </a:cubicBezTo>
                  <a:cubicBezTo>
                    <a:pt x="10476" y="1008"/>
                    <a:pt x="9368" y="142"/>
                    <a:pt x="8865" y="142"/>
                  </a:cubicBezTo>
                  <a:cubicBezTo>
                    <a:pt x="8823" y="142"/>
                    <a:pt x="8785" y="148"/>
                    <a:pt x="8752" y="161"/>
                  </a:cubicBezTo>
                  <a:cubicBezTo>
                    <a:pt x="8380" y="305"/>
                    <a:pt x="9122" y="760"/>
                    <a:pt x="8659" y="760"/>
                  </a:cubicBezTo>
                  <a:cubicBezTo>
                    <a:pt x="8434" y="760"/>
                    <a:pt x="7924" y="652"/>
                    <a:pt x="6861" y="348"/>
                  </a:cubicBezTo>
                  <a:cubicBezTo>
                    <a:pt x="5988" y="101"/>
                    <a:pt x="5392" y="1"/>
                    <a:pt x="49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82"/>
            <p:cNvSpPr/>
            <p:nvPr/>
          </p:nvSpPr>
          <p:spPr>
            <a:xfrm>
              <a:off x="938150" y="2885827"/>
              <a:ext cx="8200483" cy="2281538"/>
            </a:xfrm>
            <a:custGeom>
              <a:rect b="b" l="l" r="r" t="t"/>
              <a:pathLst>
                <a:path extrusionOk="0" h="7595" w="27299">
                  <a:moveTo>
                    <a:pt x="25426" y="1"/>
                  </a:moveTo>
                  <a:cubicBezTo>
                    <a:pt x="24848" y="1"/>
                    <a:pt x="24465" y="94"/>
                    <a:pt x="24765" y="288"/>
                  </a:cubicBezTo>
                  <a:cubicBezTo>
                    <a:pt x="25372" y="672"/>
                    <a:pt x="24551" y="449"/>
                    <a:pt x="22624" y="1082"/>
                  </a:cubicBezTo>
                  <a:cubicBezTo>
                    <a:pt x="20706" y="1725"/>
                    <a:pt x="21429" y="2206"/>
                    <a:pt x="22044" y="2715"/>
                  </a:cubicBezTo>
                  <a:cubicBezTo>
                    <a:pt x="22651" y="3223"/>
                    <a:pt x="22437" y="4678"/>
                    <a:pt x="20322" y="4838"/>
                  </a:cubicBezTo>
                  <a:cubicBezTo>
                    <a:pt x="20162" y="4851"/>
                    <a:pt x="20008" y="4857"/>
                    <a:pt x="19860" y="4857"/>
                  </a:cubicBezTo>
                  <a:cubicBezTo>
                    <a:pt x="18181" y="4857"/>
                    <a:pt x="17351" y="4087"/>
                    <a:pt x="16901" y="4087"/>
                  </a:cubicBezTo>
                  <a:cubicBezTo>
                    <a:pt x="16871" y="4087"/>
                    <a:pt x="16843" y="4091"/>
                    <a:pt x="16817" y="4098"/>
                  </a:cubicBezTo>
                  <a:cubicBezTo>
                    <a:pt x="16516" y="4179"/>
                    <a:pt x="17028" y="4589"/>
                    <a:pt x="16349" y="4589"/>
                  </a:cubicBezTo>
                  <a:cubicBezTo>
                    <a:pt x="15979" y="4589"/>
                    <a:pt x="15258" y="4468"/>
                    <a:pt x="13864" y="4107"/>
                  </a:cubicBezTo>
                  <a:cubicBezTo>
                    <a:pt x="12777" y="3828"/>
                    <a:pt x="12007" y="3716"/>
                    <a:pt x="11472" y="3716"/>
                  </a:cubicBezTo>
                  <a:cubicBezTo>
                    <a:pt x="10053" y="3716"/>
                    <a:pt x="10292" y="4510"/>
                    <a:pt x="10688" y="5106"/>
                  </a:cubicBezTo>
                  <a:cubicBezTo>
                    <a:pt x="10962" y="5527"/>
                    <a:pt x="10990" y="5704"/>
                    <a:pt x="10575" y="5704"/>
                  </a:cubicBezTo>
                  <a:cubicBezTo>
                    <a:pt x="10181" y="5704"/>
                    <a:pt x="9388" y="5545"/>
                    <a:pt x="8029" y="5284"/>
                  </a:cubicBezTo>
                  <a:cubicBezTo>
                    <a:pt x="7400" y="5163"/>
                    <a:pt x="6920" y="5111"/>
                    <a:pt x="6559" y="5111"/>
                  </a:cubicBezTo>
                  <a:cubicBezTo>
                    <a:pt x="5325" y="5111"/>
                    <a:pt x="5493" y="5717"/>
                    <a:pt x="5879" y="6221"/>
                  </a:cubicBezTo>
                  <a:cubicBezTo>
                    <a:pt x="6057" y="6452"/>
                    <a:pt x="5590" y="6512"/>
                    <a:pt x="4875" y="6512"/>
                  </a:cubicBezTo>
                  <a:cubicBezTo>
                    <a:pt x="4094" y="6512"/>
                    <a:pt x="3016" y="6440"/>
                    <a:pt x="2156" y="6440"/>
                  </a:cubicBezTo>
                  <a:cubicBezTo>
                    <a:pt x="1585" y="6440"/>
                    <a:pt x="1111" y="6472"/>
                    <a:pt x="884" y="6578"/>
                  </a:cubicBezTo>
                  <a:cubicBezTo>
                    <a:pt x="0" y="6997"/>
                    <a:pt x="705" y="7595"/>
                    <a:pt x="705" y="7595"/>
                  </a:cubicBezTo>
                  <a:lnTo>
                    <a:pt x="27299" y="7595"/>
                  </a:lnTo>
                  <a:lnTo>
                    <a:pt x="27299" y="288"/>
                  </a:lnTo>
                  <a:cubicBezTo>
                    <a:pt x="26816" y="99"/>
                    <a:pt x="26018" y="1"/>
                    <a:pt x="254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82"/>
            <p:cNvSpPr/>
            <p:nvPr/>
          </p:nvSpPr>
          <p:spPr>
            <a:xfrm>
              <a:off x="900601" y="3153183"/>
              <a:ext cx="8243440" cy="2014182"/>
            </a:xfrm>
            <a:custGeom>
              <a:rect b="b" l="l" r="r" t="t"/>
              <a:pathLst>
                <a:path extrusionOk="0" h="6705" w="27442">
                  <a:moveTo>
                    <a:pt x="25753" y="1"/>
                  </a:moveTo>
                  <a:cubicBezTo>
                    <a:pt x="24111" y="1"/>
                    <a:pt x="21945" y="237"/>
                    <a:pt x="22544" y="1548"/>
                  </a:cubicBezTo>
                  <a:cubicBezTo>
                    <a:pt x="23231" y="3054"/>
                    <a:pt x="22540" y="4266"/>
                    <a:pt x="19414" y="4266"/>
                  </a:cubicBezTo>
                  <a:cubicBezTo>
                    <a:pt x="18279" y="4266"/>
                    <a:pt x="16824" y="4106"/>
                    <a:pt x="14997" y="3743"/>
                  </a:cubicBezTo>
                  <a:cubicBezTo>
                    <a:pt x="13658" y="3477"/>
                    <a:pt x="12755" y="3370"/>
                    <a:pt x="12154" y="3370"/>
                  </a:cubicBezTo>
                  <a:cubicBezTo>
                    <a:pt x="9709" y="3370"/>
                    <a:pt x="12256" y="5136"/>
                    <a:pt x="10787" y="5136"/>
                  </a:cubicBezTo>
                  <a:cubicBezTo>
                    <a:pt x="10764" y="5136"/>
                    <a:pt x="10740" y="5135"/>
                    <a:pt x="10715" y="5135"/>
                  </a:cubicBezTo>
                  <a:cubicBezTo>
                    <a:pt x="9570" y="5099"/>
                    <a:pt x="8141" y="4903"/>
                    <a:pt x="7295" y="4903"/>
                  </a:cubicBezTo>
                  <a:cubicBezTo>
                    <a:pt x="6651" y="4903"/>
                    <a:pt x="6346" y="5017"/>
                    <a:pt x="6763" y="5402"/>
                  </a:cubicBezTo>
                  <a:cubicBezTo>
                    <a:pt x="7753" y="6330"/>
                    <a:pt x="0" y="5215"/>
                    <a:pt x="1463" y="6705"/>
                  </a:cubicBezTo>
                  <a:lnTo>
                    <a:pt x="27442" y="6705"/>
                  </a:lnTo>
                  <a:lnTo>
                    <a:pt x="27442" y="76"/>
                  </a:lnTo>
                  <a:cubicBezTo>
                    <a:pt x="27442" y="76"/>
                    <a:pt x="26681" y="1"/>
                    <a:pt x="25753" y="1"/>
                  </a:cubicBez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82"/>
            <p:cNvSpPr/>
            <p:nvPr/>
          </p:nvSpPr>
          <p:spPr>
            <a:xfrm>
              <a:off x="897897" y="3158590"/>
              <a:ext cx="8240736" cy="2008775"/>
            </a:xfrm>
            <a:custGeom>
              <a:rect b="b" l="l" r="r" t="t"/>
              <a:pathLst>
                <a:path extrusionOk="0" h="6687" w="27433">
                  <a:moveTo>
                    <a:pt x="25738" y="0"/>
                  </a:moveTo>
                  <a:cubicBezTo>
                    <a:pt x="24099" y="0"/>
                    <a:pt x="21943" y="236"/>
                    <a:pt x="22535" y="1539"/>
                  </a:cubicBezTo>
                  <a:cubicBezTo>
                    <a:pt x="23222" y="3045"/>
                    <a:pt x="22536" y="4257"/>
                    <a:pt x="19409" y="4257"/>
                  </a:cubicBezTo>
                  <a:cubicBezTo>
                    <a:pt x="18274" y="4257"/>
                    <a:pt x="16817" y="4097"/>
                    <a:pt x="14988" y="3734"/>
                  </a:cubicBezTo>
                  <a:cubicBezTo>
                    <a:pt x="13650" y="3468"/>
                    <a:pt x="12747" y="3361"/>
                    <a:pt x="12146" y="3361"/>
                  </a:cubicBezTo>
                  <a:cubicBezTo>
                    <a:pt x="9695" y="3361"/>
                    <a:pt x="12258" y="5135"/>
                    <a:pt x="10770" y="5135"/>
                  </a:cubicBezTo>
                  <a:cubicBezTo>
                    <a:pt x="10749" y="5135"/>
                    <a:pt x="10728" y="5135"/>
                    <a:pt x="10706" y="5134"/>
                  </a:cubicBezTo>
                  <a:cubicBezTo>
                    <a:pt x="9564" y="5094"/>
                    <a:pt x="8132" y="4894"/>
                    <a:pt x="7287" y="4894"/>
                  </a:cubicBezTo>
                  <a:cubicBezTo>
                    <a:pt x="6647" y="4894"/>
                    <a:pt x="6342" y="5009"/>
                    <a:pt x="6754" y="5393"/>
                  </a:cubicBezTo>
                  <a:cubicBezTo>
                    <a:pt x="7753" y="6321"/>
                    <a:pt x="1" y="5197"/>
                    <a:pt x="1455" y="6687"/>
                  </a:cubicBezTo>
                  <a:lnTo>
                    <a:pt x="1820" y="6687"/>
                  </a:lnTo>
                  <a:cubicBezTo>
                    <a:pt x="1820" y="6687"/>
                    <a:pt x="1185" y="6156"/>
                    <a:pt x="2450" y="6156"/>
                  </a:cubicBezTo>
                  <a:cubicBezTo>
                    <a:pt x="2517" y="6156"/>
                    <a:pt x="2590" y="6157"/>
                    <a:pt x="2668" y="6160"/>
                  </a:cubicBezTo>
                  <a:cubicBezTo>
                    <a:pt x="3352" y="6188"/>
                    <a:pt x="4382" y="6254"/>
                    <a:pt x="5289" y="6254"/>
                  </a:cubicBezTo>
                  <a:cubicBezTo>
                    <a:pt x="6429" y="6254"/>
                    <a:pt x="7375" y="6150"/>
                    <a:pt x="7191" y="5732"/>
                  </a:cubicBezTo>
                  <a:cubicBezTo>
                    <a:pt x="7001" y="5318"/>
                    <a:pt x="7253" y="5119"/>
                    <a:pt x="7793" y="5119"/>
                  </a:cubicBezTo>
                  <a:cubicBezTo>
                    <a:pt x="8220" y="5119"/>
                    <a:pt x="8825" y="5243"/>
                    <a:pt x="9537" y="5482"/>
                  </a:cubicBezTo>
                  <a:cubicBezTo>
                    <a:pt x="10180" y="5695"/>
                    <a:pt x="10722" y="5810"/>
                    <a:pt x="11121" y="5810"/>
                  </a:cubicBezTo>
                  <a:cubicBezTo>
                    <a:pt x="11724" y="5810"/>
                    <a:pt x="11998" y="5548"/>
                    <a:pt x="11794" y="4974"/>
                  </a:cubicBezTo>
                  <a:cubicBezTo>
                    <a:pt x="11510" y="4196"/>
                    <a:pt x="11648" y="3613"/>
                    <a:pt x="12385" y="3613"/>
                  </a:cubicBezTo>
                  <a:cubicBezTo>
                    <a:pt x="12552" y="3613"/>
                    <a:pt x="12750" y="3643"/>
                    <a:pt x="12981" y="3707"/>
                  </a:cubicBezTo>
                  <a:cubicBezTo>
                    <a:pt x="14035" y="4006"/>
                    <a:pt x="16894" y="5183"/>
                    <a:pt x="19604" y="5183"/>
                  </a:cubicBezTo>
                  <a:cubicBezTo>
                    <a:pt x="20128" y="5183"/>
                    <a:pt x="20645" y="5139"/>
                    <a:pt x="21143" y="5036"/>
                  </a:cubicBezTo>
                  <a:cubicBezTo>
                    <a:pt x="24230" y="4403"/>
                    <a:pt x="23374" y="2744"/>
                    <a:pt x="22999" y="1789"/>
                  </a:cubicBezTo>
                  <a:cubicBezTo>
                    <a:pt x="22694" y="1018"/>
                    <a:pt x="22856" y="426"/>
                    <a:pt x="25350" y="426"/>
                  </a:cubicBezTo>
                  <a:cubicBezTo>
                    <a:pt x="25917" y="426"/>
                    <a:pt x="26604" y="456"/>
                    <a:pt x="27433" y="522"/>
                  </a:cubicBezTo>
                  <a:lnTo>
                    <a:pt x="27433" y="76"/>
                  </a:lnTo>
                  <a:cubicBezTo>
                    <a:pt x="27433" y="76"/>
                    <a:pt x="26669" y="0"/>
                    <a:pt x="25738" y="0"/>
                  </a:cubicBez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82"/>
            <p:cNvSpPr/>
            <p:nvPr/>
          </p:nvSpPr>
          <p:spPr>
            <a:xfrm>
              <a:off x="5332899" y="4810791"/>
              <a:ext cx="75399" cy="40254"/>
            </a:xfrm>
            <a:custGeom>
              <a:rect b="b" l="l" r="r" t="t"/>
              <a:pathLst>
                <a:path extrusionOk="0" h="134" w="251">
                  <a:moveTo>
                    <a:pt x="126" y="0"/>
                  </a:moveTo>
                  <a:cubicBezTo>
                    <a:pt x="54" y="0"/>
                    <a:pt x="1" y="27"/>
                    <a:pt x="1" y="63"/>
                  </a:cubicBezTo>
                  <a:cubicBezTo>
                    <a:pt x="1" y="98"/>
                    <a:pt x="54" y="134"/>
                    <a:pt x="126" y="134"/>
                  </a:cubicBezTo>
                  <a:cubicBezTo>
                    <a:pt x="188" y="134"/>
                    <a:pt x="251" y="98"/>
                    <a:pt x="251" y="63"/>
                  </a:cubicBezTo>
                  <a:cubicBezTo>
                    <a:pt x="251" y="27"/>
                    <a:pt x="188" y="0"/>
                    <a:pt x="126" y="0"/>
                  </a:cubicBez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82"/>
            <p:cNvSpPr/>
            <p:nvPr/>
          </p:nvSpPr>
          <p:spPr>
            <a:xfrm>
              <a:off x="5357231" y="4215698"/>
              <a:ext cx="158308" cy="622128"/>
            </a:xfrm>
            <a:custGeom>
              <a:rect b="b" l="l" r="r" t="t"/>
              <a:pathLst>
                <a:path extrusionOk="0" h="2071" w="527">
                  <a:moveTo>
                    <a:pt x="446" y="1"/>
                  </a:moveTo>
                  <a:lnTo>
                    <a:pt x="0" y="2053"/>
                  </a:lnTo>
                  <a:lnTo>
                    <a:pt x="80" y="2070"/>
                  </a:lnTo>
                  <a:lnTo>
                    <a:pt x="526" y="19"/>
                  </a:lnTo>
                  <a:lnTo>
                    <a:pt x="446" y="1"/>
                  </a:ln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82"/>
            <p:cNvSpPr/>
            <p:nvPr/>
          </p:nvSpPr>
          <p:spPr>
            <a:xfrm>
              <a:off x="5019589" y="4202781"/>
              <a:ext cx="876553" cy="324132"/>
            </a:xfrm>
            <a:custGeom>
              <a:rect b="b" l="l" r="r" t="t"/>
              <a:pathLst>
                <a:path extrusionOk="0" h="1079" w="2918">
                  <a:moveTo>
                    <a:pt x="1145" y="0"/>
                  </a:moveTo>
                  <a:cubicBezTo>
                    <a:pt x="385" y="0"/>
                    <a:pt x="0" y="436"/>
                    <a:pt x="0" y="436"/>
                  </a:cubicBezTo>
                  <a:lnTo>
                    <a:pt x="2917" y="1079"/>
                  </a:lnTo>
                  <a:cubicBezTo>
                    <a:pt x="2917" y="1079"/>
                    <a:pt x="2676" y="285"/>
                    <a:pt x="1615" y="53"/>
                  </a:cubicBezTo>
                  <a:cubicBezTo>
                    <a:pt x="1445" y="16"/>
                    <a:pt x="1289" y="0"/>
                    <a:pt x="1145" y="0"/>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82"/>
            <p:cNvSpPr/>
            <p:nvPr/>
          </p:nvSpPr>
          <p:spPr>
            <a:xfrm>
              <a:off x="5166781" y="4211493"/>
              <a:ext cx="579162" cy="280574"/>
            </a:xfrm>
            <a:custGeom>
              <a:rect b="b" l="l" r="r" t="t"/>
              <a:pathLst>
                <a:path extrusionOk="0" h="934" w="1928">
                  <a:moveTo>
                    <a:pt x="911" y="0"/>
                  </a:moveTo>
                  <a:cubicBezTo>
                    <a:pt x="336" y="0"/>
                    <a:pt x="1" y="514"/>
                    <a:pt x="1" y="514"/>
                  </a:cubicBezTo>
                  <a:lnTo>
                    <a:pt x="1928" y="934"/>
                  </a:lnTo>
                  <a:cubicBezTo>
                    <a:pt x="1928" y="934"/>
                    <a:pt x="1830" y="175"/>
                    <a:pt x="1125" y="24"/>
                  </a:cubicBezTo>
                  <a:cubicBezTo>
                    <a:pt x="1050" y="8"/>
                    <a:pt x="979" y="0"/>
                    <a:pt x="9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82"/>
            <p:cNvSpPr/>
            <p:nvPr/>
          </p:nvSpPr>
          <p:spPr>
            <a:xfrm>
              <a:off x="5332899" y="4217200"/>
              <a:ext cx="263146" cy="240020"/>
            </a:xfrm>
            <a:custGeom>
              <a:rect b="b" l="l" r="r" t="t"/>
              <a:pathLst>
                <a:path extrusionOk="0" h="799" w="876">
                  <a:moveTo>
                    <a:pt x="531" y="1"/>
                  </a:moveTo>
                  <a:cubicBezTo>
                    <a:pt x="237" y="1"/>
                    <a:pt x="1" y="620"/>
                    <a:pt x="1" y="620"/>
                  </a:cubicBezTo>
                  <a:lnTo>
                    <a:pt x="831" y="799"/>
                  </a:lnTo>
                  <a:cubicBezTo>
                    <a:pt x="831" y="799"/>
                    <a:pt x="875" y="67"/>
                    <a:pt x="572" y="5"/>
                  </a:cubicBezTo>
                  <a:cubicBezTo>
                    <a:pt x="558" y="2"/>
                    <a:pt x="544" y="1"/>
                    <a:pt x="531" y="1"/>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82"/>
            <p:cNvSpPr/>
            <p:nvPr/>
          </p:nvSpPr>
          <p:spPr>
            <a:xfrm>
              <a:off x="4373744" y="4301613"/>
              <a:ext cx="825485" cy="562950"/>
            </a:xfrm>
            <a:custGeom>
              <a:rect b="b" l="l" r="r" t="t"/>
              <a:pathLst>
                <a:path extrusionOk="0" h="1874" w="2748">
                  <a:moveTo>
                    <a:pt x="1276" y="0"/>
                  </a:moveTo>
                  <a:lnTo>
                    <a:pt x="0" y="321"/>
                  </a:lnTo>
                  <a:lnTo>
                    <a:pt x="1276" y="1874"/>
                  </a:lnTo>
                  <a:lnTo>
                    <a:pt x="2748" y="1205"/>
                  </a:lnTo>
                  <a:lnTo>
                    <a:pt x="1276" y="0"/>
                  </a:ln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82"/>
            <p:cNvSpPr/>
            <p:nvPr/>
          </p:nvSpPr>
          <p:spPr>
            <a:xfrm>
              <a:off x="4389665" y="4264063"/>
              <a:ext cx="825786" cy="562950"/>
            </a:xfrm>
            <a:custGeom>
              <a:rect b="b" l="l" r="r" t="t"/>
              <a:pathLst>
                <a:path extrusionOk="0" h="1874" w="2749">
                  <a:moveTo>
                    <a:pt x="1276" y="0"/>
                  </a:moveTo>
                  <a:lnTo>
                    <a:pt x="1" y="321"/>
                  </a:lnTo>
                  <a:lnTo>
                    <a:pt x="1285" y="1874"/>
                  </a:lnTo>
                  <a:lnTo>
                    <a:pt x="2748" y="1196"/>
                  </a:lnTo>
                  <a:lnTo>
                    <a:pt x="1276" y="0"/>
                  </a:lnTo>
                  <a:close/>
                </a:path>
              </a:pathLst>
            </a:custGeom>
            <a:solidFill>
              <a:srgbClr val="EA9B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82"/>
            <p:cNvSpPr/>
            <p:nvPr/>
          </p:nvSpPr>
          <p:spPr>
            <a:xfrm>
              <a:off x="4505016" y="4322941"/>
              <a:ext cx="450292" cy="442489"/>
            </a:xfrm>
            <a:custGeom>
              <a:rect b="b" l="l" r="r" t="t"/>
              <a:pathLst>
                <a:path extrusionOk="0" h="1473" w="1499">
                  <a:moveTo>
                    <a:pt x="98" y="1"/>
                  </a:moveTo>
                  <a:lnTo>
                    <a:pt x="0" y="27"/>
                  </a:lnTo>
                  <a:lnTo>
                    <a:pt x="1338" y="1473"/>
                  </a:lnTo>
                  <a:lnTo>
                    <a:pt x="1499" y="1401"/>
                  </a:lnTo>
                  <a:lnTo>
                    <a:pt x="98" y="1"/>
                  </a:ln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82"/>
            <p:cNvSpPr/>
            <p:nvPr/>
          </p:nvSpPr>
          <p:spPr>
            <a:xfrm>
              <a:off x="4652208" y="4285391"/>
              <a:ext cx="458703" cy="410346"/>
            </a:xfrm>
            <a:custGeom>
              <a:rect b="b" l="l" r="r" t="t"/>
              <a:pathLst>
                <a:path extrusionOk="0" h="1366" w="1527">
                  <a:moveTo>
                    <a:pt x="117" y="1"/>
                  </a:moveTo>
                  <a:lnTo>
                    <a:pt x="1" y="27"/>
                  </a:lnTo>
                  <a:lnTo>
                    <a:pt x="1357" y="1366"/>
                  </a:lnTo>
                  <a:lnTo>
                    <a:pt x="1526" y="1285"/>
                  </a:lnTo>
                  <a:lnTo>
                    <a:pt x="117" y="1"/>
                  </a:ln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82"/>
            <p:cNvSpPr/>
            <p:nvPr/>
          </p:nvSpPr>
          <p:spPr>
            <a:xfrm>
              <a:off x="5464170" y="4773241"/>
              <a:ext cx="1064299" cy="726367"/>
            </a:xfrm>
            <a:custGeom>
              <a:rect b="b" l="l" r="r" t="t"/>
              <a:pathLst>
                <a:path extrusionOk="0" h="2418" w="3543">
                  <a:moveTo>
                    <a:pt x="1651" y="0"/>
                  </a:moveTo>
                  <a:lnTo>
                    <a:pt x="1" y="420"/>
                  </a:lnTo>
                  <a:lnTo>
                    <a:pt x="1651" y="2418"/>
                  </a:lnTo>
                  <a:lnTo>
                    <a:pt x="3543" y="1553"/>
                  </a:lnTo>
                  <a:lnTo>
                    <a:pt x="1651" y="0"/>
                  </a:ln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82"/>
            <p:cNvSpPr/>
            <p:nvPr/>
          </p:nvSpPr>
          <p:spPr>
            <a:xfrm>
              <a:off x="5485799" y="4724877"/>
              <a:ext cx="1063999" cy="723964"/>
            </a:xfrm>
            <a:custGeom>
              <a:rect b="b" l="l" r="r" t="t"/>
              <a:pathLst>
                <a:path extrusionOk="0" h="2410" w="3542">
                  <a:moveTo>
                    <a:pt x="1651" y="1"/>
                  </a:moveTo>
                  <a:lnTo>
                    <a:pt x="0" y="411"/>
                  </a:lnTo>
                  <a:lnTo>
                    <a:pt x="1651" y="2409"/>
                  </a:lnTo>
                  <a:lnTo>
                    <a:pt x="3542" y="1544"/>
                  </a:lnTo>
                  <a:lnTo>
                    <a:pt x="1651"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82"/>
            <p:cNvSpPr/>
            <p:nvPr/>
          </p:nvSpPr>
          <p:spPr>
            <a:xfrm>
              <a:off x="5633292" y="4799977"/>
              <a:ext cx="581565" cy="571060"/>
            </a:xfrm>
            <a:custGeom>
              <a:rect b="b" l="l" r="r" t="t"/>
              <a:pathLst>
                <a:path extrusionOk="0" h="1901" w="1936">
                  <a:moveTo>
                    <a:pt x="134" y="1"/>
                  </a:moveTo>
                  <a:lnTo>
                    <a:pt x="0" y="36"/>
                  </a:lnTo>
                  <a:lnTo>
                    <a:pt x="1722" y="1901"/>
                  </a:lnTo>
                  <a:lnTo>
                    <a:pt x="1936" y="1803"/>
                  </a:lnTo>
                  <a:lnTo>
                    <a:pt x="134" y="1"/>
                  </a:ln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82"/>
            <p:cNvSpPr/>
            <p:nvPr/>
          </p:nvSpPr>
          <p:spPr>
            <a:xfrm>
              <a:off x="5826144" y="4751612"/>
              <a:ext cx="589675" cy="528404"/>
            </a:xfrm>
            <a:custGeom>
              <a:rect b="b" l="l" r="r" t="t"/>
              <a:pathLst>
                <a:path extrusionOk="0" h="1759" w="1963">
                  <a:moveTo>
                    <a:pt x="143" y="1"/>
                  </a:moveTo>
                  <a:lnTo>
                    <a:pt x="0" y="37"/>
                  </a:lnTo>
                  <a:lnTo>
                    <a:pt x="1740" y="1758"/>
                  </a:lnTo>
                  <a:lnTo>
                    <a:pt x="1963" y="1660"/>
                  </a:lnTo>
                  <a:lnTo>
                    <a:pt x="143" y="1"/>
                  </a:ln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82"/>
            <p:cNvSpPr/>
            <p:nvPr/>
          </p:nvSpPr>
          <p:spPr>
            <a:xfrm>
              <a:off x="4625473" y="4928548"/>
              <a:ext cx="1064299" cy="723964"/>
            </a:xfrm>
            <a:custGeom>
              <a:rect b="b" l="l" r="r" t="t"/>
              <a:pathLst>
                <a:path extrusionOk="0" h="2410" w="3543">
                  <a:moveTo>
                    <a:pt x="1651" y="1"/>
                  </a:moveTo>
                  <a:lnTo>
                    <a:pt x="1" y="411"/>
                  </a:lnTo>
                  <a:lnTo>
                    <a:pt x="1651" y="2409"/>
                  </a:lnTo>
                  <a:lnTo>
                    <a:pt x="3542" y="1544"/>
                  </a:lnTo>
                  <a:lnTo>
                    <a:pt x="1651" y="1"/>
                  </a:ln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82"/>
            <p:cNvSpPr/>
            <p:nvPr/>
          </p:nvSpPr>
          <p:spPr>
            <a:xfrm>
              <a:off x="4647102" y="4877780"/>
              <a:ext cx="1063999" cy="723664"/>
            </a:xfrm>
            <a:custGeom>
              <a:rect b="b" l="l" r="r" t="t"/>
              <a:pathLst>
                <a:path extrusionOk="0" h="2409" w="3542">
                  <a:moveTo>
                    <a:pt x="1650" y="0"/>
                  </a:moveTo>
                  <a:lnTo>
                    <a:pt x="0" y="411"/>
                  </a:lnTo>
                  <a:lnTo>
                    <a:pt x="1650" y="2409"/>
                  </a:lnTo>
                  <a:lnTo>
                    <a:pt x="3542" y="1544"/>
                  </a:lnTo>
                  <a:lnTo>
                    <a:pt x="1650" y="0"/>
                  </a:ln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82"/>
            <p:cNvSpPr/>
            <p:nvPr/>
          </p:nvSpPr>
          <p:spPr>
            <a:xfrm>
              <a:off x="4794294" y="4955283"/>
              <a:ext cx="581865" cy="568657"/>
            </a:xfrm>
            <a:custGeom>
              <a:rect b="b" l="l" r="r" t="t"/>
              <a:pathLst>
                <a:path extrusionOk="0" h="1893" w="1937">
                  <a:moveTo>
                    <a:pt x="135" y="1"/>
                  </a:moveTo>
                  <a:lnTo>
                    <a:pt x="1" y="28"/>
                  </a:lnTo>
                  <a:lnTo>
                    <a:pt x="1722" y="1892"/>
                  </a:lnTo>
                  <a:lnTo>
                    <a:pt x="1937" y="1803"/>
                  </a:lnTo>
                  <a:lnTo>
                    <a:pt x="135" y="1"/>
                  </a:ln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82"/>
            <p:cNvSpPr/>
            <p:nvPr/>
          </p:nvSpPr>
          <p:spPr>
            <a:xfrm>
              <a:off x="4987447" y="4904516"/>
              <a:ext cx="589675" cy="528103"/>
            </a:xfrm>
            <a:custGeom>
              <a:rect b="b" l="l" r="r" t="t"/>
              <a:pathLst>
                <a:path extrusionOk="0" h="1758" w="1963">
                  <a:moveTo>
                    <a:pt x="143" y="0"/>
                  </a:moveTo>
                  <a:lnTo>
                    <a:pt x="0" y="36"/>
                  </a:lnTo>
                  <a:lnTo>
                    <a:pt x="1740" y="1758"/>
                  </a:lnTo>
                  <a:lnTo>
                    <a:pt x="1963" y="1660"/>
                  </a:lnTo>
                  <a:lnTo>
                    <a:pt x="143" y="0"/>
                  </a:ln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82"/>
            <p:cNvSpPr/>
            <p:nvPr/>
          </p:nvSpPr>
          <p:spPr>
            <a:xfrm>
              <a:off x="6230773" y="4802680"/>
              <a:ext cx="161012" cy="78104"/>
            </a:xfrm>
            <a:custGeom>
              <a:rect b="b" l="l" r="r" t="t"/>
              <a:pathLst>
                <a:path extrusionOk="0" h="260" w="536">
                  <a:moveTo>
                    <a:pt x="268" y="0"/>
                  </a:moveTo>
                  <a:cubicBezTo>
                    <a:pt x="116" y="0"/>
                    <a:pt x="0" y="63"/>
                    <a:pt x="0" y="134"/>
                  </a:cubicBezTo>
                  <a:cubicBezTo>
                    <a:pt x="0" y="206"/>
                    <a:pt x="116" y="259"/>
                    <a:pt x="268" y="259"/>
                  </a:cubicBezTo>
                  <a:cubicBezTo>
                    <a:pt x="420" y="259"/>
                    <a:pt x="536" y="206"/>
                    <a:pt x="536" y="134"/>
                  </a:cubicBezTo>
                  <a:cubicBezTo>
                    <a:pt x="536" y="63"/>
                    <a:pt x="420" y="0"/>
                    <a:pt x="268" y="0"/>
                  </a:cubicBez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82"/>
            <p:cNvSpPr/>
            <p:nvPr/>
          </p:nvSpPr>
          <p:spPr>
            <a:xfrm>
              <a:off x="6241587" y="4773241"/>
              <a:ext cx="139383" cy="88618"/>
            </a:xfrm>
            <a:custGeom>
              <a:rect b="b" l="l" r="r" t="t"/>
              <a:pathLst>
                <a:path extrusionOk="0" h="295" w="464">
                  <a:moveTo>
                    <a:pt x="0" y="0"/>
                  </a:moveTo>
                  <a:lnTo>
                    <a:pt x="0" y="179"/>
                  </a:lnTo>
                  <a:cubicBezTo>
                    <a:pt x="0" y="241"/>
                    <a:pt x="107" y="295"/>
                    <a:pt x="232" y="295"/>
                  </a:cubicBezTo>
                  <a:cubicBezTo>
                    <a:pt x="357" y="295"/>
                    <a:pt x="464" y="241"/>
                    <a:pt x="464" y="179"/>
                  </a:cubicBez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82"/>
            <p:cNvSpPr/>
            <p:nvPr/>
          </p:nvSpPr>
          <p:spPr>
            <a:xfrm>
              <a:off x="6241587" y="4741098"/>
              <a:ext cx="139383" cy="67290"/>
            </a:xfrm>
            <a:custGeom>
              <a:rect b="b" l="l" r="r" t="t"/>
              <a:pathLst>
                <a:path extrusionOk="0" h="224" w="464">
                  <a:moveTo>
                    <a:pt x="232" y="0"/>
                  </a:moveTo>
                  <a:cubicBezTo>
                    <a:pt x="107" y="0"/>
                    <a:pt x="0" y="45"/>
                    <a:pt x="0" y="107"/>
                  </a:cubicBezTo>
                  <a:cubicBezTo>
                    <a:pt x="0" y="170"/>
                    <a:pt x="107" y="223"/>
                    <a:pt x="232" y="223"/>
                  </a:cubicBezTo>
                  <a:cubicBezTo>
                    <a:pt x="357" y="223"/>
                    <a:pt x="464" y="170"/>
                    <a:pt x="464" y="107"/>
                  </a:cubicBezTo>
                  <a:cubicBezTo>
                    <a:pt x="464" y="45"/>
                    <a:pt x="357" y="0"/>
                    <a:pt x="2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82"/>
            <p:cNvSpPr/>
            <p:nvPr/>
          </p:nvSpPr>
          <p:spPr>
            <a:xfrm>
              <a:off x="6254805" y="4746505"/>
              <a:ext cx="112949" cy="53772"/>
            </a:xfrm>
            <a:custGeom>
              <a:rect b="b" l="l" r="r" t="t"/>
              <a:pathLst>
                <a:path extrusionOk="0" h="179" w="376">
                  <a:moveTo>
                    <a:pt x="188" y="0"/>
                  </a:moveTo>
                  <a:cubicBezTo>
                    <a:pt x="90" y="0"/>
                    <a:pt x="1" y="45"/>
                    <a:pt x="1" y="89"/>
                  </a:cubicBezTo>
                  <a:cubicBezTo>
                    <a:pt x="1" y="143"/>
                    <a:pt x="90" y="179"/>
                    <a:pt x="188" y="179"/>
                  </a:cubicBezTo>
                  <a:cubicBezTo>
                    <a:pt x="286" y="179"/>
                    <a:pt x="375" y="143"/>
                    <a:pt x="375" y="89"/>
                  </a:cubicBezTo>
                  <a:cubicBezTo>
                    <a:pt x="375" y="45"/>
                    <a:pt x="286" y="0"/>
                    <a:pt x="188" y="0"/>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82"/>
            <p:cNvSpPr/>
            <p:nvPr/>
          </p:nvSpPr>
          <p:spPr>
            <a:xfrm>
              <a:off x="5552786" y="4657887"/>
              <a:ext cx="161012" cy="80808"/>
            </a:xfrm>
            <a:custGeom>
              <a:rect b="b" l="l" r="r" t="t"/>
              <a:pathLst>
                <a:path extrusionOk="0" h="269" w="536">
                  <a:moveTo>
                    <a:pt x="268" y="1"/>
                  </a:moveTo>
                  <a:cubicBezTo>
                    <a:pt x="125" y="1"/>
                    <a:pt x="0" y="63"/>
                    <a:pt x="0" y="135"/>
                  </a:cubicBezTo>
                  <a:cubicBezTo>
                    <a:pt x="0" y="206"/>
                    <a:pt x="125" y="268"/>
                    <a:pt x="268" y="268"/>
                  </a:cubicBezTo>
                  <a:cubicBezTo>
                    <a:pt x="420" y="268"/>
                    <a:pt x="536" y="206"/>
                    <a:pt x="536" y="135"/>
                  </a:cubicBezTo>
                  <a:cubicBezTo>
                    <a:pt x="536" y="63"/>
                    <a:pt x="420" y="1"/>
                    <a:pt x="268" y="1"/>
                  </a:cubicBez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82"/>
            <p:cNvSpPr/>
            <p:nvPr/>
          </p:nvSpPr>
          <p:spPr>
            <a:xfrm>
              <a:off x="5563601" y="4631152"/>
              <a:ext cx="139383" cy="85914"/>
            </a:xfrm>
            <a:custGeom>
              <a:rect b="b" l="l" r="r" t="t"/>
              <a:pathLst>
                <a:path extrusionOk="0" h="286" w="464">
                  <a:moveTo>
                    <a:pt x="0" y="0"/>
                  </a:moveTo>
                  <a:lnTo>
                    <a:pt x="0" y="170"/>
                  </a:lnTo>
                  <a:cubicBezTo>
                    <a:pt x="0" y="232"/>
                    <a:pt x="107" y="286"/>
                    <a:pt x="232" y="286"/>
                  </a:cubicBezTo>
                  <a:cubicBezTo>
                    <a:pt x="366" y="286"/>
                    <a:pt x="464" y="232"/>
                    <a:pt x="464" y="170"/>
                  </a:cubicBez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82"/>
            <p:cNvSpPr/>
            <p:nvPr/>
          </p:nvSpPr>
          <p:spPr>
            <a:xfrm>
              <a:off x="5563601" y="4596305"/>
              <a:ext cx="139383" cy="67290"/>
            </a:xfrm>
            <a:custGeom>
              <a:rect b="b" l="l" r="r" t="t"/>
              <a:pathLst>
                <a:path extrusionOk="0" h="224" w="464">
                  <a:moveTo>
                    <a:pt x="232" y="1"/>
                  </a:moveTo>
                  <a:cubicBezTo>
                    <a:pt x="107" y="1"/>
                    <a:pt x="0" y="54"/>
                    <a:pt x="0" y="116"/>
                  </a:cubicBezTo>
                  <a:cubicBezTo>
                    <a:pt x="0" y="170"/>
                    <a:pt x="107" y="224"/>
                    <a:pt x="232" y="224"/>
                  </a:cubicBezTo>
                  <a:cubicBezTo>
                    <a:pt x="366" y="224"/>
                    <a:pt x="464" y="170"/>
                    <a:pt x="464" y="116"/>
                  </a:cubicBezTo>
                  <a:cubicBezTo>
                    <a:pt x="464" y="54"/>
                    <a:pt x="366" y="1"/>
                    <a:pt x="2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82"/>
            <p:cNvSpPr/>
            <p:nvPr/>
          </p:nvSpPr>
          <p:spPr>
            <a:xfrm>
              <a:off x="5579521" y="4604416"/>
              <a:ext cx="110245" cy="53772"/>
            </a:xfrm>
            <a:custGeom>
              <a:rect b="b" l="l" r="r" t="t"/>
              <a:pathLst>
                <a:path extrusionOk="0" h="179" w="367">
                  <a:moveTo>
                    <a:pt x="179" y="0"/>
                  </a:moveTo>
                  <a:cubicBezTo>
                    <a:pt x="81" y="0"/>
                    <a:pt x="1" y="36"/>
                    <a:pt x="1" y="89"/>
                  </a:cubicBezTo>
                  <a:cubicBezTo>
                    <a:pt x="1" y="134"/>
                    <a:pt x="81" y="179"/>
                    <a:pt x="179" y="179"/>
                  </a:cubicBezTo>
                  <a:cubicBezTo>
                    <a:pt x="286" y="179"/>
                    <a:pt x="366" y="134"/>
                    <a:pt x="366" y="89"/>
                  </a:cubicBezTo>
                  <a:cubicBezTo>
                    <a:pt x="366" y="36"/>
                    <a:pt x="286" y="0"/>
                    <a:pt x="179" y="0"/>
                  </a:cubicBez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3" name="Google Shape;4953;p82"/>
          <p:cNvGrpSpPr/>
          <p:nvPr/>
        </p:nvGrpSpPr>
        <p:grpSpPr>
          <a:xfrm>
            <a:off x="-38101" y="1206786"/>
            <a:ext cx="2987614" cy="3307599"/>
            <a:chOff x="-2668226" y="994036"/>
            <a:chExt cx="2987614" cy="3307599"/>
          </a:xfrm>
        </p:grpSpPr>
        <p:sp>
          <p:nvSpPr>
            <p:cNvPr id="4954" name="Google Shape;4954;p82"/>
            <p:cNvSpPr/>
            <p:nvPr/>
          </p:nvSpPr>
          <p:spPr>
            <a:xfrm>
              <a:off x="-2633319" y="2890875"/>
              <a:ext cx="2952708" cy="1223018"/>
            </a:xfrm>
            <a:custGeom>
              <a:rect b="b" l="l" r="r" t="t"/>
              <a:pathLst>
                <a:path extrusionOk="0" h="7498" w="18102">
                  <a:moveTo>
                    <a:pt x="13695" y="1"/>
                  </a:moveTo>
                  <a:cubicBezTo>
                    <a:pt x="13227" y="1"/>
                    <a:pt x="10064" y="334"/>
                    <a:pt x="10064" y="334"/>
                  </a:cubicBezTo>
                  <a:lnTo>
                    <a:pt x="7352" y="763"/>
                  </a:lnTo>
                  <a:lnTo>
                    <a:pt x="4497" y="2056"/>
                  </a:lnTo>
                  <a:lnTo>
                    <a:pt x="670" y="4420"/>
                  </a:lnTo>
                  <a:cubicBezTo>
                    <a:pt x="670" y="4420"/>
                    <a:pt x="269" y="5642"/>
                    <a:pt x="135" y="6552"/>
                  </a:cubicBezTo>
                  <a:cubicBezTo>
                    <a:pt x="1" y="7462"/>
                    <a:pt x="4756" y="7498"/>
                    <a:pt x="4756" y="7498"/>
                  </a:cubicBezTo>
                  <a:cubicBezTo>
                    <a:pt x="4756" y="7498"/>
                    <a:pt x="6542" y="5062"/>
                    <a:pt x="7773" y="5062"/>
                  </a:cubicBezTo>
                  <a:cubicBezTo>
                    <a:pt x="7776" y="5062"/>
                    <a:pt x="7778" y="5062"/>
                    <a:pt x="7780" y="5062"/>
                  </a:cubicBezTo>
                  <a:cubicBezTo>
                    <a:pt x="7810" y="5063"/>
                    <a:pt x="7839" y="5063"/>
                    <a:pt x="7869" y="5063"/>
                  </a:cubicBezTo>
                  <a:cubicBezTo>
                    <a:pt x="9064" y="5063"/>
                    <a:pt x="10272" y="4719"/>
                    <a:pt x="9323" y="4527"/>
                  </a:cubicBezTo>
                  <a:cubicBezTo>
                    <a:pt x="8351" y="4331"/>
                    <a:pt x="9609" y="4063"/>
                    <a:pt x="11063" y="3956"/>
                  </a:cubicBezTo>
                  <a:cubicBezTo>
                    <a:pt x="12508" y="3840"/>
                    <a:pt x="12562" y="3341"/>
                    <a:pt x="11884" y="3287"/>
                  </a:cubicBezTo>
                  <a:cubicBezTo>
                    <a:pt x="11197" y="3234"/>
                    <a:pt x="11447" y="2913"/>
                    <a:pt x="13275" y="2814"/>
                  </a:cubicBezTo>
                  <a:cubicBezTo>
                    <a:pt x="15104" y="2707"/>
                    <a:pt x="16228" y="2136"/>
                    <a:pt x="15390" y="2127"/>
                  </a:cubicBezTo>
                  <a:cubicBezTo>
                    <a:pt x="14551" y="2119"/>
                    <a:pt x="14979" y="1753"/>
                    <a:pt x="15515" y="1628"/>
                  </a:cubicBezTo>
                  <a:cubicBezTo>
                    <a:pt x="16059" y="1503"/>
                    <a:pt x="16514" y="1369"/>
                    <a:pt x="16023" y="1226"/>
                  </a:cubicBezTo>
                  <a:cubicBezTo>
                    <a:pt x="15541" y="1084"/>
                    <a:pt x="16656" y="1102"/>
                    <a:pt x="17379" y="789"/>
                  </a:cubicBezTo>
                  <a:cubicBezTo>
                    <a:pt x="18102" y="468"/>
                    <a:pt x="16888" y="272"/>
                    <a:pt x="16888" y="272"/>
                  </a:cubicBezTo>
                  <a:cubicBezTo>
                    <a:pt x="16888" y="272"/>
                    <a:pt x="13882" y="49"/>
                    <a:pt x="13748" y="4"/>
                  </a:cubicBezTo>
                  <a:cubicBezTo>
                    <a:pt x="13741" y="2"/>
                    <a:pt x="13722" y="1"/>
                    <a:pt x="13695" y="1"/>
                  </a:cubicBez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82"/>
            <p:cNvSpPr/>
            <p:nvPr/>
          </p:nvSpPr>
          <p:spPr>
            <a:xfrm>
              <a:off x="-2668226" y="2770661"/>
              <a:ext cx="2861037" cy="1530974"/>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38A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82"/>
            <p:cNvSpPr/>
            <p:nvPr/>
          </p:nvSpPr>
          <p:spPr>
            <a:xfrm>
              <a:off x="-1122879" y="2127507"/>
              <a:ext cx="1255986" cy="933004"/>
            </a:xfrm>
            <a:custGeom>
              <a:rect b="b" l="l" r="r" t="t"/>
              <a:pathLst>
                <a:path extrusionOk="0" h="5720" w="7700">
                  <a:moveTo>
                    <a:pt x="2535" y="1"/>
                  </a:moveTo>
                  <a:lnTo>
                    <a:pt x="1758" y="215"/>
                  </a:lnTo>
                  <a:lnTo>
                    <a:pt x="1758" y="1187"/>
                  </a:lnTo>
                  <a:lnTo>
                    <a:pt x="1179" y="1062"/>
                  </a:lnTo>
                  <a:lnTo>
                    <a:pt x="732" y="1312"/>
                  </a:lnTo>
                  <a:lnTo>
                    <a:pt x="875" y="2597"/>
                  </a:lnTo>
                  <a:lnTo>
                    <a:pt x="697" y="3391"/>
                  </a:lnTo>
                  <a:lnTo>
                    <a:pt x="875" y="4488"/>
                  </a:lnTo>
                  <a:lnTo>
                    <a:pt x="1" y="5264"/>
                  </a:lnTo>
                  <a:lnTo>
                    <a:pt x="2481" y="5264"/>
                  </a:lnTo>
                  <a:lnTo>
                    <a:pt x="3221" y="5469"/>
                  </a:lnTo>
                  <a:lnTo>
                    <a:pt x="4015" y="5469"/>
                  </a:lnTo>
                  <a:lnTo>
                    <a:pt x="4140" y="5719"/>
                  </a:lnTo>
                  <a:lnTo>
                    <a:pt x="4952" y="5719"/>
                  </a:lnTo>
                  <a:lnTo>
                    <a:pt x="5586" y="5211"/>
                  </a:lnTo>
                  <a:lnTo>
                    <a:pt x="7700" y="5211"/>
                  </a:lnTo>
                  <a:lnTo>
                    <a:pt x="7700" y="4782"/>
                  </a:lnTo>
                  <a:lnTo>
                    <a:pt x="7102" y="4434"/>
                  </a:lnTo>
                  <a:lnTo>
                    <a:pt x="7102" y="3971"/>
                  </a:lnTo>
                  <a:lnTo>
                    <a:pt x="6433" y="3087"/>
                  </a:lnTo>
                  <a:lnTo>
                    <a:pt x="6362" y="2365"/>
                  </a:lnTo>
                  <a:lnTo>
                    <a:pt x="5425" y="1660"/>
                  </a:lnTo>
                  <a:lnTo>
                    <a:pt x="4105" y="143"/>
                  </a:lnTo>
                  <a:lnTo>
                    <a:pt x="3489" y="215"/>
                  </a:lnTo>
                  <a:lnTo>
                    <a:pt x="253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82"/>
            <p:cNvSpPr/>
            <p:nvPr/>
          </p:nvSpPr>
          <p:spPr>
            <a:xfrm>
              <a:off x="-529143" y="2281812"/>
              <a:ext cx="509571" cy="778699"/>
            </a:xfrm>
            <a:custGeom>
              <a:rect b="b" l="l" r="r" t="t"/>
              <a:pathLst>
                <a:path extrusionOk="0" h="4774" w="3124">
                  <a:moveTo>
                    <a:pt x="500" y="0"/>
                  </a:moveTo>
                  <a:lnTo>
                    <a:pt x="500" y="785"/>
                  </a:lnTo>
                  <a:lnTo>
                    <a:pt x="848" y="1071"/>
                  </a:lnTo>
                  <a:lnTo>
                    <a:pt x="563" y="1356"/>
                  </a:lnTo>
                  <a:lnTo>
                    <a:pt x="688" y="1829"/>
                  </a:lnTo>
                  <a:lnTo>
                    <a:pt x="616" y="2382"/>
                  </a:lnTo>
                  <a:lnTo>
                    <a:pt x="741" y="2766"/>
                  </a:lnTo>
                  <a:lnTo>
                    <a:pt x="616" y="3149"/>
                  </a:lnTo>
                  <a:lnTo>
                    <a:pt x="206" y="3453"/>
                  </a:lnTo>
                  <a:lnTo>
                    <a:pt x="170" y="4265"/>
                  </a:lnTo>
                  <a:lnTo>
                    <a:pt x="1" y="4523"/>
                  </a:lnTo>
                  <a:lnTo>
                    <a:pt x="375" y="4523"/>
                  </a:lnTo>
                  <a:lnTo>
                    <a:pt x="500" y="4773"/>
                  </a:lnTo>
                  <a:lnTo>
                    <a:pt x="1312" y="4773"/>
                  </a:lnTo>
                  <a:lnTo>
                    <a:pt x="1946" y="4265"/>
                  </a:lnTo>
                  <a:lnTo>
                    <a:pt x="3123" y="4265"/>
                  </a:lnTo>
                  <a:lnTo>
                    <a:pt x="2864" y="3854"/>
                  </a:lnTo>
                  <a:lnTo>
                    <a:pt x="2927" y="3203"/>
                  </a:lnTo>
                  <a:cubicBezTo>
                    <a:pt x="2927" y="3203"/>
                    <a:pt x="2177" y="2775"/>
                    <a:pt x="2169" y="2748"/>
                  </a:cubicBezTo>
                  <a:cubicBezTo>
                    <a:pt x="2160" y="2730"/>
                    <a:pt x="2169" y="2338"/>
                    <a:pt x="2169" y="2338"/>
                  </a:cubicBezTo>
                  <a:lnTo>
                    <a:pt x="1838" y="1972"/>
                  </a:lnTo>
                  <a:lnTo>
                    <a:pt x="1508" y="1124"/>
                  </a:lnTo>
                  <a:lnTo>
                    <a:pt x="714" y="571"/>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82"/>
            <p:cNvSpPr/>
            <p:nvPr/>
          </p:nvSpPr>
          <p:spPr>
            <a:xfrm>
              <a:off x="-238147" y="2398274"/>
              <a:ext cx="371250" cy="509400"/>
            </a:xfrm>
            <a:custGeom>
              <a:rect b="b" l="l" r="r" t="t"/>
              <a:pathLst>
                <a:path extrusionOk="0" h="3123" w="2276">
                  <a:moveTo>
                    <a:pt x="1" y="0"/>
                  </a:moveTo>
                  <a:lnTo>
                    <a:pt x="501" y="705"/>
                  </a:lnTo>
                  <a:lnTo>
                    <a:pt x="750" y="839"/>
                  </a:lnTo>
                  <a:lnTo>
                    <a:pt x="527" y="1383"/>
                  </a:lnTo>
                  <a:lnTo>
                    <a:pt x="1063" y="1829"/>
                  </a:lnTo>
                  <a:lnTo>
                    <a:pt x="1036" y="2123"/>
                  </a:lnTo>
                  <a:lnTo>
                    <a:pt x="1366" y="2284"/>
                  </a:lnTo>
                  <a:lnTo>
                    <a:pt x="1553" y="2774"/>
                  </a:lnTo>
                  <a:lnTo>
                    <a:pt x="1518" y="3024"/>
                  </a:lnTo>
                  <a:lnTo>
                    <a:pt x="2276" y="3122"/>
                  </a:lnTo>
                  <a:lnTo>
                    <a:pt x="1678" y="2774"/>
                  </a:lnTo>
                  <a:lnTo>
                    <a:pt x="1678" y="2311"/>
                  </a:lnTo>
                  <a:lnTo>
                    <a:pt x="1009" y="1427"/>
                  </a:lnTo>
                  <a:lnTo>
                    <a:pt x="938" y="705"/>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82"/>
            <p:cNvSpPr/>
            <p:nvPr/>
          </p:nvSpPr>
          <p:spPr>
            <a:xfrm>
              <a:off x="-836124" y="2127507"/>
              <a:ext cx="382831" cy="465849"/>
            </a:xfrm>
            <a:custGeom>
              <a:rect b="b" l="l" r="r" t="t"/>
              <a:pathLst>
                <a:path extrusionOk="0" h="2856" w="2347">
                  <a:moveTo>
                    <a:pt x="777" y="1"/>
                  </a:moveTo>
                  <a:lnTo>
                    <a:pt x="0" y="215"/>
                  </a:lnTo>
                  <a:lnTo>
                    <a:pt x="250" y="447"/>
                  </a:lnTo>
                  <a:lnTo>
                    <a:pt x="768" y="491"/>
                  </a:lnTo>
                  <a:lnTo>
                    <a:pt x="1330" y="1098"/>
                  </a:lnTo>
                  <a:lnTo>
                    <a:pt x="1196" y="1767"/>
                  </a:lnTo>
                  <a:cubicBezTo>
                    <a:pt x="1196" y="1767"/>
                    <a:pt x="2001" y="2856"/>
                    <a:pt x="2008" y="2856"/>
                  </a:cubicBezTo>
                  <a:cubicBezTo>
                    <a:pt x="2008" y="2856"/>
                    <a:pt x="2008" y="2855"/>
                    <a:pt x="2008" y="2855"/>
                  </a:cubicBezTo>
                  <a:cubicBezTo>
                    <a:pt x="2008" y="2855"/>
                    <a:pt x="1553" y="1714"/>
                    <a:pt x="1544" y="1669"/>
                  </a:cubicBezTo>
                  <a:cubicBezTo>
                    <a:pt x="1535" y="1633"/>
                    <a:pt x="1865" y="1089"/>
                    <a:pt x="1865" y="1089"/>
                  </a:cubicBezTo>
                  <a:lnTo>
                    <a:pt x="1811" y="804"/>
                  </a:lnTo>
                  <a:lnTo>
                    <a:pt x="2347" y="143"/>
                  </a:lnTo>
                  <a:lnTo>
                    <a:pt x="1731" y="215"/>
                  </a:lnTo>
                  <a:lnTo>
                    <a:pt x="777"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82"/>
            <p:cNvSpPr/>
            <p:nvPr/>
          </p:nvSpPr>
          <p:spPr>
            <a:xfrm>
              <a:off x="-1003480" y="2300733"/>
              <a:ext cx="260658" cy="328998"/>
            </a:xfrm>
            <a:custGeom>
              <a:rect b="b" l="l" r="r" t="t"/>
              <a:pathLst>
                <a:path extrusionOk="0" h="2017" w="1598">
                  <a:moveTo>
                    <a:pt x="447" y="0"/>
                  </a:moveTo>
                  <a:lnTo>
                    <a:pt x="0" y="250"/>
                  </a:lnTo>
                  <a:lnTo>
                    <a:pt x="616" y="188"/>
                  </a:lnTo>
                  <a:lnTo>
                    <a:pt x="1321" y="839"/>
                  </a:lnTo>
                  <a:lnTo>
                    <a:pt x="1597" y="2016"/>
                  </a:lnTo>
                  <a:lnTo>
                    <a:pt x="1597" y="892"/>
                  </a:lnTo>
                  <a:lnTo>
                    <a:pt x="1026" y="125"/>
                  </a:lnTo>
                  <a:lnTo>
                    <a:pt x="447"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82"/>
            <p:cNvSpPr/>
            <p:nvPr/>
          </p:nvSpPr>
          <p:spPr>
            <a:xfrm>
              <a:off x="-453458" y="2150832"/>
              <a:ext cx="215475" cy="247605"/>
            </a:xfrm>
            <a:custGeom>
              <a:rect b="b" l="l" r="r" t="t"/>
              <a:pathLst>
                <a:path extrusionOk="0" h="1518" w="1321">
                  <a:moveTo>
                    <a:pt x="1" y="0"/>
                  </a:moveTo>
                  <a:lnTo>
                    <a:pt x="616" y="1232"/>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82"/>
            <p:cNvSpPr/>
            <p:nvPr/>
          </p:nvSpPr>
          <p:spPr>
            <a:xfrm>
              <a:off x="-467975" y="2858089"/>
              <a:ext cx="39474" cy="202423"/>
            </a:xfrm>
            <a:custGeom>
              <a:rect b="b" l="l" r="r" t="t"/>
              <a:pathLst>
                <a:path extrusionOk="0" h="1241" w="242">
                  <a:moveTo>
                    <a:pt x="241" y="0"/>
                  </a:moveTo>
                  <a:lnTo>
                    <a:pt x="0" y="990"/>
                  </a:lnTo>
                  <a:lnTo>
                    <a:pt x="125" y="1240"/>
                  </a:lnTo>
                  <a:lnTo>
                    <a:pt x="24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82"/>
            <p:cNvSpPr/>
            <p:nvPr/>
          </p:nvSpPr>
          <p:spPr>
            <a:xfrm>
              <a:off x="-390822" y="2593194"/>
              <a:ext cx="179100" cy="467317"/>
            </a:xfrm>
            <a:custGeom>
              <a:rect b="b" l="l" r="r" t="t"/>
              <a:pathLst>
                <a:path extrusionOk="0" h="2865" w="1098">
                  <a:moveTo>
                    <a:pt x="0" y="0"/>
                  </a:moveTo>
                  <a:lnTo>
                    <a:pt x="250" y="777"/>
                  </a:lnTo>
                  <a:lnTo>
                    <a:pt x="277" y="1356"/>
                  </a:lnTo>
                  <a:lnTo>
                    <a:pt x="464" y="2311"/>
                  </a:lnTo>
                  <a:lnTo>
                    <a:pt x="411" y="2579"/>
                  </a:lnTo>
                  <a:lnTo>
                    <a:pt x="464" y="2864"/>
                  </a:lnTo>
                  <a:lnTo>
                    <a:pt x="1098"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82"/>
            <p:cNvSpPr/>
            <p:nvPr/>
          </p:nvSpPr>
          <p:spPr>
            <a:xfrm>
              <a:off x="-849173" y="2647021"/>
              <a:ext cx="130981" cy="339274"/>
            </a:xfrm>
            <a:custGeom>
              <a:rect b="b" l="l" r="r" t="t"/>
              <a:pathLst>
                <a:path extrusionOk="0" h="2080" w="803">
                  <a:moveTo>
                    <a:pt x="0" y="1"/>
                  </a:moveTo>
                  <a:lnTo>
                    <a:pt x="277"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82"/>
            <p:cNvSpPr/>
            <p:nvPr/>
          </p:nvSpPr>
          <p:spPr>
            <a:xfrm>
              <a:off x="-152185" y="2805567"/>
              <a:ext cx="100479" cy="171921"/>
            </a:xfrm>
            <a:custGeom>
              <a:rect b="b" l="l" r="r" t="t"/>
              <a:pathLst>
                <a:path extrusionOk="0" h="1054" w="616">
                  <a:moveTo>
                    <a:pt x="72" y="1"/>
                  </a:moveTo>
                  <a:lnTo>
                    <a:pt x="0" y="483"/>
                  </a:lnTo>
                  <a:lnTo>
                    <a:pt x="134" y="1054"/>
                  </a:lnTo>
                  <a:lnTo>
                    <a:pt x="616" y="1054"/>
                  </a:lnTo>
                  <a:lnTo>
                    <a:pt x="170" y="483"/>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82"/>
            <p:cNvSpPr/>
            <p:nvPr/>
          </p:nvSpPr>
          <p:spPr>
            <a:xfrm>
              <a:off x="-1122879" y="2680460"/>
              <a:ext cx="281047" cy="305836"/>
            </a:xfrm>
            <a:custGeom>
              <a:rect b="b" l="l" r="r" t="t"/>
              <a:pathLst>
                <a:path extrusionOk="0" h="1875" w="1723">
                  <a:moveTo>
                    <a:pt x="697" y="1"/>
                  </a:moveTo>
                  <a:lnTo>
                    <a:pt x="875" y="1098"/>
                  </a:lnTo>
                  <a:lnTo>
                    <a:pt x="1" y="1874"/>
                  </a:lnTo>
                  <a:lnTo>
                    <a:pt x="1723" y="1874"/>
                  </a:lnTo>
                  <a:lnTo>
                    <a:pt x="1036" y="1535"/>
                  </a:lnTo>
                  <a:lnTo>
                    <a:pt x="1214" y="1009"/>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82"/>
            <p:cNvSpPr/>
            <p:nvPr/>
          </p:nvSpPr>
          <p:spPr>
            <a:xfrm>
              <a:off x="-718356" y="2802794"/>
              <a:ext cx="131144" cy="216940"/>
            </a:xfrm>
            <a:custGeom>
              <a:rect b="b" l="l" r="r" t="t"/>
              <a:pathLst>
                <a:path extrusionOk="0" h="1330" w="804">
                  <a:moveTo>
                    <a:pt x="554" y="0"/>
                  </a:moveTo>
                  <a:lnTo>
                    <a:pt x="340" y="705"/>
                  </a:lnTo>
                  <a:lnTo>
                    <a:pt x="1" y="1124"/>
                  </a:lnTo>
                  <a:lnTo>
                    <a:pt x="741" y="1329"/>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82"/>
            <p:cNvSpPr/>
            <p:nvPr/>
          </p:nvSpPr>
          <p:spPr>
            <a:xfrm>
              <a:off x="-2668226" y="994036"/>
              <a:ext cx="1864241" cy="3038460"/>
            </a:xfrm>
            <a:custGeom>
              <a:rect b="b" l="l" r="r" t="t"/>
              <a:pathLst>
                <a:path extrusionOk="0" h="18628" w="11429">
                  <a:moveTo>
                    <a:pt x="1" y="0"/>
                  </a:moveTo>
                  <a:lnTo>
                    <a:pt x="1" y="18627"/>
                  </a:lnTo>
                  <a:lnTo>
                    <a:pt x="670" y="17931"/>
                  </a:lnTo>
                  <a:lnTo>
                    <a:pt x="1419" y="17664"/>
                  </a:lnTo>
                  <a:lnTo>
                    <a:pt x="2026" y="17664"/>
                  </a:lnTo>
                  <a:lnTo>
                    <a:pt x="2356" y="17298"/>
                  </a:lnTo>
                  <a:lnTo>
                    <a:pt x="2740" y="16941"/>
                  </a:lnTo>
                  <a:lnTo>
                    <a:pt x="3587" y="16941"/>
                  </a:lnTo>
                  <a:lnTo>
                    <a:pt x="5175" y="16121"/>
                  </a:lnTo>
                  <a:lnTo>
                    <a:pt x="5220" y="15737"/>
                  </a:lnTo>
                  <a:lnTo>
                    <a:pt x="5898" y="15398"/>
                  </a:lnTo>
                  <a:lnTo>
                    <a:pt x="5898" y="14970"/>
                  </a:lnTo>
                  <a:lnTo>
                    <a:pt x="6692" y="14631"/>
                  </a:lnTo>
                  <a:lnTo>
                    <a:pt x="7682" y="14631"/>
                  </a:lnTo>
                  <a:lnTo>
                    <a:pt x="8619" y="14292"/>
                  </a:lnTo>
                  <a:lnTo>
                    <a:pt x="8735" y="13810"/>
                  </a:lnTo>
                  <a:lnTo>
                    <a:pt x="9243" y="13569"/>
                  </a:lnTo>
                  <a:lnTo>
                    <a:pt x="9413" y="13186"/>
                  </a:lnTo>
                  <a:lnTo>
                    <a:pt x="9966" y="13186"/>
                  </a:lnTo>
                  <a:lnTo>
                    <a:pt x="10519" y="12900"/>
                  </a:lnTo>
                  <a:lnTo>
                    <a:pt x="11027" y="12900"/>
                  </a:lnTo>
                  <a:lnTo>
                    <a:pt x="11429" y="12704"/>
                  </a:lnTo>
                  <a:lnTo>
                    <a:pt x="11027" y="12365"/>
                  </a:lnTo>
                  <a:lnTo>
                    <a:pt x="10519" y="12053"/>
                  </a:lnTo>
                  <a:lnTo>
                    <a:pt x="9939" y="11910"/>
                  </a:lnTo>
                  <a:lnTo>
                    <a:pt x="9484" y="11285"/>
                  </a:lnTo>
                  <a:lnTo>
                    <a:pt x="8904" y="11428"/>
                  </a:lnTo>
                  <a:lnTo>
                    <a:pt x="8520" y="10973"/>
                  </a:lnTo>
                  <a:lnTo>
                    <a:pt x="8520" y="10349"/>
                  </a:lnTo>
                  <a:lnTo>
                    <a:pt x="8208" y="10179"/>
                  </a:lnTo>
                  <a:lnTo>
                    <a:pt x="7682" y="9885"/>
                  </a:lnTo>
                  <a:lnTo>
                    <a:pt x="7486" y="9403"/>
                  </a:lnTo>
                  <a:lnTo>
                    <a:pt x="6959" y="9019"/>
                  </a:lnTo>
                  <a:lnTo>
                    <a:pt x="6254" y="8279"/>
                  </a:lnTo>
                  <a:lnTo>
                    <a:pt x="5416" y="6905"/>
                  </a:lnTo>
                  <a:lnTo>
                    <a:pt x="5006" y="5942"/>
                  </a:lnTo>
                  <a:lnTo>
                    <a:pt x="4863" y="5656"/>
                  </a:lnTo>
                  <a:lnTo>
                    <a:pt x="4452" y="5148"/>
                  </a:lnTo>
                  <a:lnTo>
                    <a:pt x="4113" y="4470"/>
                  </a:lnTo>
                  <a:lnTo>
                    <a:pt x="3391" y="3827"/>
                  </a:lnTo>
                  <a:lnTo>
                    <a:pt x="2454" y="3176"/>
                  </a:lnTo>
                  <a:lnTo>
                    <a:pt x="1874" y="2186"/>
                  </a:lnTo>
                  <a:lnTo>
                    <a:pt x="991" y="1419"/>
                  </a:lnTo>
                  <a:lnTo>
                    <a:pt x="599" y="937"/>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82"/>
            <p:cNvSpPr/>
            <p:nvPr/>
          </p:nvSpPr>
          <p:spPr>
            <a:xfrm>
              <a:off x="-2668226" y="1408669"/>
              <a:ext cx="746740" cy="2623828"/>
            </a:xfrm>
            <a:custGeom>
              <a:rect b="b" l="l" r="r" t="t"/>
              <a:pathLst>
                <a:path extrusionOk="0" h="16086" w="4578">
                  <a:moveTo>
                    <a:pt x="1" y="1"/>
                  </a:moveTo>
                  <a:lnTo>
                    <a:pt x="1" y="16085"/>
                  </a:lnTo>
                  <a:lnTo>
                    <a:pt x="670" y="15389"/>
                  </a:lnTo>
                  <a:lnTo>
                    <a:pt x="1419" y="15122"/>
                  </a:lnTo>
                  <a:lnTo>
                    <a:pt x="2026" y="15122"/>
                  </a:lnTo>
                  <a:lnTo>
                    <a:pt x="2356" y="14756"/>
                  </a:lnTo>
                  <a:lnTo>
                    <a:pt x="2740" y="14399"/>
                  </a:lnTo>
                  <a:lnTo>
                    <a:pt x="3587" y="14399"/>
                  </a:lnTo>
                  <a:lnTo>
                    <a:pt x="4577" y="13891"/>
                  </a:lnTo>
                  <a:lnTo>
                    <a:pt x="2802" y="11143"/>
                  </a:lnTo>
                  <a:lnTo>
                    <a:pt x="2802" y="10197"/>
                  </a:lnTo>
                  <a:lnTo>
                    <a:pt x="2409" y="8886"/>
                  </a:lnTo>
                  <a:lnTo>
                    <a:pt x="2802" y="7387"/>
                  </a:lnTo>
                  <a:lnTo>
                    <a:pt x="2615" y="5541"/>
                  </a:lnTo>
                  <a:lnTo>
                    <a:pt x="1937" y="5353"/>
                  </a:lnTo>
                  <a:lnTo>
                    <a:pt x="1669" y="4943"/>
                  </a:lnTo>
                  <a:lnTo>
                    <a:pt x="1669" y="4167"/>
                  </a:lnTo>
                  <a:lnTo>
                    <a:pt x="634" y="3007"/>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82"/>
            <p:cNvSpPr/>
            <p:nvPr/>
          </p:nvSpPr>
          <p:spPr>
            <a:xfrm>
              <a:off x="-2260766" y="1590540"/>
              <a:ext cx="1044915" cy="1267710"/>
            </a:xfrm>
            <a:custGeom>
              <a:rect b="b" l="l" r="r" t="t"/>
              <a:pathLst>
                <a:path extrusionOk="0" h="7772" w="6406">
                  <a:moveTo>
                    <a:pt x="652" y="1"/>
                  </a:moveTo>
                  <a:lnTo>
                    <a:pt x="1" y="679"/>
                  </a:lnTo>
                  <a:lnTo>
                    <a:pt x="1009" y="1152"/>
                  </a:lnTo>
                  <a:lnTo>
                    <a:pt x="1250" y="1705"/>
                  </a:lnTo>
                  <a:lnTo>
                    <a:pt x="1892" y="2088"/>
                  </a:lnTo>
                  <a:lnTo>
                    <a:pt x="2454" y="3275"/>
                  </a:lnTo>
                  <a:lnTo>
                    <a:pt x="3034" y="4702"/>
                  </a:lnTo>
                  <a:lnTo>
                    <a:pt x="3640" y="5478"/>
                  </a:lnTo>
                  <a:lnTo>
                    <a:pt x="4399" y="5648"/>
                  </a:lnTo>
                  <a:lnTo>
                    <a:pt x="4765" y="5844"/>
                  </a:lnTo>
                  <a:lnTo>
                    <a:pt x="5032" y="6478"/>
                  </a:lnTo>
                  <a:lnTo>
                    <a:pt x="5657" y="6781"/>
                  </a:lnTo>
                  <a:lnTo>
                    <a:pt x="5657" y="7459"/>
                  </a:lnTo>
                  <a:lnTo>
                    <a:pt x="6406" y="7771"/>
                  </a:lnTo>
                  <a:lnTo>
                    <a:pt x="6022" y="7316"/>
                  </a:lnTo>
                  <a:lnTo>
                    <a:pt x="6022" y="6692"/>
                  </a:lnTo>
                  <a:lnTo>
                    <a:pt x="5710" y="6522"/>
                  </a:lnTo>
                  <a:lnTo>
                    <a:pt x="5184" y="6228"/>
                  </a:lnTo>
                  <a:lnTo>
                    <a:pt x="4988" y="5746"/>
                  </a:lnTo>
                  <a:lnTo>
                    <a:pt x="4461" y="5362"/>
                  </a:lnTo>
                  <a:lnTo>
                    <a:pt x="3756" y="4622"/>
                  </a:lnTo>
                  <a:lnTo>
                    <a:pt x="2918" y="3248"/>
                  </a:lnTo>
                  <a:lnTo>
                    <a:pt x="2508" y="2285"/>
                  </a:lnTo>
                  <a:lnTo>
                    <a:pt x="2365" y="1999"/>
                  </a:lnTo>
                  <a:lnTo>
                    <a:pt x="1954" y="1491"/>
                  </a:lnTo>
                  <a:lnTo>
                    <a:pt x="1615" y="813"/>
                  </a:lnTo>
                  <a:lnTo>
                    <a:pt x="893" y="170"/>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82"/>
            <p:cNvSpPr/>
            <p:nvPr/>
          </p:nvSpPr>
          <p:spPr>
            <a:xfrm>
              <a:off x="-2668226" y="994036"/>
              <a:ext cx="671055" cy="729113"/>
            </a:xfrm>
            <a:custGeom>
              <a:rect b="b" l="l" r="r" t="t"/>
              <a:pathLst>
                <a:path extrusionOk="0" h="4470" w="4114">
                  <a:moveTo>
                    <a:pt x="1" y="0"/>
                  </a:moveTo>
                  <a:lnTo>
                    <a:pt x="518" y="1918"/>
                  </a:lnTo>
                  <a:lnTo>
                    <a:pt x="973" y="2347"/>
                  </a:lnTo>
                  <a:lnTo>
                    <a:pt x="1517" y="3702"/>
                  </a:lnTo>
                  <a:lnTo>
                    <a:pt x="2499" y="4336"/>
                  </a:lnTo>
                  <a:lnTo>
                    <a:pt x="4113" y="4470"/>
                  </a:lnTo>
                  <a:lnTo>
                    <a:pt x="3391" y="3827"/>
                  </a:lnTo>
                  <a:lnTo>
                    <a:pt x="2454" y="3176"/>
                  </a:lnTo>
                  <a:lnTo>
                    <a:pt x="1874" y="2186"/>
                  </a:lnTo>
                  <a:lnTo>
                    <a:pt x="991" y="1419"/>
                  </a:lnTo>
                  <a:lnTo>
                    <a:pt x="599" y="93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82"/>
            <p:cNvSpPr/>
            <p:nvPr/>
          </p:nvSpPr>
          <p:spPr>
            <a:xfrm>
              <a:off x="-2467432" y="1736036"/>
              <a:ext cx="1052255" cy="1644500"/>
            </a:xfrm>
            <a:custGeom>
              <a:rect b="b" l="l" r="r" t="t"/>
              <a:pathLst>
                <a:path extrusionOk="0" h="10082" w="6451">
                  <a:moveTo>
                    <a:pt x="1" y="1"/>
                  </a:moveTo>
                  <a:lnTo>
                    <a:pt x="1178" y="1589"/>
                  </a:lnTo>
                  <a:lnTo>
                    <a:pt x="1964" y="1839"/>
                  </a:lnTo>
                  <a:lnTo>
                    <a:pt x="3212" y="4185"/>
                  </a:lnTo>
                  <a:lnTo>
                    <a:pt x="3212" y="7379"/>
                  </a:lnTo>
                  <a:lnTo>
                    <a:pt x="4310" y="8271"/>
                  </a:lnTo>
                  <a:lnTo>
                    <a:pt x="4702" y="9038"/>
                  </a:lnTo>
                  <a:lnTo>
                    <a:pt x="5461" y="10082"/>
                  </a:lnTo>
                  <a:lnTo>
                    <a:pt x="6451" y="10082"/>
                  </a:lnTo>
                  <a:lnTo>
                    <a:pt x="5487" y="8306"/>
                  </a:lnTo>
                  <a:lnTo>
                    <a:pt x="3980" y="7227"/>
                  </a:lnTo>
                  <a:lnTo>
                    <a:pt x="3810" y="4720"/>
                  </a:lnTo>
                  <a:lnTo>
                    <a:pt x="2088"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82"/>
            <p:cNvSpPr/>
            <p:nvPr/>
          </p:nvSpPr>
          <p:spPr>
            <a:xfrm>
              <a:off x="-1997336" y="3015167"/>
              <a:ext cx="291160" cy="545774"/>
            </a:xfrm>
            <a:custGeom>
              <a:rect b="b" l="l" r="r" t="t"/>
              <a:pathLst>
                <a:path extrusionOk="0" h="3346" w="1785">
                  <a:moveTo>
                    <a:pt x="0" y="1"/>
                  </a:moveTo>
                  <a:lnTo>
                    <a:pt x="1107" y="3346"/>
                  </a:lnTo>
                  <a:lnTo>
                    <a:pt x="1785" y="3007"/>
                  </a:lnTo>
                  <a:lnTo>
                    <a:pt x="1785" y="2579"/>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82"/>
            <p:cNvSpPr/>
            <p:nvPr/>
          </p:nvSpPr>
          <p:spPr>
            <a:xfrm>
              <a:off x="-2467432" y="2844877"/>
              <a:ext cx="384462" cy="912614"/>
            </a:xfrm>
            <a:custGeom>
              <a:rect b="b" l="l" r="r" t="t"/>
              <a:pathLst>
                <a:path extrusionOk="0" h="5595" w="2357">
                  <a:moveTo>
                    <a:pt x="1" y="1"/>
                  </a:moveTo>
                  <a:lnTo>
                    <a:pt x="1509" y="5594"/>
                  </a:lnTo>
                  <a:lnTo>
                    <a:pt x="2356" y="5594"/>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82"/>
            <p:cNvSpPr/>
            <p:nvPr/>
          </p:nvSpPr>
          <p:spPr>
            <a:xfrm>
              <a:off x="-1626251" y="2719770"/>
              <a:ext cx="382831" cy="605474"/>
            </a:xfrm>
            <a:custGeom>
              <a:rect b="b" l="l" r="r" t="t"/>
              <a:pathLst>
                <a:path extrusionOk="0" h="3712" w="2347">
                  <a:moveTo>
                    <a:pt x="0" y="1"/>
                  </a:moveTo>
                  <a:lnTo>
                    <a:pt x="652" y="1196"/>
                  </a:lnTo>
                  <a:lnTo>
                    <a:pt x="1481" y="2088"/>
                  </a:lnTo>
                  <a:lnTo>
                    <a:pt x="1570" y="2909"/>
                  </a:lnTo>
                  <a:lnTo>
                    <a:pt x="2231" y="3712"/>
                  </a:lnTo>
                  <a:lnTo>
                    <a:pt x="2347" y="3230"/>
                  </a:lnTo>
                  <a:lnTo>
                    <a:pt x="1838" y="1687"/>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82"/>
            <p:cNvSpPr/>
            <p:nvPr/>
          </p:nvSpPr>
          <p:spPr>
            <a:xfrm>
              <a:off x="-1215855" y="3034088"/>
              <a:ext cx="83026" cy="173389"/>
            </a:xfrm>
            <a:custGeom>
              <a:rect b="b" l="l" r="r" t="t"/>
              <a:pathLst>
                <a:path extrusionOk="0" h="1063" w="509">
                  <a:moveTo>
                    <a:pt x="0" y="1"/>
                  </a:moveTo>
                  <a:lnTo>
                    <a:pt x="339" y="1062"/>
                  </a:lnTo>
                  <a:lnTo>
                    <a:pt x="509" y="679"/>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82"/>
            <p:cNvSpPr/>
            <p:nvPr/>
          </p:nvSpPr>
          <p:spPr>
            <a:xfrm>
              <a:off x="-1112603" y="2962808"/>
              <a:ext cx="243204" cy="135546"/>
            </a:xfrm>
            <a:custGeom>
              <a:rect b="b" l="l" r="r" t="t"/>
              <a:pathLst>
                <a:path extrusionOk="0" h="831" w="1491">
                  <a:moveTo>
                    <a:pt x="0" y="0"/>
                  </a:moveTo>
                  <a:lnTo>
                    <a:pt x="982" y="830"/>
                  </a:lnTo>
                  <a:lnTo>
                    <a:pt x="1490" y="830"/>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78" name="Google Shape;4978;p82"/>
          <p:cNvSpPr txBox="1"/>
          <p:nvPr>
            <p:ph type="title"/>
          </p:nvPr>
        </p:nvSpPr>
        <p:spPr>
          <a:xfrm>
            <a:off x="2187325" y="539400"/>
            <a:ext cx="4769400" cy="22761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72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979" name="Shape 4979"/>
        <p:cNvGrpSpPr/>
        <p:nvPr/>
      </p:nvGrpSpPr>
      <p:grpSpPr>
        <a:xfrm>
          <a:off x="0" y="0"/>
          <a:ext cx="0" cy="0"/>
          <a:chOff x="0" y="0"/>
          <a:chExt cx="0" cy="0"/>
        </a:xfrm>
      </p:grpSpPr>
      <p:sp>
        <p:nvSpPr>
          <p:cNvPr id="4980" name="Google Shape;4980;p83"/>
          <p:cNvSpPr txBox="1"/>
          <p:nvPr>
            <p:ph type="title"/>
          </p:nvPr>
        </p:nvSpPr>
        <p:spPr>
          <a:xfrm>
            <a:off x="2241450" y="468750"/>
            <a:ext cx="4661100" cy="705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45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4981" name="Google Shape;4981;p83"/>
          <p:cNvSpPr txBox="1"/>
          <p:nvPr>
            <p:ph idx="1" type="subTitle"/>
          </p:nvPr>
        </p:nvSpPr>
        <p:spPr>
          <a:xfrm>
            <a:off x="2241550" y="1174483"/>
            <a:ext cx="4661100" cy="1057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1600"/>
              </a:spcBef>
              <a:spcAft>
                <a:spcPts val="0"/>
              </a:spcAft>
              <a:buSzPts val="1600"/>
              <a:buNone/>
              <a:defRPr sz="1600"/>
            </a:lvl3pPr>
            <a:lvl4pPr lvl="3" algn="ctr">
              <a:lnSpc>
                <a:spcPct val="100000"/>
              </a:lnSpc>
              <a:spcBef>
                <a:spcPts val="1600"/>
              </a:spcBef>
              <a:spcAft>
                <a:spcPts val="0"/>
              </a:spcAft>
              <a:buSzPts val="1600"/>
              <a:buNone/>
              <a:defRPr sz="1600"/>
            </a:lvl4pPr>
            <a:lvl5pPr lvl="4" algn="ctr">
              <a:lnSpc>
                <a:spcPct val="100000"/>
              </a:lnSpc>
              <a:spcBef>
                <a:spcPts val="1600"/>
              </a:spcBef>
              <a:spcAft>
                <a:spcPts val="0"/>
              </a:spcAft>
              <a:buSzPts val="1600"/>
              <a:buNone/>
              <a:defRPr sz="1600"/>
            </a:lvl5pPr>
            <a:lvl6pPr lvl="5" algn="ctr">
              <a:lnSpc>
                <a:spcPct val="100000"/>
              </a:lnSpc>
              <a:spcBef>
                <a:spcPts val="1600"/>
              </a:spcBef>
              <a:spcAft>
                <a:spcPts val="0"/>
              </a:spcAft>
              <a:buSzPts val="1600"/>
              <a:buNone/>
              <a:defRPr sz="1600"/>
            </a:lvl6pPr>
            <a:lvl7pPr lvl="6" algn="ctr">
              <a:lnSpc>
                <a:spcPct val="100000"/>
              </a:lnSpc>
              <a:spcBef>
                <a:spcPts val="1600"/>
              </a:spcBef>
              <a:spcAft>
                <a:spcPts val="0"/>
              </a:spcAft>
              <a:buSzPts val="1600"/>
              <a:buNone/>
              <a:defRPr sz="1600"/>
            </a:lvl7pPr>
            <a:lvl8pPr lvl="7" algn="ctr">
              <a:lnSpc>
                <a:spcPct val="100000"/>
              </a:lnSpc>
              <a:spcBef>
                <a:spcPts val="1600"/>
              </a:spcBef>
              <a:spcAft>
                <a:spcPts val="0"/>
              </a:spcAft>
              <a:buSzPts val="1600"/>
              <a:buNone/>
              <a:defRPr sz="1600"/>
            </a:lvl8pPr>
            <a:lvl9pPr lvl="8" algn="ctr">
              <a:lnSpc>
                <a:spcPct val="100000"/>
              </a:lnSpc>
              <a:spcBef>
                <a:spcPts val="1600"/>
              </a:spcBef>
              <a:spcAft>
                <a:spcPts val="1600"/>
              </a:spcAft>
              <a:buSzPts val="1600"/>
              <a:buNone/>
              <a:defRPr sz="1600"/>
            </a:lvl9pPr>
          </a:lstStyle>
          <a:p/>
        </p:txBody>
      </p:sp>
      <p:grpSp>
        <p:nvGrpSpPr>
          <p:cNvPr id="4982" name="Google Shape;4982;p83"/>
          <p:cNvGrpSpPr/>
          <p:nvPr/>
        </p:nvGrpSpPr>
        <p:grpSpPr>
          <a:xfrm flipH="1">
            <a:off x="5999814" y="1145449"/>
            <a:ext cx="3922876" cy="3010780"/>
            <a:chOff x="-675270" y="-663276"/>
            <a:chExt cx="3564955" cy="3010780"/>
          </a:xfrm>
        </p:grpSpPr>
        <p:sp>
          <p:nvSpPr>
            <p:cNvPr id="4983" name="Google Shape;4983;p83"/>
            <p:cNvSpPr/>
            <p:nvPr/>
          </p:nvSpPr>
          <p:spPr>
            <a:xfrm>
              <a:off x="-675270" y="-663276"/>
              <a:ext cx="3564955" cy="3010780"/>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83"/>
            <p:cNvSpPr/>
            <p:nvPr/>
          </p:nvSpPr>
          <p:spPr>
            <a:xfrm>
              <a:off x="-394641" y="-320127"/>
              <a:ext cx="2150090" cy="2042707"/>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5" name="Google Shape;4985;p83"/>
          <p:cNvGrpSpPr/>
          <p:nvPr/>
        </p:nvGrpSpPr>
        <p:grpSpPr>
          <a:xfrm>
            <a:off x="-782526" y="1145449"/>
            <a:ext cx="3564955" cy="3010780"/>
            <a:chOff x="-782526" y="-663276"/>
            <a:chExt cx="3564955" cy="3010780"/>
          </a:xfrm>
        </p:grpSpPr>
        <p:sp>
          <p:nvSpPr>
            <p:cNvPr id="4986" name="Google Shape;4986;p83"/>
            <p:cNvSpPr/>
            <p:nvPr/>
          </p:nvSpPr>
          <p:spPr>
            <a:xfrm>
              <a:off x="-782526" y="-663276"/>
              <a:ext cx="3564955" cy="3010780"/>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83"/>
            <p:cNvSpPr/>
            <p:nvPr/>
          </p:nvSpPr>
          <p:spPr>
            <a:xfrm>
              <a:off x="-76302" y="-258327"/>
              <a:ext cx="2150090" cy="2042707"/>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8" name="Google Shape;4988;p83"/>
          <p:cNvGrpSpPr/>
          <p:nvPr/>
        </p:nvGrpSpPr>
        <p:grpSpPr>
          <a:xfrm>
            <a:off x="4075012" y="2534446"/>
            <a:ext cx="1095122" cy="1096793"/>
            <a:chOff x="3992801" y="1928374"/>
            <a:chExt cx="1783297" cy="1786017"/>
          </a:xfrm>
        </p:grpSpPr>
        <p:sp>
          <p:nvSpPr>
            <p:cNvPr id="4989" name="Google Shape;4989;p83"/>
            <p:cNvSpPr/>
            <p:nvPr/>
          </p:nvSpPr>
          <p:spPr>
            <a:xfrm>
              <a:off x="3992801" y="1928374"/>
              <a:ext cx="1783297" cy="1786017"/>
            </a:xfrm>
            <a:custGeom>
              <a:rect b="b" l="l" r="r" t="t"/>
              <a:pathLst>
                <a:path extrusionOk="0" h="5942" w="5933">
                  <a:moveTo>
                    <a:pt x="2971" y="0"/>
                  </a:moveTo>
                  <a:cubicBezTo>
                    <a:pt x="1330" y="0"/>
                    <a:pt x="0" y="1330"/>
                    <a:pt x="0" y="2971"/>
                  </a:cubicBezTo>
                  <a:cubicBezTo>
                    <a:pt x="0" y="4612"/>
                    <a:pt x="1330" y="5942"/>
                    <a:pt x="2971" y="5942"/>
                  </a:cubicBezTo>
                  <a:cubicBezTo>
                    <a:pt x="4604" y="5942"/>
                    <a:pt x="5933" y="4612"/>
                    <a:pt x="5933" y="2971"/>
                  </a:cubicBezTo>
                  <a:cubicBezTo>
                    <a:pt x="5933" y="1330"/>
                    <a:pt x="4604" y="0"/>
                    <a:pt x="29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83"/>
            <p:cNvSpPr/>
            <p:nvPr/>
          </p:nvSpPr>
          <p:spPr>
            <a:xfrm>
              <a:off x="4118741" y="2057021"/>
              <a:ext cx="1531417" cy="1528724"/>
            </a:xfrm>
            <a:custGeom>
              <a:rect b="b" l="l" r="r" t="t"/>
              <a:pathLst>
                <a:path extrusionOk="0" h="5086" w="5095">
                  <a:moveTo>
                    <a:pt x="2552" y="1"/>
                  </a:moveTo>
                  <a:cubicBezTo>
                    <a:pt x="1142" y="1"/>
                    <a:pt x="1" y="1142"/>
                    <a:pt x="1" y="2543"/>
                  </a:cubicBezTo>
                  <a:cubicBezTo>
                    <a:pt x="1" y="3953"/>
                    <a:pt x="1142" y="5085"/>
                    <a:pt x="2552" y="5085"/>
                  </a:cubicBezTo>
                  <a:cubicBezTo>
                    <a:pt x="3953" y="5085"/>
                    <a:pt x="5095" y="3953"/>
                    <a:pt x="5095" y="2543"/>
                  </a:cubicBezTo>
                  <a:cubicBezTo>
                    <a:pt x="5095" y="1142"/>
                    <a:pt x="3953" y="1"/>
                    <a:pt x="25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91" name="Google Shape;4991;p83"/>
          <p:cNvSpPr/>
          <p:nvPr/>
        </p:nvSpPr>
        <p:spPr>
          <a:xfrm>
            <a:off x="2" y="3089503"/>
            <a:ext cx="9144017" cy="2775510"/>
          </a:xfrm>
          <a:custGeom>
            <a:rect b="b" l="l" r="r" t="t"/>
            <a:pathLst>
              <a:path extrusionOk="0" h="9234" w="30422">
                <a:moveTo>
                  <a:pt x="1" y="0"/>
                </a:moveTo>
                <a:lnTo>
                  <a:pt x="1" y="9233"/>
                </a:lnTo>
                <a:lnTo>
                  <a:pt x="30422" y="9233"/>
                </a:lnTo>
                <a:lnTo>
                  <a:pt x="30422" y="0"/>
                </a:lnTo>
                <a:close/>
              </a:path>
            </a:pathLst>
          </a:custGeom>
          <a:solidFill>
            <a:srgbClr val="38A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83"/>
          <p:cNvSpPr/>
          <p:nvPr/>
        </p:nvSpPr>
        <p:spPr>
          <a:xfrm>
            <a:off x="2" y="3089503"/>
            <a:ext cx="8385071" cy="2775510"/>
          </a:xfrm>
          <a:custGeom>
            <a:rect b="b" l="l" r="r" t="t"/>
            <a:pathLst>
              <a:path extrusionOk="0" h="9234" w="27897">
                <a:moveTo>
                  <a:pt x="14337" y="0"/>
                </a:moveTo>
                <a:cubicBezTo>
                  <a:pt x="14337" y="0"/>
                  <a:pt x="12053" y="402"/>
                  <a:pt x="13222" y="633"/>
                </a:cubicBezTo>
                <a:cubicBezTo>
                  <a:pt x="14391" y="857"/>
                  <a:pt x="13704" y="1276"/>
                  <a:pt x="11001" y="1419"/>
                </a:cubicBezTo>
                <a:cubicBezTo>
                  <a:pt x="8289" y="1561"/>
                  <a:pt x="8164" y="2204"/>
                  <a:pt x="9529" y="2346"/>
                </a:cubicBezTo>
                <a:cubicBezTo>
                  <a:pt x="10885" y="2489"/>
                  <a:pt x="4131" y="3470"/>
                  <a:pt x="5808" y="4006"/>
                </a:cubicBezTo>
                <a:cubicBezTo>
                  <a:pt x="7495" y="4550"/>
                  <a:pt x="4961" y="5040"/>
                  <a:pt x="3257" y="5272"/>
                </a:cubicBezTo>
                <a:cubicBezTo>
                  <a:pt x="1553" y="5504"/>
                  <a:pt x="1375" y="6040"/>
                  <a:pt x="2365" y="6227"/>
                </a:cubicBezTo>
                <a:cubicBezTo>
                  <a:pt x="3355" y="6414"/>
                  <a:pt x="1" y="7271"/>
                  <a:pt x="1" y="7271"/>
                </a:cubicBezTo>
                <a:lnTo>
                  <a:pt x="1" y="9233"/>
                </a:lnTo>
                <a:lnTo>
                  <a:pt x="27897" y="9233"/>
                </a:lnTo>
                <a:lnTo>
                  <a:pt x="27897" y="7137"/>
                </a:lnTo>
                <a:cubicBezTo>
                  <a:pt x="27897" y="7137"/>
                  <a:pt x="23472" y="6361"/>
                  <a:pt x="24445" y="5504"/>
                </a:cubicBezTo>
                <a:cubicBezTo>
                  <a:pt x="25417" y="4648"/>
                  <a:pt x="20171" y="4434"/>
                  <a:pt x="21340" y="3925"/>
                </a:cubicBezTo>
                <a:cubicBezTo>
                  <a:pt x="22500" y="3417"/>
                  <a:pt x="21893" y="2917"/>
                  <a:pt x="20912" y="2721"/>
                </a:cubicBezTo>
                <a:cubicBezTo>
                  <a:pt x="19939" y="2534"/>
                  <a:pt x="18780" y="2034"/>
                  <a:pt x="19422" y="1481"/>
                </a:cubicBezTo>
                <a:cubicBezTo>
                  <a:pt x="20055" y="928"/>
                  <a:pt x="19288" y="732"/>
                  <a:pt x="18512" y="491"/>
                </a:cubicBezTo>
                <a:cubicBezTo>
                  <a:pt x="17727" y="259"/>
                  <a:pt x="18637" y="0"/>
                  <a:pt x="18637"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83"/>
          <p:cNvSpPr/>
          <p:nvPr/>
        </p:nvSpPr>
        <p:spPr>
          <a:xfrm>
            <a:off x="482720" y="3237687"/>
            <a:ext cx="6006641" cy="2627326"/>
          </a:xfrm>
          <a:custGeom>
            <a:rect b="b" l="l" r="r" t="t"/>
            <a:pathLst>
              <a:path extrusionOk="0" h="8741" w="19984">
                <a:moveTo>
                  <a:pt x="15406" y="1"/>
                </a:moveTo>
                <a:cubicBezTo>
                  <a:pt x="14566" y="1"/>
                  <a:pt x="13350" y="213"/>
                  <a:pt x="13953" y="506"/>
                </a:cubicBezTo>
                <a:cubicBezTo>
                  <a:pt x="14604" y="818"/>
                  <a:pt x="15033" y="1452"/>
                  <a:pt x="12722" y="1711"/>
                </a:cubicBezTo>
                <a:cubicBezTo>
                  <a:pt x="10420" y="1960"/>
                  <a:pt x="10304" y="2683"/>
                  <a:pt x="12347" y="3111"/>
                </a:cubicBezTo>
                <a:cubicBezTo>
                  <a:pt x="13739" y="3406"/>
                  <a:pt x="11669" y="4512"/>
                  <a:pt x="9635" y="4512"/>
                </a:cubicBezTo>
                <a:cubicBezTo>
                  <a:pt x="7601" y="4512"/>
                  <a:pt x="7245" y="4994"/>
                  <a:pt x="8413" y="5315"/>
                </a:cubicBezTo>
                <a:cubicBezTo>
                  <a:pt x="9350" y="5573"/>
                  <a:pt x="8922" y="6100"/>
                  <a:pt x="4827" y="6358"/>
                </a:cubicBezTo>
                <a:cubicBezTo>
                  <a:pt x="723" y="6617"/>
                  <a:pt x="3069" y="7670"/>
                  <a:pt x="4060" y="7866"/>
                </a:cubicBezTo>
                <a:cubicBezTo>
                  <a:pt x="4390" y="7929"/>
                  <a:pt x="4747" y="8125"/>
                  <a:pt x="3319" y="8339"/>
                </a:cubicBezTo>
                <a:cubicBezTo>
                  <a:pt x="1892" y="8544"/>
                  <a:pt x="1" y="8740"/>
                  <a:pt x="1" y="8740"/>
                </a:cubicBezTo>
                <a:lnTo>
                  <a:pt x="19984" y="8740"/>
                </a:lnTo>
                <a:cubicBezTo>
                  <a:pt x="19984" y="8740"/>
                  <a:pt x="17985" y="8464"/>
                  <a:pt x="18895" y="8000"/>
                </a:cubicBezTo>
                <a:cubicBezTo>
                  <a:pt x="19805" y="7527"/>
                  <a:pt x="19181" y="7393"/>
                  <a:pt x="17174" y="7143"/>
                </a:cubicBezTo>
                <a:cubicBezTo>
                  <a:pt x="15158" y="6903"/>
                  <a:pt x="15728" y="6358"/>
                  <a:pt x="17638" y="5877"/>
                </a:cubicBezTo>
                <a:cubicBezTo>
                  <a:pt x="19556" y="5395"/>
                  <a:pt x="18173" y="4735"/>
                  <a:pt x="16888" y="4512"/>
                </a:cubicBezTo>
                <a:cubicBezTo>
                  <a:pt x="15604" y="4289"/>
                  <a:pt x="15363" y="4084"/>
                  <a:pt x="16826" y="3513"/>
                </a:cubicBezTo>
                <a:cubicBezTo>
                  <a:pt x="18298" y="2951"/>
                  <a:pt x="17495" y="2344"/>
                  <a:pt x="16576" y="2121"/>
                </a:cubicBezTo>
                <a:cubicBezTo>
                  <a:pt x="15648" y="1898"/>
                  <a:pt x="15273" y="1532"/>
                  <a:pt x="16166" y="1211"/>
                </a:cubicBezTo>
                <a:cubicBezTo>
                  <a:pt x="17067" y="890"/>
                  <a:pt x="15639" y="604"/>
                  <a:pt x="15282" y="435"/>
                </a:cubicBezTo>
                <a:cubicBezTo>
                  <a:pt x="14926" y="274"/>
                  <a:pt x="16451" y="51"/>
                  <a:pt x="15630" y="7"/>
                </a:cubicBezTo>
                <a:cubicBezTo>
                  <a:pt x="15560" y="3"/>
                  <a:pt x="15485" y="1"/>
                  <a:pt x="15406" y="1"/>
                </a:cubicBezTo>
                <a:close/>
              </a:path>
            </a:pathLst>
          </a:custGeom>
          <a:solidFill>
            <a:srgbClr val="6BC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83"/>
          <p:cNvSpPr/>
          <p:nvPr/>
        </p:nvSpPr>
        <p:spPr>
          <a:xfrm flipH="1">
            <a:off x="8929401" y="4662505"/>
            <a:ext cx="521499" cy="499422"/>
          </a:xfrm>
          <a:custGeom>
            <a:rect b="b" l="l" r="r" t="t"/>
            <a:pathLst>
              <a:path extrusionOk="0" h="2286" w="2667">
                <a:moveTo>
                  <a:pt x="2001" y="0"/>
                </a:moveTo>
                <a:lnTo>
                  <a:pt x="0" y="2286"/>
                </a:lnTo>
                <a:lnTo>
                  <a:pt x="2667" y="2238"/>
                </a:lnTo>
                <a:close/>
              </a:path>
            </a:pathLst>
          </a:custGeom>
          <a:solidFill>
            <a:srgbClr val="CC946E"/>
          </a:solidFill>
          <a:ln>
            <a:noFill/>
          </a:ln>
        </p:spPr>
      </p:sp>
      <p:sp>
        <p:nvSpPr>
          <p:cNvPr id="4995" name="Google Shape;4995;p83"/>
          <p:cNvSpPr/>
          <p:nvPr/>
        </p:nvSpPr>
        <p:spPr>
          <a:xfrm>
            <a:off x="-301725" y="4662505"/>
            <a:ext cx="541821" cy="499422"/>
          </a:xfrm>
          <a:custGeom>
            <a:rect b="b" l="l" r="r" t="t"/>
            <a:pathLst>
              <a:path extrusionOk="0" h="2286" w="2667">
                <a:moveTo>
                  <a:pt x="2001" y="0"/>
                </a:moveTo>
                <a:lnTo>
                  <a:pt x="0" y="2286"/>
                </a:lnTo>
                <a:lnTo>
                  <a:pt x="2667" y="2238"/>
                </a:lnTo>
                <a:close/>
              </a:path>
            </a:pathLst>
          </a:custGeom>
          <a:solidFill>
            <a:srgbClr val="CC946E"/>
          </a:solidFill>
          <a:ln>
            <a:noFill/>
          </a:ln>
        </p:spPr>
      </p:sp>
      <p:sp>
        <p:nvSpPr>
          <p:cNvPr id="4996" name="Google Shape;4996;p83"/>
          <p:cNvSpPr/>
          <p:nvPr/>
        </p:nvSpPr>
        <p:spPr>
          <a:xfrm>
            <a:off x="69041" y="4651473"/>
            <a:ext cx="8979662" cy="510440"/>
          </a:xfrm>
          <a:custGeom>
            <a:rect b="b" l="l" r="r" t="t"/>
            <a:pathLst>
              <a:path extrusionOk="0" h="1491" w="30422">
                <a:moveTo>
                  <a:pt x="1" y="0"/>
                </a:moveTo>
                <a:lnTo>
                  <a:pt x="1" y="1490"/>
                </a:lnTo>
                <a:lnTo>
                  <a:pt x="30422" y="1490"/>
                </a:lnTo>
                <a:lnTo>
                  <a:pt x="3042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83"/>
          <p:cNvSpPr/>
          <p:nvPr/>
        </p:nvSpPr>
        <p:spPr>
          <a:xfrm>
            <a:off x="-336500" y="4637799"/>
            <a:ext cx="9817059" cy="540024"/>
          </a:xfrm>
          <a:custGeom>
            <a:rect b="b" l="l" r="r" t="t"/>
            <a:pathLst>
              <a:path extrusionOk="0" h="1776" w="33259">
                <a:moveTo>
                  <a:pt x="31769" y="81"/>
                </a:moveTo>
                <a:lnTo>
                  <a:pt x="33089" y="1696"/>
                </a:lnTo>
                <a:lnTo>
                  <a:pt x="170" y="1696"/>
                </a:lnTo>
                <a:lnTo>
                  <a:pt x="1482" y="81"/>
                </a:lnTo>
                <a:close/>
                <a:moveTo>
                  <a:pt x="1446" y="1"/>
                </a:moveTo>
                <a:lnTo>
                  <a:pt x="1" y="1776"/>
                </a:lnTo>
                <a:lnTo>
                  <a:pt x="33259" y="1776"/>
                </a:lnTo>
                <a:lnTo>
                  <a:pt x="318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83"/>
          <p:cNvSpPr/>
          <p:nvPr/>
        </p:nvSpPr>
        <p:spPr>
          <a:xfrm>
            <a:off x="1114495" y="4637799"/>
            <a:ext cx="6912586" cy="540024"/>
          </a:xfrm>
          <a:custGeom>
            <a:rect b="b" l="l" r="r" t="t"/>
            <a:pathLst>
              <a:path extrusionOk="0" h="1776" w="23419">
                <a:moveTo>
                  <a:pt x="22357" y="81"/>
                </a:moveTo>
                <a:lnTo>
                  <a:pt x="23275" y="1696"/>
                </a:lnTo>
                <a:lnTo>
                  <a:pt x="143" y="1696"/>
                </a:lnTo>
                <a:lnTo>
                  <a:pt x="1071" y="81"/>
                </a:lnTo>
                <a:close/>
                <a:moveTo>
                  <a:pt x="1026" y="1"/>
                </a:moveTo>
                <a:lnTo>
                  <a:pt x="0" y="1776"/>
                </a:lnTo>
                <a:lnTo>
                  <a:pt x="23418" y="1776"/>
                </a:lnTo>
                <a:lnTo>
                  <a:pt x="22401"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83"/>
          <p:cNvSpPr/>
          <p:nvPr/>
        </p:nvSpPr>
        <p:spPr>
          <a:xfrm>
            <a:off x="2438868" y="4637799"/>
            <a:ext cx="4266092" cy="540024"/>
          </a:xfrm>
          <a:custGeom>
            <a:rect b="b" l="l" r="r" t="t"/>
            <a:pathLst>
              <a:path extrusionOk="0" h="1776" w="14453">
                <a:moveTo>
                  <a:pt x="13766" y="81"/>
                </a:moveTo>
                <a:lnTo>
                  <a:pt x="14337" y="1696"/>
                </a:lnTo>
                <a:lnTo>
                  <a:pt x="117" y="1696"/>
                </a:lnTo>
                <a:lnTo>
                  <a:pt x="688" y="81"/>
                </a:lnTo>
                <a:close/>
                <a:moveTo>
                  <a:pt x="625" y="1"/>
                </a:moveTo>
                <a:lnTo>
                  <a:pt x="1" y="1776"/>
                </a:lnTo>
                <a:lnTo>
                  <a:pt x="14453" y="1776"/>
                </a:lnTo>
                <a:lnTo>
                  <a:pt x="13819"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83"/>
          <p:cNvSpPr/>
          <p:nvPr/>
        </p:nvSpPr>
        <p:spPr>
          <a:xfrm>
            <a:off x="3805448" y="4637799"/>
            <a:ext cx="1530161" cy="540024"/>
          </a:xfrm>
          <a:custGeom>
            <a:rect b="b" l="l" r="r" t="t"/>
            <a:pathLst>
              <a:path extrusionOk="0" h="1776" w="5184">
                <a:moveTo>
                  <a:pt x="4890" y="81"/>
                </a:moveTo>
                <a:lnTo>
                  <a:pt x="5095" y="1696"/>
                </a:lnTo>
                <a:lnTo>
                  <a:pt x="99" y="1696"/>
                </a:lnTo>
                <a:lnTo>
                  <a:pt x="295" y="81"/>
                </a:lnTo>
                <a:close/>
                <a:moveTo>
                  <a:pt x="224" y="1"/>
                </a:moveTo>
                <a:lnTo>
                  <a:pt x="1" y="1776"/>
                </a:lnTo>
                <a:lnTo>
                  <a:pt x="5184" y="1776"/>
                </a:lnTo>
                <a:lnTo>
                  <a:pt x="4961"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01" name="Google Shape;5001;p83"/>
          <p:cNvGrpSpPr/>
          <p:nvPr/>
        </p:nvGrpSpPr>
        <p:grpSpPr>
          <a:xfrm>
            <a:off x="-138200" y="3248800"/>
            <a:ext cx="9401995" cy="1473275"/>
            <a:chOff x="-138200" y="2987850"/>
            <a:chExt cx="9401995" cy="1473275"/>
          </a:xfrm>
        </p:grpSpPr>
        <p:sp>
          <p:nvSpPr>
            <p:cNvPr id="5002" name="Google Shape;5002;p83"/>
            <p:cNvSpPr/>
            <p:nvPr/>
          </p:nvSpPr>
          <p:spPr>
            <a:xfrm>
              <a:off x="-138200" y="2987850"/>
              <a:ext cx="9401995" cy="139927"/>
            </a:xfrm>
            <a:custGeom>
              <a:rect b="b" l="l" r="r" t="t"/>
              <a:pathLst>
                <a:path extrusionOk="0" h="616" w="30422">
                  <a:moveTo>
                    <a:pt x="1" y="0"/>
                  </a:moveTo>
                  <a:lnTo>
                    <a:pt x="1" y="616"/>
                  </a:lnTo>
                  <a:lnTo>
                    <a:pt x="30422" y="616"/>
                  </a:lnTo>
                  <a:lnTo>
                    <a:pt x="30422"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83"/>
            <p:cNvSpPr/>
            <p:nvPr/>
          </p:nvSpPr>
          <p:spPr>
            <a:xfrm>
              <a:off x="-138200" y="3076891"/>
              <a:ext cx="9401995" cy="50882"/>
            </a:xfrm>
            <a:custGeom>
              <a:rect b="b" l="l" r="r" t="t"/>
              <a:pathLst>
                <a:path extrusionOk="0" h="224" w="30422">
                  <a:moveTo>
                    <a:pt x="1" y="1"/>
                  </a:moveTo>
                  <a:lnTo>
                    <a:pt x="1" y="224"/>
                  </a:lnTo>
                  <a:lnTo>
                    <a:pt x="30422" y="224"/>
                  </a:lnTo>
                  <a:lnTo>
                    <a:pt x="3042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83"/>
            <p:cNvSpPr/>
            <p:nvPr/>
          </p:nvSpPr>
          <p:spPr>
            <a:xfrm>
              <a:off x="-138200" y="4313024"/>
              <a:ext cx="9401995" cy="138110"/>
            </a:xfrm>
            <a:custGeom>
              <a:rect b="b" l="l" r="r" t="t"/>
              <a:pathLst>
                <a:path extrusionOk="0" h="608" w="30422">
                  <a:moveTo>
                    <a:pt x="1" y="1"/>
                  </a:moveTo>
                  <a:lnTo>
                    <a:pt x="1" y="607"/>
                  </a:lnTo>
                  <a:lnTo>
                    <a:pt x="30422" y="607"/>
                  </a:lnTo>
                  <a:lnTo>
                    <a:pt x="30422"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83"/>
            <p:cNvSpPr/>
            <p:nvPr/>
          </p:nvSpPr>
          <p:spPr>
            <a:xfrm>
              <a:off x="-138200" y="4313024"/>
              <a:ext cx="9401995" cy="30666"/>
            </a:xfrm>
            <a:custGeom>
              <a:rect b="b" l="l" r="r" t="t"/>
              <a:pathLst>
                <a:path extrusionOk="0" h="135" w="30422">
                  <a:moveTo>
                    <a:pt x="1" y="1"/>
                  </a:moveTo>
                  <a:lnTo>
                    <a:pt x="1" y="135"/>
                  </a:lnTo>
                  <a:lnTo>
                    <a:pt x="30422" y="135"/>
                  </a:lnTo>
                  <a:lnTo>
                    <a:pt x="3042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83"/>
            <p:cNvSpPr/>
            <p:nvPr/>
          </p:nvSpPr>
          <p:spPr>
            <a:xfrm>
              <a:off x="-138200" y="4402292"/>
              <a:ext cx="9401995" cy="48838"/>
            </a:xfrm>
            <a:custGeom>
              <a:rect b="b" l="l" r="r" t="t"/>
              <a:pathLst>
                <a:path extrusionOk="0" h="215" w="30422">
                  <a:moveTo>
                    <a:pt x="1" y="0"/>
                  </a:moveTo>
                  <a:lnTo>
                    <a:pt x="1" y="214"/>
                  </a:lnTo>
                  <a:lnTo>
                    <a:pt x="30422" y="214"/>
                  </a:lnTo>
                  <a:lnTo>
                    <a:pt x="30422" y="0"/>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07" name="Google Shape;5007;p83"/>
            <p:cNvGrpSpPr/>
            <p:nvPr/>
          </p:nvGrpSpPr>
          <p:grpSpPr>
            <a:xfrm>
              <a:off x="1190934" y="3127728"/>
              <a:ext cx="389354" cy="1185780"/>
              <a:chOff x="1491295" y="3180738"/>
              <a:chExt cx="354635" cy="1080043"/>
            </a:xfrm>
          </p:grpSpPr>
          <p:sp>
            <p:nvSpPr>
              <p:cNvPr id="5008" name="Google Shape;5008;p83"/>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83"/>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83"/>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83"/>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83"/>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83"/>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14" name="Google Shape;5014;p83"/>
            <p:cNvSpPr/>
            <p:nvPr/>
          </p:nvSpPr>
          <p:spPr>
            <a:xfrm>
              <a:off x="1802734"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83"/>
            <p:cNvSpPr/>
            <p:nvPr/>
          </p:nvSpPr>
          <p:spPr>
            <a:xfrm>
              <a:off x="1768436"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83"/>
            <p:cNvSpPr/>
            <p:nvPr/>
          </p:nvSpPr>
          <p:spPr>
            <a:xfrm>
              <a:off x="1855430"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83"/>
            <p:cNvSpPr/>
            <p:nvPr/>
          </p:nvSpPr>
          <p:spPr>
            <a:xfrm>
              <a:off x="1855430" y="3255194"/>
              <a:ext cx="107667" cy="928382"/>
            </a:xfrm>
            <a:custGeom>
              <a:rect b="b" l="l" r="r" t="t"/>
              <a:pathLst>
                <a:path extrusionOk="0" h="4087" w="474">
                  <a:moveTo>
                    <a:pt x="1" y="1"/>
                  </a:moveTo>
                  <a:lnTo>
                    <a:pt x="1"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83"/>
            <p:cNvSpPr/>
            <p:nvPr/>
          </p:nvSpPr>
          <p:spPr>
            <a:xfrm>
              <a:off x="1802734"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83"/>
            <p:cNvSpPr/>
            <p:nvPr/>
          </p:nvSpPr>
          <p:spPr>
            <a:xfrm>
              <a:off x="1768436"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83"/>
            <p:cNvSpPr/>
            <p:nvPr/>
          </p:nvSpPr>
          <p:spPr>
            <a:xfrm>
              <a:off x="2380345"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83"/>
            <p:cNvSpPr/>
            <p:nvPr/>
          </p:nvSpPr>
          <p:spPr>
            <a:xfrm>
              <a:off x="2345820"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83"/>
            <p:cNvSpPr/>
            <p:nvPr/>
          </p:nvSpPr>
          <p:spPr>
            <a:xfrm>
              <a:off x="2433041"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83"/>
            <p:cNvSpPr/>
            <p:nvPr/>
          </p:nvSpPr>
          <p:spPr>
            <a:xfrm>
              <a:off x="2433041" y="3255194"/>
              <a:ext cx="107440" cy="928382"/>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83"/>
            <p:cNvSpPr/>
            <p:nvPr/>
          </p:nvSpPr>
          <p:spPr>
            <a:xfrm>
              <a:off x="2380345"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83"/>
            <p:cNvSpPr/>
            <p:nvPr/>
          </p:nvSpPr>
          <p:spPr>
            <a:xfrm>
              <a:off x="2345820"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83"/>
            <p:cNvSpPr/>
            <p:nvPr/>
          </p:nvSpPr>
          <p:spPr>
            <a:xfrm>
              <a:off x="2959773" y="3190456"/>
              <a:ext cx="316413" cy="64966"/>
            </a:xfrm>
            <a:custGeom>
              <a:rect b="b" l="l" r="r" t="t"/>
              <a:pathLst>
                <a:path extrusionOk="0" h="286" w="1393">
                  <a:moveTo>
                    <a:pt x="1" y="0"/>
                  </a:moveTo>
                  <a:lnTo>
                    <a:pt x="1"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83"/>
            <p:cNvSpPr/>
            <p:nvPr/>
          </p:nvSpPr>
          <p:spPr>
            <a:xfrm>
              <a:off x="2923431"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83"/>
            <p:cNvSpPr/>
            <p:nvPr/>
          </p:nvSpPr>
          <p:spPr>
            <a:xfrm>
              <a:off x="3012469" y="3255194"/>
              <a:ext cx="211018" cy="928382"/>
            </a:xfrm>
            <a:custGeom>
              <a:rect b="b" l="l" r="r" t="t"/>
              <a:pathLst>
                <a:path extrusionOk="0" h="4087" w="929">
                  <a:moveTo>
                    <a:pt x="1" y="1"/>
                  </a:moveTo>
                  <a:lnTo>
                    <a:pt x="1" y="4087"/>
                  </a:lnTo>
                  <a:lnTo>
                    <a:pt x="928" y="4087"/>
                  </a:lnTo>
                  <a:lnTo>
                    <a:pt x="92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83"/>
            <p:cNvSpPr/>
            <p:nvPr/>
          </p:nvSpPr>
          <p:spPr>
            <a:xfrm>
              <a:off x="3012469"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83"/>
            <p:cNvSpPr/>
            <p:nvPr/>
          </p:nvSpPr>
          <p:spPr>
            <a:xfrm>
              <a:off x="2959773" y="4183320"/>
              <a:ext cx="316413" cy="65193"/>
            </a:xfrm>
            <a:custGeom>
              <a:rect b="b" l="l" r="r" t="t"/>
              <a:pathLst>
                <a:path extrusionOk="0" h="287" w="1393">
                  <a:moveTo>
                    <a:pt x="1" y="1"/>
                  </a:moveTo>
                  <a:lnTo>
                    <a:pt x="1"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83"/>
            <p:cNvSpPr/>
            <p:nvPr/>
          </p:nvSpPr>
          <p:spPr>
            <a:xfrm>
              <a:off x="2923431"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83"/>
            <p:cNvSpPr/>
            <p:nvPr/>
          </p:nvSpPr>
          <p:spPr>
            <a:xfrm>
              <a:off x="3537384" y="3190456"/>
              <a:ext cx="316186" cy="64966"/>
            </a:xfrm>
            <a:custGeom>
              <a:rect b="b" l="l" r="r" t="t"/>
              <a:pathLst>
                <a:path extrusionOk="0" h="286" w="1392">
                  <a:moveTo>
                    <a:pt x="0" y="0"/>
                  </a:moveTo>
                  <a:lnTo>
                    <a:pt x="0"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83"/>
            <p:cNvSpPr/>
            <p:nvPr/>
          </p:nvSpPr>
          <p:spPr>
            <a:xfrm>
              <a:off x="3500815"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83"/>
            <p:cNvSpPr/>
            <p:nvPr/>
          </p:nvSpPr>
          <p:spPr>
            <a:xfrm>
              <a:off x="3590080" y="3255194"/>
              <a:ext cx="210791" cy="928382"/>
            </a:xfrm>
            <a:custGeom>
              <a:rect b="b" l="l" r="r" t="t"/>
              <a:pathLst>
                <a:path extrusionOk="0" h="4087" w="928">
                  <a:moveTo>
                    <a:pt x="0" y="1"/>
                  </a:moveTo>
                  <a:lnTo>
                    <a:pt x="0" y="4087"/>
                  </a:lnTo>
                  <a:lnTo>
                    <a:pt x="928" y="4087"/>
                  </a:lnTo>
                  <a:lnTo>
                    <a:pt x="92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83"/>
            <p:cNvSpPr/>
            <p:nvPr/>
          </p:nvSpPr>
          <p:spPr>
            <a:xfrm>
              <a:off x="3590080" y="3255194"/>
              <a:ext cx="105395" cy="928382"/>
            </a:xfrm>
            <a:custGeom>
              <a:rect b="b" l="l" r="r" t="t"/>
              <a:pathLst>
                <a:path extrusionOk="0" h="4087" w="464">
                  <a:moveTo>
                    <a:pt x="0" y="1"/>
                  </a:moveTo>
                  <a:lnTo>
                    <a:pt x="0"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83"/>
            <p:cNvSpPr/>
            <p:nvPr/>
          </p:nvSpPr>
          <p:spPr>
            <a:xfrm>
              <a:off x="3537384" y="4183320"/>
              <a:ext cx="316186" cy="65193"/>
            </a:xfrm>
            <a:custGeom>
              <a:rect b="b" l="l" r="r" t="t"/>
              <a:pathLst>
                <a:path extrusionOk="0" h="287" w="1392">
                  <a:moveTo>
                    <a:pt x="0" y="1"/>
                  </a:moveTo>
                  <a:lnTo>
                    <a:pt x="0"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83"/>
            <p:cNvSpPr/>
            <p:nvPr/>
          </p:nvSpPr>
          <p:spPr>
            <a:xfrm>
              <a:off x="3500815"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83"/>
            <p:cNvSpPr/>
            <p:nvPr/>
          </p:nvSpPr>
          <p:spPr>
            <a:xfrm>
              <a:off x="4114768" y="3190456"/>
              <a:ext cx="316413" cy="64966"/>
            </a:xfrm>
            <a:custGeom>
              <a:rect b="b" l="l" r="r" t="t"/>
              <a:pathLst>
                <a:path extrusionOk="0" h="286" w="1393">
                  <a:moveTo>
                    <a:pt x="1" y="0"/>
                  </a:moveTo>
                  <a:lnTo>
                    <a:pt x="1"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83"/>
            <p:cNvSpPr/>
            <p:nvPr/>
          </p:nvSpPr>
          <p:spPr>
            <a:xfrm>
              <a:off x="4078426"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83"/>
            <p:cNvSpPr/>
            <p:nvPr/>
          </p:nvSpPr>
          <p:spPr>
            <a:xfrm>
              <a:off x="4167464" y="3255194"/>
              <a:ext cx="211018" cy="928382"/>
            </a:xfrm>
            <a:custGeom>
              <a:rect b="b" l="l" r="r" t="t"/>
              <a:pathLst>
                <a:path extrusionOk="0" h="4087" w="929">
                  <a:moveTo>
                    <a:pt x="1" y="1"/>
                  </a:moveTo>
                  <a:lnTo>
                    <a:pt x="1" y="4087"/>
                  </a:lnTo>
                  <a:lnTo>
                    <a:pt x="928" y="4087"/>
                  </a:lnTo>
                  <a:lnTo>
                    <a:pt x="92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83"/>
            <p:cNvSpPr/>
            <p:nvPr/>
          </p:nvSpPr>
          <p:spPr>
            <a:xfrm>
              <a:off x="4167464"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83"/>
            <p:cNvSpPr/>
            <p:nvPr/>
          </p:nvSpPr>
          <p:spPr>
            <a:xfrm>
              <a:off x="4114768" y="4183320"/>
              <a:ext cx="316413" cy="65193"/>
            </a:xfrm>
            <a:custGeom>
              <a:rect b="b" l="l" r="r" t="t"/>
              <a:pathLst>
                <a:path extrusionOk="0" h="287" w="1393">
                  <a:moveTo>
                    <a:pt x="1" y="1"/>
                  </a:moveTo>
                  <a:lnTo>
                    <a:pt x="1"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83"/>
            <p:cNvSpPr/>
            <p:nvPr/>
          </p:nvSpPr>
          <p:spPr>
            <a:xfrm>
              <a:off x="4078426"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83"/>
            <p:cNvSpPr/>
            <p:nvPr/>
          </p:nvSpPr>
          <p:spPr>
            <a:xfrm>
              <a:off x="4692379"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83"/>
            <p:cNvSpPr/>
            <p:nvPr/>
          </p:nvSpPr>
          <p:spPr>
            <a:xfrm>
              <a:off x="4655809"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83"/>
            <p:cNvSpPr/>
            <p:nvPr/>
          </p:nvSpPr>
          <p:spPr>
            <a:xfrm>
              <a:off x="4745074"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83"/>
            <p:cNvSpPr/>
            <p:nvPr/>
          </p:nvSpPr>
          <p:spPr>
            <a:xfrm>
              <a:off x="4745074" y="3255194"/>
              <a:ext cx="105395" cy="928382"/>
            </a:xfrm>
            <a:custGeom>
              <a:rect b="b" l="l" r="r" t="t"/>
              <a:pathLst>
                <a:path extrusionOk="0" h="4087" w="464">
                  <a:moveTo>
                    <a:pt x="0" y="1"/>
                  </a:moveTo>
                  <a:lnTo>
                    <a:pt x="0"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83"/>
            <p:cNvSpPr/>
            <p:nvPr/>
          </p:nvSpPr>
          <p:spPr>
            <a:xfrm>
              <a:off x="4692379"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83"/>
            <p:cNvSpPr/>
            <p:nvPr/>
          </p:nvSpPr>
          <p:spPr>
            <a:xfrm>
              <a:off x="4655809"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83"/>
            <p:cNvSpPr/>
            <p:nvPr/>
          </p:nvSpPr>
          <p:spPr>
            <a:xfrm>
              <a:off x="5269762"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83"/>
            <p:cNvSpPr/>
            <p:nvPr/>
          </p:nvSpPr>
          <p:spPr>
            <a:xfrm>
              <a:off x="5233420"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83"/>
            <p:cNvSpPr/>
            <p:nvPr/>
          </p:nvSpPr>
          <p:spPr>
            <a:xfrm>
              <a:off x="5322458"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83"/>
            <p:cNvSpPr/>
            <p:nvPr/>
          </p:nvSpPr>
          <p:spPr>
            <a:xfrm>
              <a:off x="5322458"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83"/>
            <p:cNvSpPr/>
            <p:nvPr/>
          </p:nvSpPr>
          <p:spPr>
            <a:xfrm>
              <a:off x="5269762"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83"/>
            <p:cNvSpPr/>
            <p:nvPr/>
          </p:nvSpPr>
          <p:spPr>
            <a:xfrm>
              <a:off x="5233420"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83"/>
            <p:cNvSpPr/>
            <p:nvPr/>
          </p:nvSpPr>
          <p:spPr>
            <a:xfrm>
              <a:off x="5847373"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83"/>
            <p:cNvSpPr/>
            <p:nvPr/>
          </p:nvSpPr>
          <p:spPr>
            <a:xfrm>
              <a:off x="5810804"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83"/>
            <p:cNvSpPr/>
            <p:nvPr/>
          </p:nvSpPr>
          <p:spPr>
            <a:xfrm>
              <a:off x="5900069"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83"/>
            <p:cNvSpPr/>
            <p:nvPr/>
          </p:nvSpPr>
          <p:spPr>
            <a:xfrm>
              <a:off x="5900069" y="3255194"/>
              <a:ext cx="105395" cy="928382"/>
            </a:xfrm>
            <a:custGeom>
              <a:rect b="b" l="l" r="r" t="t"/>
              <a:pathLst>
                <a:path extrusionOk="0" h="4087" w="464">
                  <a:moveTo>
                    <a:pt x="0" y="1"/>
                  </a:moveTo>
                  <a:lnTo>
                    <a:pt x="0"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83"/>
            <p:cNvSpPr/>
            <p:nvPr/>
          </p:nvSpPr>
          <p:spPr>
            <a:xfrm>
              <a:off x="5847373"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83"/>
            <p:cNvSpPr/>
            <p:nvPr/>
          </p:nvSpPr>
          <p:spPr>
            <a:xfrm>
              <a:off x="5810804"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83"/>
            <p:cNvSpPr/>
            <p:nvPr/>
          </p:nvSpPr>
          <p:spPr>
            <a:xfrm>
              <a:off x="6424757"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83"/>
            <p:cNvSpPr/>
            <p:nvPr/>
          </p:nvSpPr>
          <p:spPr>
            <a:xfrm>
              <a:off x="6388415"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83"/>
            <p:cNvSpPr/>
            <p:nvPr/>
          </p:nvSpPr>
          <p:spPr>
            <a:xfrm>
              <a:off x="6477453"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83"/>
            <p:cNvSpPr/>
            <p:nvPr/>
          </p:nvSpPr>
          <p:spPr>
            <a:xfrm>
              <a:off x="6477453"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83"/>
            <p:cNvSpPr/>
            <p:nvPr/>
          </p:nvSpPr>
          <p:spPr>
            <a:xfrm>
              <a:off x="6424757"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83"/>
            <p:cNvSpPr/>
            <p:nvPr/>
          </p:nvSpPr>
          <p:spPr>
            <a:xfrm>
              <a:off x="6388415"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83"/>
            <p:cNvSpPr/>
            <p:nvPr/>
          </p:nvSpPr>
          <p:spPr>
            <a:xfrm>
              <a:off x="7002368"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83"/>
            <p:cNvSpPr/>
            <p:nvPr/>
          </p:nvSpPr>
          <p:spPr>
            <a:xfrm>
              <a:off x="6967843" y="3127536"/>
              <a:ext cx="389327" cy="63149"/>
            </a:xfrm>
            <a:custGeom>
              <a:rect b="b" l="l" r="r" t="t"/>
              <a:pathLst>
                <a:path extrusionOk="0" h="278" w="1714">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83"/>
            <p:cNvSpPr/>
            <p:nvPr/>
          </p:nvSpPr>
          <p:spPr>
            <a:xfrm>
              <a:off x="7055064"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83"/>
            <p:cNvSpPr/>
            <p:nvPr/>
          </p:nvSpPr>
          <p:spPr>
            <a:xfrm>
              <a:off x="7055064" y="3255194"/>
              <a:ext cx="107440" cy="928382"/>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83"/>
            <p:cNvSpPr/>
            <p:nvPr/>
          </p:nvSpPr>
          <p:spPr>
            <a:xfrm>
              <a:off x="7002368"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83"/>
            <p:cNvSpPr/>
            <p:nvPr/>
          </p:nvSpPr>
          <p:spPr>
            <a:xfrm>
              <a:off x="6967843" y="4248285"/>
              <a:ext cx="389327" cy="64966"/>
            </a:xfrm>
            <a:custGeom>
              <a:rect b="b" l="l" r="r" t="t"/>
              <a:pathLst>
                <a:path extrusionOk="0" h="286" w="1714">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83"/>
            <p:cNvSpPr/>
            <p:nvPr/>
          </p:nvSpPr>
          <p:spPr>
            <a:xfrm>
              <a:off x="7579752"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83"/>
            <p:cNvSpPr/>
            <p:nvPr/>
          </p:nvSpPr>
          <p:spPr>
            <a:xfrm>
              <a:off x="7545227" y="3127536"/>
              <a:ext cx="389327" cy="63149"/>
            </a:xfrm>
            <a:custGeom>
              <a:rect b="b" l="l" r="r" t="t"/>
              <a:pathLst>
                <a:path extrusionOk="0" h="278" w="1714">
                  <a:moveTo>
                    <a:pt x="1" y="1"/>
                  </a:moveTo>
                  <a:lnTo>
                    <a:pt x="1" y="277"/>
                  </a:lnTo>
                  <a:lnTo>
                    <a:pt x="1714" y="277"/>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83"/>
            <p:cNvSpPr/>
            <p:nvPr/>
          </p:nvSpPr>
          <p:spPr>
            <a:xfrm>
              <a:off x="7632448"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83"/>
            <p:cNvSpPr/>
            <p:nvPr/>
          </p:nvSpPr>
          <p:spPr>
            <a:xfrm>
              <a:off x="7632448" y="3255194"/>
              <a:ext cx="107667" cy="928382"/>
            </a:xfrm>
            <a:custGeom>
              <a:rect b="b" l="l" r="r" t="t"/>
              <a:pathLst>
                <a:path extrusionOk="0" h="4087" w="474">
                  <a:moveTo>
                    <a:pt x="1" y="1"/>
                  </a:moveTo>
                  <a:lnTo>
                    <a:pt x="1"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83"/>
            <p:cNvSpPr/>
            <p:nvPr/>
          </p:nvSpPr>
          <p:spPr>
            <a:xfrm>
              <a:off x="7579752"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83"/>
            <p:cNvSpPr/>
            <p:nvPr/>
          </p:nvSpPr>
          <p:spPr>
            <a:xfrm>
              <a:off x="7545227" y="4248285"/>
              <a:ext cx="389327" cy="64966"/>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83"/>
            <p:cNvSpPr/>
            <p:nvPr/>
          </p:nvSpPr>
          <p:spPr>
            <a:xfrm>
              <a:off x="5625306" y="4376851"/>
              <a:ext cx="1574796" cy="84275"/>
            </a:xfrm>
            <a:custGeom>
              <a:rect b="b" l="l" r="r" t="t"/>
              <a:pathLst>
                <a:path extrusionOk="0" h="371" w="6933">
                  <a:moveTo>
                    <a:pt x="1854" y="1"/>
                  </a:moveTo>
                  <a:cubicBezTo>
                    <a:pt x="1640" y="1"/>
                    <a:pt x="1437" y="14"/>
                    <a:pt x="1437" y="14"/>
                  </a:cubicBezTo>
                  <a:cubicBezTo>
                    <a:pt x="1437" y="14"/>
                    <a:pt x="1306" y="26"/>
                    <a:pt x="1193" y="26"/>
                  </a:cubicBezTo>
                  <a:cubicBezTo>
                    <a:pt x="1136" y="26"/>
                    <a:pt x="1083" y="23"/>
                    <a:pt x="1054" y="14"/>
                  </a:cubicBezTo>
                  <a:cubicBezTo>
                    <a:pt x="1049" y="13"/>
                    <a:pt x="1044" y="12"/>
                    <a:pt x="1039" y="12"/>
                  </a:cubicBezTo>
                  <a:cubicBezTo>
                    <a:pt x="966" y="12"/>
                    <a:pt x="911" y="130"/>
                    <a:pt x="911" y="130"/>
                  </a:cubicBezTo>
                  <a:lnTo>
                    <a:pt x="813" y="112"/>
                  </a:lnTo>
                  <a:cubicBezTo>
                    <a:pt x="813" y="112"/>
                    <a:pt x="608" y="148"/>
                    <a:pt x="590" y="157"/>
                  </a:cubicBezTo>
                  <a:cubicBezTo>
                    <a:pt x="572" y="157"/>
                    <a:pt x="509" y="193"/>
                    <a:pt x="509" y="193"/>
                  </a:cubicBezTo>
                  <a:lnTo>
                    <a:pt x="1" y="371"/>
                  </a:lnTo>
                  <a:lnTo>
                    <a:pt x="6933" y="317"/>
                  </a:lnTo>
                  <a:lnTo>
                    <a:pt x="6522" y="157"/>
                  </a:lnTo>
                  <a:lnTo>
                    <a:pt x="5942" y="139"/>
                  </a:lnTo>
                  <a:lnTo>
                    <a:pt x="5487" y="228"/>
                  </a:lnTo>
                  <a:cubicBezTo>
                    <a:pt x="5487" y="228"/>
                    <a:pt x="5077" y="228"/>
                    <a:pt x="4818" y="193"/>
                  </a:cubicBezTo>
                  <a:cubicBezTo>
                    <a:pt x="4551" y="157"/>
                    <a:pt x="4515" y="184"/>
                    <a:pt x="4354" y="112"/>
                  </a:cubicBezTo>
                  <a:cubicBezTo>
                    <a:pt x="4258" y="72"/>
                    <a:pt x="4161" y="65"/>
                    <a:pt x="4104" y="65"/>
                  </a:cubicBezTo>
                  <a:cubicBezTo>
                    <a:pt x="4071" y="65"/>
                    <a:pt x="4051" y="68"/>
                    <a:pt x="4051" y="68"/>
                  </a:cubicBezTo>
                  <a:lnTo>
                    <a:pt x="3846" y="68"/>
                  </a:lnTo>
                  <a:lnTo>
                    <a:pt x="3569" y="77"/>
                  </a:lnTo>
                  <a:lnTo>
                    <a:pt x="3346" y="68"/>
                  </a:lnTo>
                  <a:lnTo>
                    <a:pt x="2963" y="94"/>
                  </a:lnTo>
                  <a:lnTo>
                    <a:pt x="2650" y="193"/>
                  </a:lnTo>
                  <a:cubicBezTo>
                    <a:pt x="2650" y="193"/>
                    <a:pt x="2436" y="175"/>
                    <a:pt x="2338" y="68"/>
                  </a:cubicBezTo>
                  <a:cubicBezTo>
                    <a:pt x="2294" y="14"/>
                    <a:pt x="2068" y="1"/>
                    <a:pt x="18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81" name="Google Shape;5081;p83"/>
            <p:cNvGrpSpPr/>
            <p:nvPr/>
          </p:nvGrpSpPr>
          <p:grpSpPr>
            <a:xfrm>
              <a:off x="613339" y="3127728"/>
              <a:ext cx="389354" cy="1185780"/>
              <a:chOff x="1491295" y="3180738"/>
              <a:chExt cx="354635" cy="1080043"/>
            </a:xfrm>
          </p:grpSpPr>
          <p:sp>
            <p:nvSpPr>
              <p:cNvPr id="5082" name="Google Shape;5082;p83"/>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83"/>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83"/>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83"/>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83"/>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83"/>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8" name="Google Shape;5088;p83"/>
            <p:cNvGrpSpPr/>
            <p:nvPr/>
          </p:nvGrpSpPr>
          <p:grpSpPr>
            <a:xfrm>
              <a:off x="35745" y="3127728"/>
              <a:ext cx="389354" cy="1185780"/>
              <a:chOff x="1491295" y="3180738"/>
              <a:chExt cx="354635" cy="1080043"/>
            </a:xfrm>
          </p:grpSpPr>
          <p:sp>
            <p:nvSpPr>
              <p:cNvPr id="5089" name="Google Shape;5089;p83"/>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83"/>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83"/>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83"/>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83"/>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83"/>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5" name="Google Shape;5095;p83"/>
            <p:cNvGrpSpPr/>
            <p:nvPr/>
          </p:nvGrpSpPr>
          <p:grpSpPr>
            <a:xfrm>
              <a:off x="8122725" y="3127728"/>
              <a:ext cx="389354" cy="1185780"/>
              <a:chOff x="1491295" y="3180738"/>
              <a:chExt cx="354635" cy="1080043"/>
            </a:xfrm>
          </p:grpSpPr>
          <p:sp>
            <p:nvSpPr>
              <p:cNvPr id="5096" name="Google Shape;5096;p83"/>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83"/>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83"/>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83"/>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83"/>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83"/>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2" name="Google Shape;5102;p83"/>
            <p:cNvGrpSpPr/>
            <p:nvPr/>
          </p:nvGrpSpPr>
          <p:grpSpPr>
            <a:xfrm>
              <a:off x="8700100" y="3127728"/>
              <a:ext cx="389354" cy="1185780"/>
              <a:chOff x="1491295" y="3180738"/>
              <a:chExt cx="354635" cy="1080043"/>
            </a:xfrm>
          </p:grpSpPr>
          <p:sp>
            <p:nvSpPr>
              <p:cNvPr id="5103" name="Google Shape;5103;p83"/>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83"/>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83"/>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83"/>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83"/>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83"/>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109" name="Google Shape;5109;p83"/>
          <p:cNvSpPr/>
          <p:nvPr/>
        </p:nvSpPr>
        <p:spPr>
          <a:xfrm>
            <a:off x="1850546" y="4519646"/>
            <a:ext cx="2045463" cy="127457"/>
          </a:xfrm>
          <a:custGeom>
            <a:rect b="b" l="l" r="r" t="t"/>
            <a:pathLst>
              <a:path extrusionOk="0" h="616" w="9886">
                <a:moveTo>
                  <a:pt x="2418" y="0"/>
                </a:moveTo>
                <a:lnTo>
                  <a:pt x="2142" y="99"/>
                </a:lnTo>
                <a:lnTo>
                  <a:pt x="1919" y="188"/>
                </a:lnTo>
                <a:lnTo>
                  <a:pt x="1740" y="295"/>
                </a:lnTo>
                <a:cubicBezTo>
                  <a:pt x="1740" y="295"/>
                  <a:pt x="1571" y="188"/>
                  <a:pt x="1339" y="161"/>
                </a:cubicBezTo>
                <a:cubicBezTo>
                  <a:pt x="1290" y="155"/>
                  <a:pt x="1256" y="153"/>
                  <a:pt x="1234" y="153"/>
                </a:cubicBezTo>
                <a:cubicBezTo>
                  <a:pt x="1210" y="153"/>
                  <a:pt x="1199" y="156"/>
                  <a:pt x="1194" y="158"/>
                </a:cubicBezTo>
                <a:lnTo>
                  <a:pt x="1194" y="158"/>
                </a:lnTo>
                <a:cubicBezTo>
                  <a:pt x="1194" y="158"/>
                  <a:pt x="1194" y="158"/>
                  <a:pt x="1194" y="158"/>
                </a:cubicBezTo>
                <a:cubicBezTo>
                  <a:pt x="1108" y="158"/>
                  <a:pt x="558" y="327"/>
                  <a:pt x="483" y="402"/>
                </a:cubicBezTo>
                <a:lnTo>
                  <a:pt x="1" y="616"/>
                </a:lnTo>
                <a:lnTo>
                  <a:pt x="9885" y="616"/>
                </a:lnTo>
                <a:lnTo>
                  <a:pt x="9537" y="473"/>
                </a:lnTo>
                <a:lnTo>
                  <a:pt x="9261" y="402"/>
                </a:lnTo>
                <a:cubicBezTo>
                  <a:pt x="9261" y="402"/>
                  <a:pt x="9100" y="429"/>
                  <a:pt x="8833" y="473"/>
                </a:cubicBezTo>
                <a:cubicBezTo>
                  <a:pt x="8791" y="480"/>
                  <a:pt x="8757" y="483"/>
                  <a:pt x="8729" y="483"/>
                </a:cubicBezTo>
                <a:cubicBezTo>
                  <a:pt x="8584" y="483"/>
                  <a:pt x="8610" y="402"/>
                  <a:pt x="8610" y="402"/>
                </a:cubicBezTo>
                <a:cubicBezTo>
                  <a:pt x="8610" y="402"/>
                  <a:pt x="8306" y="188"/>
                  <a:pt x="8199" y="188"/>
                </a:cubicBezTo>
                <a:cubicBezTo>
                  <a:pt x="8083" y="188"/>
                  <a:pt x="7949" y="188"/>
                  <a:pt x="7816" y="206"/>
                </a:cubicBezTo>
                <a:cubicBezTo>
                  <a:pt x="7682" y="223"/>
                  <a:pt x="7575" y="295"/>
                  <a:pt x="7486" y="295"/>
                </a:cubicBezTo>
                <a:cubicBezTo>
                  <a:pt x="7396" y="287"/>
                  <a:pt x="7306" y="203"/>
                  <a:pt x="7154" y="203"/>
                </a:cubicBezTo>
                <a:cubicBezTo>
                  <a:pt x="7140" y="203"/>
                  <a:pt x="7126" y="204"/>
                  <a:pt x="7111" y="206"/>
                </a:cubicBezTo>
                <a:cubicBezTo>
                  <a:pt x="7048" y="212"/>
                  <a:pt x="6995" y="213"/>
                  <a:pt x="6951" y="213"/>
                </a:cubicBezTo>
                <a:cubicBezTo>
                  <a:pt x="6864" y="213"/>
                  <a:pt x="6816" y="206"/>
                  <a:pt x="6816" y="206"/>
                </a:cubicBezTo>
                <a:lnTo>
                  <a:pt x="6486" y="295"/>
                </a:lnTo>
                <a:lnTo>
                  <a:pt x="6147" y="473"/>
                </a:lnTo>
                <a:lnTo>
                  <a:pt x="5853" y="402"/>
                </a:lnTo>
                <a:lnTo>
                  <a:pt x="5425" y="206"/>
                </a:lnTo>
                <a:lnTo>
                  <a:pt x="4863" y="99"/>
                </a:lnTo>
                <a:cubicBezTo>
                  <a:pt x="4863" y="99"/>
                  <a:pt x="4435" y="161"/>
                  <a:pt x="4256" y="161"/>
                </a:cubicBezTo>
                <a:cubicBezTo>
                  <a:pt x="4078" y="161"/>
                  <a:pt x="4033" y="206"/>
                  <a:pt x="4033" y="206"/>
                </a:cubicBezTo>
                <a:cubicBezTo>
                  <a:pt x="4033" y="206"/>
                  <a:pt x="3699" y="297"/>
                  <a:pt x="3514" y="297"/>
                </a:cubicBezTo>
                <a:cubicBezTo>
                  <a:pt x="3498" y="297"/>
                  <a:pt x="3484" y="296"/>
                  <a:pt x="3471" y="295"/>
                </a:cubicBezTo>
                <a:cubicBezTo>
                  <a:pt x="3293" y="268"/>
                  <a:pt x="3159" y="99"/>
                  <a:pt x="3159" y="99"/>
                </a:cubicBezTo>
                <a:cubicBezTo>
                  <a:pt x="3159" y="99"/>
                  <a:pt x="3111" y="138"/>
                  <a:pt x="3050" y="138"/>
                </a:cubicBezTo>
                <a:cubicBezTo>
                  <a:pt x="3020" y="138"/>
                  <a:pt x="2986" y="128"/>
                  <a:pt x="2954" y="99"/>
                </a:cubicBezTo>
                <a:cubicBezTo>
                  <a:pt x="2919" y="67"/>
                  <a:pt x="2890" y="57"/>
                  <a:pt x="2864" y="57"/>
                </a:cubicBezTo>
                <a:cubicBezTo>
                  <a:pt x="2815" y="57"/>
                  <a:pt x="2774" y="93"/>
                  <a:pt x="2722" y="99"/>
                </a:cubicBezTo>
                <a:cubicBezTo>
                  <a:pt x="2718" y="99"/>
                  <a:pt x="2714" y="99"/>
                  <a:pt x="2710" y="99"/>
                </a:cubicBezTo>
                <a:cubicBezTo>
                  <a:pt x="2616" y="99"/>
                  <a:pt x="2418" y="0"/>
                  <a:pt x="2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10" name="Google Shape;5110;p83"/>
          <p:cNvGrpSpPr/>
          <p:nvPr/>
        </p:nvGrpSpPr>
        <p:grpSpPr>
          <a:xfrm>
            <a:off x="-440352" y="4372550"/>
            <a:ext cx="2183372" cy="583072"/>
            <a:chOff x="379848" y="4111600"/>
            <a:chExt cx="2183372" cy="583072"/>
          </a:xfrm>
        </p:grpSpPr>
        <p:sp>
          <p:nvSpPr>
            <p:cNvPr id="5111" name="Google Shape;5111;p83"/>
            <p:cNvSpPr/>
            <p:nvPr/>
          </p:nvSpPr>
          <p:spPr>
            <a:xfrm>
              <a:off x="379848" y="4111600"/>
              <a:ext cx="2183372" cy="583072"/>
            </a:xfrm>
            <a:custGeom>
              <a:rect b="b" l="l" r="r" t="t"/>
              <a:pathLst>
                <a:path extrusionOk="0" h="2818" w="7397">
                  <a:moveTo>
                    <a:pt x="1584" y="1"/>
                  </a:moveTo>
                  <a:cubicBezTo>
                    <a:pt x="1376" y="1"/>
                    <a:pt x="1196" y="52"/>
                    <a:pt x="1196" y="52"/>
                  </a:cubicBezTo>
                  <a:lnTo>
                    <a:pt x="0" y="2817"/>
                  </a:lnTo>
                  <a:lnTo>
                    <a:pt x="7396" y="2817"/>
                  </a:lnTo>
                  <a:cubicBezTo>
                    <a:pt x="7292" y="2500"/>
                    <a:pt x="7094" y="2422"/>
                    <a:pt x="6924" y="2422"/>
                  </a:cubicBezTo>
                  <a:cubicBezTo>
                    <a:pt x="6759" y="2422"/>
                    <a:pt x="6620" y="2496"/>
                    <a:pt x="6620" y="2496"/>
                  </a:cubicBezTo>
                  <a:cubicBezTo>
                    <a:pt x="6496" y="2241"/>
                    <a:pt x="6327" y="2167"/>
                    <a:pt x="6172" y="2167"/>
                  </a:cubicBezTo>
                  <a:cubicBezTo>
                    <a:pt x="5959" y="2167"/>
                    <a:pt x="5772" y="2309"/>
                    <a:pt x="5772" y="2309"/>
                  </a:cubicBezTo>
                  <a:cubicBezTo>
                    <a:pt x="5688" y="1947"/>
                    <a:pt x="5515" y="1848"/>
                    <a:pt x="5351" y="1848"/>
                  </a:cubicBezTo>
                  <a:cubicBezTo>
                    <a:pt x="5149" y="1848"/>
                    <a:pt x="4961" y="1996"/>
                    <a:pt x="4961" y="1996"/>
                  </a:cubicBezTo>
                  <a:cubicBezTo>
                    <a:pt x="4890" y="1622"/>
                    <a:pt x="4712" y="1517"/>
                    <a:pt x="4537" y="1517"/>
                  </a:cubicBezTo>
                  <a:cubicBezTo>
                    <a:pt x="4315" y="1517"/>
                    <a:pt x="4095" y="1684"/>
                    <a:pt x="4095" y="1684"/>
                  </a:cubicBezTo>
                  <a:cubicBezTo>
                    <a:pt x="4067" y="1207"/>
                    <a:pt x="3877" y="1076"/>
                    <a:pt x="3676" y="1076"/>
                  </a:cubicBezTo>
                  <a:cubicBezTo>
                    <a:pt x="3430" y="1076"/>
                    <a:pt x="3167" y="1274"/>
                    <a:pt x="3167" y="1274"/>
                  </a:cubicBezTo>
                  <a:cubicBezTo>
                    <a:pt x="3202" y="765"/>
                    <a:pt x="2976" y="633"/>
                    <a:pt x="2733" y="633"/>
                  </a:cubicBezTo>
                  <a:cubicBezTo>
                    <a:pt x="2473" y="633"/>
                    <a:pt x="2195" y="783"/>
                    <a:pt x="2195" y="783"/>
                  </a:cubicBezTo>
                  <a:cubicBezTo>
                    <a:pt x="2315" y="128"/>
                    <a:pt x="1914" y="1"/>
                    <a:pt x="1584"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83"/>
            <p:cNvSpPr/>
            <p:nvPr/>
          </p:nvSpPr>
          <p:spPr>
            <a:xfrm>
              <a:off x="514145" y="4335678"/>
              <a:ext cx="1340662" cy="358989"/>
            </a:xfrm>
            <a:custGeom>
              <a:rect b="b" l="l" r="r" t="t"/>
              <a:pathLst>
                <a:path extrusionOk="0" h="1735" w="4542">
                  <a:moveTo>
                    <a:pt x="974" y="0"/>
                  </a:moveTo>
                  <a:cubicBezTo>
                    <a:pt x="848" y="0"/>
                    <a:pt x="741" y="30"/>
                    <a:pt x="741" y="30"/>
                  </a:cubicBezTo>
                  <a:lnTo>
                    <a:pt x="0" y="1734"/>
                  </a:lnTo>
                  <a:lnTo>
                    <a:pt x="4541" y="1734"/>
                  </a:lnTo>
                  <a:cubicBezTo>
                    <a:pt x="4478" y="1540"/>
                    <a:pt x="4358" y="1492"/>
                    <a:pt x="4254" y="1492"/>
                  </a:cubicBezTo>
                  <a:cubicBezTo>
                    <a:pt x="4153" y="1492"/>
                    <a:pt x="4068" y="1538"/>
                    <a:pt x="4068" y="1538"/>
                  </a:cubicBezTo>
                  <a:cubicBezTo>
                    <a:pt x="3994" y="1381"/>
                    <a:pt x="3889" y="1335"/>
                    <a:pt x="3792" y="1335"/>
                  </a:cubicBezTo>
                  <a:cubicBezTo>
                    <a:pt x="3659" y="1335"/>
                    <a:pt x="3542" y="1422"/>
                    <a:pt x="3542" y="1422"/>
                  </a:cubicBezTo>
                  <a:cubicBezTo>
                    <a:pt x="3494" y="1202"/>
                    <a:pt x="3391" y="1142"/>
                    <a:pt x="3292" y="1142"/>
                  </a:cubicBezTo>
                  <a:cubicBezTo>
                    <a:pt x="3169" y="1142"/>
                    <a:pt x="3051" y="1235"/>
                    <a:pt x="3051" y="1235"/>
                  </a:cubicBezTo>
                  <a:cubicBezTo>
                    <a:pt x="3004" y="1001"/>
                    <a:pt x="2893" y="936"/>
                    <a:pt x="2785" y="936"/>
                  </a:cubicBezTo>
                  <a:cubicBezTo>
                    <a:pt x="2649" y="936"/>
                    <a:pt x="2516" y="1038"/>
                    <a:pt x="2516" y="1038"/>
                  </a:cubicBezTo>
                  <a:cubicBezTo>
                    <a:pt x="2500" y="747"/>
                    <a:pt x="2384" y="666"/>
                    <a:pt x="2261" y="666"/>
                  </a:cubicBezTo>
                  <a:cubicBezTo>
                    <a:pt x="2108" y="666"/>
                    <a:pt x="1945" y="789"/>
                    <a:pt x="1945" y="789"/>
                  </a:cubicBezTo>
                  <a:cubicBezTo>
                    <a:pt x="1967" y="474"/>
                    <a:pt x="1828" y="392"/>
                    <a:pt x="1679" y="392"/>
                  </a:cubicBezTo>
                  <a:cubicBezTo>
                    <a:pt x="1519" y="392"/>
                    <a:pt x="1348" y="485"/>
                    <a:pt x="1348" y="485"/>
                  </a:cubicBezTo>
                  <a:cubicBezTo>
                    <a:pt x="1425" y="78"/>
                    <a:pt x="1176" y="0"/>
                    <a:pt x="9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3" name="Google Shape;5113;p83"/>
          <p:cNvGrpSpPr/>
          <p:nvPr/>
        </p:nvGrpSpPr>
        <p:grpSpPr>
          <a:xfrm>
            <a:off x="7400797" y="4372550"/>
            <a:ext cx="2183077" cy="583072"/>
            <a:chOff x="6551897" y="4111600"/>
            <a:chExt cx="2183077" cy="583072"/>
          </a:xfrm>
        </p:grpSpPr>
        <p:sp>
          <p:nvSpPr>
            <p:cNvPr id="5114" name="Google Shape;5114;p83"/>
            <p:cNvSpPr/>
            <p:nvPr/>
          </p:nvSpPr>
          <p:spPr>
            <a:xfrm>
              <a:off x="6551897" y="4111600"/>
              <a:ext cx="2183077" cy="583072"/>
            </a:xfrm>
            <a:custGeom>
              <a:rect b="b" l="l" r="r" t="t"/>
              <a:pathLst>
                <a:path extrusionOk="0" h="2818" w="7396">
                  <a:moveTo>
                    <a:pt x="5812" y="1"/>
                  </a:moveTo>
                  <a:cubicBezTo>
                    <a:pt x="5483" y="1"/>
                    <a:pt x="5081" y="128"/>
                    <a:pt x="5201" y="783"/>
                  </a:cubicBezTo>
                  <a:cubicBezTo>
                    <a:pt x="5201" y="783"/>
                    <a:pt x="4925" y="633"/>
                    <a:pt x="4667" y="633"/>
                  </a:cubicBezTo>
                  <a:cubicBezTo>
                    <a:pt x="4425" y="633"/>
                    <a:pt x="4199" y="765"/>
                    <a:pt x="4229" y="1274"/>
                  </a:cubicBezTo>
                  <a:cubicBezTo>
                    <a:pt x="4229" y="1274"/>
                    <a:pt x="3966" y="1076"/>
                    <a:pt x="3720" y="1076"/>
                  </a:cubicBezTo>
                  <a:cubicBezTo>
                    <a:pt x="3519" y="1076"/>
                    <a:pt x="3329" y="1207"/>
                    <a:pt x="3301" y="1684"/>
                  </a:cubicBezTo>
                  <a:cubicBezTo>
                    <a:pt x="3301" y="1684"/>
                    <a:pt x="3082" y="1517"/>
                    <a:pt x="2860" y="1517"/>
                  </a:cubicBezTo>
                  <a:cubicBezTo>
                    <a:pt x="2684" y="1517"/>
                    <a:pt x="2507" y="1622"/>
                    <a:pt x="2436" y="1996"/>
                  </a:cubicBezTo>
                  <a:cubicBezTo>
                    <a:pt x="2436" y="1996"/>
                    <a:pt x="2247" y="1848"/>
                    <a:pt x="2047" y="1848"/>
                  </a:cubicBezTo>
                  <a:cubicBezTo>
                    <a:pt x="1884" y="1848"/>
                    <a:pt x="1713" y="1947"/>
                    <a:pt x="1633" y="2309"/>
                  </a:cubicBezTo>
                  <a:cubicBezTo>
                    <a:pt x="1633" y="2309"/>
                    <a:pt x="1444" y="2167"/>
                    <a:pt x="1227" y="2167"/>
                  </a:cubicBezTo>
                  <a:cubicBezTo>
                    <a:pt x="1071" y="2167"/>
                    <a:pt x="900" y="2241"/>
                    <a:pt x="777" y="2496"/>
                  </a:cubicBezTo>
                  <a:cubicBezTo>
                    <a:pt x="777" y="2496"/>
                    <a:pt x="640" y="2422"/>
                    <a:pt x="476" y="2422"/>
                  </a:cubicBezTo>
                  <a:cubicBezTo>
                    <a:pt x="307" y="2422"/>
                    <a:pt x="109" y="2500"/>
                    <a:pt x="0" y="2817"/>
                  </a:cubicBezTo>
                  <a:lnTo>
                    <a:pt x="7396" y="2817"/>
                  </a:lnTo>
                  <a:lnTo>
                    <a:pt x="6201" y="52"/>
                  </a:lnTo>
                  <a:cubicBezTo>
                    <a:pt x="6201" y="52"/>
                    <a:pt x="6021" y="1"/>
                    <a:pt x="5812"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83"/>
            <p:cNvSpPr/>
            <p:nvPr/>
          </p:nvSpPr>
          <p:spPr>
            <a:xfrm>
              <a:off x="7260276" y="4335678"/>
              <a:ext cx="1340367" cy="358989"/>
            </a:xfrm>
            <a:custGeom>
              <a:rect b="b" l="l" r="r" t="t"/>
              <a:pathLst>
                <a:path extrusionOk="0" h="1735" w="4541">
                  <a:moveTo>
                    <a:pt x="3574" y="0"/>
                  </a:moveTo>
                  <a:cubicBezTo>
                    <a:pt x="3369" y="0"/>
                    <a:pt x="3117" y="78"/>
                    <a:pt x="3194" y="485"/>
                  </a:cubicBezTo>
                  <a:cubicBezTo>
                    <a:pt x="3194" y="485"/>
                    <a:pt x="3023" y="392"/>
                    <a:pt x="2863" y="392"/>
                  </a:cubicBezTo>
                  <a:cubicBezTo>
                    <a:pt x="2714" y="392"/>
                    <a:pt x="2575" y="474"/>
                    <a:pt x="2596" y="789"/>
                  </a:cubicBezTo>
                  <a:cubicBezTo>
                    <a:pt x="2596" y="789"/>
                    <a:pt x="2433" y="666"/>
                    <a:pt x="2281" y="666"/>
                  </a:cubicBezTo>
                  <a:cubicBezTo>
                    <a:pt x="2157" y="666"/>
                    <a:pt x="2041" y="747"/>
                    <a:pt x="2025" y="1038"/>
                  </a:cubicBezTo>
                  <a:cubicBezTo>
                    <a:pt x="2025" y="1038"/>
                    <a:pt x="1893" y="936"/>
                    <a:pt x="1758" y="936"/>
                  </a:cubicBezTo>
                  <a:cubicBezTo>
                    <a:pt x="1651" y="936"/>
                    <a:pt x="1542" y="1001"/>
                    <a:pt x="1499" y="1235"/>
                  </a:cubicBezTo>
                  <a:cubicBezTo>
                    <a:pt x="1499" y="1235"/>
                    <a:pt x="1379" y="1142"/>
                    <a:pt x="1254" y="1142"/>
                  </a:cubicBezTo>
                  <a:cubicBezTo>
                    <a:pt x="1152" y="1142"/>
                    <a:pt x="1047" y="1202"/>
                    <a:pt x="999" y="1422"/>
                  </a:cubicBezTo>
                  <a:cubicBezTo>
                    <a:pt x="999" y="1422"/>
                    <a:pt x="885" y="1335"/>
                    <a:pt x="753" y="1335"/>
                  </a:cubicBezTo>
                  <a:cubicBezTo>
                    <a:pt x="657" y="1335"/>
                    <a:pt x="552" y="1381"/>
                    <a:pt x="473" y="1538"/>
                  </a:cubicBezTo>
                  <a:cubicBezTo>
                    <a:pt x="473" y="1538"/>
                    <a:pt x="388" y="1492"/>
                    <a:pt x="287" y="1492"/>
                  </a:cubicBezTo>
                  <a:cubicBezTo>
                    <a:pt x="184" y="1492"/>
                    <a:pt x="63" y="1540"/>
                    <a:pt x="0" y="1734"/>
                  </a:cubicBezTo>
                  <a:lnTo>
                    <a:pt x="4541" y="1734"/>
                  </a:lnTo>
                  <a:lnTo>
                    <a:pt x="3809" y="30"/>
                  </a:lnTo>
                  <a:cubicBezTo>
                    <a:pt x="3809" y="30"/>
                    <a:pt x="3701" y="0"/>
                    <a:pt x="35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6" name="Google Shape;5116;p83"/>
          <p:cNvGrpSpPr/>
          <p:nvPr/>
        </p:nvGrpSpPr>
        <p:grpSpPr>
          <a:xfrm>
            <a:off x="-301731" y="2688291"/>
            <a:ext cx="942613" cy="2225784"/>
            <a:chOff x="1214466" y="2918796"/>
            <a:chExt cx="786428" cy="1856987"/>
          </a:xfrm>
        </p:grpSpPr>
        <p:sp>
          <p:nvSpPr>
            <p:cNvPr id="5117" name="Google Shape;5117;p83"/>
            <p:cNvSpPr/>
            <p:nvPr/>
          </p:nvSpPr>
          <p:spPr>
            <a:xfrm>
              <a:off x="1718262" y="3276741"/>
              <a:ext cx="282632" cy="1052344"/>
            </a:xfrm>
            <a:custGeom>
              <a:rect b="b" l="l" r="r" t="t"/>
              <a:pathLst>
                <a:path extrusionOk="0" h="5086" w="1366">
                  <a:moveTo>
                    <a:pt x="1366" y="1"/>
                  </a:moveTo>
                  <a:lnTo>
                    <a:pt x="1" y="5005"/>
                  </a:lnTo>
                  <a:lnTo>
                    <a:pt x="99" y="5086"/>
                  </a:lnTo>
                  <a:cubicBezTo>
                    <a:pt x="1294" y="2321"/>
                    <a:pt x="1366" y="1"/>
                    <a:pt x="13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83"/>
            <p:cNvSpPr/>
            <p:nvPr/>
          </p:nvSpPr>
          <p:spPr>
            <a:xfrm>
              <a:off x="1696123" y="3276741"/>
              <a:ext cx="304771" cy="1035791"/>
            </a:xfrm>
            <a:custGeom>
              <a:rect b="b" l="l" r="r" t="t"/>
              <a:pathLst>
                <a:path extrusionOk="0" h="5006" w="1473">
                  <a:moveTo>
                    <a:pt x="1473" y="1"/>
                  </a:moveTo>
                  <a:cubicBezTo>
                    <a:pt x="1473" y="1"/>
                    <a:pt x="483" y="1553"/>
                    <a:pt x="1" y="4916"/>
                  </a:cubicBezTo>
                  <a:lnTo>
                    <a:pt x="108" y="5005"/>
                  </a:lnTo>
                  <a:lnTo>
                    <a:pt x="1473"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83"/>
            <p:cNvSpPr/>
            <p:nvPr/>
          </p:nvSpPr>
          <p:spPr>
            <a:xfrm>
              <a:off x="1687020" y="3134598"/>
              <a:ext cx="227182" cy="1069104"/>
            </a:xfrm>
            <a:custGeom>
              <a:rect b="b" l="l" r="r" t="t"/>
              <a:pathLst>
                <a:path extrusionOk="0" h="5167" w="1098">
                  <a:moveTo>
                    <a:pt x="999" y="1"/>
                  </a:moveTo>
                  <a:lnTo>
                    <a:pt x="0" y="5086"/>
                  </a:lnTo>
                  <a:lnTo>
                    <a:pt x="107" y="5166"/>
                  </a:lnTo>
                  <a:cubicBezTo>
                    <a:pt x="1097" y="2321"/>
                    <a:pt x="999" y="1"/>
                    <a:pt x="9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83"/>
            <p:cNvSpPr/>
            <p:nvPr/>
          </p:nvSpPr>
          <p:spPr>
            <a:xfrm>
              <a:off x="1664882" y="3134598"/>
              <a:ext cx="229044" cy="1052344"/>
            </a:xfrm>
            <a:custGeom>
              <a:rect b="b" l="l" r="r" t="t"/>
              <a:pathLst>
                <a:path extrusionOk="0" h="5086" w="1107">
                  <a:moveTo>
                    <a:pt x="1106" y="1"/>
                  </a:moveTo>
                  <a:cubicBezTo>
                    <a:pt x="1106" y="1"/>
                    <a:pt x="232" y="1625"/>
                    <a:pt x="0" y="5014"/>
                  </a:cubicBezTo>
                  <a:lnTo>
                    <a:pt x="107" y="5086"/>
                  </a:lnTo>
                  <a:lnTo>
                    <a:pt x="1106"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83"/>
            <p:cNvSpPr/>
            <p:nvPr/>
          </p:nvSpPr>
          <p:spPr>
            <a:xfrm>
              <a:off x="1648123" y="3007352"/>
              <a:ext cx="171938" cy="1118762"/>
            </a:xfrm>
            <a:custGeom>
              <a:rect b="b" l="l" r="r" t="t"/>
              <a:pathLst>
                <a:path extrusionOk="0" h="5407" w="831">
                  <a:moveTo>
                    <a:pt x="527" y="0"/>
                  </a:moveTo>
                  <a:lnTo>
                    <a:pt x="1" y="5362"/>
                  </a:lnTo>
                  <a:lnTo>
                    <a:pt x="108" y="5406"/>
                  </a:lnTo>
                  <a:cubicBezTo>
                    <a:pt x="830" y="2258"/>
                    <a:pt x="527" y="1"/>
                    <a:pt x="5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83"/>
            <p:cNvSpPr/>
            <p:nvPr/>
          </p:nvSpPr>
          <p:spPr>
            <a:xfrm>
              <a:off x="1609434" y="3007352"/>
              <a:ext cx="147937" cy="1109451"/>
            </a:xfrm>
            <a:custGeom>
              <a:rect b="b" l="l" r="r" t="t"/>
              <a:pathLst>
                <a:path extrusionOk="0" h="5362" w="715">
                  <a:moveTo>
                    <a:pt x="714" y="0"/>
                  </a:moveTo>
                  <a:lnTo>
                    <a:pt x="714" y="0"/>
                  </a:lnTo>
                  <a:cubicBezTo>
                    <a:pt x="714" y="1"/>
                    <a:pt x="1" y="1910"/>
                    <a:pt x="72" y="5326"/>
                  </a:cubicBezTo>
                  <a:lnTo>
                    <a:pt x="188" y="5362"/>
                  </a:lnTo>
                  <a:lnTo>
                    <a:pt x="71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83"/>
            <p:cNvSpPr/>
            <p:nvPr/>
          </p:nvSpPr>
          <p:spPr>
            <a:xfrm>
              <a:off x="1607571" y="2918796"/>
              <a:ext cx="109039" cy="1127866"/>
            </a:xfrm>
            <a:custGeom>
              <a:rect b="b" l="l" r="r" t="t"/>
              <a:pathLst>
                <a:path extrusionOk="0" h="5451" w="527">
                  <a:moveTo>
                    <a:pt x="1" y="0"/>
                  </a:moveTo>
                  <a:lnTo>
                    <a:pt x="1" y="5451"/>
                  </a:lnTo>
                  <a:lnTo>
                    <a:pt x="117" y="5451"/>
                  </a:lnTo>
                  <a:cubicBezTo>
                    <a:pt x="527" y="2114"/>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83"/>
            <p:cNvSpPr/>
            <p:nvPr/>
          </p:nvSpPr>
          <p:spPr>
            <a:xfrm>
              <a:off x="1500605" y="2918796"/>
              <a:ext cx="107177" cy="1127866"/>
            </a:xfrm>
            <a:custGeom>
              <a:rect b="b" l="l" r="r" t="t"/>
              <a:pathLst>
                <a:path extrusionOk="0" h="5451" w="518">
                  <a:moveTo>
                    <a:pt x="518" y="0"/>
                  </a:moveTo>
                  <a:cubicBezTo>
                    <a:pt x="518" y="0"/>
                    <a:pt x="0" y="2114"/>
                    <a:pt x="402" y="5451"/>
                  </a:cubicBezTo>
                  <a:lnTo>
                    <a:pt x="518" y="5451"/>
                  </a:lnTo>
                  <a:lnTo>
                    <a:pt x="51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83"/>
            <p:cNvSpPr/>
            <p:nvPr/>
          </p:nvSpPr>
          <p:spPr>
            <a:xfrm>
              <a:off x="1214466" y="3276741"/>
              <a:ext cx="284494" cy="1052344"/>
            </a:xfrm>
            <a:custGeom>
              <a:rect b="b" l="l" r="r" t="t"/>
              <a:pathLst>
                <a:path extrusionOk="0" h="5086" w="1375">
                  <a:moveTo>
                    <a:pt x="0" y="1"/>
                  </a:moveTo>
                  <a:cubicBezTo>
                    <a:pt x="0" y="1"/>
                    <a:pt x="72" y="2321"/>
                    <a:pt x="1276" y="5086"/>
                  </a:cubicBezTo>
                  <a:lnTo>
                    <a:pt x="1374" y="5005"/>
                  </a:lnTo>
                  <a:lnTo>
                    <a:pt x="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83"/>
            <p:cNvSpPr/>
            <p:nvPr/>
          </p:nvSpPr>
          <p:spPr>
            <a:xfrm>
              <a:off x="1214466" y="3276741"/>
              <a:ext cx="304771" cy="1035791"/>
            </a:xfrm>
            <a:custGeom>
              <a:rect b="b" l="l" r="r" t="t"/>
              <a:pathLst>
                <a:path extrusionOk="0" h="5006" w="1473">
                  <a:moveTo>
                    <a:pt x="0" y="1"/>
                  </a:moveTo>
                  <a:lnTo>
                    <a:pt x="1374" y="5005"/>
                  </a:lnTo>
                  <a:lnTo>
                    <a:pt x="1472" y="4916"/>
                  </a:lnTo>
                  <a:cubicBezTo>
                    <a:pt x="1000" y="1553"/>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83"/>
            <p:cNvSpPr/>
            <p:nvPr/>
          </p:nvSpPr>
          <p:spPr>
            <a:xfrm>
              <a:off x="1301156" y="3134598"/>
              <a:ext cx="229044" cy="1069104"/>
            </a:xfrm>
            <a:custGeom>
              <a:rect b="b" l="l" r="r" t="t"/>
              <a:pathLst>
                <a:path extrusionOk="0" h="5167" w="1107">
                  <a:moveTo>
                    <a:pt x="108" y="1"/>
                  </a:moveTo>
                  <a:cubicBezTo>
                    <a:pt x="108" y="1"/>
                    <a:pt x="1" y="2321"/>
                    <a:pt x="1000" y="5166"/>
                  </a:cubicBezTo>
                  <a:lnTo>
                    <a:pt x="1107" y="5086"/>
                  </a:lnTo>
                  <a:lnTo>
                    <a:pt x="10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83"/>
            <p:cNvSpPr/>
            <p:nvPr/>
          </p:nvSpPr>
          <p:spPr>
            <a:xfrm>
              <a:off x="1323294" y="3134598"/>
              <a:ext cx="229044" cy="1052344"/>
            </a:xfrm>
            <a:custGeom>
              <a:rect b="b" l="l" r="r" t="t"/>
              <a:pathLst>
                <a:path extrusionOk="0" h="5086" w="1107">
                  <a:moveTo>
                    <a:pt x="1" y="1"/>
                  </a:moveTo>
                  <a:lnTo>
                    <a:pt x="1000" y="5086"/>
                  </a:lnTo>
                  <a:lnTo>
                    <a:pt x="1107" y="5014"/>
                  </a:lnTo>
                  <a:cubicBezTo>
                    <a:pt x="875" y="1625"/>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83"/>
            <p:cNvSpPr/>
            <p:nvPr/>
          </p:nvSpPr>
          <p:spPr>
            <a:xfrm>
              <a:off x="1395295" y="3007352"/>
              <a:ext cx="173800" cy="1118762"/>
            </a:xfrm>
            <a:custGeom>
              <a:rect b="b" l="l" r="r" t="t"/>
              <a:pathLst>
                <a:path extrusionOk="0" h="5407" w="840">
                  <a:moveTo>
                    <a:pt x="313" y="0"/>
                  </a:moveTo>
                  <a:cubicBezTo>
                    <a:pt x="313" y="1"/>
                    <a:pt x="1" y="2258"/>
                    <a:pt x="723" y="5406"/>
                  </a:cubicBezTo>
                  <a:lnTo>
                    <a:pt x="839" y="5362"/>
                  </a:lnTo>
                  <a:lnTo>
                    <a:pt x="313"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83"/>
            <p:cNvSpPr/>
            <p:nvPr/>
          </p:nvSpPr>
          <p:spPr>
            <a:xfrm>
              <a:off x="1459847" y="3007352"/>
              <a:ext cx="147937" cy="1109451"/>
            </a:xfrm>
            <a:custGeom>
              <a:rect b="b" l="l" r="r" t="t"/>
              <a:pathLst>
                <a:path extrusionOk="0" h="5362" w="715">
                  <a:moveTo>
                    <a:pt x="1" y="0"/>
                  </a:moveTo>
                  <a:lnTo>
                    <a:pt x="527" y="5362"/>
                  </a:lnTo>
                  <a:lnTo>
                    <a:pt x="634" y="5326"/>
                  </a:lnTo>
                  <a:cubicBezTo>
                    <a:pt x="715" y="1910"/>
                    <a:pt x="1" y="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83"/>
            <p:cNvSpPr/>
            <p:nvPr/>
          </p:nvSpPr>
          <p:spPr>
            <a:xfrm>
              <a:off x="1268053" y="3994907"/>
              <a:ext cx="681131" cy="86902"/>
            </a:xfrm>
            <a:custGeom>
              <a:rect b="b" l="l" r="r" t="t"/>
              <a:pathLst>
                <a:path extrusionOk="0" h="420" w="3292">
                  <a:moveTo>
                    <a:pt x="0" y="0"/>
                  </a:moveTo>
                  <a:lnTo>
                    <a:pt x="0" y="419"/>
                  </a:lnTo>
                  <a:lnTo>
                    <a:pt x="3292" y="419"/>
                  </a:lnTo>
                  <a:lnTo>
                    <a:pt x="3292"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83"/>
            <p:cNvSpPr/>
            <p:nvPr/>
          </p:nvSpPr>
          <p:spPr>
            <a:xfrm>
              <a:off x="1308605" y="4081600"/>
              <a:ext cx="598162" cy="694183"/>
            </a:xfrm>
            <a:custGeom>
              <a:rect b="b" l="l" r="r" t="t"/>
              <a:pathLst>
                <a:path extrusionOk="0" h="3355" w="2891">
                  <a:moveTo>
                    <a:pt x="0" y="0"/>
                  </a:moveTo>
                  <a:lnTo>
                    <a:pt x="250" y="3355"/>
                  </a:lnTo>
                  <a:lnTo>
                    <a:pt x="2650" y="3355"/>
                  </a:lnTo>
                  <a:lnTo>
                    <a:pt x="289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83"/>
            <p:cNvSpPr/>
            <p:nvPr/>
          </p:nvSpPr>
          <p:spPr>
            <a:xfrm>
              <a:off x="1308605" y="4081600"/>
              <a:ext cx="598162" cy="51934"/>
            </a:xfrm>
            <a:custGeom>
              <a:rect b="b" l="l" r="r" t="t"/>
              <a:pathLst>
                <a:path extrusionOk="0" h="251" w="2891">
                  <a:moveTo>
                    <a:pt x="0" y="0"/>
                  </a:moveTo>
                  <a:lnTo>
                    <a:pt x="18" y="250"/>
                  </a:lnTo>
                  <a:lnTo>
                    <a:pt x="2873" y="250"/>
                  </a:lnTo>
                  <a:lnTo>
                    <a:pt x="289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34" name="Google Shape;5134;p83"/>
          <p:cNvSpPr/>
          <p:nvPr/>
        </p:nvSpPr>
        <p:spPr>
          <a:xfrm>
            <a:off x="3335900" y="4668671"/>
            <a:ext cx="638923" cy="98075"/>
          </a:xfrm>
          <a:custGeom>
            <a:rect b="b" l="l" r="r" t="t"/>
            <a:pathLst>
              <a:path extrusionOk="0" h="474" w="3088">
                <a:moveTo>
                  <a:pt x="1544" y="1"/>
                </a:moveTo>
                <a:cubicBezTo>
                  <a:pt x="688" y="1"/>
                  <a:pt x="1" y="108"/>
                  <a:pt x="1" y="233"/>
                </a:cubicBezTo>
                <a:cubicBezTo>
                  <a:pt x="1" y="366"/>
                  <a:pt x="688" y="474"/>
                  <a:pt x="1544" y="474"/>
                </a:cubicBezTo>
                <a:cubicBezTo>
                  <a:pt x="2400" y="474"/>
                  <a:pt x="3087" y="366"/>
                  <a:pt x="3087" y="233"/>
                </a:cubicBezTo>
                <a:cubicBezTo>
                  <a:pt x="3087" y="108"/>
                  <a:pt x="2400" y="1"/>
                  <a:pt x="1544" y="1"/>
                </a:cubicBez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35" name="Google Shape;5135;p83"/>
          <p:cNvGrpSpPr/>
          <p:nvPr/>
        </p:nvGrpSpPr>
        <p:grpSpPr>
          <a:xfrm>
            <a:off x="3281612" y="2848135"/>
            <a:ext cx="769416" cy="1873929"/>
            <a:chOff x="3455165" y="2902037"/>
            <a:chExt cx="635198" cy="1547039"/>
          </a:xfrm>
        </p:grpSpPr>
        <p:sp>
          <p:nvSpPr>
            <p:cNvPr id="5136" name="Google Shape;5136;p83"/>
            <p:cNvSpPr/>
            <p:nvPr/>
          </p:nvSpPr>
          <p:spPr>
            <a:xfrm>
              <a:off x="3477303" y="2902037"/>
              <a:ext cx="590921" cy="956338"/>
            </a:xfrm>
            <a:custGeom>
              <a:rect b="b" l="l" r="r" t="t"/>
              <a:pathLst>
                <a:path extrusionOk="0" h="4622" w="2856">
                  <a:moveTo>
                    <a:pt x="1428" y="1"/>
                  </a:moveTo>
                  <a:cubicBezTo>
                    <a:pt x="1428" y="1"/>
                    <a:pt x="1330" y="90"/>
                    <a:pt x="1339" y="144"/>
                  </a:cubicBezTo>
                  <a:cubicBezTo>
                    <a:pt x="1348" y="206"/>
                    <a:pt x="1383" y="277"/>
                    <a:pt x="1330" y="295"/>
                  </a:cubicBezTo>
                  <a:cubicBezTo>
                    <a:pt x="1285" y="304"/>
                    <a:pt x="1285" y="331"/>
                    <a:pt x="1214" y="358"/>
                  </a:cubicBezTo>
                  <a:cubicBezTo>
                    <a:pt x="1143" y="376"/>
                    <a:pt x="1214" y="456"/>
                    <a:pt x="1214" y="509"/>
                  </a:cubicBezTo>
                  <a:cubicBezTo>
                    <a:pt x="1214" y="563"/>
                    <a:pt x="1107" y="857"/>
                    <a:pt x="1107" y="857"/>
                  </a:cubicBezTo>
                  <a:lnTo>
                    <a:pt x="1027" y="973"/>
                  </a:lnTo>
                  <a:cubicBezTo>
                    <a:pt x="1027" y="973"/>
                    <a:pt x="812" y="1152"/>
                    <a:pt x="812" y="1232"/>
                  </a:cubicBezTo>
                  <a:cubicBezTo>
                    <a:pt x="812" y="1312"/>
                    <a:pt x="830" y="1312"/>
                    <a:pt x="857" y="1410"/>
                  </a:cubicBezTo>
                  <a:cubicBezTo>
                    <a:pt x="884" y="1517"/>
                    <a:pt x="848" y="1491"/>
                    <a:pt x="812" y="1553"/>
                  </a:cubicBezTo>
                  <a:cubicBezTo>
                    <a:pt x="777" y="1616"/>
                    <a:pt x="465" y="1767"/>
                    <a:pt x="465" y="1767"/>
                  </a:cubicBezTo>
                  <a:cubicBezTo>
                    <a:pt x="465" y="1767"/>
                    <a:pt x="366" y="1856"/>
                    <a:pt x="366" y="1883"/>
                  </a:cubicBezTo>
                  <a:cubicBezTo>
                    <a:pt x="366" y="1910"/>
                    <a:pt x="465" y="2106"/>
                    <a:pt x="465" y="2106"/>
                  </a:cubicBezTo>
                  <a:lnTo>
                    <a:pt x="491" y="2222"/>
                  </a:lnTo>
                  <a:lnTo>
                    <a:pt x="366" y="2347"/>
                  </a:lnTo>
                  <a:cubicBezTo>
                    <a:pt x="366" y="2347"/>
                    <a:pt x="313" y="2410"/>
                    <a:pt x="313" y="2454"/>
                  </a:cubicBezTo>
                  <a:cubicBezTo>
                    <a:pt x="322" y="2499"/>
                    <a:pt x="313" y="2454"/>
                    <a:pt x="420" y="2659"/>
                  </a:cubicBezTo>
                  <a:cubicBezTo>
                    <a:pt x="483" y="2786"/>
                    <a:pt x="465" y="2809"/>
                    <a:pt x="444" y="2809"/>
                  </a:cubicBezTo>
                  <a:cubicBezTo>
                    <a:pt x="432" y="2809"/>
                    <a:pt x="420" y="2802"/>
                    <a:pt x="420" y="2802"/>
                  </a:cubicBezTo>
                  <a:lnTo>
                    <a:pt x="90" y="2963"/>
                  </a:lnTo>
                  <a:cubicBezTo>
                    <a:pt x="90" y="2963"/>
                    <a:pt x="126" y="3016"/>
                    <a:pt x="126" y="3034"/>
                  </a:cubicBezTo>
                  <a:cubicBezTo>
                    <a:pt x="134" y="3052"/>
                    <a:pt x="188" y="3114"/>
                    <a:pt x="250" y="3177"/>
                  </a:cubicBezTo>
                  <a:cubicBezTo>
                    <a:pt x="304" y="3239"/>
                    <a:pt x="152" y="3328"/>
                    <a:pt x="152" y="3328"/>
                  </a:cubicBezTo>
                  <a:lnTo>
                    <a:pt x="1" y="3605"/>
                  </a:lnTo>
                  <a:lnTo>
                    <a:pt x="90" y="3783"/>
                  </a:lnTo>
                  <a:lnTo>
                    <a:pt x="215" y="3953"/>
                  </a:lnTo>
                  <a:cubicBezTo>
                    <a:pt x="215" y="3953"/>
                    <a:pt x="188" y="3989"/>
                    <a:pt x="188" y="4042"/>
                  </a:cubicBezTo>
                  <a:cubicBezTo>
                    <a:pt x="188" y="4105"/>
                    <a:pt x="250" y="4399"/>
                    <a:pt x="250" y="4399"/>
                  </a:cubicBezTo>
                  <a:lnTo>
                    <a:pt x="366" y="4622"/>
                  </a:lnTo>
                  <a:lnTo>
                    <a:pt x="1428" y="4595"/>
                  </a:lnTo>
                  <a:lnTo>
                    <a:pt x="2490" y="4622"/>
                  </a:lnTo>
                  <a:lnTo>
                    <a:pt x="2606" y="4399"/>
                  </a:lnTo>
                  <a:cubicBezTo>
                    <a:pt x="2606" y="4399"/>
                    <a:pt x="2668" y="4105"/>
                    <a:pt x="2668" y="4042"/>
                  </a:cubicBezTo>
                  <a:cubicBezTo>
                    <a:pt x="2668" y="3989"/>
                    <a:pt x="2641" y="3953"/>
                    <a:pt x="2641" y="3953"/>
                  </a:cubicBezTo>
                  <a:lnTo>
                    <a:pt x="2766" y="3783"/>
                  </a:lnTo>
                  <a:lnTo>
                    <a:pt x="2855" y="3605"/>
                  </a:lnTo>
                  <a:lnTo>
                    <a:pt x="2704" y="3328"/>
                  </a:lnTo>
                  <a:cubicBezTo>
                    <a:pt x="2704" y="3328"/>
                    <a:pt x="2552" y="3239"/>
                    <a:pt x="2606" y="3177"/>
                  </a:cubicBezTo>
                  <a:cubicBezTo>
                    <a:pt x="2668" y="3114"/>
                    <a:pt x="2722" y="3052"/>
                    <a:pt x="2730" y="3034"/>
                  </a:cubicBezTo>
                  <a:cubicBezTo>
                    <a:pt x="2730" y="3016"/>
                    <a:pt x="2766" y="2963"/>
                    <a:pt x="2766" y="2963"/>
                  </a:cubicBezTo>
                  <a:lnTo>
                    <a:pt x="2436" y="2802"/>
                  </a:lnTo>
                  <a:cubicBezTo>
                    <a:pt x="2436" y="2802"/>
                    <a:pt x="2424" y="2809"/>
                    <a:pt x="2412" y="2809"/>
                  </a:cubicBezTo>
                  <a:cubicBezTo>
                    <a:pt x="2391" y="2809"/>
                    <a:pt x="2373" y="2786"/>
                    <a:pt x="2436" y="2659"/>
                  </a:cubicBezTo>
                  <a:cubicBezTo>
                    <a:pt x="2543" y="2454"/>
                    <a:pt x="2534" y="2499"/>
                    <a:pt x="2543" y="2454"/>
                  </a:cubicBezTo>
                  <a:cubicBezTo>
                    <a:pt x="2543" y="2410"/>
                    <a:pt x="2490" y="2347"/>
                    <a:pt x="2490" y="2347"/>
                  </a:cubicBezTo>
                  <a:lnTo>
                    <a:pt x="2365" y="2222"/>
                  </a:lnTo>
                  <a:lnTo>
                    <a:pt x="2391" y="2106"/>
                  </a:lnTo>
                  <a:cubicBezTo>
                    <a:pt x="2391" y="2106"/>
                    <a:pt x="2490" y="1910"/>
                    <a:pt x="2490" y="1883"/>
                  </a:cubicBezTo>
                  <a:cubicBezTo>
                    <a:pt x="2490" y="1856"/>
                    <a:pt x="2391" y="1767"/>
                    <a:pt x="2391" y="1767"/>
                  </a:cubicBezTo>
                  <a:cubicBezTo>
                    <a:pt x="2391" y="1767"/>
                    <a:pt x="2079" y="1616"/>
                    <a:pt x="2044" y="1553"/>
                  </a:cubicBezTo>
                  <a:cubicBezTo>
                    <a:pt x="2008" y="1491"/>
                    <a:pt x="1972" y="1517"/>
                    <a:pt x="1999" y="1410"/>
                  </a:cubicBezTo>
                  <a:cubicBezTo>
                    <a:pt x="2026" y="1312"/>
                    <a:pt x="2044" y="1312"/>
                    <a:pt x="2044" y="1232"/>
                  </a:cubicBezTo>
                  <a:cubicBezTo>
                    <a:pt x="2044" y="1152"/>
                    <a:pt x="1829" y="973"/>
                    <a:pt x="1829" y="973"/>
                  </a:cubicBezTo>
                  <a:lnTo>
                    <a:pt x="1749" y="857"/>
                  </a:lnTo>
                  <a:cubicBezTo>
                    <a:pt x="1749" y="857"/>
                    <a:pt x="1642" y="563"/>
                    <a:pt x="1642" y="509"/>
                  </a:cubicBezTo>
                  <a:cubicBezTo>
                    <a:pt x="1642" y="456"/>
                    <a:pt x="1713" y="376"/>
                    <a:pt x="1642" y="358"/>
                  </a:cubicBezTo>
                  <a:cubicBezTo>
                    <a:pt x="1571" y="331"/>
                    <a:pt x="1571" y="304"/>
                    <a:pt x="1526" y="295"/>
                  </a:cubicBezTo>
                  <a:cubicBezTo>
                    <a:pt x="1473" y="277"/>
                    <a:pt x="1508" y="206"/>
                    <a:pt x="1517" y="144"/>
                  </a:cubicBezTo>
                  <a:cubicBezTo>
                    <a:pt x="1526" y="90"/>
                    <a:pt x="1428" y="1"/>
                    <a:pt x="142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83"/>
            <p:cNvSpPr/>
            <p:nvPr/>
          </p:nvSpPr>
          <p:spPr>
            <a:xfrm>
              <a:off x="3584476" y="3249016"/>
              <a:ext cx="376567" cy="609350"/>
            </a:xfrm>
            <a:custGeom>
              <a:rect b="b" l="l" r="r" t="t"/>
              <a:pathLst>
                <a:path extrusionOk="0" h="2945" w="1820">
                  <a:moveTo>
                    <a:pt x="910" y="1"/>
                  </a:moveTo>
                  <a:cubicBezTo>
                    <a:pt x="910" y="1"/>
                    <a:pt x="848" y="63"/>
                    <a:pt x="856" y="99"/>
                  </a:cubicBezTo>
                  <a:cubicBezTo>
                    <a:pt x="856" y="135"/>
                    <a:pt x="883" y="179"/>
                    <a:pt x="848" y="188"/>
                  </a:cubicBezTo>
                  <a:cubicBezTo>
                    <a:pt x="821" y="197"/>
                    <a:pt x="821" y="215"/>
                    <a:pt x="776" y="233"/>
                  </a:cubicBezTo>
                  <a:cubicBezTo>
                    <a:pt x="732" y="242"/>
                    <a:pt x="776" y="286"/>
                    <a:pt x="776" y="322"/>
                  </a:cubicBezTo>
                  <a:cubicBezTo>
                    <a:pt x="776" y="358"/>
                    <a:pt x="705" y="545"/>
                    <a:pt x="705" y="545"/>
                  </a:cubicBezTo>
                  <a:lnTo>
                    <a:pt x="651" y="625"/>
                  </a:lnTo>
                  <a:cubicBezTo>
                    <a:pt x="651" y="625"/>
                    <a:pt x="517" y="741"/>
                    <a:pt x="517" y="786"/>
                  </a:cubicBezTo>
                  <a:cubicBezTo>
                    <a:pt x="517" y="840"/>
                    <a:pt x="526" y="840"/>
                    <a:pt x="544" y="902"/>
                  </a:cubicBezTo>
                  <a:cubicBezTo>
                    <a:pt x="562" y="964"/>
                    <a:pt x="544" y="947"/>
                    <a:pt x="517" y="991"/>
                  </a:cubicBezTo>
                  <a:cubicBezTo>
                    <a:pt x="500" y="1027"/>
                    <a:pt x="294" y="1125"/>
                    <a:pt x="294" y="1125"/>
                  </a:cubicBezTo>
                  <a:cubicBezTo>
                    <a:pt x="294" y="1125"/>
                    <a:pt x="241" y="1179"/>
                    <a:pt x="241" y="1196"/>
                  </a:cubicBezTo>
                  <a:cubicBezTo>
                    <a:pt x="241" y="1214"/>
                    <a:pt x="294" y="1348"/>
                    <a:pt x="294" y="1348"/>
                  </a:cubicBezTo>
                  <a:lnTo>
                    <a:pt x="312" y="1419"/>
                  </a:lnTo>
                  <a:lnTo>
                    <a:pt x="232" y="1491"/>
                  </a:lnTo>
                  <a:cubicBezTo>
                    <a:pt x="232" y="1491"/>
                    <a:pt x="196" y="1535"/>
                    <a:pt x="205" y="1562"/>
                  </a:cubicBezTo>
                  <a:cubicBezTo>
                    <a:pt x="205" y="1598"/>
                    <a:pt x="205" y="1562"/>
                    <a:pt x="268" y="1696"/>
                  </a:cubicBezTo>
                  <a:cubicBezTo>
                    <a:pt x="307" y="1775"/>
                    <a:pt x="297" y="1790"/>
                    <a:pt x="283" y="1790"/>
                  </a:cubicBezTo>
                  <a:cubicBezTo>
                    <a:pt x="276" y="1790"/>
                    <a:pt x="268" y="1785"/>
                    <a:pt x="268" y="1785"/>
                  </a:cubicBezTo>
                  <a:lnTo>
                    <a:pt x="62" y="1883"/>
                  </a:lnTo>
                  <a:cubicBezTo>
                    <a:pt x="62" y="1883"/>
                    <a:pt x="80" y="1919"/>
                    <a:pt x="80" y="1937"/>
                  </a:cubicBezTo>
                  <a:cubicBezTo>
                    <a:pt x="89" y="1946"/>
                    <a:pt x="116" y="1990"/>
                    <a:pt x="161" y="2026"/>
                  </a:cubicBezTo>
                  <a:cubicBezTo>
                    <a:pt x="196" y="2071"/>
                    <a:pt x="98" y="2124"/>
                    <a:pt x="98" y="2124"/>
                  </a:cubicBezTo>
                  <a:lnTo>
                    <a:pt x="0" y="2303"/>
                  </a:lnTo>
                  <a:lnTo>
                    <a:pt x="62" y="2410"/>
                  </a:lnTo>
                  <a:lnTo>
                    <a:pt x="134" y="2517"/>
                  </a:lnTo>
                  <a:cubicBezTo>
                    <a:pt x="134" y="2517"/>
                    <a:pt x="116" y="2543"/>
                    <a:pt x="116" y="2579"/>
                  </a:cubicBezTo>
                  <a:cubicBezTo>
                    <a:pt x="116" y="2615"/>
                    <a:pt x="161" y="2802"/>
                    <a:pt x="161" y="2802"/>
                  </a:cubicBezTo>
                  <a:lnTo>
                    <a:pt x="232" y="2945"/>
                  </a:lnTo>
                  <a:lnTo>
                    <a:pt x="910" y="2927"/>
                  </a:lnTo>
                  <a:lnTo>
                    <a:pt x="1588" y="2945"/>
                  </a:lnTo>
                  <a:lnTo>
                    <a:pt x="1659" y="2802"/>
                  </a:lnTo>
                  <a:cubicBezTo>
                    <a:pt x="1659" y="2802"/>
                    <a:pt x="1704" y="2615"/>
                    <a:pt x="1704" y="2579"/>
                  </a:cubicBezTo>
                  <a:cubicBezTo>
                    <a:pt x="1704" y="2543"/>
                    <a:pt x="1686" y="2517"/>
                    <a:pt x="1686" y="2517"/>
                  </a:cubicBezTo>
                  <a:lnTo>
                    <a:pt x="1757" y="2410"/>
                  </a:lnTo>
                  <a:lnTo>
                    <a:pt x="1820" y="2303"/>
                  </a:lnTo>
                  <a:lnTo>
                    <a:pt x="1722" y="2124"/>
                  </a:lnTo>
                  <a:cubicBezTo>
                    <a:pt x="1722" y="2124"/>
                    <a:pt x="1624" y="2071"/>
                    <a:pt x="1659" y="2026"/>
                  </a:cubicBezTo>
                  <a:cubicBezTo>
                    <a:pt x="1704" y="1990"/>
                    <a:pt x="1731" y="1946"/>
                    <a:pt x="1740" y="1937"/>
                  </a:cubicBezTo>
                  <a:cubicBezTo>
                    <a:pt x="1740" y="1919"/>
                    <a:pt x="1757" y="1883"/>
                    <a:pt x="1757" y="1883"/>
                  </a:cubicBezTo>
                  <a:lnTo>
                    <a:pt x="1552" y="1785"/>
                  </a:lnTo>
                  <a:cubicBezTo>
                    <a:pt x="1552" y="1785"/>
                    <a:pt x="1544" y="1790"/>
                    <a:pt x="1537" y="1790"/>
                  </a:cubicBezTo>
                  <a:cubicBezTo>
                    <a:pt x="1523" y="1790"/>
                    <a:pt x="1513" y="1775"/>
                    <a:pt x="1552" y="1696"/>
                  </a:cubicBezTo>
                  <a:cubicBezTo>
                    <a:pt x="1615" y="1562"/>
                    <a:pt x="1615" y="1598"/>
                    <a:pt x="1615" y="1562"/>
                  </a:cubicBezTo>
                  <a:cubicBezTo>
                    <a:pt x="1624" y="1535"/>
                    <a:pt x="1588" y="1491"/>
                    <a:pt x="1588" y="1491"/>
                  </a:cubicBezTo>
                  <a:lnTo>
                    <a:pt x="1508" y="1419"/>
                  </a:lnTo>
                  <a:lnTo>
                    <a:pt x="1526" y="1348"/>
                  </a:lnTo>
                  <a:cubicBezTo>
                    <a:pt x="1526" y="1348"/>
                    <a:pt x="1579" y="1214"/>
                    <a:pt x="1579" y="1196"/>
                  </a:cubicBezTo>
                  <a:cubicBezTo>
                    <a:pt x="1579" y="1179"/>
                    <a:pt x="1526" y="1125"/>
                    <a:pt x="1526" y="1125"/>
                  </a:cubicBezTo>
                  <a:cubicBezTo>
                    <a:pt x="1526" y="1125"/>
                    <a:pt x="1320" y="1027"/>
                    <a:pt x="1303" y="991"/>
                  </a:cubicBezTo>
                  <a:cubicBezTo>
                    <a:pt x="1276" y="947"/>
                    <a:pt x="1258" y="964"/>
                    <a:pt x="1276" y="902"/>
                  </a:cubicBezTo>
                  <a:cubicBezTo>
                    <a:pt x="1294" y="840"/>
                    <a:pt x="1303" y="840"/>
                    <a:pt x="1303" y="786"/>
                  </a:cubicBezTo>
                  <a:cubicBezTo>
                    <a:pt x="1303" y="741"/>
                    <a:pt x="1169" y="625"/>
                    <a:pt x="1169" y="625"/>
                  </a:cubicBezTo>
                  <a:lnTo>
                    <a:pt x="1115" y="545"/>
                  </a:lnTo>
                  <a:cubicBezTo>
                    <a:pt x="1115" y="545"/>
                    <a:pt x="1044" y="358"/>
                    <a:pt x="1044" y="322"/>
                  </a:cubicBezTo>
                  <a:cubicBezTo>
                    <a:pt x="1044" y="286"/>
                    <a:pt x="1088" y="242"/>
                    <a:pt x="1044" y="233"/>
                  </a:cubicBezTo>
                  <a:cubicBezTo>
                    <a:pt x="999" y="215"/>
                    <a:pt x="999" y="197"/>
                    <a:pt x="972" y="188"/>
                  </a:cubicBezTo>
                  <a:cubicBezTo>
                    <a:pt x="937" y="179"/>
                    <a:pt x="964" y="135"/>
                    <a:pt x="964" y="99"/>
                  </a:cubicBezTo>
                  <a:cubicBezTo>
                    <a:pt x="972" y="63"/>
                    <a:pt x="91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83"/>
            <p:cNvSpPr/>
            <p:nvPr/>
          </p:nvSpPr>
          <p:spPr>
            <a:xfrm>
              <a:off x="3468200" y="3647721"/>
              <a:ext cx="234423" cy="129733"/>
            </a:xfrm>
            <a:custGeom>
              <a:rect b="b" l="l" r="r" t="t"/>
              <a:pathLst>
                <a:path extrusionOk="0" h="627" w="1133">
                  <a:moveTo>
                    <a:pt x="800" y="503"/>
                  </a:moveTo>
                  <a:lnTo>
                    <a:pt x="785" y="518"/>
                  </a:lnTo>
                  <a:cubicBezTo>
                    <a:pt x="785" y="518"/>
                    <a:pt x="808" y="505"/>
                    <a:pt x="800" y="503"/>
                  </a:cubicBezTo>
                  <a:close/>
                  <a:moveTo>
                    <a:pt x="696" y="1"/>
                  </a:moveTo>
                  <a:cubicBezTo>
                    <a:pt x="624" y="1"/>
                    <a:pt x="277" y="117"/>
                    <a:pt x="170" y="117"/>
                  </a:cubicBezTo>
                  <a:cubicBezTo>
                    <a:pt x="54" y="117"/>
                    <a:pt x="0" y="224"/>
                    <a:pt x="0" y="224"/>
                  </a:cubicBezTo>
                  <a:lnTo>
                    <a:pt x="0" y="349"/>
                  </a:lnTo>
                  <a:lnTo>
                    <a:pt x="71" y="518"/>
                  </a:lnTo>
                  <a:lnTo>
                    <a:pt x="205" y="518"/>
                  </a:lnTo>
                  <a:lnTo>
                    <a:pt x="294" y="590"/>
                  </a:lnTo>
                  <a:cubicBezTo>
                    <a:pt x="294" y="590"/>
                    <a:pt x="390" y="627"/>
                    <a:pt x="448" y="627"/>
                  </a:cubicBezTo>
                  <a:cubicBezTo>
                    <a:pt x="454" y="627"/>
                    <a:pt x="459" y="626"/>
                    <a:pt x="464" y="625"/>
                  </a:cubicBezTo>
                  <a:cubicBezTo>
                    <a:pt x="517" y="616"/>
                    <a:pt x="491" y="616"/>
                    <a:pt x="509" y="599"/>
                  </a:cubicBezTo>
                  <a:cubicBezTo>
                    <a:pt x="535" y="581"/>
                    <a:pt x="616" y="545"/>
                    <a:pt x="732" y="518"/>
                  </a:cubicBezTo>
                  <a:cubicBezTo>
                    <a:pt x="770" y="506"/>
                    <a:pt x="789" y="502"/>
                    <a:pt x="797" y="502"/>
                  </a:cubicBezTo>
                  <a:cubicBezTo>
                    <a:pt x="799" y="502"/>
                    <a:pt x="800" y="503"/>
                    <a:pt x="800" y="503"/>
                  </a:cubicBezTo>
                  <a:lnTo>
                    <a:pt x="800" y="503"/>
                  </a:lnTo>
                  <a:lnTo>
                    <a:pt x="865" y="438"/>
                  </a:lnTo>
                  <a:cubicBezTo>
                    <a:pt x="865" y="438"/>
                    <a:pt x="869" y="439"/>
                    <a:pt x="875" y="439"/>
                  </a:cubicBezTo>
                  <a:cubicBezTo>
                    <a:pt x="891" y="439"/>
                    <a:pt x="923" y="434"/>
                    <a:pt x="955" y="402"/>
                  </a:cubicBezTo>
                  <a:cubicBezTo>
                    <a:pt x="999" y="367"/>
                    <a:pt x="955" y="313"/>
                    <a:pt x="955" y="313"/>
                  </a:cubicBezTo>
                  <a:cubicBezTo>
                    <a:pt x="955" y="313"/>
                    <a:pt x="981" y="313"/>
                    <a:pt x="1053" y="269"/>
                  </a:cubicBezTo>
                  <a:cubicBezTo>
                    <a:pt x="1133" y="233"/>
                    <a:pt x="1106" y="215"/>
                    <a:pt x="1106" y="215"/>
                  </a:cubicBezTo>
                  <a:lnTo>
                    <a:pt x="1106" y="170"/>
                  </a:lnTo>
                  <a:lnTo>
                    <a:pt x="1053" y="126"/>
                  </a:lnTo>
                  <a:cubicBezTo>
                    <a:pt x="1053" y="126"/>
                    <a:pt x="767" y="1"/>
                    <a:pt x="696"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83"/>
            <p:cNvSpPr/>
            <p:nvPr/>
          </p:nvSpPr>
          <p:spPr>
            <a:xfrm>
              <a:off x="3800270" y="3535165"/>
              <a:ext cx="206284" cy="138837"/>
            </a:xfrm>
            <a:custGeom>
              <a:rect b="b" l="l" r="r" t="t"/>
              <a:pathLst>
                <a:path extrusionOk="0" h="671" w="997">
                  <a:moveTo>
                    <a:pt x="643" y="1"/>
                  </a:moveTo>
                  <a:lnTo>
                    <a:pt x="411" y="152"/>
                  </a:lnTo>
                  <a:cubicBezTo>
                    <a:pt x="411" y="152"/>
                    <a:pt x="277" y="206"/>
                    <a:pt x="161" y="206"/>
                  </a:cubicBezTo>
                  <a:cubicBezTo>
                    <a:pt x="150" y="205"/>
                    <a:pt x="140" y="205"/>
                    <a:pt x="130" y="205"/>
                  </a:cubicBezTo>
                  <a:cubicBezTo>
                    <a:pt x="49" y="205"/>
                    <a:pt x="25" y="236"/>
                    <a:pt x="1" y="268"/>
                  </a:cubicBezTo>
                  <a:lnTo>
                    <a:pt x="1" y="465"/>
                  </a:lnTo>
                  <a:lnTo>
                    <a:pt x="197" y="545"/>
                  </a:lnTo>
                  <a:lnTo>
                    <a:pt x="340" y="652"/>
                  </a:lnTo>
                  <a:cubicBezTo>
                    <a:pt x="340" y="652"/>
                    <a:pt x="453" y="671"/>
                    <a:pt x="525" y="671"/>
                  </a:cubicBezTo>
                  <a:cubicBezTo>
                    <a:pt x="552" y="671"/>
                    <a:pt x="573" y="668"/>
                    <a:pt x="581" y="661"/>
                  </a:cubicBezTo>
                  <a:cubicBezTo>
                    <a:pt x="599" y="643"/>
                    <a:pt x="670" y="482"/>
                    <a:pt x="670" y="482"/>
                  </a:cubicBezTo>
                  <a:cubicBezTo>
                    <a:pt x="670" y="482"/>
                    <a:pt x="741" y="420"/>
                    <a:pt x="902" y="268"/>
                  </a:cubicBezTo>
                  <a:cubicBezTo>
                    <a:pt x="987" y="178"/>
                    <a:pt x="996" y="158"/>
                    <a:pt x="988" y="158"/>
                  </a:cubicBezTo>
                  <a:cubicBezTo>
                    <a:pt x="981" y="158"/>
                    <a:pt x="964" y="170"/>
                    <a:pt x="964" y="170"/>
                  </a:cubicBezTo>
                  <a:lnTo>
                    <a:pt x="902" y="54"/>
                  </a:lnTo>
                  <a:lnTo>
                    <a:pt x="643" y="1"/>
                  </a:ln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83"/>
            <p:cNvSpPr/>
            <p:nvPr/>
          </p:nvSpPr>
          <p:spPr>
            <a:xfrm>
              <a:off x="3554890" y="3458610"/>
              <a:ext cx="181042" cy="95179"/>
            </a:xfrm>
            <a:custGeom>
              <a:rect b="b" l="l" r="r" t="t"/>
              <a:pathLst>
                <a:path extrusionOk="0" h="460" w="875">
                  <a:moveTo>
                    <a:pt x="450" y="0"/>
                  </a:moveTo>
                  <a:cubicBezTo>
                    <a:pt x="415" y="0"/>
                    <a:pt x="386" y="7"/>
                    <a:pt x="366" y="23"/>
                  </a:cubicBezTo>
                  <a:cubicBezTo>
                    <a:pt x="313" y="59"/>
                    <a:pt x="277" y="192"/>
                    <a:pt x="277" y="192"/>
                  </a:cubicBezTo>
                  <a:lnTo>
                    <a:pt x="134" y="210"/>
                  </a:lnTo>
                  <a:cubicBezTo>
                    <a:pt x="134" y="210"/>
                    <a:pt x="126" y="209"/>
                    <a:pt x="113" y="209"/>
                  </a:cubicBezTo>
                  <a:cubicBezTo>
                    <a:pt x="94" y="209"/>
                    <a:pt x="66" y="212"/>
                    <a:pt x="45" y="228"/>
                  </a:cubicBezTo>
                  <a:cubicBezTo>
                    <a:pt x="0" y="255"/>
                    <a:pt x="0" y="371"/>
                    <a:pt x="0" y="371"/>
                  </a:cubicBezTo>
                  <a:lnTo>
                    <a:pt x="90" y="415"/>
                  </a:lnTo>
                  <a:lnTo>
                    <a:pt x="455" y="460"/>
                  </a:lnTo>
                  <a:lnTo>
                    <a:pt x="634" y="371"/>
                  </a:lnTo>
                  <a:lnTo>
                    <a:pt x="812" y="308"/>
                  </a:lnTo>
                  <a:cubicBezTo>
                    <a:pt x="812" y="308"/>
                    <a:pt x="875" y="237"/>
                    <a:pt x="839" y="201"/>
                  </a:cubicBezTo>
                  <a:cubicBezTo>
                    <a:pt x="803" y="166"/>
                    <a:pt x="741" y="76"/>
                    <a:pt x="741" y="76"/>
                  </a:cubicBezTo>
                  <a:cubicBezTo>
                    <a:pt x="741" y="76"/>
                    <a:pt x="687" y="59"/>
                    <a:pt x="598" y="32"/>
                  </a:cubicBezTo>
                  <a:cubicBezTo>
                    <a:pt x="548" y="12"/>
                    <a:pt x="495" y="0"/>
                    <a:pt x="450"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83"/>
            <p:cNvSpPr/>
            <p:nvPr/>
          </p:nvSpPr>
          <p:spPr>
            <a:xfrm>
              <a:off x="3785580" y="3225222"/>
              <a:ext cx="251183" cy="118146"/>
            </a:xfrm>
            <a:custGeom>
              <a:rect b="b" l="l" r="r" t="t"/>
              <a:pathLst>
                <a:path extrusionOk="0" h="571" w="1214">
                  <a:moveTo>
                    <a:pt x="794" y="0"/>
                  </a:moveTo>
                  <a:cubicBezTo>
                    <a:pt x="794" y="0"/>
                    <a:pt x="696" y="0"/>
                    <a:pt x="500" y="80"/>
                  </a:cubicBezTo>
                  <a:cubicBezTo>
                    <a:pt x="397" y="116"/>
                    <a:pt x="351" y="125"/>
                    <a:pt x="329" y="125"/>
                  </a:cubicBezTo>
                  <a:cubicBezTo>
                    <a:pt x="308" y="125"/>
                    <a:pt x="313" y="116"/>
                    <a:pt x="313" y="116"/>
                  </a:cubicBezTo>
                  <a:lnTo>
                    <a:pt x="313" y="116"/>
                  </a:lnTo>
                  <a:lnTo>
                    <a:pt x="250" y="196"/>
                  </a:lnTo>
                  <a:lnTo>
                    <a:pt x="0" y="303"/>
                  </a:lnTo>
                  <a:lnTo>
                    <a:pt x="72" y="544"/>
                  </a:lnTo>
                  <a:cubicBezTo>
                    <a:pt x="72" y="544"/>
                    <a:pt x="99" y="535"/>
                    <a:pt x="215" y="526"/>
                  </a:cubicBezTo>
                  <a:cubicBezTo>
                    <a:pt x="227" y="525"/>
                    <a:pt x="240" y="525"/>
                    <a:pt x="252" y="525"/>
                  </a:cubicBezTo>
                  <a:cubicBezTo>
                    <a:pt x="347" y="525"/>
                    <a:pt x="411" y="553"/>
                    <a:pt x="411" y="553"/>
                  </a:cubicBezTo>
                  <a:lnTo>
                    <a:pt x="598" y="571"/>
                  </a:lnTo>
                  <a:cubicBezTo>
                    <a:pt x="598" y="571"/>
                    <a:pt x="705" y="437"/>
                    <a:pt x="803" y="393"/>
                  </a:cubicBezTo>
                  <a:cubicBezTo>
                    <a:pt x="839" y="375"/>
                    <a:pt x="862" y="369"/>
                    <a:pt x="882" y="369"/>
                  </a:cubicBezTo>
                  <a:cubicBezTo>
                    <a:pt x="923" y="369"/>
                    <a:pt x="955" y="393"/>
                    <a:pt x="1062" y="393"/>
                  </a:cubicBezTo>
                  <a:cubicBezTo>
                    <a:pt x="1214" y="384"/>
                    <a:pt x="1196" y="285"/>
                    <a:pt x="1196" y="285"/>
                  </a:cubicBezTo>
                  <a:lnTo>
                    <a:pt x="1196" y="205"/>
                  </a:lnTo>
                  <a:cubicBezTo>
                    <a:pt x="1196" y="205"/>
                    <a:pt x="1124" y="62"/>
                    <a:pt x="1124" y="62"/>
                  </a:cubicBezTo>
                  <a:cubicBezTo>
                    <a:pt x="1124" y="62"/>
                    <a:pt x="973" y="27"/>
                    <a:pt x="973" y="27"/>
                  </a:cubicBezTo>
                  <a:lnTo>
                    <a:pt x="794" y="0"/>
                  </a:ln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83"/>
            <p:cNvSpPr/>
            <p:nvPr/>
          </p:nvSpPr>
          <p:spPr>
            <a:xfrm>
              <a:off x="3586131" y="3105217"/>
              <a:ext cx="214354" cy="86902"/>
            </a:xfrm>
            <a:custGeom>
              <a:rect b="b" l="l" r="r" t="t"/>
              <a:pathLst>
                <a:path extrusionOk="0" h="420" w="1036">
                  <a:moveTo>
                    <a:pt x="583" y="1"/>
                  </a:moveTo>
                  <a:cubicBezTo>
                    <a:pt x="570" y="1"/>
                    <a:pt x="554" y="3"/>
                    <a:pt x="536" y="9"/>
                  </a:cubicBezTo>
                  <a:cubicBezTo>
                    <a:pt x="438" y="45"/>
                    <a:pt x="278" y="63"/>
                    <a:pt x="278" y="63"/>
                  </a:cubicBezTo>
                  <a:lnTo>
                    <a:pt x="126" y="63"/>
                  </a:lnTo>
                  <a:cubicBezTo>
                    <a:pt x="126" y="63"/>
                    <a:pt x="1" y="152"/>
                    <a:pt x="28" y="223"/>
                  </a:cubicBezTo>
                  <a:cubicBezTo>
                    <a:pt x="54" y="295"/>
                    <a:pt x="126" y="366"/>
                    <a:pt x="126" y="366"/>
                  </a:cubicBezTo>
                  <a:cubicBezTo>
                    <a:pt x="126" y="366"/>
                    <a:pt x="518" y="411"/>
                    <a:pt x="536" y="411"/>
                  </a:cubicBezTo>
                  <a:cubicBezTo>
                    <a:pt x="563" y="411"/>
                    <a:pt x="732" y="419"/>
                    <a:pt x="732" y="419"/>
                  </a:cubicBezTo>
                  <a:lnTo>
                    <a:pt x="964" y="366"/>
                  </a:lnTo>
                  <a:lnTo>
                    <a:pt x="1036" y="286"/>
                  </a:lnTo>
                  <a:lnTo>
                    <a:pt x="822" y="143"/>
                  </a:lnTo>
                  <a:cubicBezTo>
                    <a:pt x="759" y="107"/>
                    <a:pt x="670" y="63"/>
                    <a:pt x="670" y="63"/>
                  </a:cubicBezTo>
                  <a:cubicBezTo>
                    <a:pt x="670" y="63"/>
                    <a:pt x="651" y="1"/>
                    <a:pt x="583"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83"/>
            <p:cNvSpPr/>
            <p:nvPr/>
          </p:nvSpPr>
          <p:spPr>
            <a:xfrm>
              <a:off x="3847649" y="3360331"/>
              <a:ext cx="159524" cy="73660"/>
            </a:xfrm>
            <a:custGeom>
              <a:rect b="b" l="l" r="r" t="t"/>
              <a:pathLst>
                <a:path extrusionOk="0" h="356" w="771">
                  <a:moveTo>
                    <a:pt x="370" y="0"/>
                  </a:moveTo>
                  <a:cubicBezTo>
                    <a:pt x="352" y="0"/>
                    <a:pt x="331" y="4"/>
                    <a:pt x="298" y="16"/>
                  </a:cubicBezTo>
                  <a:cubicBezTo>
                    <a:pt x="200" y="61"/>
                    <a:pt x="164" y="25"/>
                    <a:pt x="129" y="87"/>
                  </a:cubicBezTo>
                  <a:cubicBezTo>
                    <a:pt x="102" y="150"/>
                    <a:pt x="48" y="239"/>
                    <a:pt x="48" y="239"/>
                  </a:cubicBezTo>
                  <a:cubicBezTo>
                    <a:pt x="48" y="239"/>
                    <a:pt x="41" y="238"/>
                    <a:pt x="34" y="238"/>
                  </a:cubicBezTo>
                  <a:cubicBezTo>
                    <a:pt x="19" y="238"/>
                    <a:pt x="1" y="242"/>
                    <a:pt x="31" y="266"/>
                  </a:cubicBezTo>
                  <a:cubicBezTo>
                    <a:pt x="66" y="310"/>
                    <a:pt x="218" y="355"/>
                    <a:pt x="218" y="355"/>
                  </a:cubicBezTo>
                  <a:lnTo>
                    <a:pt x="414" y="346"/>
                  </a:lnTo>
                  <a:lnTo>
                    <a:pt x="610" y="328"/>
                  </a:lnTo>
                  <a:lnTo>
                    <a:pt x="753" y="239"/>
                  </a:lnTo>
                  <a:lnTo>
                    <a:pt x="771" y="141"/>
                  </a:lnTo>
                  <a:lnTo>
                    <a:pt x="762" y="52"/>
                  </a:lnTo>
                  <a:cubicBezTo>
                    <a:pt x="726" y="43"/>
                    <a:pt x="628" y="16"/>
                    <a:pt x="512" y="16"/>
                  </a:cubicBezTo>
                  <a:cubicBezTo>
                    <a:pt x="429" y="16"/>
                    <a:pt x="405" y="0"/>
                    <a:pt x="370" y="0"/>
                  </a:cubicBez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83"/>
            <p:cNvSpPr/>
            <p:nvPr/>
          </p:nvSpPr>
          <p:spPr>
            <a:xfrm>
              <a:off x="3541855" y="3438954"/>
              <a:ext cx="118350" cy="72418"/>
            </a:xfrm>
            <a:custGeom>
              <a:rect b="b" l="l" r="r" t="t"/>
              <a:pathLst>
                <a:path extrusionOk="0" h="350" w="572">
                  <a:moveTo>
                    <a:pt x="379" y="1"/>
                  </a:moveTo>
                  <a:cubicBezTo>
                    <a:pt x="371" y="1"/>
                    <a:pt x="364" y="1"/>
                    <a:pt x="358" y="2"/>
                  </a:cubicBezTo>
                  <a:cubicBezTo>
                    <a:pt x="286" y="11"/>
                    <a:pt x="197" y="11"/>
                    <a:pt x="197" y="11"/>
                  </a:cubicBezTo>
                  <a:cubicBezTo>
                    <a:pt x="170" y="11"/>
                    <a:pt x="54" y="29"/>
                    <a:pt x="37" y="55"/>
                  </a:cubicBezTo>
                  <a:cubicBezTo>
                    <a:pt x="19" y="82"/>
                    <a:pt x="1" y="91"/>
                    <a:pt x="10" y="145"/>
                  </a:cubicBezTo>
                  <a:cubicBezTo>
                    <a:pt x="28" y="198"/>
                    <a:pt x="81" y="269"/>
                    <a:pt x="81" y="269"/>
                  </a:cubicBezTo>
                  <a:lnTo>
                    <a:pt x="233" y="323"/>
                  </a:lnTo>
                  <a:lnTo>
                    <a:pt x="376" y="350"/>
                  </a:lnTo>
                  <a:cubicBezTo>
                    <a:pt x="376" y="350"/>
                    <a:pt x="518" y="252"/>
                    <a:pt x="536" y="198"/>
                  </a:cubicBezTo>
                  <a:cubicBezTo>
                    <a:pt x="554" y="136"/>
                    <a:pt x="572" y="64"/>
                    <a:pt x="572" y="64"/>
                  </a:cubicBezTo>
                  <a:lnTo>
                    <a:pt x="563" y="38"/>
                  </a:lnTo>
                  <a:cubicBezTo>
                    <a:pt x="563" y="38"/>
                    <a:pt x="452" y="1"/>
                    <a:pt x="379"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83"/>
            <p:cNvSpPr/>
            <p:nvPr/>
          </p:nvSpPr>
          <p:spPr>
            <a:xfrm>
              <a:off x="3536476" y="3616272"/>
              <a:ext cx="201319" cy="104076"/>
            </a:xfrm>
            <a:custGeom>
              <a:rect b="b" l="l" r="r" t="t"/>
              <a:pathLst>
                <a:path extrusionOk="0" h="503" w="973">
                  <a:moveTo>
                    <a:pt x="455" y="0"/>
                  </a:moveTo>
                  <a:cubicBezTo>
                    <a:pt x="446" y="0"/>
                    <a:pt x="437" y="0"/>
                    <a:pt x="428" y="1"/>
                  </a:cubicBezTo>
                  <a:cubicBezTo>
                    <a:pt x="330" y="10"/>
                    <a:pt x="205" y="73"/>
                    <a:pt x="205" y="73"/>
                  </a:cubicBezTo>
                  <a:lnTo>
                    <a:pt x="89" y="108"/>
                  </a:lnTo>
                  <a:cubicBezTo>
                    <a:pt x="89" y="108"/>
                    <a:pt x="73" y="100"/>
                    <a:pt x="58" y="100"/>
                  </a:cubicBezTo>
                  <a:cubicBezTo>
                    <a:pt x="50" y="100"/>
                    <a:pt x="42" y="102"/>
                    <a:pt x="36" y="108"/>
                  </a:cubicBezTo>
                  <a:cubicBezTo>
                    <a:pt x="18" y="117"/>
                    <a:pt x="0" y="206"/>
                    <a:pt x="0" y="206"/>
                  </a:cubicBezTo>
                  <a:lnTo>
                    <a:pt x="89" y="305"/>
                  </a:lnTo>
                  <a:cubicBezTo>
                    <a:pt x="89" y="305"/>
                    <a:pt x="98" y="314"/>
                    <a:pt x="134" y="340"/>
                  </a:cubicBezTo>
                  <a:cubicBezTo>
                    <a:pt x="156" y="362"/>
                    <a:pt x="171" y="401"/>
                    <a:pt x="205" y="401"/>
                  </a:cubicBezTo>
                  <a:cubicBezTo>
                    <a:pt x="213" y="401"/>
                    <a:pt x="222" y="399"/>
                    <a:pt x="232" y="394"/>
                  </a:cubicBezTo>
                  <a:cubicBezTo>
                    <a:pt x="286" y="367"/>
                    <a:pt x="321" y="358"/>
                    <a:pt x="321" y="358"/>
                  </a:cubicBezTo>
                  <a:cubicBezTo>
                    <a:pt x="321" y="358"/>
                    <a:pt x="375" y="403"/>
                    <a:pt x="410" y="438"/>
                  </a:cubicBezTo>
                  <a:cubicBezTo>
                    <a:pt x="446" y="474"/>
                    <a:pt x="428" y="465"/>
                    <a:pt x="518" y="483"/>
                  </a:cubicBezTo>
                  <a:cubicBezTo>
                    <a:pt x="566" y="499"/>
                    <a:pt x="601" y="502"/>
                    <a:pt x="622" y="502"/>
                  </a:cubicBezTo>
                  <a:cubicBezTo>
                    <a:pt x="635" y="502"/>
                    <a:pt x="642" y="501"/>
                    <a:pt x="642" y="501"/>
                  </a:cubicBezTo>
                  <a:lnTo>
                    <a:pt x="776" y="474"/>
                  </a:lnTo>
                  <a:lnTo>
                    <a:pt x="865" y="367"/>
                  </a:lnTo>
                  <a:cubicBezTo>
                    <a:pt x="865" y="367"/>
                    <a:pt x="972" y="305"/>
                    <a:pt x="919" y="251"/>
                  </a:cubicBezTo>
                  <a:cubicBezTo>
                    <a:pt x="874" y="189"/>
                    <a:pt x="794" y="126"/>
                    <a:pt x="758" y="108"/>
                  </a:cubicBezTo>
                  <a:cubicBezTo>
                    <a:pt x="723" y="90"/>
                    <a:pt x="625" y="37"/>
                    <a:pt x="625" y="37"/>
                  </a:cubicBezTo>
                  <a:cubicBezTo>
                    <a:pt x="625" y="37"/>
                    <a:pt x="543" y="0"/>
                    <a:pt x="455"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83"/>
            <p:cNvSpPr/>
            <p:nvPr/>
          </p:nvSpPr>
          <p:spPr>
            <a:xfrm>
              <a:off x="3815166" y="3716207"/>
              <a:ext cx="252424" cy="97868"/>
            </a:xfrm>
            <a:custGeom>
              <a:rect b="b" l="l" r="r" t="t"/>
              <a:pathLst>
                <a:path extrusionOk="0" h="473" w="1220">
                  <a:moveTo>
                    <a:pt x="170" y="0"/>
                  </a:moveTo>
                  <a:lnTo>
                    <a:pt x="54" y="80"/>
                  </a:lnTo>
                  <a:lnTo>
                    <a:pt x="0" y="250"/>
                  </a:lnTo>
                  <a:lnTo>
                    <a:pt x="54" y="339"/>
                  </a:lnTo>
                  <a:lnTo>
                    <a:pt x="107" y="410"/>
                  </a:lnTo>
                  <a:lnTo>
                    <a:pt x="286" y="446"/>
                  </a:lnTo>
                  <a:cubicBezTo>
                    <a:pt x="286" y="446"/>
                    <a:pt x="354" y="472"/>
                    <a:pt x="422" y="472"/>
                  </a:cubicBezTo>
                  <a:cubicBezTo>
                    <a:pt x="443" y="472"/>
                    <a:pt x="463" y="470"/>
                    <a:pt x="482" y="464"/>
                  </a:cubicBezTo>
                  <a:cubicBezTo>
                    <a:pt x="527" y="455"/>
                    <a:pt x="571" y="453"/>
                    <a:pt x="605" y="453"/>
                  </a:cubicBezTo>
                  <a:cubicBezTo>
                    <a:pt x="638" y="453"/>
                    <a:pt x="660" y="455"/>
                    <a:pt x="660" y="455"/>
                  </a:cubicBezTo>
                  <a:cubicBezTo>
                    <a:pt x="660" y="455"/>
                    <a:pt x="750" y="401"/>
                    <a:pt x="999" y="330"/>
                  </a:cubicBezTo>
                  <a:cubicBezTo>
                    <a:pt x="1211" y="264"/>
                    <a:pt x="1220" y="258"/>
                    <a:pt x="1216" y="258"/>
                  </a:cubicBezTo>
                  <a:cubicBezTo>
                    <a:pt x="1215" y="258"/>
                    <a:pt x="1213" y="259"/>
                    <a:pt x="1213" y="259"/>
                  </a:cubicBezTo>
                  <a:lnTo>
                    <a:pt x="1053" y="187"/>
                  </a:lnTo>
                  <a:cubicBezTo>
                    <a:pt x="1053" y="187"/>
                    <a:pt x="999" y="161"/>
                    <a:pt x="928" y="143"/>
                  </a:cubicBezTo>
                  <a:cubicBezTo>
                    <a:pt x="857" y="125"/>
                    <a:pt x="830" y="18"/>
                    <a:pt x="830" y="18"/>
                  </a:cubicBezTo>
                  <a:lnTo>
                    <a:pt x="687" y="0"/>
                  </a:lnTo>
                  <a:lnTo>
                    <a:pt x="455" y="62"/>
                  </a:lnTo>
                  <a:lnTo>
                    <a:pt x="170" y="0"/>
                  </a:ln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83"/>
            <p:cNvSpPr/>
            <p:nvPr/>
          </p:nvSpPr>
          <p:spPr>
            <a:xfrm>
              <a:off x="3763442" y="3300742"/>
              <a:ext cx="179180" cy="87109"/>
            </a:xfrm>
            <a:custGeom>
              <a:rect b="b" l="l" r="r" t="t"/>
              <a:pathLst>
                <a:path extrusionOk="0" h="421" w="866">
                  <a:moveTo>
                    <a:pt x="732" y="1"/>
                  </a:moveTo>
                  <a:lnTo>
                    <a:pt x="598" y="19"/>
                  </a:lnTo>
                  <a:cubicBezTo>
                    <a:pt x="598" y="19"/>
                    <a:pt x="523" y="34"/>
                    <a:pt x="474" y="34"/>
                  </a:cubicBezTo>
                  <a:cubicBezTo>
                    <a:pt x="458" y="34"/>
                    <a:pt x="444" y="32"/>
                    <a:pt x="438" y="28"/>
                  </a:cubicBezTo>
                  <a:cubicBezTo>
                    <a:pt x="432" y="22"/>
                    <a:pt x="419" y="20"/>
                    <a:pt x="401" y="20"/>
                  </a:cubicBezTo>
                  <a:cubicBezTo>
                    <a:pt x="330" y="20"/>
                    <a:pt x="188" y="54"/>
                    <a:pt x="188" y="54"/>
                  </a:cubicBezTo>
                  <a:cubicBezTo>
                    <a:pt x="188" y="54"/>
                    <a:pt x="63" y="170"/>
                    <a:pt x="45" y="215"/>
                  </a:cubicBezTo>
                  <a:lnTo>
                    <a:pt x="0" y="322"/>
                  </a:lnTo>
                  <a:lnTo>
                    <a:pt x="45" y="402"/>
                  </a:lnTo>
                  <a:lnTo>
                    <a:pt x="268" y="420"/>
                  </a:lnTo>
                  <a:cubicBezTo>
                    <a:pt x="268" y="420"/>
                    <a:pt x="375" y="411"/>
                    <a:pt x="420" y="367"/>
                  </a:cubicBezTo>
                  <a:cubicBezTo>
                    <a:pt x="441" y="345"/>
                    <a:pt x="468" y="336"/>
                    <a:pt x="506" y="336"/>
                  </a:cubicBezTo>
                  <a:cubicBezTo>
                    <a:pt x="548" y="336"/>
                    <a:pt x="603" y="348"/>
                    <a:pt x="678" y="367"/>
                  </a:cubicBezTo>
                  <a:cubicBezTo>
                    <a:pt x="702" y="371"/>
                    <a:pt x="723" y="373"/>
                    <a:pt x="741" y="373"/>
                  </a:cubicBezTo>
                  <a:cubicBezTo>
                    <a:pt x="827" y="373"/>
                    <a:pt x="857" y="331"/>
                    <a:pt x="857" y="331"/>
                  </a:cubicBezTo>
                  <a:cubicBezTo>
                    <a:pt x="857" y="331"/>
                    <a:pt x="866" y="170"/>
                    <a:pt x="857" y="144"/>
                  </a:cubicBezTo>
                  <a:cubicBezTo>
                    <a:pt x="839" y="117"/>
                    <a:pt x="732" y="1"/>
                    <a:pt x="732"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83"/>
            <p:cNvSpPr/>
            <p:nvPr/>
          </p:nvSpPr>
          <p:spPr>
            <a:xfrm>
              <a:off x="3455165" y="3852764"/>
              <a:ext cx="635198" cy="64763"/>
            </a:xfrm>
            <a:custGeom>
              <a:rect b="b" l="l" r="r" t="t"/>
              <a:pathLst>
                <a:path extrusionOk="0" h="313" w="3070">
                  <a:moveTo>
                    <a:pt x="1" y="0"/>
                  </a:moveTo>
                  <a:lnTo>
                    <a:pt x="1" y="312"/>
                  </a:lnTo>
                  <a:lnTo>
                    <a:pt x="3069" y="312"/>
                  </a:lnTo>
                  <a:lnTo>
                    <a:pt x="3069"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83"/>
            <p:cNvSpPr/>
            <p:nvPr/>
          </p:nvSpPr>
          <p:spPr>
            <a:xfrm>
              <a:off x="3493855" y="3917318"/>
              <a:ext cx="557816" cy="531759"/>
            </a:xfrm>
            <a:custGeom>
              <a:rect b="b" l="l" r="r" t="t"/>
              <a:pathLst>
                <a:path extrusionOk="0" h="2570" w="2696">
                  <a:moveTo>
                    <a:pt x="1" y="0"/>
                  </a:moveTo>
                  <a:lnTo>
                    <a:pt x="233" y="2570"/>
                  </a:lnTo>
                  <a:lnTo>
                    <a:pt x="2463" y="2570"/>
                  </a:lnTo>
                  <a:lnTo>
                    <a:pt x="269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83"/>
            <p:cNvSpPr/>
            <p:nvPr/>
          </p:nvSpPr>
          <p:spPr>
            <a:xfrm>
              <a:off x="3493855" y="3917318"/>
              <a:ext cx="557816" cy="40761"/>
            </a:xfrm>
            <a:custGeom>
              <a:rect b="b" l="l" r="r" t="t"/>
              <a:pathLst>
                <a:path extrusionOk="0" h="197" w="2696">
                  <a:moveTo>
                    <a:pt x="1" y="0"/>
                  </a:moveTo>
                  <a:lnTo>
                    <a:pt x="19" y="197"/>
                  </a:lnTo>
                  <a:lnTo>
                    <a:pt x="2677" y="197"/>
                  </a:lnTo>
                  <a:lnTo>
                    <a:pt x="269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51" name="Google Shape;5151;p83"/>
          <p:cNvSpPr/>
          <p:nvPr/>
        </p:nvSpPr>
        <p:spPr>
          <a:xfrm>
            <a:off x="5161992" y="4675538"/>
            <a:ext cx="638716" cy="98075"/>
          </a:xfrm>
          <a:custGeom>
            <a:rect b="b" l="l" r="r" t="t"/>
            <a:pathLst>
              <a:path extrusionOk="0" h="474" w="3087">
                <a:moveTo>
                  <a:pt x="1543" y="1"/>
                </a:moveTo>
                <a:cubicBezTo>
                  <a:pt x="696" y="1"/>
                  <a:pt x="0" y="108"/>
                  <a:pt x="0" y="233"/>
                </a:cubicBezTo>
                <a:cubicBezTo>
                  <a:pt x="0" y="366"/>
                  <a:pt x="696" y="474"/>
                  <a:pt x="1543" y="474"/>
                </a:cubicBezTo>
                <a:cubicBezTo>
                  <a:pt x="2400" y="474"/>
                  <a:pt x="3087" y="366"/>
                  <a:pt x="3087" y="233"/>
                </a:cubicBezTo>
                <a:cubicBezTo>
                  <a:pt x="3087" y="108"/>
                  <a:pt x="2400" y="1"/>
                  <a:pt x="1543" y="1"/>
                </a:cubicBez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52" name="Google Shape;5152;p83"/>
          <p:cNvGrpSpPr/>
          <p:nvPr/>
        </p:nvGrpSpPr>
        <p:grpSpPr>
          <a:xfrm>
            <a:off x="5105677" y="2848135"/>
            <a:ext cx="769165" cy="1873929"/>
            <a:chOff x="5033378" y="2902037"/>
            <a:chExt cx="634991" cy="1547039"/>
          </a:xfrm>
        </p:grpSpPr>
        <p:sp>
          <p:nvSpPr>
            <p:cNvPr id="5153" name="Google Shape;5153;p83"/>
            <p:cNvSpPr/>
            <p:nvPr/>
          </p:nvSpPr>
          <p:spPr>
            <a:xfrm>
              <a:off x="5055516" y="2902037"/>
              <a:ext cx="592576" cy="956338"/>
            </a:xfrm>
            <a:custGeom>
              <a:rect b="b" l="l" r="r" t="t"/>
              <a:pathLst>
                <a:path extrusionOk="0" h="4622" w="2864">
                  <a:moveTo>
                    <a:pt x="1427" y="1"/>
                  </a:moveTo>
                  <a:cubicBezTo>
                    <a:pt x="1427" y="1"/>
                    <a:pt x="1329" y="90"/>
                    <a:pt x="1338" y="144"/>
                  </a:cubicBezTo>
                  <a:cubicBezTo>
                    <a:pt x="1347" y="206"/>
                    <a:pt x="1383" y="277"/>
                    <a:pt x="1338" y="295"/>
                  </a:cubicBezTo>
                  <a:cubicBezTo>
                    <a:pt x="1285" y="304"/>
                    <a:pt x="1285" y="331"/>
                    <a:pt x="1213" y="358"/>
                  </a:cubicBezTo>
                  <a:cubicBezTo>
                    <a:pt x="1142" y="376"/>
                    <a:pt x="1213" y="456"/>
                    <a:pt x="1213" y="509"/>
                  </a:cubicBezTo>
                  <a:cubicBezTo>
                    <a:pt x="1213" y="563"/>
                    <a:pt x="1115" y="857"/>
                    <a:pt x="1115" y="857"/>
                  </a:cubicBezTo>
                  <a:lnTo>
                    <a:pt x="1026" y="973"/>
                  </a:lnTo>
                  <a:cubicBezTo>
                    <a:pt x="1026" y="973"/>
                    <a:pt x="812" y="1152"/>
                    <a:pt x="812" y="1232"/>
                  </a:cubicBezTo>
                  <a:cubicBezTo>
                    <a:pt x="821" y="1312"/>
                    <a:pt x="830" y="1312"/>
                    <a:pt x="857" y="1410"/>
                  </a:cubicBezTo>
                  <a:cubicBezTo>
                    <a:pt x="883" y="1517"/>
                    <a:pt x="848" y="1491"/>
                    <a:pt x="812" y="1553"/>
                  </a:cubicBezTo>
                  <a:cubicBezTo>
                    <a:pt x="776" y="1616"/>
                    <a:pt x="464" y="1767"/>
                    <a:pt x="464" y="1767"/>
                  </a:cubicBezTo>
                  <a:cubicBezTo>
                    <a:pt x="464" y="1767"/>
                    <a:pt x="375" y="1856"/>
                    <a:pt x="375" y="1883"/>
                  </a:cubicBezTo>
                  <a:cubicBezTo>
                    <a:pt x="375" y="1910"/>
                    <a:pt x="464" y="2106"/>
                    <a:pt x="464" y="2106"/>
                  </a:cubicBezTo>
                  <a:lnTo>
                    <a:pt x="500" y="2222"/>
                  </a:lnTo>
                  <a:lnTo>
                    <a:pt x="366" y="2347"/>
                  </a:lnTo>
                  <a:cubicBezTo>
                    <a:pt x="366" y="2347"/>
                    <a:pt x="312" y="2410"/>
                    <a:pt x="321" y="2454"/>
                  </a:cubicBezTo>
                  <a:cubicBezTo>
                    <a:pt x="321" y="2499"/>
                    <a:pt x="321" y="2454"/>
                    <a:pt x="419" y="2659"/>
                  </a:cubicBezTo>
                  <a:cubicBezTo>
                    <a:pt x="489" y="2786"/>
                    <a:pt x="468" y="2809"/>
                    <a:pt x="445" y="2809"/>
                  </a:cubicBezTo>
                  <a:cubicBezTo>
                    <a:pt x="433" y="2809"/>
                    <a:pt x="419" y="2802"/>
                    <a:pt x="419" y="2802"/>
                  </a:cubicBezTo>
                  <a:lnTo>
                    <a:pt x="89" y="2963"/>
                  </a:lnTo>
                  <a:cubicBezTo>
                    <a:pt x="89" y="2963"/>
                    <a:pt x="125" y="3016"/>
                    <a:pt x="134" y="3034"/>
                  </a:cubicBezTo>
                  <a:cubicBezTo>
                    <a:pt x="134" y="3052"/>
                    <a:pt x="187" y="3114"/>
                    <a:pt x="250" y="3177"/>
                  </a:cubicBezTo>
                  <a:cubicBezTo>
                    <a:pt x="312" y="3239"/>
                    <a:pt x="152" y="3328"/>
                    <a:pt x="152" y="3328"/>
                  </a:cubicBezTo>
                  <a:lnTo>
                    <a:pt x="0" y="3605"/>
                  </a:lnTo>
                  <a:lnTo>
                    <a:pt x="89" y="3783"/>
                  </a:lnTo>
                  <a:lnTo>
                    <a:pt x="214" y="3953"/>
                  </a:lnTo>
                  <a:cubicBezTo>
                    <a:pt x="214" y="3953"/>
                    <a:pt x="187" y="3989"/>
                    <a:pt x="187" y="4042"/>
                  </a:cubicBezTo>
                  <a:cubicBezTo>
                    <a:pt x="187" y="4105"/>
                    <a:pt x="250" y="4399"/>
                    <a:pt x="250" y="4399"/>
                  </a:cubicBezTo>
                  <a:lnTo>
                    <a:pt x="366" y="4622"/>
                  </a:lnTo>
                  <a:lnTo>
                    <a:pt x="1427" y="4595"/>
                  </a:lnTo>
                  <a:lnTo>
                    <a:pt x="2498" y="4622"/>
                  </a:lnTo>
                  <a:lnTo>
                    <a:pt x="2614" y="4399"/>
                  </a:lnTo>
                  <a:cubicBezTo>
                    <a:pt x="2614" y="4399"/>
                    <a:pt x="2676" y="4105"/>
                    <a:pt x="2676" y="4042"/>
                  </a:cubicBezTo>
                  <a:cubicBezTo>
                    <a:pt x="2676" y="3989"/>
                    <a:pt x="2650" y="3953"/>
                    <a:pt x="2650" y="3953"/>
                  </a:cubicBezTo>
                  <a:lnTo>
                    <a:pt x="2766" y="3783"/>
                  </a:lnTo>
                  <a:lnTo>
                    <a:pt x="2864" y="3605"/>
                  </a:lnTo>
                  <a:lnTo>
                    <a:pt x="2712" y="3328"/>
                  </a:lnTo>
                  <a:cubicBezTo>
                    <a:pt x="2712" y="3328"/>
                    <a:pt x="2552" y="3239"/>
                    <a:pt x="2614" y="3177"/>
                  </a:cubicBezTo>
                  <a:cubicBezTo>
                    <a:pt x="2676" y="3114"/>
                    <a:pt x="2721" y="3052"/>
                    <a:pt x="2730" y="3034"/>
                  </a:cubicBezTo>
                  <a:cubicBezTo>
                    <a:pt x="2739" y="3016"/>
                    <a:pt x="2766" y="2963"/>
                    <a:pt x="2766" y="2963"/>
                  </a:cubicBezTo>
                  <a:lnTo>
                    <a:pt x="2436" y="2802"/>
                  </a:lnTo>
                  <a:cubicBezTo>
                    <a:pt x="2436" y="2802"/>
                    <a:pt x="2423" y="2809"/>
                    <a:pt x="2412" y="2809"/>
                  </a:cubicBezTo>
                  <a:cubicBezTo>
                    <a:pt x="2391" y="2809"/>
                    <a:pt x="2372" y="2786"/>
                    <a:pt x="2436" y="2659"/>
                  </a:cubicBezTo>
                  <a:cubicBezTo>
                    <a:pt x="2543" y="2454"/>
                    <a:pt x="2534" y="2499"/>
                    <a:pt x="2543" y="2454"/>
                  </a:cubicBezTo>
                  <a:cubicBezTo>
                    <a:pt x="2552" y="2410"/>
                    <a:pt x="2498" y="2347"/>
                    <a:pt x="2498" y="2347"/>
                  </a:cubicBezTo>
                  <a:lnTo>
                    <a:pt x="2364" y="2222"/>
                  </a:lnTo>
                  <a:lnTo>
                    <a:pt x="2391" y="2106"/>
                  </a:lnTo>
                  <a:cubicBezTo>
                    <a:pt x="2391" y="2106"/>
                    <a:pt x="2489" y="1910"/>
                    <a:pt x="2489" y="1883"/>
                  </a:cubicBezTo>
                  <a:cubicBezTo>
                    <a:pt x="2489" y="1856"/>
                    <a:pt x="2391" y="1767"/>
                    <a:pt x="2391" y="1767"/>
                  </a:cubicBezTo>
                  <a:cubicBezTo>
                    <a:pt x="2391" y="1767"/>
                    <a:pt x="2079" y="1616"/>
                    <a:pt x="2043" y="1553"/>
                  </a:cubicBezTo>
                  <a:cubicBezTo>
                    <a:pt x="2007" y="1491"/>
                    <a:pt x="1981" y="1517"/>
                    <a:pt x="2007" y="1410"/>
                  </a:cubicBezTo>
                  <a:cubicBezTo>
                    <a:pt x="2034" y="1312"/>
                    <a:pt x="2043" y="1312"/>
                    <a:pt x="2043" y="1232"/>
                  </a:cubicBezTo>
                  <a:cubicBezTo>
                    <a:pt x="2052" y="1152"/>
                    <a:pt x="1829" y="973"/>
                    <a:pt x="1829" y="973"/>
                  </a:cubicBezTo>
                  <a:lnTo>
                    <a:pt x="1749" y="857"/>
                  </a:lnTo>
                  <a:cubicBezTo>
                    <a:pt x="1749" y="857"/>
                    <a:pt x="1642" y="563"/>
                    <a:pt x="1642" y="509"/>
                  </a:cubicBezTo>
                  <a:cubicBezTo>
                    <a:pt x="1642" y="456"/>
                    <a:pt x="1713" y="376"/>
                    <a:pt x="1642" y="358"/>
                  </a:cubicBezTo>
                  <a:cubicBezTo>
                    <a:pt x="1579" y="331"/>
                    <a:pt x="1570" y="304"/>
                    <a:pt x="1526" y="295"/>
                  </a:cubicBezTo>
                  <a:cubicBezTo>
                    <a:pt x="1481" y="277"/>
                    <a:pt x="1517" y="206"/>
                    <a:pt x="1517" y="144"/>
                  </a:cubicBezTo>
                  <a:cubicBezTo>
                    <a:pt x="1526" y="90"/>
                    <a:pt x="1427" y="1"/>
                    <a:pt x="1427"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83"/>
            <p:cNvSpPr/>
            <p:nvPr/>
          </p:nvSpPr>
          <p:spPr>
            <a:xfrm>
              <a:off x="5162482" y="3249016"/>
              <a:ext cx="376774" cy="609350"/>
            </a:xfrm>
            <a:custGeom>
              <a:rect b="b" l="l" r="r" t="t"/>
              <a:pathLst>
                <a:path extrusionOk="0" h="2945" w="1821">
                  <a:moveTo>
                    <a:pt x="910" y="1"/>
                  </a:moveTo>
                  <a:cubicBezTo>
                    <a:pt x="910" y="1"/>
                    <a:pt x="848" y="63"/>
                    <a:pt x="857" y="99"/>
                  </a:cubicBezTo>
                  <a:cubicBezTo>
                    <a:pt x="857" y="135"/>
                    <a:pt x="884" y="179"/>
                    <a:pt x="848" y="188"/>
                  </a:cubicBezTo>
                  <a:cubicBezTo>
                    <a:pt x="821" y="197"/>
                    <a:pt x="821" y="215"/>
                    <a:pt x="777" y="233"/>
                  </a:cubicBezTo>
                  <a:cubicBezTo>
                    <a:pt x="732" y="242"/>
                    <a:pt x="777" y="286"/>
                    <a:pt x="777" y="322"/>
                  </a:cubicBezTo>
                  <a:cubicBezTo>
                    <a:pt x="777" y="358"/>
                    <a:pt x="714" y="545"/>
                    <a:pt x="714" y="545"/>
                  </a:cubicBezTo>
                  <a:lnTo>
                    <a:pt x="661" y="625"/>
                  </a:lnTo>
                  <a:cubicBezTo>
                    <a:pt x="661" y="625"/>
                    <a:pt x="518" y="741"/>
                    <a:pt x="518" y="786"/>
                  </a:cubicBezTo>
                  <a:cubicBezTo>
                    <a:pt x="527" y="840"/>
                    <a:pt x="527" y="840"/>
                    <a:pt x="545" y="902"/>
                  </a:cubicBezTo>
                  <a:cubicBezTo>
                    <a:pt x="563" y="964"/>
                    <a:pt x="545" y="947"/>
                    <a:pt x="518" y="991"/>
                  </a:cubicBezTo>
                  <a:cubicBezTo>
                    <a:pt x="500" y="1027"/>
                    <a:pt x="295" y="1125"/>
                    <a:pt x="295" y="1125"/>
                  </a:cubicBezTo>
                  <a:cubicBezTo>
                    <a:pt x="295" y="1125"/>
                    <a:pt x="241" y="1179"/>
                    <a:pt x="241" y="1196"/>
                  </a:cubicBezTo>
                  <a:cubicBezTo>
                    <a:pt x="241" y="1214"/>
                    <a:pt x="295" y="1348"/>
                    <a:pt x="295" y="1348"/>
                  </a:cubicBezTo>
                  <a:lnTo>
                    <a:pt x="322" y="1419"/>
                  </a:lnTo>
                  <a:lnTo>
                    <a:pt x="232" y="1491"/>
                  </a:lnTo>
                  <a:cubicBezTo>
                    <a:pt x="232" y="1491"/>
                    <a:pt x="197" y="1535"/>
                    <a:pt x="206" y="1562"/>
                  </a:cubicBezTo>
                  <a:cubicBezTo>
                    <a:pt x="206" y="1598"/>
                    <a:pt x="206" y="1562"/>
                    <a:pt x="268" y="1696"/>
                  </a:cubicBezTo>
                  <a:cubicBezTo>
                    <a:pt x="314" y="1775"/>
                    <a:pt x="301" y="1790"/>
                    <a:pt x="286" y="1790"/>
                  </a:cubicBezTo>
                  <a:cubicBezTo>
                    <a:pt x="278" y="1790"/>
                    <a:pt x="268" y="1785"/>
                    <a:pt x="268" y="1785"/>
                  </a:cubicBezTo>
                  <a:lnTo>
                    <a:pt x="63" y="1883"/>
                  </a:lnTo>
                  <a:cubicBezTo>
                    <a:pt x="63" y="1883"/>
                    <a:pt x="81" y="1919"/>
                    <a:pt x="90" y="1937"/>
                  </a:cubicBezTo>
                  <a:cubicBezTo>
                    <a:pt x="90" y="1946"/>
                    <a:pt x="125" y="1990"/>
                    <a:pt x="161" y="2026"/>
                  </a:cubicBezTo>
                  <a:cubicBezTo>
                    <a:pt x="197" y="2071"/>
                    <a:pt x="99" y="2124"/>
                    <a:pt x="99" y="2124"/>
                  </a:cubicBezTo>
                  <a:lnTo>
                    <a:pt x="1" y="2303"/>
                  </a:lnTo>
                  <a:lnTo>
                    <a:pt x="63" y="2410"/>
                  </a:lnTo>
                  <a:lnTo>
                    <a:pt x="134" y="2517"/>
                  </a:lnTo>
                  <a:cubicBezTo>
                    <a:pt x="134" y="2517"/>
                    <a:pt x="125" y="2543"/>
                    <a:pt x="125" y="2579"/>
                  </a:cubicBezTo>
                  <a:cubicBezTo>
                    <a:pt x="125" y="2615"/>
                    <a:pt x="161" y="2802"/>
                    <a:pt x="161" y="2802"/>
                  </a:cubicBezTo>
                  <a:lnTo>
                    <a:pt x="232" y="2945"/>
                  </a:lnTo>
                  <a:lnTo>
                    <a:pt x="910" y="2927"/>
                  </a:lnTo>
                  <a:lnTo>
                    <a:pt x="1588" y="2945"/>
                  </a:lnTo>
                  <a:lnTo>
                    <a:pt x="1669" y="2802"/>
                  </a:lnTo>
                  <a:cubicBezTo>
                    <a:pt x="1669" y="2802"/>
                    <a:pt x="1704" y="2615"/>
                    <a:pt x="1704" y="2579"/>
                  </a:cubicBezTo>
                  <a:cubicBezTo>
                    <a:pt x="1704" y="2543"/>
                    <a:pt x="1687" y="2517"/>
                    <a:pt x="1687" y="2517"/>
                  </a:cubicBezTo>
                  <a:lnTo>
                    <a:pt x="1767" y="2410"/>
                  </a:lnTo>
                  <a:lnTo>
                    <a:pt x="1820" y="2303"/>
                  </a:lnTo>
                  <a:lnTo>
                    <a:pt x="1731" y="2124"/>
                  </a:lnTo>
                  <a:cubicBezTo>
                    <a:pt x="1731" y="2124"/>
                    <a:pt x="1624" y="2071"/>
                    <a:pt x="1669" y="2026"/>
                  </a:cubicBezTo>
                  <a:cubicBezTo>
                    <a:pt x="1704" y="1990"/>
                    <a:pt x="1731" y="1946"/>
                    <a:pt x="1740" y="1937"/>
                  </a:cubicBezTo>
                  <a:cubicBezTo>
                    <a:pt x="1740" y="1919"/>
                    <a:pt x="1767" y="1883"/>
                    <a:pt x="1767" y="1883"/>
                  </a:cubicBezTo>
                  <a:lnTo>
                    <a:pt x="1553" y="1785"/>
                  </a:lnTo>
                  <a:cubicBezTo>
                    <a:pt x="1553" y="1785"/>
                    <a:pt x="1545" y="1790"/>
                    <a:pt x="1537" y="1790"/>
                  </a:cubicBezTo>
                  <a:cubicBezTo>
                    <a:pt x="1524" y="1790"/>
                    <a:pt x="1513" y="1775"/>
                    <a:pt x="1553" y="1696"/>
                  </a:cubicBezTo>
                  <a:cubicBezTo>
                    <a:pt x="1624" y="1562"/>
                    <a:pt x="1615" y="1598"/>
                    <a:pt x="1624" y="1562"/>
                  </a:cubicBezTo>
                  <a:cubicBezTo>
                    <a:pt x="1624" y="1535"/>
                    <a:pt x="1588" y="1491"/>
                    <a:pt x="1588" y="1491"/>
                  </a:cubicBezTo>
                  <a:lnTo>
                    <a:pt x="1508" y="1419"/>
                  </a:lnTo>
                  <a:lnTo>
                    <a:pt x="1526" y="1348"/>
                  </a:lnTo>
                  <a:cubicBezTo>
                    <a:pt x="1526" y="1348"/>
                    <a:pt x="1588" y="1214"/>
                    <a:pt x="1588" y="1196"/>
                  </a:cubicBezTo>
                  <a:cubicBezTo>
                    <a:pt x="1588" y="1179"/>
                    <a:pt x="1526" y="1125"/>
                    <a:pt x="1526" y="1125"/>
                  </a:cubicBezTo>
                  <a:cubicBezTo>
                    <a:pt x="1526" y="1125"/>
                    <a:pt x="1330" y="1027"/>
                    <a:pt x="1303" y="991"/>
                  </a:cubicBezTo>
                  <a:cubicBezTo>
                    <a:pt x="1285" y="947"/>
                    <a:pt x="1258" y="964"/>
                    <a:pt x="1276" y="902"/>
                  </a:cubicBezTo>
                  <a:cubicBezTo>
                    <a:pt x="1294" y="840"/>
                    <a:pt x="1303" y="840"/>
                    <a:pt x="1303" y="786"/>
                  </a:cubicBezTo>
                  <a:cubicBezTo>
                    <a:pt x="1303" y="741"/>
                    <a:pt x="1169" y="625"/>
                    <a:pt x="1169" y="625"/>
                  </a:cubicBezTo>
                  <a:lnTo>
                    <a:pt x="1116" y="545"/>
                  </a:lnTo>
                  <a:cubicBezTo>
                    <a:pt x="1116" y="545"/>
                    <a:pt x="1053" y="358"/>
                    <a:pt x="1053" y="322"/>
                  </a:cubicBezTo>
                  <a:cubicBezTo>
                    <a:pt x="1053" y="286"/>
                    <a:pt x="1098" y="242"/>
                    <a:pt x="1053" y="233"/>
                  </a:cubicBezTo>
                  <a:cubicBezTo>
                    <a:pt x="1009" y="215"/>
                    <a:pt x="1000" y="197"/>
                    <a:pt x="973" y="188"/>
                  </a:cubicBezTo>
                  <a:cubicBezTo>
                    <a:pt x="946" y="179"/>
                    <a:pt x="964" y="135"/>
                    <a:pt x="973" y="99"/>
                  </a:cubicBezTo>
                  <a:cubicBezTo>
                    <a:pt x="973" y="63"/>
                    <a:pt x="91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83"/>
            <p:cNvSpPr/>
            <p:nvPr/>
          </p:nvSpPr>
          <p:spPr>
            <a:xfrm>
              <a:off x="5046206" y="3647721"/>
              <a:ext cx="234630" cy="129733"/>
            </a:xfrm>
            <a:custGeom>
              <a:rect b="b" l="l" r="r" t="t"/>
              <a:pathLst>
                <a:path extrusionOk="0" h="627" w="1134">
                  <a:moveTo>
                    <a:pt x="801" y="502"/>
                  </a:moveTo>
                  <a:lnTo>
                    <a:pt x="786" y="518"/>
                  </a:lnTo>
                  <a:cubicBezTo>
                    <a:pt x="786" y="518"/>
                    <a:pt x="817" y="502"/>
                    <a:pt x="801" y="502"/>
                  </a:cubicBezTo>
                  <a:close/>
                  <a:moveTo>
                    <a:pt x="696" y="1"/>
                  </a:moveTo>
                  <a:cubicBezTo>
                    <a:pt x="625" y="1"/>
                    <a:pt x="277" y="117"/>
                    <a:pt x="170" y="117"/>
                  </a:cubicBezTo>
                  <a:cubicBezTo>
                    <a:pt x="63" y="117"/>
                    <a:pt x="1" y="224"/>
                    <a:pt x="1" y="224"/>
                  </a:cubicBezTo>
                  <a:lnTo>
                    <a:pt x="1" y="349"/>
                  </a:lnTo>
                  <a:lnTo>
                    <a:pt x="72" y="518"/>
                  </a:lnTo>
                  <a:lnTo>
                    <a:pt x="206" y="518"/>
                  </a:lnTo>
                  <a:lnTo>
                    <a:pt x="304" y="590"/>
                  </a:lnTo>
                  <a:cubicBezTo>
                    <a:pt x="304" y="590"/>
                    <a:pt x="392" y="627"/>
                    <a:pt x="449" y="627"/>
                  </a:cubicBezTo>
                  <a:cubicBezTo>
                    <a:pt x="454" y="627"/>
                    <a:pt x="460" y="626"/>
                    <a:pt x="464" y="625"/>
                  </a:cubicBezTo>
                  <a:cubicBezTo>
                    <a:pt x="518" y="616"/>
                    <a:pt x="491" y="616"/>
                    <a:pt x="518" y="599"/>
                  </a:cubicBezTo>
                  <a:cubicBezTo>
                    <a:pt x="536" y="581"/>
                    <a:pt x="616" y="545"/>
                    <a:pt x="732" y="518"/>
                  </a:cubicBezTo>
                  <a:cubicBezTo>
                    <a:pt x="774" y="506"/>
                    <a:pt x="793" y="502"/>
                    <a:pt x="801" y="502"/>
                  </a:cubicBezTo>
                  <a:lnTo>
                    <a:pt x="866" y="438"/>
                  </a:lnTo>
                  <a:cubicBezTo>
                    <a:pt x="866" y="438"/>
                    <a:pt x="869" y="439"/>
                    <a:pt x="876" y="439"/>
                  </a:cubicBezTo>
                  <a:cubicBezTo>
                    <a:pt x="891" y="439"/>
                    <a:pt x="923" y="434"/>
                    <a:pt x="955" y="402"/>
                  </a:cubicBezTo>
                  <a:cubicBezTo>
                    <a:pt x="1000" y="367"/>
                    <a:pt x="955" y="313"/>
                    <a:pt x="955" y="313"/>
                  </a:cubicBezTo>
                  <a:cubicBezTo>
                    <a:pt x="955" y="313"/>
                    <a:pt x="982" y="313"/>
                    <a:pt x="1062" y="269"/>
                  </a:cubicBezTo>
                  <a:cubicBezTo>
                    <a:pt x="1133" y="233"/>
                    <a:pt x="1107" y="215"/>
                    <a:pt x="1107" y="215"/>
                  </a:cubicBezTo>
                  <a:lnTo>
                    <a:pt x="1107" y="170"/>
                  </a:lnTo>
                  <a:lnTo>
                    <a:pt x="1053" y="126"/>
                  </a:lnTo>
                  <a:cubicBezTo>
                    <a:pt x="1053" y="126"/>
                    <a:pt x="768" y="1"/>
                    <a:pt x="696"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83"/>
            <p:cNvSpPr/>
            <p:nvPr/>
          </p:nvSpPr>
          <p:spPr>
            <a:xfrm>
              <a:off x="5380345" y="3535165"/>
              <a:ext cx="204215" cy="138837"/>
            </a:xfrm>
            <a:custGeom>
              <a:rect b="b" l="l" r="r" t="t"/>
              <a:pathLst>
                <a:path extrusionOk="0" h="671" w="987">
                  <a:moveTo>
                    <a:pt x="643" y="1"/>
                  </a:moveTo>
                  <a:lnTo>
                    <a:pt x="402" y="152"/>
                  </a:lnTo>
                  <a:cubicBezTo>
                    <a:pt x="402" y="152"/>
                    <a:pt x="268" y="206"/>
                    <a:pt x="152" y="206"/>
                  </a:cubicBezTo>
                  <a:cubicBezTo>
                    <a:pt x="141" y="205"/>
                    <a:pt x="130" y="205"/>
                    <a:pt x="121" y="205"/>
                  </a:cubicBezTo>
                  <a:cubicBezTo>
                    <a:pt x="41" y="205"/>
                    <a:pt x="24" y="236"/>
                    <a:pt x="0" y="268"/>
                  </a:cubicBezTo>
                  <a:lnTo>
                    <a:pt x="0" y="465"/>
                  </a:lnTo>
                  <a:lnTo>
                    <a:pt x="188" y="545"/>
                  </a:lnTo>
                  <a:lnTo>
                    <a:pt x="330" y="652"/>
                  </a:lnTo>
                  <a:cubicBezTo>
                    <a:pt x="330" y="652"/>
                    <a:pt x="448" y="671"/>
                    <a:pt x="519" y="671"/>
                  </a:cubicBezTo>
                  <a:cubicBezTo>
                    <a:pt x="546" y="671"/>
                    <a:pt x="566" y="668"/>
                    <a:pt x="571" y="661"/>
                  </a:cubicBezTo>
                  <a:cubicBezTo>
                    <a:pt x="589" y="643"/>
                    <a:pt x="660" y="482"/>
                    <a:pt x="660" y="482"/>
                  </a:cubicBezTo>
                  <a:cubicBezTo>
                    <a:pt x="660" y="482"/>
                    <a:pt x="732" y="420"/>
                    <a:pt x="892" y="268"/>
                  </a:cubicBezTo>
                  <a:cubicBezTo>
                    <a:pt x="978" y="178"/>
                    <a:pt x="987" y="158"/>
                    <a:pt x="978" y="158"/>
                  </a:cubicBezTo>
                  <a:cubicBezTo>
                    <a:pt x="972" y="158"/>
                    <a:pt x="955" y="170"/>
                    <a:pt x="955" y="170"/>
                  </a:cubicBezTo>
                  <a:lnTo>
                    <a:pt x="892" y="54"/>
                  </a:lnTo>
                  <a:lnTo>
                    <a:pt x="643" y="1"/>
                  </a:ln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83"/>
            <p:cNvSpPr/>
            <p:nvPr/>
          </p:nvSpPr>
          <p:spPr>
            <a:xfrm>
              <a:off x="5134758" y="3458610"/>
              <a:ext cx="179387" cy="95179"/>
            </a:xfrm>
            <a:custGeom>
              <a:rect b="b" l="l" r="r" t="t"/>
              <a:pathLst>
                <a:path extrusionOk="0" h="460" w="867">
                  <a:moveTo>
                    <a:pt x="442" y="0"/>
                  </a:moveTo>
                  <a:cubicBezTo>
                    <a:pt x="407" y="0"/>
                    <a:pt x="377" y="7"/>
                    <a:pt x="358" y="23"/>
                  </a:cubicBezTo>
                  <a:cubicBezTo>
                    <a:pt x="304" y="59"/>
                    <a:pt x="268" y="192"/>
                    <a:pt x="268" y="192"/>
                  </a:cubicBezTo>
                  <a:lnTo>
                    <a:pt x="126" y="210"/>
                  </a:lnTo>
                  <a:cubicBezTo>
                    <a:pt x="126" y="210"/>
                    <a:pt x="118" y="209"/>
                    <a:pt x="107" y="209"/>
                  </a:cubicBezTo>
                  <a:cubicBezTo>
                    <a:pt x="90" y="209"/>
                    <a:pt x="63" y="212"/>
                    <a:pt x="36" y="228"/>
                  </a:cubicBezTo>
                  <a:cubicBezTo>
                    <a:pt x="1" y="255"/>
                    <a:pt x="1" y="371"/>
                    <a:pt x="1" y="371"/>
                  </a:cubicBezTo>
                  <a:lnTo>
                    <a:pt x="90" y="415"/>
                  </a:lnTo>
                  <a:lnTo>
                    <a:pt x="456" y="460"/>
                  </a:lnTo>
                  <a:lnTo>
                    <a:pt x="625" y="371"/>
                  </a:lnTo>
                  <a:lnTo>
                    <a:pt x="804" y="308"/>
                  </a:lnTo>
                  <a:cubicBezTo>
                    <a:pt x="804" y="308"/>
                    <a:pt x="866" y="237"/>
                    <a:pt x="830" y="201"/>
                  </a:cubicBezTo>
                  <a:cubicBezTo>
                    <a:pt x="795" y="166"/>
                    <a:pt x="732" y="76"/>
                    <a:pt x="732" y="76"/>
                  </a:cubicBezTo>
                  <a:cubicBezTo>
                    <a:pt x="732" y="76"/>
                    <a:pt x="679" y="59"/>
                    <a:pt x="590" y="32"/>
                  </a:cubicBezTo>
                  <a:cubicBezTo>
                    <a:pt x="539" y="12"/>
                    <a:pt x="487" y="0"/>
                    <a:pt x="442"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83"/>
            <p:cNvSpPr/>
            <p:nvPr/>
          </p:nvSpPr>
          <p:spPr>
            <a:xfrm>
              <a:off x="5363586" y="3225222"/>
              <a:ext cx="253252" cy="118146"/>
            </a:xfrm>
            <a:custGeom>
              <a:rect b="b" l="l" r="r" t="t"/>
              <a:pathLst>
                <a:path extrusionOk="0" h="571" w="1224">
                  <a:moveTo>
                    <a:pt x="795" y="0"/>
                  </a:moveTo>
                  <a:cubicBezTo>
                    <a:pt x="795" y="0"/>
                    <a:pt x="697" y="0"/>
                    <a:pt x="501" y="80"/>
                  </a:cubicBezTo>
                  <a:cubicBezTo>
                    <a:pt x="398" y="116"/>
                    <a:pt x="351" y="125"/>
                    <a:pt x="330" y="125"/>
                  </a:cubicBezTo>
                  <a:cubicBezTo>
                    <a:pt x="309" y="125"/>
                    <a:pt x="313" y="116"/>
                    <a:pt x="313" y="116"/>
                  </a:cubicBezTo>
                  <a:lnTo>
                    <a:pt x="313" y="116"/>
                  </a:lnTo>
                  <a:lnTo>
                    <a:pt x="251" y="196"/>
                  </a:lnTo>
                  <a:lnTo>
                    <a:pt x="1" y="303"/>
                  </a:lnTo>
                  <a:lnTo>
                    <a:pt x="81" y="544"/>
                  </a:lnTo>
                  <a:cubicBezTo>
                    <a:pt x="81" y="544"/>
                    <a:pt x="99" y="535"/>
                    <a:pt x="215" y="526"/>
                  </a:cubicBezTo>
                  <a:cubicBezTo>
                    <a:pt x="228" y="525"/>
                    <a:pt x="240" y="525"/>
                    <a:pt x="253" y="525"/>
                  </a:cubicBezTo>
                  <a:cubicBezTo>
                    <a:pt x="350" y="525"/>
                    <a:pt x="420" y="553"/>
                    <a:pt x="420" y="553"/>
                  </a:cubicBezTo>
                  <a:lnTo>
                    <a:pt x="599" y="571"/>
                  </a:lnTo>
                  <a:cubicBezTo>
                    <a:pt x="599" y="571"/>
                    <a:pt x="706" y="437"/>
                    <a:pt x="813" y="393"/>
                  </a:cubicBezTo>
                  <a:cubicBezTo>
                    <a:pt x="845" y="375"/>
                    <a:pt x="867" y="369"/>
                    <a:pt x="887" y="369"/>
                  </a:cubicBezTo>
                  <a:cubicBezTo>
                    <a:pt x="928" y="369"/>
                    <a:pt x="961" y="393"/>
                    <a:pt x="1063" y="393"/>
                  </a:cubicBezTo>
                  <a:cubicBezTo>
                    <a:pt x="1223" y="384"/>
                    <a:pt x="1196" y="285"/>
                    <a:pt x="1196" y="285"/>
                  </a:cubicBezTo>
                  <a:lnTo>
                    <a:pt x="1196" y="205"/>
                  </a:lnTo>
                  <a:cubicBezTo>
                    <a:pt x="1196" y="205"/>
                    <a:pt x="1125" y="62"/>
                    <a:pt x="1125" y="62"/>
                  </a:cubicBezTo>
                  <a:cubicBezTo>
                    <a:pt x="1125" y="62"/>
                    <a:pt x="973" y="27"/>
                    <a:pt x="973" y="27"/>
                  </a:cubicBezTo>
                  <a:lnTo>
                    <a:pt x="795" y="0"/>
                  </a:ln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83"/>
            <p:cNvSpPr/>
            <p:nvPr/>
          </p:nvSpPr>
          <p:spPr>
            <a:xfrm>
              <a:off x="5164344" y="3105217"/>
              <a:ext cx="216216" cy="86902"/>
            </a:xfrm>
            <a:custGeom>
              <a:rect b="b" l="l" r="r" t="t"/>
              <a:pathLst>
                <a:path extrusionOk="0" h="420" w="1045">
                  <a:moveTo>
                    <a:pt x="588" y="1"/>
                  </a:moveTo>
                  <a:cubicBezTo>
                    <a:pt x="575" y="1"/>
                    <a:pt x="561" y="3"/>
                    <a:pt x="545" y="9"/>
                  </a:cubicBezTo>
                  <a:cubicBezTo>
                    <a:pt x="447" y="45"/>
                    <a:pt x="277" y="63"/>
                    <a:pt x="277" y="63"/>
                  </a:cubicBezTo>
                  <a:lnTo>
                    <a:pt x="125" y="63"/>
                  </a:lnTo>
                  <a:cubicBezTo>
                    <a:pt x="125" y="63"/>
                    <a:pt x="0" y="152"/>
                    <a:pt x="27" y="223"/>
                  </a:cubicBezTo>
                  <a:cubicBezTo>
                    <a:pt x="54" y="295"/>
                    <a:pt x="125" y="366"/>
                    <a:pt x="125" y="366"/>
                  </a:cubicBezTo>
                  <a:cubicBezTo>
                    <a:pt x="125" y="366"/>
                    <a:pt x="518" y="411"/>
                    <a:pt x="545" y="411"/>
                  </a:cubicBezTo>
                  <a:cubicBezTo>
                    <a:pt x="562" y="411"/>
                    <a:pt x="732" y="419"/>
                    <a:pt x="732" y="419"/>
                  </a:cubicBezTo>
                  <a:lnTo>
                    <a:pt x="964" y="366"/>
                  </a:lnTo>
                  <a:lnTo>
                    <a:pt x="1044" y="286"/>
                  </a:lnTo>
                  <a:lnTo>
                    <a:pt x="830" y="143"/>
                  </a:lnTo>
                  <a:cubicBezTo>
                    <a:pt x="759" y="107"/>
                    <a:pt x="670" y="63"/>
                    <a:pt x="670" y="63"/>
                  </a:cubicBezTo>
                  <a:cubicBezTo>
                    <a:pt x="670" y="63"/>
                    <a:pt x="651" y="1"/>
                    <a:pt x="588"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83"/>
            <p:cNvSpPr/>
            <p:nvPr/>
          </p:nvSpPr>
          <p:spPr>
            <a:xfrm>
              <a:off x="5425863" y="3360331"/>
              <a:ext cx="159524" cy="73660"/>
            </a:xfrm>
            <a:custGeom>
              <a:rect b="b" l="l" r="r" t="t"/>
              <a:pathLst>
                <a:path extrusionOk="0" h="356" w="771">
                  <a:moveTo>
                    <a:pt x="369" y="0"/>
                  </a:moveTo>
                  <a:cubicBezTo>
                    <a:pt x="351" y="0"/>
                    <a:pt x="330" y="4"/>
                    <a:pt x="298" y="16"/>
                  </a:cubicBezTo>
                  <a:cubicBezTo>
                    <a:pt x="200" y="61"/>
                    <a:pt x="164" y="25"/>
                    <a:pt x="137" y="87"/>
                  </a:cubicBezTo>
                  <a:cubicBezTo>
                    <a:pt x="101" y="150"/>
                    <a:pt x="48" y="239"/>
                    <a:pt x="48" y="239"/>
                  </a:cubicBezTo>
                  <a:cubicBezTo>
                    <a:pt x="48" y="239"/>
                    <a:pt x="41" y="238"/>
                    <a:pt x="33" y="238"/>
                  </a:cubicBezTo>
                  <a:cubicBezTo>
                    <a:pt x="18" y="238"/>
                    <a:pt x="0" y="242"/>
                    <a:pt x="30" y="266"/>
                  </a:cubicBezTo>
                  <a:cubicBezTo>
                    <a:pt x="75" y="310"/>
                    <a:pt x="226" y="355"/>
                    <a:pt x="226" y="355"/>
                  </a:cubicBezTo>
                  <a:lnTo>
                    <a:pt x="414" y="346"/>
                  </a:lnTo>
                  <a:lnTo>
                    <a:pt x="610" y="328"/>
                  </a:lnTo>
                  <a:lnTo>
                    <a:pt x="753" y="239"/>
                  </a:lnTo>
                  <a:lnTo>
                    <a:pt x="770" y="141"/>
                  </a:lnTo>
                  <a:lnTo>
                    <a:pt x="762" y="52"/>
                  </a:lnTo>
                  <a:cubicBezTo>
                    <a:pt x="726" y="43"/>
                    <a:pt x="637" y="16"/>
                    <a:pt x="512" y="16"/>
                  </a:cubicBezTo>
                  <a:cubicBezTo>
                    <a:pt x="428" y="16"/>
                    <a:pt x="405" y="0"/>
                    <a:pt x="369" y="0"/>
                  </a:cubicBez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83"/>
            <p:cNvSpPr/>
            <p:nvPr/>
          </p:nvSpPr>
          <p:spPr>
            <a:xfrm>
              <a:off x="5120068" y="3438954"/>
              <a:ext cx="118350" cy="72418"/>
            </a:xfrm>
            <a:custGeom>
              <a:rect b="b" l="l" r="r" t="t"/>
              <a:pathLst>
                <a:path extrusionOk="0" h="350" w="572">
                  <a:moveTo>
                    <a:pt x="378" y="1"/>
                  </a:moveTo>
                  <a:cubicBezTo>
                    <a:pt x="371" y="1"/>
                    <a:pt x="364" y="1"/>
                    <a:pt x="357" y="2"/>
                  </a:cubicBezTo>
                  <a:cubicBezTo>
                    <a:pt x="286" y="11"/>
                    <a:pt x="197" y="11"/>
                    <a:pt x="197" y="11"/>
                  </a:cubicBezTo>
                  <a:cubicBezTo>
                    <a:pt x="170" y="11"/>
                    <a:pt x="54" y="29"/>
                    <a:pt x="36" y="55"/>
                  </a:cubicBezTo>
                  <a:cubicBezTo>
                    <a:pt x="27" y="82"/>
                    <a:pt x="0" y="91"/>
                    <a:pt x="18" y="145"/>
                  </a:cubicBezTo>
                  <a:cubicBezTo>
                    <a:pt x="27" y="198"/>
                    <a:pt x="81" y="269"/>
                    <a:pt x="81" y="269"/>
                  </a:cubicBezTo>
                  <a:lnTo>
                    <a:pt x="232" y="323"/>
                  </a:lnTo>
                  <a:lnTo>
                    <a:pt x="384" y="350"/>
                  </a:lnTo>
                  <a:cubicBezTo>
                    <a:pt x="384" y="350"/>
                    <a:pt x="527" y="252"/>
                    <a:pt x="536" y="198"/>
                  </a:cubicBezTo>
                  <a:cubicBezTo>
                    <a:pt x="553" y="136"/>
                    <a:pt x="571" y="64"/>
                    <a:pt x="571" y="64"/>
                  </a:cubicBezTo>
                  <a:lnTo>
                    <a:pt x="571" y="38"/>
                  </a:lnTo>
                  <a:cubicBezTo>
                    <a:pt x="571" y="38"/>
                    <a:pt x="453" y="1"/>
                    <a:pt x="378"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83"/>
            <p:cNvSpPr/>
            <p:nvPr/>
          </p:nvSpPr>
          <p:spPr>
            <a:xfrm>
              <a:off x="5114482" y="3616272"/>
              <a:ext cx="201319" cy="104076"/>
            </a:xfrm>
            <a:custGeom>
              <a:rect b="b" l="l" r="r" t="t"/>
              <a:pathLst>
                <a:path extrusionOk="0" h="503" w="973">
                  <a:moveTo>
                    <a:pt x="456" y="0"/>
                  </a:moveTo>
                  <a:cubicBezTo>
                    <a:pt x="447" y="0"/>
                    <a:pt x="438" y="0"/>
                    <a:pt x="429" y="1"/>
                  </a:cubicBezTo>
                  <a:cubicBezTo>
                    <a:pt x="331" y="10"/>
                    <a:pt x="206" y="73"/>
                    <a:pt x="206" y="73"/>
                  </a:cubicBezTo>
                  <a:lnTo>
                    <a:pt x="99" y="108"/>
                  </a:lnTo>
                  <a:cubicBezTo>
                    <a:pt x="99" y="108"/>
                    <a:pt x="79" y="100"/>
                    <a:pt x="60" y="100"/>
                  </a:cubicBezTo>
                  <a:cubicBezTo>
                    <a:pt x="51" y="100"/>
                    <a:pt x="42" y="102"/>
                    <a:pt x="36" y="108"/>
                  </a:cubicBezTo>
                  <a:cubicBezTo>
                    <a:pt x="18" y="117"/>
                    <a:pt x="1" y="206"/>
                    <a:pt x="1" y="206"/>
                  </a:cubicBezTo>
                  <a:lnTo>
                    <a:pt x="99" y="305"/>
                  </a:lnTo>
                  <a:cubicBezTo>
                    <a:pt x="99" y="305"/>
                    <a:pt x="108" y="314"/>
                    <a:pt x="134" y="340"/>
                  </a:cubicBezTo>
                  <a:cubicBezTo>
                    <a:pt x="163" y="362"/>
                    <a:pt x="175" y="401"/>
                    <a:pt x="206" y="401"/>
                  </a:cubicBezTo>
                  <a:cubicBezTo>
                    <a:pt x="214" y="401"/>
                    <a:pt x="222" y="399"/>
                    <a:pt x="233" y="394"/>
                  </a:cubicBezTo>
                  <a:cubicBezTo>
                    <a:pt x="286" y="367"/>
                    <a:pt x="322" y="358"/>
                    <a:pt x="322" y="358"/>
                  </a:cubicBezTo>
                  <a:cubicBezTo>
                    <a:pt x="322" y="358"/>
                    <a:pt x="375" y="403"/>
                    <a:pt x="411" y="438"/>
                  </a:cubicBezTo>
                  <a:cubicBezTo>
                    <a:pt x="447" y="474"/>
                    <a:pt x="438" y="465"/>
                    <a:pt x="518" y="483"/>
                  </a:cubicBezTo>
                  <a:cubicBezTo>
                    <a:pt x="566" y="499"/>
                    <a:pt x="602" y="502"/>
                    <a:pt x="622" y="502"/>
                  </a:cubicBezTo>
                  <a:cubicBezTo>
                    <a:pt x="636" y="502"/>
                    <a:pt x="643" y="501"/>
                    <a:pt x="643" y="501"/>
                  </a:cubicBezTo>
                  <a:lnTo>
                    <a:pt x="786" y="474"/>
                  </a:lnTo>
                  <a:lnTo>
                    <a:pt x="875" y="367"/>
                  </a:lnTo>
                  <a:cubicBezTo>
                    <a:pt x="875" y="367"/>
                    <a:pt x="973" y="305"/>
                    <a:pt x="928" y="251"/>
                  </a:cubicBezTo>
                  <a:cubicBezTo>
                    <a:pt x="875" y="189"/>
                    <a:pt x="795" y="126"/>
                    <a:pt x="759" y="108"/>
                  </a:cubicBezTo>
                  <a:cubicBezTo>
                    <a:pt x="723" y="90"/>
                    <a:pt x="634" y="37"/>
                    <a:pt x="634" y="37"/>
                  </a:cubicBezTo>
                  <a:cubicBezTo>
                    <a:pt x="634" y="37"/>
                    <a:pt x="546" y="0"/>
                    <a:pt x="456"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83"/>
            <p:cNvSpPr/>
            <p:nvPr/>
          </p:nvSpPr>
          <p:spPr>
            <a:xfrm>
              <a:off x="5393173" y="3716207"/>
              <a:ext cx="252631" cy="97868"/>
            </a:xfrm>
            <a:custGeom>
              <a:rect b="b" l="l" r="r" t="t"/>
              <a:pathLst>
                <a:path extrusionOk="0" h="473" w="1221">
                  <a:moveTo>
                    <a:pt x="170" y="0"/>
                  </a:moveTo>
                  <a:lnTo>
                    <a:pt x="54" y="80"/>
                  </a:lnTo>
                  <a:lnTo>
                    <a:pt x="1" y="250"/>
                  </a:lnTo>
                  <a:lnTo>
                    <a:pt x="54" y="339"/>
                  </a:lnTo>
                  <a:lnTo>
                    <a:pt x="108" y="410"/>
                  </a:lnTo>
                  <a:lnTo>
                    <a:pt x="295" y="446"/>
                  </a:lnTo>
                  <a:cubicBezTo>
                    <a:pt x="295" y="446"/>
                    <a:pt x="358" y="472"/>
                    <a:pt x="428" y="472"/>
                  </a:cubicBezTo>
                  <a:cubicBezTo>
                    <a:pt x="449" y="472"/>
                    <a:pt x="471" y="470"/>
                    <a:pt x="491" y="464"/>
                  </a:cubicBezTo>
                  <a:cubicBezTo>
                    <a:pt x="531" y="455"/>
                    <a:pt x="574" y="453"/>
                    <a:pt x="606" y="453"/>
                  </a:cubicBezTo>
                  <a:cubicBezTo>
                    <a:pt x="639" y="453"/>
                    <a:pt x="661" y="455"/>
                    <a:pt x="661" y="455"/>
                  </a:cubicBezTo>
                  <a:cubicBezTo>
                    <a:pt x="661" y="455"/>
                    <a:pt x="750" y="401"/>
                    <a:pt x="1009" y="330"/>
                  </a:cubicBezTo>
                  <a:cubicBezTo>
                    <a:pt x="1213" y="264"/>
                    <a:pt x="1220" y="258"/>
                    <a:pt x="1216" y="258"/>
                  </a:cubicBezTo>
                  <a:cubicBezTo>
                    <a:pt x="1215" y="258"/>
                    <a:pt x="1214" y="259"/>
                    <a:pt x="1214" y="259"/>
                  </a:cubicBezTo>
                  <a:lnTo>
                    <a:pt x="1053" y="187"/>
                  </a:lnTo>
                  <a:cubicBezTo>
                    <a:pt x="1053" y="187"/>
                    <a:pt x="1000" y="161"/>
                    <a:pt x="928" y="143"/>
                  </a:cubicBezTo>
                  <a:cubicBezTo>
                    <a:pt x="866" y="125"/>
                    <a:pt x="830" y="18"/>
                    <a:pt x="830" y="18"/>
                  </a:cubicBezTo>
                  <a:lnTo>
                    <a:pt x="688" y="0"/>
                  </a:lnTo>
                  <a:lnTo>
                    <a:pt x="456" y="62"/>
                  </a:lnTo>
                  <a:lnTo>
                    <a:pt x="170" y="0"/>
                  </a:ln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83"/>
            <p:cNvSpPr/>
            <p:nvPr/>
          </p:nvSpPr>
          <p:spPr>
            <a:xfrm>
              <a:off x="5341448" y="3300742"/>
              <a:ext cx="179387" cy="87109"/>
            </a:xfrm>
            <a:custGeom>
              <a:rect b="b" l="l" r="r" t="t"/>
              <a:pathLst>
                <a:path extrusionOk="0" h="421" w="867">
                  <a:moveTo>
                    <a:pt x="732" y="1"/>
                  </a:moveTo>
                  <a:lnTo>
                    <a:pt x="608" y="19"/>
                  </a:lnTo>
                  <a:cubicBezTo>
                    <a:pt x="608" y="19"/>
                    <a:pt x="527" y="34"/>
                    <a:pt x="476" y="34"/>
                  </a:cubicBezTo>
                  <a:cubicBezTo>
                    <a:pt x="459" y="34"/>
                    <a:pt x="445" y="32"/>
                    <a:pt x="438" y="28"/>
                  </a:cubicBezTo>
                  <a:cubicBezTo>
                    <a:pt x="433" y="22"/>
                    <a:pt x="419" y="20"/>
                    <a:pt x="402" y="20"/>
                  </a:cubicBezTo>
                  <a:cubicBezTo>
                    <a:pt x="331" y="20"/>
                    <a:pt x="188" y="54"/>
                    <a:pt x="188" y="54"/>
                  </a:cubicBezTo>
                  <a:cubicBezTo>
                    <a:pt x="188" y="54"/>
                    <a:pt x="63" y="170"/>
                    <a:pt x="45" y="215"/>
                  </a:cubicBezTo>
                  <a:lnTo>
                    <a:pt x="1" y="322"/>
                  </a:lnTo>
                  <a:lnTo>
                    <a:pt x="45" y="402"/>
                  </a:lnTo>
                  <a:lnTo>
                    <a:pt x="269" y="420"/>
                  </a:lnTo>
                  <a:cubicBezTo>
                    <a:pt x="269" y="420"/>
                    <a:pt x="384" y="411"/>
                    <a:pt x="429" y="367"/>
                  </a:cubicBezTo>
                  <a:cubicBezTo>
                    <a:pt x="450" y="345"/>
                    <a:pt x="475" y="336"/>
                    <a:pt x="511" y="336"/>
                  </a:cubicBezTo>
                  <a:cubicBezTo>
                    <a:pt x="551" y="336"/>
                    <a:pt x="604" y="348"/>
                    <a:pt x="679" y="367"/>
                  </a:cubicBezTo>
                  <a:cubicBezTo>
                    <a:pt x="704" y="371"/>
                    <a:pt x="726" y="373"/>
                    <a:pt x="745" y="373"/>
                  </a:cubicBezTo>
                  <a:cubicBezTo>
                    <a:pt x="833" y="373"/>
                    <a:pt x="857" y="331"/>
                    <a:pt x="857" y="331"/>
                  </a:cubicBezTo>
                  <a:cubicBezTo>
                    <a:pt x="857" y="331"/>
                    <a:pt x="866" y="170"/>
                    <a:pt x="857" y="144"/>
                  </a:cubicBezTo>
                  <a:cubicBezTo>
                    <a:pt x="848" y="117"/>
                    <a:pt x="732" y="1"/>
                    <a:pt x="732"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83"/>
            <p:cNvSpPr/>
            <p:nvPr/>
          </p:nvSpPr>
          <p:spPr>
            <a:xfrm>
              <a:off x="5033378" y="3852764"/>
              <a:ext cx="634991" cy="64763"/>
            </a:xfrm>
            <a:custGeom>
              <a:rect b="b" l="l" r="r" t="t"/>
              <a:pathLst>
                <a:path extrusionOk="0" h="313" w="3069">
                  <a:moveTo>
                    <a:pt x="0" y="0"/>
                  </a:moveTo>
                  <a:lnTo>
                    <a:pt x="0" y="312"/>
                  </a:lnTo>
                  <a:lnTo>
                    <a:pt x="3069" y="312"/>
                  </a:lnTo>
                  <a:lnTo>
                    <a:pt x="3069"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83"/>
            <p:cNvSpPr/>
            <p:nvPr/>
          </p:nvSpPr>
          <p:spPr>
            <a:xfrm>
              <a:off x="5072068" y="3917318"/>
              <a:ext cx="557609" cy="531759"/>
            </a:xfrm>
            <a:custGeom>
              <a:rect b="b" l="l" r="r" t="t"/>
              <a:pathLst>
                <a:path extrusionOk="0" h="2570" w="2695">
                  <a:moveTo>
                    <a:pt x="0" y="0"/>
                  </a:moveTo>
                  <a:lnTo>
                    <a:pt x="232" y="2570"/>
                  </a:lnTo>
                  <a:lnTo>
                    <a:pt x="2472" y="2570"/>
                  </a:lnTo>
                  <a:lnTo>
                    <a:pt x="269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83"/>
            <p:cNvSpPr/>
            <p:nvPr/>
          </p:nvSpPr>
          <p:spPr>
            <a:xfrm>
              <a:off x="5072068" y="3917318"/>
              <a:ext cx="557609" cy="40761"/>
            </a:xfrm>
            <a:custGeom>
              <a:rect b="b" l="l" r="r" t="t"/>
              <a:pathLst>
                <a:path extrusionOk="0" h="197" w="2695">
                  <a:moveTo>
                    <a:pt x="0" y="0"/>
                  </a:moveTo>
                  <a:lnTo>
                    <a:pt x="18" y="197"/>
                  </a:lnTo>
                  <a:lnTo>
                    <a:pt x="2677" y="197"/>
                  </a:lnTo>
                  <a:lnTo>
                    <a:pt x="269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8" name="Google Shape;5168;p83"/>
          <p:cNvGrpSpPr/>
          <p:nvPr/>
        </p:nvGrpSpPr>
        <p:grpSpPr>
          <a:xfrm>
            <a:off x="8430894" y="2688291"/>
            <a:ext cx="942613" cy="2225784"/>
            <a:chOff x="1214466" y="2918796"/>
            <a:chExt cx="786428" cy="1856987"/>
          </a:xfrm>
        </p:grpSpPr>
        <p:sp>
          <p:nvSpPr>
            <p:cNvPr id="5169" name="Google Shape;5169;p83"/>
            <p:cNvSpPr/>
            <p:nvPr/>
          </p:nvSpPr>
          <p:spPr>
            <a:xfrm>
              <a:off x="1718262" y="3276741"/>
              <a:ext cx="282632" cy="1052344"/>
            </a:xfrm>
            <a:custGeom>
              <a:rect b="b" l="l" r="r" t="t"/>
              <a:pathLst>
                <a:path extrusionOk="0" h="5086" w="1366">
                  <a:moveTo>
                    <a:pt x="1366" y="1"/>
                  </a:moveTo>
                  <a:lnTo>
                    <a:pt x="1" y="5005"/>
                  </a:lnTo>
                  <a:lnTo>
                    <a:pt x="99" y="5086"/>
                  </a:lnTo>
                  <a:cubicBezTo>
                    <a:pt x="1294" y="2321"/>
                    <a:pt x="1366" y="1"/>
                    <a:pt x="13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83"/>
            <p:cNvSpPr/>
            <p:nvPr/>
          </p:nvSpPr>
          <p:spPr>
            <a:xfrm>
              <a:off x="1696123" y="3276741"/>
              <a:ext cx="304771" cy="1035791"/>
            </a:xfrm>
            <a:custGeom>
              <a:rect b="b" l="l" r="r" t="t"/>
              <a:pathLst>
                <a:path extrusionOk="0" h="5006" w="1473">
                  <a:moveTo>
                    <a:pt x="1473" y="1"/>
                  </a:moveTo>
                  <a:cubicBezTo>
                    <a:pt x="1473" y="1"/>
                    <a:pt x="483" y="1553"/>
                    <a:pt x="1" y="4916"/>
                  </a:cubicBezTo>
                  <a:lnTo>
                    <a:pt x="108" y="5005"/>
                  </a:lnTo>
                  <a:lnTo>
                    <a:pt x="1473"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83"/>
            <p:cNvSpPr/>
            <p:nvPr/>
          </p:nvSpPr>
          <p:spPr>
            <a:xfrm>
              <a:off x="1687020" y="3134598"/>
              <a:ext cx="227182" cy="1069104"/>
            </a:xfrm>
            <a:custGeom>
              <a:rect b="b" l="l" r="r" t="t"/>
              <a:pathLst>
                <a:path extrusionOk="0" h="5167" w="1098">
                  <a:moveTo>
                    <a:pt x="999" y="1"/>
                  </a:moveTo>
                  <a:lnTo>
                    <a:pt x="0" y="5086"/>
                  </a:lnTo>
                  <a:lnTo>
                    <a:pt x="107" y="5166"/>
                  </a:lnTo>
                  <a:cubicBezTo>
                    <a:pt x="1097" y="2321"/>
                    <a:pt x="999" y="1"/>
                    <a:pt x="9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83"/>
            <p:cNvSpPr/>
            <p:nvPr/>
          </p:nvSpPr>
          <p:spPr>
            <a:xfrm>
              <a:off x="1664882" y="3134598"/>
              <a:ext cx="229044" cy="1052344"/>
            </a:xfrm>
            <a:custGeom>
              <a:rect b="b" l="l" r="r" t="t"/>
              <a:pathLst>
                <a:path extrusionOk="0" h="5086" w="1107">
                  <a:moveTo>
                    <a:pt x="1106" y="1"/>
                  </a:moveTo>
                  <a:cubicBezTo>
                    <a:pt x="1106" y="1"/>
                    <a:pt x="232" y="1625"/>
                    <a:pt x="0" y="5014"/>
                  </a:cubicBezTo>
                  <a:lnTo>
                    <a:pt x="107" y="5086"/>
                  </a:lnTo>
                  <a:lnTo>
                    <a:pt x="1106"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83"/>
            <p:cNvSpPr/>
            <p:nvPr/>
          </p:nvSpPr>
          <p:spPr>
            <a:xfrm>
              <a:off x="1648123" y="3007352"/>
              <a:ext cx="171938" cy="1118762"/>
            </a:xfrm>
            <a:custGeom>
              <a:rect b="b" l="l" r="r" t="t"/>
              <a:pathLst>
                <a:path extrusionOk="0" h="5407" w="831">
                  <a:moveTo>
                    <a:pt x="527" y="0"/>
                  </a:moveTo>
                  <a:lnTo>
                    <a:pt x="1" y="5362"/>
                  </a:lnTo>
                  <a:lnTo>
                    <a:pt x="108" y="5406"/>
                  </a:lnTo>
                  <a:cubicBezTo>
                    <a:pt x="830" y="2258"/>
                    <a:pt x="527" y="1"/>
                    <a:pt x="5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83"/>
            <p:cNvSpPr/>
            <p:nvPr/>
          </p:nvSpPr>
          <p:spPr>
            <a:xfrm>
              <a:off x="1609434" y="3007352"/>
              <a:ext cx="147937" cy="1109451"/>
            </a:xfrm>
            <a:custGeom>
              <a:rect b="b" l="l" r="r" t="t"/>
              <a:pathLst>
                <a:path extrusionOk="0" h="5362" w="715">
                  <a:moveTo>
                    <a:pt x="714" y="0"/>
                  </a:moveTo>
                  <a:lnTo>
                    <a:pt x="714" y="0"/>
                  </a:lnTo>
                  <a:cubicBezTo>
                    <a:pt x="714" y="1"/>
                    <a:pt x="1" y="1910"/>
                    <a:pt x="72" y="5326"/>
                  </a:cubicBezTo>
                  <a:lnTo>
                    <a:pt x="188" y="5362"/>
                  </a:lnTo>
                  <a:lnTo>
                    <a:pt x="71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83"/>
            <p:cNvSpPr/>
            <p:nvPr/>
          </p:nvSpPr>
          <p:spPr>
            <a:xfrm>
              <a:off x="1607571" y="2918796"/>
              <a:ext cx="109039" cy="1127866"/>
            </a:xfrm>
            <a:custGeom>
              <a:rect b="b" l="l" r="r" t="t"/>
              <a:pathLst>
                <a:path extrusionOk="0" h="5451" w="527">
                  <a:moveTo>
                    <a:pt x="1" y="0"/>
                  </a:moveTo>
                  <a:lnTo>
                    <a:pt x="1" y="5451"/>
                  </a:lnTo>
                  <a:lnTo>
                    <a:pt x="117" y="5451"/>
                  </a:lnTo>
                  <a:cubicBezTo>
                    <a:pt x="527" y="2114"/>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83"/>
            <p:cNvSpPr/>
            <p:nvPr/>
          </p:nvSpPr>
          <p:spPr>
            <a:xfrm>
              <a:off x="1500605" y="2918796"/>
              <a:ext cx="107177" cy="1127866"/>
            </a:xfrm>
            <a:custGeom>
              <a:rect b="b" l="l" r="r" t="t"/>
              <a:pathLst>
                <a:path extrusionOk="0" h="5451" w="518">
                  <a:moveTo>
                    <a:pt x="518" y="0"/>
                  </a:moveTo>
                  <a:cubicBezTo>
                    <a:pt x="518" y="0"/>
                    <a:pt x="0" y="2114"/>
                    <a:pt x="402" y="5451"/>
                  </a:cubicBezTo>
                  <a:lnTo>
                    <a:pt x="518" y="5451"/>
                  </a:lnTo>
                  <a:lnTo>
                    <a:pt x="51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83"/>
            <p:cNvSpPr/>
            <p:nvPr/>
          </p:nvSpPr>
          <p:spPr>
            <a:xfrm>
              <a:off x="1214466" y="3276741"/>
              <a:ext cx="284494" cy="1052344"/>
            </a:xfrm>
            <a:custGeom>
              <a:rect b="b" l="l" r="r" t="t"/>
              <a:pathLst>
                <a:path extrusionOk="0" h="5086" w="1375">
                  <a:moveTo>
                    <a:pt x="0" y="1"/>
                  </a:moveTo>
                  <a:cubicBezTo>
                    <a:pt x="0" y="1"/>
                    <a:pt x="72" y="2321"/>
                    <a:pt x="1276" y="5086"/>
                  </a:cubicBezTo>
                  <a:lnTo>
                    <a:pt x="1374" y="5005"/>
                  </a:lnTo>
                  <a:lnTo>
                    <a:pt x="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83"/>
            <p:cNvSpPr/>
            <p:nvPr/>
          </p:nvSpPr>
          <p:spPr>
            <a:xfrm>
              <a:off x="1214466" y="3276741"/>
              <a:ext cx="304771" cy="1035791"/>
            </a:xfrm>
            <a:custGeom>
              <a:rect b="b" l="l" r="r" t="t"/>
              <a:pathLst>
                <a:path extrusionOk="0" h="5006" w="1473">
                  <a:moveTo>
                    <a:pt x="0" y="1"/>
                  </a:moveTo>
                  <a:lnTo>
                    <a:pt x="1374" y="5005"/>
                  </a:lnTo>
                  <a:lnTo>
                    <a:pt x="1472" y="4916"/>
                  </a:lnTo>
                  <a:cubicBezTo>
                    <a:pt x="1000" y="1553"/>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83"/>
            <p:cNvSpPr/>
            <p:nvPr/>
          </p:nvSpPr>
          <p:spPr>
            <a:xfrm>
              <a:off x="1301156" y="3134598"/>
              <a:ext cx="229044" cy="1069104"/>
            </a:xfrm>
            <a:custGeom>
              <a:rect b="b" l="l" r="r" t="t"/>
              <a:pathLst>
                <a:path extrusionOk="0" h="5167" w="1107">
                  <a:moveTo>
                    <a:pt x="108" y="1"/>
                  </a:moveTo>
                  <a:cubicBezTo>
                    <a:pt x="108" y="1"/>
                    <a:pt x="1" y="2321"/>
                    <a:pt x="1000" y="5166"/>
                  </a:cubicBezTo>
                  <a:lnTo>
                    <a:pt x="1107" y="5086"/>
                  </a:lnTo>
                  <a:lnTo>
                    <a:pt x="10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83"/>
            <p:cNvSpPr/>
            <p:nvPr/>
          </p:nvSpPr>
          <p:spPr>
            <a:xfrm>
              <a:off x="1323294" y="3134598"/>
              <a:ext cx="229044" cy="1052344"/>
            </a:xfrm>
            <a:custGeom>
              <a:rect b="b" l="l" r="r" t="t"/>
              <a:pathLst>
                <a:path extrusionOk="0" h="5086" w="1107">
                  <a:moveTo>
                    <a:pt x="1" y="1"/>
                  </a:moveTo>
                  <a:lnTo>
                    <a:pt x="1000" y="5086"/>
                  </a:lnTo>
                  <a:lnTo>
                    <a:pt x="1107" y="5014"/>
                  </a:lnTo>
                  <a:cubicBezTo>
                    <a:pt x="875" y="1625"/>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83"/>
            <p:cNvSpPr/>
            <p:nvPr/>
          </p:nvSpPr>
          <p:spPr>
            <a:xfrm>
              <a:off x="1395295" y="3007352"/>
              <a:ext cx="173800" cy="1118762"/>
            </a:xfrm>
            <a:custGeom>
              <a:rect b="b" l="l" r="r" t="t"/>
              <a:pathLst>
                <a:path extrusionOk="0" h="5407" w="840">
                  <a:moveTo>
                    <a:pt x="313" y="0"/>
                  </a:moveTo>
                  <a:cubicBezTo>
                    <a:pt x="313" y="1"/>
                    <a:pt x="1" y="2258"/>
                    <a:pt x="723" y="5406"/>
                  </a:cubicBezTo>
                  <a:lnTo>
                    <a:pt x="839" y="5362"/>
                  </a:lnTo>
                  <a:lnTo>
                    <a:pt x="313"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83"/>
            <p:cNvSpPr/>
            <p:nvPr/>
          </p:nvSpPr>
          <p:spPr>
            <a:xfrm>
              <a:off x="1459847" y="3007352"/>
              <a:ext cx="147937" cy="1109451"/>
            </a:xfrm>
            <a:custGeom>
              <a:rect b="b" l="l" r="r" t="t"/>
              <a:pathLst>
                <a:path extrusionOk="0" h="5362" w="715">
                  <a:moveTo>
                    <a:pt x="1" y="0"/>
                  </a:moveTo>
                  <a:lnTo>
                    <a:pt x="527" y="5362"/>
                  </a:lnTo>
                  <a:lnTo>
                    <a:pt x="634" y="5326"/>
                  </a:lnTo>
                  <a:cubicBezTo>
                    <a:pt x="715" y="1910"/>
                    <a:pt x="1" y="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83"/>
            <p:cNvSpPr/>
            <p:nvPr/>
          </p:nvSpPr>
          <p:spPr>
            <a:xfrm>
              <a:off x="1268053" y="3994907"/>
              <a:ext cx="681131" cy="86902"/>
            </a:xfrm>
            <a:custGeom>
              <a:rect b="b" l="l" r="r" t="t"/>
              <a:pathLst>
                <a:path extrusionOk="0" h="420" w="3292">
                  <a:moveTo>
                    <a:pt x="0" y="0"/>
                  </a:moveTo>
                  <a:lnTo>
                    <a:pt x="0" y="419"/>
                  </a:lnTo>
                  <a:lnTo>
                    <a:pt x="3292" y="419"/>
                  </a:lnTo>
                  <a:lnTo>
                    <a:pt x="3292"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83"/>
            <p:cNvSpPr/>
            <p:nvPr/>
          </p:nvSpPr>
          <p:spPr>
            <a:xfrm>
              <a:off x="1308605" y="4081600"/>
              <a:ext cx="598162" cy="694183"/>
            </a:xfrm>
            <a:custGeom>
              <a:rect b="b" l="l" r="r" t="t"/>
              <a:pathLst>
                <a:path extrusionOk="0" h="3355" w="2891">
                  <a:moveTo>
                    <a:pt x="0" y="0"/>
                  </a:moveTo>
                  <a:lnTo>
                    <a:pt x="250" y="3355"/>
                  </a:lnTo>
                  <a:lnTo>
                    <a:pt x="2650" y="3355"/>
                  </a:lnTo>
                  <a:lnTo>
                    <a:pt x="289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83"/>
            <p:cNvSpPr/>
            <p:nvPr/>
          </p:nvSpPr>
          <p:spPr>
            <a:xfrm>
              <a:off x="1308605" y="4081600"/>
              <a:ext cx="598162" cy="51934"/>
            </a:xfrm>
            <a:custGeom>
              <a:rect b="b" l="l" r="r" t="t"/>
              <a:pathLst>
                <a:path extrusionOk="0" h="251" w="2891">
                  <a:moveTo>
                    <a:pt x="0" y="0"/>
                  </a:moveTo>
                  <a:lnTo>
                    <a:pt x="18" y="250"/>
                  </a:lnTo>
                  <a:lnTo>
                    <a:pt x="2873" y="250"/>
                  </a:lnTo>
                  <a:lnTo>
                    <a:pt x="289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86" name="Google Shape;5186;p83"/>
          <p:cNvSpPr/>
          <p:nvPr/>
        </p:nvSpPr>
        <p:spPr>
          <a:xfrm>
            <a:off x="8274941" y="294388"/>
            <a:ext cx="1254515" cy="174375"/>
          </a:xfrm>
          <a:custGeom>
            <a:rect b="b" l="l" r="r" t="t"/>
            <a:pathLst>
              <a:path extrusionOk="0" h="759" w="5461">
                <a:moveTo>
                  <a:pt x="2793" y="0"/>
                </a:moveTo>
                <a:cubicBezTo>
                  <a:pt x="2177" y="0"/>
                  <a:pt x="1865" y="375"/>
                  <a:pt x="1865" y="375"/>
                </a:cubicBezTo>
                <a:cubicBezTo>
                  <a:pt x="1798" y="352"/>
                  <a:pt x="1736" y="342"/>
                  <a:pt x="1680" y="342"/>
                </a:cubicBezTo>
                <a:cubicBezTo>
                  <a:pt x="1433" y="342"/>
                  <a:pt x="1303" y="526"/>
                  <a:pt x="1303" y="526"/>
                </a:cubicBezTo>
                <a:cubicBezTo>
                  <a:pt x="1120" y="454"/>
                  <a:pt x="954" y="426"/>
                  <a:pt x="806" y="426"/>
                </a:cubicBezTo>
                <a:cubicBezTo>
                  <a:pt x="295" y="426"/>
                  <a:pt x="0" y="758"/>
                  <a:pt x="0" y="758"/>
                </a:cubicBezTo>
                <a:lnTo>
                  <a:pt x="5460" y="758"/>
                </a:lnTo>
                <a:cubicBezTo>
                  <a:pt x="5270" y="491"/>
                  <a:pt x="4996" y="421"/>
                  <a:pt x="4764" y="421"/>
                </a:cubicBezTo>
                <a:cubicBezTo>
                  <a:pt x="4517" y="421"/>
                  <a:pt x="4318" y="500"/>
                  <a:pt x="4318" y="500"/>
                </a:cubicBezTo>
                <a:cubicBezTo>
                  <a:pt x="4212" y="383"/>
                  <a:pt x="4084" y="347"/>
                  <a:pt x="3969" y="347"/>
                </a:cubicBezTo>
                <a:cubicBezTo>
                  <a:pt x="3795" y="347"/>
                  <a:pt x="3649" y="428"/>
                  <a:pt x="3649" y="428"/>
                </a:cubicBezTo>
                <a:cubicBezTo>
                  <a:pt x="3649" y="428"/>
                  <a:pt x="3408" y="0"/>
                  <a:pt x="27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187" name="Shape 5187"/>
        <p:cNvGrpSpPr/>
        <p:nvPr/>
      </p:nvGrpSpPr>
      <p:grpSpPr>
        <a:xfrm>
          <a:off x="0" y="0"/>
          <a:ext cx="0" cy="0"/>
          <a:chOff x="0" y="0"/>
          <a:chExt cx="0" cy="0"/>
        </a:xfrm>
      </p:grpSpPr>
      <p:grpSp>
        <p:nvGrpSpPr>
          <p:cNvPr id="5188" name="Google Shape;5188;p84"/>
          <p:cNvGrpSpPr/>
          <p:nvPr/>
        </p:nvGrpSpPr>
        <p:grpSpPr>
          <a:xfrm flipH="1">
            <a:off x="5956691" y="-100015"/>
            <a:ext cx="4267658" cy="3288312"/>
            <a:chOff x="3266327" y="1191568"/>
            <a:chExt cx="384038" cy="295876"/>
          </a:xfrm>
        </p:grpSpPr>
        <p:sp>
          <p:nvSpPr>
            <p:cNvPr id="5189" name="Google Shape;5189;p84"/>
            <p:cNvSpPr/>
            <p:nvPr/>
          </p:nvSpPr>
          <p:spPr>
            <a:xfrm>
              <a:off x="3266327"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84"/>
            <p:cNvSpPr/>
            <p:nvPr/>
          </p:nvSpPr>
          <p:spPr>
            <a:xfrm>
              <a:off x="3303116" y="1291670"/>
              <a:ext cx="314495"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84"/>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84"/>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84"/>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84"/>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84"/>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6" name="Google Shape;5196;p84"/>
          <p:cNvGrpSpPr/>
          <p:nvPr/>
        </p:nvGrpSpPr>
        <p:grpSpPr>
          <a:xfrm flipH="1">
            <a:off x="-201641" y="1888044"/>
            <a:ext cx="1496588" cy="1312418"/>
            <a:chOff x="3650956" y="1757963"/>
            <a:chExt cx="258943" cy="227815"/>
          </a:xfrm>
        </p:grpSpPr>
        <p:sp>
          <p:nvSpPr>
            <p:cNvPr id="5197" name="Google Shape;5197;p84"/>
            <p:cNvSpPr/>
            <p:nvPr/>
          </p:nvSpPr>
          <p:spPr>
            <a:xfrm>
              <a:off x="3650956" y="1757963"/>
              <a:ext cx="258943" cy="227815"/>
            </a:xfrm>
            <a:custGeom>
              <a:rect b="b" l="l" r="r" t="t"/>
              <a:pathLst>
                <a:path extrusionOk="0" h="6272" w="7129">
                  <a:moveTo>
                    <a:pt x="5416" y="0"/>
                  </a:moveTo>
                  <a:lnTo>
                    <a:pt x="3828" y="411"/>
                  </a:lnTo>
                  <a:lnTo>
                    <a:pt x="3337" y="1499"/>
                  </a:lnTo>
                  <a:lnTo>
                    <a:pt x="2320" y="1945"/>
                  </a:lnTo>
                  <a:lnTo>
                    <a:pt x="1642" y="3016"/>
                  </a:lnTo>
                  <a:lnTo>
                    <a:pt x="1535" y="4095"/>
                  </a:lnTo>
                  <a:lnTo>
                    <a:pt x="1018" y="5219"/>
                  </a:lnTo>
                  <a:lnTo>
                    <a:pt x="1" y="6272"/>
                  </a:lnTo>
                  <a:lnTo>
                    <a:pt x="3846" y="6272"/>
                  </a:lnTo>
                  <a:lnTo>
                    <a:pt x="3417" y="5255"/>
                  </a:lnTo>
                  <a:lnTo>
                    <a:pt x="3623" y="4461"/>
                  </a:lnTo>
                  <a:lnTo>
                    <a:pt x="4390" y="3408"/>
                  </a:lnTo>
                  <a:lnTo>
                    <a:pt x="4898" y="3533"/>
                  </a:lnTo>
                  <a:lnTo>
                    <a:pt x="5327" y="4505"/>
                  </a:lnTo>
                  <a:lnTo>
                    <a:pt x="5077" y="5522"/>
                  </a:lnTo>
                  <a:lnTo>
                    <a:pt x="5228" y="6272"/>
                  </a:lnTo>
                  <a:lnTo>
                    <a:pt x="7129" y="6272"/>
                  </a:lnTo>
                  <a:lnTo>
                    <a:pt x="6745" y="5174"/>
                  </a:lnTo>
                  <a:lnTo>
                    <a:pt x="7066" y="4211"/>
                  </a:lnTo>
                  <a:lnTo>
                    <a:pt x="6593" y="2837"/>
                  </a:lnTo>
                  <a:lnTo>
                    <a:pt x="6308" y="1196"/>
                  </a:lnTo>
                  <a:lnTo>
                    <a:pt x="54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84"/>
            <p:cNvSpPr/>
            <p:nvPr/>
          </p:nvSpPr>
          <p:spPr>
            <a:xfrm>
              <a:off x="3710595" y="1757963"/>
              <a:ext cx="169481" cy="109549"/>
            </a:xfrm>
            <a:custGeom>
              <a:rect b="b" l="l" r="r" t="t"/>
              <a:pathLst>
                <a:path extrusionOk="0" h="3016" w="4666">
                  <a:moveTo>
                    <a:pt x="3774" y="0"/>
                  </a:moveTo>
                  <a:lnTo>
                    <a:pt x="2186" y="411"/>
                  </a:lnTo>
                  <a:lnTo>
                    <a:pt x="1695" y="1499"/>
                  </a:lnTo>
                  <a:lnTo>
                    <a:pt x="678" y="1945"/>
                  </a:lnTo>
                  <a:lnTo>
                    <a:pt x="0" y="3016"/>
                  </a:lnTo>
                  <a:lnTo>
                    <a:pt x="0" y="3016"/>
                  </a:lnTo>
                  <a:lnTo>
                    <a:pt x="794" y="2346"/>
                  </a:lnTo>
                  <a:lnTo>
                    <a:pt x="1401" y="2257"/>
                  </a:lnTo>
                  <a:lnTo>
                    <a:pt x="1918" y="2552"/>
                  </a:lnTo>
                  <a:lnTo>
                    <a:pt x="1570" y="1927"/>
                  </a:lnTo>
                  <a:lnTo>
                    <a:pt x="2186" y="2061"/>
                  </a:lnTo>
                  <a:lnTo>
                    <a:pt x="2025" y="1579"/>
                  </a:lnTo>
                  <a:lnTo>
                    <a:pt x="2560" y="866"/>
                  </a:lnTo>
                  <a:lnTo>
                    <a:pt x="3649" y="803"/>
                  </a:lnTo>
                  <a:lnTo>
                    <a:pt x="4666" y="1196"/>
                  </a:lnTo>
                  <a:lnTo>
                    <a:pt x="3774"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84"/>
            <p:cNvSpPr/>
            <p:nvPr/>
          </p:nvSpPr>
          <p:spPr>
            <a:xfrm>
              <a:off x="3768600" y="1867472"/>
              <a:ext cx="141295" cy="118302"/>
            </a:xfrm>
            <a:custGeom>
              <a:rect b="b" l="l" r="r" t="t"/>
              <a:pathLst>
                <a:path extrusionOk="0" h="3257" w="3890">
                  <a:moveTo>
                    <a:pt x="1534" y="1"/>
                  </a:moveTo>
                  <a:lnTo>
                    <a:pt x="856" y="116"/>
                  </a:lnTo>
                  <a:lnTo>
                    <a:pt x="259" y="1196"/>
                  </a:lnTo>
                  <a:lnTo>
                    <a:pt x="71" y="447"/>
                  </a:lnTo>
                  <a:lnTo>
                    <a:pt x="0" y="1767"/>
                  </a:lnTo>
                  <a:lnTo>
                    <a:pt x="178" y="2240"/>
                  </a:lnTo>
                  <a:lnTo>
                    <a:pt x="384" y="1446"/>
                  </a:lnTo>
                  <a:lnTo>
                    <a:pt x="1151" y="393"/>
                  </a:lnTo>
                  <a:lnTo>
                    <a:pt x="1659" y="518"/>
                  </a:lnTo>
                  <a:lnTo>
                    <a:pt x="2088" y="1490"/>
                  </a:lnTo>
                  <a:lnTo>
                    <a:pt x="1838" y="2507"/>
                  </a:lnTo>
                  <a:lnTo>
                    <a:pt x="1989" y="3257"/>
                  </a:lnTo>
                  <a:lnTo>
                    <a:pt x="3890" y="3257"/>
                  </a:lnTo>
                  <a:lnTo>
                    <a:pt x="3506" y="2159"/>
                  </a:lnTo>
                  <a:lnTo>
                    <a:pt x="3488" y="3087"/>
                  </a:lnTo>
                  <a:lnTo>
                    <a:pt x="2935" y="2820"/>
                  </a:lnTo>
                  <a:lnTo>
                    <a:pt x="2882" y="1767"/>
                  </a:lnTo>
                  <a:lnTo>
                    <a:pt x="2614" y="2820"/>
                  </a:lnTo>
                  <a:lnTo>
                    <a:pt x="2177" y="2382"/>
                  </a:lnTo>
                  <a:lnTo>
                    <a:pt x="2543" y="973"/>
                  </a:lnTo>
                  <a:lnTo>
                    <a:pt x="1534"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84"/>
            <p:cNvSpPr/>
            <p:nvPr/>
          </p:nvSpPr>
          <p:spPr>
            <a:xfrm>
              <a:off x="3722908" y="1895331"/>
              <a:ext cx="23682" cy="90443"/>
            </a:xfrm>
            <a:custGeom>
              <a:rect b="b" l="l" r="r" t="t"/>
              <a:pathLst>
                <a:path extrusionOk="0" h="2490" w="652">
                  <a:moveTo>
                    <a:pt x="179" y="1"/>
                  </a:moveTo>
                  <a:lnTo>
                    <a:pt x="286" y="1856"/>
                  </a:lnTo>
                  <a:lnTo>
                    <a:pt x="0" y="2490"/>
                  </a:lnTo>
                  <a:lnTo>
                    <a:pt x="651" y="2490"/>
                  </a:lnTo>
                  <a:lnTo>
                    <a:pt x="598" y="1910"/>
                  </a:lnTo>
                  <a:lnTo>
                    <a:pt x="598" y="1348"/>
                  </a:lnTo>
                  <a:lnTo>
                    <a:pt x="179"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84"/>
            <p:cNvSpPr/>
            <p:nvPr/>
          </p:nvSpPr>
          <p:spPr>
            <a:xfrm>
              <a:off x="3650956" y="1906663"/>
              <a:ext cx="57390" cy="79110"/>
            </a:xfrm>
            <a:custGeom>
              <a:rect b="b" l="l" r="r" t="t"/>
              <a:pathLst>
                <a:path extrusionOk="0" h="2178" w="1580">
                  <a:moveTo>
                    <a:pt x="1535" y="1"/>
                  </a:moveTo>
                  <a:lnTo>
                    <a:pt x="1018" y="1125"/>
                  </a:lnTo>
                  <a:lnTo>
                    <a:pt x="1" y="2178"/>
                  </a:lnTo>
                  <a:lnTo>
                    <a:pt x="1250" y="2178"/>
                  </a:lnTo>
                  <a:lnTo>
                    <a:pt x="795" y="1839"/>
                  </a:lnTo>
                  <a:lnTo>
                    <a:pt x="1428" y="1303"/>
                  </a:lnTo>
                  <a:lnTo>
                    <a:pt x="1580" y="643"/>
                  </a:lnTo>
                  <a:lnTo>
                    <a:pt x="153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84"/>
            <p:cNvSpPr/>
            <p:nvPr/>
          </p:nvSpPr>
          <p:spPr>
            <a:xfrm>
              <a:off x="3857370" y="1801367"/>
              <a:ext cx="50270" cy="109549"/>
            </a:xfrm>
            <a:custGeom>
              <a:rect b="b" l="l" r="r" t="t"/>
              <a:pathLst>
                <a:path extrusionOk="0" h="3016" w="1384">
                  <a:moveTo>
                    <a:pt x="625" y="1"/>
                  </a:moveTo>
                  <a:lnTo>
                    <a:pt x="580" y="1357"/>
                  </a:lnTo>
                  <a:lnTo>
                    <a:pt x="0" y="402"/>
                  </a:lnTo>
                  <a:lnTo>
                    <a:pt x="411" y="1874"/>
                  </a:lnTo>
                  <a:lnTo>
                    <a:pt x="1383" y="3016"/>
                  </a:lnTo>
                  <a:lnTo>
                    <a:pt x="910" y="1642"/>
                  </a:lnTo>
                  <a:lnTo>
                    <a:pt x="62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03" name="Google Shape;5203;p84"/>
          <p:cNvSpPr txBox="1"/>
          <p:nvPr>
            <p:ph type="title"/>
          </p:nvPr>
        </p:nvSpPr>
        <p:spPr>
          <a:xfrm>
            <a:off x="713100" y="539400"/>
            <a:ext cx="3046500" cy="10074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3000"/>
              <a:buNone/>
              <a:defRPr sz="2200">
                <a:solidFill>
                  <a:schemeClr val="lt2"/>
                </a:solidFill>
              </a:defRPr>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Tree>
  </p:cSld>
  <p:clrMapOvr>
    <a:masterClrMapping/>
  </p:clrMapOvr>
</p:sldLayout>
</file>

<file path=ppt/slideLayouts/slideLayout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5204" name="Shape 5204"/>
        <p:cNvGrpSpPr/>
        <p:nvPr/>
      </p:nvGrpSpPr>
      <p:grpSpPr>
        <a:xfrm>
          <a:off x="0" y="0"/>
          <a:ext cx="0" cy="0"/>
          <a:chOff x="0" y="0"/>
          <a:chExt cx="0" cy="0"/>
        </a:xfrm>
      </p:grpSpPr>
      <p:sp>
        <p:nvSpPr>
          <p:cNvPr id="5205" name="Google Shape;5205;p85"/>
          <p:cNvSpPr/>
          <p:nvPr/>
        </p:nvSpPr>
        <p:spPr>
          <a:xfrm>
            <a:off x="0" y="1168942"/>
            <a:ext cx="9144017" cy="3985219"/>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06" name="Google Shape;5206;p85"/>
          <p:cNvGrpSpPr/>
          <p:nvPr/>
        </p:nvGrpSpPr>
        <p:grpSpPr>
          <a:xfrm flipH="1">
            <a:off x="5965241" y="2384854"/>
            <a:ext cx="3178784" cy="2759461"/>
            <a:chOff x="3460777" y="2171409"/>
            <a:chExt cx="376544" cy="325374"/>
          </a:xfrm>
        </p:grpSpPr>
        <p:sp>
          <p:nvSpPr>
            <p:cNvPr id="5207" name="Google Shape;5207;p85"/>
            <p:cNvSpPr/>
            <p:nvPr/>
          </p:nvSpPr>
          <p:spPr>
            <a:xfrm>
              <a:off x="3467569" y="2171409"/>
              <a:ext cx="12677" cy="111510"/>
            </a:xfrm>
            <a:custGeom>
              <a:rect b="b" l="l" r="r" t="t"/>
              <a:pathLst>
                <a:path extrusionOk="0" h="3070" w="349">
                  <a:moveTo>
                    <a:pt x="348" y="0"/>
                  </a:moveTo>
                  <a:cubicBezTo>
                    <a:pt x="348" y="0"/>
                    <a:pt x="304" y="45"/>
                    <a:pt x="313" y="116"/>
                  </a:cubicBezTo>
                  <a:cubicBezTo>
                    <a:pt x="322" y="179"/>
                    <a:pt x="259" y="197"/>
                    <a:pt x="286" y="250"/>
                  </a:cubicBezTo>
                  <a:cubicBezTo>
                    <a:pt x="313" y="304"/>
                    <a:pt x="232" y="322"/>
                    <a:pt x="268" y="393"/>
                  </a:cubicBezTo>
                  <a:cubicBezTo>
                    <a:pt x="304" y="455"/>
                    <a:pt x="214" y="536"/>
                    <a:pt x="250" y="607"/>
                  </a:cubicBezTo>
                  <a:cubicBezTo>
                    <a:pt x="277" y="678"/>
                    <a:pt x="206" y="714"/>
                    <a:pt x="241" y="777"/>
                  </a:cubicBezTo>
                  <a:cubicBezTo>
                    <a:pt x="277" y="839"/>
                    <a:pt x="161" y="910"/>
                    <a:pt x="214" y="1017"/>
                  </a:cubicBezTo>
                  <a:cubicBezTo>
                    <a:pt x="268" y="1116"/>
                    <a:pt x="170" y="1169"/>
                    <a:pt x="206" y="1249"/>
                  </a:cubicBezTo>
                  <a:cubicBezTo>
                    <a:pt x="232" y="1321"/>
                    <a:pt x="107" y="1410"/>
                    <a:pt x="170" y="1490"/>
                  </a:cubicBezTo>
                  <a:cubicBezTo>
                    <a:pt x="223" y="1579"/>
                    <a:pt x="116" y="1651"/>
                    <a:pt x="152" y="1713"/>
                  </a:cubicBezTo>
                  <a:cubicBezTo>
                    <a:pt x="188" y="1776"/>
                    <a:pt x="90" y="1865"/>
                    <a:pt x="143" y="1936"/>
                  </a:cubicBezTo>
                  <a:cubicBezTo>
                    <a:pt x="197" y="2008"/>
                    <a:pt x="72" y="2088"/>
                    <a:pt x="116" y="2186"/>
                  </a:cubicBezTo>
                  <a:cubicBezTo>
                    <a:pt x="152" y="2284"/>
                    <a:pt x="54" y="2391"/>
                    <a:pt x="107" y="2480"/>
                  </a:cubicBezTo>
                  <a:cubicBezTo>
                    <a:pt x="152" y="2561"/>
                    <a:pt x="36" y="2587"/>
                    <a:pt x="90" y="2677"/>
                  </a:cubicBezTo>
                  <a:cubicBezTo>
                    <a:pt x="143" y="2775"/>
                    <a:pt x="0" y="2891"/>
                    <a:pt x="0" y="3069"/>
                  </a:cubicBezTo>
                  <a:lnTo>
                    <a:pt x="348" y="3069"/>
                  </a:lnTo>
                  <a:lnTo>
                    <a:pt x="3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85"/>
            <p:cNvSpPr/>
            <p:nvPr/>
          </p:nvSpPr>
          <p:spPr>
            <a:xfrm>
              <a:off x="3480209" y="2171409"/>
              <a:ext cx="13003" cy="111510"/>
            </a:xfrm>
            <a:custGeom>
              <a:rect b="b" l="l" r="r" t="t"/>
              <a:pathLst>
                <a:path extrusionOk="0" h="3070" w="358">
                  <a:moveTo>
                    <a:pt x="0" y="0"/>
                  </a:moveTo>
                  <a:lnTo>
                    <a:pt x="0" y="3069"/>
                  </a:lnTo>
                  <a:lnTo>
                    <a:pt x="357" y="3069"/>
                  </a:lnTo>
                  <a:cubicBezTo>
                    <a:pt x="357" y="2891"/>
                    <a:pt x="214" y="2775"/>
                    <a:pt x="268" y="2677"/>
                  </a:cubicBezTo>
                  <a:cubicBezTo>
                    <a:pt x="321" y="2587"/>
                    <a:pt x="205" y="2561"/>
                    <a:pt x="250" y="2480"/>
                  </a:cubicBezTo>
                  <a:cubicBezTo>
                    <a:pt x="304" y="2391"/>
                    <a:pt x="205" y="2284"/>
                    <a:pt x="241" y="2186"/>
                  </a:cubicBezTo>
                  <a:cubicBezTo>
                    <a:pt x="286" y="2088"/>
                    <a:pt x="161" y="2008"/>
                    <a:pt x="214" y="1936"/>
                  </a:cubicBezTo>
                  <a:cubicBezTo>
                    <a:pt x="268" y="1865"/>
                    <a:pt x="170" y="1776"/>
                    <a:pt x="205" y="1713"/>
                  </a:cubicBezTo>
                  <a:cubicBezTo>
                    <a:pt x="241" y="1651"/>
                    <a:pt x="134" y="1579"/>
                    <a:pt x="188" y="1490"/>
                  </a:cubicBezTo>
                  <a:cubicBezTo>
                    <a:pt x="250" y="1410"/>
                    <a:pt x="125" y="1321"/>
                    <a:pt x="152" y="1249"/>
                  </a:cubicBezTo>
                  <a:cubicBezTo>
                    <a:pt x="188" y="1169"/>
                    <a:pt x="89" y="1116"/>
                    <a:pt x="143" y="1017"/>
                  </a:cubicBezTo>
                  <a:cubicBezTo>
                    <a:pt x="197" y="910"/>
                    <a:pt x="81" y="839"/>
                    <a:pt x="116" y="777"/>
                  </a:cubicBezTo>
                  <a:cubicBezTo>
                    <a:pt x="152" y="714"/>
                    <a:pt x="81" y="678"/>
                    <a:pt x="107" y="607"/>
                  </a:cubicBezTo>
                  <a:cubicBezTo>
                    <a:pt x="143" y="536"/>
                    <a:pt x="54" y="455"/>
                    <a:pt x="89" y="393"/>
                  </a:cubicBezTo>
                  <a:cubicBezTo>
                    <a:pt x="125" y="322"/>
                    <a:pt x="45" y="304"/>
                    <a:pt x="72" y="250"/>
                  </a:cubicBezTo>
                  <a:cubicBezTo>
                    <a:pt x="98" y="197"/>
                    <a:pt x="36" y="179"/>
                    <a:pt x="45" y="116"/>
                  </a:cubicBezTo>
                  <a:cubicBezTo>
                    <a:pt x="54" y="45"/>
                    <a:pt x="0" y="0"/>
                    <a:pt x="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85"/>
            <p:cNvSpPr/>
            <p:nvPr/>
          </p:nvSpPr>
          <p:spPr>
            <a:xfrm>
              <a:off x="3560879" y="2222586"/>
              <a:ext cx="13003" cy="111510"/>
            </a:xfrm>
            <a:custGeom>
              <a:rect b="b" l="l" r="r" t="t"/>
              <a:pathLst>
                <a:path extrusionOk="0" h="3070" w="358">
                  <a:moveTo>
                    <a:pt x="357" y="1"/>
                  </a:moveTo>
                  <a:cubicBezTo>
                    <a:pt x="357" y="1"/>
                    <a:pt x="304" y="54"/>
                    <a:pt x="313" y="117"/>
                  </a:cubicBezTo>
                  <a:cubicBezTo>
                    <a:pt x="322" y="179"/>
                    <a:pt x="259" y="206"/>
                    <a:pt x="286" y="251"/>
                  </a:cubicBezTo>
                  <a:cubicBezTo>
                    <a:pt x="313" y="304"/>
                    <a:pt x="233" y="331"/>
                    <a:pt x="268" y="393"/>
                  </a:cubicBezTo>
                  <a:cubicBezTo>
                    <a:pt x="304" y="456"/>
                    <a:pt x="215" y="536"/>
                    <a:pt x="250" y="608"/>
                  </a:cubicBezTo>
                  <a:cubicBezTo>
                    <a:pt x="277" y="688"/>
                    <a:pt x="206" y="715"/>
                    <a:pt x="241" y="777"/>
                  </a:cubicBezTo>
                  <a:cubicBezTo>
                    <a:pt x="277" y="839"/>
                    <a:pt x="161" y="911"/>
                    <a:pt x="215" y="1018"/>
                  </a:cubicBezTo>
                  <a:cubicBezTo>
                    <a:pt x="268" y="1125"/>
                    <a:pt x="170" y="1178"/>
                    <a:pt x="206" y="1250"/>
                  </a:cubicBezTo>
                  <a:cubicBezTo>
                    <a:pt x="233" y="1321"/>
                    <a:pt x="108" y="1410"/>
                    <a:pt x="170" y="1491"/>
                  </a:cubicBezTo>
                  <a:cubicBezTo>
                    <a:pt x="224" y="1580"/>
                    <a:pt x="117" y="1651"/>
                    <a:pt x="152" y="1714"/>
                  </a:cubicBezTo>
                  <a:cubicBezTo>
                    <a:pt x="188" y="1776"/>
                    <a:pt x="90" y="1865"/>
                    <a:pt x="143" y="1937"/>
                  </a:cubicBezTo>
                  <a:cubicBezTo>
                    <a:pt x="197" y="2008"/>
                    <a:pt x="72" y="2097"/>
                    <a:pt x="117" y="2187"/>
                  </a:cubicBezTo>
                  <a:cubicBezTo>
                    <a:pt x="152" y="2285"/>
                    <a:pt x="54" y="2392"/>
                    <a:pt x="108" y="2481"/>
                  </a:cubicBezTo>
                  <a:cubicBezTo>
                    <a:pt x="152" y="2561"/>
                    <a:pt x="36" y="2588"/>
                    <a:pt x="90" y="2677"/>
                  </a:cubicBezTo>
                  <a:cubicBezTo>
                    <a:pt x="143" y="2775"/>
                    <a:pt x="1" y="2900"/>
                    <a:pt x="1" y="3070"/>
                  </a:cubicBezTo>
                  <a:lnTo>
                    <a:pt x="357" y="3070"/>
                  </a:lnTo>
                  <a:lnTo>
                    <a:pt x="35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85"/>
            <p:cNvSpPr/>
            <p:nvPr/>
          </p:nvSpPr>
          <p:spPr>
            <a:xfrm>
              <a:off x="3573845" y="2222586"/>
              <a:ext cx="12677" cy="111510"/>
            </a:xfrm>
            <a:custGeom>
              <a:rect b="b" l="l" r="r" t="t"/>
              <a:pathLst>
                <a:path extrusionOk="0" h="3070" w="349">
                  <a:moveTo>
                    <a:pt x="0" y="1"/>
                  </a:moveTo>
                  <a:lnTo>
                    <a:pt x="0" y="3070"/>
                  </a:lnTo>
                  <a:lnTo>
                    <a:pt x="348" y="3070"/>
                  </a:lnTo>
                  <a:cubicBezTo>
                    <a:pt x="348" y="2900"/>
                    <a:pt x="206" y="2775"/>
                    <a:pt x="259" y="2677"/>
                  </a:cubicBezTo>
                  <a:cubicBezTo>
                    <a:pt x="313" y="2588"/>
                    <a:pt x="197" y="2561"/>
                    <a:pt x="241" y="2481"/>
                  </a:cubicBezTo>
                  <a:cubicBezTo>
                    <a:pt x="295" y="2392"/>
                    <a:pt x="197" y="2285"/>
                    <a:pt x="232" y="2187"/>
                  </a:cubicBezTo>
                  <a:cubicBezTo>
                    <a:pt x="277" y="2097"/>
                    <a:pt x="152" y="2008"/>
                    <a:pt x="206" y="1937"/>
                  </a:cubicBezTo>
                  <a:cubicBezTo>
                    <a:pt x="259" y="1865"/>
                    <a:pt x="161" y="1776"/>
                    <a:pt x="197" y="1714"/>
                  </a:cubicBezTo>
                  <a:cubicBezTo>
                    <a:pt x="232" y="1651"/>
                    <a:pt x="125" y="1580"/>
                    <a:pt x="188" y="1491"/>
                  </a:cubicBezTo>
                  <a:cubicBezTo>
                    <a:pt x="241" y="1410"/>
                    <a:pt x="116" y="1321"/>
                    <a:pt x="143" y="1250"/>
                  </a:cubicBezTo>
                  <a:cubicBezTo>
                    <a:pt x="179" y="1178"/>
                    <a:pt x="81" y="1125"/>
                    <a:pt x="134" y="1018"/>
                  </a:cubicBezTo>
                  <a:cubicBezTo>
                    <a:pt x="188" y="911"/>
                    <a:pt x="72" y="839"/>
                    <a:pt x="108" y="777"/>
                  </a:cubicBezTo>
                  <a:cubicBezTo>
                    <a:pt x="143" y="715"/>
                    <a:pt x="72" y="688"/>
                    <a:pt x="99" y="608"/>
                  </a:cubicBezTo>
                  <a:cubicBezTo>
                    <a:pt x="134" y="536"/>
                    <a:pt x="45" y="456"/>
                    <a:pt x="81" y="393"/>
                  </a:cubicBezTo>
                  <a:cubicBezTo>
                    <a:pt x="116" y="331"/>
                    <a:pt x="45" y="304"/>
                    <a:pt x="63" y="251"/>
                  </a:cubicBezTo>
                  <a:cubicBezTo>
                    <a:pt x="90" y="206"/>
                    <a:pt x="27" y="179"/>
                    <a:pt x="36" y="117"/>
                  </a:cubicBezTo>
                  <a:cubicBezTo>
                    <a:pt x="45" y="54"/>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85"/>
            <p:cNvSpPr/>
            <p:nvPr/>
          </p:nvSpPr>
          <p:spPr>
            <a:xfrm>
              <a:off x="3487001" y="2207367"/>
              <a:ext cx="12677" cy="111183"/>
            </a:xfrm>
            <a:custGeom>
              <a:rect b="b" l="l" r="r" t="t"/>
              <a:pathLst>
                <a:path extrusionOk="0" h="3061" w="349">
                  <a:moveTo>
                    <a:pt x="349" y="1"/>
                  </a:moveTo>
                  <a:cubicBezTo>
                    <a:pt x="349" y="1"/>
                    <a:pt x="304" y="45"/>
                    <a:pt x="313" y="108"/>
                  </a:cubicBezTo>
                  <a:cubicBezTo>
                    <a:pt x="322" y="170"/>
                    <a:pt x="259" y="197"/>
                    <a:pt x="286" y="250"/>
                  </a:cubicBezTo>
                  <a:cubicBezTo>
                    <a:pt x="304" y="304"/>
                    <a:pt x="224" y="322"/>
                    <a:pt x="268" y="384"/>
                  </a:cubicBezTo>
                  <a:cubicBezTo>
                    <a:pt x="304" y="456"/>
                    <a:pt x="215" y="527"/>
                    <a:pt x="241" y="607"/>
                  </a:cubicBezTo>
                  <a:cubicBezTo>
                    <a:pt x="277" y="679"/>
                    <a:pt x="206" y="714"/>
                    <a:pt x="241" y="777"/>
                  </a:cubicBezTo>
                  <a:cubicBezTo>
                    <a:pt x="268" y="839"/>
                    <a:pt x="161" y="911"/>
                    <a:pt x="215" y="1009"/>
                  </a:cubicBezTo>
                  <a:cubicBezTo>
                    <a:pt x="268" y="1116"/>
                    <a:pt x="170" y="1169"/>
                    <a:pt x="197" y="1241"/>
                  </a:cubicBezTo>
                  <a:cubicBezTo>
                    <a:pt x="233" y="1321"/>
                    <a:pt x="108" y="1401"/>
                    <a:pt x="161" y="1490"/>
                  </a:cubicBezTo>
                  <a:cubicBezTo>
                    <a:pt x="224" y="1571"/>
                    <a:pt x="117" y="1642"/>
                    <a:pt x="152" y="1705"/>
                  </a:cubicBezTo>
                  <a:cubicBezTo>
                    <a:pt x="188" y="1776"/>
                    <a:pt x="90" y="1865"/>
                    <a:pt x="143" y="1936"/>
                  </a:cubicBezTo>
                  <a:cubicBezTo>
                    <a:pt x="197" y="2008"/>
                    <a:pt x="72" y="2088"/>
                    <a:pt x="108" y="2186"/>
                  </a:cubicBezTo>
                  <a:cubicBezTo>
                    <a:pt x="152" y="2284"/>
                    <a:pt x="54" y="2391"/>
                    <a:pt x="99" y="2472"/>
                  </a:cubicBezTo>
                  <a:cubicBezTo>
                    <a:pt x="152" y="2561"/>
                    <a:pt x="36" y="2579"/>
                    <a:pt x="90" y="2677"/>
                  </a:cubicBezTo>
                  <a:cubicBezTo>
                    <a:pt x="143" y="2766"/>
                    <a:pt x="1" y="2891"/>
                    <a:pt x="1" y="3061"/>
                  </a:cubicBezTo>
                  <a:lnTo>
                    <a:pt x="349" y="3061"/>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85"/>
            <p:cNvSpPr/>
            <p:nvPr/>
          </p:nvSpPr>
          <p:spPr>
            <a:xfrm>
              <a:off x="3499641" y="2207367"/>
              <a:ext cx="12677" cy="111183"/>
            </a:xfrm>
            <a:custGeom>
              <a:rect b="b" l="l" r="r" t="t"/>
              <a:pathLst>
                <a:path extrusionOk="0" h="3061" w="349">
                  <a:moveTo>
                    <a:pt x="1" y="1"/>
                  </a:moveTo>
                  <a:lnTo>
                    <a:pt x="1" y="3061"/>
                  </a:lnTo>
                  <a:lnTo>
                    <a:pt x="348" y="3061"/>
                  </a:lnTo>
                  <a:cubicBezTo>
                    <a:pt x="348" y="2891"/>
                    <a:pt x="215" y="2766"/>
                    <a:pt x="268" y="2677"/>
                  </a:cubicBezTo>
                  <a:cubicBezTo>
                    <a:pt x="322" y="2579"/>
                    <a:pt x="197" y="2561"/>
                    <a:pt x="250" y="2472"/>
                  </a:cubicBezTo>
                  <a:cubicBezTo>
                    <a:pt x="304" y="2391"/>
                    <a:pt x="197" y="2284"/>
                    <a:pt x="241" y="2186"/>
                  </a:cubicBezTo>
                  <a:cubicBezTo>
                    <a:pt x="286" y="2088"/>
                    <a:pt x="161" y="2008"/>
                    <a:pt x="215" y="1936"/>
                  </a:cubicBezTo>
                  <a:cubicBezTo>
                    <a:pt x="268" y="1865"/>
                    <a:pt x="170" y="1776"/>
                    <a:pt x="206" y="1705"/>
                  </a:cubicBezTo>
                  <a:cubicBezTo>
                    <a:pt x="241" y="1642"/>
                    <a:pt x="134" y="1571"/>
                    <a:pt x="188" y="1490"/>
                  </a:cubicBezTo>
                  <a:cubicBezTo>
                    <a:pt x="241" y="1401"/>
                    <a:pt x="117" y="1321"/>
                    <a:pt x="152" y="1241"/>
                  </a:cubicBezTo>
                  <a:cubicBezTo>
                    <a:pt x="188" y="1169"/>
                    <a:pt x="81" y="1116"/>
                    <a:pt x="134" y="1009"/>
                  </a:cubicBezTo>
                  <a:cubicBezTo>
                    <a:pt x="188" y="911"/>
                    <a:pt x="81" y="839"/>
                    <a:pt x="117" y="777"/>
                  </a:cubicBezTo>
                  <a:cubicBezTo>
                    <a:pt x="152" y="714"/>
                    <a:pt x="72" y="679"/>
                    <a:pt x="108" y="607"/>
                  </a:cubicBezTo>
                  <a:cubicBezTo>
                    <a:pt x="143" y="527"/>
                    <a:pt x="54" y="456"/>
                    <a:pt x="90" y="384"/>
                  </a:cubicBezTo>
                  <a:cubicBezTo>
                    <a:pt x="125" y="322"/>
                    <a:pt x="45" y="304"/>
                    <a:pt x="72" y="250"/>
                  </a:cubicBezTo>
                  <a:cubicBezTo>
                    <a:pt x="99" y="197"/>
                    <a:pt x="36" y="170"/>
                    <a:pt x="45" y="108"/>
                  </a:cubicBezTo>
                  <a:cubicBezTo>
                    <a:pt x="45" y="45"/>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85"/>
            <p:cNvSpPr/>
            <p:nvPr/>
          </p:nvSpPr>
          <p:spPr>
            <a:xfrm>
              <a:off x="3666174" y="2309104"/>
              <a:ext cx="12677" cy="111510"/>
            </a:xfrm>
            <a:custGeom>
              <a:rect b="b" l="l" r="r" t="t"/>
              <a:pathLst>
                <a:path extrusionOk="0" h="3070" w="349">
                  <a:moveTo>
                    <a:pt x="349" y="1"/>
                  </a:moveTo>
                  <a:cubicBezTo>
                    <a:pt x="349" y="1"/>
                    <a:pt x="304" y="54"/>
                    <a:pt x="304" y="117"/>
                  </a:cubicBezTo>
                  <a:cubicBezTo>
                    <a:pt x="313" y="179"/>
                    <a:pt x="251" y="206"/>
                    <a:pt x="278" y="251"/>
                  </a:cubicBezTo>
                  <a:cubicBezTo>
                    <a:pt x="304" y="304"/>
                    <a:pt x="224" y="322"/>
                    <a:pt x="260" y="393"/>
                  </a:cubicBezTo>
                  <a:cubicBezTo>
                    <a:pt x="295" y="456"/>
                    <a:pt x="206" y="536"/>
                    <a:pt x="242" y="607"/>
                  </a:cubicBezTo>
                  <a:cubicBezTo>
                    <a:pt x="278" y="688"/>
                    <a:pt x="197" y="715"/>
                    <a:pt x="233" y="777"/>
                  </a:cubicBezTo>
                  <a:cubicBezTo>
                    <a:pt x="269" y="839"/>
                    <a:pt x="162" y="911"/>
                    <a:pt x="215" y="1018"/>
                  </a:cubicBezTo>
                  <a:cubicBezTo>
                    <a:pt x="269" y="1125"/>
                    <a:pt x="162" y="1178"/>
                    <a:pt x="197" y="1250"/>
                  </a:cubicBezTo>
                  <a:cubicBezTo>
                    <a:pt x="233" y="1321"/>
                    <a:pt x="108" y="1410"/>
                    <a:pt x="162" y="1491"/>
                  </a:cubicBezTo>
                  <a:cubicBezTo>
                    <a:pt x="215" y="1580"/>
                    <a:pt x="108" y="1651"/>
                    <a:pt x="144" y="1714"/>
                  </a:cubicBezTo>
                  <a:cubicBezTo>
                    <a:pt x="179" y="1776"/>
                    <a:pt x="81" y="1865"/>
                    <a:pt x="135" y="1937"/>
                  </a:cubicBezTo>
                  <a:cubicBezTo>
                    <a:pt x="188" y="2008"/>
                    <a:pt x="63" y="2088"/>
                    <a:pt x="108" y="2186"/>
                  </a:cubicBezTo>
                  <a:cubicBezTo>
                    <a:pt x="153" y="2285"/>
                    <a:pt x="46" y="2392"/>
                    <a:pt x="99" y="2481"/>
                  </a:cubicBezTo>
                  <a:cubicBezTo>
                    <a:pt x="153" y="2561"/>
                    <a:pt x="28" y="2588"/>
                    <a:pt x="81" y="2677"/>
                  </a:cubicBezTo>
                  <a:cubicBezTo>
                    <a:pt x="135" y="2775"/>
                    <a:pt x="1" y="2891"/>
                    <a:pt x="1" y="3070"/>
                  </a:cubicBezTo>
                  <a:lnTo>
                    <a:pt x="349" y="3070"/>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85"/>
            <p:cNvSpPr/>
            <p:nvPr/>
          </p:nvSpPr>
          <p:spPr>
            <a:xfrm>
              <a:off x="3678814" y="2309104"/>
              <a:ext cx="12677" cy="111510"/>
            </a:xfrm>
            <a:custGeom>
              <a:rect b="b" l="l" r="r" t="t"/>
              <a:pathLst>
                <a:path extrusionOk="0" h="3070" w="349">
                  <a:moveTo>
                    <a:pt x="1" y="1"/>
                  </a:moveTo>
                  <a:lnTo>
                    <a:pt x="1" y="3070"/>
                  </a:lnTo>
                  <a:lnTo>
                    <a:pt x="349" y="3070"/>
                  </a:lnTo>
                  <a:cubicBezTo>
                    <a:pt x="349" y="2891"/>
                    <a:pt x="206" y="2775"/>
                    <a:pt x="260" y="2677"/>
                  </a:cubicBezTo>
                  <a:cubicBezTo>
                    <a:pt x="322" y="2588"/>
                    <a:pt x="197" y="2561"/>
                    <a:pt x="251" y="2481"/>
                  </a:cubicBezTo>
                  <a:cubicBezTo>
                    <a:pt x="295" y="2392"/>
                    <a:pt x="197" y="2285"/>
                    <a:pt x="242" y="2186"/>
                  </a:cubicBezTo>
                  <a:cubicBezTo>
                    <a:pt x="277" y="2088"/>
                    <a:pt x="153" y="2008"/>
                    <a:pt x="206" y="1937"/>
                  </a:cubicBezTo>
                  <a:cubicBezTo>
                    <a:pt x="260" y="1865"/>
                    <a:pt x="161" y="1776"/>
                    <a:pt x="197" y="1714"/>
                  </a:cubicBezTo>
                  <a:cubicBezTo>
                    <a:pt x="233" y="1651"/>
                    <a:pt x="135" y="1580"/>
                    <a:pt x="188" y="1491"/>
                  </a:cubicBezTo>
                  <a:cubicBezTo>
                    <a:pt x="242" y="1410"/>
                    <a:pt x="117" y="1321"/>
                    <a:pt x="153" y="1250"/>
                  </a:cubicBezTo>
                  <a:cubicBezTo>
                    <a:pt x="179" y="1178"/>
                    <a:pt x="81" y="1125"/>
                    <a:pt x="135" y="1018"/>
                  </a:cubicBezTo>
                  <a:cubicBezTo>
                    <a:pt x="188" y="911"/>
                    <a:pt x="81" y="839"/>
                    <a:pt x="117" y="777"/>
                  </a:cubicBezTo>
                  <a:cubicBezTo>
                    <a:pt x="144" y="715"/>
                    <a:pt x="72" y="688"/>
                    <a:pt x="108" y="607"/>
                  </a:cubicBezTo>
                  <a:cubicBezTo>
                    <a:pt x="135" y="536"/>
                    <a:pt x="45" y="456"/>
                    <a:pt x="90" y="393"/>
                  </a:cubicBezTo>
                  <a:cubicBezTo>
                    <a:pt x="126" y="322"/>
                    <a:pt x="45" y="304"/>
                    <a:pt x="63" y="251"/>
                  </a:cubicBezTo>
                  <a:cubicBezTo>
                    <a:pt x="90" y="206"/>
                    <a:pt x="28" y="179"/>
                    <a:pt x="37" y="117"/>
                  </a:cubicBezTo>
                  <a:cubicBezTo>
                    <a:pt x="45" y="54"/>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85"/>
            <p:cNvSpPr/>
            <p:nvPr/>
          </p:nvSpPr>
          <p:spPr>
            <a:xfrm>
              <a:off x="3666501" y="2389156"/>
              <a:ext cx="61276" cy="107624"/>
            </a:xfrm>
            <a:custGeom>
              <a:rect b="b" l="l" r="r" t="t"/>
              <a:pathLst>
                <a:path extrusionOk="0" h="2963" w="1687">
                  <a:moveTo>
                    <a:pt x="1" y="0"/>
                  </a:moveTo>
                  <a:lnTo>
                    <a:pt x="1" y="2962"/>
                  </a:lnTo>
                  <a:lnTo>
                    <a:pt x="1687" y="2962"/>
                  </a:lnTo>
                  <a:lnTo>
                    <a:pt x="1687"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85"/>
            <p:cNvSpPr/>
            <p:nvPr/>
          </p:nvSpPr>
          <p:spPr>
            <a:xfrm>
              <a:off x="3652263" y="2374555"/>
              <a:ext cx="14275" cy="122225"/>
            </a:xfrm>
            <a:custGeom>
              <a:rect b="b" l="l" r="r" t="t"/>
              <a:pathLst>
                <a:path extrusionOk="0" h="3365" w="393">
                  <a:moveTo>
                    <a:pt x="0" y="1"/>
                  </a:moveTo>
                  <a:lnTo>
                    <a:pt x="0" y="3364"/>
                  </a:lnTo>
                  <a:lnTo>
                    <a:pt x="393" y="3364"/>
                  </a:lnTo>
                  <a:lnTo>
                    <a:pt x="393" y="402"/>
                  </a:lnTo>
                  <a:lnTo>
                    <a:pt x="0"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85"/>
            <p:cNvSpPr/>
            <p:nvPr/>
          </p:nvSpPr>
          <p:spPr>
            <a:xfrm>
              <a:off x="3710922" y="2399180"/>
              <a:ext cx="7482" cy="13657"/>
            </a:xfrm>
            <a:custGeom>
              <a:rect b="b" l="l" r="r" t="t"/>
              <a:pathLst>
                <a:path extrusionOk="0" h="376" w="206">
                  <a:moveTo>
                    <a:pt x="0" y="1"/>
                  </a:moveTo>
                  <a:lnTo>
                    <a:pt x="0" y="376"/>
                  </a:lnTo>
                  <a:lnTo>
                    <a:pt x="205" y="376"/>
                  </a:lnTo>
                  <a:lnTo>
                    <a:pt x="20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85"/>
            <p:cNvSpPr/>
            <p:nvPr/>
          </p:nvSpPr>
          <p:spPr>
            <a:xfrm>
              <a:off x="3677216" y="2402740"/>
              <a:ext cx="7809" cy="13657"/>
            </a:xfrm>
            <a:custGeom>
              <a:rect b="b" l="l" r="r" t="t"/>
              <a:pathLst>
                <a:path extrusionOk="0" h="376" w="215">
                  <a:moveTo>
                    <a:pt x="0" y="1"/>
                  </a:moveTo>
                  <a:lnTo>
                    <a:pt x="0" y="376"/>
                  </a:lnTo>
                  <a:lnTo>
                    <a:pt x="214" y="376"/>
                  </a:lnTo>
                  <a:lnTo>
                    <a:pt x="21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85"/>
            <p:cNvSpPr/>
            <p:nvPr/>
          </p:nvSpPr>
          <p:spPr>
            <a:xfrm>
              <a:off x="3713828" y="2428673"/>
              <a:ext cx="7809" cy="13657"/>
            </a:xfrm>
            <a:custGeom>
              <a:rect b="b" l="l" r="r" t="t"/>
              <a:pathLst>
                <a:path extrusionOk="0" h="376" w="215">
                  <a:moveTo>
                    <a:pt x="0" y="1"/>
                  </a:moveTo>
                  <a:lnTo>
                    <a:pt x="0" y="375"/>
                  </a:lnTo>
                  <a:lnTo>
                    <a:pt x="214" y="375"/>
                  </a:lnTo>
                  <a:lnTo>
                    <a:pt x="21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85"/>
            <p:cNvSpPr/>
            <p:nvPr/>
          </p:nvSpPr>
          <p:spPr>
            <a:xfrm>
              <a:off x="3691454" y="2433214"/>
              <a:ext cx="7809" cy="13657"/>
            </a:xfrm>
            <a:custGeom>
              <a:rect b="b" l="l" r="r" t="t"/>
              <a:pathLst>
                <a:path extrusionOk="0" h="376" w="215">
                  <a:moveTo>
                    <a:pt x="1" y="1"/>
                  </a:moveTo>
                  <a:lnTo>
                    <a:pt x="1" y="375"/>
                  </a:lnTo>
                  <a:lnTo>
                    <a:pt x="215" y="375"/>
                  </a:lnTo>
                  <a:lnTo>
                    <a:pt x="21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85"/>
            <p:cNvSpPr/>
            <p:nvPr/>
          </p:nvSpPr>
          <p:spPr>
            <a:xfrm>
              <a:off x="3693415" y="2467574"/>
              <a:ext cx="15255" cy="29203"/>
            </a:xfrm>
            <a:custGeom>
              <a:rect b="b" l="l" r="r" t="t"/>
              <a:pathLst>
                <a:path extrusionOk="0" h="804" w="420">
                  <a:moveTo>
                    <a:pt x="0" y="0"/>
                  </a:moveTo>
                  <a:lnTo>
                    <a:pt x="0" y="803"/>
                  </a:lnTo>
                  <a:lnTo>
                    <a:pt x="420" y="803"/>
                  </a:lnTo>
                  <a:lnTo>
                    <a:pt x="42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85"/>
            <p:cNvSpPr/>
            <p:nvPr/>
          </p:nvSpPr>
          <p:spPr>
            <a:xfrm>
              <a:off x="3652263" y="2374555"/>
              <a:ext cx="75514" cy="14638"/>
            </a:xfrm>
            <a:custGeom>
              <a:rect b="b" l="l" r="r" t="t"/>
              <a:pathLst>
                <a:path extrusionOk="0" h="403" w="2079">
                  <a:moveTo>
                    <a:pt x="0" y="1"/>
                  </a:moveTo>
                  <a:lnTo>
                    <a:pt x="393" y="402"/>
                  </a:lnTo>
                  <a:lnTo>
                    <a:pt x="2079" y="402"/>
                  </a:lnTo>
                  <a:lnTo>
                    <a:pt x="16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85"/>
            <p:cNvSpPr/>
            <p:nvPr/>
          </p:nvSpPr>
          <p:spPr>
            <a:xfrm>
              <a:off x="3551471" y="2334056"/>
              <a:ext cx="101812" cy="162725"/>
            </a:xfrm>
            <a:custGeom>
              <a:rect b="b" l="l" r="r" t="t"/>
              <a:pathLst>
                <a:path extrusionOk="0" h="4480" w="2803">
                  <a:moveTo>
                    <a:pt x="1" y="1"/>
                  </a:moveTo>
                  <a:lnTo>
                    <a:pt x="1" y="4479"/>
                  </a:lnTo>
                  <a:lnTo>
                    <a:pt x="2802" y="4479"/>
                  </a:lnTo>
                  <a:lnTo>
                    <a:pt x="2802"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85"/>
            <p:cNvSpPr/>
            <p:nvPr/>
          </p:nvSpPr>
          <p:spPr>
            <a:xfrm>
              <a:off x="3567053" y="2350582"/>
              <a:ext cx="12677" cy="22411"/>
            </a:xfrm>
            <a:custGeom>
              <a:rect b="b" l="l" r="r" t="t"/>
              <a:pathLst>
                <a:path extrusionOk="0" h="617" w="349">
                  <a:moveTo>
                    <a:pt x="0" y="1"/>
                  </a:moveTo>
                  <a:lnTo>
                    <a:pt x="0" y="616"/>
                  </a:lnTo>
                  <a:lnTo>
                    <a:pt x="348" y="616"/>
                  </a:lnTo>
                  <a:lnTo>
                    <a:pt x="34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85"/>
            <p:cNvSpPr/>
            <p:nvPr/>
          </p:nvSpPr>
          <p:spPr>
            <a:xfrm>
              <a:off x="3581291" y="2372956"/>
              <a:ext cx="12677" cy="22702"/>
            </a:xfrm>
            <a:custGeom>
              <a:rect b="b" l="l" r="r" t="t"/>
              <a:pathLst>
                <a:path extrusionOk="0" h="625" w="349">
                  <a:moveTo>
                    <a:pt x="1" y="0"/>
                  </a:moveTo>
                  <a:lnTo>
                    <a:pt x="1" y="625"/>
                  </a:lnTo>
                  <a:lnTo>
                    <a:pt x="349" y="625"/>
                  </a:lnTo>
                  <a:lnTo>
                    <a:pt x="349"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85"/>
            <p:cNvSpPr/>
            <p:nvPr/>
          </p:nvSpPr>
          <p:spPr>
            <a:xfrm>
              <a:off x="3622770" y="2356430"/>
              <a:ext cx="12677" cy="22702"/>
            </a:xfrm>
            <a:custGeom>
              <a:rect b="b" l="l" r="r" t="t"/>
              <a:pathLst>
                <a:path extrusionOk="0" h="625" w="349">
                  <a:moveTo>
                    <a:pt x="1" y="0"/>
                  </a:moveTo>
                  <a:lnTo>
                    <a:pt x="1" y="625"/>
                  </a:lnTo>
                  <a:lnTo>
                    <a:pt x="348" y="625"/>
                  </a:lnTo>
                  <a:lnTo>
                    <a:pt x="34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85"/>
            <p:cNvSpPr/>
            <p:nvPr/>
          </p:nvSpPr>
          <p:spPr>
            <a:xfrm>
              <a:off x="3562186" y="2399180"/>
              <a:ext cx="12677" cy="22738"/>
            </a:xfrm>
            <a:custGeom>
              <a:rect b="b" l="l" r="r" t="t"/>
              <a:pathLst>
                <a:path extrusionOk="0" h="626" w="349">
                  <a:moveTo>
                    <a:pt x="0" y="1"/>
                  </a:moveTo>
                  <a:lnTo>
                    <a:pt x="0" y="625"/>
                  </a:lnTo>
                  <a:lnTo>
                    <a:pt x="348" y="625"/>
                  </a:lnTo>
                  <a:lnTo>
                    <a:pt x="34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85"/>
            <p:cNvSpPr/>
            <p:nvPr/>
          </p:nvSpPr>
          <p:spPr>
            <a:xfrm>
              <a:off x="3618884" y="2405682"/>
              <a:ext cx="12677" cy="22375"/>
            </a:xfrm>
            <a:custGeom>
              <a:rect b="b" l="l" r="r" t="t"/>
              <a:pathLst>
                <a:path extrusionOk="0" h="616" w="349">
                  <a:moveTo>
                    <a:pt x="0" y="0"/>
                  </a:moveTo>
                  <a:lnTo>
                    <a:pt x="0" y="616"/>
                  </a:lnTo>
                  <a:lnTo>
                    <a:pt x="348" y="616"/>
                  </a:lnTo>
                  <a:lnTo>
                    <a:pt x="34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85"/>
            <p:cNvSpPr/>
            <p:nvPr/>
          </p:nvSpPr>
          <p:spPr>
            <a:xfrm>
              <a:off x="3579693" y="2444219"/>
              <a:ext cx="25280" cy="52559"/>
            </a:xfrm>
            <a:custGeom>
              <a:rect b="b" l="l" r="r" t="t"/>
              <a:pathLst>
                <a:path extrusionOk="0" h="1447" w="696">
                  <a:moveTo>
                    <a:pt x="0" y="1"/>
                  </a:moveTo>
                  <a:lnTo>
                    <a:pt x="0" y="1446"/>
                  </a:lnTo>
                  <a:lnTo>
                    <a:pt x="696" y="1446"/>
                  </a:lnTo>
                  <a:lnTo>
                    <a:pt x="69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85"/>
            <p:cNvSpPr/>
            <p:nvPr/>
          </p:nvSpPr>
          <p:spPr>
            <a:xfrm>
              <a:off x="3551471" y="2309430"/>
              <a:ext cx="114743" cy="24663"/>
            </a:xfrm>
            <a:custGeom>
              <a:rect b="b" l="l" r="r" t="t"/>
              <a:pathLst>
                <a:path extrusionOk="0" h="679" w="3159">
                  <a:moveTo>
                    <a:pt x="1" y="1"/>
                  </a:moveTo>
                  <a:lnTo>
                    <a:pt x="1" y="679"/>
                  </a:lnTo>
                  <a:lnTo>
                    <a:pt x="3159" y="679"/>
                  </a:lnTo>
                  <a:lnTo>
                    <a:pt x="248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85"/>
            <p:cNvSpPr/>
            <p:nvPr/>
          </p:nvSpPr>
          <p:spPr>
            <a:xfrm>
              <a:off x="3460777" y="2278339"/>
              <a:ext cx="90734" cy="218444"/>
            </a:xfrm>
            <a:custGeom>
              <a:rect b="b" l="l" r="r" t="t"/>
              <a:pathLst>
                <a:path extrusionOk="0" h="6014" w="2498">
                  <a:moveTo>
                    <a:pt x="0" y="0"/>
                  </a:moveTo>
                  <a:lnTo>
                    <a:pt x="0" y="6013"/>
                  </a:lnTo>
                  <a:lnTo>
                    <a:pt x="2498" y="6013"/>
                  </a:lnTo>
                  <a:lnTo>
                    <a:pt x="2498"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85"/>
            <p:cNvSpPr/>
            <p:nvPr/>
          </p:nvSpPr>
          <p:spPr>
            <a:xfrm>
              <a:off x="3474688" y="2292904"/>
              <a:ext cx="11369" cy="20450"/>
            </a:xfrm>
            <a:custGeom>
              <a:rect b="b" l="l" r="r" t="t"/>
              <a:pathLst>
                <a:path extrusionOk="0" h="563" w="313">
                  <a:moveTo>
                    <a:pt x="1" y="1"/>
                  </a:moveTo>
                  <a:lnTo>
                    <a:pt x="1" y="563"/>
                  </a:lnTo>
                  <a:lnTo>
                    <a:pt x="313" y="563"/>
                  </a:lnTo>
                  <a:lnTo>
                    <a:pt x="31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85"/>
            <p:cNvSpPr/>
            <p:nvPr/>
          </p:nvSpPr>
          <p:spPr>
            <a:xfrm>
              <a:off x="3499641" y="2313317"/>
              <a:ext cx="11369" cy="20123"/>
            </a:xfrm>
            <a:custGeom>
              <a:rect b="b" l="l" r="r" t="t"/>
              <a:pathLst>
                <a:path extrusionOk="0" h="554" w="313">
                  <a:moveTo>
                    <a:pt x="1" y="1"/>
                  </a:moveTo>
                  <a:lnTo>
                    <a:pt x="1" y="554"/>
                  </a:lnTo>
                  <a:lnTo>
                    <a:pt x="313" y="554"/>
                  </a:lnTo>
                  <a:lnTo>
                    <a:pt x="31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85"/>
            <p:cNvSpPr/>
            <p:nvPr/>
          </p:nvSpPr>
          <p:spPr>
            <a:xfrm>
              <a:off x="3524267" y="2298425"/>
              <a:ext cx="11369" cy="20123"/>
            </a:xfrm>
            <a:custGeom>
              <a:rect b="b" l="l" r="r" t="t"/>
              <a:pathLst>
                <a:path extrusionOk="0" h="554" w="313">
                  <a:moveTo>
                    <a:pt x="1" y="0"/>
                  </a:moveTo>
                  <a:lnTo>
                    <a:pt x="1" y="554"/>
                  </a:lnTo>
                  <a:lnTo>
                    <a:pt x="313" y="554"/>
                  </a:lnTo>
                  <a:lnTo>
                    <a:pt x="31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85"/>
            <p:cNvSpPr/>
            <p:nvPr/>
          </p:nvSpPr>
          <p:spPr>
            <a:xfrm>
              <a:off x="3470148" y="2336671"/>
              <a:ext cx="11369" cy="20123"/>
            </a:xfrm>
            <a:custGeom>
              <a:rect b="b" l="l" r="r" t="t"/>
              <a:pathLst>
                <a:path extrusionOk="0" h="554" w="313">
                  <a:moveTo>
                    <a:pt x="1" y="0"/>
                  </a:moveTo>
                  <a:lnTo>
                    <a:pt x="1" y="553"/>
                  </a:lnTo>
                  <a:lnTo>
                    <a:pt x="313" y="553"/>
                  </a:lnTo>
                  <a:lnTo>
                    <a:pt x="31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85"/>
            <p:cNvSpPr/>
            <p:nvPr/>
          </p:nvSpPr>
          <p:spPr>
            <a:xfrm>
              <a:off x="3486020" y="2385596"/>
              <a:ext cx="11405" cy="20123"/>
            </a:xfrm>
            <a:custGeom>
              <a:rect b="b" l="l" r="r" t="t"/>
              <a:pathLst>
                <a:path extrusionOk="0" h="554" w="314">
                  <a:moveTo>
                    <a:pt x="1" y="0"/>
                  </a:moveTo>
                  <a:lnTo>
                    <a:pt x="1" y="553"/>
                  </a:lnTo>
                  <a:lnTo>
                    <a:pt x="313" y="553"/>
                  </a:lnTo>
                  <a:lnTo>
                    <a:pt x="31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85"/>
            <p:cNvSpPr/>
            <p:nvPr/>
          </p:nvSpPr>
          <p:spPr>
            <a:xfrm>
              <a:off x="3469167" y="2415707"/>
              <a:ext cx="11078" cy="20123"/>
            </a:xfrm>
            <a:custGeom>
              <a:rect b="b" l="l" r="r" t="t"/>
              <a:pathLst>
                <a:path extrusionOk="0" h="554" w="305">
                  <a:moveTo>
                    <a:pt x="1" y="1"/>
                  </a:moveTo>
                  <a:lnTo>
                    <a:pt x="1" y="554"/>
                  </a:lnTo>
                  <a:lnTo>
                    <a:pt x="304" y="554"/>
                  </a:lnTo>
                  <a:lnTo>
                    <a:pt x="30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85"/>
            <p:cNvSpPr/>
            <p:nvPr/>
          </p:nvSpPr>
          <p:spPr>
            <a:xfrm>
              <a:off x="3521034" y="2342156"/>
              <a:ext cx="11369" cy="20123"/>
            </a:xfrm>
            <a:custGeom>
              <a:rect b="b" l="l" r="r" t="t"/>
              <a:pathLst>
                <a:path extrusionOk="0" h="554" w="313">
                  <a:moveTo>
                    <a:pt x="0" y="1"/>
                  </a:moveTo>
                  <a:lnTo>
                    <a:pt x="0" y="554"/>
                  </a:lnTo>
                  <a:lnTo>
                    <a:pt x="313" y="554"/>
                  </a:lnTo>
                  <a:lnTo>
                    <a:pt x="31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85"/>
            <p:cNvSpPr/>
            <p:nvPr/>
          </p:nvSpPr>
          <p:spPr>
            <a:xfrm>
              <a:off x="3489289" y="2449740"/>
              <a:ext cx="22702" cy="47038"/>
            </a:xfrm>
            <a:custGeom>
              <a:rect b="b" l="l" r="r" t="t"/>
              <a:pathLst>
                <a:path extrusionOk="0" h="1295" w="625">
                  <a:moveTo>
                    <a:pt x="0" y="1"/>
                  </a:moveTo>
                  <a:lnTo>
                    <a:pt x="0" y="1294"/>
                  </a:lnTo>
                  <a:lnTo>
                    <a:pt x="625" y="1294"/>
                  </a:lnTo>
                  <a:lnTo>
                    <a:pt x="62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85"/>
            <p:cNvSpPr/>
            <p:nvPr/>
          </p:nvSpPr>
          <p:spPr>
            <a:xfrm>
              <a:off x="3460777" y="2469135"/>
              <a:ext cx="39882" cy="27641"/>
            </a:xfrm>
            <a:custGeom>
              <a:rect b="b" l="l" r="r" t="t"/>
              <a:pathLst>
                <a:path extrusionOk="0" h="761" w="1098">
                  <a:moveTo>
                    <a:pt x="32" y="0"/>
                  </a:moveTo>
                  <a:cubicBezTo>
                    <a:pt x="12" y="0"/>
                    <a:pt x="0" y="2"/>
                    <a:pt x="0" y="2"/>
                  </a:cubicBezTo>
                  <a:lnTo>
                    <a:pt x="0" y="760"/>
                  </a:lnTo>
                  <a:lnTo>
                    <a:pt x="1097" y="760"/>
                  </a:lnTo>
                  <a:cubicBezTo>
                    <a:pt x="1061" y="508"/>
                    <a:pt x="901" y="455"/>
                    <a:pt x="771" y="455"/>
                  </a:cubicBezTo>
                  <a:cubicBezTo>
                    <a:pt x="676" y="455"/>
                    <a:pt x="598" y="484"/>
                    <a:pt x="598" y="484"/>
                  </a:cubicBezTo>
                  <a:cubicBezTo>
                    <a:pt x="582" y="355"/>
                    <a:pt x="505" y="329"/>
                    <a:pt x="445" y="329"/>
                  </a:cubicBezTo>
                  <a:cubicBezTo>
                    <a:pt x="406" y="329"/>
                    <a:pt x="375" y="341"/>
                    <a:pt x="375" y="341"/>
                  </a:cubicBezTo>
                  <a:cubicBezTo>
                    <a:pt x="346" y="30"/>
                    <a:pt x="117" y="0"/>
                    <a:pt x="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85"/>
            <p:cNvSpPr/>
            <p:nvPr/>
          </p:nvSpPr>
          <p:spPr>
            <a:xfrm>
              <a:off x="3653244" y="2473966"/>
              <a:ext cx="33090" cy="22811"/>
            </a:xfrm>
            <a:custGeom>
              <a:rect b="b" l="l" r="r" t="t"/>
              <a:pathLst>
                <a:path extrusionOk="0" h="628" w="911">
                  <a:moveTo>
                    <a:pt x="34" y="0"/>
                  </a:moveTo>
                  <a:cubicBezTo>
                    <a:pt x="13" y="0"/>
                    <a:pt x="0" y="3"/>
                    <a:pt x="0" y="3"/>
                  </a:cubicBezTo>
                  <a:lnTo>
                    <a:pt x="0" y="627"/>
                  </a:lnTo>
                  <a:lnTo>
                    <a:pt x="910" y="627"/>
                  </a:lnTo>
                  <a:cubicBezTo>
                    <a:pt x="879" y="417"/>
                    <a:pt x="739" y="374"/>
                    <a:pt x="629" y="374"/>
                  </a:cubicBezTo>
                  <a:cubicBezTo>
                    <a:pt x="553" y="374"/>
                    <a:pt x="491" y="395"/>
                    <a:pt x="491" y="395"/>
                  </a:cubicBezTo>
                  <a:cubicBezTo>
                    <a:pt x="474" y="291"/>
                    <a:pt x="411" y="271"/>
                    <a:pt x="364" y="271"/>
                  </a:cubicBezTo>
                  <a:cubicBezTo>
                    <a:pt x="335" y="271"/>
                    <a:pt x="312" y="279"/>
                    <a:pt x="312" y="279"/>
                  </a:cubicBezTo>
                  <a:cubicBezTo>
                    <a:pt x="284" y="28"/>
                    <a:pt x="109" y="0"/>
                    <a:pt x="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85"/>
            <p:cNvSpPr/>
            <p:nvPr/>
          </p:nvSpPr>
          <p:spPr>
            <a:xfrm>
              <a:off x="3460777" y="2256292"/>
              <a:ext cx="102429" cy="22084"/>
            </a:xfrm>
            <a:custGeom>
              <a:rect b="b" l="l" r="r" t="t"/>
              <a:pathLst>
                <a:path extrusionOk="0" h="608" w="2820">
                  <a:moveTo>
                    <a:pt x="0" y="1"/>
                  </a:moveTo>
                  <a:lnTo>
                    <a:pt x="0" y="607"/>
                  </a:lnTo>
                  <a:lnTo>
                    <a:pt x="2819" y="607"/>
                  </a:lnTo>
                  <a:lnTo>
                    <a:pt x="221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85"/>
            <p:cNvSpPr/>
            <p:nvPr/>
          </p:nvSpPr>
          <p:spPr>
            <a:xfrm>
              <a:off x="3505815" y="2354796"/>
              <a:ext cx="61276" cy="141985"/>
            </a:xfrm>
            <a:custGeom>
              <a:rect b="b" l="l" r="r" t="t"/>
              <a:pathLst>
                <a:path extrusionOk="0" h="3909" w="1687">
                  <a:moveTo>
                    <a:pt x="0" y="1"/>
                  </a:moveTo>
                  <a:lnTo>
                    <a:pt x="0" y="3908"/>
                  </a:lnTo>
                  <a:lnTo>
                    <a:pt x="1686" y="3908"/>
                  </a:lnTo>
                  <a:lnTo>
                    <a:pt x="1686"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85"/>
            <p:cNvSpPr/>
            <p:nvPr/>
          </p:nvSpPr>
          <p:spPr>
            <a:xfrm>
              <a:off x="3567053" y="2340231"/>
              <a:ext cx="14275" cy="156550"/>
            </a:xfrm>
            <a:custGeom>
              <a:rect b="b" l="l" r="r" t="t"/>
              <a:pathLst>
                <a:path extrusionOk="0" h="4310" w="393">
                  <a:moveTo>
                    <a:pt x="393" y="0"/>
                  </a:moveTo>
                  <a:lnTo>
                    <a:pt x="0" y="402"/>
                  </a:lnTo>
                  <a:lnTo>
                    <a:pt x="0" y="4309"/>
                  </a:lnTo>
                  <a:lnTo>
                    <a:pt x="393" y="4309"/>
                  </a:lnTo>
                  <a:lnTo>
                    <a:pt x="393"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85"/>
            <p:cNvSpPr/>
            <p:nvPr/>
          </p:nvSpPr>
          <p:spPr>
            <a:xfrm>
              <a:off x="3515186" y="2364857"/>
              <a:ext cx="7482" cy="13621"/>
            </a:xfrm>
            <a:custGeom>
              <a:rect b="b" l="l" r="r" t="t"/>
              <a:pathLst>
                <a:path extrusionOk="0" h="375" w="206">
                  <a:moveTo>
                    <a:pt x="1" y="0"/>
                  </a:moveTo>
                  <a:lnTo>
                    <a:pt x="1" y="375"/>
                  </a:lnTo>
                  <a:lnTo>
                    <a:pt x="206" y="375"/>
                  </a:lnTo>
                  <a:lnTo>
                    <a:pt x="20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85"/>
            <p:cNvSpPr/>
            <p:nvPr/>
          </p:nvSpPr>
          <p:spPr>
            <a:xfrm>
              <a:off x="3532039" y="2378441"/>
              <a:ext cx="7482" cy="13657"/>
            </a:xfrm>
            <a:custGeom>
              <a:rect b="b" l="l" r="r" t="t"/>
              <a:pathLst>
                <a:path extrusionOk="0" h="376" w="206">
                  <a:moveTo>
                    <a:pt x="1" y="1"/>
                  </a:moveTo>
                  <a:lnTo>
                    <a:pt x="1" y="376"/>
                  </a:lnTo>
                  <a:lnTo>
                    <a:pt x="206" y="376"/>
                  </a:lnTo>
                  <a:lnTo>
                    <a:pt x="20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85"/>
            <p:cNvSpPr/>
            <p:nvPr/>
          </p:nvSpPr>
          <p:spPr>
            <a:xfrm>
              <a:off x="3545006" y="2438734"/>
              <a:ext cx="7482" cy="13621"/>
            </a:xfrm>
            <a:custGeom>
              <a:rect b="b" l="l" r="r" t="t"/>
              <a:pathLst>
                <a:path extrusionOk="0" h="375" w="206">
                  <a:moveTo>
                    <a:pt x="0" y="0"/>
                  </a:moveTo>
                  <a:lnTo>
                    <a:pt x="0" y="375"/>
                  </a:lnTo>
                  <a:lnTo>
                    <a:pt x="206" y="375"/>
                  </a:lnTo>
                  <a:lnTo>
                    <a:pt x="20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85"/>
            <p:cNvSpPr/>
            <p:nvPr/>
          </p:nvSpPr>
          <p:spPr>
            <a:xfrm>
              <a:off x="3548566" y="2368416"/>
              <a:ext cx="7809" cy="13657"/>
            </a:xfrm>
            <a:custGeom>
              <a:rect b="b" l="l" r="r" t="t"/>
              <a:pathLst>
                <a:path extrusionOk="0" h="376" w="215">
                  <a:moveTo>
                    <a:pt x="1" y="0"/>
                  </a:moveTo>
                  <a:lnTo>
                    <a:pt x="1" y="375"/>
                  </a:lnTo>
                  <a:lnTo>
                    <a:pt x="215" y="375"/>
                  </a:lnTo>
                  <a:lnTo>
                    <a:pt x="21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85"/>
            <p:cNvSpPr/>
            <p:nvPr/>
          </p:nvSpPr>
          <p:spPr>
            <a:xfrm>
              <a:off x="3511954" y="2394350"/>
              <a:ext cx="7809" cy="13621"/>
            </a:xfrm>
            <a:custGeom>
              <a:rect b="b" l="l" r="r" t="t"/>
              <a:pathLst>
                <a:path extrusionOk="0" h="375" w="215">
                  <a:moveTo>
                    <a:pt x="1" y="0"/>
                  </a:moveTo>
                  <a:lnTo>
                    <a:pt x="1" y="375"/>
                  </a:lnTo>
                  <a:lnTo>
                    <a:pt x="215" y="375"/>
                  </a:lnTo>
                  <a:lnTo>
                    <a:pt x="21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85"/>
            <p:cNvSpPr/>
            <p:nvPr/>
          </p:nvSpPr>
          <p:spPr>
            <a:xfrm>
              <a:off x="3552452" y="2404701"/>
              <a:ext cx="7809" cy="13984"/>
            </a:xfrm>
            <a:custGeom>
              <a:rect b="b" l="l" r="r" t="t"/>
              <a:pathLst>
                <a:path extrusionOk="0" h="385" w="215">
                  <a:moveTo>
                    <a:pt x="1" y="1"/>
                  </a:moveTo>
                  <a:lnTo>
                    <a:pt x="1" y="384"/>
                  </a:lnTo>
                  <a:lnTo>
                    <a:pt x="215" y="384"/>
                  </a:lnTo>
                  <a:lnTo>
                    <a:pt x="21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85"/>
            <p:cNvSpPr/>
            <p:nvPr/>
          </p:nvSpPr>
          <p:spPr>
            <a:xfrm>
              <a:off x="3521361" y="2421228"/>
              <a:ext cx="7482" cy="13984"/>
            </a:xfrm>
            <a:custGeom>
              <a:rect b="b" l="l" r="r" t="t"/>
              <a:pathLst>
                <a:path extrusionOk="0" h="385" w="206">
                  <a:moveTo>
                    <a:pt x="0" y="0"/>
                  </a:moveTo>
                  <a:lnTo>
                    <a:pt x="0" y="384"/>
                  </a:lnTo>
                  <a:lnTo>
                    <a:pt x="205" y="384"/>
                  </a:lnTo>
                  <a:lnTo>
                    <a:pt x="20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85"/>
            <p:cNvSpPr/>
            <p:nvPr/>
          </p:nvSpPr>
          <p:spPr>
            <a:xfrm>
              <a:off x="3524920" y="2467574"/>
              <a:ext cx="15255" cy="29203"/>
            </a:xfrm>
            <a:custGeom>
              <a:rect b="b" l="l" r="r" t="t"/>
              <a:pathLst>
                <a:path extrusionOk="0" h="804" w="420">
                  <a:moveTo>
                    <a:pt x="0" y="0"/>
                  </a:moveTo>
                  <a:lnTo>
                    <a:pt x="0" y="803"/>
                  </a:lnTo>
                  <a:lnTo>
                    <a:pt x="420" y="803"/>
                  </a:lnTo>
                  <a:lnTo>
                    <a:pt x="42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85"/>
            <p:cNvSpPr/>
            <p:nvPr/>
          </p:nvSpPr>
          <p:spPr>
            <a:xfrm>
              <a:off x="3505815" y="2340231"/>
              <a:ext cx="75514" cy="14602"/>
            </a:xfrm>
            <a:custGeom>
              <a:rect b="b" l="l" r="r" t="t"/>
              <a:pathLst>
                <a:path extrusionOk="0" h="402" w="2079">
                  <a:moveTo>
                    <a:pt x="401" y="0"/>
                  </a:moveTo>
                  <a:lnTo>
                    <a:pt x="0" y="402"/>
                  </a:lnTo>
                  <a:lnTo>
                    <a:pt x="1686" y="402"/>
                  </a:lnTo>
                  <a:lnTo>
                    <a:pt x="207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85"/>
            <p:cNvSpPr/>
            <p:nvPr/>
          </p:nvSpPr>
          <p:spPr>
            <a:xfrm>
              <a:off x="3727739" y="2385596"/>
              <a:ext cx="12677" cy="111183"/>
            </a:xfrm>
            <a:custGeom>
              <a:rect b="b" l="l" r="r" t="t"/>
              <a:pathLst>
                <a:path extrusionOk="0" h="3061" w="349">
                  <a:moveTo>
                    <a:pt x="349" y="0"/>
                  </a:moveTo>
                  <a:cubicBezTo>
                    <a:pt x="349" y="0"/>
                    <a:pt x="304" y="45"/>
                    <a:pt x="313" y="107"/>
                  </a:cubicBezTo>
                  <a:cubicBezTo>
                    <a:pt x="322" y="179"/>
                    <a:pt x="260" y="196"/>
                    <a:pt x="286" y="250"/>
                  </a:cubicBezTo>
                  <a:cubicBezTo>
                    <a:pt x="304" y="303"/>
                    <a:pt x="224" y="321"/>
                    <a:pt x="269" y="393"/>
                  </a:cubicBezTo>
                  <a:cubicBezTo>
                    <a:pt x="304" y="455"/>
                    <a:pt x="215" y="535"/>
                    <a:pt x="251" y="607"/>
                  </a:cubicBezTo>
                  <a:cubicBezTo>
                    <a:pt x="278" y="678"/>
                    <a:pt x="206" y="714"/>
                    <a:pt x="242" y="776"/>
                  </a:cubicBezTo>
                  <a:cubicBezTo>
                    <a:pt x="269" y="839"/>
                    <a:pt x="162" y="910"/>
                    <a:pt x="215" y="1017"/>
                  </a:cubicBezTo>
                  <a:cubicBezTo>
                    <a:pt x="269" y="1115"/>
                    <a:pt x="170" y="1169"/>
                    <a:pt x="197" y="1249"/>
                  </a:cubicBezTo>
                  <a:cubicBezTo>
                    <a:pt x="233" y="1320"/>
                    <a:pt x="108" y="1410"/>
                    <a:pt x="162" y="1490"/>
                  </a:cubicBezTo>
                  <a:cubicBezTo>
                    <a:pt x="224" y="1579"/>
                    <a:pt x="117" y="1651"/>
                    <a:pt x="153" y="1713"/>
                  </a:cubicBezTo>
                  <a:cubicBezTo>
                    <a:pt x="188" y="1775"/>
                    <a:pt x="90" y="1865"/>
                    <a:pt x="144" y="1936"/>
                  </a:cubicBezTo>
                  <a:cubicBezTo>
                    <a:pt x="197" y="2007"/>
                    <a:pt x="72" y="2088"/>
                    <a:pt x="108" y="2186"/>
                  </a:cubicBezTo>
                  <a:cubicBezTo>
                    <a:pt x="153" y="2284"/>
                    <a:pt x="54" y="2391"/>
                    <a:pt x="99" y="2480"/>
                  </a:cubicBezTo>
                  <a:cubicBezTo>
                    <a:pt x="153" y="2561"/>
                    <a:pt x="37" y="2587"/>
                    <a:pt x="90" y="2676"/>
                  </a:cubicBezTo>
                  <a:cubicBezTo>
                    <a:pt x="144" y="2775"/>
                    <a:pt x="1" y="2891"/>
                    <a:pt x="1" y="3060"/>
                  </a:cubicBezTo>
                  <a:lnTo>
                    <a:pt x="349" y="3060"/>
                  </a:lnTo>
                  <a:lnTo>
                    <a:pt x="349" y="0"/>
                  </a:ln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85"/>
            <p:cNvSpPr/>
            <p:nvPr/>
          </p:nvSpPr>
          <p:spPr>
            <a:xfrm>
              <a:off x="3740379" y="2385596"/>
              <a:ext cx="12677" cy="111183"/>
            </a:xfrm>
            <a:custGeom>
              <a:rect b="b" l="l" r="r" t="t"/>
              <a:pathLst>
                <a:path extrusionOk="0" h="3061" w="349">
                  <a:moveTo>
                    <a:pt x="1" y="0"/>
                  </a:moveTo>
                  <a:lnTo>
                    <a:pt x="1" y="3060"/>
                  </a:lnTo>
                  <a:lnTo>
                    <a:pt x="349" y="3060"/>
                  </a:lnTo>
                  <a:cubicBezTo>
                    <a:pt x="349" y="2891"/>
                    <a:pt x="215" y="2775"/>
                    <a:pt x="269" y="2676"/>
                  </a:cubicBezTo>
                  <a:cubicBezTo>
                    <a:pt x="322" y="2587"/>
                    <a:pt x="206" y="2561"/>
                    <a:pt x="251" y="2480"/>
                  </a:cubicBezTo>
                  <a:cubicBezTo>
                    <a:pt x="304" y="2391"/>
                    <a:pt x="206" y="2284"/>
                    <a:pt x="242" y="2186"/>
                  </a:cubicBezTo>
                  <a:cubicBezTo>
                    <a:pt x="286" y="2088"/>
                    <a:pt x="161" y="2007"/>
                    <a:pt x="215" y="1936"/>
                  </a:cubicBezTo>
                  <a:cubicBezTo>
                    <a:pt x="269" y="1865"/>
                    <a:pt x="170" y="1775"/>
                    <a:pt x="206" y="1713"/>
                  </a:cubicBezTo>
                  <a:cubicBezTo>
                    <a:pt x="242" y="1651"/>
                    <a:pt x="135" y="1579"/>
                    <a:pt x="188" y="1490"/>
                  </a:cubicBezTo>
                  <a:cubicBezTo>
                    <a:pt x="251" y="1410"/>
                    <a:pt x="117" y="1320"/>
                    <a:pt x="153" y="1249"/>
                  </a:cubicBezTo>
                  <a:cubicBezTo>
                    <a:pt x="188" y="1169"/>
                    <a:pt x="81" y="1115"/>
                    <a:pt x="144" y="1017"/>
                  </a:cubicBezTo>
                  <a:cubicBezTo>
                    <a:pt x="197" y="910"/>
                    <a:pt x="81" y="839"/>
                    <a:pt x="117" y="776"/>
                  </a:cubicBezTo>
                  <a:cubicBezTo>
                    <a:pt x="153" y="714"/>
                    <a:pt x="72" y="678"/>
                    <a:pt x="108" y="607"/>
                  </a:cubicBezTo>
                  <a:cubicBezTo>
                    <a:pt x="144" y="535"/>
                    <a:pt x="54" y="455"/>
                    <a:pt x="90" y="393"/>
                  </a:cubicBezTo>
                  <a:cubicBezTo>
                    <a:pt x="126" y="321"/>
                    <a:pt x="45" y="303"/>
                    <a:pt x="72" y="250"/>
                  </a:cubicBezTo>
                  <a:cubicBezTo>
                    <a:pt x="99" y="196"/>
                    <a:pt x="37" y="179"/>
                    <a:pt x="45" y="107"/>
                  </a:cubicBezTo>
                  <a:cubicBezTo>
                    <a:pt x="54" y="45"/>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85"/>
            <p:cNvSpPr/>
            <p:nvPr/>
          </p:nvSpPr>
          <p:spPr>
            <a:xfrm>
              <a:off x="3811678" y="2385596"/>
              <a:ext cx="12677" cy="111183"/>
            </a:xfrm>
            <a:custGeom>
              <a:rect b="b" l="l" r="r" t="t"/>
              <a:pathLst>
                <a:path extrusionOk="0" h="3061" w="349">
                  <a:moveTo>
                    <a:pt x="348" y="0"/>
                  </a:moveTo>
                  <a:cubicBezTo>
                    <a:pt x="348" y="0"/>
                    <a:pt x="304" y="45"/>
                    <a:pt x="313" y="107"/>
                  </a:cubicBezTo>
                  <a:cubicBezTo>
                    <a:pt x="322" y="179"/>
                    <a:pt x="259" y="196"/>
                    <a:pt x="286" y="250"/>
                  </a:cubicBezTo>
                  <a:cubicBezTo>
                    <a:pt x="304" y="303"/>
                    <a:pt x="232" y="321"/>
                    <a:pt x="268" y="393"/>
                  </a:cubicBezTo>
                  <a:cubicBezTo>
                    <a:pt x="304" y="455"/>
                    <a:pt x="215" y="535"/>
                    <a:pt x="250" y="607"/>
                  </a:cubicBezTo>
                  <a:cubicBezTo>
                    <a:pt x="277" y="678"/>
                    <a:pt x="206" y="714"/>
                    <a:pt x="241" y="776"/>
                  </a:cubicBezTo>
                  <a:cubicBezTo>
                    <a:pt x="277" y="839"/>
                    <a:pt x="161" y="910"/>
                    <a:pt x="215" y="1017"/>
                  </a:cubicBezTo>
                  <a:cubicBezTo>
                    <a:pt x="268" y="1115"/>
                    <a:pt x="170" y="1169"/>
                    <a:pt x="206" y="1249"/>
                  </a:cubicBezTo>
                  <a:cubicBezTo>
                    <a:pt x="232" y="1320"/>
                    <a:pt x="108" y="1410"/>
                    <a:pt x="161" y="1490"/>
                  </a:cubicBezTo>
                  <a:cubicBezTo>
                    <a:pt x="224" y="1579"/>
                    <a:pt x="116" y="1651"/>
                    <a:pt x="152" y="1713"/>
                  </a:cubicBezTo>
                  <a:cubicBezTo>
                    <a:pt x="188" y="1775"/>
                    <a:pt x="90" y="1865"/>
                    <a:pt x="143" y="1936"/>
                  </a:cubicBezTo>
                  <a:cubicBezTo>
                    <a:pt x="197" y="2007"/>
                    <a:pt x="72" y="2088"/>
                    <a:pt x="116" y="2186"/>
                  </a:cubicBezTo>
                  <a:cubicBezTo>
                    <a:pt x="152" y="2284"/>
                    <a:pt x="54" y="2391"/>
                    <a:pt x="108" y="2480"/>
                  </a:cubicBezTo>
                  <a:cubicBezTo>
                    <a:pt x="152" y="2561"/>
                    <a:pt x="36" y="2587"/>
                    <a:pt x="90" y="2676"/>
                  </a:cubicBezTo>
                  <a:cubicBezTo>
                    <a:pt x="143" y="2775"/>
                    <a:pt x="1" y="2891"/>
                    <a:pt x="1" y="3060"/>
                  </a:cubicBezTo>
                  <a:lnTo>
                    <a:pt x="348" y="3060"/>
                  </a:lnTo>
                  <a:lnTo>
                    <a:pt x="3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85"/>
            <p:cNvSpPr/>
            <p:nvPr/>
          </p:nvSpPr>
          <p:spPr>
            <a:xfrm>
              <a:off x="3824317" y="2385596"/>
              <a:ext cx="13003" cy="111183"/>
            </a:xfrm>
            <a:custGeom>
              <a:rect b="b" l="l" r="r" t="t"/>
              <a:pathLst>
                <a:path extrusionOk="0" h="3061" w="358">
                  <a:moveTo>
                    <a:pt x="0" y="0"/>
                  </a:moveTo>
                  <a:lnTo>
                    <a:pt x="0" y="3060"/>
                  </a:lnTo>
                  <a:lnTo>
                    <a:pt x="357" y="3060"/>
                  </a:lnTo>
                  <a:cubicBezTo>
                    <a:pt x="357" y="2891"/>
                    <a:pt x="215" y="2775"/>
                    <a:pt x="268" y="2676"/>
                  </a:cubicBezTo>
                  <a:cubicBezTo>
                    <a:pt x="322" y="2587"/>
                    <a:pt x="206" y="2561"/>
                    <a:pt x="250" y="2480"/>
                  </a:cubicBezTo>
                  <a:cubicBezTo>
                    <a:pt x="304" y="2391"/>
                    <a:pt x="206" y="2284"/>
                    <a:pt x="241" y="2186"/>
                  </a:cubicBezTo>
                  <a:cubicBezTo>
                    <a:pt x="286" y="2088"/>
                    <a:pt x="161" y="2007"/>
                    <a:pt x="215" y="1936"/>
                  </a:cubicBezTo>
                  <a:cubicBezTo>
                    <a:pt x="268" y="1865"/>
                    <a:pt x="170" y="1775"/>
                    <a:pt x="206" y="1713"/>
                  </a:cubicBezTo>
                  <a:cubicBezTo>
                    <a:pt x="241" y="1651"/>
                    <a:pt x="134" y="1579"/>
                    <a:pt x="188" y="1490"/>
                  </a:cubicBezTo>
                  <a:cubicBezTo>
                    <a:pt x="250" y="1410"/>
                    <a:pt x="125" y="1320"/>
                    <a:pt x="152" y="1249"/>
                  </a:cubicBezTo>
                  <a:cubicBezTo>
                    <a:pt x="188" y="1169"/>
                    <a:pt x="90" y="1115"/>
                    <a:pt x="143" y="1017"/>
                  </a:cubicBezTo>
                  <a:cubicBezTo>
                    <a:pt x="197" y="910"/>
                    <a:pt x="81" y="839"/>
                    <a:pt x="116" y="776"/>
                  </a:cubicBezTo>
                  <a:cubicBezTo>
                    <a:pt x="152" y="714"/>
                    <a:pt x="81" y="678"/>
                    <a:pt x="107" y="607"/>
                  </a:cubicBezTo>
                  <a:cubicBezTo>
                    <a:pt x="143" y="535"/>
                    <a:pt x="54" y="455"/>
                    <a:pt x="90" y="393"/>
                  </a:cubicBezTo>
                  <a:cubicBezTo>
                    <a:pt x="125" y="321"/>
                    <a:pt x="45" y="303"/>
                    <a:pt x="72" y="250"/>
                  </a:cubicBezTo>
                  <a:cubicBezTo>
                    <a:pt x="99" y="196"/>
                    <a:pt x="36" y="179"/>
                    <a:pt x="45" y="107"/>
                  </a:cubicBezTo>
                  <a:cubicBezTo>
                    <a:pt x="54" y="45"/>
                    <a:pt x="0" y="0"/>
                    <a:pt x="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85"/>
            <p:cNvSpPr/>
            <p:nvPr/>
          </p:nvSpPr>
          <p:spPr>
            <a:xfrm>
              <a:off x="3783492" y="2418649"/>
              <a:ext cx="8790" cy="78130"/>
            </a:xfrm>
            <a:custGeom>
              <a:rect b="b" l="l" r="r" t="t"/>
              <a:pathLst>
                <a:path extrusionOk="0" h="2151" w="242">
                  <a:moveTo>
                    <a:pt x="241" y="0"/>
                  </a:moveTo>
                  <a:cubicBezTo>
                    <a:pt x="241" y="0"/>
                    <a:pt x="214" y="27"/>
                    <a:pt x="214" y="71"/>
                  </a:cubicBezTo>
                  <a:cubicBezTo>
                    <a:pt x="223" y="116"/>
                    <a:pt x="179" y="134"/>
                    <a:pt x="197" y="170"/>
                  </a:cubicBezTo>
                  <a:cubicBezTo>
                    <a:pt x="214" y="205"/>
                    <a:pt x="161" y="223"/>
                    <a:pt x="188" y="268"/>
                  </a:cubicBezTo>
                  <a:cubicBezTo>
                    <a:pt x="206" y="312"/>
                    <a:pt x="143" y="375"/>
                    <a:pt x="170" y="419"/>
                  </a:cubicBezTo>
                  <a:cubicBezTo>
                    <a:pt x="197" y="473"/>
                    <a:pt x="143" y="500"/>
                    <a:pt x="161" y="544"/>
                  </a:cubicBezTo>
                  <a:cubicBezTo>
                    <a:pt x="188" y="589"/>
                    <a:pt x="107" y="634"/>
                    <a:pt x="152" y="714"/>
                  </a:cubicBezTo>
                  <a:cubicBezTo>
                    <a:pt x="188" y="785"/>
                    <a:pt x="116" y="821"/>
                    <a:pt x="143" y="874"/>
                  </a:cubicBezTo>
                  <a:cubicBezTo>
                    <a:pt x="161" y="928"/>
                    <a:pt x="72" y="990"/>
                    <a:pt x="116" y="1044"/>
                  </a:cubicBezTo>
                  <a:cubicBezTo>
                    <a:pt x="152" y="1106"/>
                    <a:pt x="81" y="1160"/>
                    <a:pt x="99" y="1204"/>
                  </a:cubicBezTo>
                  <a:cubicBezTo>
                    <a:pt x="125" y="1249"/>
                    <a:pt x="63" y="1312"/>
                    <a:pt x="99" y="1356"/>
                  </a:cubicBezTo>
                  <a:cubicBezTo>
                    <a:pt x="134" y="1410"/>
                    <a:pt x="45" y="1472"/>
                    <a:pt x="72" y="1535"/>
                  </a:cubicBezTo>
                  <a:cubicBezTo>
                    <a:pt x="107" y="1606"/>
                    <a:pt x="36" y="1677"/>
                    <a:pt x="72" y="1740"/>
                  </a:cubicBezTo>
                  <a:cubicBezTo>
                    <a:pt x="107" y="1802"/>
                    <a:pt x="18" y="1820"/>
                    <a:pt x="63" y="1882"/>
                  </a:cubicBezTo>
                  <a:cubicBezTo>
                    <a:pt x="99" y="1945"/>
                    <a:pt x="0" y="2034"/>
                    <a:pt x="0" y="2150"/>
                  </a:cubicBezTo>
                  <a:lnTo>
                    <a:pt x="241" y="2150"/>
                  </a:lnTo>
                  <a:lnTo>
                    <a:pt x="2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85"/>
            <p:cNvSpPr/>
            <p:nvPr/>
          </p:nvSpPr>
          <p:spPr>
            <a:xfrm>
              <a:off x="3792246" y="2418649"/>
              <a:ext cx="9117" cy="78130"/>
            </a:xfrm>
            <a:custGeom>
              <a:rect b="b" l="l" r="r" t="t"/>
              <a:pathLst>
                <a:path extrusionOk="0" h="2151" w="251">
                  <a:moveTo>
                    <a:pt x="0" y="0"/>
                  </a:moveTo>
                  <a:lnTo>
                    <a:pt x="0" y="2150"/>
                  </a:lnTo>
                  <a:lnTo>
                    <a:pt x="250" y="2150"/>
                  </a:lnTo>
                  <a:cubicBezTo>
                    <a:pt x="250" y="2034"/>
                    <a:pt x="152" y="1945"/>
                    <a:pt x="188" y="1882"/>
                  </a:cubicBezTo>
                  <a:cubicBezTo>
                    <a:pt x="232" y="1820"/>
                    <a:pt x="143" y="1802"/>
                    <a:pt x="179" y="1740"/>
                  </a:cubicBezTo>
                  <a:cubicBezTo>
                    <a:pt x="214" y="1677"/>
                    <a:pt x="143" y="1606"/>
                    <a:pt x="170" y="1535"/>
                  </a:cubicBezTo>
                  <a:cubicBezTo>
                    <a:pt x="205" y="1472"/>
                    <a:pt x="116" y="1410"/>
                    <a:pt x="152" y="1356"/>
                  </a:cubicBezTo>
                  <a:cubicBezTo>
                    <a:pt x="188" y="1312"/>
                    <a:pt x="125" y="1249"/>
                    <a:pt x="143" y="1204"/>
                  </a:cubicBezTo>
                  <a:cubicBezTo>
                    <a:pt x="170" y="1160"/>
                    <a:pt x="98" y="1106"/>
                    <a:pt x="134" y="1044"/>
                  </a:cubicBezTo>
                  <a:cubicBezTo>
                    <a:pt x="179" y="990"/>
                    <a:pt x="89" y="928"/>
                    <a:pt x="107" y="874"/>
                  </a:cubicBezTo>
                  <a:cubicBezTo>
                    <a:pt x="134" y="821"/>
                    <a:pt x="63" y="785"/>
                    <a:pt x="98" y="714"/>
                  </a:cubicBezTo>
                  <a:cubicBezTo>
                    <a:pt x="134" y="634"/>
                    <a:pt x="63" y="589"/>
                    <a:pt x="81" y="544"/>
                  </a:cubicBezTo>
                  <a:cubicBezTo>
                    <a:pt x="107" y="500"/>
                    <a:pt x="54" y="473"/>
                    <a:pt x="81" y="419"/>
                  </a:cubicBezTo>
                  <a:cubicBezTo>
                    <a:pt x="98" y="375"/>
                    <a:pt x="36" y="312"/>
                    <a:pt x="63" y="268"/>
                  </a:cubicBezTo>
                  <a:cubicBezTo>
                    <a:pt x="89" y="223"/>
                    <a:pt x="36" y="205"/>
                    <a:pt x="54" y="170"/>
                  </a:cubicBezTo>
                  <a:cubicBezTo>
                    <a:pt x="72" y="134"/>
                    <a:pt x="27" y="116"/>
                    <a:pt x="27" y="71"/>
                  </a:cubicBezTo>
                  <a:cubicBezTo>
                    <a:pt x="36" y="27"/>
                    <a:pt x="0" y="0"/>
                    <a:pt x="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0" name="Google Shape;5260;p85"/>
          <p:cNvGrpSpPr/>
          <p:nvPr/>
        </p:nvGrpSpPr>
        <p:grpSpPr>
          <a:xfrm>
            <a:off x="-132569" y="624095"/>
            <a:ext cx="2433354" cy="4356538"/>
            <a:chOff x="3812879" y="2405538"/>
            <a:chExt cx="723975" cy="1296087"/>
          </a:xfrm>
        </p:grpSpPr>
        <p:sp>
          <p:nvSpPr>
            <p:cNvPr id="5261" name="Google Shape;5261;p85"/>
            <p:cNvSpPr/>
            <p:nvPr/>
          </p:nvSpPr>
          <p:spPr>
            <a:xfrm>
              <a:off x="4165461" y="2658422"/>
              <a:ext cx="79464" cy="1039936"/>
            </a:xfrm>
            <a:custGeom>
              <a:rect b="b" l="l" r="r" t="t"/>
              <a:pathLst>
                <a:path extrusionOk="0" h="19735" w="1508">
                  <a:moveTo>
                    <a:pt x="357" y="1"/>
                  </a:moveTo>
                  <a:cubicBezTo>
                    <a:pt x="357" y="1"/>
                    <a:pt x="0" y="982"/>
                    <a:pt x="357" y="3088"/>
                  </a:cubicBezTo>
                  <a:cubicBezTo>
                    <a:pt x="634" y="4720"/>
                    <a:pt x="357" y="19734"/>
                    <a:pt x="357" y="19734"/>
                  </a:cubicBezTo>
                  <a:lnTo>
                    <a:pt x="1151" y="19734"/>
                  </a:lnTo>
                  <a:cubicBezTo>
                    <a:pt x="1151" y="19734"/>
                    <a:pt x="874" y="4720"/>
                    <a:pt x="1151" y="3088"/>
                  </a:cubicBezTo>
                  <a:cubicBezTo>
                    <a:pt x="1508" y="982"/>
                    <a:pt x="1151" y="1"/>
                    <a:pt x="1151"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85"/>
            <p:cNvSpPr/>
            <p:nvPr/>
          </p:nvSpPr>
          <p:spPr>
            <a:xfrm>
              <a:off x="4201188" y="2658422"/>
              <a:ext cx="43737" cy="1039936"/>
            </a:xfrm>
            <a:custGeom>
              <a:rect b="b" l="l" r="r" t="t"/>
              <a:pathLst>
                <a:path extrusionOk="0" h="19735" w="830">
                  <a:moveTo>
                    <a:pt x="277" y="1"/>
                  </a:moveTo>
                  <a:cubicBezTo>
                    <a:pt x="277" y="1"/>
                    <a:pt x="634" y="982"/>
                    <a:pt x="277" y="3088"/>
                  </a:cubicBezTo>
                  <a:cubicBezTo>
                    <a:pt x="0" y="4720"/>
                    <a:pt x="277" y="19734"/>
                    <a:pt x="277" y="19734"/>
                  </a:cubicBezTo>
                  <a:lnTo>
                    <a:pt x="473" y="19734"/>
                  </a:lnTo>
                  <a:cubicBezTo>
                    <a:pt x="473" y="19734"/>
                    <a:pt x="196" y="4720"/>
                    <a:pt x="473" y="3088"/>
                  </a:cubicBezTo>
                  <a:cubicBezTo>
                    <a:pt x="830" y="982"/>
                    <a:pt x="473" y="1"/>
                    <a:pt x="473"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85"/>
            <p:cNvSpPr/>
            <p:nvPr/>
          </p:nvSpPr>
          <p:spPr>
            <a:xfrm>
              <a:off x="3954365" y="2405538"/>
              <a:ext cx="501656" cy="392578"/>
            </a:xfrm>
            <a:custGeom>
              <a:rect b="b" l="l" r="r" t="t"/>
              <a:pathLst>
                <a:path extrusionOk="0" h="7450" w="9520">
                  <a:moveTo>
                    <a:pt x="3712" y="0"/>
                  </a:moveTo>
                  <a:lnTo>
                    <a:pt x="3712" y="0"/>
                  </a:lnTo>
                  <a:cubicBezTo>
                    <a:pt x="3944" y="830"/>
                    <a:pt x="4042" y="1481"/>
                    <a:pt x="4042" y="1481"/>
                  </a:cubicBezTo>
                  <a:cubicBezTo>
                    <a:pt x="3426" y="456"/>
                    <a:pt x="2436" y="125"/>
                    <a:pt x="2436" y="125"/>
                  </a:cubicBezTo>
                  <a:lnTo>
                    <a:pt x="2436" y="125"/>
                  </a:lnTo>
                  <a:cubicBezTo>
                    <a:pt x="3533" y="884"/>
                    <a:pt x="3748" y="1945"/>
                    <a:pt x="3748" y="1945"/>
                  </a:cubicBezTo>
                  <a:cubicBezTo>
                    <a:pt x="2998" y="937"/>
                    <a:pt x="1562" y="919"/>
                    <a:pt x="1562" y="919"/>
                  </a:cubicBezTo>
                  <a:lnTo>
                    <a:pt x="1562" y="919"/>
                  </a:lnTo>
                  <a:cubicBezTo>
                    <a:pt x="2481" y="1214"/>
                    <a:pt x="3087" y="2017"/>
                    <a:pt x="3087" y="2017"/>
                  </a:cubicBezTo>
                  <a:cubicBezTo>
                    <a:pt x="3087" y="2017"/>
                    <a:pt x="2561" y="1597"/>
                    <a:pt x="1758" y="1526"/>
                  </a:cubicBezTo>
                  <a:cubicBezTo>
                    <a:pt x="1614" y="1513"/>
                    <a:pt x="1482" y="1508"/>
                    <a:pt x="1362" y="1508"/>
                  </a:cubicBezTo>
                  <a:cubicBezTo>
                    <a:pt x="826" y="1508"/>
                    <a:pt x="545" y="1615"/>
                    <a:pt x="545" y="1615"/>
                  </a:cubicBezTo>
                  <a:cubicBezTo>
                    <a:pt x="1954" y="1651"/>
                    <a:pt x="2436" y="2302"/>
                    <a:pt x="2436" y="2302"/>
                  </a:cubicBezTo>
                  <a:cubicBezTo>
                    <a:pt x="2107" y="2194"/>
                    <a:pt x="1771" y="2170"/>
                    <a:pt x="1534" y="2170"/>
                  </a:cubicBezTo>
                  <a:cubicBezTo>
                    <a:pt x="1340" y="2170"/>
                    <a:pt x="1214" y="2186"/>
                    <a:pt x="1214" y="2186"/>
                  </a:cubicBezTo>
                  <a:cubicBezTo>
                    <a:pt x="2186" y="2347"/>
                    <a:pt x="2606" y="2837"/>
                    <a:pt x="2606" y="2837"/>
                  </a:cubicBezTo>
                  <a:cubicBezTo>
                    <a:pt x="2606" y="2837"/>
                    <a:pt x="2146" y="2706"/>
                    <a:pt x="1646" y="2706"/>
                  </a:cubicBezTo>
                  <a:cubicBezTo>
                    <a:pt x="1396" y="2706"/>
                    <a:pt x="1137" y="2739"/>
                    <a:pt x="920" y="2837"/>
                  </a:cubicBezTo>
                  <a:cubicBezTo>
                    <a:pt x="259" y="3132"/>
                    <a:pt x="134" y="3720"/>
                    <a:pt x="134" y="3720"/>
                  </a:cubicBezTo>
                  <a:cubicBezTo>
                    <a:pt x="439" y="3339"/>
                    <a:pt x="929" y="3103"/>
                    <a:pt x="1520" y="3103"/>
                  </a:cubicBezTo>
                  <a:cubicBezTo>
                    <a:pt x="1552" y="3103"/>
                    <a:pt x="1583" y="3104"/>
                    <a:pt x="1615" y="3105"/>
                  </a:cubicBezTo>
                  <a:cubicBezTo>
                    <a:pt x="2168" y="3123"/>
                    <a:pt x="2436" y="3364"/>
                    <a:pt x="2436" y="3364"/>
                  </a:cubicBezTo>
                  <a:cubicBezTo>
                    <a:pt x="2436" y="3364"/>
                    <a:pt x="2270" y="3337"/>
                    <a:pt x="2019" y="3337"/>
                  </a:cubicBezTo>
                  <a:cubicBezTo>
                    <a:pt x="1709" y="3337"/>
                    <a:pt x="1271" y="3378"/>
                    <a:pt x="857" y="3560"/>
                  </a:cubicBezTo>
                  <a:cubicBezTo>
                    <a:pt x="108" y="3890"/>
                    <a:pt x="1" y="4488"/>
                    <a:pt x="1" y="4488"/>
                  </a:cubicBezTo>
                  <a:cubicBezTo>
                    <a:pt x="500" y="3935"/>
                    <a:pt x="1383" y="3828"/>
                    <a:pt x="1383" y="3828"/>
                  </a:cubicBezTo>
                  <a:lnTo>
                    <a:pt x="1383" y="3828"/>
                  </a:lnTo>
                  <a:cubicBezTo>
                    <a:pt x="242" y="4390"/>
                    <a:pt x="63" y="5362"/>
                    <a:pt x="63" y="5362"/>
                  </a:cubicBezTo>
                  <a:cubicBezTo>
                    <a:pt x="429" y="4969"/>
                    <a:pt x="1134" y="4755"/>
                    <a:pt x="1134" y="4755"/>
                  </a:cubicBezTo>
                  <a:lnTo>
                    <a:pt x="1134" y="4755"/>
                  </a:lnTo>
                  <a:cubicBezTo>
                    <a:pt x="384" y="5335"/>
                    <a:pt x="152" y="6156"/>
                    <a:pt x="152" y="6156"/>
                  </a:cubicBezTo>
                  <a:cubicBezTo>
                    <a:pt x="652" y="5469"/>
                    <a:pt x="1544" y="5157"/>
                    <a:pt x="1544" y="5157"/>
                  </a:cubicBezTo>
                  <a:lnTo>
                    <a:pt x="1544" y="5157"/>
                  </a:lnTo>
                  <a:cubicBezTo>
                    <a:pt x="1160" y="5630"/>
                    <a:pt x="1044" y="6272"/>
                    <a:pt x="1044" y="6272"/>
                  </a:cubicBezTo>
                  <a:cubicBezTo>
                    <a:pt x="1624" y="4961"/>
                    <a:pt x="2659" y="4755"/>
                    <a:pt x="2659" y="4755"/>
                  </a:cubicBezTo>
                  <a:lnTo>
                    <a:pt x="2659" y="4755"/>
                  </a:lnTo>
                  <a:cubicBezTo>
                    <a:pt x="1642" y="5273"/>
                    <a:pt x="1473" y="6647"/>
                    <a:pt x="1473" y="6647"/>
                  </a:cubicBezTo>
                  <a:cubicBezTo>
                    <a:pt x="1963" y="5362"/>
                    <a:pt x="2891" y="4969"/>
                    <a:pt x="2891" y="4969"/>
                  </a:cubicBezTo>
                  <a:lnTo>
                    <a:pt x="2891" y="4969"/>
                  </a:lnTo>
                  <a:cubicBezTo>
                    <a:pt x="1892" y="6067"/>
                    <a:pt x="2284" y="7316"/>
                    <a:pt x="2284" y="7316"/>
                  </a:cubicBezTo>
                  <a:cubicBezTo>
                    <a:pt x="2284" y="6236"/>
                    <a:pt x="2802" y="5674"/>
                    <a:pt x="2802" y="5674"/>
                  </a:cubicBezTo>
                  <a:lnTo>
                    <a:pt x="2802" y="5674"/>
                  </a:lnTo>
                  <a:cubicBezTo>
                    <a:pt x="2579" y="6272"/>
                    <a:pt x="2686" y="6780"/>
                    <a:pt x="2686" y="6780"/>
                  </a:cubicBezTo>
                  <a:cubicBezTo>
                    <a:pt x="2900" y="5630"/>
                    <a:pt x="3533" y="5166"/>
                    <a:pt x="3533" y="5166"/>
                  </a:cubicBezTo>
                  <a:lnTo>
                    <a:pt x="3533" y="5166"/>
                  </a:lnTo>
                  <a:cubicBezTo>
                    <a:pt x="3150" y="5853"/>
                    <a:pt x="3221" y="6896"/>
                    <a:pt x="3221" y="6896"/>
                  </a:cubicBezTo>
                  <a:cubicBezTo>
                    <a:pt x="3408" y="5701"/>
                    <a:pt x="4015" y="5023"/>
                    <a:pt x="4015" y="5023"/>
                  </a:cubicBezTo>
                  <a:lnTo>
                    <a:pt x="4015" y="5023"/>
                  </a:lnTo>
                  <a:cubicBezTo>
                    <a:pt x="3542" y="6192"/>
                    <a:pt x="4033" y="7449"/>
                    <a:pt x="4033" y="7449"/>
                  </a:cubicBezTo>
                  <a:cubicBezTo>
                    <a:pt x="3872" y="5415"/>
                    <a:pt x="4756" y="4800"/>
                    <a:pt x="4756" y="4800"/>
                  </a:cubicBezTo>
                  <a:cubicBezTo>
                    <a:pt x="4756" y="4800"/>
                    <a:pt x="5639" y="5415"/>
                    <a:pt x="5487" y="7449"/>
                  </a:cubicBezTo>
                  <a:cubicBezTo>
                    <a:pt x="5487" y="7449"/>
                    <a:pt x="5978" y="6192"/>
                    <a:pt x="5505" y="5023"/>
                  </a:cubicBezTo>
                  <a:lnTo>
                    <a:pt x="5505" y="5023"/>
                  </a:lnTo>
                  <a:cubicBezTo>
                    <a:pt x="5505" y="5023"/>
                    <a:pt x="6103" y="5701"/>
                    <a:pt x="6299" y="6896"/>
                  </a:cubicBezTo>
                  <a:cubicBezTo>
                    <a:pt x="6299" y="6896"/>
                    <a:pt x="6361" y="5853"/>
                    <a:pt x="5987" y="5166"/>
                  </a:cubicBezTo>
                  <a:lnTo>
                    <a:pt x="5987" y="5166"/>
                  </a:lnTo>
                  <a:cubicBezTo>
                    <a:pt x="5987" y="5166"/>
                    <a:pt x="6620" y="5630"/>
                    <a:pt x="6834" y="6780"/>
                  </a:cubicBezTo>
                  <a:cubicBezTo>
                    <a:pt x="6834" y="6780"/>
                    <a:pt x="6941" y="6272"/>
                    <a:pt x="6718" y="5674"/>
                  </a:cubicBezTo>
                  <a:lnTo>
                    <a:pt x="6718" y="5674"/>
                  </a:lnTo>
                  <a:cubicBezTo>
                    <a:pt x="6718" y="5674"/>
                    <a:pt x="7236" y="6236"/>
                    <a:pt x="7236" y="7316"/>
                  </a:cubicBezTo>
                  <a:cubicBezTo>
                    <a:pt x="7236" y="7316"/>
                    <a:pt x="7628" y="6067"/>
                    <a:pt x="6629" y="4969"/>
                  </a:cubicBezTo>
                  <a:lnTo>
                    <a:pt x="6629" y="4969"/>
                  </a:lnTo>
                  <a:cubicBezTo>
                    <a:pt x="6629" y="4969"/>
                    <a:pt x="7557" y="5362"/>
                    <a:pt x="8047" y="6647"/>
                  </a:cubicBezTo>
                  <a:cubicBezTo>
                    <a:pt x="8047" y="6647"/>
                    <a:pt x="7878" y="5273"/>
                    <a:pt x="6861" y="4755"/>
                  </a:cubicBezTo>
                  <a:lnTo>
                    <a:pt x="6861" y="4755"/>
                  </a:lnTo>
                  <a:cubicBezTo>
                    <a:pt x="6861" y="4755"/>
                    <a:pt x="7896" y="4961"/>
                    <a:pt x="8467" y="6272"/>
                  </a:cubicBezTo>
                  <a:cubicBezTo>
                    <a:pt x="8467" y="6272"/>
                    <a:pt x="8351" y="5630"/>
                    <a:pt x="7976" y="5157"/>
                  </a:cubicBezTo>
                  <a:lnTo>
                    <a:pt x="7976" y="5157"/>
                  </a:lnTo>
                  <a:cubicBezTo>
                    <a:pt x="7976" y="5157"/>
                    <a:pt x="8868" y="5469"/>
                    <a:pt x="9368" y="6156"/>
                  </a:cubicBezTo>
                  <a:cubicBezTo>
                    <a:pt x="9368" y="6156"/>
                    <a:pt x="9136" y="5335"/>
                    <a:pt x="8386" y="4755"/>
                  </a:cubicBezTo>
                  <a:lnTo>
                    <a:pt x="8386" y="4755"/>
                  </a:lnTo>
                  <a:cubicBezTo>
                    <a:pt x="8387" y="4755"/>
                    <a:pt x="9091" y="4969"/>
                    <a:pt x="9457" y="5362"/>
                  </a:cubicBezTo>
                  <a:cubicBezTo>
                    <a:pt x="9457" y="5362"/>
                    <a:pt x="9270" y="4390"/>
                    <a:pt x="8128" y="3828"/>
                  </a:cubicBezTo>
                  <a:lnTo>
                    <a:pt x="8128" y="3828"/>
                  </a:lnTo>
                  <a:cubicBezTo>
                    <a:pt x="8128" y="3828"/>
                    <a:pt x="9020" y="3935"/>
                    <a:pt x="9519" y="4488"/>
                  </a:cubicBezTo>
                  <a:cubicBezTo>
                    <a:pt x="9519" y="4488"/>
                    <a:pt x="9412" y="3890"/>
                    <a:pt x="8663" y="3560"/>
                  </a:cubicBezTo>
                  <a:cubicBezTo>
                    <a:pt x="8249" y="3378"/>
                    <a:pt x="7811" y="3337"/>
                    <a:pt x="7501" y="3337"/>
                  </a:cubicBezTo>
                  <a:cubicBezTo>
                    <a:pt x="7250" y="3337"/>
                    <a:pt x="7084" y="3364"/>
                    <a:pt x="7084" y="3364"/>
                  </a:cubicBezTo>
                  <a:cubicBezTo>
                    <a:pt x="7084" y="3364"/>
                    <a:pt x="7352" y="3123"/>
                    <a:pt x="7905" y="3105"/>
                  </a:cubicBezTo>
                  <a:cubicBezTo>
                    <a:pt x="7937" y="3104"/>
                    <a:pt x="7968" y="3103"/>
                    <a:pt x="8000" y="3103"/>
                  </a:cubicBezTo>
                  <a:cubicBezTo>
                    <a:pt x="8590" y="3103"/>
                    <a:pt x="9072" y="3339"/>
                    <a:pt x="9386" y="3720"/>
                  </a:cubicBezTo>
                  <a:cubicBezTo>
                    <a:pt x="9386" y="3720"/>
                    <a:pt x="9261" y="3132"/>
                    <a:pt x="8601" y="2837"/>
                  </a:cubicBezTo>
                  <a:cubicBezTo>
                    <a:pt x="8383" y="2739"/>
                    <a:pt x="8123" y="2706"/>
                    <a:pt x="7872" y="2706"/>
                  </a:cubicBezTo>
                  <a:cubicBezTo>
                    <a:pt x="7369" y="2706"/>
                    <a:pt x="6906" y="2837"/>
                    <a:pt x="6906" y="2837"/>
                  </a:cubicBezTo>
                  <a:cubicBezTo>
                    <a:pt x="6906" y="2837"/>
                    <a:pt x="7334" y="2347"/>
                    <a:pt x="8306" y="2186"/>
                  </a:cubicBezTo>
                  <a:cubicBezTo>
                    <a:pt x="8306" y="2186"/>
                    <a:pt x="8180" y="2170"/>
                    <a:pt x="7985" y="2170"/>
                  </a:cubicBezTo>
                  <a:cubicBezTo>
                    <a:pt x="7748" y="2170"/>
                    <a:pt x="7409" y="2194"/>
                    <a:pt x="7075" y="2302"/>
                  </a:cubicBezTo>
                  <a:cubicBezTo>
                    <a:pt x="7075" y="2302"/>
                    <a:pt x="7566" y="1651"/>
                    <a:pt x="8975" y="1615"/>
                  </a:cubicBezTo>
                  <a:cubicBezTo>
                    <a:pt x="8975" y="1615"/>
                    <a:pt x="8689" y="1508"/>
                    <a:pt x="8149" y="1508"/>
                  </a:cubicBezTo>
                  <a:cubicBezTo>
                    <a:pt x="8030" y="1508"/>
                    <a:pt x="7897" y="1513"/>
                    <a:pt x="7753" y="1526"/>
                  </a:cubicBezTo>
                  <a:cubicBezTo>
                    <a:pt x="6959" y="1597"/>
                    <a:pt x="6433" y="2017"/>
                    <a:pt x="6433" y="2017"/>
                  </a:cubicBezTo>
                  <a:cubicBezTo>
                    <a:pt x="6433" y="2017"/>
                    <a:pt x="7030" y="1214"/>
                    <a:pt x="7958" y="919"/>
                  </a:cubicBezTo>
                  <a:lnTo>
                    <a:pt x="7958" y="919"/>
                  </a:lnTo>
                  <a:cubicBezTo>
                    <a:pt x="7958" y="919"/>
                    <a:pt x="6522" y="937"/>
                    <a:pt x="5773" y="1945"/>
                  </a:cubicBezTo>
                  <a:cubicBezTo>
                    <a:pt x="5773" y="1945"/>
                    <a:pt x="5978" y="884"/>
                    <a:pt x="7084" y="125"/>
                  </a:cubicBezTo>
                  <a:lnTo>
                    <a:pt x="7084" y="125"/>
                  </a:lnTo>
                  <a:cubicBezTo>
                    <a:pt x="7084" y="125"/>
                    <a:pt x="6094" y="456"/>
                    <a:pt x="5469" y="1481"/>
                  </a:cubicBezTo>
                  <a:cubicBezTo>
                    <a:pt x="5469" y="1481"/>
                    <a:pt x="5576" y="830"/>
                    <a:pt x="5808" y="0"/>
                  </a:cubicBezTo>
                  <a:lnTo>
                    <a:pt x="5808" y="0"/>
                  </a:lnTo>
                  <a:cubicBezTo>
                    <a:pt x="5808" y="1"/>
                    <a:pt x="5014" y="518"/>
                    <a:pt x="4756" y="1633"/>
                  </a:cubicBezTo>
                  <a:cubicBezTo>
                    <a:pt x="4506" y="518"/>
                    <a:pt x="3712" y="1"/>
                    <a:pt x="37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85"/>
            <p:cNvSpPr/>
            <p:nvPr/>
          </p:nvSpPr>
          <p:spPr>
            <a:xfrm>
              <a:off x="4055434" y="2498123"/>
              <a:ext cx="299518" cy="234177"/>
            </a:xfrm>
            <a:custGeom>
              <a:rect b="b" l="l" r="r" t="t"/>
              <a:pathLst>
                <a:path extrusionOk="0" h="4444" w="5684">
                  <a:moveTo>
                    <a:pt x="2213" y="1"/>
                  </a:moveTo>
                  <a:lnTo>
                    <a:pt x="2213" y="1"/>
                  </a:lnTo>
                  <a:cubicBezTo>
                    <a:pt x="2356" y="492"/>
                    <a:pt x="2418" y="884"/>
                    <a:pt x="2418" y="884"/>
                  </a:cubicBezTo>
                  <a:cubicBezTo>
                    <a:pt x="2044" y="269"/>
                    <a:pt x="1455" y="72"/>
                    <a:pt x="1455" y="72"/>
                  </a:cubicBezTo>
                  <a:lnTo>
                    <a:pt x="1455" y="72"/>
                  </a:lnTo>
                  <a:cubicBezTo>
                    <a:pt x="2115" y="527"/>
                    <a:pt x="2231" y="1161"/>
                    <a:pt x="2231" y="1161"/>
                  </a:cubicBezTo>
                  <a:cubicBezTo>
                    <a:pt x="1794" y="554"/>
                    <a:pt x="938" y="545"/>
                    <a:pt x="937" y="545"/>
                  </a:cubicBezTo>
                  <a:lnTo>
                    <a:pt x="937" y="545"/>
                  </a:lnTo>
                  <a:cubicBezTo>
                    <a:pt x="1482" y="715"/>
                    <a:pt x="1847" y="1205"/>
                    <a:pt x="1847" y="1205"/>
                  </a:cubicBezTo>
                  <a:cubicBezTo>
                    <a:pt x="1847" y="1205"/>
                    <a:pt x="1526" y="955"/>
                    <a:pt x="1053" y="911"/>
                  </a:cubicBezTo>
                  <a:cubicBezTo>
                    <a:pt x="966" y="903"/>
                    <a:pt x="886" y="899"/>
                    <a:pt x="814" y="899"/>
                  </a:cubicBezTo>
                  <a:cubicBezTo>
                    <a:pt x="497" y="899"/>
                    <a:pt x="331" y="964"/>
                    <a:pt x="331" y="964"/>
                  </a:cubicBezTo>
                  <a:cubicBezTo>
                    <a:pt x="1169" y="982"/>
                    <a:pt x="1455" y="1366"/>
                    <a:pt x="1455" y="1366"/>
                  </a:cubicBezTo>
                  <a:cubicBezTo>
                    <a:pt x="1241" y="1302"/>
                    <a:pt x="1020" y="1289"/>
                    <a:pt x="878" y="1289"/>
                  </a:cubicBezTo>
                  <a:cubicBezTo>
                    <a:pt x="783" y="1289"/>
                    <a:pt x="723" y="1294"/>
                    <a:pt x="723" y="1294"/>
                  </a:cubicBezTo>
                  <a:cubicBezTo>
                    <a:pt x="1303" y="1393"/>
                    <a:pt x="1562" y="1687"/>
                    <a:pt x="1562" y="1687"/>
                  </a:cubicBezTo>
                  <a:cubicBezTo>
                    <a:pt x="1562" y="1687"/>
                    <a:pt x="1284" y="1612"/>
                    <a:pt x="983" y="1612"/>
                  </a:cubicBezTo>
                  <a:cubicBezTo>
                    <a:pt x="832" y="1612"/>
                    <a:pt x="676" y="1630"/>
                    <a:pt x="545" y="1687"/>
                  </a:cubicBezTo>
                  <a:cubicBezTo>
                    <a:pt x="161" y="1865"/>
                    <a:pt x="81" y="2213"/>
                    <a:pt x="81" y="2213"/>
                  </a:cubicBezTo>
                  <a:cubicBezTo>
                    <a:pt x="267" y="1994"/>
                    <a:pt x="556" y="1846"/>
                    <a:pt x="905" y="1846"/>
                  </a:cubicBezTo>
                  <a:cubicBezTo>
                    <a:pt x="924" y="1846"/>
                    <a:pt x="944" y="1847"/>
                    <a:pt x="964" y="1848"/>
                  </a:cubicBezTo>
                  <a:cubicBezTo>
                    <a:pt x="1294" y="1856"/>
                    <a:pt x="1455" y="2008"/>
                    <a:pt x="1455" y="2008"/>
                  </a:cubicBezTo>
                  <a:cubicBezTo>
                    <a:pt x="1455" y="2008"/>
                    <a:pt x="1349" y="1989"/>
                    <a:pt x="1189" y="1989"/>
                  </a:cubicBezTo>
                  <a:cubicBezTo>
                    <a:pt x="1006" y="1989"/>
                    <a:pt x="753" y="2014"/>
                    <a:pt x="509" y="2124"/>
                  </a:cubicBezTo>
                  <a:cubicBezTo>
                    <a:pt x="63" y="2320"/>
                    <a:pt x="1" y="2677"/>
                    <a:pt x="1" y="2677"/>
                  </a:cubicBezTo>
                  <a:cubicBezTo>
                    <a:pt x="295" y="2347"/>
                    <a:pt x="830" y="2276"/>
                    <a:pt x="830" y="2276"/>
                  </a:cubicBezTo>
                  <a:lnTo>
                    <a:pt x="830" y="2276"/>
                  </a:lnTo>
                  <a:cubicBezTo>
                    <a:pt x="152" y="2615"/>
                    <a:pt x="36" y="3195"/>
                    <a:pt x="36" y="3195"/>
                  </a:cubicBezTo>
                  <a:cubicBezTo>
                    <a:pt x="259" y="2963"/>
                    <a:pt x="679" y="2829"/>
                    <a:pt x="679" y="2829"/>
                  </a:cubicBezTo>
                  <a:lnTo>
                    <a:pt x="679" y="2829"/>
                  </a:lnTo>
                  <a:cubicBezTo>
                    <a:pt x="233" y="3177"/>
                    <a:pt x="90" y="3667"/>
                    <a:pt x="90" y="3667"/>
                  </a:cubicBezTo>
                  <a:cubicBezTo>
                    <a:pt x="393" y="3266"/>
                    <a:pt x="919" y="3079"/>
                    <a:pt x="920" y="3079"/>
                  </a:cubicBezTo>
                  <a:lnTo>
                    <a:pt x="920" y="3079"/>
                  </a:lnTo>
                  <a:cubicBezTo>
                    <a:pt x="697" y="3355"/>
                    <a:pt x="625" y="3739"/>
                    <a:pt x="625" y="3739"/>
                  </a:cubicBezTo>
                  <a:cubicBezTo>
                    <a:pt x="973" y="2954"/>
                    <a:pt x="1589" y="2829"/>
                    <a:pt x="1589" y="2829"/>
                  </a:cubicBezTo>
                  <a:lnTo>
                    <a:pt x="1589" y="2829"/>
                  </a:lnTo>
                  <a:cubicBezTo>
                    <a:pt x="982" y="3141"/>
                    <a:pt x="884" y="3962"/>
                    <a:pt x="884" y="3962"/>
                  </a:cubicBezTo>
                  <a:cubicBezTo>
                    <a:pt x="1169" y="3195"/>
                    <a:pt x="1722" y="2963"/>
                    <a:pt x="1722" y="2963"/>
                  </a:cubicBezTo>
                  <a:lnTo>
                    <a:pt x="1722" y="2963"/>
                  </a:lnTo>
                  <a:cubicBezTo>
                    <a:pt x="1125" y="3614"/>
                    <a:pt x="1366" y="4363"/>
                    <a:pt x="1366" y="4363"/>
                  </a:cubicBezTo>
                  <a:cubicBezTo>
                    <a:pt x="1366" y="3712"/>
                    <a:pt x="1669" y="3382"/>
                    <a:pt x="1669" y="3382"/>
                  </a:cubicBezTo>
                  <a:lnTo>
                    <a:pt x="1669" y="3382"/>
                  </a:lnTo>
                  <a:cubicBezTo>
                    <a:pt x="1544" y="3739"/>
                    <a:pt x="1606" y="4042"/>
                    <a:pt x="1606" y="4042"/>
                  </a:cubicBezTo>
                  <a:cubicBezTo>
                    <a:pt x="1731" y="3355"/>
                    <a:pt x="2106" y="3079"/>
                    <a:pt x="2106" y="3079"/>
                  </a:cubicBezTo>
                  <a:lnTo>
                    <a:pt x="2106" y="3079"/>
                  </a:lnTo>
                  <a:cubicBezTo>
                    <a:pt x="1883" y="3489"/>
                    <a:pt x="1919" y="4113"/>
                    <a:pt x="1919" y="4113"/>
                  </a:cubicBezTo>
                  <a:cubicBezTo>
                    <a:pt x="2035" y="3400"/>
                    <a:pt x="2391" y="2990"/>
                    <a:pt x="2392" y="2989"/>
                  </a:cubicBezTo>
                  <a:lnTo>
                    <a:pt x="2392" y="2989"/>
                  </a:lnTo>
                  <a:cubicBezTo>
                    <a:pt x="2115" y="3694"/>
                    <a:pt x="2409" y="4444"/>
                    <a:pt x="2409" y="4444"/>
                  </a:cubicBezTo>
                  <a:cubicBezTo>
                    <a:pt x="2311" y="3230"/>
                    <a:pt x="2838" y="2856"/>
                    <a:pt x="2838" y="2856"/>
                  </a:cubicBezTo>
                  <a:cubicBezTo>
                    <a:pt x="2838" y="2856"/>
                    <a:pt x="3364" y="3230"/>
                    <a:pt x="3275" y="4444"/>
                  </a:cubicBezTo>
                  <a:cubicBezTo>
                    <a:pt x="3275" y="4444"/>
                    <a:pt x="3569" y="3694"/>
                    <a:pt x="3284" y="2989"/>
                  </a:cubicBezTo>
                  <a:lnTo>
                    <a:pt x="3284" y="2989"/>
                  </a:lnTo>
                  <a:cubicBezTo>
                    <a:pt x="3284" y="2990"/>
                    <a:pt x="3649" y="3400"/>
                    <a:pt x="3756" y="4113"/>
                  </a:cubicBezTo>
                  <a:cubicBezTo>
                    <a:pt x="3756" y="4113"/>
                    <a:pt x="3801" y="3489"/>
                    <a:pt x="3578" y="3079"/>
                  </a:cubicBezTo>
                  <a:lnTo>
                    <a:pt x="3578" y="3079"/>
                  </a:lnTo>
                  <a:cubicBezTo>
                    <a:pt x="3578" y="3079"/>
                    <a:pt x="3953" y="3355"/>
                    <a:pt x="4078" y="4042"/>
                  </a:cubicBezTo>
                  <a:cubicBezTo>
                    <a:pt x="4078" y="4042"/>
                    <a:pt x="4140" y="3739"/>
                    <a:pt x="4006" y="3382"/>
                  </a:cubicBezTo>
                  <a:lnTo>
                    <a:pt x="4006" y="3382"/>
                  </a:lnTo>
                  <a:cubicBezTo>
                    <a:pt x="4006" y="3382"/>
                    <a:pt x="4318" y="3712"/>
                    <a:pt x="4318" y="4363"/>
                  </a:cubicBezTo>
                  <a:cubicBezTo>
                    <a:pt x="4318" y="4363"/>
                    <a:pt x="4550" y="3614"/>
                    <a:pt x="3953" y="2963"/>
                  </a:cubicBezTo>
                  <a:lnTo>
                    <a:pt x="3953" y="2963"/>
                  </a:lnTo>
                  <a:cubicBezTo>
                    <a:pt x="3953" y="2963"/>
                    <a:pt x="4515" y="3195"/>
                    <a:pt x="4800" y="3962"/>
                  </a:cubicBezTo>
                  <a:cubicBezTo>
                    <a:pt x="4800" y="3962"/>
                    <a:pt x="4702" y="3141"/>
                    <a:pt x="4095" y="2829"/>
                  </a:cubicBezTo>
                  <a:lnTo>
                    <a:pt x="4095" y="2829"/>
                  </a:lnTo>
                  <a:cubicBezTo>
                    <a:pt x="4096" y="2829"/>
                    <a:pt x="4711" y="2954"/>
                    <a:pt x="5059" y="3739"/>
                  </a:cubicBezTo>
                  <a:cubicBezTo>
                    <a:pt x="5059" y="3739"/>
                    <a:pt x="4988" y="3355"/>
                    <a:pt x="4765" y="3079"/>
                  </a:cubicBezTo>
                  <a:lnTo>
                    <a:pt x="4765" y="3079"/>
                  </a:lnTo>
                  <a:cubicBezTo>
                    <a:pt x="4765" y="3079"/>
                    <a:pt x="5291" y="3266"/>
                    <a:pt x="5585" y="3667"/>
                  </a:cubicBezTo>
                  <a:cubicBezTo>
                    <a:pt x="5585" y="3667"/>
                    <a:pt x="5451" y="3177"/>
                    <a:pt x="5005" y="2829"/>
                  </a:cubicBezTo>
                  <a:lnTo>
                    <a:pt x="5005" y="2829"/>
                  </a:lnTo>
                  <a:cubicBezTo>
                    <a:pt x="5006" y="2829"/>
                    <a:pt x="5425" y="2963"/>
                    <a:pt x="5648" y="3195"/>
                  </a:cubicBezTo>
                  <a:cubicBezTo>
                    <a:pt x="5648" y="3195"/>
                    <a:pt x="5532" y="2615"/>
                    <a:pt x="4854" y="2276"/>
                  </a:cubicBezTo>
                  <a:lnTo>
                    <a:pt x="4854" y="2276"/>
                  </a:lnTo>
                  <a:cubicBezTo>
                    <a:pt x="4854" y="2276"/>
                    <a:pt x="5389" y="2347"/>
                    <a:pt x="5683" y="2677"/>
                  </a:cubicBezTo>
                  <a:cubicBezTo>
                    <a:pt x="5683" y="2677"/>
                    <a:pt x="5621" y="2320"/>
                    <a:pt x="5166" y="2124"/>
                  </a:cubicBezTo>
                  <a:cubicBezTo>
                    <a:pt x="4927" y="2014"/>
                    <a:pt x="4676" y="1989"/>
                    <a:pt x="4494" y="1989"/>
                  </a:cubicBezTo>
                  <a:cubicBezTo>
                    <a:pt x="4335" y="1989"/>
                    <a:pt x="4229" y="2008"/>
                    <a:pt x="4229" y="2008"/>
                  </a:cubicBezTo>
                  <a:cubicBezTo>
                    <a:pt x="4229" y="2008"/>
                    <a:pt x="4390" y="1856"/>
                    <a:pt x="4720" y="1848"/>
                  </a:cubicBezTo>
                  <a:cubicBezTo>
                    <a:pt x="4740" y="1847"/>
                    <a:pt x="4760" y="1846"/>
                    <a:pt x="4779" y="1846"/>
                  </a:cubicBezTo>
                  <a:cubicBezTo>
                    <a:pt x="5128" y="1846"/>
                    <a:pt x="5417" y="1994"/>
                    <a:pt x="5603" y="2213"/>
                  </a:cubicBezTo>
                  <a:cubicBezTo>
                    <a:pt x="5603" y="2213"/>
                    <a:pt x="5523" y="1865"/>
                    <a:pt x="5130" y="1687"/>
                  </a:cubicBezTo>
                  <a:cubicBezTo>
                    <a:pt x="5002" y="1630"/>
                    <a:pt x="4848" y="1612"/>
                    <a:pt x="4698" y="1612"/>
                  </a:cubicBezTo>
                  <a:cubicBezTo>
                    <a:pt x="4400" y="1612"/>
                    <a:pt x="4122" y="1687"/>
                    <a:pt x="4122" y="1687"/>
                  </a:cubicBezTo>
                  <a:cubicBezTo>
                    <a:pt x="4122" y="1687"/>
                    <a:pt x="4381" y="1393"/>
                    <a:pt x="4961" y="1294"/>
                  </a:cubicBezTo>
                  <a:cubicBezTo>
                    <a:pt x="4961" y="1294"/>
                    <a:pt x="4901" y="1289"/>
                    <a:pt x="4806" y="1289"/>
                  </a:cubicBezTo>
                  <a:cubicBezTo>
                    <a:pt x="4664" y="1289"/>
                    <a:pt x="4443" y="1302"/>
                    <a:pt x="4229" y="1366"/>
                  </a:cubicBezTo>
                  <a:cubicBezTo>
                    <a:pt x="4229" y="1366"/>
                    <a:pt x="4515" y="982"/>
                    <a:pt x="5353" y="964"/>
                  </a:cubicBezTo>
                  <a:cubicBezTo>
                    <a:pt x="5353" y="964"/>
                    <a:pt x="5187" y="899"/>
                    <a:pt x="4870" y="899"/>
                  </a:cubicBezTo>
                  <a:cubicBezTo>
                    <a:pt x="4798" y="899"/>
                    <a:pt x="4718" y="903"/>
                    <a:pt x="4631" y="911"/>
                  </a:cubicBezTo>
                  <a:cubicBezTo>
                    <a:pt x="4158" y="955"/>
                    <a:pt x="3837" y="1205"/>
                    <a:pt x="3837" y="1205"/>
                  </a:cubicBezTo>
                  <a:cubicBezTo>
                    <a:pt x="3837" y="1205"/>
                    <a:pt x="4203" y="715"/>
                    <a:pt x="4747" y="545"/>
                  </a:cubicBezTo>
                  <a:lnTo>
                    <a:pt x="4747" y="545"/>
                  </a:lnTo>
                  <a:cubicBezTo>
                    <a:pt x="4747" y="545"/>
                    <a:pt x="3890" y="554"/>
                    <a:pt x="3444" y="1161"/>
                  </a:cubicBezTo>
                  <a:cubicBezTo>
                    <a:pt x="3444" y="1161"/>
                    <a:pt x="3569" y="527"/>
                    <a:pt x="4229" y="72"/>
                  </a:cubicBezTo>
                  <a:lnTo>
                    <a:pt x="4229" y="72"/>
                  </a:lnTo>
                  <a:cubicBezTo>
                    <a:pt x="4229" y="72"/>
                    <a:pt x="3640" y="269"/>
                    <a:pt x="3266" y="884"/>
                  </a:cubicBezTo>
                  <a:cubicBezTo>
                    <a:pt x="3266" y="884"/>
                    <a:pt x="3328" y="492"/>
                    <a:pt x="3462" y="1"/>
                  </a:cubicBezTo>
                  <a:lnTo>
                    <a:pt x="3462" y="1"/>
                  </a:lnTo>
                  <a:cubicBezTo>
                    <a:pt x="3462" y="1"/>
                    <a:pt x="2989" y="304"/>
                    <a:pt x="2838" y="973"/>
                  </a:cubicBezTo>
                  <a:cubicBezTo>
                    <a:pt x="2686" y="304"/>
                    <a:pt x="2213" y="1"/>
                    <a:pt x="2213"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85"/>
            <p:cNvSpPr/>
            <p:nvPr/>
          </p:nvSpPr>
          <p:spPr>
            <a:xfrm>
              <a:off x="3956262" y="2952724"/>
              <a:ext cx="54592" cy="707536"/>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85"/>
            <p:cNvSpPr/>
            <p:nvPr/>
          </p:nvSpPr>
          <p:spPr>
            <a:xfrm>
              <a:off x="3979290" y="2952724"/>
              <a:ext cx="31564" cy="707536"/>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85"/>
            <p:cNvSpPr/>
            <p:nvPr/>
          </p:nvSpPr>
          <p:spPr>
            <a:xfrm>
              <a:off x="3812879" y="2781148"/>
              <a:ext cx="341358" cy="266584"/>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85"/>
            <p:cNvSpPr/>
            <p:nvPr/>
          </p:nvSpPr>
          <p:spPr>
            <a:xfrm>
              <a:off x="3881962" y="2843645"/>
              <a:ext cx="203139" cy="159455"/>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85"/>
            <p:cNvSpPr/>
            <p:nvPr/>
          </p:nvSpPr>
          <p:spPr>
            <a:xfrm>
              <a:off x="4372762" y="3113022"/>
              <a:ext cx="45160" cy="588603"/>
            </a:xfrm>
            <a:custGeom>
              <a:rect b="b" l="l" r="r" t="t"/>
              <a:pathLst>
                <a:path extrusionOk="0" h="11170" w="857">
                  <a:moveTo>
                    <a:pt x="206" y="1"/>
                  </a:moveTo>
                  <a:cubicBezTo>
                    <a:pt x="206" y="1"/>
                    <a:pt x="0" y="563"/>
                    <a:pt x="206" y="1749"/>
                  </a:cubicBezTo>
                  <a:cubicBezTo>
                    <a:pt x="357" y="2677"/>
                    <a:pt x="206" y="11170"/>
                    <a:pt x="206" y="11170"/>
                  </a:cubicBezTo>
                  <a:lnTo>
                    <a:pt x="652" y="11170"/>
                  </a:lnTo>
                  <a:cubicBezTo>
                    <a:pt x="652" y="11170"/>
                    <a:pt x="500" y="2677"/>
                    <a:pt x="652" y="1749"/>
                  </a:cubicBezTo>
                  <a:cubicBezTo>
                    <a:pt x="857" y="563"/>
                    <a:pt x="652" y="1"/>
                    <a:pt x="652"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85"/>
            <p:cNvSpPr/>
            <p:nvPr/>
          </p:nvSpPr>
          <p:spPr>
            <a:xfrm>
              <a:off x="4392048" y="3113022"/>
              <a:ext cx="25873" cy="588603"/>
            </a:xfrm>
            <a:custGeom>
              <a:rect b="b" l="l" r="r" t="t"/>
              <a:pathLst>
                <a:path extrusionOk="0" h="11170" w="491">
                  <a:moveTo>
                    <a:pt x="161" y="1"/>
                  </a:moveTo>
                  <a:cubicBezTo>
                    <a:pt x="161" y="1"/>
                    <a:pt x="357" y="563"/>
                    <a:pt x="161" y="1749"/>
                  </a:cubicBezTo>
                  <a:cubicBezTo>
                    <a:pt x="0" y="2677"/>
                    <a:pt x="161" y="11170"/>
                    <a:pt x="161" y="11170"/>
                  </a:cubicBezTo>
                  <a:lnTo>
                    <a:pt x="286" y="11170"/>
                  </a:lnTo>
                  <a:cubicBezTo>
                    <a:pt x="286" y="11170"/>
                    <a:pt x="134" y="2677"/>
                    <a:pt x="286" y="1749"/>
                  </a:cubicBezTo>
                  <a:cubicBezTo>
                    <a:pt x="491" y="563"/>
                    <a:pt x="286" y="1"/>
                    <a:pt x="286"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85"/>
            <p:cNvSpPr/>
            <p:nvPr/>
          </p:nvSpPr>
          <p:spPr>
            <a:xfrm>
              <a:off x="4253356" y="2970113"/>
              <a:ext cx="283499" cy="221951"/>
            </a:xfrm>
            <a:custGeom>
              <a:rect b="b" l="l" r="r" t="t"/>
              <a:pathLst>
                <a:path extrusionOk="0" h="4212" w="5380">
                  <a:moveTo>
                    <a:pt x="2106" y="1"/>
                  </a:moveTo>
                  <a:cubicBezTo>
                    <a:pt x="2231" y="473"/>
                    <a:pt x="2293" y="839"/>
                    <a:pt x="2293" y="839"/>
                  </a:cubicBezTo>
                  <a:cubicBezTo>
                    <a:pt x="1936" y="259"/>
                    <a:pt x="1374" y="72"/>
                    <a:pt x="1374" y="72"/>
                  </a:cubicBezTo>
                  <a:lnTo>
                    <a:pt x="1374" y="72"/>
                  </a:lnTo>
                  <a:cubicBezTo>
                    <a:pt x="1999" y="500"/>
                    <a:pt x="2115" y="1098"/>
                    <a:pt x="2115" y="1098"/>
                  </a:cubicBezTo>
                  <a:cubicBezTo>
                    <a:pt x="1695" y="527"/>
                    <a:pt x="884" y="527"/>
                    <a:pt x="884" y="527"/>
                  </a:cubicBezTo>
                  <a:lnTo>
                    <a:pt x="884" y="527"/>
                  </a:lnTo>
                  <a:cubicBezTo>
                    <a:pt x="1410" y="687"/>
                    <a:pt x="1749" y="1142"/>
                    <a:pt x="1749" y="1142"/>
                  </a:cubicBezTo>
                  <a:cubicBezTo>
                    <a:pt x="1749" y="1142"/>
                    <a:pt x="1446" y="902"/>
                    <a:pt x="1000" y="866"/>
                  </a:cubicBezTo>
                  <a:cubicBezTo>
                    <a:pt x="909" y="857"/>
                    <a:pt x="827" y="853"/>
                    <a:pt x="753" y="853"/>
                  </a:cubicBezTo>
                  <a:cubicBezTo>
                    <a:pt x="461" y="853"/>
                    <a:pt x="313" y="910"/>
                    <a:pt x="313" y="910"/>
                  </a:cubicBezTo>
                  <a:cubicBezTo>
                    <a:pt x="1107" y="937"/>
                    <a:pt x="1383" y="1303"/>
                    <a:pt x="1383" y="1303"/>
                  </a:cubicBezTo>
                  <a:cubicBezTo>
                    <a:pt x="1174" y="1239"/>
                    <a:pt x="966" y="1226"/>
                    <a:pt x="832" y="1226"/>
                  </a:cubicBezTo>
                  <a:cubicBezTo>
                    <a:pt x="743" y="1226"/>
                    <a:pt x="687" y="1232"/>
                    <a:pt x="687" y="1232"/>
                  </a:cubicBezTo>
                  <a:cubicBezTo>
                    <a:pt x="1232" y="1330"/>
                    <a:pt x="1481" y="1606"/>
                    <a:pt x="1481" y="1606"/>
                  </a:cubicBezTo>
                  <a:cubicBezTo>
                    <a:pt x="1481" y="1606"/>
                    <a:pt x="1220" y="1531"/>
                    <a:pt x="934" y="1531"/>
                  </a:cubicBezTo>
                  <a:cubicBezTo>
                    <a:pt x="791" y="1531"/>
                    <a:pt x="643" y="1550"/>
                    <a:pt x="518" y="1606"/>
                  </a:cubicBezTo>
                  <a:cubicBezTo>
                    <a:pt x="152" y="1776"/>
                    <a:pt x="81" y="2106"/>
                    <a:pt x="81" y="2106"/>
                  </a:cubicBezTo>
                  <a:cubicBezTo>
                    <a:pt x="249" y="1895"/>
                    <a:pt x="521" y="1756"/>
                    <a:pt x="851" y="1756"/>
                  </a:cubicBezTo>
                  <a:cubicBezTo>
                    <a:pt x="870" y="1756"/>
                    <a:pt x="890" y="1757"/>
                    <a:pt x="910" y="1758"/>
                  </a:cubicBezTo>
                  <a:cubicBezTo>
                    <a:pt x="1223" y="1767"/>
                    <a:pt x="1374" y="1910"/>
                    <a:pt x="1374" y="1910"/>
                  </a:cubicBezTo>
                  <a:cubicBezTo>
                    <a:pt x="1374" y="1910"/>
                    <a:pt x="1275" y="1893"/>
                    <a:pt x="1127" y="1893"/>
                  </a:cubicBezTo>
                  <a:cubicBezTo>
                    <a:pt x="954" y="1893"/>
                    <a:pt x="713" y="1916"/>
                    <a:pt x="482" y="2017"/>
                  </a:cubicBezTo>
                  <a:cubicBezTo>
                    <a:pt x="63" y="2204"/>
                    <a:pt x="0" y="2543"/>
                    <a:pt x="0" y="2543"/>
                  </a:cubicBezTo>
                  <a:cubicBezTo>
                    <a:pt x="277" y="2231"/>
                    <a:pt x="785" y="2168"/>
                    <a:pt x="786" y="2168"/>
                  </a:cubicBezTo>
                  <a:lnTo>
                    <a:pt x="786" y="2168"/>
                  </a:lnTo>
                  <a:cubicBezTo>
                    <a:pt x="143" y="2481"/>
                    <a:pt x="36" y="3034"/>
                    <a:pt x="36" y="3034"/>
                  </a:cubicBezTo>
                  <a:cubicBezTo>
                    <a:pt x="241" y="2811"/>
                    <a:pt x="643" y="2686"/>
                    <a:pt x="643" y="2686"/>
                  </a:cubicBezTo>
                  <a:lnTo>
                    <a:pt x="643" y="2686"/>
                  </a:lnTo>
                  <a:cubicBezTo>
                    <a:pt x="215" y="3016"/>
                    <a:pt x="90" y="3489"/>
                    <a:pt x="90" y="3489"/>
                  </a:cubicBezTo>
                  <a:cubicBezTo>
                    <a:pt x="366" y="3096"/>
                    <a:pt x="875" y="2918"/>
                    <a:pt x="875" y="2918"/>
                  </a:cubicBezTo>
                  <a:lnTo>
                    <a:pt x="875" y="2918"/>
                  </a:lnTo>
                  <a:cubicBezTo>
                    <a:pt x="661" y="3185"/>
                    <a:pt x="598" y="3551"/>
                    <a:pt x="598" y="3551"/>
                  </a:cubicBezTo>
                  <a:cubicBezTo>
                    <a:pt x="919" y="2802"/>
                    <a:pt x="1508" y="2686"/>
                    <a:pt x="1508" y="2686"/>
                  </a:cubicBezTo>
                  <a:lnTo>
                    <a:pt x="1508" y="2686"/>
                  </a:lnTo>
                  <a:cubicBezTo>
                    <a:pt x="928" y="2980"/>
                    <a:pt x="839" y="3756"/>
                    <a:pt x="839" y="3756"/>
                  </a:cubicBezTo>
                  <a:cubicBezTo>
                    <a:pt x="1107" y="3034"/>
                    <a:pt x="1633" y="2811"/>
                    <a:pt x="1633" y="2811"/>
                  </a:cubicBezTo>
                  <a:lnTo>
                    <a:pt x="1633" y="2811"/>
                  </a:lnTo>
                  <a:cubicBezTo>
                    <a:pt x="1071" y="3426"/>
                    <a:pt x="1294" y="4140"/>
                    <a:pt x="1294" y="4140"/>
                  </a:cubicBezTo>
                  <a:cubicBezTo>
                    <a:pt x="1294" y="3524"/>
                    <a:pt x="1588" y="3212"/>
                    <a:pt x="1588" y="3212"/>
                  </a:cubicBezTo>
                  <a:lnTo>
                    <a:pt x="1588" y="3212"/>
                  </a:lnTo>
                  <a:cubicBezTo>
                    <a:pt x="1464" y="3551"/>
                    <a:pt x="1517" y="3837"/>
                    <a:pt x="1517" y="3837"/>
                  </a:cubicBezTo>
                  <a:cubicBezTo>
                    <a:pt x="1642" y="3185"/>
                    <a:pt x="1999" y="2918"/>
                    <a:pt x="1999" y="2918"/>
                  </a:cubicBezTo>
                  <a:lnTo>
                    <a:pt x="1999" y="2918"/>
                  </a:lnTo>
                  <a:cubicBezTo>
                    <a:pt x="1785" y="3310"/>
                    <a:pt x="1820" y="3899"/>
                    <a:pt x="1820" y="3899"/>
                  </a:cubicBezTo>
                  <a:cubicBezTo>
                    <a:pt x="1927" y="3230"/>
                    <a:pt x="2266" y="2838"/>
                    <a:pt x="2266" y="2837"/>
                  </a:cubicBezTo>
                  <a:lnTo>
                    <a:pt x="2266" y="2837"/>
                  </a:lnTo>
                  <a:cubicBezTo>
                    <a:pt x="2008" y="3507"/>
                    <a:pt x="2284" y="4211"/>
                    <a:pt x="2284" y="4211"/>
                  </a:cubicBezTo>
                  <a:cubicBezTo>
                    <a:pt x="2195" y="3069"/>
                    <a:pt x="2695" y="2713"/>
                    <a:pt x="2695" y="2713"/>
                  </a:cubicBezTo>
                  <a:cubicBezTo>
                    <a:pt x="2695" y="2713"/>
                    <a:pt x="3194" y="3069"/>
                    <a:pt x="3105" y="4211"/>
                  </a:cubicBezTo>
                  <a:cubicBezTo>
                    <a:pt x="3105" y="4211"/>
                    <a:pt x="3382" y="3507"/>
                    <a:pt x="3114" y="2837"/>
                  </a:cubicBezTo>
                  <a:lnTo>
                    <a:pt x="3114" y="2837"/>
                  </a:lnTo>
                  <a:cubicBezTo>
                    <a:pt x="3114" y="2838"/>
                    <a:pt x="3453" y="3230"/>
                    <a:pt x="3560" y="3899"/>
                  </a:cubicBezTo>
                  <a:cubicBezTo>
                    <a:pt x="3560" y="3899"/>
                    <a:pt x="3605" y="3310"/>
                    <a:pt x="3390" y="2918"/>
                  </a:cubicBezTo>
                  <a:lnTo>
                    <a:pt x="3390" y="2918"/>
                  </a:lnTo>
                  <a:cubicBezTo>
                    <a:pt x="3391" y="2918"/>
                    <a:pt x="3747" y="3185"/>
                    <a:pt x="3872" y="3837"/>
                  </a:cubicBezTo>
                  <a:cubicBezTo>
                    <a:pt x="3872" y="3837"/>
                    <a:pt x="3926" y="3551"/>
                    <a:pt x="3801" y="3212"/>
                  </a:cubicBezTo>
                  <a:lnTo>
                    <a:pt x="3801" y="3212"/>
                  </a:lnTo>
                  <a:cubicBezTo>
                    <a:pt x="3801" y="3212"/>
                    <a:pt x="4095" y="3524"/>
                    <a:pt x="4095" y="4140"/>
                  </a:cubicBezTo>
                  <a:cubicBezTo>
                    <a:pt x="4095" y="4140"/>
                    <a:pt x="4318" y="3426"/>
                    <a:pt x="3747" y="2811"/>
                  </a:cubicBezTo>
                  <a:lnTo>
                    <a:pt x="3747" y="2811"/>
                  </a:lnTo>
                  <a:cubicBezTo>
                    <a:pt x="3747" y="2811"/>
                    <a:pt x="4274" y="3034"/>
                    <a:pt x="4550" y="3756"/>
                  </a:cubicBezTo>
                  <a:cubicBezTo>
                    <a:pt x="4550" y="3756"/>
                    <a:pt x="4452" y="2980"/>
                    <a:pt x="3881" y="2686"/>
                  </a:cubicBezTo>
                  <a:lnTo>
                    <a:pt x="3881" y="2686"/>
                  </a:lnTo>
                  <a:cubicBezTo>
                    <a:pt x="3881" y="2686"/>
                    <a:pt x="4470" y="2802"/>
                    <a:pt x="4791" y="3551"/>
                  </a:cubicBezTo>
                  <a:cubicBezTo>
                    <a:pt x="4791" y="3551"/>
                    <a:pt x="4729" y="3185"/>
                    <a:pt x="4515" y="2918"/>
                  </a:cubicBezTo>
                  <a:lnTo>
                    <a:pt x="4515" y="2918"/>
                  </a:lnTo>
                  <a:cubicBezTo>
                    <a:pt x="4515" y="2918"/>
                    <a:pt x="5014" y="3096"/>
                    <a:pt x="5300" y="3489"/>
                  </a:cubicBezTo>
                  <a:cubicBezTo>
                    <a:pt x="5300" y="3489"/>
                    <a:pt x="5166" y="3016"/>
                    <a:pt x="4746" y="2686"/>
                  </a:cubicBezTo>
                  <a:lnTo>
                    <a:pt x="4746" y="2686"/>
                  </a:lnTo>
                  <a:cubicBezTo>
                    <a:pt x="4747" y="2686"/>
                    <a:pt x="5139" y="2811"/>
                    <a:pt x="5353" y="3034"/>
                  </a:cubicBezTo>
                  <a:cubicBezTo>
                    <a:pt x="5353" y="3034"/>
                    <a:pt x="5246" y="2481"/>
                    <a:pt x="4604" y="2168"/>
                  </a:cubicBezTo>
                  <a:lnTo>
                    <a:pt x="4604" y="2168"/>
                  </a:lnTo>
                  <a:cubicBezTo>
                    <a:pt x="4604" y="2168"/>
                    <a:pt x="5103" y="2231"/>
                    <a:pt x="5380" y="2543"/>
                  </a:cubicBezTo>
                  <a:cubicBezTo>
                    <a:pt x="5380" y="2543"/>
                    <a:pt x="5326" y="2204"/>
                    <a:pt x="4898" y="2017"/>
                  </a:cubicBezTo>
                  <a:cubicBezTo>
                    <a:pt x="4672" y="1916"/>
                    <a:pt x="4431" y="1893"/>
                    <a:pt x="4256" y="1893"/>
                  </a:cubicBezTo>
                  <a:cubicBezTo>
                    <a:pt x="4107" y="1893"/>
                    <a:pt x="4006" y="1910"/>
                    <a:pt x="4006" y="1910"/>
                  </a:cubicBezTo>
                  <a:cubicBezTo>
                    <a:pt x="4006" y="1910"/>
                    <a:pt x="4158" y="1767"/>
                    <a:pt x="4470" y="1758"/>
                  </a:cubicBezTo>
                  <a:cubicBezTo>
                    <a:pt x="4490" y="1757"/>
                    <a:pt x="4510" y="1756"/>
                    <a:pt x="4530" y="1756"/>
                  </a:cubicBezTo>
                  <a:cubicBezTo>
                    <a:pt x="4861" y="1756"/>
                    <a:pt x="5140" y="1895"/>
                    <a:pt x="5308" y="2106"/>
                  </a:cubicBezTo>
                  <a:cubicBezTo>
                    <a:pt x="5308" y="2106"/>
                    <a:pt x="5237" y="1776"/>
                    <a:pt x="4871" y="1606"/>
                  </a:cubicBezTo>
                  <a:cubicBezTo>
                    <a:pt x="4746" y="1550"/>
                    <a:pt x="4598" y="1531"/>
                    <a:pt x="4455" y="1531"/>
                  </a:cubicBezTo>
                  <a:cubicBezTo>
                    <a:pt x="4170" y="1531"/>
                    <a:pt x="3908" y="1606"/>
                    <a:pt x="3908" y="1606"/>
                  </a:cubicBezTo>
                  <a:cubicBezTo>
                    <a:pt x="3908" y="1606"/>
                    <a:pt x="4149" y="1330"/>
                    <a:pt x="4702" y="1232"/>
                  </a:cubicBezTo>
                  <a:cubicBezTo>
                    <a:pt x="4702" y="1232"/>
                    <a:pt x="4645" y="1226"/>
                    <a:pt x="4555" y="1226"/>
                  </a:cubicBezTo>
                  <a:cubicBezTo>
                    <a:pt x="4419" y="1226"/>
                    <a:pt x="4209" y="1239"/>
                    <a:pt x="4006" y="1303"/>
                  </a:cubicBezTo>
                  <a:cubicBezTo>
                    <a:pt x="4006" y="1303"/>
                    <a:pt x="4283" y="937"/>
                    <a:pt x="5077" y="910"/>
                  </a:cubicBezTo>
                  <a:cubicBezTo>
                    <a:pt x="5077" y="910"/>
                    <a:pt x="4922" y="853"/>
                    <a:pt x="4632" y="853"/>
                  </a:cubicBezTo>
                  <a:cubicBezTo>
                    <a:pt x="4560" y="853"/>
                    <a:pt x="4479" y="857"/>
                    <a:pt x="4390" y="866"/>
                  </a:cubicBezTo>
                  <a:cubicBezTo>
                    <a:pt x="3935" y="902"/>
                    <a:pt x="3640" y="1142"/>
                    <a:pt x="3640" y="1142"/>
                  </a:cubicBezTo>
                  <a:cubicBezTo>
                    <a:pt x="3640" y="1142"/>
                    <a:pt x="3979" y="687"/>
                    <a:pt x="4506" y="527"/>
                  </a:cubicBezTo>
                  <a:lnTo>
                    <a:pt x="4506" y="527"/>
                  </a:lnTo>
                  <a:cubicBezTo>
                    <a:pt x="4505" y="527"/>
                    <a:pt x="3685" y="527"/>
                    <a:pt x="3266" y="1098"/>
                  </a:cubicBezTo>
                  <a:cubicBezTo>
                    <a:pt x="3266" y="1098"/>
                    <a:pt x="3382" y="500"/>
                    <a:pt x="4006" y="72"/>
                  </a:cubicBezTo>
                  <a:lnTo>
                    <a:pt x="4006" y="72"/>
                  </a:lnTo>
                  <a:cubicBezTo>
                    <a:pt x="4006" y="72"/>
                    <a:pt x="3444" y="259"/>
                    <a:pt x="3096" y="839"/>
                  </a:cubicBezTo>
                  <a:cubicBezTo>
                    <a:pt x="3096" y="839"/>
                    <a:pt x="3159" y="473"/>
                    <a:pt x="3283" y="1"/>
                  </a:cubicBezTo>
                  <a:lnTo>
                    <a:pt x="3283" y="1"/>
                  </a:lnTo>
                  <a:cubicBezTo>
                    <a:pt x="3283" y="1"/>
                    <a:pt x="2837" y="295"/>
                    <a:pt x="2695" y="919"/>
                  </a:cubicBezTo>
                  <a:cubicBezTo>
                    <a:pt x="2552" y="295"/>
                    <a:pt x="2106" y="1"/>
                    <a:pt x="2106" y="1"/>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85"/>
            <p:cNvSpPr/>
            <p:nvPr/>
          </p:nvSpPr>
          <p:spPr>
            <a:xfrm>
              <a:off x="4310688" y="3022281"/>
              <a:ext cx="169309" cy="132633"/>
            </a:xfrm>
            <a:custGeom>
              <a:rect b="b" l="l" r="r" t="t"/>
              <a:pathLst>
                <a:path extrusionOk="0" h="2517" w="3213">
                  <a:moveTo>
                    <a:pt x="1955" y="1"/>
                  </a:moveTo>
                  <a:cubicBezTo>
                    <a:pt x="1954" y="1"/>
                    <a:pt x="1687" y="179"/>
                    <a:pt x="1607" y="554"/>
                  </a:cubicBezTo>
                  <a:cubicBezTo>
                    <a:pt x="1517" y="179"/>
                    <a:pt x="1250" y="1"/>
                    <a:pt x="1250" y="1"/>
                  </a:cubicBezTo>
                  <a:lnTo>
                    <a:pt x="1250" y="1"/>
                  </a:lnTo>
                  <a:cubicBezTo>
                    <a:pt x="1330" y="286"/>
                    <a:pt x="1366" y="500"/>
                    <a:pt x="1366" y="500"/>
                  </a:cubicBezTo>
                  <a:cubicBezTo>
                    <a:pt x="1152" y="161"/>
                    <a:pt x="822" y="45"/>
                    <a:pt x="822" y="45"/>
                  </a:cubicBezTo>
                  <a:lnTo>
                    <a:pt x="822" y="45"/>
                  </a:lnTo>
                  <a:cubicBezTo>
                    <a:pt x="1196" y="304"/>
                    <a:pt x="1259" y="661"/>
                    <a:pt x="1259" y="661"/>
                  </a:cubicBezTo>
                  <a:cubicBezTo>
                    <a:pt x="1009" y="322"/>
                    <a:pt x="527" y="313"/>
                    <a:pt x="527" y="313"/>
                  </a:cubicBezTo>
                  <a:lnTo>
                    <a:pt x="527" y="313"/>
                  </a:lnTo>
                  <a:cubicBezTo>
                    <a:pt x="839" y="411"/>
                    <a:pt x="1045" y="688"/>
                    <a:pt x="1045" y="688"/>
                  </a:cubicBezTo>
                  <a:cubicBezTo>
                    <a:pt x="1045" y="688"/>
                    <a:pt x="866" y="545"/>
                    <a:pt x="590" y="518"/>
                  </a:cubicBezTo>
                  <a:cubicBezTo>
                    <a:pt x="536" y="513"/>
                    <a:pt x="488" y="511"/>
                    <a:pt x="444" y="511"/>
                  </a:cubicBezTo>
                  <a:cubicBezTo>
                    <a:pt x="271" y="511"/>
                    <a:pt x="179" y="545"/>
                    <a:pt x="179" y="545"/>
                  </a:cubicBezTo>
                  <a:cubicBezTo>
                    <a:pt x="661" y="563"/>
                    <a:pt x="822" y="777"/>
                    <a:pt x="822" y="777"/>
                  </a:cubicBezTo>
                  <a:cubicBezTo>
                    <a:pt x="711" y="743"/>
                    <a:pt x="601" y="736"/>
                    <a:pt x="522" y="736"/>
                  </a:cubicBezTo>
                  <a:cubicBezTo>
                    <a:pt x="455" y="736"/>
                    <a:pt x="411" y="741"/>
                    <a:pt x="411" y="741"/>
                  </a:cubicBezTo>
                  <a:cubicBezTo>
                    <a:pt x="732" y="795"/>
                    <a:pt x="875" y="964"/>
                    <a:pt x="875" y="964"/>
                  </a:cubicBezTo>
                  <a:cubicBezTo>
                    <a:pt x="875" y="964"/>
                    <a:pt x="720" y="917"/>
                    <a:pt x="551" y="917"/>
                  </a:cubicBezTo>
                  <a:cubicBezTo>
                    <a:pt x="467" y="917"/>
                    <a:pt x="378" y="929"/>
                    <a:pt x="304" y="964"/>
                  </a:cubicBezTo>
                  <a:cubicBezTo>
                    <a:pt x="90" y="1062"/>
                    <a:pt x="45" y="1259"/>
                    <a:pt x="45" y="1259"/>
                  </a:cubicBezTo>
                  <a:cubicBezTo>
                    <a:pt x="147" y="1132"/>
                    <a:pt x="313" y="1053"/>
                    <a:pt x="513" y="1053"/>
                  </a:cubicBezTo>
                  <a:cubicBezTo>
                    <a:pt x="523" y="1053"/>
                    <a:pt x="534" y="1053"/>
                    <a:pt x="545" y="1053"/>
                  </a:cubicBezTo>
                  <a:cubicBezTo>
                    <a:pt x="732" y="1053"/>
                    <a:pt x="822" y="1143"/>
                    <a:pt x="822" y="1143"/>
                  </a:cubicBezTo>
                  <a:cubicBezTo>
                    <a:pt x="822" y="1143"/>
                    <a:pt x="758" y="1130"/>
                    <a:pt x="663" y="1130"/>
                  </a:cubicBezTo>
                  <a:cubicBezTo>
                    <a:pt x="560" y="1130"/>
                    <a:pt x="421" y="1145"/>
                    <a:pt x="286" y="1205"/>
                  </a:cubicBezTo>
                  <a:cubicBezTo>
                    <a:pt x="37" y="1312"/>
                    <a:pt x="1" y="1517"/>
                    <a:pt x="1" y="1517"/>
                  </a:cubicBezTo>
                  <a:cubicBezTo>
                    <a:pt x="170" y="1330"/>
                    <a:pt x="465" y="1294"/>
                    <a:pt x="465" y="1294"/>
                  </a:cubicBezTo>
                  <a:lnTo>
                    <a:pt x="465" y="1294"/>
                  </a:lnTo>
                  <a:cubicBezTo>
                    <a:pt x="81" y="1482"/>
                    <a:pt x="19" y="1812"/>
                    <a:pt x="19" y="1812"/>
                  </a:cubicBezTo>
                  <a:cubicBezTo>
                    <a:pt x="144" y="1678"/>
                    <a:pt x="384" y="1607"/>
                    <a:pt x="384" y="1607"/>
                  </a:cubicBezTo>
                  <a:lnTo>
                    <a:pt x="384" y="1607"/>
                  </a:lnTo>
                  <a:cubicBezTo>
                    <a:pt x="126" y="1803"/>
                    <a:pt x="54" y="2079"/>
                    <a:pt x="54" y="2079"/>
                  </a:cubicBezTo>
                  <a:cubicBezTo>
                    <a:pt x="215" y="1847"/>
                    <a:pt x="518" y="1740"/>
                    <a:pt x="518" y="1740"/>
                  </a:cubicBezTo>
                  <a:lnTo>
                    <a:pt x="518" y="1740"/>
                  </a:lnTo>
                  <a:cubicBezTo>
                    <a:pt x="393" y="1901"/>
                    <a:pt x="349" y="2115"/>
                    <a:pt x="349" y="2115"/>
                  </a:cubicBezTo>
                  <a:cubicBezTo>
                    <a:pt x="545" y="1678"/>
                    <a:pt x="893" y="1607"/>
                    <a:pt x="893" y="1607"/>
                  </a:cubicBezTo>
                  <a:lnTo>
                    <a:pt x="893" y="1607"/>
                  </a:lnTo>
                  <a:cubicBezTo>
                    <a:pt x="554" y="1785"/>
                    <a:pt x="500" y="2249"/>
                    <a:pt x="500" y="2249"/>
                  </a:cubicBezTo>
                  <a:cubicBezTo>
                    <a:pt x="661" y="1812"/>
                    <a:pt x="973" y="1678"/>
                    <a:pt x="973" y="1678"/>
                  </a:cubicBezTo>
                  <a:lnTo>
                    <a:pt x="973" y="1678"/>
                  </a:lnTo>
                  <a:cubicBezTo>
                    <a:pt x="634" y="2053"/>
                    <a:pt x="768" y="2472"/>
                    <a:pt x="768" y="2472"/>
                  </a:cubicBezTo>
                  <a:cubicBezTo>
                    <a:pt x="768" y="2106"/>
                    <a:pt x="946" y="1919"/>
                    <a:pt x="946" y="1919"/>
                  </a:cubicBezTo>
                  <a:lnTo>
                    <a:pt x="946" y="1919"/>
                  </a:lnTo>
                  <a:cubicBezTo>
                    <a:pt x="866" y="2124"/>
                    <a:pt x="902" y="2293"/>
                    <a:pt x="902" y="2293"/>
                  </a:cubicBezTo>
                  <a:cubicBezTo>
                    <a:pt x="973" y="1901"/>
                    <a:pt x="1187" y="1749"/>
                    <a:pt x="1187" y="1749"/>
                  </a:cubicBezTo>
                  <a:lnTo>
                    <a:pt x="1187" y="1749"/>
                  </a:lnTo>
                  <a:cubicBezTo>
                    <a:pt x="1062" y="1972"/>
                    <a:pt x="1089" y="2329"/>
                    <a:pt x="1089" y="2329"/>
                  </a:cubicBezTo>
                  <a:cubicBezTo>
                    <a:pt x="1152" y="1928"/>
                    <a:pt x="1357" y="1696"/>
                    <a:pt x="1357" y="1696"/>
                  </a:cubicBezTo>
                  <a:lnTo>
                    <a:pt x="1357" y="1696"/>
                  </a:lnTo>
                  <a:cubicBezTo>
                    <a:pt x="1196" y="2088"/>
                    <a:pt x="1357" y="2517"/>
                    <a:pt x="1357" y="2517"/>
                  </a:cubicBezTo>
                  <a:cubicBezTo>
                    <a:pt x="1303" y="1830"/>
                    <a:pt x="1607" y="1624"/>
                    <a:pt x="1607" y="1624"/>
                  </a:cubicBezTo>
                  <a:cubicBezTo>
                    <a:pt x="1607" y="1624"/>
                    <a:pt x="1901" y="1830"/>
                    <a:pt x="1847" y="2517"/>
                  </a:cubicBezTo>
                  <a:cubicBezTo>
                    <a:pt x="1847" y="2517"/>
                    <a:pt x="2017" y="2088"/>
                    <a:pt x="1856" y="1696"/>
                  </a:cubicBezTo>
                  <a:lnTo>
                    <a:pt x="1856" y="1696"/>
                  </a:lnTo>
                  <a:cubicBezTo>
                    <a:pt x="1856" y="1696"/>
                    <a:pt x="2062" y="1928"/>
                    <a:pt x="2124" y="2329"/>
                  </a:cubicBezTo>
                  <a:cubicBezTo>
                    <a:pt x="2124" y="2329"/>
                    <a:pt x="2151" y="1972"/>
                    <a:pt x="2017" y="1749"/>
                  </a:cubicBezTo>
                  <a:lnTo>
                    <a:pt x="2017" y="1749"/>
                  </a:lnTo>
                  <a:cubicBezTo>
                    <a:pt x="2017" y="1749"/>
                    <a:pt x="2231" y="1901"/>
                    <a:pt x="2302" y="2293"/>
                  </a:cubicBezTo>
                  <a:cubicBezTo>
                    <a:pt x="2302" y="2293"/>
                    <a:pt x="2338" y="2124"/>
                    <a:pt x="2267" y="1919"/>
                  </a:cubicBezTo>
                  <a:lnTo>
                    <a:pt x="2267" y="1919"/>
                  </a:lnTo>
                  <a:cubicBezTo>
                    <a:pt x="2267" y="1919"/>
                    <a:pt x="2436" y="2106"/>
                    <a:pt x="2436" y="2472"/>
                  </a:cubicBezTo>
                  <a:cubicBezTo>
                    <a:pt x="2436" y="2472"/>
                    <a:pt x="2570" y="2053"/>
                    <a:pt x="2240" y="1678"/>
                  </a:cubicBezTo>
                  <a:lnTo>
                    <a:pt x="2240" y="1678"/>
                  </a:lnTo>
                  <a:cubicBezTo>
                    <a:pt x="2240" y="1678"/>
                    <a:pt x="2552" y="1812"/>
                    <a:pt x="2713" y="2249"/>
                  </a:cubicBezTo>
                  <a:cubicBezTo>
                    <a:pt x="2713" y="2249"/>
                    <a:pt x="2659" y="1785"/>
                    <a:pt x="2311" y="1607"/>
                  </a:cubicBezTo>
                  <a:lnTo>
                    <a:pt x="2311" y="1607"/>
                  </a:lnTo>
                  <a:cubicBezTo>
                    <a:pt x="2311" y="1607"/>
                    <a:pt x="2668" y="1678"/>
                    <a:pt x="2856" y="2115"/>
                  </a:cubicBezTo>
                  <a:cubicBezTo>
                    <a:pt x="2856" y="2115"/>
                    <a:pt x="2820" y="1901"/>
                    <a:pt x="2695" y="1740"/>
                  </a:cubicBezTo>
                  <a:lnTo>
                    <a:pt x="2695" y="1740"/>
                  </a:lnTo>
                  <a:cubicBezTo>
                    <a:pt x="2695" y="1740"/>
                    <a:pt x="2989" y="1847"/>
                    <a:pt x="3159" y="2079"/>
                  </a:cubicBezTo>
                  <a:cubicBezTo>
                    <a:pt x="3159" y="2079"/>
                    <a:pt x="3079" y="1803"/>
                    <a:pt x="2829" y="1607"/>
                  </a:cubicBezTo>
                  <a:lnTo>
                    <a:pt x="2829" y="1607"/>
                  </a:lnTo>
                  <a:cubicBezTo>
                    <a:pt x="2829" y="1607"/>
                    <a:pt x="3070" y="1678"/>
                    <a:pt x="3195" y="1812"/>
                  </a:cubicBezTo>
                  <a:cubicBezTo>
                    <a:pt x="3195" y="1812"/>
                    <a:pt x="3132" y="1482"/>
                    <a:pt x="2740" y="1294"/>
                  </a:cubicBezTo>
                  <a:lnTo>
                    <a:pt x="2740" y="1294"/>
                  </a:lnTo>
                  <a:cubicBezTo>
                    <a:pt x="2740" y="1294"/>
                    <a:pt x="3043" y="1330"/>
                    <a:pt x="3212" y="1517"/>
                  </a:cubicBezTo>
                  <a:cubicBezTo>
                    <a:pt x="3212" y="1517"/>
                    <a:pt x="3177" y="1312"/>
                    <a:pt x="2927" y="1205"/>
                  </a:cubicBezTo>
                  <a:cubicBezTo>
                    <a:pt x="2792" y="1145"/>
                    <a:pt x="2653" y="1130"/>
                    <a:pt x="2550" y="1130"/>
                  </a:cubicBezTo>
                  <a:cubicBezTo>
                    <a:pt x="2455" y="1130"/>
                    <a:pt x="2392" y="1143"/>
                    <a:pt x="2392" y="1143"/>
                  </a:cubicBezTo>
                  <a:cubicBezTo>
                    <a:pt x="2392" y="1143"/>
                    <a:pt x="2481" y="1053"/>
                    <a:pt x="2668" y="1053"/>
                  </a:cubicBezTo>
                  <a:cubicBezTo>
                    <a:pt x="2679" y="1053"/>
                    <a:pt x="2690" y="1053"/>
                    <a:pt x="2700" y="1053"/>
                  </a:cubicBezTo>
                  <a:cubicBezTo>
                    <a:pt x="2900" y="1053"/>
                    <a:pt x="3066" y="1132"/>
                    <a:pt x="3168" y="1259"/>
                  </a:cubicBezTo>
                  <a:cubicBezTo>
                    <a:pt x="3168" y="1259"/>
                    <a:pt x="3123" y="1062"/>
                    <a:pt x="2900" y="964"/>
                  </a:cubicBezTo>
                  <a:cubicBezTo>
                    <a:pt x="2826" y="929"/>
                    <a:pt x="2738" y="917"/>
                    <a:pt x="2653" y="917"/>
                  </a:cubicBezTo>
                  <a:cubicBezTo>
                    <a:pt x="2484" y="917"/>
                    <a:pt x="2329" y="964"/>
                    <a:pt x="2329" y="964"/>
                  </a:cubicBezTo>
                  <a:cubicBezTo>
                    <a:pt x="2329" y="964"/>
                    <a:pt x="2472" y="795"/>
                    <a:pt x="2802" y="741"/>
                  </a:cubicBezTo>
                  <a:cubicBezTo>
                    <a:pt x="2802" y="741"/>
                    <a:pt x="2756" y="736"/>
                    <a:pt x="2688" y="736"/>
                  </a:cubicBezTo>
                  <a:cubicBezTo>
                    <a:pt x="2608" y="736"/>
                    <a:pt x="2497" y="743"/>
                    <a:pt x="2392" y="777"/>
                  </a:cubicBezTo>
                  <a:cubicBezTo>
                    <a:pt x="2392" y="777"/>
                    <a:pt x="2552" y="563"/>
                    <a:pt x="3025" y="545"/>
                  </a:cubicBezTo>
                  <a:cubicBezTo>
                    <a:pt x="3025" y="545"/>
                    <a:pt x="2934" y="511"/>
                    <a:pt x="2760" y="511"/>
                  </a:cubicBezTo>
                  <a:cubicBezTo>
                    <a:pt x="2717" y="511"/>
                    <a:pt x="2668" y="513"/>
                    <a:pt x="2615" y="518"/>
                  </a:cubicBezTo>
                  <a:cubicBezTo>
                    <a:pt x="2347" y="545"/>
                    <a:pt x="2169" y="688"/>
                    <a:pt x="2169" y="688"/>
                  </a:cubicBezTo>
                  <a:cubicBezTo>
                    <a:pt x="2169" y="688"/>
                    <a:pt x="2374" y="411"/>
                    <a:pt x="2686" y="313"/>
                  </a:cubicBezTo>
                  <a:lnTo>
                    <a:pt x="2686" y="313"/>
                  </a:lnTo>
                  <a:cubicBezTo>
                    <a:pt x="2686" y="313"/>
                    <a:pt x="2195" y="322"/>
                    <a:pt x="1946" y="661"/>
                  </a:cubicBezTo>
                  <a:cubicBezTo>
                    <a:pt x="1946" y="661"/>
                    <a:pt x="2017" y="304"/>
                    <a:pt x="2392" y="45"/>
                  </a:cubicBezTo>
                  <a:lnTo>
                    <a:pt x="2392" y="45"/>
                  </a:lnTo>
                  <a:cubicBezTo>
                    <a:pt x="2392" y="45"/>
                    <a:pt x="2053" y="161"/>
                    <a:pt x="1847" y="500"/>
                  </a:cubicBezTo>
                  <a:cubicBezTo>
                    <a:pt x="1847" y="500"/>
                    <a:pt x="1883" y="286"/>
                    <a:pt x="1955"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3" name="Google Shape;5273;p85"/>
          <p:cNvGrpSpPr/>
          <p:nvPr/>
        </p:nvGrpSpPr>
        <p:grpSpPr>
          <a:xfrm flipH="1">
            <a:off x="-474830" y="3394452"/>
            <a:ext cx="3811271" cy="1774265"/>
            <a:chOff x="3941272" y="2174315"/>
            <a:chExt cx="694107" cy="322470"/>
          </a:xfrm>
        </p:grpSpPr>
        <p:sp>
          <p:nvSpPr>
            <p:cNvPr id="5274" name="Google Shape;5274;p85"/>
            <p:cNvSpPr/>
            <p:nvPr/>
          </p:nvSpPr>
          <p:spPr>
            <a:xfrm>
              <a:off x="3941272" y="2269259"/>
              <a:ext cx="624456" cy="227524"/>
            </a:xfrm>
            <a:custGeom>
              <a:rect b="b" l="l" r="r" t="t"/>
              <a:pathLst>
                <a:path extrusionOk="0" h="6264" w="17192">
                  <a:moveTo>
                    <a:pt x="17192" y="1"/>
                  </a:moveTo>
                  <a:lnTo>
                    <a:pt x="14453" y="1178"/>
                  </a:lnTo>
                  <a:lnTo>
                    <a:pt x="13008" y="2454"/>
                  </a:lnTo>
                  <a:lnTo>
                    <a:pt x="10626" y="2989"/>
                  </a:lnTo>
                  <a:lnTo>
                    <a:pt x="9600" y="3364"/>
                  </a:lnTo>
                  <a:lnTo>
                    <a:pt x="7655" y="3569"/>
                  </a:lnTo>
                  <a:lnTo>
                    <a:pt x="6290" y="4648"/>
                  </a:lnTo>
                  <a:lnTo>
                    <a:pt x="2499" y="5103"/>
                  </a:lnTo>
                  <a:lnTo>
                    <a:pt x="1" y="6263"/>
                  </a:lnTo>
                  <a:lnTo>
                    <a:pt x="17192" y="6263"/>
                  </a:lnTo>
                  <a:lnTo>
                    <a:pt x="1719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85"/>
            <p:cNvSpPr/>
            <p:nvPr/>
          </p:nvSpPr>
          <p:spPr>
            <a:xfrm>
              <a:off x="4064111" y="2380402"/>
              <a:ext cx="501614" cy="116377"/>
            </a:xfrm>
            <a:custGeom>
              <a:rect b="b" l="l" r="r" t="t"/>
              <a:pathLst>
                <a:path extrusionOk="0" h="3204" w="13810">
                  <a:moveTo>
                    <a:pt x="12249" y="0"/>
                  </a:moveTo>
                  <a:lnTo>
                    <a:pt x="10268" y="250"/>
                  </a:lnTo>
                  <a:lnTo>
                    <a:pt x="7565" y="616"/>
                  </a:lnTo>
                  <a:lnTo>
                    <a:pt x="5647" y="1472"/>
                  </a:lnTo>
                  <a:lnTo>
                    <a:pt x="1133" y="2427"/>
                  </a:lnTo>
                  <a:lnTo>
                    <a:pt x="0" y="3203"/>
                  </a:lnTo>
                  <a:lnTo>
                    <a:pt x="3229" y="3203"/>
                  </a:lnTo>
                  <a:lnTo>
                    <a:pt x="5219" y="2704"/>
                  </a:lnTo>
                  <a:lnTo>
                    <a:pt x="6637" y="1927"/>
                  </a:lnTo>
                  <a:lnTo>
                    <a:pt x="7333" y="1687"/>
                  </a:lnTo>
                  <a:lnTo>
                    <a:pt x="7815" y="1472"/>
                  </a:lnTo>
                  <a:lnTo>
                    <a:pt x="9260" y="1954"/>
                  </a:lnTo>
                  <a:lnTo>
                    <a:pt x="10438" y="1838"/>
                  </a:lnTo>
                  <a:lnTo>
                    <a:pt x="10812" y="1767"/>
                  </a:lnTo>
                  <a:lnTo>
                    <a:pt x="11597" y="1472"/>
                  </a:lnTo>
                  <a:lnTo>
                    <a:pt x="13810" y="1562"/>
                  </a:lnTo>
                  <a:lnTo>
                    <a:pt x="13810" y="0"/>
                  </a:lnTo>
                  <a:lnTo>
                    <a:pt x="12989" y="72"/>
                  </a:lnTo>
                  <a:lnTo>
                    <a:pt x="1224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85"/>
            <p:cNvSpPr/>
            <p:nvPr/>
          </p:nvSpPr>
          <p:spPr>
            <a:xfrm>
              <a:off x="3941272" y="2269259"/>
              <a:ext cx="624456" cy="227524"/>
            </a:xfrm>
            <a:custGeom>
              <a:rect b="b" l="l" r="r" t="t"/>
              <a:pathLst>
                <a:path extrusionOk="0" h="6264" w="17192">
                  <a:moveTo>
                    <a:pt x="17192" y="1"/>
                  </a:moveTo>
                  <a:lnTo>
                    <a:pt x="14453" y="1178"/>
                  </a:lnTo>
                  <a:lnTo>
                    <a:pt x="13008" y="2454"/>
                  </a:lnTo>
                  <a:lnTo>
                    <a:pt x="10626" y="2989"/>
                  </a:lnTo>
                  <a:lnTo>
                    <a:pt x="9600" y="3364"/>
                  </a:lnTo>
                  <a:lnTo>
                    <a:pt x="7655" y="3569"/>
                  </a:lnTo>
                  <a:lnTo>
                    <a:pt x="6290" y="4648"/>
                  </a:lnTo>
                  <a:lnTo>
                    <a:pt x="2499" y="5103"/>
                  </a:lnTo>
                  <a:lnTo>
                    <a:pt x="1" y="6263"/>
                  </a:lnTo>
                  <a:lnTo>
                    <a:pt x="3614" y="6263"/>
                  </a:lnTo>
                  <a:lnTo>
                    <a:pt x="7718" y="5701"/>
                  </a:lnTo>
                  <a:lnTo>
                    <a:pt x="10947" y="4354"/>
                  </a:lnTo>
                  <a:lnTo>
                    <a:pt x="13632" y="4604"/>
                  </a:lnTo>
                  <a:lnTo>
                    <a:pt x="14819" y="4229"/>
                  </a:lnTo>
                  <a:lnTo>
                    <a:pt x="17192" y="4622"/>
                  </a:lnTo>
                  <a:lnTo>
                    <a:pt x="1719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85"/>
            <p:cNvSpPr/>
            <p:nvPr/>
          </p:nvSpPr>
          <p:spPr>
            <a:xfrm>
              <a:off x="4072501" y="2392061"/>
              <a:ext cx="493223" cy="104718"/>
            </a:xfrm>
            <a:custGeom>
              <a:rect b="b" l="l" r="r" t="t"/>
              <a:pathLst>
                <a:path extrusionOk="0" h="2883" w="13579">
                  <a:moveTo>
                    <a:pt x="13579" y="1"/>
                  </a:moveTo>
                  <a:lnTo>
                    <a:pt x="12392" y="357"/>
                  </a:lnTo>
                  <a:lnTo>
                    <a:pt x="11108" y="250"/>
                  </a:lnTo>
                  <a:lnTo>
                    <a:pt x="9100" y="848"/>
                  </a:lnTo>
                  <a:lnTo>
                    <a:pt x="7013" y="536"/>
                  </a:lnTo>
                  <a:lnTo>
                    <a:pt x="5354" y="1473"/>
                  </a:lnTo>
                  <a:lnTo>
                    <a:pt x="4105" y="2052"/>
                  </a:lnTo>
                  <a:lnTo>
                    <a:pt x="2499" y="2052"/>
                  </a:lnTo>
                  <a:lnTo>
                    <a:pt x="1" y="2882"/>
                  </a:lnTo>
                  <a:lnTo>
                    <a:pt x="4105" y="2320"/>
                  </a:lnTo>
                  <a:lnTo>
                    <a:pt x="7334" y="973"/>
                  </a:lnTo>
                  <a:lnTo>
                    <a:pt x="10019" y="1223"/>
                  </a:lnTo>
                  <a:lnTo>
                    <a:pt x="11206" y="848"/>
                  </a:lnTo>
                  <a:lnTo>
                    <a:pt x="13579" y="1241"/>
                  </a:lnTo>
                  <a:lnTo>
                    <a:pt x="1357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85"/>
            <p:cNvSpPr/>
            <p:nvPr/>
          </p:nvSpPr>
          <p:spPr>
            <a:xfrm>
              <a:off x="4314874" y="2449413"/>
              <a:ext cx="207765" cy="47365"/>
            </a:xfrm>
            <a:custGeom>
              <a:rect b="b" l="l" r="r" t="t"/>
              <a:pathLst>
                <a:path extrusionOk="0" h="1304" w="5720">
                  <a:moveTo>
                    <a:pt x="188" y="375"/>
                  </a:moveTo>
                  <a:lnTo>
                    <a:pt x="1" y="1303"/>
                  </a:lnTo>
                  <a:lnTo>
                    <a:pt x="304" y="1303"/>
                  </a:lnTo>
                  <a:lnTo>
                    <a:pt x="188" y="375"/>
                  </a:lnTo>
                  <a:close/>
                  <a:moveTo>
                    <a:pt x="4533" y="1"/>
                  </a:moveTo>
                  <a:lnTo>
                    <a:pt x="4167" y="1303"/>
                  </a:lnTo>
                  <a:lnTo>
                    <a:pt x="5719" y="1303"/>
                  </a:lnTo>
                  <a:lnTo>
                    <a:pt x="4845" y="857"/>
                  </a:lnTo>
                  <a:lnTo>
                    <a:pt x="4533"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85"/>
            <p:cNvSpPr/>
            <p:nvPr/>
          </p:nvSpPr>
          <p:spPr>
            <a:xfrm>
              <a:off x="4120809" y="2209002"/>
              <a:ext cx="444914" cy="22048"/>
            </a:xfrm>
            <a:custGeom>
              <a:rect b="b" l="l" r="r" t="t"/>
              <a:pathLst>
                <a:path extrusionOk="0" h="607" w="12249">
                  <a:moveTo>
                    <a:pt x="0" y="0"/>
                  </a:moveTo>
                  <a:lnTo>
                    <a:pt x="0" y="607"/>
                  </a:lnTo>
                  <a:lnTo>
                    <a:pt x="12249" y="607"/>
                  </a:lnTo>
                  <a:lnTo>
                    <a:pt x="12249"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85"/>
            <p:cNvSpPr/>
            <p:nvPr/>
          </p:nvSpPr>
          <p:spPr>
            <a:xfrm>
              <a:off x="4120809" y="2223240"/>
              <a:ext cx="444914" cy="7809"/>
            </a:xfrm>
            <a:custGeom>
              <a:rect b="b" l="l" r="r" t="t"/>
              <a:pathLst>
                <a:path extrusionOk="0" h="215" w="12249">
                  <a:moveTo>
                    <a:pt x="0" y="1"/>
                  </a:moveTo>
                  <a:lnTo>
                    <a:pt x="0" y="215"/>
                  </a:lnTo>
                  <a:lnTo>
                    <a:pt x="12249" y="215"/>
                  </a:lnTo>
                  <a:lnTo>
                    <a:pt x="12249"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85"/>
            <p:cNvSpPr/>
            <p:nvPr/>
          </p:nvSpPr>
          <p:spPr>
            <a:xfrm>
              <a:off x="4007377" y="2420901"/>
              <a:ext cx="558349" cy="22084"/>
            </a:xfrm>
            <a:custGeom>
              <a:rect b="b" l="l" r="r" t="t"/>
              <a:pathLst>
                <a:path extrusionOk="0" h="608" w="15372">
                  <a:moveTo>
                    <a:pt x="1" y="1"/>
                  </a:moveTo>
                  <a:lnTo>
                    <a:pt x="1" y="607"/>
                  </a:lnTo>
                  <a:lnTo>
                    <a:pt x="15372" y="607"/>
                  </a:lnTo>
                  <a:lnTo>
                    <a:pt x="15372"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85"/>
            <p:cNvSpPr/>
            <p:nvPr/>
          </p:nvSpPr>
          <p:spPr>
            <a:xfrm>
              <a:off x="4007377" y="2420901"/>
              <a:ext cx="558349" cy="4577"/>
            </a:xfrm>
            <a:custGeom>
              <a:rect b="b" l="l" r="r" t="t"/>
              <a:pathLst>
                <a:path extrusionOk="0" h="126" w="15372">
                  <a:moveTo>
                    <a:pt x="1" y="1"/>
                  </a:moveTo>
                  <a:lnTo>
                    <a:pt x="1" y="125"/>
                  </a:lnTo>
                  <a:lnTo>
                    <a:pt x="15372" y="125"/>
                  </a:lnTo>
                  <a:lnTo>
                    <a:pt x="1537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85"/>
            <p:cNvSpPr/>
            <p:nvPr/>
          </p:nvSpPr>
          <p:spPr>
            <a:xfrm>
              <a:off x="4007377" y="2442948"/>
              <a:ext cx="558349" cy="53830"/>
            </a:xfrm>
            <a:custGeom>
              <a:rect b="b" l="l" r="r" t="t"/>
              <a:pathLst>
                <a:path extrusionOk="0" h="1482" w="15372">
                  <a:moveTo>
                    <a:pt x="1" y="0"/>
                  </a:moveTo>
                  <a:lnTo>
                    <a:pt x="1" y="1481"/>
                  </a:lnTo>
                  <a:lnTo>
                    <a:pt x="15372" y="1481"/>
                  </a:lnTo>
                  <a:lnTo>
                    <a:pt x="1537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85"/>
            <p:cNvSpPr/>
            <p:nvPr/>
          </p:nvSpPr>
          <p:spPr>
            <a:xfrm>
              <a:off x="4007377" y="2434848"/>
              <a:ext cx="558349" cy="8136"/>
            </a:xfrm>
            <a:custGeom>
              <a:rect b="b" l="l" r="r" t="t"/>
              <a:pathLst>
                <a:path extrusionOk="0" h="224" w="15372">
                  <a:moveTo>
                    <a:pt x="1" y="0"/>
                  </a:moveTo>
                  <a:lnTo>
                    <a:pt x="1" y="223"/>
                  </a:lnTo>
                  <a:lnTo>
                    <a:pt x="15372" y="223"/>
                  </a:lnTo>
                  <a:lnTo>
                    <a:pt x="15372" y="0"/>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85"/>
            <p:cNvSpPr/>
            <p:nvPr/>
          </p:nvSpPr>
          <p:spPr>
            <a:xfrm>
              <a:off x="4139914" y="2241401"/>
              <a:ext cx="50597" cy="10388"/>
            </a:xfrm>
            <a:custGeom>
              <a:rect b="b" l="l" r="r" t="t"/>
              <a:pathLst>
                <a:path extrusionOk="0" h="286" w="1393">
                  <a:moveTo>
                    <a:pt x="1" y="0"/>
                  </a:moveTo>
                  <a:lnTo>
                    <a:pt x="1"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85"/>
            <p:cNvSpPr/>
            <p:nvPr/>
          </p:nvSpPr>
          <p:spPr>
            <a:xfrm>
              <a:off x="4165193" y="2251752"/>
              <a:ext cx="30801" cy="148450"/>
            </a:xfrm>
            <a:custGeom>
              <a:rect b="b" l="l" r="r" t="t"/>
              <a:pathLst>
                <a:path extrusionOk="0" h="4087" w="848">
                  <a:moveTo>
                    <a:pt x="0" y="1"/>
                  </a:moveTo>
                  <a:lnTo>
                    <a:pt x="0" y="4087"/>
                  </a:lnTo>
                  <a:lnTo>
                    <a:pt x="464" y="4087"/>
                  </a:lnTo>
                  <a:cubicBezTo>
                    <a:pt x="848" y="2927"/>
                    <a:pt x="536" y="2249"/>
                    <a:pt x="384" y="1473"/>
                  </a:cubicBezTo>
                  <a:cubicBezTo>
                    <a:pt x="232" y="706"/>
                    <a:pt x="464" y="1"/>
                    <a:pt x="464"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85"/>
            <p:cNvSpPr/>
            <p:nvPr/>
          </p:nvSpPr>
          <p:spPr>
            <a:xfrm>
              <a:off x="4134393" y="2251752"/>
              <a:ext cx="30838" cy="148450"/>
            </a:xfrm>
            <a:custGeom>
              <a:rect b="b" l="l" r="r" t="t"/>
              <a:pathLst>
                <a:path extrusionOk="0" h="4087" w="849">
                  <a:moveTo>
                    <a:pt x="384" y="1"/>
                  </a:moveTo>
                  <a:cubicBezTo>
                    <a:pt x="384" y="1"/>
                    <a:pt x="616" y="706"/>
                    <a:pt x="465" y="1473"/>
                  </a:cubicBezTo>
                  <a:cubicBezTo>
                    <a:pt x="313" y="2249"/>
                    <a:pt x="1"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85"/>
            <p:cNvSpPr/>
            <p:nvPr/>
          </p:nvSpPr>
          <p:spPr>
            <a:xfrm>
              <a:off x="4134066" y="2231013"/>
              <a:ext cx="62257" cy="10425"/>
            </a:xfrm>
            <a:custGeom>
              <a:rect b="b" l="l" r="r" t="t"/>
              <a:pathLst>
                <a:path extrusionOk="0" h="287" w="1714">
                  <a:moveTo>
                    <a:pt x="1" y="1"/>
                  </a:moveTo>
                  <a:lnTo>
                    <a:pt x="1" y="286"/>
                  </a:lnTo>
                  <a:lnTo>
                    <a:pt x="1714" y="286"/>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85"/>
            <p:cNvSpPr/>
            <p:nvPr/>
          </p:nvSpPr>
          <p:spPr>
            <a:xfrm>
              <a:off x="4013879" y="2174315"/>
              <a:ext cx="100141" cy="10425"/>
            </a:xfrm>
            <a:custGeom>
              <a:rect b="b" l="l" r="r" t="t"/>
              <a:pathLst>
                <a:path extrusionOk="0" h="287" w="2757">
                  <a:moveTo>
                    <a:pt x="0" y="1"/>
                  </a:moveTo>
                  <a:lnTo>
                    <a:pt x="0" y="286"/>
                  </a:lnTo>
                  <a:lnTo>
                    <a:pt x="2757" y="286"/>
                  </a:lnTo>
                  <a:lnTo>
                    <a:pt x="2757"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85"/>
            <p:cNvSpPr/>
            <p:nvPr/>
          </p:nvSpPr>
          <p:spPr>
            <a:xfrm>
              <a:off x="4002837" y="2184703"/>
              <a:ext cx="122552" cy="10388"/>
            </a:xfrm>
            <a:custGeom>
              <a:rect b="b" l="l" r="r" t="t"/>
              <a:pathLst>
                <a:path extrusionOk="0" h="286" w="3374">
                  <a:moveTo>
                    <a:pt x="1" y="0"/>
                  </a:moveTo>
                  <a:lnTo>
                    <a:pt x="1" y="286"/>
                  </a:lnTo>
                  <a:lnTo>
                    <a:pt x="3373" y="286"/>
                  </a:lnTo>
                  <a:lnTo>
                    <a:pt x="3373" y="0"/>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85"/>
            <p:cNvSpPr/>
            <p:nvPr/>
          </p:nvSpPr>
          <p:spPr>
            <a:xfrm>
              <a:off x="4139914" y="2400161"/>
              <a:ext cx="50597" cy="10425"/>
            </a:xfrm>
            <a:custGeom>
              <a:rect b="b" l="l" r="r" t="t"/>
              <a:pathLst>
                <a:path extrusionOk="0" h="287" w="1393">
                  <a:moveTo>
                    <a:pt x="1" y="1"/>
                  </a:moveTo>
                  <a:lnTo>
                    <a:pt x="1"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85"/>
            <p:cNvSpPr/>
            <p:nvPr/>
          </p:nvSpPr>
          <p:spPr>
            <a:xfrm>
              <a:off x="4134066" y="2410549"/>
              <a:ext cx="62257" cy="10388"/>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85"/>
            <p:cNvSpPr/>
            <p:nvPr/>
          </p:nvSpPr>
          <p:spPr>
            <a:xfrm>
              <a:off x="4232279" y="2241401"/>
              <a:ext cx="50561" cy="10388"/>
            </a:xfrm>
            <a:custGeom>
              <a:rect b="b" l="l" r="r" t="t"/>
              <a:pathLst>
                <a:path extrusionOk="0" h="286" w="1392">
                  <a:moveTo>
                    <a:pt x="0" y="0"/>
                  </a:moveTo>
                  <a:lnTo>
                    <a:pt x="0"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85"/>
            <p:cNvSpPr/>
            <p:nvPr/>
          </p:nvSpPr>
          <p:spPr>
            <a:xfrm>
              <a:off x="4257522" y="2251752"/>
              <a:ext cx="30838" cy="148450"/>
            </a:xfrm>
            <a:custGeom>
              <a:rect b="b" l="l" r="r" t="t"/>
              <a:pathLst>
                <a:path extrusionOk="0" h="4087" w="849">
                  <a:moveTo>
                    <a:pt x="1" y="1"/>
                  </a:moveTo>
                  <a:lnTo>
                    <a:pt x="1" y="4087"/>
                  </a:lnTo>
                  <a:lnTo>
                    <a:pt x="465" y="4087"/>
                  </a:lnTo>
                  <a:cubicBezTo>
                    <a:pt x="848" y="2927"/>
                    <a:pt x="536" y="2249"/>
                    <a:pt x="384" y="1473"/>
                  </a:cubicBezTo>
                  <a:cubicBezTo>
                    <a:pt x="233" y="706"/>
                    <a:pt x="465" y="1"/>
                    <a:pt x="465"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85"/>
            <p:cNvSpPr/>
            <p:nvPr/>
          </p:nvSpPr>
          <p:spPr>
            <a:xfrm>
              <a:off x="4226758" y="2251752"/>
              <a:ext cx="30801" cy="148450"/>
            </a:xfrm>
            <a:custGeom>
              <a:rect b="b" l="l" r="r" t="t"/>
              <a:pathLst>
                <a:path extrusionOk="0" h="4087" w="848">
                  <a:moveTo>
                    <a:pt x="384" y="1"/>
                  </a:moveTo>
                  <a:cubicBezTo>
                    <a:pt x="384" y="1"/>
                    <a:pt x="616" y="706"/>
                    <a:pt x="464" y="1473"/>
                  </a:cubicBezTo>
                  <a:cubicBezTo>
                    <a:pt x="313" y="2249"/>
                    <a:pt x="0"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85"/>
            <p:cNvSpPr/>
            <p:nvPr/>
          </p:nvSpPr>
          <p:spPr>
            <a:xfrm>
              <a:off x="4226431" y="2231013"/>
              <a:ext cx="62257" cy="10425"/>
            </a:xfrm>
            <a:custGeom>
              <a:rect b="b" l="l" r="r" t="t"/>
              <a:pathLst>
                <a:path extrusionOk="0" h="287" w="1714">
                  <a:moveTo>
                    <a:pt x="0" y="1"/>
                  </a:moveTo>
                  <a:lnTo>
                    <a:pt x="0" y="286"/>
                  </a:lnTo>
                  <a:lnTo>
                    <a:pt x="1713" y="286"/>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85"/>
            <p:cNvSpPr/>
            <p:nvPr/>
          </p:nvSpPr>
          <p:spPr>
            <a:xfrm>
              <a:off x="4232279" y="2400161"/>
              <a:ext cx="50561" cy="10425"/>
            </a:xfrm>
            <a:custGeom>
              <a:rect b="b" l="l" r="r" t="t"/>
              <a:pathLst>
                <a:path extrusionOk="0" h="287" w="1392">
                  <a:moveTo>
                    <a:pt x="0" y="1"/>
                  </a:moveTo>
                  <a:lnTo>
                    <a:pt x="0"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85"/>
            <p:cNvSpPr/>
            <p:nvPr/>
          </p:nvSpPr>
          <p:spPr>
            <a:xfrm>
              <a:off x="4226431" y="2410549"/>
              <a:ext cx="62257" cy="10388"/>
            </a:xfrm>
            <a:custGeom>
              <a:rect b="b" l="l" r="r" t="t"/>
              <a:pathLst>
                <a:path extrusionOk="0" h="286" w="1714">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85"/>
            <p:cNvSpPr/>
            <p:nvPr/>
          </p:nvSpPr>
          <p:spPr>
            <a:xfrm>
              <a:off x="4324608" y="2241401"/>
              <a:ext cx="50924" cy="10388"/>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85"/>
            <p:cNvSpPr/>
            <p:nvPr/>
          </p:nvSpPr>
          <p:spPr>
            <a:xfrm>
              <a:off x="4349888" y="2251752"/>
              <a:ext cx="31128" cy="148450"/>
            </a:xfrm>
            <a:custGeom>
              <a:rect b="b" l="l" r="r" t="t"/>
              <a:pathLst>
                <a:path extrusionOk="0" h="4087" w="857">
                  <a:moveTo>
                    <a:pt x="0" y="1"/>
                  </a:moveTo>
                  <a:lnTo>
                    <a:pt x="0" y="4087"/>
                  </a:lnTo>
                  <a:lnTo>
                    <a:pt x="473" y="4087"/>
                  </a:lnTo>
                  <a:cubicBezTo>
                    <a:pt x="857" y="2927"/>
                    <a:pt x="536" y="2249"/>
                    <a:pt x="384" y="1473"/>
                  </a:cubicBezTo>
                  <a:cubicBezTo>
                    <a:pt x="232" y="706"/>
                    <a:pt x="473" y="1"/>
                    <a:pt x="473"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85"/>
            <p:cNvSpPr/>
            <p:nvPr/>
          </p:nvSpPr>
          <p:spPr>
            <a:xfrm>
              <a:off x="4319087" y="2251752"/>
              <a:ext cx="30838" cy="148450"/>
            </a:xfrm>
            <a:custGeom>
              <a:rect b="b" l="l" r="r" t="t"/>
              <a:pathLst>
                <a:path extrusionOk="0" h="4087" w="849">
                  <a:moveTo>
                    <a:pt x="384" y="1"/>
                  </a:moveTo>
                  <a:cubicBezTo>
                    <a:pt x="384" y="1"/>
                    <a:pt x="616" y="706"/>
                    <a:pt x="465" y="1473"/>
                  </a:cubicBezTo>
                  <a:cubicBezTo>
                    <a:pt x="313" y="2249"/>
                    <a:pt x="1"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85"/>
            <p:cNvSpPr/>
            <p:nvPr/>
          </p:nvSpPr>
          <p:spPr>
            <a:xfrm>
              <a:off x="4318760" y="2231013"/>
              <a:ext cx="62257" cy="10425"/>
            </a:xfrm>
            <a:custGeom>
              <a:rect b="b" l="l" r="r" t="t"/>
              <a:pathLst>
                <a:path extrusionOk="0" h="287" w="1714">
                  <a:moveTo>
                    <a:pt x="1" y="1"/>
                  </a:moveTo>
                  <a:lnTo>
                    <a:pt x="1" y="286"/>
                  </a:lnTo>
                  <a:lnTo>
                    <a:pt x="1714" y="286"/>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85"/>
            <p:cNvSpPr/>
            <p:nvPr/>
          </p:nvSpPr>
          <p:spPr>
            <a:xfrm>
              <a:off x="4324608" y="2400161"/>
              <a:ext cx="50924" cy="10425"/>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85"/>
            <p:cNvSpPr/>
            <p:nvPr/>
          </p:nvSpPr>
          <p:spPr>
            <a:xfrm>
              <a:off x="4318760" y="2410549"/>
              <a:ext cx="62257" cy="10388"/>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85"/>
            <p:cNvSpPr/>
            <p:nvPr/>
          </p:nvSpPr>
          <p:spPr>
            <a:xfrm>
              <a:off x="4416973" y="2241401"/>
              <a:ext cx="50888" cy="10388"/>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85"/>
            <p:cNvSpPr/>
            <p:nvPr/>
          </p:nvSpPr>
          <p:spPr>
            <a:xfrm>
              <a:off x="4442216" y="2251752"/>
              <a:ext cx="31165" cy="148450"/>
            </a:xfrm>
            <a:custGeom>
              <a:rect b="b" l="l" r="r" t="t"/>
              <a:pathLst>
                <a:path extrusionOk="0" h="4087" w="858">
                  <a:moveTo>
                    <a:pt x="1" y="1"/>
                  </a:moveTo>
                  <a:lnTo>
                    <a:pt x="1" y="4087"/>
                  </a:lnTo>
                  <a:lnTo>
                    <a:pt x="474" y="4087"/>
                  </a:lnTo>
                  <a:cubicBezTo>
                    <a:pt x="857" y="2927"/>
                    <a:pt x="536" y="2249"/>
                    <a:pt x="384" y="1473"/>
                  </a:cubicBezTo>
                  <a:cubicBezTo>
                    <a:pt x="233" y="706"/>
                    <a:pt x="474" y="1"/>
                    <a:pt x="474"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85"/>
            <p:cNvSpPr/>
            <p:nvPr/>
          </p:nvSpPr>
          <p:spPr>
            <a:xfrm>
              <a:off x="4411452" y="2251752"/>
              <a:ext cx="30801" cy="148450"/>
            </a:xfrm>
            <a:custGeom>
              <a:rect b="b" l="l" r="r" t="t"/>
              <a:pathLst>
                <a:path extrusionOk="0" h="4087" w="848">
                  <a:moveTo>
                    <a:pt x="384" y="1"/>
                  </a:moveTo>
                  <a:cubicBezTo>
                    <a:pt x="384" y="1"/>
                    <a:pt x="625" y="706"/>
                    <a:pt x="473" y="1473"/>
                  </a:cubicBezTo>
                  <a:cubicBezTo>
                    <a:pt x="322" y="2249"/>
                    <a:pt x="0"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85"/>
            <p:cNvSpPr/>
            <p:nvPr/>
          </p:nvSpPr>
          <p:spPr>
            <a:xfrm>
              <a:off x="4411125" y="2231013"/>
              <a:ext cx="62257" cy="10425"/>
            </a:xfrm>
            <a:custGeom>
              <a:rect b="b" l="l" r="r" t="t"/>
              <a:pathLst>
                <a:path extrusionOk="0" h="287" w="1714">
                  <a:moveTo>
                    <a:pt x="0" y="1"/>
                  </a:moveTo>
                  <a:lnTo>
                    <a:pt x="0" y="286"/>
                  </a:lnTo>
                  <a:lnTo>
                    <a:pt x="1713" y="286"/>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85"/>
            <p:cNvSpPr/>
            <p:nvPr/>
          </p:nvSpPr>
          <p:spPr>
            <a:xfrm>
              <a:off x="4416973" y="2400161"/>
              <a:ext cx="50888" cy="10425"/>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85"/>
            <p:cNvSpPr/>
            <p:nvPr/>
          </p:nvSpPr>
          <p:spPr>
            <a:xfrm>
              <a:off x="4411125" y="2410549"/>
              <a:ext cx="62257" cy="10388"/>
            </a:xfrm>
            <a:custGeom>
              <a:rect b="b" l="l" r="r" t="t"/>
              <a:pathLst>
                <a:path extrusionOk="0" h="286" w="1714">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85"/>
            <p:cNvSpPr/>
            <p:nvPr/>
          </p:nvSpPr>
          <p:spPr>
            <a:xfrm>
              <a:off x="4509302" y="2241401"/>
              <a:ext cx="50924" cy="10388"/>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85"/>
            <p:cNvSpPr/>
            <p:nvPr/>
          </p:nvSpPr>
          <p:spPr>
            <a:xfrm>
              <a:off x="4534582" y="2251752"/>
              <a:ext cx="31128" cy="148450"/>
            </a:xfrm>
            <a:custGeom>
              <a:rect b="b" l="l" r="r" t="t"/>
              <a:pathLst>
                <a:path extrusionOk="0" h="4087" w="857">
                  <a:moveTo>
                    <a:pt x="0" y="1"/>
                  </a:moveTo>
                  <a:lnTo>
                    <a:pt x="0" y="4087"/>
                  </a:lnTo>
                  <a:lnTo>
                    <a:pt x="473" y="4087"/>
                  </a:lnTo>
                  <a:cubicBezTo>
                    <a:pt x="857" y="2927"/>
                    <a:pt x="536" y="2249"/>
                    <a:pt x="384" y="1473"/>
                  </a:cubicBezTo>
                  <a:cubicBezTo>
                    <a:pt x="232" y="706"/>
                    <a:pt x="473" y="1"/>
                    <a:pt x="473"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85"/>
            <p:cNvSpPr/>
            <p:nvPr/>
          </p:nvSpPr>
          <p:spPr>
            <a:xfrm>
              <a:off x="4503781" y="2251752"/>
              <a:ext cx="30838" cy="148450"/>
            </a:xfrm>
            <a:custGeom>
              <a:rect b="b" l="l" r="r" t="t"/>
              <a:pathLst>
                <a:path extrusionOk="0" h="4087" w="849">
                  <a:moveTo>
                    <a:pt x="384" y="1"/>
                  </a:moveTo>
                  <a:cubicBezTo>
                    <a:pt x="384" y="1"/>
                    <a:pt x="625" y="706"/>
                    <a:pt x="474" y="1473"/>
                  </a:cubicBezTo>
                  <a:cubicBezTo>
                    <a:pt x="322" y="2249"/>
                    <a:pt x="1"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85"/>
            <p:cNvSpPr/>
            <p:nvPr/>
          </p:nvSpPr>
          <p:spPr>
            <a:xfrm>
              <a:off x="4503454" y="2231013"/>
              <a:ext cx="62257" cy="10425"/>
            </a:xfrm>
            <a:custGeom>
              <a:rect b="b" l="l" r="r" t="t"/>
              <a:pathLst>
                <a:path extrusionOk="0" h="287" w="1714">
                  <a:moveTo>
                    <a:pt x="1" y="1"/>
                  </a:moveTo>
                  <a:lnTo>
                    <a:pt x="1" y="286"/>
                  </a:lnTo>
                  <a:lnTo>
                    <a:pt x="1714" y="286"/>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85"/>
            <p:cNvSpPr/>
            <p:nvPr/>
          </p:nvSpPr>
          <p:spPr>
            <a:xfrm>
              <a:off x="4509302" y="2400161"/>
              <a:ext cx="50924" cy="10425"/>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85"/>
            <p:cNvSpPr/>
            <p:nvPr/>
          </p:nvSpPr>
          <p:spPr>
            <a:xfrm>
              <a:off x="4503454" y="2410549"/>
              <a:ext cx="62257" cy="10388"/>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85"/>
            <p:cNvSpPr/>
            <p:nvPr/>
          </p:nvSpPr>
          <p:spPr>
            <a:xfrm>
              <a:off x="4007377" y="2195054"/>
              <a:ext cx="113471" cy="301731"/>
            </a:xfrm>
            <a:custGeom>
              <a:rect b="b" l="l" r="r" t="t"/>
              <a:pathLst>
                <a:path extrusionOk="0" h="8307" w="3124">
                  <a:moveTo>
                    <a:pt x="1" y="1"/>
                  </a:moveTo>
                  <a:lnTo>
                    <a:pt x="1" y="8306"/>
                  </a:lnTo>
                  <a:lnTo>
                    <a:pt x="3123" y="8306"/>
                  </a:lnTo>
                  <a:lnTo>
                    <a:pt x="3123" y="1"/>
                  </a:ln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85"/>
            <p:cNvSpPr/>
            <p:nvPr/>
          </p:nvSpPr>
          <p:spPr>
            <a:xfrm>
              <a:off x="4007377" y="2195054"/>
              <a:ext cx="56736" cy="301731"/>
            </a:xfrm>
            <a:custGeom>
              <a:rect b="b" l="l" r="r" t="t"/>
              <a:pathLst>
                <a:path extrusionOk="0" h="8307" w="1562">
                  <a:moveTo>
                    <a:pt x="1" y="1"/>
                  </a:moveTo>
                  <a:lnTo>
                    <a:pt x="1" y="8306"/>
                  </a:lnTo>
                  <a:lnTo>
                    <a:pt x="1562" y="8306"/>
                  </a:lnTo>
                  <a:lnTo>
                    <a:pt x="1562"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85"/>
            <p:cNvSpPr/>
            <p:nvPr/>
          </p:nvSpPr>
          <p:spPr>
            <a:xfrm>
              <a:off x="4190473" y="2289672"/>
              <a:ext cx="375248" cy="65163"/>
            </a:xfrm>
            <a:custGeom>
              <a:rect b="b" l="l" r="r" t="t"/>
              <a:pathLst>
                <a:path extrusionOk="0" h="1794" w="10331">
                  <a:moveTo>
                    <a:pt x="1891" y="1"/>
                  </a:moveTo>
                  <a:lnTo>
                    <a:pt x="0" y="1794"/>
                  </a:lnTo>
                  <a:lnTo>
                    <a:pt x="10331" y="1794"/>
                  </a:lnTo>
                  <a:lnTo>
                    <a:pt x="1033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85"/>
            <p:cNvSpPr/>
            <p:nvPr/>
          </p:nvSpPr>
          <p:spPr>
            <a:xfrm>
              <a:off x="4190473" y="2354796"/>
              <a:ext cx="375248" cy="10425"/>
            </a:xfrm>
            <a:custGeom>
              <a:rect b="b" l="l" r="r" t="t"/>
              <a:pathLst>
                <a:path extrusionOk="0" h="287" w="10331">
                  <a:moveTo>
                    <a:pt x="0" y="1"/>
                  </a:moveTo>
                  <a:lnTo>
                    <a:pt x="0" y="286"/>
                  </a:lnTo>
                  <a:lnTo>
                    <a:pt x="10331" y="286"/>
                  </a:lnTo>
                  <a:lnTo>
                    <a:pt x="1033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85"/>
            <p:cNvSpPr/>
            <p:nvPr/>
          </p:nvSpPr>
          <p:spPr>
            <a:xfrm>
              <a:off x="4463283" y="2429654"/>
              <a:ext cx="15582" cy="67124"/>
            </a:xfrm>
            <a:custGeom>
              <a:rect b="b" l="l" r="r" t="t"/>
              <a:pathLst>
                <a:path extrusionOk="0" h="1848" w="429">
                  <a:moveTo>
                    <a:pt x="1" y="0"/>
                  </a:moveTo>
                  <a:lnTo>
                    <a:pt x="1"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85"/>
            <p:cNvSpPr/>
            <p:nvPr/>
          </p:nvSpPr>
          <p:spPr>
            <a:xfrm>
              <a:off x="4473344" y="2429654"/>
              <a:ext cx="5521" cy="67124"/>
            </a:xfrm>
            <a:custGeom>
              <a:rect b="b" l="l" r="r" t="t"/>
              <a:pathLst>
                <a:path extrusionOk="0" h="1848" w="152">
                  <a:moveTo>
                    <a:pt x="0" y="0"/>
                  </a:moveTo>
                  <a:lnTo>
                    <a:pt x="0" y="1847"/>
                  </a:lnTo>
                  <a:lnTo>
                    <a:pt x="152" y="1847"/>
                  </a:lnTo>
                  <a:lnTo>
                    <a:pt x="152"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85"/>
            <p:cNvSpPr/>
            <p:nvPr/>
          </p:nvSpPr>
          <p:spPr>
            <a:xfrm>
              <a:off x="4457798" y="2415707"/>
              <a:ext cx="177581" cy="42824"/>
            </a:xfrm>
            <a:custGeom>
              <a:rect b="b" l="l" r="r" t="t"/>
              <a:pathLst>
                <a:path extrusionOk="0" h="1179" w="4889">
                  <a:moveTo>
                    <a:pt x="0" y="1"/>
                  </a:moveTo>
                  <a:lnTo>
                    <a:pt x="1240" y="1178"/>
                  </a:lnTo>
                  <a:lnTo>
                    <a:pt x="4889" y="1178"/>
                  </a:lnTo>
                  <a:lnTo>
                    <a:pt x="3649"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85"/>
            <p:cNvSpPr/>
            <p:nvPr/>
          </p:nvSpPr>
          <p:spPr>
            <a:xfrm>
              <a:off x="4605844" y="2469825"/>
              <a:ext cx="15619" cy="26951"/>
            </a:xfrm>
            <a:custGeom>
              <a:rect b="b" l="l" r="r" t="t"/>
              <a:pathLst>
                <a:path extrusionOk="0" h="742" w="430">
                  <a:moveTo>
                    <a:pt x="1" y="1"/>
                  </a:moveTo>
                  <a:lnTo>
                    <a:pt x="1" y="741"/>
                  </a:lnTo>
                  <a:lnTo>
                    <a:pt x="429" y="741"/>
                  </a:lnTo>
                  <a:lnTo>
                    <a:pt x="429"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85"/>
            <p:cNvSpPr/>
            <p:nvPr/>
          </p:nvSpPr>
          <p:spPr>
            <a:xfrm>
              <a:off x="4605844" y="2469825"/>
              <a:ext cx="5557" cy="26951"/>
            </a:xfrm>
            <a:custGeom>
              <a:rect b="b" l="l" r="r" t="t"/>
              <a:pathLst>
                <a:path extrusionOk="0" h="742" w="153">
                  <a:moveTo>
                    <a:pt x="1" y="1"/>
                  </a:moveTo>
                  <a:lnTo>
                    <a:pt x="1" y="741"/>
                  </a:lnTo>
                  <a:lnTo>
                    <a:pt x="153" y="741"/>
                  </a:lnTo>
                  <a:lnTo>
                    <a:pt x="153"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85"/>
            <p:cNvSpPr/>
            <p:nvPr/>
          </p:nvSpPr>
          <p:spPr>
            <a:xfrm>
              <a:off x="4516421" y="2469825"/>
              <a:ext cx="15582" cy="26951"/>
            </a:xfrm>
            <a:custGeom>
              <a:rect b="b" l="l" r="r" t="t"/>
              <a:pathLst>
                <a:path extrusionOk="0" h="742" w="429">
                  <a:moveTo>
                    <a:pt x="1" y="1"/>
                  </a:moveTo>
                  <a:lnTo>
                    <a:pt x="1" y="741"/>
                  </a:lnTo>
                  <a:lnTo>
                    <a:pt x="429" y="741"/>
                  </a:lnTo>
                  <a:lnTo>
                    <a:pt x="429"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85"/>
            <p:cNvSpPr/>
            <p:nvPr/>
          </p:nvSpPr>
          <p:spPr>
            <a:xfrm>
              <a:off x="4526482" y="2469825"/>
              <a:ext cx="5521" cy="26951"/>
            </a:xfrm>
            <a:custGeom>
              <a:rect b="b" l="l" r="r" t="t"/>
              <a:pathLst>
                <a:path extrusionOk="0" h="742" w="152">
                  <a:moveTo>
                    <a:pt x="0" y="1"/>
                  </a:moveTo>
                  <a:lnTo>
                    <a:pt x="0" y="741"/>
                  </a:lnTo>
                  <a:lnTo>
                    <a:pt x="152" y="741"/>
                  </a:lnTo>
                  <a:lnTo>
                    <a:pt x="152"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85"/>
            <p:cNvSpPr/>
            <p:nvPr/>
          </p:nvSpPr>
          <p:spPr>
            <a:xfrm>
              <a:off x="4561133" y="2429654"/>
              <a:ext cx="15619" cy="67124"/>
            </a:xfrm>
            <a:custGeom>
              <a:rect b="b" l="l" r="r" t="t"/>
              <a:pathLst>
                <a:path extrusionOk="0" h="1848" w="430">
                  <a:moveTo>
                    <a:pt x="1" y="0"/>
                  </a:moveTo>
                  <a:lnTo>
                    <a:pt x="1"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85"/>
            <p:cNvSpPr/>
            <p:nvPr/>
          </p:nvSpPr>
          <p:spPr>
            <a:xfrm>
              <a:off x="4571194" y="2429654"/>
              <a:ext cx="5557" cy="67124"/>
            </a:xfrm>
            <a:custGeom>
              <a:rect b="b" l="l" r="r" t="t"/>
              <a:pathLst>
                <a:path extrusionOk="0" h="1848" w="153">
                  <a:moveTo>
                    <a:pt x="0" y="0"/>
                  </a:moveTo>
                  <a:lnTo>
                    <a:pt x="0" y="1847"/>
                  </a:lnTo>
                  <a:lnTo>
                    <a:pt x="152" y="1847"/>
                  </a:lnTo>
                  <a:lnTo>
                    <a:pt x="152"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85"/>
            <p:cNvSpPr/>
            <p:nvPr/>
          </p:nvSpPr>
          <p:spPr>
            <a:xfrm>
              <a:off x="4508975" y="2319491"/>
              <a:ext cx="119937" cy="139043"/>
            </a:xfrm>
            <a:custGeom>
              <a:rect b="b" l="l" r="r" t="t"/>
              <a:pathLst>
                <a:path extrusionOk="0" h="3828" w="3302">
                  <a:moveTo>
                    <a:pt x="1" y="0"/>
                  </a:moveTo>
                  <a:lnTo>
                    <a:pt x="1" y="3827"/>
                  </a:lnTo>
                  <a:lnTo>
                    <a:pt x="3301" y="3827"/>
                  </a:lnTo>
                  <a:lnTo>
                    <a:pt x="3301"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85"/>
            <p:cNvSpPr/>
            <p:nvPr/>
          </p:nvSpPr>
          <p:spPr>
            <a:xfrm>
              <a:off x="4516421" y="2326937"/>
              <a:ext cx="105045" cy="131596"/>
            </a:xfrm>
            <a:custGeom>
              <a:rect b="b" l="l" r="r" t="t"/>
              <a:pathLst>
                <a:path extrusionOk="0" h="3623" w="2892">
                  <a:moveTo>
                    <a:pt x="1" y="0"/>
                  </a:moveTo>
                  <a:lnTo>
                    <a:pt x="1" y="3622"/>
                  </a:lnTo>
                  <a:lnTo>
                    <a:pt x="2891" y="3622"/>
                  </a:lnTo>
                  <a:lnTo>
                    <a:pt x="2891"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85"/>
            <p:cNvSpPr/>
            <p:nvPr/>
          </p:nvSpPr>
          <p:spPr>
            <a:xfrm>
              <a:off x="4502837" y="2458493"/>
              <a:ext cx="132541" cy="12023"/>
            </a:xfrm>
            <a:custGeom>
              <a:rect b="b" l="l" r="r" t="t"/>
              <a:pathLst>
                <a:path extrusionOk="0" h="331" w="3649">
                  <a:moveTo>
                    <a:pt x="0" y="0"/>
                  </a:moveTo>
                  <a:lnTo>
                    <a:pt x="0" y="330"/>
                  </a:lnTo>
                  <a:lnTo>
                    <a:pt x="3649" y="330"/>
                  </a:lnTo>
                  <a:lnTo>
                    <a:pt x="3649"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85"/>
            <p:cNvSpPr/>
            <p:nvPr/>
          </p:nvSpPr>
          <p:spPr>
            <a:xfrm>
              <a:off x="4457798" y="2415707"/>
              <a:ext cx="45076" cy="54811"/>
            </a:xfrm>
            <a:custGeom>
              <a:rect b="b" l="l" r="r" t="t"/>
              <a:pathLst>
                <a:path extrusionOk="0" h="1509" w="1241">
                  <a:moveTo>
                    <a:pt x="0" y="1"/>
                  </a:moveTo>
                  <a:lnTo>
                    <a:pt x="0" y="331"/>
                  </a:lnTo>
                  <a:lnTo>
                    <a:pt x="1240" y="1508"/>
                  </a:lnTo>
                  <a:lnTo>
                    <a:pt x="1240" y="1178"/>
                  </a:lnTo>
                  <a:lnTo>
                    <a:pt x="0"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85"/>
            <p:cNvSpPr/>
            <p:nvPr/>
          </p:nvSpPr>
          <p:spPr>
            <a:xfrm>
              <a:off x="4621426" y="2306198"/>
              <a:ext cx="7482" cy="152337"/>
            </a:xfrm>
            <a:custGeom>
              <a:rect b="b" l="l" r="r" t="t"/>
              <a:pathLst>
                <a:path extrusionOk="0" h="4194" w="206">
                  <a:moveTo>
                    <a:pt x="0" y="1"/>
                  </a:moveTo>
                  <a:lnTo>
                    <a:pt x="0" y="4193"/>
                  </a:lnTo>
                  <a:lnTo>
                    <a:pt x="205" y="4193"/>
                  </a:lnTo>
                  <a:lnTo>
                    <a:pt x="205"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85"/>
            <p:cNvSpPr/>
            <p:nvPr/>
          </p:nvSpPr>
          <p:spPr>
            <a:xfrm>
              <a:off x="4616232" y="2297117"/>
              <a:ext cx="17871" cy="18198"/>
            </a:xfrm>
            <a:custGeom>
              <a:rect b="b" l="l" r="r" t="t"/>
              <a:pathLst>
                <a:path extrusionOk="0" h="501" w="492">
                  <a:moveTo>
                    <a:pt x="241" y="1"/>
                  </a:moveTo>
                  <a:cubicBezTo>
                    <a:pt x="108" y="1"/>
                    <a:pt x="0" y="117"/>
                    <a:pt x="0" y="251"/>
                  </a:cubicBezTo>
                  <a:cubicBezTo>
                    <a:pt x="0" y="384"/>
                    <a:pt x="108" y="500"/>
                    <a:pt x="241" y="500"/>
                  </a:cubicBezTo>
                  <a:cubicBezTo>
                    <a:pt x="384" y="500"/>
                    <a:pt x="491" y="384"/>
                    <a:pt x="491" y="251"/>
                  </a:cubicBezTo>
                  <a:cubicBezTo>
                    <a:pt x="491" y="117"/>
                    <a:pt x="384" y="1"/>
                    <a:pt x="241"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85"/>
            <p:cNvSpPr/>
            <p:nvPr/>
          </p:nvSpPr>
          <p:spPr>
            <a:xfrm>
              <a:off x="4616232" y="2299733"/>
              <a:ext cx="17544" cy="15582"/>
            </a:xfrm>
            <a:custGeom>
              <a:rect b="b" l="l" r="r" t="t"/>
              <a:pathLst>
                <a:path extrusionOk="0" h="429" w="483">
                  <a:moveTo>
                    <a:pt x="72" y="0"/>
                  </a:moveTo>
                  <a:cubicBezTo>
                    <a:pt x="27" y="45"/>
                    <a:pt x="0" y="107"/>
                    <a:pt x="0" y="179"/>
                  </a:cubicBezTo>
                  <a:cubicBezTo>
                    <a:pt x="0" y="312"/>
                    <a:pt x="108" y="428"/>
                    <a:pt x="241" y="428"/>
                  </a:cubicBezTo>
                  <a:cubicBezTo>
                    <a:pt x="366" y="428"/>
                    <a:pt x="464" y="339"/>
                    <a:pt x="482" y="223"/>
                  </a:cubicBezTo>
                  <a:lnTo>
                    <a:pt x="482" y="223"/>
                  </a:lnTo>
                  <a:cubicBezTo>
                    <a:pt x="447" y="268"/>
                    <a:pt x="384" y="295"/>
                    <a:pt x="313" y="295"/>
                  </a:cubicBezTo>
                  <a:cubicBezTo>
                    <a:pt x="179" y="295"/>
                    <a:pt x="72" y="187"/>
                    <a:pt x="72" y="45"/>
                  </a:cubicBezTo>
                  <a:cubicBezTo>
                    <a:pt x="72" y="27"/>
                    <a:pt x="72" y="18"/>
                    <a:pt x="72"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85"/>
            <p:cNvSpPr/>
            <p:nvPr/>
          </p:nvSpPr>
          <p:spPr>
            <a:xfrm>
              <a:off x="4508975" y="2306198"/>
              <a:ext cx="7482" cy="152337"/>
            </a:xfrm>
            <a:custGeom>
              <a:rect b="b" l="l" r="r" t="t"/>
              <a:pathLst>
                <a:path extrusionOk="0" h="4194" w="206">
                  <a:moveTo>
                    <a:pt x="1" y="1"/>
                  </a:moveTo>
                  <a:lnTo>
                    <a:pt x="1" y="4193"/>
                  </a:lnTo>
                  <a:lnTo>
                    <a:pt x="206" y="4193"/>
                  </a:lnTo>
                  <a:lnTo>
                    <a:pt x="206"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85"/>
            <p:cNvSpPr/>
            <p:nvPr/>
          </p:nvSpPr>
          <p:spPr>
            <a:xfrm>
              <a:off x="4503781" y="2297117"/>
              <a:ext cx="17871" cy="18198"/>
            </a:xfrm>
            <a:custGeom>
              <a:rect b="b" l="l" r="r" t="t"/>
              <a:pathLst>
                <a:path extrusionOk="0" h="501" w="492">
                  <a:moveTo>
                    <a:pt x="242" y="1"/>
                  </a:moveTo>
                  <a:cubicBezTo>
                    <a:pt x="108" y="1"/>
                    <a:pt x="1" y="117"/>
                    <a:pt x="1" y="251"/>
                  </a:cubicBezTo>
                  <a:cubicBezTo>
                    <a:pt x="1" y="384"/>
                    <a:pt x="108" y="500"/>
                    <a:pt x="242" y="500"/>
                  </a:cubicBezTo>
                  <a:cubicBezTo>
                    <a:pt x="384" y="500"/>
                    <a:pt x="492" y="384"/>
                    <a:pt x="492" y="251"/>
                  </a:cubicBezTo>
                  <a:cubicBezTo>
                    <a:pt x="492" y="117"/>
                    <a:pt x="384" y="1"/>
                    <a:pt x="242"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85"/>
            <p:cNvSpPr/>
            <p:nvPr/>
          </p:nvSpPr>
          <p:spPr>
            <a:xfrm>
              <a:off x="4503781" y="2299733"/>
              <a:ext cx="17544" cy="15582"/>
            </a:xfrm>
            <a:custGeom>
              <a:rect b="b" l="l" r="r" t="t"/>
              <a:pathLst>
                <a:path extrusionOk="0" h="429" w="483">
                  <a:moveTo>
                    <a:pt x="72" y="0"/>
                  </a:moveTo>
                  <a:cubicBezTo>
                    <a:pt x="28" y="45"/>
                    <a:pt x="1" y="107"/>
                    <a:pt x="1" y="179"/>
                  </a:cubicBezTo>
                  <a:cubicBezTo>
                    <a:pt x="1" y="312"/>
                    <a:pt x="108" y="428"/>
                    <a:pt x="242" y="428"/>
                  </a:cubicBezTo>
                  <a:cubicBezTo>
                    <a:pt x="367" y="428"/>
                    <a:pt x="465" y="339"/>
                    <a:pt x="483" y="223"/>
                  </a:cubicBezTo>
                  <a:lnTo>
                    <a:pt x="483" y="223"/>
                  </a:lnTo>
                  <a:cubicBezTo>
                    <a:pt x="447" y="268"/>
                    <a:pt x="384" y="295"/>
                    <a:pt x="313" y="295"/>
                  </a:cubicBezTo>
                  <a:cubicBezTo>
                    <a:pt x="179" y="295"/>
                    <a:pt x="72" y="187"/>
                    <a:pt x="72" y="45"/>
                  </a:cubicBezTo>
                  <a:cubicBezTo>
                    <a:pt x="72" y="27"/>
                    <a:pt x="72" y="18"/>
                    <a:pt x="72"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85"/>
            <p:cNvSpPr/>
            <p:nvPr/>
          </p:nvSpPr>
          <p:spPr>
            <a:xfrm>
              <a:off x="4410799" y="2429654"/>
              <a:ext cx="15582" cy="67124"/>
            </a:xfrm>
            <a:custGeom>
              <a:rect b="b" l="l" r="r" t="t"/>
              <a:pathLst>
                <a:path extrusionOk="0" h="1848" w="429">
                  <a:moveTo>
                    <a:pt x="1" y="0"/>
                  </a:moveTo>
                  <a:lnTo>
                    <a:pt x="1"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85"/>
            <p:cNvSpPr/>
            <p:nvPr/>
          </p:nvSpPr>
          <p:spPr>
            <a:xfrm>
              <a:off x="4410799" y="2429654"/>
              <a:ext cx="5884" cy="67124"/>
            </a:xfrm>
            <a:custGeom>
              <a:rect b="b" l="l" r="r" t="t"/>
              <a:pathLst>
                <a:path extrusionOk="0" h="1848" w="162">
                  <a:moveTo>
                    <a:pt x="1" y="0"/>
                  </a:moveTo>
                  <a:lnTo>
                    <a:pt x="1" y="1847"/>
                  </a:lnTo>
                  <a:lnTo>
                    <a:pt x="161" y="1847"/>
                  </a:lnTo>
                  <a:lnTo>
                    <a:pt x="161"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85"/>
            <p:cNvSpPr/>
            <p:nvPr/>
          </p:nvSpPr>
          <p:spPr>
            <a:xfrm>
              <a:off x="4254617" y="2415707"/>
              <a:ext cx="177290" cy="42824"/>
            </a:xfrm>
            <a:custGeom>
              <a:rect b="b" l="l" r="r" t="t"/>
              <a:pathLst>
                <a:path extrusionOk="0" h="1179" w="4881">
                  <a:moveTo>
                    <a:pt x="1232" y="1"/>
                  </a:moveTo>
                  <a:lnTo>
                    <a:pt x="1" y="1178"/>
                  </a:lnTo>
                  <a:lnTo>
                    <a:pt x="3649" y="1178"/>
                  </a:lnTo>
                  <a:lnTo>
                    <a:pt x="4880"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85"/>
            <p:cNvSpPr/>
            <p:nvPr/>
          </p:nvSpPr>
          <p:spPr>
            <a:xfrm>
              <a:off x="4268237" y="2469825"/>
              <a:ext cx="15582" cy="26951"/>
            </a:xfrm>
            <a:custGeom>
              <a:rect b="b" l="l" r="r" t="t"/>
              <a:pathLst>
                <a:path extrusionOk="0" h="742" w="429">
                  <a:moveTo>
                    <a:pt x="0" y="1"/>
                  </a:moveTo>
                  <a:lnTo>
                    <a:pt x="0" y="741"/>
                  </a:lnTo>
                  <a:lnTo>
                    <a:pt x="428" y="741"/>
                  </a:lnTo>
                  <a:lnTo>
                    <a:pt x="428"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85"/>
            <p:cNvSpPr/>
            <p:nvPr/>
          </p:nvSpPr>
          <p:spPr>
            <a:xfrm>
              <a:off x="4278262" y="2469825"/>
              <a:ext cx="5557" cy="26951"/>
            </a:xfrm>
            <a:custGeom>
              <a:rect b="b" l="l" r="r" t="t"/>
              <a:pathLst>
                <a:path extrusionOk="0" h="742" w="153">
                  <a:moveTo>
                    <a:pt x="1" y="1"/>
                  </a:moveTo>
                  <a:lnTo>
                    <a:pt x="1" y="741"/>
                  </a:lnTo>
                  <a:lnTo>
                    <a:pt x="152" y="741"/>
                  </a:lnTo>
                  <a:lnTo>
                    <a:pt x="152"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85"/>
            <p:cNvSpPr/>
            <p:nvPr/>
          </p:nvSpPr>
          <p:spPr>
            <a:xfrm>
              <a:off x="4357660" y="2469825"/>
              <a:ext cx="15909" cy="26951"/>
            </a:xfrm>
            <a:custGeom>
              <a:rect b="b" l="l" r="r" t="t"/>
              <a:pathLst>
                <a:path extrusionOk="0" h="742" w="438">
                  <a:moveTo>
                    <a:pt x="0" y="1"/>
                  </a:moveTo>
                  <a:lnTo>
                    <a:pt x="0" y="741"/>
                  </a:lnTo>
                  <a:lnTo>
                    <a:pt x="438" y="741"/>
                  </a:lnTo>
                  <a:lnTo>
                    <a:pt x="438"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85"/>
            <p:cNvSpPr/>
            <p:nvPr/>
          </p:nvSpPr>
          <p:spPr>
            <a:xfrm>
              <a:off x="4357660" y="2469825"/>
              <a:ext cx="5884" cy="26951"/>
            </a:xfrm>
            <a:custGeom>
              <a:rect b="b" l="l" r="r" t="t"/>
              <a:pathLst>
                <a:path extrusionOk="0" h="742" w="162">
                  <a:moveTo>
                    <a:pt x="0" y="1"/>
                  </a:moveTo>
                  <a:lnTo>
                    <a:pt x="0" y="741"/>
                  </a:lnTo>
                  <a:lnTo>
                    <a:pt x="161" y="741"/>
                  </a:lnTo>
                  <a:lnTo>
                    <a:pt x="161"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85"/>
            <p:cNvSpPr/>
            <p:nvPr/>
          </p:nvSpPr>
          <p:spPr>
            <a:xfrm>
              <a:off x="4312949" y="2429654"/>
              <a:ext cx="15582" cy="67124"/>
            </a:xfrm>
            <a:custGeom>
              <a:rect b="b" l="l" r="r" t="t"/>
              <a:pathLst>
                <a:path extrusionOk="0" h="1848" w="429">
                  <a:moveTo>
                    <a:pt x="0" y="0"/>
                  </a:moveTo>
                  <a:lnTo>
                    <a:pt x="0"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85"/>
            <p:cNvSpPr/>
            <p:nvPr/>
          </p:nvSpPr>
          <p:spPr>
            <a:xfrm>
              <a:off x="4312949" y="2429654"/>
              <a:ext cx="5848" cy="67124"/>
            </a:xfrm>
            <a:custGeom>
              <a:rect b="b" l="l" r="r" t="t"/>
              <a:pathLst>
                <a:path extrusionOk="0" h="1848" w="161">
                  <a:moveTo>
                    <a:pt x="0" y="0"/>
                  </a:moveTo>
                  <a:lnTo>
                    <a:pt x="0" y="1847"/>
                  </a:lnTo>
                  <a:lnTo>
                    <a:pt x="161" y="1847"/>
                  </a:lnTo>
                  <a:lnTo>
                    <a:pt x="161"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85"/>
            <p:cNvSpPr/>
            <p:nvPr/>
          </p:nvSpPr>
          <p:spPr>
            <a:xfrm>
              <a:off x="4261082" y="2319491"/>
              <a:ext cx="119610" cy="139043"/>
            </a:xfrm>
            <a:custGeom>
              <a:rect b="b" l="l" r="r" t="t"/>
              <a:pathLst>
                <a:path extrusionOk="0" h="3828" w="3293">
                  <a:moveTo>
                    <a:pt x="1" y="0"/>
                  </a:moveTo>
                  <a:lnTo>
                    <a:pt x="1" y="3827"/>
                  </a:lnTo>
                  <a:lnTo>
                    <a:pt x="3293" y="3827"/>
                  </a:lnTo>
                  <a:lnTo>
                    <a:pt x="3293"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85"/>
            <p:cNvSpPr/>
            <p:nvPr/>
          </p:nvSpPr>
          <p:spPr>
            <a:xfrm>
              <a:off x="4268237" y="2326937"/>
              <a:ext cx="105335" cy="131596"/>
            </a:xfrm>
            <a:custGeom>
              <a:rect b="b" l="l" r="r" t="t"/>
              <a:pathLst>
                <a:path extrusionOk="0" h="3623" w="2900">
                  <a:moveTo>
                    <a:pt x="0" y="0"/>
                  </a:moveTo>
                  <a:lnTo>
                    <a:pt x="0" y="3622"/>
                  </a:lnTo>
                  <a:lnTo>
                    <a:pt x="2900" y="3622"/>
                  </a:lnTo>
                  <a:lnTo>
                    <a:pt x="2900"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85"/>
            <p:cNvSpPr/>
            <p:nvPr/>
          </p:nvSpPr>
          <p:spPr>
            <a:xfrm>
              <a:off x="4254617" y="2458493"/>
              <a:ext cx="132577" cy="12023"/>
            </a:xfrm>
            <a:custGeom>
              <a:rect b="b" l="l" r="r" t="t"/>
              <a:pathLst>
                <a:path extrusionOk="0" h="331" w="3650">
                  <a:moveTo>
                    <a:pt x="1" y="0"/>
                  </a:moveTo>
                  <a:lnTo>
                    <a:pt x="1" y="330"/>
                  </a:lnTo>
                  <a:lnTo>
                    <a:pt x="3649" y="330"/>
                  </a:lnTo>
                  <a:lnTo>
                    <a:pt x="3649"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85"/>
            <p:cNvSpPr/>
            <p:nvPr/>
          </p:nvSpPr>
          <p:spPr>
            <a:xfrm>
              <a:off x="4387153" y="2415707"/>
              <a:ext cx="44749" cy="54811"/>
            </a:xfrm>
            <a:custGeom>
              <a:rect b="b" l="l" r="r" t="t"/>
              <a:pathLst>
                <a:path extrusionOk="0" h="1509" w="1232">
                  <a:moveTo>
                    <a:pt x="1231" y="1"/>
                  </a:moveTo>
                  <a:lnTo>
                    <a:pt x="0" y="1178"/>
                  </a:lnTo>
                  <a:lnTo>
                    <a:pt x="0" y="1508"/>
                  </a:lnTo>
                  <a:lnTo>
                    <a:pt x="1231" y="331"/>
                  </a:lnTo>
                  <a:lnTo>
                    <a:pt x="1231"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85"/>
            <p:cNvSpPr/>
            <p:nvPr/>
          </p:nvSpPr>
          <p:spPr>
            <a:xfrm>
              <a:off x="4261082" y="2306198"/>
              <a:ext cx="7192" cy="152337"/>
            </a:xfrm>
            <a:custGeom>
              <a:rect b="b" l="l" r="r" t="t"/>
              <a:pathLst>
                <a:path extrusionOk="0" h="4194" w="198">
                  <a:moveTo>
                    <a:pt x="1" y="1"/>
                  </a:moveTo>
                  <a:lnTo>
                    <a:pt x="1" y="4193"/>
                  </a:lnTo>
                  <a:lnTo>
                    <a:pt x="197" y="4193"/>
                  </a:lnTo>
                  <a:lnTo>
                    <a:pt x="197"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85"/>
            <p:cNvSpPr/>
            <p:nvPr/>
          </p:nvSpPr>
          <p:spPr>
            <a:xfrm>
              <a:off x="4255597" y="2297117"/>
              <a:ext cx="18161" cy="18198"/>
            </a:xfrm>
            <a:custGeom>
              <a:rect b="b" l="l" r="r" t="t"/>
              <a:pathLst>
                <a:path extrusionOk="0" h="501" w="500">
                  <a:moveTo>
                    <a:pt x="250" y="1"/>
                  </a:moveTo>
                  <a:cubicBezTo>
                    <a:pt x="116" y="1"/>
                    <a:pt x="0" y="117"/>
                    <a:pt x="0" y="251"/>
                  </a:cubicBezTo>
                  <a:cubicBezTo>
                    <a:pt x="0" y="384"/>
                    <a:pt x="116" y="500"/>
                    <a:pt x="250" y="500"/>
                  </a:cubicBezTo>
                  <a:cubicBezTo>
                    <a:pt x="384" y="500"/>
                    <a:pt x="500" y="384"/>
                    <a:pt x="500" y="251"/>
                  </a:cubicBezTo>
                  <a:cubicBezTo>
                    <a:pt x="500" y="117"/>
                    <a:pt x="384" y="1"/>
                    <a:pt x="250"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85"/>
            <p:cNvSpPr/>
            <p:nvPr/>
          </p:nvSpPr>
          <p:spPr>
            <a:xfrm>
              <a:off x="4255924" y="2299733"/>
              <a:ext cx="17834" cy="15582"/>
            </a:xfrm>
            <a:custGeom>
              <a:rect b="b" l="l" r="r" t="t"/>
              <a:pathLst>
                <a:path extrusionOk="0" h="429" w="491">
                  <a:moveTo>
                    <a:pt x="411" y="0"/>
                  </a:moveTo>
                  <a:cubicBezTo>
                    <a:pt x="411" y="18"/>
                    <a:pt x="420" y="27"/>
                    <a:pt x="420" y="45"/>
                  </a:cubicBezTo>
                  <a:cubicBezTo>
                    <a:pt x="420" y="187"/>
                    <a:pt x="304" y="295"/>
                    <a:pt x="170" y="295"/>
                  </a:cubicBezTo>
                  <a:cubicBezTo>
                    <a:pt x="98" y="295"/>
                    <a:pt x="45" y="268"/>
                    <a:pt x="0" y="223"/>
                  </a:cubicBezTo>
                  <a:lnTo>
                    <a:pt x="0" y="223"/>
                  </a:lnTo>
                  <a:cubicBezTo>
                    <a:pt x="18" y="339"/>
                    <a:pt x="116" y="428"/>
                    <a:pt x="241" y="428"/>
                  </a:cubicBezTo>
                  <a:cubicBezTo>
                    <a:pt x="375" y="428"/>
                    <a:pt x="491" y="312"/>
                    <a:pt x="491" y="179"/>
                  </a:cubicBezTo>
                  <a:cubicBezTo>
                    <a:pt x="491" y="107"/>
                    <a:pt x="455" y="45"/>
                    <a:pt x="411"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85"/>
            <p:cNvSpPr/>
            <p:nvPr/>
          </p:nvSpPr>
          <p:spPr>
            <a:xfrm>
              <a:off x="4373533" y="2306198"/>
              <a:ext cx="7156" cy="152337"/>
            </a:xfrm>
            <a:custGeom>
              <a:rect b="b" l="l" r="r" t="t"/>
              <a:pathLst>
                <a:path extrusionOk="0" h="4194" w="197">
                  <a:moveTo>
                    <a:pt x="1" y="1"/>
                  </a:moveTo>
                  <a:lnTo>
                    <a:pt x="1" y="4193"/>
                  </a:lnTo>
                  <a:lnTo>
                    <a:pt x="197" y="4193"/>
                  </a:lnTo>
                  <a:lnTo>
                    <a:pt x="197"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85"/>
            <p:cNvSpPr/>
            <p:nvPr/>
          </p:nvSpPr>
          <p:spPr>
            <a:xfrm>
              <a:off x="4368012" y="2297117"/>
              <a:ext cx="18198" cy="18198"/>
            </a:xfrm>
            <a:custGeom>
              <a:rect b="b" l="l" r="r" t="t"/>
              <a:pathLst>
                <a:path extrusionOk="0" h="501" w="501">
                  <a:moveTo>
                    <a:pt x="251" y="1"/>
                  </a:moveTo>
                  <a:cubicBezTo>
                    <a:pt x="117" y="1"/>
                    <a:pt x="1" y="117"/>
                    <a:pt x="1" y="251"/>
                  </a:cubicBezTo>
                  <a:cubicBezTo>
                    <a:pt x="1" y="384"/>
                    <a:pt x="117" y="500"/>
                    <a:pt x="251" y="500"/>
                  </a:cubicBezTo>
                  <a:cubicBezTo>
                    <a:pt x="385" y="500"/>
                    <a:pt x="501" y="384"/>
                    <a:pt x="501" y="251"/>
                  </a:cubicBezTo>
                  <a:cubicBezTo>
                    <a:pt x="501" y="117"/>
                    <a:pt x="385" y="1"/>
                    <a:pt x="251"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85"/>
            <p:cNvSpPr/>
            <p:nvPr/>
          </p:nvSpPr>
          <p:spPr>
            <a:xfrm>
              <a:off x="4368339" y="2299733"/>
              <a:ext cx="17871" cy="15582"/>
            </a:xfrm>
            <a:custGeom>
              <a:rect b="b" l="l" r="r" t="t"/>
              <a:pathLst>
                <a:path extrusionOk="0" h="429" w="492">
                  <a:moveTo>
                    <a:pt x="411" y="0"/>
                  </a:moveTo>
                  <a:cubicBezTo>
                    <a:pt x="411" y="18"/>
                    <a:pt x="411" y="27"/>
                    <a:pt x="411" y="45"/>
                  </a:cubicBezTo>
                  <a:cubicBezTo>
                    <a:pt x="411" y="187"/>
                    <a:pt x="304" y="295"/>
                    <a:pt x="170" y="295"/>
                  </a:cubicBezTo>
                  <a:cubicBezTo>
                    <a:pt x="99" y="295"/>
                    <a:pt x="45" y="268"/>
                    <a:pt x="1" y="223"/>
                  </a:cubicBezTo>
                  <a:lnTo>
                    <a:pt x="1" y="223"/>
                  </a:lnTo>
                  <a:cubicBezTo>
                    <a:pt x="19" y="339"/>
                    <a:pt x="117" y="428"/>
                    <a:pt x="242" y="428"/>
                  </a:cubicBezTo>
                  <a:cubicBezTo>
                    <a:pt x="376" y="428"/>
                    <a:pt x="492" y="312"/>
                    <a:pt x="492" y="179"/>
                  </a:cubicBezTo>
                  <a:cubicBezTo>
                    <a:pt x="492" y="107"/>
                    <a:pt x="456" y="45"/>
                    <a:pt x="411"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85"/>
            <p:cNvSpPr/>
            <p:nvPr/>
          </p:nvSpPr>
          <p:spPr>
            <a:xfrm>
              <a:off x="4402372" y="2236207"/>
              <a:ext cx="21757" cy="43769"/>
            </a:xfrm>
            <a:custGeom>
              <a:rect b="b" l="l" r="r" t="t"/>
              <a:pathLst>
                <a:path extrusionOk="0" h="1205" w="599">
                  <a:moveTo>
                    <a:pt x="1" y="1"/>
                  </a:moveTo>
                  <a:lnTo>
                    <a:pt x="1" y="911"/>
                  </a:lnTo>
                  <a:cubicBezTo>
                    <a:pt x="1" y="1071"/>
                    <a:pt x="134" y="1205"/>
                    <a:pt x="304" y="1205"/>
                  </a:cubicBezTo>
                  <a:cubicBezTo>
                    <a:pt x="464" y="1205"/>
                    <a:pt x="598" y="1071"/>
                    <a:pt x="598" y="911"/>
                  </a:cubicBezTo>
                  <a:lnTo>
                    <a:pt x="5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85"/>
            <p:cNvSpPr/>
            <p:nvPr/>
          </p:nvSpPr>
          <p:spPr>
            <a:xfrm>
              <a:off x="4401064" y="2234572"/>
              <a:ext cx="24663" cy="47038"/>
            </a:xfrm>
            <a:custGeom>
              <a:rect b="b" l="l" r="r" t="t"/>
              <a:pathLst>
                <a:path extrusionOk="0" h="1295" w="679">
                  <a:moveTo>
                    <a:pt x="599" y="81"/>
                  </a:moveTo>
                  <a:lnTo>
                    <a:pt x="599" y="956"/>
                  </a:lnTo>
                  <a:cubicBezTo>
                    <a:pt x="599" y="1098"/>
                    <a:pt x="483" y="1214"/>
                    <a:pt x="340" y="1214"/>
                  </a:cubicBezTo>
                  <a:cubicBezTo>
                    <a:pt x="197" y="1214"/>
                    <a:pt x="81" y="1098"/>
                    <a:pt x="81" y="956"/>
                  </a:cubicBezTo>
                  <a:lnTo>
                    <a:pt x="81" y="81"/>
                  </a:lnTo>
                  <a:close/>
                  <a:moveTo>
                    <a:pt x="1" y="1"/>
                  </a:moveTo>
                  <a:lnTo>
                    <a:pt x="1" y="956"/>
                  </a:lnTo>
                  <a:cubicBezTo>
                    <a:pt x="1" y="1143"/>
                    <a:pt x="153" y="1295"/>
                    <a:pt x="340" y="1295"/>
                  </a:cubicBezTo>
                  <a:cubicBezTo>
                    <a:pt x="527" y="1295"/>
                    <a:pt x="679" y="1143"/>
                    <a:pt x="679" y="956"/>
                  </a:cubicBezTo>
                  <a:lnTo>
                    <a:pt x="67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85"/>
            <p:cNvSpPr/>
            <p:nvPr/>
          </p:nvSpPr>
          <p:spPr>
            <a:xfrm>
              <a:off x="4413377" y="2279937"/>
              <a:ext cx="36" cy="46711"/>
            </a:xfrm>
            <a:custGeom>
              <a:rect b="b" l="l" r="r" t="t"/>
              <a:pathLst>
                <a:path extrusionOk="0" h="1286" w="1">
                  <a:moveTo>
                    <a:pt x="1" y="1"/>
                  </a:moveTo>
                  <a:lnTo>
                    <a:pt x="1" y="1286"/>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85"/>
            <p:cNvSpPr/>
            <p:nvPr/>
          </p:nvSpPr>
          <p:spPr>
            <a:xfrm>
              <a:off x="4411779" y="2279937"/>
              <a:ext cx="2942" cy="46711"/>
            </a:xfrm>
            <a:custGeom>
              <a:rect b="b" l="l" r="r" t="t"/>
              <a:pathLst>
                <a:path extrusionOk="0" h="1286" w="81">
                  <a:moveTo>
                    <a:pt x="0" y="1"/>
                  </a:moveTo>
                  <a:lnTo>
                    <a:pt x="0" y="1286"/>
                  </a:lnTo>
                  <a:lnTo>
                    <a:pt x="81" y="1286"/>
                  </a:lnTo>
                  <a:lnTo>
                    <a:pt x="8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85"/>
            <p:cNvSpPr/>
            <p:nvPr/>
          </p:nvSpPr>
          <p:spPr>
            <a:xfrm>
              <a:off x="4402045" y="2325957"/>
              <a:ext cx="22084" cy="36"/>
            </a:xfrm>
            <a:custGeom>
              <a:rect b="b" l="l" r="r" t="t"/>
              <a:pathLst>
                <a:path extrusionOk="0" h="1" w="608">
                  <a:moveTo>
                    <a:pt x="1" y="1"/>
                  </a:moveTo>
                  <a:lnTo>
                    <a:pt x="607" y="1"/>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85"/>
            <p:cNvSpPr/>
            <p:nvPr/>
          </p:nvSpPr>
          <p:spPr>
            <a:xfrm>
              <a:off x="4402045" y="2324358"/>
              <a:ext cx="22084" cy="2942"/>
            </a:xfrm>
            <a:custGeom>
              <a:rect b="b" l="l" r="r" t="t"/>
              <a:pathLst>
                <a:path extrusionOk="0" h="81" w="608">
                  <a:moveTo>
                    <a:pt x="1" y="0"/>
                  </a:moveTo>
                  <a:lnTo>
                    <a:pt x="1" y="80"/>
                  </a:lnTo>
                  <a:lnTo>
                    <a:pt x="607" y="80"/>
                  </a:lnTo>
                  <a:lnTo>
                    <a:pt x="6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85"/>
            <p:cNvSpPr/>
            <p:nvPr/>
          </p:nvSpPr>
          <p:spPr>
            <a:xfrm>
              <a:off x="4460704" y="2236207"/>
              <a:ext cx="21757" cy="43769"/>
            </a:xfrm>
            <a:custGeom>
              <a:rect b="b" l="l" r="r" t="t"/>
              <a:pathLst>
                <a:path extrusionOk="0" h="1205" w="599">
                  <a:moveTo>
                    <a:pt x="0" y="1"/>
                  </a:moveTo>
                  <a:lnTo>
                    <a:pt x="0" y="911"/>
                  </a:lnTo>
                  <a:cubicBezTo>
                    <a:pt x="0" y="1071"/>
                    <a:pt x="134" y="1205"/>
                    <a:pt x="295" y="1205"/>
                  </a:cubicBezTo>
                  <a:cubicBezTo>
                    <a:pt x="464" y="1205"/>
                    <a:pt x="598" y="1071"/>
                    <a:pt x="598" y="911"/>
                  </a:cubicBezTo>
                  <a:lnTo>
                    <a:pt x="5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85"/>
            <p:cNvSpPr/>
            <p:nvPr/>
          </p:nvSpPr>
          <p:spPr>
            <a:xfrm>
              <a:off x="4459070" y="2234572"/>
              <a:ext cx="24990" cy="47038"/>
            </a:xfrm>
            <a:custGeom>
              <a:rect b="b" l="l" r="r" t="t"/>
              <a:pathLst>
                <a:path extrusionOk="0" h="1295" w="688">
                  <a:moveTo>
                    <a:pt x="598" y="81"/>
                  </a:moveTo>
                  <a:lnTo>
                    <a:pt x="598" y="956"/>
                  </a:lnTo>
                  <a:cubicBezTo>
                    <a:pt x="598" y="1098"/>
                    <a:pt x="482" y="1214"/>
                    <a:pt x="340" y="1214"/>
                  </a:cubicBezTo>
                  <a:cubicBezTo>
                    <a:pt x="197" y="1214"/>
                    <a:pt x="81" y="1098"/>
                    <a:pt x="81" y="956"/>
                  </a:cubicBezTo>
                  <a:lnTo>
                    <a:pt x="81" y="81"/>
                  </a:lnTo>
                  <a:close/>
                  <a:moveTo>
                    <a:pt x="1" y="1"/>
                  </a:moveTo>
                  <a:lnTo>
                    <a:pt x="1" y="956"/>
                  </a:lnTo>
                  <a:cubicBezTo>
                    <a:pt x="1" y="1143"/>
                    <a:pt x="152" y="1295"/>
                    <a:pt x="340" y="1295"/>
                  </a:cubicBezTo>
                  <a:cubicBezTo>
                    <a:pt x="527" y="1295"/>
                    <a:pt x="688" y="1143"/>
                    <a:pt x="688" y="956"/>
                  </a:cubicBezTo>
                  <a:lnTo>
                    <a:pt x="68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85"/>
            <p:cNvSpPr/>
            <p:nvPr/>
          </p:nvSpPr>
          <p:spPr>
            <a:xfrm>
              <a:off x="4471383" y="2279937"/>
              <a:ext cx="36" cy="46711"/>
            </a:xfrm>
            <a:custGeom>
              <a:rect b="b" l="l" r="r" t="t"/>
              <a:pathLst>
                <a:path extrusionOk="0" h="1286" w="1">
                  <a:moveTo>
                    <a:pt x="1" y="1"/>
                  </a:moveTo>
                  <a:lnTo>
                    <a:pt x="1" y="1286"/>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85"/>
            <p:cNvSpPr/>
            <p:nvPr/>
          </p:nvSpPr>
          <p:spPr>
            <a:xfrm>
              <a:off x="4470111" y="2279937"/>
              <a:ext cx="2942" cy="46711"/>
            </a:xfrm>
            <a:custGeom>
              <a:rect b="b" l="l" r="r" t="t"/>
              <a:pathLst>
                <a:path extrusionOk="0" h="1286" w="81">
                  <a:moveTo>
                    <a:pt x="0" y="1"/>
                  </a:moveTo>
                  <a:lnTo>
                    <a:pt x="0" y="1286"/>
                  </a:lnTo>
                  <a:lnTo>
                    <a:pt x="80" y="1286"/>
                  </a:lnTo>
                  <a:lnTo>
                    <a:pt x="8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85"/>
            <p:cNvSpPr/>
            <p:nvPr/>
          </p:nvSpPr>
          <p:spPr>
            <a:xfrm>
              <a:off x="4460377" y="2325957"/>
              <a:ext cx="22084" cy="36"/>
            </a:xfrm>
            <a:custGeom>
              <a:rect b="b" l="l" r="r" t="t"/>
              <a:pathLst>
                <a:path extrusionOk="0" h="1" w="608">
                  <a:moveTo>
                    <a:pt x="0" y="1"/>
                  </a:moveTo>
                  <a:lnTo>
                    <a:pt x="607" y="1"/>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85"/>
            <p:cNvSpPr/>
            <p:nvPr/>
          </p:nvSpPr>
          <p:spPr>
            <a:xfrm>
              <a:off x="4460377" y="2324358"/>
              <a:ext cx="22084" cy="2942"/>
            </a:xfrm>
            <a:custGeom>
              <a:rect b="b" l="l" r="r" t="t"/>
              <a:pathLst>
                <a:path extrusionOk="0" h="81" w="608">
                  <a:moveTo>
                    <a:pt x="0" y="0"/>
                  </a:moveTo>
                  <a:lnTo>
                    <a:pt x="0" y="80"/>
                  </a:lnTo>
                  <a:lnTo>
                    <a:pt x="607" y="80"/>
                  </a:lnTo>
                  <a:lnTo>
                    <a:pt x="6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1" name="Google Shape;5371;p85"/>
          <p:cNvGrpSpPr/>
          <p:nvPr/>
        </p:nvGrpSpPr>
        <p:grpSpPr>
          <a:xfrm>
            <a:off x="3720527" y="3355494"/>
            <a:ext cx="1740199" cy="2502755"/>
            <a:chOff x="4025327" y="3355494"/>
            <a:chExt cx="1740199" cy="2502755"/>
          </a:xfrm>
        </p:grpSpPr>
        <p:sp>
          <p:nvSpPr>
            <p:cNvPr id="5372" name="Google Shape;5372;p85"/>
            <p:cNvSpPr/>
            <p:nvPr/>
          </p:nvSpPr>
          <p:spPr>
            <a:xfrm>
              <a:off x="4706126" y="3843812"/>
              <a:ext cx="153439" cy="2008135"/>
            </a:xfrm>
            <a:custGeom>
              <a:rect b="b" l="l" r="r" t="t"/>
              <a:pathLst>
                <a:path extrusionOk="0" h="19735" w="1508">
                  <a:moveTo>
                    <a:pt x="357" y="1"/>
                  </a:moveTo>
                  <a:cubicBezTo>
                    <a:pt x="357" y="1"/>
                    <a:pt x="0" y="982"/>
                    <a:pt x="357" y="3088"/>
                  </a:cubicBezTo>
                  <a:cubicBezTo>
                    <a:pt x="634" y="4720"/>
                    <a:pt x="357" y="19734"/>
                    <a:pt x="357" y="19734"/>
                  </a:cubicBezTo>
                  <a:lnTo>
                    <a:pt x="1151" y="19734"/>
                  </a:lnTo>
                  <a:cubicBezTo>
                    <a:pt x="1151" y="19734"/>
                    <a:pt x="874" y="4720"/>
                    <a:pt x="1151" y="3088"/>
                  </a:cubicBezTo>
                  <a:cubicBezTo>
                    <a:pt x="1508" y="982"/>
                    <a:pt x="1151" y="1"/>
                    <a:pt x="1151"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85"/>
            <p:cNvSpPr/>
            <p:nvPr/>
          </p:nvSpPr>
          <p:spPr>
            <a:xfrm>
              <a:off x="4775111" y="3843812"/>
              <a:ext cx="84453" cy="2008135"/>
            </a:xfrm>
            <a:custGeom>
              <a:rect b="b" l="l" r="r" t="t"/>
              <a:pathLst>
                <a:path extrusionOk="0" h="19735" w="830">
                  <a:moveTo>
                    <a:pt x="277" y="1"/>
                  </a:moveTo>
                  <a:cubicBezTo>
                    <a:pt x="277" y="1"/>
                    <a:pt x="634" y="982"/>
                    <a:pt x="277" y="3088"/>
                  </a:cubicBezTo>
                  <a:cubicBezTo>
                    <a:pt x="0" y="4720"/>
                    <a:pt x="277" y="19734"/>
                    <a:pt x="277" y="19734"/>
                  </a:cubicBezTo>
                  <a:lnTo>
                    <a:pt x="473" y="19734"/>
                  </a:lnTo>
                  <a:cubicBezTo>
                    <a:pt x="473" y="19734"/>
                    <a:pt x="196" y="4720"/>
                    <a:pt x="473" y="3088"/>
                  </a:cubicBezTo>
                  <a:cubicBezTo>
                    <a:pt x="830" y="982"/>
                    <a:pt x="473" y="1"/>
                    <a:pt x="473"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85"/>
            <p:cNvSpPr/>
            <p:nvPr/>
          </p:nvSpPr>
          <p:spPr>
            <a:xfrm>
              <a:off x="4298521" y="3355494"/>
              <a:ext cx="968660" cy="758075"/>
            </a:xfrm>
            <a:custGeom>
              <a:rect b="b" l="l" r="r" t="t"/>
              <a:pathLst>
                <a:path extrusionOk="0" h="7450" w="9520">
                  <a:moveTo>
                    <a:pt x="3712" y="0"/>
                  </a:moveTo>
                  <a:lnTo>
                    <a:pt x="3712" y="0"/>
                  </a:lnTo>
                  <a:cubicBezTo>
                    <a:pt x="3944" y="830"/>
                    <a:pt x="4042" y="1481"/>
                    <a:pt x="4042" y="1481"/>
                  </a:cubicBezTo>
                  <a:cubicBezTo>
                    <a:pt x="3426" y="456"/>
                    <a:pt x="2436" y="125"/>
                    <a:pt x="2436" y="125"/>
                  </a:cubicBezTo>
                  <a:lnTo>
                    <a:pt x="2436" y="125"/>
                  </a:lnTo>
                  <a:cubicBezTo>
                    <a:pt x="3533" y="884"/>
                    <a:pt x="3748" y="1945"/>
                    <a:pt x="3748" y="1945"/>
                  </a:cubicBezTo>
                  <a:cubicBezTo>
                    <a:pt x="2998" y="937"/>
                    <a:pt x="1562" y="919"/>
                    <a:pt x="1562" y="919"/>
                  </a:cubicBezTo>
                  <a:lnTo>
                    <a:pt x="1562" y="919"/>
                  </a:lnTo>
                  <a:cubicBezTo>
                    <a:pt x="2481" y="1214"/>
                    <a:pt x="3087" y="2017"/>
                    <a:pt x="3087" y="2017"/>
                  </a:cubicBezTo>
                  <a:cubicBezTo>
                    <a:pt x="3087" y="2017"/>
                    <a:pt x="2561" y="1597"/>
                    <a:pt x="1758" y="1526"/>
                  </a:cubicBezTo>
                  <a:cubicBezTo>
                    <a:pt x="1614" y="1513"/>
                    <a:pt x="1482" y="1508"/>
                    <a:pt x="1362" y="1508"/>
                  </a:cubicBezTo>
                  <a:cubicBezTo>
                    <a:pt x="826" y="1508"/>
                    <a:pt x="545" y="1615"/>
                    <a:pt x="545" y="1615"/>
                  </a:cubicBezTo>
                  <a:cubicBezTo>
                    <a:pt x="1954" y="1651"/>
                    <a:pt x="2436" y="2302"/>
                    <a:pt x="2436" y="2302"/>
                  </a:cubicBezTo>
                  <a:cubicBezTo>
                    <a:pt x="2107" y="2194"/>
                    <a:pt x="1771" y="2170"/>
                    <a:pt x="1534" y="2170"/>
                  </a:cubicBezTo>
                  <a:cubicBezTo>
                    <a:pt x="1340" y="2170"/>
                    <a:pt x="1214" y="2186"/>
                    <a:pt x="1214" y="2186"/>
                  </a:cubicBezTo>
                  <a:cubicBezTo>
                    <a:pt x="2186" y="2347"/>
                    <a:pt x="2606" y="2837"/>
                    <a:pt x="2606" y="2837"/>
                  </a:cubicBezTo>
                  <a:cubicBezTo>
                    <a:pt x="2606" y="2837"/>
                    <a:pt x="2146" y="2706"/>
                    <a:pt x="1646" y="2706"/>
                  </a:cubicBezTo>
                  <a:cubicBezTo>
                    <a:pt x="1396" y="2706"/>
                    <a:pt x="1137" y="2739"/>
                    <a:pt x="920" y="2837"/>
                  </a:cubicBezTo>
                  <a:cubicBezTo>
                    <a:pt x="259" y="3132"/>
                    <a:pt x="134" y="3720"/>
                    <a:pt x="134" y="3720"/>
                  </a:cubicBezTo>
                  <a:cubicBezTo>
                    <a:pt x="439" y="3339"/>
                    <a:pt x="929" y="3103"/>
                    <a:pt x="1520" y="3103"/>
                  </a:cubicBezTo>
                  <a:cubicBezTo>
                    <a:pt x="1552" y="3103"/>
                    <a:pt x="1583" y="3104"/>
                    <a:pt x="1615" y="3105"/>
                  </a:cubicBezTo>
                  <a:cubicBezTo>
                    <a:pt x="2168" y="3123"/>
                    <a:pt x="2436" y="3364"/>
                    <a:pt x="2436" y="3364"/>
                  </a:cubicBezTo>
                  <a:cubicBezTo>
                    <a:pt x="2436" y="3364"/>
                    <a:pt x="2270" y="3337"/>
                    <a:pt x="2019" y="3337"/>
                  </a:cubicBezTo>
                  <a:cubicBezTo>
                    <a:pt x="1709" y="3337"/>
                    <a:pt x="1271" y="3378"/>
                    <a:pt x="857" y="3560"/>
                  </a:cubicBezTo>
                  <a:cubicBezTo>
                    <a:pt x="108" y="3890"/>
                    <a:pt x="1" y="4488"/>
                    <a:pt x="1" y="4488"/>
                  </a:cubicBezTo>
                  <a:cubicBezTo>
                    <a:pt x="500" y="3935"/>
                    <a:pt x="1383" y="3828"/>
                    <a:pt x="1383" y="3828"/>
                  </a:cubicBezTo>
                  <a:lnTo>
                    <a:pt x="1383" y="3828"/>
                  </a:lnTo>
                  <a:cubicBezTo>
                    <a:pt x="242" y="4390"/>
                    <a:pt x="63" y="5362"/>
                    <a:pt x="63" y="5362"/>
                  </a:cubicBezTo>
                  <a:cubicBezTo>
                    <a:pt x="429" y="4969"/>
                    <a:pt x="1134" y="4755"/>
                    <a:pt x="1134" y="4755"/>
                  </a:cubicBezTo>
                  <a:lnTo>
                    <a:pt x="1134" y="4755"/>
                  </a:lnTo>
                  <a:cubicBezTo>
                    <a:pt x="384" y="5335"/>
                    <a:pt x="152" y="6156"/>
                    <a:pt x="152" y="6156"/>
                  </a:cubicBezTo>
                  <a:cubicBezTo>
                    <a:pt x="652" y="5469"/>
                    <a:pt x="1544" y="5157"/>
                    <a:pt x="1544" y="5157"/>
                  </a:cubicBezTo>
                  <a:lnTo>
                    <a:pt x="1544" y="5157"/>
                  </a:lnTo>
                  <a:cubicBezTo>
                    <a:pt x="1160" y="5630"/>
                    <a:pt x="1044" y="6272"/>
                    <a:pt x="1044" y="6272"/>
                  </a:cubicBezTo>
                  <a:cubicBezTo>
                    <a:pt x="1624" y="4961"/>
                    <a:pt x="2659" y="4755"/>
                    <a:pt x="2659" y="4755"/>
                  </a:cubicBezTo>
                  <a:lnTo>
                    <a:pt x="2659" y="4755"/>
                  </a:lnTo>
                  <a:cubicBezTo>
                    <a:pt x="1642" y="5273"/>
                    <a:pt x="1473" y="6647"/>
                    <a:pt x="1473" y="6647"/>
                  </a:cubicBezTo>
                  <a:cubicBezTo>
                    <a:pt x="1963" y="5362"/>
                    <a:pt x="2891" y="4969"/>
                    <a:pt x="2891" y="4969"/>
                  </a:cubicBezTo>
                  <a:lnTo>
                    <a:pt x="2891" y="4969"/>
                  </a:lnTo>
                  <a:cubicBezTo>
                    <a:pt x="1892" y="6067"/>
                    <a:pt x="2284" y="7316"/>
                    <a:pt x="2284" y="7316"/>
                  </a:cubicBezTo>
                  <a:cubicBezTo>
                    <a:pt x="2284" y="6236"/>
                    <a:pt x="2802" y="5674"/>
                    <a:pt x="2802" y="5674"/>
                  </a:cubicBezTo>
                  <a:lnTo>
                    <a:pt x="2802" y="5674"/>
                  </a:lnTo>
                  <a:cubicBezTo>
                    <a:pt x="2579" y="6272"/>
                    <a:pt x="2686" y="6780"/>
                    <a:pt x="2686" y="6780"/>
                  </a:cubicBezTo>
                  <a:cubicBezTo>
                    <a:pt x="2900" y="5630"/>
                    <a:pt x="3533" y="5166"/>
                    <a:pt x="3533" y="5166"/>
                  </a:cubicBezTo>
                  <a:lnTo>
                    <a:pt x="3533" y="5166"/>
                  </a:lnTo>
                  <a:cubicBezTo>
                    <a:pt x="3150" y="5853"/>
                    <a:pt x="3221" y="6896"/>
                    <a:pt x="3221" y="6896"/>
                  </a:cubicBezTo>
                  <a:cubicBezTo>
                    <a:pt x="3408" y="5701"/>
                    <a:pt x="4015" y="5023"/>
                    <a:pt x="4015" y="5023"/>
                  </a:cubicBezTo>
                  <a:lnTo>
                    <a:pt x="4015" y="5023"/>
                  </a:lnTo>
                  <a:cubicBezTo>
                    <a:pt x="3542" y="6192"/>
                    <a:pt x="4033" y="7449"/>
                    <a:pt x="4033" y="7449"/>
                  </a:cubicBezTo>
                  <a:cubicBezTo>
                    <a:pt x="3872" y="5415"/>
                    <a:pt x="4756" y="4800"/>
                    <a:pt x="4756" y="4800"/>
                  </a:cubicBezTo>
                  <a:cubicBezTo>
                    <a:pt x="4756" y="4800"/>
                    <a:pt x="5639" y="5415"/>
                    <a:pt x="5487" y="7449"/>
                  </a:cubicBezTo>
                  <a:cubicBezTo>
                    <a:pt x="5487" y="7449"/>
                    <a:pt x="5978" y="6192"/>
                    <a:pt x="5505" y="5023"/>
                  </a:cubicBezTo>
                  <a:lnTo>
                    <a:pt x="5505" y="5023"/>
                  </a:lnTo>
                  <a:cubicBezTo>
                    <a:pt x="5505" y="5023"/>
                    <a:pt x="6103" y="5701"/>
                    <a:pt x="6299" y="6896"/>
                  </a:cubicBezTo>
                  <a:cubicBezTo>
                    <a:pt x="6299" y="6896"/>
                    <a:pt x="6361" y="5853"/>
                    <a:pt x="5987" y="5166"/>
                  </a:cubicBezTo>
                  <a:lnTo>
                    <a:pt x="5987" y="5166"/>
                  </a:lnTo>
                  <a:cubicBezTo>
                    <a:pt x="5987" y="5166"/>
                    <a:pt x="6620" y="5630"/>
                    <a:pt x="6834" y="6780"/>
                  </a:cubicBezTo>
                  <a:cubicBezTo>
                    <a:pt x="6834" y="6780"/>
                    <a:pt x="6941" y="6272"/>
                    <a:pt x="6718" y="5674"/>
                  </a:cubicBezTo>
                  <a:lnTo>
                    <a:pt x="6718" y="5674"/>
                  </a:lnTo>
                  <a:cubicBezTo>
                    <a:pt x="6718" y="5674"/>
                    <a:pt x="7236" y="6236"/>
                    <a:pt x="7236" y="7316"/>
                  </a:cubicBezTo>
                  <a:cubicBezTo>
                    <a:pt x="7236" y="7316"/>
                    <a:pt x="7628" y="6067"/>
                    <a:pt x="6629" y="4969"/>
                  </a:cubicBezTo>
                  <a:lnTo>
                    <a:pt x="6629" y="4969"/>
                  </a:lnTo>
                  <a:cubicBezTo>
                    <a:pt x="6629" y="4969"/>
                    <a:pt x="7557" y="5362"/>
                    <a:pt x="8047" y="6647"/>
                  </a:cubicBezTo>
                  <a:cubicBezTo>
                    <a:pt x="8047" y="6647"/>
                    <a:pt x="7878" y="5273"/>
                    <a:pt x="6861" y="4755"/>
                  </a:cubicBezTo>
                  <a:lnTo>
                    <a:pt x="6861" y="4755"/>
                  </a:lnTo>
                  <a:cubicBezTo>
                    <a:pt x="6861" y="4755"/>
                    <a:pt x="7896" y="4961"/>
                    <a:pt x="8467" y="6272"/>
                  </a:cubicBezTo>
                  <a:cubicBezTo>
                    <a:pt x="8467" y="6272"/>
                    <a:pt x="8351" y="5630"/>
                    <a:pt x="7976" y="5157"/>
                  </a:cubicBezTo>
                  <a:lnTo>
                    <a:pt x="7976" y="5157"/>
                  </a:lnTo>
                  <a:cubicBezTo>
                    <a:pt x="7976" y="5157"/>
                    <a:pt x="8868" y="5469"/>
                    <a:pt x="9368" y="6156"/>
                  </a:cubicBezTo>
                  <a:cubicBezTo>
                    <a:pt x="9368" y="6156"/>
                    <a:pt x="9136" y="5335"/>
                    <a:pt x="8386" y="4755"/>
                  </a:cubicBezTo>
                  <a:lnTo>
                    <a:pt x="8386" y="4755"/>
                  </a:lnTo>
                  <a:cubicBezTo>
                    <a:pt x="8387" y="4755"/>
                    <a:pt x="9091" y="4969"/>
                    <a:pt x="9457" y="5362"/>
                  </a:cubicBezTo>
                  <a:cubicBezTo>
                    <a:pt x="9457" y="5362"/>
                    <a:pt x="9270" y="4390"/>
                    <a:pt x="8128" y="3828"/>
                  </a:cubicBezTo>
                  <a:lnTo>
                    <a:pt x="8128" y="3828"/>
                  </a:lnTo>
                  <a:cubicBezTo>
                    <a:pt x="8128" y="3828"/>
                    <a:pt x="9020" y="3935"/>
                    <a:pt x="9519" y="4488"/>
                  </a:cubicBezTo>
                  <a:cubicBezTo>
                    <a:pt x="9519" y="4488"/>
                    <a:pt x="9412" y="3890"/>
                    <a:pt x="8663" y="3560"/>
                  </a:cubicBezTo>
                  <a:cubicBezTo>
                    <a:pt x="8249" y="3378"/>
                    <a:pt x="7811" y="3337"/>
                    <a:pt x="7501" y="3337"/>
                  </a:cubicBezTo>
                  <a:cubicBezTo>
                    <a:pt x="7250" y="3337"/>
                    <a:pt x="7084" y="3364"/>
                    <a:pt x="7084" y="3364"/>
                  </a:cubicBezTo>
                  <a:cubicBezTo>
                    <a:pt x="7084" y="3364"/>
                    <a:pt x="7352" y="3123"/>
                    <a:pt x="7905" y="3105"/>
                  </a:cubicBezTo>
                  <a:cubicBezTo>
                    <a:pt x="7937" y="3104"/>
                    <a:pt x="7968" y="3103"/>
                    <a:pt x="8000" y="3103"/>
                  </a:cubicBezTo>
                  <a:cubicBezTo>
                    <a:pt x="8590" y="3103"/>
                    <a:pt x="9072" y="3339"/>
                    <a:pt x="9386" y="3720"/>
                  </a:cubicBezTo>
                  <a:cubicBezTo>
                    <a:pt x="9386" y="3720"/>
                    <a:pt x="9261" y="3132"/>
                    <a:pt x="8601" y="2837"/>
                  </a:cubicBezTo>
                  <a:cubicBezTo>
                    <a:pt x="8383" y="2739"/>
                    <a:pt x="8123" y="2706"/>
                    <a:pt x="7872" y="2706"/>
                  </a:cubicBezTo>
                  <a:cubicBezTo>
                    <a:pt x="7369" y="2706"/>
                    <a:pt x="6906" y="2837"/>
                    <a:pt x="6906" y="2837"/>
                  </a:cubicBezTo>
                  <a:cubicBezTo>
                    <a:pt x="6906" y="2837"/>
                    <a:pt x="7334" y="2347"/>
                    <a:pt x="8306" y="2186"/>
                  </a:cubicBezTo>
                  <a:cubicBezTo>
                    <a:pt x="8306" y="2186"/>
                    <a:pt x="8180" y="2170"/>
                    <a:pt x="7985" y="2170"/>
                  </a:cubicBezTo>
                  <a:cubicBezTo>
                    <a:pt x="7748" y="2170"/>
                    <a:pt x="7409" y="2194"/>
                    <a:pt x="7075" y="2302"/>
                  </a:cubicBezTo>
                  <a:cubicBezTo>
                    <a:pt x="7075" y="2302"/>
                    <a:pt x="7566" y="1651"/>
                    <a:pt x="8975" y="1615"/>
                  </a:cubicBezTo>
                  <a:cubicBezTo>
                    <a:pt x="8975" y="1615"/>
                    <a:pt x="8689" y="1508"/>
                    <a:pt x="8149" y="1508"/>
                  </a:cubicBezTo>
                  <a:cubicBezTo>
                    <a:pt x="8030" y="1508"/>
                    <a:pt x="7897" y="1513"/>
                    <a:pt x="7753" y="1526"/>
                  </a:cubicBezTo>
                  <a:cubicBezTo>
                    <a:pt x="6959" y="1597"/>
                    <a:pt x="6433" y="2017"/>
                    <a:pt x="6433" y="2017"/>
                  </a:cubicBezTo>
                  <a:cubicBezTo>
                    <a:pt x="6433" y="2017"/>
                    <a:pt x="7030" y="1214"/>
                    <a:pt x="7958" y="919"/>
                  </a:cubicBezTo>
                  <a:lnTo>
                    <a:pt x="7958" y="919"/>
                  </a:lnTo>
                  <a:cubicBezTo>
                    <a:pt x="7958" y="919"/>
                    <a:pt x="6522" y="937"/>
                    <a:pt x="5773" y="1945"/>
                  </a:cubicBezTo>
                  <a:cubicBezTo>
                    <a:pt x="5773" y="1945"/>
                    <a:pt x="5978" y="884"/>
                    <a:pt x="7084" y="125"/>
                  </a:cubicBezTo>
                  <a:lnTo>
                    <a:pt x="7084" y="125"/>
                  </a:lnTo>
                  <a:cubicBezTo>
                    <a:pt x="7084" y="125"/>
                    <a:pt x="6094" y="456"/>
                    <a:pt x="5469" y="1481"/>
                  </a:cubicBezTo>
                  <a:cubicBezTo>
                    <a:pt x="5469" y="1481"/>
                    <a:pt x="5576" y="830"/>
                    <a:pt x="5808" y="0"/>
                  </a:cubicBezTo>
                  <a:lnTo>
                    <a:pt x="5808" y="0"/>
                  </a:lnTo>
                  <a:cubicBezTo>
                    <a:pt x="5808" y="1"/>
                    <a:pt x="5014" y="518"/>
                    <a:pt x="4756" y="1633"/>
                  </a:cubicBezTo>
                  <a:cubicBezTo>
                    <a:pt x="4506" y="518"/>
                    <a:pt x="3712" y="1"/>
                    <a:pt x="37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85"/>
            <p:cNvSpPr/>
            <p:nvPr/>
          </p:nvSpPr>
          <p:spPr>
            <a:xfrm>
              <a:off x="4493675" y="3534276"/>
              <a:ext cx="578347" cy="452199"/>
            </a:xfrm>
            <a:custGeom>
              <a:rect b="b" l="l" r="r" t="t"/>
              <a:pathLst>
                <a:path extrusionOk="0" h="4444" w="5684">
                  <a:moveTo>
                    <a:pt x="2213" y="1"/>
                  </a:moveTo>
                  <a:lnTo>
                    <a:pt x="2213" y="1"/>
                  </a:lnTo>
                  <a:cubicBezTo>
                    <a:pt x="2356" y="492"/>
                    <a:pt x="2418" y="884"/>
                    <a:pt x="2418" y="884"/>
                  </a:cubicBezTo>
                  <a:cubicBezTo>
                    <a:pt x="2044" y="269"/>
                    <a:pt x="1455" y="72"/>
                    <a:pt x="1455" y="72"/>
                  </a:cubicBezTo>
                  <a:lnTo>
                    <a:pt x="1455" y="72"/>
                  </a:lnTo>
                  <a:cubicBezTo>
                    <a:pt x="2115" y="527"/>
                    <a:pt x="2231" y="1161"/>
                    <a:pt x="2231" y="1161"/>
                  </a:cubicBezTo>
                  <a:cubicBezTo>
                    <a:pt x="1794" y="554"/>
                    <a:pt x="938" y="545"/>
                    <a:pt x="937" y="545"/>
                  </a:cubicBezTo>
                  <a:lnTo>
                    <a:pt x="937" y="545"/>
                  </a:lnTo>
                  <a:cubicBezTo>
                    <a:pt x="1482" y="715"/>
                    <a:pt x="1847" y="1205"/>
                    <a:pt x="1847" y="1205"/>
                  </a:cubicBezTo>
                  <a:cubicBezTo>
                    <a:pt x="1847" y="1205"/>
                    <a:pt x="1526" y="955"/>
                    <a:pt x="1053" y="911"/>
                  </a:cubicBezTo>
                  <a:cubicBezTo>
                    <a:pt x="966" y="903"/>
                    <a:pt x="886" y="899"/>
                    <a:pt x="814" y="899"/>
                  </a:cubicBezTo>
                  <a:cubicBezTo>
                    <a:pt x="497" y="899"/>
                    <a:pt x="331" y="964"/>
                    <a:pt x="331" y="964"/>
                  </a:cubicBezTo>
                  <a:cubicBezTo>
                    <a:pt x="1169" y="982"/>
                    <a:pt x="1455" y="1366"/>
                    <a:pt x="1455" y="1366"/>
                  </a:cubicBezTo>
                  <a:cubicBezTo>
                    <a:pt x="1241" y="1302"/>
                    <a:pt x="1020" y="1289"/>
                    <a:pt x="878" y="1289"/>
                  </a:cubicBezTo>
                  <a:cubicBezTo>
                    <a:pt x="783" y="1289"/>
                    <a:pt x="723" y="1294"/>
                    <a:pt x="723" y="1294"/>
                  </a:cubicBezTo>
                  <a:cubicBezTo>
                    <a:pt x="1303" y="1393"/>
                    <a:pt x="1562" y="1687"/>
                    <a:pt x="1562" y="1687"/>
                  </a:cubicBezTo>
                  <a:cubicBezTo>
                    <a:pt x="1562" y="1687"/>
                    <a:pt x="1284" y="1612"/>
                    <a:pt x="983" y="1612"/>
                  </a:cubicBezTo>
                  <a:cubicBezTo>
                    <a:pt x="832" y="1612"/>
                    <a:pt x="676" y="1630"/>
                    <a:pt x="545" y="1687"/>
                  </a:cubicBezTo>
                  <a:cubicBezTo>
                    <a:pt x="161" y="1865"/>
                    <a:pt x="81" y="2213"/>
                    <a:pt x="81" y="2213"/>
                  </a:cubicBezTo>
                  <a:cubicBezTo>
                    <a:pt x="267" y="1994"/>
                    <a:pt x="556" y="1846"/>
                    <a:pt x="905" y="1846"/>
                  </a:cubicBezTo>
                  <a:cubicBezTo>
                    <a:pt x="924" y="1846"/>
                    <a:pt x="944" y="1847"/>
                    <a:pt x="964" y="1848"/>
                  </a:cubicBezTo>
                  <a:cubicBezTo>
                    <a:pt x="1294" y="1856"/>
                    <a:pt x="1455" y="2008"/>
                    <a:pt x="1455" y="2008"/>
                  </a:cubicBezTo>
                  <a:cubicBezTo>
                    <a:pt x="1455" y="2008"/>
                    <a:pt x="1349" y="1989"/>
                    <a:pt x="1189" y="1989"/>
                  </a:cubicBezTo>
                  <a:cubicBezTo>
                    <a:pt x="1006" y="1989"/>
                    <a:pt x="753" y="2014"/>
                    <a:pt x="509" y="2124"/>
                  </a:cubicBezTo>
                  <a:cubicBezTo>
                    <a:pt x="63" y="2320"/>
                    <a:pt x="1" y="2677"/>
                    <a:pt x="1" y="2677"/>
                  </a:cubicBezTo>
                  <a:cubicBezTo>
                    <a:pt x="295" y="2347"/>
                    <a:pt x="830" y="2276"/>
                    <a:pt x="830" y="2276"/>
                  </a:cubicBezTo>
                  <a:lnTo>
                    <a:pt x="830" y="2276"/>
                  </a:lnTo>
                  <a:cubicBezTo>
                    <a:pt x="152" y="2615"/>
                    <a:pt x="36" y="3195"/>
                    <a:pt x="36" y="3195"/>
                  </a:cubicBezTo>
                  <a:cubicBezTo>
                    <a:pt x="259" y="2963"/>
                    <a:pt x="679" y="2829"/>
                    <a:pt x="679" y="2829"/>
                  </a:cubicBezTo>
                  <a:lnTo>
                    <a:pt x="679" y="2829"/>
                  </a:lnTo>
                  <a:cubicBezTo>
                    <a:pt x="233" y="3177"/>
                    <a:pt x="90" y="3667"/>
                    <a:pt x="90" y="3667"/>
                  </a:cubicBezTo>
                  <a:cubicBezTo>
                    <a:pt x="393" y="3266"/>
                    <a:pt x="919" y="3079"/>
                    <a:pt x="920" y="3079"/>
                  </a:cubicBezTo>
                  <a:lnTo>
                    <a:pt x="920" y="3079"/>
                  </a:lnTo>
                  <a:cubicBezTo>
                    <a:pt x="697" y="3355"/>
                    <a:pt x="625" y="3739"/>
                    <a:pt x="625" y="3739"/>
                  </a:cubicBezTo>
                  <a:cubicBezTo>
                    <a:pt x="973" y="2954"/>
                    <a:pt x="1589" y="2829"/>
                    <a:pt x="1589" y="2829"/>
                  </a:cubicBezTo>
                  <a:lnTo>
                    <a:pt x="1589" y="2829"/>
                  </a:lnTo>
                  <a:cubicBezTo>
                    <a:pt x="982" y="3141"/>
                    <a:pt x="884" y="3962"/>
                    <a:pt x="884" y="3962"/>
                  </a:cubicBezTo>
                  <a:cubicBezTo>
                    <a:pt x="1169" y="3195"/>
                    <a:pt x="1722" y="2963"/>
                    <a:pt x="1722" y="2963"/>
                  </a:cubicBezTo>
                  <a:lnTo>
                    <a:pt x="1722" y="2963"/>
                  </a:lnTo>
                  <a:cubicBezTo>
                    <a:pt x="1125" y="3614"/>
                    <a:pt x="1366" y="4363"/>
                    <a:pt x="1366" y="4363"/>
                  </a:cubicBezTo>
                  <a:cubicBezTo>
                    <a:pt x="1366" y="3712"/>
                    <a:pt x="1669" y="3382"/>
                    <a:pt x="1669" y="3382"/>
                  </a:cubicBezTo>
                  <a:lnTo>
                    <a:pt x="1669" y="3382"/>
                  </a:lnTo>
                  <a:cubicBezTo>
                    <a:pt x="1544" y="3739"/>
                    <a:pt x="1606" y="4042"/>
                    <a:pt x="1606" y="4042"/>
                  </a:cubicBezTo>
                  <a:cubicBezTo>
                    <a:pt x="1731" y="3355"/>
                    <a:pt x="2106" y="3079"/>
                    <a:pt x="2106" y="3079"/>
                  </a:cubicBezTo>
                  <a:lnTo>
                    <a:pt x="2106" y="3079"/>
                  </a:lnTo>
                  <a:cubicBezTo>
                    <a:pt x="1883" y="3489"/>
                    <a:pt x="1919" y="4113"/>
                    <a:pt x="1919" y="4113"/>
                  </a:cubicBezTo>
                  <a:cubicBezTo>
                    <a:pt x="2035" y="3400"/>
                    <a:pt x="2391" y="2990"/>
                    <a:pt x="2392" y="2989"/>
                  </a:cubicBezTo>
                  <a:lnTo>
                    <a:pt x="2392" y="2989"/>
                  </a:lnTo>
                  <a:cubicBezTo>
                    <a:pt x="2115" y="3694"/>
                    <a:pt x="2409" y="4444"/>
                    <a:pt x="2409" y="4444"/>
                  </a:cubicBezTo>
                  <a:cubicBezTo>
                    <a:pt x="2311" y="3230"/>
                    <a:pt x="2838" y="2856"/>
                    <a:pt x="2838" y="2856"/>
                  </a:cubicBezTo>
                  <a:cubicBezTo>
                    <a:pt x="2838" y="2856"/>
                    <a:pt x="3364" y="3230"/>
                    <a:pt x="3275" y="4444"/>
                  </a:cubicBezTo>
                  <a:cubicBezTo>
                    <a:pt x="3275" y="4444"/>
                    <a:pt x="3569" y="3694"/>
                    <a:pt x="3284" y="2989"/>
                  </a:cubicBezTo>
                  <a:lnTo>
                    <a:pt x="3284" y="2989"/>
                  </a:lnTo>
                  <a:cubicBezTo>
                    <a:pt x="3284" y="2990"/>
                    <a:pt x="3649" y="3400"/>
                    <a:pt x="3756" y="4113"/>
                  </a:cubicBezTo>
                  <a:cubicBezTo>
                    <a:pt x="3756" y="4113"/>
                    <a:pt x="3801" y="3489"/>
                    <a:pt x="3578" y="3079"/>
                  </a:cubicBezTo>
                  <a:lnTo>
                    <a:pt x="3578" y="3079"/>
                  </a:lnTo>
                  <a:cubicBezTo>
                    <a:pt x="3578" y="3079"/>
                    <a:pt x="3953" y="3355"/>
                    <a:pt x="4078" y="4042"/>
                  </a:cubicBezTo>
                  <a:cubicBezTo>
                    <a:pt x="4078" y="4042"/>
                    <a:pt x="4140" y="3739"/>
                    <a:pt x="4006" y="3382"/>
                  </a:cubicBezTo>
                  <a:lnTo>
                    <a:pt x="4006" y="3382"/>
                  </a:lnTo>
                  <a:cubicBezTo>
                    <a:pt x="4006" y="3382"/>
                    <a:pt x="4318" y="3712"/>
                    <a:pt x="4318" y="4363"/>
                  </a:cubicBezTo>
                  <a:cubicBezTo>
                    <a:pt x="4318" y="4363"/>
                    <a:pt x="4550" y="3614"/>
                    <a:pt x="3953" y="2963"/>
                  </a:cubicBezTo>
                  <a:lnTo>
                    <a:pt x="3953" y="2963"/>
                  </a:lnTo>
                  <a:cubicBezTo>
                    <a:pt x="3953" y="2963"/>
                    <a:pt x="4515" y="3195"/>
                    <a:pt x="4800" y="3962"/>
                  </a:cubicBezTo>
                  <a:cubicBezTo>
                    <a:pt x="4800" y="3962"/>
                    <a:pt x="4702" y="3141"/>
                    <a:pt x="4095" y="2829"/>
                  </a:cubicBezTo>
                  <a:lnTo>
                    <a:pt x="4095" y="2829"/>
                  </a:lnTo>
                  <a:cubicBezTo>
                    <a:pt x="4096" y="2829"/>
                    <a:pt x="4711" y="2954"/>
                    <a:pt x="5059" y="3739"/>
                  </a:cubicBezTo>
                  <a:cubicBezTo>
                    <a:pt x="5059" y="3739"/>
                    <a:pt x="4988" y="3355"/>
                    <a:pt x="4765" y="3079"/>
                  </a:cubicBezTo>
                  <a:lnTo>
                    <a:pt x="4765" y="3079"/>
                  </a:lnTo>
                  <a:cubicBezTo>
                    <a:pt x="4765" y="3079"/>
                    <a:pt x="5291" y="3266"/>
                    <a:pt x="5585" y="3667"/>
                  </a:cubicBezTo>
                  <a:cubicBezTo>
                    <a:pt x="5585" y="3667"/>
                    <a:pt x="5451" y="3177"/>
                    <a:pt x="5005" y="2829"/>
                  </a:cubicBezTo>
                  <a:lnTo>
                    <a:pt x="5005" y="2829"/>
                  </a:lnTo>
                  <a:cubicBezTo>
                    <a:pt x="5006" y="2829"/>
                    <a:pt x="5425" y="2963"/>
                    <a:pt x="5648" y="3195"/>
                  </a:cubicBezTo>
                  <a:cubicBezTo>
                    <a:pt x="5648" y="3195"/>
                    <a:pt x="5532" y="2615"/>
                    <a:pt x="4854" y="2276"/>
                  </a:cubicBezTo>
                  <a:lnTo>
                    <a:pt x="4854" y="2276"/>
                  </a:lnTo>
                  <a:cubicBezTo>
                    <a:pt x="4854" y="2276"/>
                    <a:pt x="5389" y="2347"/>
                    <a:pt x="5683" y="2677"/>
                  </a:cubicBezTo>
                  <a:cubicBezTo>
                    <a:pt x="5683" y="2677"/>
                    <a:pt x="5621" y="2320"/>
                    <a:pt x="5166" y="2124"/>
                  </a:cubicBezTo>
                  <a:cubicBezTo>
                    <a:pt x="4927" y="2014"/>
                    <a:pt x="4676" y="1989"/>
                    <a:pt x="4494" y="1989"/>
                  </a:cubicBezTo>
                  <a:cubicBezTo>
                    <a:pt x="4335" y="1989"/>
                    <a:pt x="4229" y="2008"/>
                    <a:pt x="4229" y="2008"/>
                  </a:cubicBezTo>
                  <a:cubicBezTo>
                    <a:pt x="4229" y="2008"/>
                    <a:pt x="4390" y="1856"/>
                    <a:pt x="4720" y="1848"/>
                  </a:cubicBezTo>
                  <a:cubicBezTo>
                    <a:pt x="4740" y="1847"/>
                    <a:pt x="4760" y="1846"/>
                    <a:pt x="4779" y="1846"/>
                  </a:cubicBezTo>
                  <a:cubicBezTo>
                    <a:pt x="5128" y="1846"/>
                    <a:pt x="5417" y="1994"/>
                    <a:pt x="5603" y="2213"/>
                  </a:cubicBezTo>
                  <a:cubicBezTo>
                    <a:pt x="5603" y="2213"/>
                    <a:pt x="5523" y="1865"/>
                    <a:pt x="5130" y="1687"/>
                  </a:cubicBezTo>
                  <a:cubicBezTo>
                    <a:pt x="5002" y="1630"/>
                    <a:pt x="4848" y="1612"/>
                    <a:pt x="4698" y="1612"/>
                  </a:cubicBezTo>
                  <a:cubicBezTo>
                    <a:pt x="4400" y="1612"/>
                    <a:pt x="4122" y="1687"/>
                    <a:pt x="4122" y="1687"/>
                  </a:cubicBezTo>
                  <a:cubicBezTo>
                    <a:pt x="4122" y="1687"/>
                    <a:pt x="4381" y="1393"/>
                    <a:pt x="4961" y="1294"/>
                  </a:cubicBezTo>
                  <a:cubicBezTo>
                    <a:pt x="4961" y="1294"/>
                    <a:pt x="4901" y="1289"/>
                    <a:pt x="4806" y="1289"/>
                  </a:cubicBezTo>
                  <a:cubicBezTo>
                    <a:pt x="4664" y="1289"/>
                    <a:pt x="4443" y="1302"/>
                    <a:pt x="4229" y="1366"/>
                  </a:cubicBezTo>
                  <a:cubicBezTo>
                    <a:pt x="4229" y="1366"/>
                    <a:pt x="4515" y="982"/>
                    <a:pt x="5353" y="964"/>
                  </a:cubicBezTo>
                  <a:cubicBezTo>
                    <a:pt x="5353" y="964"/>
                    <a:pt x="5187" y="899"/>
                    <a:pt x="4870" y="899"/>
                  </a:cubicBezTo>
                  <a:cubicBezTo>
                    <a:pt x="4798" y="899"/>
                    <a:pt x="4718" y="903"/>
                    <a:pt x="4631" y="911"/>
                  </a:cubicBezTo>
                  <a:cubicBezTo>
                    <a:pt x="4158" y="955"/>
                    <a:pt x="3837" y="1205"/>
                    <a:pt x="3837" y="1205"/>
                  </a:cubicBezTo>
                  <a:cubicBezTo>
                    <a:pt x="3837" y="1205"/>
                    <a:pt x="4203" y="715"/>
                    <a:pt x="4747" y="545"/>
                  </a:cubicBezTo>
                  <a:lnTo>
                    <a:pt x="4747" y="545"/>
                  </a:lnTo>
                  <a:cubicBezTo>
                    <a:pt x="4747" y="545"/>
                    <a:pt x="3890" y="554"/>
                    <a:pt x="3444" y="1161"/>
                  </a:cubicBezTo>
                  <a:cubicBezTo>
                    <a:pt x="3444" y="1161"/>
                    <a:pt x="3569" y="527"/>
                    <a:pt x="4229" y="72"/>
                  </a:cubicBezTo>
                  <a:lnTo>
                    <a:pt x="4229" y="72"/>
                  </a:lnTo>
                  <a:cubicBezTo>
                    <a:pt x="4229" y="72"/>
                    <a:pt x="3640" y="269"/>
                    <a:pt x="3266" y="884"/>
                  </a:cubicBezTo>
                  <a:cubicBezTo>
                    <a:pt x="3266" y="884"/>
                    <a:pt x="3328" y="492"/>
                    <a:pt x="3462" y="1"/>
                  </a:cubicBezTo>
                  <a:lnTo>
                    <a:pt x="3462" y="1"/>
                  </a:lnTo>
                  <a:cubicBezTo>
                    <a:pt x="3462" y="1"/>
                    <a:pt x="2989" y="304"/>
                    <a:pt x="2838" y="973"/>
                  </a:cubicBezTo>
                  <a:cubicBezTo>
                    <a:pt x="2686" y="304"/>
                    <a:pt x="2213" y="1"/>
                    <a:pt x="2213"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76" name="Google Shape;5376;p85"/>
            <p:cNvGrpSpPr/>
            <p:nvPr/>
          </p:nvGrpSpPr>
          <p:grpSpPr>
            <a:xfrm>
              <a:off x="4025327" y="4080797"/>
              <a:ext cx="659136" cy="1697576"/>
              <a:chOff x="4025327" y="4080797"/>
              <a:chExt cx="659136" cy="1697576"/>
            </a:xfrm>
          </p:grpSpPr>
          <p:sp>
            <p:nvSpPr>
              <p:cNvPr id="5377" name="Google Shape;5377;p85"/>
              <p:cNvSpPr/>
              <p:nvPr/>
            </p:nvSpPr>
            <p:spPr>
              <a:xfrm>
                <a:off x="4302184" y="4412109"/>
                <a:ext cx="105413" cy="1366264"/>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85"/>
              <p:cNvSpPr/>
              <p:nvPr/>
            </p:nvSpPr>
            <p:spPr>
              <a:xfrm>
                <a:off x="4346648" y="4412109"/>
                <a:ext cx="60948" cy="1366264"/>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85"/>
              <p:cNvSpPr/>
              <p:nvPr/>
            </p:nvSpPr>
            <p:spPr>
              <a:xfrm>
                <a:off x="4025327" y="4080797"/>
                <a:ext cx="659136" cy="514779"/>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85"/>
              <p:cNvSpPr/>
              <p:nvPr/>
            </p:nvSpPr>
            <p:spPr>
              <a:xfrm>
                <a:off x="4158719" y="4201478"/>
                <a:ext cx="392246" cy="307911"/>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1" name="Google Shape;5381;p85"/>
            <p:cNvSpPr/>
            <p:nvPr/>
          </p:nvSpPr>
          <p:spPr>
            <a:xfrm>
              <a:off x="5106404" y="4721645"/>
              <a:ext cx="87200" cy="1136603"/>
            </a:xfrm>
            <a:custGeom>
              <a:rect b="b" l="l" r="r" t="t"/>
              <a:pathLst>
                <a:path extrusionOk="0" h="11170" w="857">
                  <a:moveTo>
                    <a:pt x="206" y="1"/>
                  </a:moveTo>
                  <a:cubicBezTo>
                    <a:pt x="206" y="1"/>
                    <a:pt x="0" y="563"/>
                    <a:pt x="206" y="1749"/>
                  </a:cubicBezTo>
                  <a:cubicBezTo>
                    <a:pt x="357" y="2677"/>
                    <a:pt x="206" y="11170"/>
                    <a:pt x="206" y="11170"/>
                  </a:cubicBezTo>
                  <a:lnTo>
                    <a:pt x="652" y="11170"/>
                  </a:lnTo>
                  <a:cubicBezTo>
                    <a:pt x="652" y="11170"/>
                    <a:pt x="500" y="2677"/>
                    <a:pt x="652" y="1749"/>
                  </a:cubicBezTo>
                  <a:cubicBezTo>
                    <a:pt x="857" y="563"/>
                    <a:pt x="652" y="1"/>
                    <a:pt x="652"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85"/>
            <p:cNvSpPr/>
            <p:nvPr/>
          </p:nvSpPr>
          <p:spPr>
            <a:xfrm>
              <a:off x="5143644" y="4721645"/>
              <a:ext cx="49959" cy="1136603"/>
            </a:xfrm>
            <a:custGeom>
              <a:rect b="b" l="l" r="r" t="t"/>
              <a:pathLst>
                <a:path extrusionOk="0" h="11170" w="491">
                  <a:moveTo>
                    <a:pt x="161" y="1"/>
                  </a:moveTo>
                  <a:cubicBezTo>
                    <a:pt x="161" y="1"/>
                    <a:pt x="357" y="563"/>
                    <a:pt x="161" y="1749"/>
                  </a:cubicBezTo>
                  <a:cubicBezTo>
                    <a:pt x="0" y="2677"/>
                    <a:pt x="161" y="11170"/>
                    <a:pt x="161" y="11170"/>
                  </a:cubicBezTo>
                  <a:lnTo>
                    <a:pt x="286" y="11170"/>
                  </a:lnTo>
                  <a:cubicBezTo>
                    <a:pt x="286" y="11170"/>
                    <a:pt x="134" y="2677"/>
                    <a:pt x="286" y="1749"/>
                  </a:cubicBezTo>
                  <a:cubicBezTo>
                    <a:pt x="491" y="563"/>
                    <a:pt x="286" y="1"/>
                    <a:pt x="286"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85"/>
            <p:cNvSpPr/>
            <p:nvPr/>
          </p:nvSpPr>
          <p:spPr>
            <a:xfrm>
              <a:off x="4875842" y="4445688"/>
              <a:ext cx="547415" cy="428592"/>
            </a:xfrm>
            <a:custGeom>
              <a:rect b="b" l="l" r="r" t="t"/>
              <a:pathLst>
                <a:path extrusionOk="0" h="4212" w="5380">
                  <a:moveTo>
                    <a:pt x="2106" y="1"/>
                  </a:moveTo>
                  <a:cubicBezTo>
                    <a:pt x="2231" y="473"/>
                    <a:pt x="2293" y="839"/>
                    <a:pt x="2293" y="839"/>
                  </a:cubicBezTo>
                  <a:cubicBezTo>
                    <a:pt x="1936" y="259"/>
                    <a:pt x="1374" y="72"/>
                    <a:pt x="1374" y="72"/>
                  </a:cubicBezTo>
                  <a:lnTo>
                    <a:pt x="1374" y="72"/>
                  </a:lnTo>
                  <a:cubicBezTo>
                    <a:pt x="1999" y="500"/>
                    <a:pt x="2115" y="1098"/>
                    <a:pt x="2115" y="1098"/>
                  </a:cubicBezTo>
                  <a:cubicBezTo>
                    <a:pt x="1695" y="527"/>
                    <a:pt x="884" y="527"/>
                    <a:pt x="884" y="527"/>
                  </a:cubicBezTo>
                  <a:lnTo>
                    <a:pt x="884" y="527"/>
                  </a:lnTo>
                  <a:cubicBezTo>
                    <a:pt x="1410" y="687"/>
                    <a:pt x="1749" y="1142"/>
                    <a:pt x="1749" y="1142"/>
                  </a:cubicBezTo>
                  <a:cubicBezTo>
                    <a:pt x="1749" y="1142"/>
                    <a:pt x="1446" y="902"/>
                    <a:pt x="1000" y="866"/>
                  </a:cubicBezTo>
                  <a:cubicBezTo>
                    <a:pt x="909" y="857"/>
                    <a:pt x="827" y="853"/>
                    <a:pt x="753" y="853"/>
                  </a:cubicBezTo>
                  <a:cubicBezTo>
                    <a:pt x="461" y="853"/>
                    <a:pt x="313" y="910"/>
                    <a:pt x="313" y="910"/>
                  </a:cubicBezTo>
                  <a:cubicBezTo>
                    <a:pt x="1107" y="937"/>
                    <a:pt x="1383" y="1303"/>
                    <a:pt x="1383" y="1303"/>
                  </a:cubicBezTo>
                  <a:cubicBezTo>
                    <a:pt x="1174" y="1239"/>
                    <a:pt x="966" y="1226"/>
                    <a:pt x="832" y="1226"/>
                  </a:cubicBezTo>
                  <a:cubicBezTo>
                    <a:pt x="743" y="1226"/>
                    <a:pt x="687" y="1232"/>
                    <a:pt x="687" y="1232"/>
                  </a:cubicBezTo>
                  <a:cubicBezTo>
                    <a:pt x="1232" y="1330"/>
                    <a:pt x="1481" y="1606"/>
                    <a:pt x="1481" y="1606"/>
                  </a:cubicBezTo>
                  <a:cubicBezTo>
                    <a:pt x="1481" y="1606"/>
                    <a:pt x="1220" y="1531"/>
                    <a:pt x="934" y="1531"/>
                  </a:cubicBezTo>
                  <a:cubicBezTo>
                    <a:pt x="791" y="1531"/>
                    <a:pt x="643" y="1550"/>
                    <a:pt x="518" y="1606"/>
                  </a:cubicBezTo>
                  <a:cubicBezTo>
                    <a:pt x="152" y="1776"/>
                    <a:pt x="81" y="2106"/>
                    <a:pt x="81" y="2106"/>
                  </a:cubicBezTo>
                  <a:cubicBezTo>
                    <a:pt x="249" y="1895"/>
                    <a:pt x="521" y="1756"/>
                    <a:pt x="851" y="1756"/>
                  </a:cubicBezTo>
                  <a:cubicBezTo>
                    <a:pt x="870" y="1756"/>
                    <a:pt x="890" y="1757"/>
                    <a:pt x="910" y="1758"/>
                  </a:cubicBezTo>
                  <a:cubicBezTo>
                    <a:pt x="1223" y="1767"/>
                    <a:pt x="1374" y="1910"/>
                    <a:pt x="1374" y="1910"/>
                  </a:cubicBezTo>
                  <a:cubicBezTo>
                    <a:pt x="1374" y="1910"/>
                    <a:pt x="1275" y="1893"/>
                    <a:pt x="1127" y="1893"/>
                  </a:cubicBezTo>
                  <a:cubicBezTo>
                    <a:pt x="954" y="1893"/>
                    <a:pt x="713" y="1916"/>
                    <a:pt x="482" y="2017"/>
                  </a:cubicBezTo>
                  <a:cubicBezTo>
                    <a:pt x="63" y="2204"/>
                    <a:pt x="0" y="2543"/>
                    <a:pt x="0" y="2543"/>
                  </a:cubicBezTo>
                  <a:cubicBezTo>
                    <a:pt x="277" y="2231"/>
                    <a:pt x="785" y="2168"/>
                    <a:pt x="786" y="2168"/>
                  </a:cubicBezTo>
                  <a:lnTo>
                    <a:pt x="786" y="2168"/>
                  </a:lnTo>
                  <a:cubicBezTo>
                    <a:pt x="143" y="2481"/>
                    <a:pt x="36" y="3034"/>
                    <a:pt x="36" y="3034"/>
                  </a:cubicBezTo>
                  <a:cubicBezTo>
                    <a:pt x="241" y="2811"/>
                    <a:pt x="643" y="2686"/>
                    <a:pt x="643" y="2686"/>
                  </a:cubicBezTo>
                  <a:lnTo>
                    <a:pt x="643" y="2686"/>
                  </a:lnTo>
                  <a:cubicBezTo>
                    <a:pt x="215" y="3016"/>
                    <a:pt x="90" y="3489"/>
                    <a:pt x="90" y="3489"/>
                  </a:cubicBezTo>
                  <a:cubicBezTo>
                    <a:pt x="366" y="3096"/>
                    <a:pt x="875" y="2918"/>
                    <a:pt x="875" y="2918"/>
                  </a:cubicBezTo>
                  <a:lnTo>
                    <a:pt x="875" y="2918"/>
                  </a:lnTo>
                  <a:cubicBezTo>
                    <a:pt x="661" y="3185"/>
                    <a:pt x="598" y="3551"/>
                    <a:pt x="598" y="3551"/>
                  </a:cubicBezTo>
                  <a:cubicBezTo>
                    <a:pt x="919" y="2802"/>
                    <a:pt x="1508" y="2686"/>
                    <a:pt x="1508" y="2686"/>
                  </a:cubicBezTo>
                  <a:lnTo>
                    <a:pt x="1508" y="2686"/>
                  </a:lnTo>
                  <a:cubicBezTo>
                    <a:pt x="928" y="2980"/>
                    <a:pt x="839" y="3756"/>
                    <a:pt x="839" y="3756"/>
                  </a:cubicBezTo>
                  <a:cubicBezTo>
                    <a:pt x="1107" y="3034"/>
                    <a:pt x="1633" y="2811"/>
                    <a:pt x="1633" y="2811"/>
                  </a:cubicBezTo>
                  <a:lnTo>
                    <a:pt x="1633" y="2811"/>
                  </a:lnTo>
                  <a:cubicBezTo>
                    <a:pt x="1071" y="3426"/>
                    <a:pt x="1294" y="4140"/>
                    <a:pt x="1294" y="4140"/>
                  </a:cubicBezTo>
                  <a:cubicBezTo>
                    <a:pt x="1294" y="3524"/>
                    <a:pt x="1588" y="3212"/>
                    <a:pt x="1588" y="3212"/>
                  </a:cubicBezTo>
                  <a:lnTo>
                    <a:pt x="1588" y="3212"/>
                  </a:lnTo>
                  <a:cubicBezTo>
                    <a:pt x="1464" y="3551"/>
                    <a:pt x="1517" y="3837"/>
                    <a:pt x="1517" y="3837"/>
                  </a:cubicBezTo>
                  <a:cubicBezTo>
                    <a:pt x="1642" y="3185"/>
                    <a:pt x="1999" y="2918"/>
                    <a:pt x="1999" y="2918"/>
                  </a:cubicBezTo>
                  <a:lnTo>
                    <a:pt x="1999" y="2918"/>
                  </a:lnTo>
                  <a:cubicBezTo>
                    <a:pt x="1785" y="3310"/>
                    <a:pt x="1820" y="3899"/>
                    <a:pt x="1820" y="3899"/>
                  </a:cubicBezTo>
                  <a:cubicBezTo>
                    <a:pt x="1927" y="3230"/>
                    <a:pt x="2266" y="2838"/>
                    <a:pt x="2266" y="2837"/>
                  </a:cubicBezTo>
                  <a:lnTo>
                    <a:pt x="2266" y="2837"/>
                  </a:lnTo>
                  <a:cubicBezTo>
                    <a:pt x="2008" y="3507"/>
                    <a:pt x="2284" y="4211"/>
                    <a:pt x="2284" y="4211"/>
                  </a:cubicBezTo>
                  <a:cubicBezTo>
                    <a:pt x="2195" y="3069"/>
                    <a:pt x="2695" y="2713"/>
                    <a:pt x="2695" y="2713"/>
                  </a:cubicBezTo>
                  <a:cubicBezTo>
                    <a:pt x="2695" y="2713"/>
                    <a:pt x="3194" y="3069"/>
                    <a:pt x="3105" y="4211"/>
                  </a:cubicBezTo>
                  <a:cubicBezTo>
                    <a:pt x="3105" y="4211"/>
                    <a:pt x="3382" y="3507"/>
                    <a:pt x="3114" y="2837"/>
                  </a:cubicBezTo>
                  <a:lnTo>
                    <a:pt x="3114" y="2837"/>
                  </a:lnTo>
                  <a:cubicBezTo>
                    <a:pt x="3114" y="2838"/>
                    <a:pt x="3453" y="3230"/>
                    <a:pt x="3560" y="3899"/>
                  </a:cubicBezTo>
                  <a:cubicBezTo>
                    <a:pt x="3560" y="3899"/>
                    <a:pt x="3605" y="3310"/>
                    <a:pt x="3390" y="2918"/>
                  </a:cubicBezTo>
                  <a:lnTo>
                    <a:pt x="3390" y="2918"/>
                  </a:lnTo>
                  <a:cubicBezTo>
                    <a:pt x="3391" y="2918"/>
                    <a:pt x="3747" y="3185"/>
                    <a:pt x="3872" y="3837"/>
                  </a:cubicBezTo>
                  <a:cubicBezTo>
                    <a:pt x="3872" y="3837"/>
                    <a:pt x="3926" y="3551"/>
                    <a:pt x="3801" y="3212"/>
                  </a:cubicBezTo>
                  <a:lnTo>
                    <a:pt x="3801" y="3212"/>
                  </a:lnTo>
                  <a:cubicBezTo>
                    <a:pt x="3801" y="3212"/>
                    <a:pt x="4095" y="3524"/>
                    <a:pt x="4095" y="4140"/>
                  </a:cubicBezTo>
                  <a:cubicBezTo>
                    <a:pt x="4095" y="4140"/>
                    <a:pt x="4318" y="3426"/>
                    <a:pt x="3747" y="2811"/>
                  </a:cubicBezTo>
                  <a:lnTo>
                    <a:pt x="3747" y="2811"/>
                  </a:lnTo>
                  <a:cubicBezTo>
                    <a:pt x="3747" y="2811"/>
                    <a:pt x="4274" y="3034"/>
                    <a:pt x="4550" y="3756"/>
                  </a:cubicBezTo>
                  <a:cubicBezTo>
                    <a:pt x="4550" y="3756"/>
                    <a:pt x="4452" y="2980"/>
                    <a:pt x="3881" y="2686"/>
                  </a:cubicBezTo>
                  <a:lnTo>
                    <a:pt x="3881" y="2686"/>
                  </a:lnTo>
                  <a:cubicBezTo>
                    <a:pt x="3881" y="2686"/>
                    <a:pt x="4470" y="2802"/>
                    <a:pt x="4791" y="3551"/>
                  </a:cubicBezTo>
                  <a:cubicBezTo>
                    <a:pt x="4791" y="3551"/>
                    <a:pt x="4729" y="3185"/>
                    <a:pt x="4515" y="2918"/>
                  </a:cubicBezTo>
                  <a:lnTo>
                    <a:pt x="4515" y="2918"/>
                  </a:lnTo>
                  <a:cubicBezTo>
                    <a:pt x="4515" y="2918"/>
                    <a:pt x="5014" y="3096"/>
                    <a:pt x="5300" y="3489"/>
                  </a:cubicBezTo>
                  <a:cubicBezTo>
                    <a:pt x="5300" y="3489"/>
                    <a:pt x="5166" y="3016"/>
                    <a:pt x="4746" y="2686"/>
                  </a:cubicBezTo>
                  <a:lnTo>
                    <a:pt x="4746" y="2686"/>
                  </a:lnTo>
                  <a:cubicBezTo>
                    <a:pt x="4747" y="2686"/>
                    <a:pt x="5139" y="2811"/>
                    <a:pt x="5353" y="3034"/>
                  </a:cubicBezTo>
                  <a:cubicBezTo>
                    <a:pt x="5353" y="3034"/>
                    <a:pt x="5246" y="2481"/>
                    <a:pt x="4604" y="2168"/>
                  </a:cubicBezTo>
                  <a:lnTo>
                    <a:pt x="4604" y="2168"/>
                  </a:lnTo>
                  <a:cubicBezTo>
                    <a:pt x="4604" y="2168"/>
                    <a:pt x="5103" y="2231"/>
                    <a:pt x="5380" y="2543"/>
                  </a:cubicBezTo>
                  <a:cubicBezTo>
                    <a:pt x="5380" y="2543"/>
                    <a:pt x="5326" y="2204"/>
                    <a:pt x="4898" y="2017"/>
                  </a:cubicBezTo>
                  <a:cubicBezTo>
                    <a:pt x="4672" y="1916"/>
                    <a:pt x="4431" y="1893"/>
                    <a:pt x="4256" y="1893"/>
                  </a:cubicBezTo>
                  <a:cubicBezTo>
                    <a:pt x="4107" y="1893"/>
                    <a:pt x="4006" y="1910"/>
                    <a:pt x="4006" y="1910"/>
                  </a:cubicBezTo>
                  <a:cubicBezTo>
                    <a:pt x="4006" y="1910"/>
                    <a:pt x="4158" y="1767"/>
                    <a:pt x="4470" y="1758"/>
                  </a:cubicBezTo>
                  <a:cubicBezTo>
                    <a:pt x="4490" y="1757"/>
                    <a:pt x="4510" y="1756"/>
                    <a:pt x="4530" y="1756"/>
                  </a:cubicBezTo>
                  <a:cubicBezTo>
                    <a:pt x="4861" y="1756"/>
                    <a:pt x="5140" y="1895"/>
                    <a:pt x="5308" y="2106"/>
                  </a:cubicBezTo>
                  <a:cubicBezTo>
                    <a:pt x="5308" y="2106"/>
                    <a:pt x="5237" y="1776"/>
                    <a:pt x="4871" y="1606"/>
                  </a:cubicBezTo>
                  <a:cubicBezTo>
                    <a:pt x="4746" y="1550"/>
                    <a:pt x="4598" y="1531"/>
                    <a:pt x="4455" y="1531"/>
                  </a:cubicBezTo>
                  <a:cubicBezTo>
                    <a:pt x="4170" y="1531"/>
                    <a:pt x="3908" y="1606"/>
                    <a:pt x="3908" y="1606"/>
                  </a:cubicBezTo>
                  <a:cubicBezTo>
                    <a:pt x="3908" y="1606"/>
                    <a:pt x="4149" y="1330"/>
                    <a:pt x="4702" y="1232"/>
                  </a:cubicBezTo>
                  <a:cubicBezTo>
                    <a:pt x="4702" y="1232"/>
                    <a:pt x="4645" y="1226"/>
                    <a:pt x="4555" y="1226"/>
                  </a:cubicBezTo>
                  <a:cubicBezTo>
                    <a:pt x="4419" y="1226"/>
                    <a:pt x="4209" y="1239"/>
                    <a:pt x="4006" y="1303"/>
                  </a:cubicBezTo>
                  <a:cubicBezTo>
                    <a:pt x="4006" y="1303"/>
                    <a:pt x="4283" y="937"/>
                    <a:pt x="5077" y="910"/>
                  </a:cubicBezTo>
                  <a:cubicBezTo>
                    <a:pt x="5077" y="910"/>
                    <a:pt x="4922" y="853"/>
                    <a:pt x="4632" y="853"/>
                  </a:cubicBezTo>
                  <a:cubicBezTo>
                    <a:pt x="4560" y="853"/>
                    <a:pt x="4479" y="857"/>
                    <a:pt x="4390" y="866"/>
                  </a:cubicBezTo>
                  <a:cubicBezTo>
                    <a:pt x="3935" y="902"/>
                    <a:pt x="3640" y="1142"/>
                    <a:pt x="3640" y="1142"/>
                  </a:cubicBezTo>
                  <a:cubicBezTo>
                    <a:pt x="3640" y="1142"/>
                    <a:pt x="3979" y="687"/>
                    <a:pt x="4506" y="527"/>
                  </a:cubicBezTo>
                  <a:lnTo>
                    <a:pt x="4506" y="527"/>
                  </a:lnTo>
                  <a:cubicBezTo>
                    <a:pt x="4505" y="527"/>
                    <a:pt x="3685" y="527"/>
                    <a:pt x="3266" y="1098"/>
                  </a:cubicBezTo>
                  <a:cubicBezTo>
                    <a:pt x="3266" y="1098"/>
                    <a:pt x="3382" y="500"/>
                    <a:pt x="4006" y="72"/>
                  </a:cubicBezTo>
                  <a:lnTo>
                    <a:pt x="4006" y="72"/>
                  </a:lnTo>
                  <a:cubicBezTo>
                    <a:pt x="4006" y="72"/>
                    <a:pt x="3444" y="259"/>
                    <a:pt x="3096" y="839"/>
                  </a:cubicBezTo>
                  <a:cubicBezTo>
                    <a:pt x="3096" y="839"/>
                    <a:pt x="3159" y="473"/>
                    <a:pt x="3283" y="1"/>
                  </a:cubicBezTo>
                  <a:lnTo>
                    <a:pt x="3283" y="1"/>
                  </a:lnTo>
                  <a:cubicBezTo>
                    <a:pt x="3283" y="1"/>
                    <a:pt x="2837" y="295"/>
                    <a:pt x="2695" y="919"/>
                  </a:cubicBezTo>
                  <a:cubicBezTo>
                    <a:pt x="2552" y="295"/>
                    <a:pt x="2106" y="1"/>
                    <a:pt x="2106" y="1"/>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85"/>
            <p:cNvSpPr/>
            <p:nvPr/>
          </p:nvSpPr>
          <p:spPr>
            <a:xfrm>
              <a:off x="4986545" y="4546425"/>
              <a:ext cx="326923" cy="256117"/>
            </a:xfrm>
            <a:custGeom>
              <a:rect b="b" l="l" r="r" t="t"/>
              <a:pathLst>
                <a:path extrusionOk="0" h="2517" w="3213">
                  <a:moveTo>
                    <a:pt x="1955" y="1"/>
                  </a:moveTo>
                  <a:cubicBezTo>
                    <a:pt x="1954" y="1"/>
                    <a:pt x="1687" y="179"/>
                    <a:pt x="1607" y="554"/>
                  </a:cubicBezTo>
                  <a:cubicBezTo>
                    <a:pt x="1517" y="179"/>
                    <a:pt x="1250" y="1"/>
                    <a:pt x="1250" y="1"/>
                  </a:cubicBezTo>
                  <a:lnTo>
                    <a:pt x="1250" y="1"/>
                  </a:lnTo>
                  <a:cubicBezTo>
                    <a:pt x="1330" y="286"/>
                    <a:pt x="1366" y="500"/>
                    <a:pt x="1366" y="500"/>
                  </a:cubicBezTo>
                  <a:cubicBezTo>
                    <a:pt x="1152" y="161"/>
                    <a:pt x="822" y="45"/>
                    <a:pt x="822" y="45"/>
                  </a:cubicBezTo>
                  <a:lnTo>
                    <a:pt x="822" y="45"/>
                  </a:lnTo>
                  <a:cubicBezTo>
                    <a:pt x="1196" y="304"/>
                    <a:pt x="1259" y="661"/>
                    <a:pt x="1259" y="661"/>
                  </a:cubicBezTo>
                  <a:cubicBezTo>
                    <a:pt x="1009" y="322"/>
                    <a:pt x="527" y="313"/>
                    <a:pt x="527" y="313"/>
                  </a:cubicBezTo>
                  <a:lnTo>
                    <a:pt x="527" y="313"/>
                  </a:lnTo>
                  <a:cubicBezTo>
                    <a:pt x="839" y="411"/>
                    <a:pt x="1045" y="688"/>
                    <a:pt x="1045" y="688"/>
                  </a:cubicBezTo>
                  <a:cubicBezTo>
                    <a:pt x="1045" y="688"/>
                    <a:pt x="866" y="545"/>
                    <a:pt x="590" y="518"/>
                  </a:cubicBezTo>
                  <a:cubicBezTo>
                    <a:pt x="536" y="513"/>
                    <a:pt x="488" y="511"/>
                    <a:pt x="444" y="511"/>
                  </a:cubicBezTo>
                  <a:cubicBezTo>
                    <a:pt x="271" y="511"/>
                    <a:pt x="179" y="545"/>
                    <a:pt x="179" y="545"/>
                  </a:cubicBezTo>
                  <a:cubicBezTo>
                    <a:pt x="661" y="563"/>
                    <a:pt x="822" y="777"/>
                    <a:pt x="822" y="777"/>
                  </a:cubicBezTo>
                  <a:cubicBezTo>
                    <a:pt x="711" y="743"/>
                    <a:pt x="601" y="736"/>
                    <a:pt x="522" y="736"/>
                  </a:cubicBezTo>
                  <a:cubicBezTo>
                    <a:pt x="455" y="736"/>
                    <a:pt x="411" y="741"/>
                    <a:pt x="411" y="741"/>
                  </a:cubicBezTo>
                  <a:cubicBezTo>
                    <a:pt x="732" y="795"/>
                    <a:pt x="875" y="964"/>
                    <a:pt x="875" y="964"/>
                  </a:cubicBezTo>
                  <a:cubicBezTo>
                    <a:pt x="875" y="964"/>
                    <a:pt x="720" y="917"/>
                    <a:pt x="551" y="917"/>
                  </a:cubicBezTo>
                  <a:cubicBezTo>
                    <a:pt x="467" y="917"/>
                    <a:pt x="378" y="929"/>
                    <a:pt x="304" y="964"/>
                  </a:cubicBezTo>
                  <a:cubicBezTo>
                    <a:pt x="90" y="1062"/>
                    <a:pt x="45" y="1259"/>
                    <a:pt x="45" y="1259"/>
                  </a:cubicBezTo>
                  <a:cubicBezTo>
                    <a:pt x="147" y="1132"/>
                    <a:pt x="313" y="1053"/>
                    <a:pt x="513" y="1053"/>
                  </a:cubicBezTo>
                  <a:cubicBezTo>
                    <a:pt x="523" y="1053"/>
                    <a:pt x="534" y="1053"/>
                    <a:pt x="545" y="1053"/>
                  </a:cubicBezTo>
                  <a:cubicBezTo>
                    <a:pt x="732" y="1053"/>
                    <a:pt x="822" y="1143"/>
                    <a:pt x="822" y="1143"/>
                  </a:cubicBezTo>
                  <a:cubicBezTo>
                    <a:pt x="822" y="1143"/>
                    <a:pt x="758" y="1130"/>
                    <a:pt x="663" y="1130"/>
                  </a:cubicBezTo>
                  <a:cubicBezTo>
                    <a:pt x="560" y="1130"/>
                    <a:pt x="421" y="1145"/>
                    <a:pt x="286" y="1205"/>
                  </a:cubicBezTo>
                  <a:cubicBezTo>
                    <a:pt x="37" y="1312"/>
                    <a:pt x="1" y="1517"/>
                    <a:pt x="1" y="1517"/>
                  </a:cubicBezTo>
                  <a:cubicBezTo>
                    <a:pt x="170" y="1330"/>
                    <a:pt x="465" y="1294"/>
                    <a:pt x="465" y="1294"/>
                  </a:cubicBezTo>
                  <a:lnTo>
                    <a:pt x="465" y="1294"/>
                  </a:lnTo>
                  <a:cubicBezTo>
                    <a:pt x="81" y="1482"/>
                    <a:pt x="19" y="1812"/>
                    <a:pt x="19" y="1812"/>
                  </a:cubicBezTo>
                  <a:cubicBezTo>
                    <a:pt x="144" y="1678"/>
                    <a:pt x="384" y="1607"/>
                    <a:pt x="384" y="1607"/>
                  </a:cubicBezTo>
                  <a:lnTo>
                    <a:pt x="384" y="1607"/>
                  </a:lnTo>
                  <a:cubicBezTo>
                    <a:pt x="126" y="1803"/>
                    <a:pt x="54" y="2079"/>
                    <a:pt x="54" y="2079"/>
                  </a:cubicBezTo>
                  <a:cubicBezTo>
                    <a:pt x="215" y="1847"/>
                    <a:pt x="518" y="1740"/>
                    <a:pt x="518" y="1740"/>
                  </a:cubicBezTo>
                  <a:lnTo>
                    <a:pt x="518" y="1740"/>
                  </a:lnTo>
                  <a:cubicBezTo>
                    <a:pt x="393" y="1901"/>
                    <a:pt x="349" y="2115"/>
                    <a:pt x="349" y="2115"/>
                  </a:cubicBezTo>
                  <a:cubicBezTo>
                    <a:pt x="545" y="1678"/>
                    <a:pt x="893" y="1607"/>
                    <a:pt x="893" y="1607"/>
                  </a:cubicBezTo>
                  <a:lnTo>
                    <a:pt x="893" y="1607"/>
                  </a:lnTo>
                  <a:cubicBezTo>
                    <a:pt x="554" y="1785"/>
                    <a:pt x="500" y="2249"/>
                    <a:pt x="500" y="2249"/>
                  </a:cubicBezTo>
                  <a:cubicBezTo>
                    <a:pt x="661" y="1812"/>
                    <a:pt x="973" y="1678"/>
                    <a:pt x="973" y="1678"/>
                  </a:cubicBezTo>
                  <a:lnTo>
                    <a:pt x="973" y="1678"/>
                  </a:lnTo>
                  <a:cubicBezTo>
                    <a:pt x="634" y="2053"/>
                    <a:pt x="768" y="2472"/>
                    <a:pt x="768" y="2472"/>
                  </a:cubicBezTo>
                  <a:cubicBezTo>
                    <a:pt x="768" y="2106"/>
                    <a:pt x="946" y="1919"/>
                    <a:pt x="946" y="1919"/>
                  </a:cubicBezTo>
                  <a:lnTo>
                    <a:pt x="946" y="1919"/>
                  </a:lnTo>
                  <a:cubicBezTo>
                    <a:pt x="866" y="2124"/>
                    <a:pt x="902" y="2293"/>
                    <a:pt x="902" y="2293"/>
                  </a:cubicBezTo>
                  <a:cubicBezTo>
                    <a:pt x="973" y="1901"/>
                    <a:pt x="1187" y="1749"/>
                    <a:pt x="1187" y="1749"/>
                  </a:cubicBezTo>
                  <a:lnTo>
                    <a:pt x="1187" y="1749"/>
                  </a:lnTo>
                  <a:cubicBezTo>
                    <a:pt x="1062" y="1972"/>
                    <a:pt x="1089" y="2329"/>
                    <a:pt x="1089" y="2329"/>
                  </a:cubicBezTo>
                  <a:cubicBezTo>
                    <a:pt x="1152" y="1928"/>
                    <a:pt x="1357" y="1696"/>
                    <a:pt x="1357" y="1696"/>
                  </a:cubicBezTo>
                  <a:lnTo>
                    <a:pt x="1357" y="1696"/>
                  </a:lnTo>
                  <a:cubicBezTo>
                    <a:pt x="1196" y="2088"/>
                    <a:pt x="1357" y="2517"/>
                    <a:pt x="1357" y="2517"/>
                  </a:cubicBezTo>
                  <a:cubicBezTo>
                    <a:pt x="1303" y="1830"/>
                    <a:pt x="1607" y="1624"/>
                    <a:pt x="1607" y="1624"/>
                  </a:cubicBezTo>
                  <a:cubicBezTo>
                    <a:pt x="1607" y="1624"/>
                    <a:pt x="1901" y="1830"/>
                    <a:pt x="1847" y="2517"/>
                  </a:cubicBezTo>
                  <a:cubicBezTo>
                    <a:pt x="1847" y="2517"/>
                    <a:pt x="2017" y="2088"/>
                    <a:pt x="1856" y="1696"/>
                  </a:cubicBezTo>
                  <a:lnTo>
                    <a:pt x="1856" y="1696"/>
                  </a:lnTo>
                  <a:cubicBezTo>
                    <a:pt x="1856" y="1696"/>
                    <a:pt x="2062" y="1928"/>
                    <a:pt x="2124" y="2329"/>
                  </a:cubicBezTo>
                  <a:cubicBezTo>
                    <a:pt x="2124" y="2329"/>
                    <a:pt x="2151" y="1972"/>
                    <a:pt x="2017" y="1749"/>
                  </a:cubicBezTo>
                  <a:lnTo>
                    <a:pt x="2017" y="1749"/>
                  </a:lnTo>
                  <a:cubicBezTo>
                    <a:pt x="2017" y="1749"/>
                    <a:pt x="2231" y="1901"/>
                    <a:pt x="2302" y="2293"/>
                  </a:cubicBezTo>
                  <a:cubicBezTo>
                    <a:pt x="2302" y="2293"/>
                    <a:pt x="2338" y="2124"/>
                    <a:pt x="2267" y="1919"/>
                  </a:cubicBezTo>
                  <a:lnTo>
                    <a:pt x="2267" y="1919"/>
                  </a:lnTo>
                  <a:cubicBezTo>
                    <a:pt x="2267" y="1919"/>
                    <a:pt x="2436" y="2106"/>
                    <a:pt x="2436" y="2472"/>
                  </a:cubicBezTo>
                  <a:cubicBezTo>
                    <a:pt x="2436" y="2472"/>
                    <a:pt x="2570" y="2053"/>
                    <a:pt x="2240" y="1678"/>
                  </a:cubicBezTo>
                  <a:lnTo>
                    <a:pt x="2240" y="1678"/>
                  </a:lnTo>
                  <a:cubicBezTo>
                    <a:pt x="2240" y="1678"/>
                    <a:pt x="2552" y="1812"/>
                    <a:pt x="2713" y="2249"/>
                  </a:cubicBezTo>
                  <a:cubicBezTo>
                    <a:pt x="2713" y="2249"/>
                    <a:pt x="2659" y="1785"/>
                    <a:pt x="2311" y="1607"/>
                  </a:cubicBezTo>
                  <a:lnTo>
                    <a:pt x="2311" y="1607"/>
                  </a:lnTo>
                  <a:cubicBezTo>
                    <a:pt x="2311" y="1607"/>
                    <a:pt x="2668" y="1678"/>
                    <a:pt x="2856" y="2115"/>
                  </a:cubicBezTo>
                  <a:cubicBezTo>
                    <a:pt x="2856" y="2115"/>
                    <a:pt x="2820" y="1901"/>
                    <a:pt x="2695" y="1740"/>
                  </a:cubicBezTo>
                  <a:lnTo>
                    <a:pt x="2695" y="1740"/>
                  </a:lnTo>
                  <a:cubicBezTo>
                    <a:pt x="2695" y="1740"/>
                    <a:pt x="2989" y="1847"/>
                    <a:pt x="3159" y="2079"/>
                  </a:cubicBezTo>
                  <a:cubicBezTo>
                    <a:pt x="3159" y="2079"/>
                    <a:pt x="3079" y="1803"/>
                    <a:pt x="2829" y="1607"/>
                  </a:cubicBezTo>
                  <a:lnTo>
                    <a:pt x="2829" y="1607"/>
                  </a:lnTo>
                  <a:cubicBezTo>
                    <a:pt x="2829" y="1607"/>
                    <a:pt x="3070" y="1678"/>
                    <a:pt x="3195" y="1812"/>
                  </a:cubicBezTo>
                  <a:cubicBezTo>
                    <a:pt x="3195" y="1812"/>
                    <a:pt x="3132" y="1482"/>
                    <a:pt x="2740" y="1294"/>
                  </a:cubicBezTo>
                  <a:lnTo>
                    <a:pt x="2740" y="1294"/>
                  </a:lnTo>
                  <a:cubicBezTo>
                    <a:pt x="2740" y="1294"/>
                    <a:pt x="3043" y="1330"/>
                    <a:pt x="3212" y="1517"/>
                  </a:cubicBezTo>
                  <a:cubicBezTo>
                    <a:pt x="3212" y="1517"/>
                    <a:pt x="3177" y="1312"/>
                    <a:pt x="2927" y="1205"/>
                  </a:cubicBezTo>
                  <a:cubicBezTo>
                    <a:pt x="2792" y="1145"/>
                    <a:pt x="2653" y="1130"/>
                    <a:pt x="2550" y="1130"/>
                  </a:cubicBezTo>
                  <a:cubicBezTo>
                    <a:pt x="2455" y="1130"/>
                    <a:pt x="2392" y="1143"/>
                    <a:pt x="2392" y="1143"/>
                  </a:cubicBezTo>
                  <a:cubicBezTo>
                    <a:pt x="2392" y="1143"/>
                    <a:pt x="2481" y="1053"/>
                    <a:pt x="2668" y="1053"/>
                  </a:cubicBezTo>
                  <a:cubicBezTo>
                    <a:pt x="2679" y="1053"/>
                    <a:pt x="2690" y="1053"/>
                    <a:pt x="2700" y="1053"/>
                  </a:cubicBezTo>
                  <a:cubicBezTo>
                    <a:pt x="2900" y="1053"/>
                    <a:pt x="3066" y="1132"/>
                    <a:pt x="3168" y="1259"/>
                  </a:cubicBezTo>
                  <a:cubicBezTo>
                    <a:pt x="3168" y="1259"/>
                    <a:pt x="3123" y="1062"/>
                    <a:pt x="2900" y="964"/>
                  </a:cubicBezTo>
                  <a:cubicBezTo>
                    <a:pt x="2826" y="929"/>
                    <a:pt x="2738" y="917"/>
                    <a:pt x="2653" y="917"/>
                  </a:cubicBezTo>
                  <a:cubicBezTo>
                    <a:pt x="2484" y="917"/>
                    <a:pt x="2329" y="964"/>
                    <a:pt x="2329" y="964"/>
                  </a:cubicBezTo>
                  <a:cubicBezTo>
                    <a:pt x="2329" y="964"/>
                    <a:pt x="2472" y="795"/>
                    <a:pt x="2802" y="741"/>
                  </a:cubicBezTo>
                  <a:cubicBezTo>
                    <a:pt x="2802" y="741"/>
                    <a:pt x="2756" y="736"/>
                    <a:pt x="2688" y="736"/>
                  </a:cubicBezTo>
                  <a:cubicBezTo>
                    <a:pt x="2608" y="736"/>
                    <a:pt x="2497" y="743"/>
                    <a:pt x="2392" y="777"/>
                  </a:cubicBezTo>
                  <a:cubicBezTo>
                    <a:pt x="2392" y="777"/>
                    <a:pt x="2552" y="563"/>
                    <a:pt x="3025" y="545"/>
                  </a:cubicBezTo>
                  <a:cubicBezTo>
                    <a:pt x="3025" y="545"/>
                    <a:pt x="2934" y="511"/>
                    <a:pt x="2760" y="511"/>
                  </a:cubicBezTo>
                  <a:cubicBezTo>
                    <a:pt x="2717" y="511"/>
                    <a:pt x="2668" y="513"/>
                    <a:pt x="2615" y="518"/>
                  </a:cubicBezTo>
                  <a:cubicBezTo>
                    <a:pt x="2347" y="545"/>
                    <a:pt x="2169" y="688"/>
                    <a:pt x="2169" y="688"/>
                  </a:cubicBezTo>
                  <a:cubicBezTo>
                    <a:pt x="2169" y="688"/>
                    <a:pt x="2374" y="411"/>
                    <a:pt x="2686" y="313"/>
                  </a:cubicBezTo>
                  <a:lnTo>
                    <a:pt x="2686" y="313"/>
                  </a:lnTo>
                  <a:cubicBezTo>
                    <a:pt x="2686" y="313"/>
                    <a:pt x="2195" y="322"/>
                    <a:pt x="1946" y="661"/>
                  </a:cubicBezTo>
                  <a:cubicBezTo>
                    <a:pt x="1946" y="661"/>
                    <a:pt x="2017" y="304"/>
                    <a:pt x="2392" y="45"/>
                  </a:cubicBezTo>
                  <a:lnTo>
                    <a:pt x="2392" y="45"/>
                  </a:lnTo>
                  <a:cubicBezTo>
                    <a:pt x="2392" y="45"/>
                    <a:pt x="2053" y="161"/>
                    <a:pt x="1847" y="500"/>
                  </a:cubicBezTo>
                  <a:cubicBezTo>
                    <a:pt x="1847" y="500"/>
                    <a:pt x="1883" y="286"/>
                    <a:pt x="1955"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5" name="Google Shape;5385;p85"/>
            <p:cNvGrpSpPr/>
            <p:nvPr/>
          </p:nvGrpSpPr>
          <p:grpSpPr>
            <a:xfrm>
              <a:off x="5106389" y="3947572"/>
              <a:ext cx="659136" cy="1697576"/>
              <a:chOff x="4025327" y="4080797"/>
              <a:chExt cx="659136" cy="1697576"/>
            </a:xfrm>
          </p:grpSpPr>
          <p:sp>
            <p:nvSpPr>
              <p:cNvPr id="5386" name="Google Shape;5386;p85"/>
              <p:cNvSpPr/>
              <p:nvPr/>
            </p:nvSpPr>
            <p:spPr>
              <a:xfrm>
                <a:off x="4302184" y="4412109"/>
                <a:ext cx="105413" cy="1366264"/>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85"/>
              <p:cNvSpPr/>
              <p:nvPr/>
            </p:nvSpPr>
            <p:spPr>
              <a:xfrm>
                <a:off x="4346648" y="4412109"/>
                <a:ext cx="60948" cy="1366264"/>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85"/>
              <p:cNvSpPr/>
              <p:nvPr/>
            </p:nvSpPr>
            <p:spPr>
              <a:xfrm>
                <a:off x="4025327" y="4080797"/>
                <a:ext cx="659136" cy="514779"/>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85"/>
              <p:cNvSpPr/>
              <p:nvPr/>
            </p:nvSpPr>
            <p:spPr>
              <a:xfrm>
                <a:off x="4158719" y="4201478"/>
                <a:ext cx="392246" cy="307911"/>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390" name="Google Shape;5390;p85"/>
          <p:cNvSpPr txBox="1"/>
          <p:nvPr>
            <p:ph hasCustomPrompt="1" type="title"/>
          </p:nvPr>
        </p:nvSpPr>
        <p:spPr>
          <a:xfrm>
            <a:off x="2402350" y="1310613"/>
            <a:ext cx="4339200" cy="13107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sz="72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5391" name="Google Shape;5391;p85"/>
          <p:cNvSpPr txBox="1"/>
          <p:nvPr>
            <p:ph idx="1" type="subTitle"/>
          </p:nvPr>
        </p:nvSpPr>
        <p:spPr>
          <a:xfrm>
            <a:off x="2402350" y="2621488"/>
            <a:ext cx="4339200" cy="497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a:lvl1pPr>
            <a:lvl2pPr lvl="1" algn="ctr">
              <a:lnSpc>
                <a:spcPct val="100000"/>
              </a:lnSpc>
              <a:spcBef>
                <a:spcPts val="0"/>
              </a:spcBef>
              <a:spcAft>
                <a:spcPts val="0"/>
              </a:spcAft>
              <a:buSzPts val="1600"/>
              <a:buNone/>
              <a:defRPr sz="1600"/>
            </a:lvl2pPr>
            <a:lvl3pPr lvl="2" algn="ctr">
              <a:lnSpc>
                <a:spcPct val="100000"/>
              </a:lnSpc>
              <a:spcBef>
                <a:spcPts val="1600"/>
              </a:spcBef>
              <a:spcAft>
                <a:spcPts val="0"/>
              </a:spcAft>
              <a:buSzPts val="1600"/>
              <a:buNone/>
              <a:defRPr sz="1600"/>
            </a:lvl3pPr>
            <a:lvl4pPr lvl="3" algn="ctr">
              <a:lnSpc>
                <a:spcPct val="100000"/>
              </a:lnSpc>
              <a:spcBef>
                <a:spcPts val="1600"/>
              </a:spcBef>
              <a:spcAft>
                <a:spcPts val="0"/>
              </a:spcAft>
              <a:buSzPts val="1600"/>
              <a:buNone/>
              <a:defRPr sz="1600"/>
            </a:lvl4pPr>
            <a:lvl5pPr lvl="4" algn="ctr">
              <a:lnSpc>
                <a:spcPct val="100000"/>
              </a:lnSpc>
              <a:spcBef>
                <a:spcPts val="1600"/>
              </a:spcBef>
              <a:spcAft>
                <a:spcPts val="0"/>
              </a:spcAft>
              <a:buSzPts val="1600"/>
              <a:buNone/>
              <a:defRPr sz="1600"/>
            </a:lvl5pPr>
            <a:lvl6pPr lvl="5" algn="ctr">
              <a:lnSpc>
                <a:spcPct val="100000"/>
              </a:lnSpc>
              <a:spcBef>
                <a:spcPts val="1600"/>
              </a:spcBef>
              <a:spcAft>
                <a:spcPts val="0"/>
              </a:spcAft>
              <a:buSzPts val="1600"/>
              <a:buNone/>
              <a:defRPr sz="1600"/>
            </a:lvl6pPr>
            <a:lvl7pPr lvl="6" algn="ctr">
              <a:lnSpc>
                <a:spcPct val="100000"/>
              </a:lnSpc>
              <a:spcBef>
                <a:spcPts val="1600"/>
              </a:spcBef>
              <a:spcAft>
                <a:spcPts val="0"/>
              </a:spcAft>
              <a:buSzPts val="1600"/>
              <a:buNone/>
              <a:defRPr sz="1600"/>
            </a:lvl7pPr>
            <a:lvl8pPr lvl="7" algn="ctr">
              <a:lnSpc>
                <a:spcPct val="100000"/>
              </a:lnSpc>
              <a:spcBef>
                <a:spcPts val="1600"/>
              </a:spcBef>
              <a:spcAft>
                <a:spcPts val="0"/>
              </a:spcAft>
              <a:buSzPts val="1600"/>
              <a:buNone/>
              <a:defRPr sz="1600"/>
            </a:lvl8pPr>
            <a:lvl9pPr lvl="8" algn="ctr">
              <a:lnSpc>
                <a:spcPct val="100000"/>
              </a:lnSpc>
              <a:spcBef>
                <a:spcPts val="1600"/>
              </a:spcBef>
              <a:spcAft>
                <a:spcPts val="1600"/>
              </a:spcAft>
              <a:buSzPts val="1600"/>
              <a:buNone/>
              <a:defRPr sz="1600"/>
            </a:lvl9pPr>
          </a:lstStyle>
          <a:p/>
        </p:txBody>
      </p:sp>
    </p:spTree>
  </p:cSld>
  <p:clrMapOvr>
    <a:masterClrMapping/>
  </p:clrMapOvr>
</p:sldLayout>
</file>

<file path=ppt/slideLayouts/slideLayout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lt1"/>
        </a:solidFill>
      </p:bgPr>
    </p:bg>
    <p:spTree>
      <p:nvGrpSpPr>
        <p:cNvPr id="5392" name="Shape 5392"/>
        <p:cNvGrpSpPr/>
        <p:nvPr/>
      </p:nvGrpSpPr>
      <p:grpSpPr>
        <a:xfrm>
          <a:off x="0" y="0"/>
          <a:ext cx="0" cy="0"/>
          <a:chOff x="0" y="0"/>
          <a:chExt cx="0" cy="0"/>
        </a:xfrm>
      </p:grpSpPr>
    </p:spTree>
  </p:cSld>
  <p:clrMapOvr>
    <a:masterClrMapping/>
  </p:clrMapOvr>
</p:sldLayout>
</file>

<file path=ppt/slideLayouts/slideLayout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5393" name="Shape 5393"/>
        <p:cNvGrpSpPr/>
        <p:nvPr/>
      </p:nvGrpSpPr>
      <p:grpSpPr>
        <a:xfrm>
          <a:off x="0" y="0"/>
          <a:ext cx="0" cy="0"/>
          <a:chOff x="0" y="0"/>
          <a:chExt cx="0" cy="0"/>
        </a:xfrm>
      </p:grpSpPr>
      <p:sp>
        <p:nvSpPr>
          <p:cNvPr id="5394" name="Google Shape;5394;p87"/>
          <p:cNvSpPr/>
          <p:nvPr/>
        </p:nvSpPr>
        <p:spPr>
          <a:xfrm>
            <a:off x="0" y="1371600"/>
            <a:ext cx="9144017" cy="3771820"/>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95" name="Google Shape;5395;p87"/>
          <p:cNvGrpSpPr/>
          <p:nvPr/>
        </p:nvGrpSpPr>
        <p:grpSpPr>
          <a:xfrm>
            <a:off x="5221413" y="2571747"/>
            <a:ext cx="4532217" cy="3156913"/>
            <a:chOff x="4611813" y="2571747"/>
            <a:chExt cx="4532217" cy="3156913"/>
          </a:xfrm>
        </p:grpSpPr>
        <p:sp>
          <p:nvSpPr>
            <p:cNvPr id="5396" name="Google Shape;5396;p87"/>
            <p:cNvSpPr/>
            <p:nvPr/>
          </p:nvSpPr>
          <p:spPr>
            <a:xfrm>
              <a:off x="4611813" y="2571747"/>
              <a:ext cx="4532217" cy="3156913"/>
            </a:xfrm>
            <a:custGeom>
              <a:rect b="b" l="l" r="r" t="t"/>
              <a:pathLst>
                <a:path extrusionOk="0" h="11777" w="16907">
                  <a:moveTo>
                    <a:pt x="3159" y="1"/>
                  </a:moveTo>
                  <a:cubicBezTo>
                    <a:pt x="3159" y="1"/>
                    <a:pt x="1107" y="188"/>
                    <a:pt x="2276" y="581"/>
                  </a:cubicBezTo>
                  <a:cubicBezTo>
                    <a:pt x="3453" y="982"/>
                    <a:pt x="4087" y="1143"/>
                    <a:pt x="2927" y="1571"/>
                  </a:cubicBezTo>
                  <a:cubicBezTo>
                    <a:pt x="1767" y="1999"/>
                    <a:pt x="2490" y="2320"/>
                    <a:pt x="4631" y="2570"/>
                  </a:cubicBezTo>
                  <a:cubicBezTo>
                    <a:pt x="6772" y="2820"/>
                    <a:pt x="7860" y="3203"/>
                    <a:pt x="6397" y="3676"/>
                  </a:cubicBezTo>
                  <a:cubicBezTo>
                    <a:pt x="4934" y="4149"/>
                    <a:pt x="4533" y="4684"/>
                    <a:pt x="6674" y="4684"/>
                  </a:cubicBezTo>
                  <a:cubicBezTo>
                    <a:pt x="8815" y="4684"/>
                    <a:pt x="11964" y="4916"/>
                    <a:pt x="9350" y="5817"/>
                  </a:cubicBezTo>
                  <a:cubicBezTo>
                    <a:pt x="6736" y="6709"/>
                    <a:pt x="1125" y="8208"/>
                    <a:pt x="4033" y="8360"/>
                  </a:cubicBezTo>
                  <a:cubicBezTo>
                    <a:pt x="6942" y="8511"/>
                    <a:pt x="3730" y="9849"/>
                    <a:pt x="1" y="10331"/>
                  </a:cubicBezTo>
                  <a:lnTo>
                    <a:pt x="1" y="11776"/>
                  </a:lnTo>
                  <a:lnTo>
                    <a:pt x="16906" y="11776"/>
                  </a:lnTo>
                  <a:lnTo>
                    <a:pt x="16906" y="6156"/>
                  </a:lnTo>
                  <a:cubicBezTo>
                    <a:pt x="15131" y="6076"/>
                    <a:pt x="13106" y="5219"/>
                    <a:pt x="14444" y="4604"/>
                  </a:cubicBezTo>
                  <a:cubicBezTo>
                    <a:pt x="15782" y="3988"/>
                    <a:pt x="14819" y="3631"/>
                    <a:pt x="13008" y="3507"/>
                  </a:cubicBezTo>
                  <a:cubicBezTo>
                    <a:pt x="11206" y="3382"/>
                    <a:pt x="9243" y="3177"/>
                    <a:pt x="10706" y="2695"/>
                  </a:cubicBezTo>
                  <a:cubicBezTo>
                    <a:pt x="12169" y="2213"/>
                    <a:pt x="9796" y="1919"/>
                    <a:pt x="8039" y="1856"/>
                  </a:cubicBezTo>
                  <a:cubicBezTo>
                    <a:pt x="6281" y="1785"/>
                    <a:pt x="4337" y="1580"/>
                    <a:pt x="5371" y="1267"/>
                  </a:cubicBezTo>
                  <a:cubicBezTo>
                    <a:pt x="6406" y="964"/>
                    <a:pt x="5818" y="750"/>
                    <a:pt x="5095" y="581"/>
                  </a:cubicBezTo>
                  <a:cubicBezTo>
                    <a:pt x="4381" y="420"/>
                    <a:pt x="7191" y="1"/>
                    <a:pt x="7191" y="1"/>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87"/>
            <p:cNvSpPr/>
            <p:nvPr/>
          </p:nvSpPr>
          <p:spPr>
            <a:xfrm>
              <a:off x="5336666" y="2571747"/>
              <a:ext cx="3807363" cy="3156913"/>
            </a:xfrm>
            <a:custGeom>
              <a:rect b="b" l="l" r="r" t="t"/>
              <a:pathLst>
                <a:path extrusionOk="0" h="11777" w="14203">
                  <a:moveTo>
                    <a:pt x="1329" y="1"/>
                  </a:moveTo>
                  <a:cubicBezTo>
                    <a:pt x="1329" y="1"/>
                    <a:pt x="89" y="134"/>
                    <a:pt x="732" y="456"/>
                  </a:cubicBezTo>
                  <a:cubicBezTo>
                    <a:pt x="1383" y="768"/>
                    <a:pt x="1758" y="1009"/>
                    <a:pt x="1080" y="1348"/>
                  </a:cubicBezTo>
                  <a:cubicBezTo>
                    <a:pt x="402" y="1678"/>
                    <a:pt x="0" y="1794"/>
                    <a:pt x="2034" y="2070"/>
                  </a:cubicBezTo>
                  <a:cubicBezTo>
                    <a:pt x="4059" y="2356"/>
                    <a:pt x="6182" y="2766"/>
                    <a:pt x="5076" y="3391"/>
                  </a:cubicBezTo>
                  <a:cubicBezTo>
                    <a:pt x="3970" y="4006"/>
                    <a:pt x="5629" y="3988"/>
                    <a:pt x="7021" y="4140"/>
                  </a:cubicBezTo>
                  <a:cubicBezTo>
                    <a:pt x="8422" y="4292"/>
                    <a:pt x="11116" y="4845"/>
                    <a:pt x="8439" y="5987"/>
                  </a:cubicBezTo>
                  <a:cubicBezTo>
                    <a:pt x="5772" y="7129"/>
                    <a:pt x="1463" y="7887"/>
                    <a:pt x="3970" y="8261"/>
                  </a:cubicBezTo>
                  <a:cubicBezTo>
                    <a:pt x="6477" y="8636"/>
                    <a:pt x="526" y="11776"/>
                    <a:pt x="526" y="11776"/>
                  </a:cubicBezTo>
                  <a:lnTo>
                    <a:pt x="14202" y="11776"/>
                  </a:lnTo>
                  <a:lnTo>
                    <a:pt x="11812" y="7182"/>
                  </a:lnTo>
                  <a:cubicBezTo>
                    <a:pt x="11812" y="7182"/>
                    <a:pt x="8502" y="6495"/>
                    <a:pt x="10598" y="5362"/>
                  </a:cubicBezTo>
                  <a:cubicBezTo>
                    <a:pt x="12695" y="4229"/>
                    <a:pt x="10117" y="3926"/>
                    <a:pt x="8306" y="3810"/>
                  </a:cubicBezTo>
                  <a:cubicBezTo>
                    <a:pt x="6495" y="3694"/>
                    <a:pt x="5112" y="3551"/>
                    <a:pt x="5968" y="3087"/>
                  </a:cubicBezTo>
                  <a:cubicBezTo>
                    <a:pt x="6825" y="2623"/>
                    <a:pt x="6557" y="2284"/>
                    <a:pt x="3568" y="2035"/>
                  </a:cubicBezTo>
                  <a:cubicBezTo>
                    <a:pt x="571" y="1785"/>
                    <a:pt x="1231" y="1392"/>
                    <a:pt x="1820" y="964"/>
                  </a:cubicBezTo>
                  <a:cubicBezTo>
                    <a:pt x="2418" y="536"/>
                    <a:pt x="1320" y="491"/>
                    <a:pt x="1294" y="295"/>
                  </a:cubicBezTo>
                  <a:cubicBezTo>
                    <a:pt x="1276" y="108"/>
                    <a:pt x="2507" y="1"/>
                    <a:pt x="25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8" name="Google Shape;5398;p87"/>
          <p:cNvGrpSpPr/>
          <p:nvPr/>
        </p:nvGrpSpPr>
        <p:grpSpPr>
          <a:xfrm>
            <a:off x="3809369" y="-21219"/>
            <a:ext cx="5449400" cy="5178727"/>
            <a:chOff x="7946247" y="1587834"/>
            <a:chExt cx="775759" cy="737196"/>
          </a:xfrm>
        </p:grpSpPr>
        <p:sp>
          <p:nvSpPr>
            <p:cNvPr id="5399" name="Google Shape;5399;p87"/>
            <p:cNvSpPr/>
            <p:nvPr/>
          </p:nvSpPr>
          <p:spPr>
            <a:xfrm>
              <a:off x="8325333" y="2249500"/>
              <a:ext cx="33090" cy="75514"/>
            </a:xfrm>
            <a:custGeom>
              <a:rect b="b" l="l" r="r" t="t"/>
              <a:pathLst>
                <a:path extrusionOk="0" h="2079" w="911">
                  <a:moveTo>
                    <a:pt x="1" y="0"/>
                  </a:moveTo>
                  <a:lnTo>
                    <a:pt x="1" y="2079"/>
                  </a:lnTo>
                  <a:lnTo>
                    <a:pt x="911" y="2079"/>
                  </a:lnTo>
                  <a:lnTo>
                    <a:pt x="91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87"/>
            <p:cNvSpPr/>
            <p:nvPr/>
          </p:nvSpPr>
          <p:spPr>
            <a:xfrm>
              <a:off x="8325333" y="2249500"/>
              <a:ext cx="20123" cy="75514"/>
            </a:xfrm>
            <a:custGeom>
              <a:rect b="b" l="l" r="r" t="t"/>
              <a:pathLst>
                <a:path extrusionOk="0" h="2079" w="554">
                  <a:moveTo>
                    <a:pt x="1" y="0"/>
                  </a:moveTo>
                  <a:lnTo>
                    <a:pt x="1" y="2079"/>
                  </a:lnTo>
                  <a:lnTo>
                    <a:pt x="554" y="2079"/>
                  </a:lnTo>
                  <a:lnTo>
                    <a:pt x="55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87"/>
            <p:cNvSpPr/>
            <p:nvPr/>
          </p:nvSpPr>
          <p:spPr>
            <a:xfrm>
              <a:off x="8426125" y="2196035"/>
              <a:ext cx="33090" cy="128981"/>
            </a:xfrm>
            <a:custGeom>
              <a:rect b="b" l="l" r="r" t="t"/>
              <a:pathLst>
                <a:path extrusionOk="0" h="3551" w="911">
                  <a:moveTo>
                    <a:pt x="0" y="0"/>
                  </a:moveTo>
                  <a:lnTo>
                    <a:pt x="0" y="3551"/>
                  </a:lnTo>
                  <a:lnTo>
                    <a:pt x="910" y="3551"/>
                  </a:lnTo>
                  <a:lnTo>
                    <a:pt x="910"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87"/>
            <p:cNvSpPr/>
            <p:nvPr/>
          </p:nvSpPr>
          <p:spPr>
            <a:xfrm>
              <a:off x="8426125" y="2196035"/>
              <a:ext cx="20123" cy="128981"/>
            </a:xfrm>
            <a:custGeom>
              <a:rect b="b" l="l" r="r" t="t"/>
              <a:pathLst>
                <a:path extrusionOk="0" h="3551" w="554">
                  <a:moveTo>
                    <a:pt x="0" y="0"/>
                  </a:moveTo>
                  <a:lnTo>
                    <a:pt x="0" y="3551"/>
                  </a:lnTo>
                  <a:lnTo>
                    <a:pt x="553" y="3551"/>
                  </a:lnTo>
                  <a:lnTo>
                    <a:pt x="55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87"/>
            <p:cNvSpPr/>
            <p:nvPr/>
          </p:nvSpPr>
          <p:spPr>
            <a:xfrm>
              <a:off x="8526881" y="2129277"/>
              <a:ext cx="33090" cy="195742"/>
            </a:xfrm>
            <a:custGeom>
              <a:rect b="b" l="l" r="r" t="t"/>
              <a:pathLst>
                <a:path extrusionOk="0" h="5389" w="911">
                  <a:moveTo>
                    <a:pt x="1" y="1"/>
                  </a:moveTo>
                  <a:lnTo>
                    <a:pt x="1" y="5389"/>
                  </a:lnTo>
                  <a:lnTo>
                    <a:pt x="911" y="5389"/>
                  </a:lnTo>
                  <a:lnTo>
                    <a:pt x="91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87"/>
            <p:cNvSpPr/>
            <p:nvPr/>
          </p:nvSpPr>
          <p:spPr>
            <a:xfrm>
              <a:off x="8526881" y="2129277"/>
              <a:ext cx="20123" cy="195742"/>
            </a:xfrm>
            <a:custGeom>
              <a:rect b="b" l="l" r="r" t="t"/>
              <a:pathLst>
                <a:path extrusionOk="0" h="5389" w="554">
                  <a:moveTo>
                    <a:pt x="1" y="1"/>
                  </a:moveTo>
                  <a:lnTo>
                    <a:pt x="1" y="5389"/>
                  </a:lnTo>
                  <a:lnTo>
                    <a:pt x="554" y="5389"/>
                  </a:lnTo>
                  <a:lnTo>
                    <a:pt x="554"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87"/>
            <p:cNvSpPr/>
            <p:nvPr/>
          </p:nvSpPr>
          <p:spPr>
            <a:xfrm>
              <a:off x="8627672" y="2058958"/>
              <a:ext cx="33053" cy="266062"/>
            </a:xfrm>
            <a:custGeom>
              <a:rect b="b" l="l" r="r" t="t"/>
              <a:pathLst>
                <a:path extrusionOk="0" h="7325" w="910">
                  <a:moveTo>
                    <a:pt x="0" y="1"/>
                  </a:moveTo>
                  <a:lnTo>
                    <a:pt x="0" y="7325"/>
                  </a:lnTo>
                  <a:lnTo>
                    <a:pt x="910" y="7325"/>
                  </a:lnTo>
                  <a:lnTo>
                    <a:pt x="910"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87"/>
            <p:cNvSpPr/>
            <p:nvPr/>
          </p:nvSpPr>
          <p:spPr>
            <a:xfrm>
              <a:off x="8627672" y="2058958"/>
              <a:ext cx="20123" cy="266062"/>
            </a:xfrm>
            <a:custGeom>
              <a:rect b="b" l="l" r="r" t="t"/>
              <a:pathLst>
                <a:path extrusionOk="0" h="7325" w="554">
                  <a:moveTo>
                    <a:pt x="0" y="1"/>
                  </a:moveTo>
                  <a:lnTo>
                    <a:pt x="0" y="7325"/>
                  </a:lnTo>
                  <a:lnTo>
                    <a:pt x="553" y="7325"/>
                  </a:lnTo>
                  <a:lnTo>
                    <a:pt x="553"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87"/>
            <p:cNvSpPr/>
            <p:nvPr/>
          </p:nvSpPr>
          <p:spPr>
            <a:xfrm>
              <a:off x="8176924" y="2005493"/>
              <a:ext cx="540551" cy="319529"/>
            </a:xfrm>
            <a:custGeom>
              <a:rect b="b" l="l" r="r" t="t"/>
              <a:pathLst>
                <a:path extrusionOk="0" h="8797" w="14882">
                  <a:moveTo>
                    <a:pt x="14881" y="1"/>
                  </a:moveTo>
                  <a:lnTo>
                    <a:pt x="1" y="8797"/>
                  </a:lnTo>
                  <a:lnTo>
                    <a:pt x="1999" y="8797"/>
                  </a:lnTo>
                  <a:lnTo>
                    <a:pt x="14881" y="340"/>
                  </a:lnTo>
                  <a:lnTo>
                    <a:pt x="14881"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87"/>
            <p:cNvSpPr/>
            <p:nvPr/>
          </p:nvSpPr>
          <p:spPr>
            <a:xfrm>
              <a:off x="8249531" y="2017806"/>
              <a:ext cx="467943" cy="307216"/>
            </a:xfrm>
            <a:custGeom>
              <a:rect b="b" l="l" r="r" t="t"/>
              <a:pathLst>
                <a:path extrusionOk="0" h="8458" w="12883">
                  <a:moveTo>
                    <a:pt x="12882" y="1"/>
                  </a:moveTo>
                  <a:lnTo>
                    <a:pt x="0" y="8458"/>
                  </a:lnTo>
                  <a:lnTo>
                    <a:pt x="857" y="8458"/>
                  </a:lnTo>
                  <a:lnTo>
                    <a:pt x="12882" y="260"/>
                  </a:lnTo>
                  <a:lnTo>
                    <a:pt x="1288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87"/>
            <p:cNvSpPr/>
            <p:nvPr/>
          </p:nvSpPr>
          <p:spPr>
            <a:xfrm>
              <a:off x="8284835" y="1862888"/>
              <a:ext cx="427165" cy="213583"/>
            </a:xfrm>
            <a:custGeom>
              <a:rect b="b" l="l" r="r" t="t"/>
              <a:pathLst>
                <a:path extrusionOk="0" h="4827" w="9654">
                  <a:moveTo>
                    <a:pt x="9653" y="0"/>
                  </a:moveTo>
                  <a:lnTo>
                    <a:pt x="8948" y="482"/>
                  </a:lnTo>
                  <a:cubicBezTo>
                    <a:pt x="8948" y="482"/>
                    <a:pt x="8774" y="656"/>
                    <a:pt x="8707" y="656"/>
                  </a:cubicBezTo>
                  <a:cubicBezTo>
                    <a:pt x="8688" y="656"/>
                    <a:pt x="8677" y="642"/>
                    <a:pt x="8681" y="607"/>
                  </a:cubicBezTo>
                  <a:cubicBezTo>
                    <a:pt x="8687" y="553"/>
                    <a:pt x="8657" y="536"/>
                    <a:pt x="8615" y="536"/>
                  </a:cubicBezTo>
                  <a:cubicBezTo>
                    <a:pt x="8530" y="536"/>
                    <a:pt x="8395" y="607"/>
                    <a:pt x="8395" y="607"/>
                  </a:cubicBezTo>
                  <a:lnTo>
                    <a:pt x="7780" y="1044"/>
                  </a:lnTo>
                  <a:lnTo>
                    <a:pt x="6941" y="1178"/>
                  </a:lnTo>
                  <a:lnTo>
                    <a:pt x="5505" y="1187"/>
                  </a:lnTo>
                  <a:lnTo>
                    <a:pt x="4863" y="1365"/>
                  </a:lnTo>
                  <a:lnTo>
                    <a:pt x="4318" y="1365"/>
                  </a:lnTo>
                  <a:lnTo>
                    <a:pt x="3712" y="1544"/>
                  </a:lnTo>
                  <a:cubicBezTo>
                    <a:pt x="3712" y="1544"/>
                    <a:pt x="3582" y="1520"/>
                    <a:pt x="3388" y="1520"/>
                  </a:cubicBezTo>
                  <a:cubicBezTo>
                    <a:pt x="3227" y="1520"/>
                    <a:pt x="3022" y="1536"/>
                    <a:pt x="2811" y="1597"/>
                  </a:cubicBezTo>
                  <a:cubicBezTo>
                    <a:pt x="2338" y="1740"/>
                    <a:pt x="1910" y="1776"/>
                    <a:pt x="1910" y="1776"/>
                  </a:cubicBezTo>
                  <a:lnTo>
                    <a:pt x="197" y="2150"/>
                  </a:lnTo>
                  <a:cubicBezTo>
                    <a:pt x="197" y="2150"/>
                    <a:pt x="1" y="2231"/>
                    <a:pt x="1044" y="2587"/>
                  </a:cubicBezTo>
                  <a:cubicBezTo>
                    <a:pt x="2498" y="3096"/>
                    <a:pt x="3587" y="2846"/>
                    <a:pt x="3774" y="3087"/>
                  </a:cubicBezTo>
                  <a:cubicBezTo>
                    <a:pt x="3962" y="3328"/>
                    <a:pt x="3863" y="3167"/>
                    <a:pt x="4113" y="3497"/>
                  </a:cubicBezTo>
                  <a:cubicBezTo>
                    <a:pt x="4363" y="3818"/>
                    <a:pt x="4292" y="3890"/>
                    <a:pt x="4684" y="3917"/>
                  </a:cubicBezTo>
                  <a:cubicBezTo>
                    <a:pt x="4815" y="3926"/>
                    <a:pt x="4929" y="3928"/>
                    <a:pt x="5023" y="3928"/>
                  </a:cubicBezTo>
                  <a:cubicBezTo>
                    <a:pt x="5210" y="3928"/>
                    <a:pt x="5318" y="3917"/>
                    <a:pt x="5318" y="3917"/>
                  </a:cubicBezTo>
                  <a:lnTo>
                    <a:pt x="5790" y="3863"/>
                  </a:lnTo>
                  <a:lnTo>
                    <a:pt x="6040" y="3917"/>
                  </a:lnTo>
                  <a:cubicBezTo>
                    <a:pt x="6040" y="3917"/>
                    <a:pt x="6352" y="4131"/>
                    <a:pt x="6629" y="4175"/>
                  </a:cubicBezTo>
                  <a:cubicBezTo>
                    <a:pt x="6672" y="4184"/>
                    <a:pt x="6701" y="4187"/>
                    <a:pt x="6720" y="4187"/>
                  </a:cubicBezTo>
                  <a:cubicBezTo>
                    <a:pt x="6782" y="4187"/>
                    <a:pt x="6748" y="4155"/>
                    <a:pt x="6759" y="4155"/>
                  </a:cubicBezTo>
                  <a:lnTo>
                    <a:pt x="6759" y="4155"/>
                  </a:lnTo>
                  <a:cubicBezTo>
                    <a:pt x="6767" y="4155"/>
                    <a:pt x="6798" y="4172"/>
                    <a:pt x="6905" y="4229"/>
                  </a:cubicBezTo>
                  <a:cubicBezTo>
                    <a:pt x="7218" y="4380"/>
                    <a:pt x="7405" y="4452"/>
                    <a:pt x="7405" y="4452"/>
                  </a:cubicBezTo>
                  <a:cubicBezTo>
                    <a:pt x="7405" y="4452"/>
                    <a:pt x="7905" y="4505"/>
                    <a:pt x="8154" y="4568"/>
                  </a:cubicBezTo>
                  <a:cubicBezTo>
                    <a:pt x="8413" y="4630"/>
                    <a:pt x="8681" y="4666"/>
                    <a:pt x="8681" y="4666"/>
                  </a:cubicBezTo>
                  <a:lnTo>
                    <a:pt x="9653" y="4827"/>
                  </a:lnTo>
                  <a:lnTo>
                    <a:pt x="965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87"/>
            <p:cNvSpPr/>
            <p:nvPr/>
          </p:nvSpPr>
          <p:spPr>
            <a:xfrm>
              <a:off x="8454567" y="1962751"/>
              <a:ext cx="257432" cy="113716"/>
            </a:xfrm>
            <a:custGeom>
              <a:rect b="b" l="l" r="r" t="t"/>
              <a:pathLst>
                <a:path extrusionOk="0" h="2570" w="5818">
                  <a:moveTo>
                    <a:pt x="5817" y="0"/>
                  </a:moveTo>
                  <a:lnTo>
                    <a:pt x="5202" y="152"/>
                  </a:lnTo>
                  <a:lnTo>
                    <a:pt x="4809" y="411"/>
                  </a:lnTo>
                  <a:lnTo>
                    <a:pt x="4399" y="500"/>
                  </a:lnTo>
                  <a:lnTo>
                    <a:pt x="4006" y="830"/>
                  </a:lnTo>
                  <a:cubicBezTo>
                    <a:pt x="4006" y="830"/>
                    <a:pt x="3911" y="850"/>
                    <a:pt x="3781" y="850"/>
                  </a:cubicBezTo>
                  <a:cubicBezTo>
                    <a:pt x="3717" y="850"/>
                    <a:pt x="3643" y="845"/>
                    <a:pt x="3569" y="830"/>
                  </a:cubicBezTo>
                  <a:cubicBezTo>
                    <a:pt x="3426" y="796"/>
                    <a:pt x="3246" y="780"/>
                    <a:pt x="3042" y="780"/>
                  </a:cubicBezTo>
                  <a:cubicBezTo>
                    <a:pt x="2927" y="780"/>
                    <a:pt x="2805" y="785"/>
                    <a:pt x="2677" y="794"/>
                  </a:cubicBezTo>
                  <a:cubicBezTo>
                    <a:pt x="2363" y="817"/>
                    <a:pt x="2417" y="919"/>
                    <a:pt x="2416" y="919"/>
                  </a:cubicBezTo>
                  <a:cubicBezTo>
                    <a:pt x="2416" y="919"/>
                    <a:pt x="2414" y="917"/>
                    <a:pt x="2409" y="910"/>
                  </a:cubicBezTo>
                  <a:cubicBezTo>
                    <a:pt x="2405" y="906"/>
                    <a:pt x="2401" y="905"/>
                    <a:pt x="2395" y="905"/>
                  </a:cubicBezTo>
                  <a:cubicBezTo>
                    <a:pt x="2338" y="905"/>
                    <a:pt x="2204" y="1098"/>
                    <a:pt x="2204" y="1098"/>
                  </a:cubicBezTo>
                  <a:cubicBezTo>
                    <a:pt x="2204" y="1098"/>
                    <a:pt x="2052" y="1089"/>
                    <a:pt x="1847" y="1053"/>
                  </a:cubicBezTo>
                  <a:cubicBezTo>
                    <a:pt x="1788" y="1046"/>
                    <a:pt x="1746" y="1042"/>
                    <a:pt x="1710" y="1042"/>
                  </a:cubicBezTo>
                  <a:cubicBezTo>
                    <a:pt x="1618" y="1042"/>
                    <a:pt x="1577" y="1065"/>
                    <a:pt x="1428" y="1098"/>
                  </a:cubicBezTo>
                  <a:cubicBezTo>
                    <a:pt x="1223" y="1133"/>
                    <a:pt x="1080" y="1231"/>
                    <a:pt x="1080" y="1231"/>
                  </a:cubicBezTo>
                  <a:lnTo>
                    <a:pt x="946" y="1312"/>
                  </a:lnTo>
                  <a:lnTo>
                    <a:pt x="1" y="910"/>
                  </a:lnTo>
                  <a:lnTo>
                    <a:pt x="1" y="910"/>
                  </a:lnTo>
                  <a:cubicBezTo>
                    <a:pt x="99" y="1035"/>
                    <a:pt x="63" y="955"/>
                    <a:pt x="277" y="1240"/>
                  </a:cubicBezTo>
                  <a:cubicBezTo>
                    <a:pt x="527" y="1561"/>
                    <a:pt x="456" y="1633"/>
                    <a:pt x="848" y="1660"/>
                  </a:cubicBezTo>
                  <a:cubicBezTo>
                    <a:pt x="979" y="1669"/>
                    <a:pt x="1093" y="1671"/>
                    <a:pt x="1187" y="1671"/>
                  </a:cubicBezTo>
                  <a:cubicBezTo>
                    <a:pt x="1374" y="1671"/>
                    <a:pt x="1482" y="1660"/>
                    <a:pt x="1482" y="1660"/>
                  </a:cubicBezTo>
                  <a:lnTo>
                    <a:pt x="1954" y="1606"/>
                  </a:lnTo>
                  <a:lnTo>
                    <a:pt x="2204" y="1660"/>
                  </a:lnTo>
                  <a:cubicBezTo>
                    <a:pt x="2204" y="1660"/>
                    <a:pt x="2516" y="1874"/>
                    <a:pt x="2793" y="1918"/>
                  </a:cubicBezTo>
                  <a:cubicBezTo>
                    <a:pt x="2836" y="1927"/>
                    <a:pt x="2865" y="1930"/>
                    <a:pt x="2884" y="1930"/>
                  </a:cubicBezTo>
                  <a:cubicBezTo>
                    <a:pt x="2946" y="1930"/>
                    <a:pt x="2912" y="1898"/>
                    <a:pt x="2923" y="1898"/>
                  </a:cubicBezTo>
                  <a:lnTo>
                    <a:pt x="2923" y="1898"/>
                  </a:lnTo>
                  <a:cubicBezTo>
                    <a:pt x="2931" y="1898"/>
                    <a:pt x="2962" y="1915"/>
                    <a:pt x="3069" y="1972"/>
                  </a:cubicBezTo>
                  <a:cubicBezTo>
                    <a:pt x="3382" y="2123"/>
                    <a:pt x="3569" y="2195"/>
                    <a:pt x="3569" y="2195"/>
                  </a:cubicBezTo>
                  <a:cubicBezTo>
                    <a:pt x="3569" y="2195"/>
                    <a:pt x="4069" y="2248"/>
                    <a:pt x="4318" y="2311"/>
                  </a:cubicBezTo>
                  <a:cubicBezTo>
                    <a:pt x="4577" y="2373"/>
                    <a:pt x="4845" y="2409"/>
                    <a:pt x="4845" y="2409"/>
                  </a:cubicBezTo>
                  <a:lnTo>
                    <a:pt x="5817" y="2570"/>
                  </a:lnTo>
                  <a:lnTo>
                    <a:pt x="5817"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87"/>
            <p:cNvSpPr/>
            <p:nvPr/>
          </p:nvSpPr>
          <p:spPr>
            <a:xfrm>
              <a:off x="8293508" y="1862888"/>
              <a:ext cx="418493" cy="100176"/>
            </a:xfrm>
            <a:custGeom>
              <a:rect b="b" l="l" r="r" t="t"/>
              <a:pathLst>
                <a:path extrusionOk="0" h="2264" w="9458">
                  <a:moveTo>
                    <a:pt x="9457" y="0"/>
                  </a:moveTo>
                  <a:lnTo>
                    <a:pt x="8752" y="482"/>
                  </a:lnTo>
                  <a:cubicBezTo>
                    <a:pt x="8752" y="482"/>
                    <a:pt x="8578" y="656"/>
                    <a:pt x="8511" y="656"/>
                  </a:cubicBezTo>
                  <a:cubicBezTo>
                    <a:pt x="8492" y="656"/>
                    <a:pt x="8481" y="642"/>
                    <a:pt x="8485" y="607"/>
                  </a:cubicBezTo>
                  <a:cubicBezTo>
                    <a:pt x="8491" y="553"/>
                    <a:pt x="8461" y="536"/>
                    <a:pt x="8419" y="536"/>
                  </a:cubicBezTo>
                  <a:cubicBezTo>
                    <a:pt x="8334" y="536"/>
                    <a:pt x="8199" y="607"/>
                    <a:pt x="8199" y="607"/>
                  </a:cubicBezTo>
                  <a:lnTo>
                    <a:pt x="7584" y="1044"/>
                  </a:lnTo>
                  <a:lnTo>
                    <a:pt x="6745" y="1178"/>
                  </a:lnTo>
                  <a:lnTo>
                    <a:pt x="5309" y="1187"/>
                  </a:lnTo>
                  <a:lnTo>
                    <a:pt x="4667" y="1365"/>
                  </a:lnTo>
                  <a:lnTo>
                    <a:pt x="4122" y="1365"/>
                  </a:lnTo>
                  <a:lnTo>
                    <a:pt x="3516" y="1544"/>
                  </a:lnTo>
                  <a:cubicBezTo>
                    <a:pt x="3516" y="1544"/>
                    <a:pt x="3386" y="1520"/>
                    <a:pt x="3192" y="1520"/>
                  </a:cubicBezTo>
                  <a:cubicBezTo>
                    <a:pt x="3031" y="1520"/>
                    <a:pt x="2826" y="1536"/>
                    <a:pt x="2615" y="1597"/>
                  </a:cubicBezTo>
                  <a:cubicBezTo>
                    <a:pt x="2142" y="1740"/>
                    <a:pt x="1714" y="1776"/>
                    <a:pt x="1714" y="1776"/>
                  </a:cubicBezTo>
                  <a:lnTo>
                    <a:pt x="1" y="2150"/>
                  </a:lnTo>
                  <a:lnTo>
                    <a:pt x="170" y="2239"/>
                  </a:lnTo>
                  <a:cubicBezTo>
                    <a:pt x="170" y="2239"/>
                    <a:pt x="262" y="2263"/>
                    <a:pt x="341" y="2263"/>
                  </a:cubicBezTo>
                  <a:cubicBezTo>
                    <a:pt x="380" y="2263"/>
                    <a:pt x="417" y="2257"/>
                    <a:pt x="438" y="2239"/>
                  </a:cubicBezTo>
                  <a:cubicBezTo>
                    <a:pt x="500" y="2186"/>
                    <a:pt x="1098" y="2150"/>
                    <a:pt x="1098" y="2150"/>
                  </a:cubicBezTo>
                  <a:lnTo>
                    <a:pt x="1508" y="2052"/>
                  </a:lnTo>
                  <a:lnTo>
                    <a:pt x="1919" y="1972"/>
                  </a:lnTo>
                  <a:cubicBezTo>
                    <a:pt x="1919" y="1972"/>
                    <a:pt x="2133" y="1918"/>
                    <a:pt x="2258" y="1874"/>
                  </a:cubicBezTo>
                  <a:cubicBezTo>
                    <a:pt x="2315" y="1853"/>
                    <a:pt x="2399" y="1848"/>
                    <a:pt x="2474" y="1848"/>
                  </a:cubicBezTo>
                  <a:cubicBezTo>
                    <a:pt x="2564" y="1848"/>
                    <a:pt x="2641" y="1856"/>
                    <a:pt x="2641" y="1856"/>
                  </a:cubicBezTo>
                  <a:lnTo>
                    <a:pt x="3302" y="1972"/>
                  </a:lnTo>
                  <a:lnTo>
                    <a:pt x="3685" y="1865"/>
                  </a:lnTo>
                  <a:lnTo>
                    <a:pt x="4015" y="1749"/>
                  </a:lnTo>
                  <a:lnTo>
                    <a:pt x="4354" y="1686"/>
                  </a:lnTo>
                  <a:lnTo>
                    <a:pt x="4961" y="1722"/>
                  </a:lnTo>
                  <a:lnTo>
                    <a:pt x="5353" y="1740"/>
                  </a:lnTo>
                  <a:lnTo>
                    <a:pt x="5737" y="1642"/>
                  </a:lnTo>
                  <a:lnTo>
                    <a:pt x="6112" y="1642"/>
                  </a:lnTo>
                  <a:lnTo>
                    <a:pt x="6469" y="1829"/>
                  </a:lnTo>
                  <a:lnTo>
                    <a:pt x="6870" y="1776"/>
                  </a:lnTo>
                  <a:lnTo>
                    <a:pt x="7120" y="1695"/>
                  </a:lnTo>
                  <a:lnTo>
                    <a:pt x="7949" y="1472"/>
                  </a:lnTo>
                  <a:lnTo>
                    <a:pt x="8404" y="1356"/>
                  </a:lnTo>
                  <a:lnTo>
                    <a:pt x="8485" y="1214"/>
                  </a:lnTo>
                  <a:cubicBezTo>
                    <a:pt x="8485" y="1214"/>
                    <a:pt x="8529" y="1169"/>
                    <a:pt x="8485" y="1098"/>
                  </a:cubicBezTo>
                  <a:cubicBezTo>
                    <a:pt x="8449" y="1026"/>
                    <a:pt x="8574" y="973"/>
                    <a:pt x="8690" y="839"/>
                  </a:cubicBezTo>
                  <a:cubicBezTo>
                    <a:pt x="8729" y="794"/>
                    <a:pt x="8756" y="779"/>
                    <a:pt x="8776" y="779"/>
                  </a:cubicBezTo>
                  <a:cubicBezTo>
                    <a:pt x="8816" y="779"/>
                    <a:pt x="8824" y="839"/>
                    <a:pt x="8824" y="839"/>
                  </a:cubicBezTo>
                  <a:cubicBezTo>
                    <a:pt x="8824" y="839"/>
                    <a:pt x="8894" y="853"/>
                    <a:pt x="8981" y="853"/>
                  </a:cubicBezTo>
                  <a:cubicBezTo>
                    <a:pt x="9060" y="853"/>
                    <a:pt x="9152" y="841"/>
                    <a:pt x="9216" y="794"/>
                  </a:cubicBezTo>
                  <a:cubicBezTo>
                    <a:pt x="9350" y="696"/>
                    <a:pt x="9270" y="634"/>
                    <a:pt x="9314" y="384"/>
                  </a:cubicBezTo>
                  <a:cubicBezTo>
                    <a:pt x="9350" y="134"/>
                    <a:pt x="9457" y="0"/>
                    <a:pt x="9457"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87"/>
            <p:cNvSpPr/>
            <p:nvPr/>
          </p:nvSpPr>
          <p:spPr>
            <a:xfrm>
              <a:off x="8473089" y="2197343"/>
              <a:ext cx="248918" cy="127674"/>
            </a:xfrm>
            <a:custGeom>
              <a:rect b="b" l="l" r="r" t="t"/>
              <a:pathLst>
                <a:path extrusionOk="0" h="3515" w="6853">
                  <a:moveTo>
                    <a:pt x="3426" y="0"/>
                  </a:moveTo>
                  <a:cubicBezTo>
                    <a:pt x="3105" y="54"/>
                    <a:pt x="3087" y="678"/>
                    <a:pt x="3087" y="678"/>
                  </a:cubicBezTo>
                  <a:cubicBezTo>
                    <a:pt x="3087" y="678"/>
                    <a:pt x="2826" y="187"/>
                    <a:pt x="2603" y="187"/>
                  </a:cubicBezTo>
                  <a:cubicBezTo>
                    <a:pt x="2586" y="187"/>
                    <a:pt x="2569" y="190"/>
                    <a:pt x="2552" y="196"/>
                  </a:cubicBezTo>
                  <a:cubicBezTo>
                    <a:pt x="2320" y="277"/>
                    <a:pt x="2365" y="999"/>
                    <a:pt x="2365" y="999"/>
                  </a:cubicBezTo>
                  <a:cubicBezTo>
                    <a:pt x="2365" y="999"/>
                    <a:pt x="2038" y="539"/>
                    <a:pt x="1832" y="539"/>
                  </a:cubicBezTo>
                  <a:cubicBezTo>
                    <a:pt x="1812" y="539"/>
                    <a:pt x="1793" y="544"/>
                    <a:pt x="1776" y="553"/>
                  </a:cubicBezTo>
                  <a:cubicBezTo>
                    <a:pt x="1580" y="660"/>
                    <a:pt x="1776" y="1383"/>
                    <a:pt x="1776" y="1383"/>
                  </a:cubicBezTo>
                  <a:cubicBezTo>
                    <a:pt x="1776" y="1383"/>
                    <a:pt x="1409" y="1088"/>
                    <a:pt x="1192" y="1088"/>
                  </a:cubicBezTo>
                  <a:cubicBezTo>
                    <a:pt x="1155" y="1088"/>
                    <a:pt x="1123" y="1096"/>
                    <a:pt x="1098" y="1115"/>
                  </a:cubicBezTo>
                  <a:cubicBezTo>
                    <a:pt x="928" y="1249"/>
                    <a:pt x="1250" y="2043"/>
                    <a:pt x="1250" y="2043"/>
                  </a:cubicBezTo>
                  <a:cubicBezTo>
                    <a:pt x="1250" y="2043"/>
                    <a:pt x="849" y="1700"/>
                    <a:pt x="607" y="1700"/>
                  </a:cubicBezTo>
                  <a:cubicBezTo>
                    <a:pt x="581" y="1700"/>
                    <a:pt x="557" y="1704"/>
                    <a:pt x="536" y="1713"/>
                  </a:cubicBezTo>
                  <a:cubicBezTo>
                    <a:pt x="322" y="1793"/>
                    <a:pt x="750" y="2801"/>
                    <a:pt x="750" y="2801"/>
                  </a:cubicBezTo>
                  <a:cubicBezTo>
                    <a:pt x="750" y="2801"/>
                    <a:pt x="485" y="2553"/>
                    <a:pt x="293" y="2553"/>
                  </a:cubicBezTo>
                  <a:cubicBezTo>
                    <a:pt x="246" y="2553"/>
                    <a:pt x="203" y="2568"/>
                    <a:pt x="170" y="2605"/>
                  </a:cubicBezTo>
                  <a:cubicBezTo>
                    <a:pt x="1" y="2783"/>
                    <a:pt x="420" y="3515"/>
                    <a:pt x="420" y="3515"/>
                  </a:cubicBezTo>
                  <a:lnTo>
                    <a:pt x="6433" y="3515"/>
                  </a:lnTo>
                  <a:cubicBezTo>
                    <a:pt x="6433" y="3515"/>
                    <a:pt x="6852" y="2783"/>
                    <a:pt x="6683" y="2605"/>
                  </a:cubicBezTo>
                  <a:cubicBezTo>
                    <a:pt x="6649" y="2568"/>
                    <a:pt x="6607" y="2553"/>
                    <a:pt x="6560" y="2553"/>
                  </a:cubicBezTo>
                  <a:cubicBezTo>
                    <a:pt x="6368" y="2553"/>
                    <a:pt x="6103" y="2801"/>
                    <a:pt x="6103" y="2801"/>
                  </a:cubicBezTo>
                  <a:cubicBezTo>
                    <a:pt x="6103" y="2801"/>
                    <a:pt x="6531" y="1793"/>
                    <a:pt x="6317" y="1713"/>
                  </a:cubicBezTo>
                  <a:cubicBezTo>
                    <a:pt x="6295" y="1704"/>
                    <a:pt x="6271" y="1700"/>
                    <a:pt x="6246" y="1700"/>
                  </a:cubicBezTo>
                  <a:cubicBezTo>
                    <a:pt x="6004" y="1700"/>
                    <a:pt x="5603" y="2043"/>
                    <a:pt x="5603" y="2043"/>
                  </a:cubicBezTo>
                  <a:cubicBezTo>
                    <a:pt x="5603" y="2043"/>
                    <a:pt x="5924" y="1249"/>
                    <a:pt x="5755" y="1115"/>
                  </a:cubicBezTo>
                  <a:cubicBezTo>
                    <a:pt x="5729" y="1096"/>
                    <a:pt x="5697" y="1088"/>
                    <a:pt x="5661" y="1088"/>
                  </a:cubicBezTo>
                  <a:cubicBezTo>
                    <a:pt x="5444" y="1088"/>
                    <a:pt x="5077" y="1383"/>
                    <a:pt x="5077" y="1383"/>
                  </a:cubicBezTo>
                  <a:cubicBezTo>
                    <a:pt x="5077" y="1383"/>
                    <a:pt x="5273" y="660"/>
                    <a:pt x="5077" y="553"/>
                  </a:cubicBezTo>
                  <a:cubicBezTo>
                    <a:pt x="5059" y="544"/>
                    <a:pt x="5041" y="539"/>
                    <a:pt x="5021" y="539"/>
                  </a:cubicBezTo>
                  <a:cubicBezTo>
                    <a:pt x="4814" y="539"/>
                    <a:pt x="4488" y="999"/>
                    <a:pt x="4488" y="999"/>
                  </a:cubicBezTo>
                  <a:cubicBezTo>
                    <a:pt x="4488" y="999"/>
                    <a:pt x="4533" y="277"/>
                    <a:pt x="4301" y="196"/>
                  </a:cubicBezTo>
                  <a:cubicBezTo>
                    <a:pt x="4284" y="190"/>
                    <a:pt x="4267" y="187"/>
                    <a:pt x="4249" y="187"/>
                  </a:cubicBezTo>
                  <a:cubicBezTo>
                    <a:pt x="4026" y="187"/>
                    <a:pt x="3765" y="678"/>
                    <a:pt x="3765" y="678"/>
                  </a:cubicBezTo>
                  <a:cubicBezTo>
                    <a:pt x="3765" y="678"/>
                    <a:pt x="3748" y="54"/>
                    <a:pt x="34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87"/>
            <p:cNvSpPr/>
            <p:nvPr/>
          </p:nvSpPr>
          <p:spPr>
            <a:xfrm>
              <a:off x="8520742" y="2245941"/>
              <a:ext cx="153935" cy="79074"/>
            </a:xfrm>
            <a:custGeom>
              <a:rect b="b" l="l" r="r" t="t"/>
              <a:pathLst>
                <a:path extrusionOk="0" h="2177" w="4238">
                  <a:moveTo>
                    <a:pt x="2114" y="0"/>
                  </a:moveTo>
                  <a:cubicBezTo>
                    <a:pt x="1918" y="36"/>
                    <a:pt x="1909" y="428"/>
                    <a:pt x="1909" y="428"/>
                  </a:cubicBezTo>
                  <a:cubicBezTo>
                    <a:pt x="1909" y="428"/>
                    <a:pt x="1747" y="120"/>
                    <a:pt x="1602" y="120"/>
                  </a:cubicBezTo>
                  <a:cubicBezTo>
                    <a:pt x="1592" y="120"/>
                    <a:pt x="1581" y="121"/>
                    <a:pt x="1570" y="125"/>
                  </a:cubicBezTo>
                  <a:cubicBezTo>
                    <a:pt x="1427" y="170"/>
                    <a:pt x="1454" y="625"/>
                    <a:pt x="1454" y="625"/>
                  </a:cubicBezTo>
                  <a:cubicBezTo>
                    <a:pt x="1454" y="625"/>
                    <a:pt x="1256" y="338"/>
                    <a:pt x="1133" y="338"/>
                  </a:cubicBezTo>
                  <a:cubicBezTo>
                    <a:pt x="1120" y="338"/>
                    <a:pt x="1108" y="342"/>
                    <a:pt x="1097" y="348"/>
                  </a:cubicBezTo>
                  <a:cubicBezTo>
                    <a:pt x="972" y="411"/>
                    <a:pt x="1097" y="857"/>
                    <a:pt x="1097" y="857"/>
                  </a:cubicBezTo>
                  <a:cubicBezTo>
                    <a:pt x="1097" y="857"/>
                    <a:pt x="873" y="677"/>
                    <a:pt x="739" y="677"/>
                  </a:cubicBezTo>
                  <a:cubicBezTo>
                    <a:pt x="715" y="677"/>
                    <a:pt x="694" y="683"/>
                    <a:pt x="678" y="696"/>
                  </a:cubicBezTo>
                  <a:cubicBezTo>
                    <a:pt x="571" y="776"/>
                    <a:pt x="767" y="1267"/>
                    <a:pt x="767" y="1267"/>
                  </a:cubicBezTo>
                  <a:cubicBezTo>
                    <a:pt x="767" y="1267"/>
                    <a:pt x="518" y="1055"/>
                    <a:pt x="372" y="1055"/>
                  </a:cubicBezTo>
                  <a:cubicBezTo>
                    <a:pt x="357" y="1055"/>
                    <a:pt x="343" y="1057"/>
                    <a:pt x="330" y="1062"/>
                  </a:cubicBezTo>
                  <a:cubicBezTo>
                    <a:pt x="196" y="1115"/>
                    <a:pt x="455" y="1731"/>
                    <a:pt x="455" y="1731"/>
                  </a:cubicBezTo>
                  <a:cubicBezTo>
                    <a:pt x="455" y="1731"/>
                    <a:pt x="295" y="1582"/>
                    <a:pt x="176" y="1582"/>
                  </a:cubicBezTo>
                  <a:cubicBezTo>
                    <a:pt x="147" y="1582"/>
                    <a:pt x="120" y="1592"/>
                    <a:pt x="98" y="1615"/>
                  </a:cubicBezTo>
                  <a:cubicBezTo>
                    <a:pt x="0" y="1722"/>
                    <a:pt x="250" y="2177"/>
                    <a:pt x="250" y="2177"/>
                  </a:cubicBezTo>
                  <a:lnTo>
                    <a:pt x="3979" y="2177"/>
                  </a:lnTo>
                  <a:cubicBezTo>
                    <a:pt x="3979" y="2177"/>
                    <a:pt x="4238" y="1722"/>
                    <a:pt x="4131" y="1615"/>
                  </a:cubicBezTo>
                  <a:cubicBezTo>
                    <a:pt x="4109" y="1592"/>
                    <a:pt x="4082" y="1582"/>
                    <a:pt x="4052" y="1582"/>
                  </a:cubicBezTo>
                  <a:cubicBezTo>
                    <a:pt x="3934" y="1582"/>
                    <a:pt x="3774" y="1731"/>
                    <a:pt x="3774" y="1731"/>
                  </a:cubicBezTo>
                  <a:cubicBezTo>
                    <a:pt x="3774" y="1731"/>
                    <a:pt x="4032" y="1115"/>
                    <a:pt x="3899" y="1062"/>
                  </a:cubicBezTo>
                  <a:cubicBezTo>
                    <a:pt x="3886" y="1057"/>
                    <a:pt x="3872" y="1055"/>
                    <a:pt x="3857" y="1055"/>
                  </a:cubicBezTo>
                  <a:cubicBezTo>
                    <a:pt x="3711" y="1055"/>
                    <a:pt x="3461" y="1267"/>
                    <a:pt x="3461" y="1267"/>
                  </a:cubicBezTo>
                  <a:cubicBezTo>
                    <a:pt x="3461" y="1267"/>
                    <a:pt x="3658" y="776"/>
                    <a:pt x="3551" y="696"/>
                  </a:cubicBezTo>
                  <a:cubicBezTo>
                    <a:pt x="3534" y="683"/>
                    <a:pt x="3513" y="677"/>
                    <a:pt x="3490" y="677"/>
                  </a:cubicBezTo>
                  <a:cubicBezTo>
                    <a:pt x="3356" y="677"/>
                    <a:pt x="3131" y="857"/>
                    <a:pt x="3131" y="857"/>
                  </a:cubicBezTo>
                  <a:cubicBezTo>
                    <a:pt x="3131" y="857"/>
                    <a:pt x="3256" y="411"/>
                    <a:pt x="3131" y="348"/>
                  </a:cubicBezTo>
                  <a:cubicBezTo>
                    <a:pt x="3121" y="342"/>
                    <a:pt x="3109" y="338"/>
                    <a:pt x="3096" y="338"/>
                  </a:cubicBezTo>
                  <a:cubicBezTo>
                    <a:pt x="2973" y="338"/>
                    <a:pt x="2775" y="625"/>
                    <a:pt x="2775" y="625"/>
                  </a:cubicBezTo>
                  <a:cubicBezTo>
                    <a:pt x="2775" y="625"/>
                    <a:pt x="2801" y="170"/>
                    <a:pt x="2659" y="125"/>
                  </a:cubicBezTo>
                  <a:cubicBezTo>
                    <a:pt x="2649" y="121"/>
                    <a:pt x="2638" y="120"/>
                    <a:pt x="2628" y="120"/>
                  </a:cubicBezTo>
                  <a:cubicBezTo>
                    <a:pt x="2491" y="120"/>
                    <a:pt x="2328" y="428"/>
                    <a:pt x="2328" y="428"/>
                  </a:cubicBezTo>
                  <a:cubicBezTo>
                    <a:pt x="2328" y="428"/>
                    <a:pt x="2311" y="36"/>
                    <a:pt x="2114"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87"/>
            <p:cNvSpPr/>
            <p:nvPr/>
          </p:nvSpPr>
          <p:spPr>
            <a:xfrm>
              <a:off x="8609185" y="2064552"/>
              <a:ext cx="108277" cy="136718"/>
            </a:xfrm>
            <a:custGeom>
              <a:rect b="b" l="l" r="r" t="t"/>
              <a:pathLst>
                <a:path extrusionOk="0" h="3764" w="2981">
                  <a:moveTo>
                    <a:pt x="2931" y="1"/>
                  </a:moveTo>
                  <a:cubicBezTo>
                    <a:pt x="2915" y="1"/>
                    <a:pt x="2900" y="3"/>
                    <a:pt x="2882" y="7"/>
                  </a:cubicBezTo>
                  <a:cubicBezTo>
                    <a:pt x="2623" y="106"/>
                    <a:pt x="2668" y="926"/>
                    <a:pt x="2668" y="926"/>
                  </a:cubicBezTo>
                  <a:cubicBezTo>
                    <a:pt x="2668" y="926"/>
                    <a:pt x="2306" y="401"/>
                    <a:pt x="2072" y="401"/>
                  </a:cubicBezTo>
                  <a:cubicBezTo>
                    <a:pt x="2050" y="401"/>
                    <a:pt x="2028" y="407"/>
                    <a:pt x="2008" y="418"/>
                  </a:cubicBezTo>
                  <a:cubicBezTo>
                    <a:pt x="1794" y="543"/>
                    <a:pt x="2008" y="1354"/>
                    <a:pt x="2008" y="1354"/>
                  </a:cubicBezTo>
                  <a:cubicBezTo>
                    <a:pt x="2008" y="1354"/>
                    <a:pt x="1588" y="1020"/>
                    <a:pt x="1350" y="1020"/>
                  </a:cubicBezTo>
                  <a:cubicBezTo>
                    <a:pt x="1311" y="1020"/>
                    <a:pt x="1276" y="1029"/>
                    <a:pt x="1249" y="1051"/>
                  </a:cubicBezTo>
                  <a:cubicBezTo>
                    <a:pt x="1053" y="1203"/>
                    <a:pt x="1410" y="2095"/>
                    <a:pt x="1410" y="2095"/>
                  </a:cubicBezTo>
                  <a:cubicBezTo>
                    <a:pt x="1410" y="2095"/>
                    <a:pt x="950" y="1709"/>
                    <a:pt x="686" y="1709"/>
                  </a:cubicBezTo>
                  <a:cubicBezTo>
                    <a:pt x="661" y="1709"/>
                    <a:pt x="637" y="1712"/>
                    <a:pt x="616" y="1720"/>
                  </a:cubicBezTo>
                  <a:cubicBezTo>
                    <a:pt x="366" y="1818"/>
                    <a:pt x="848" y="2951"/>
                    <a:pt x="848" y="2951"/>
                  </a:cubicBezTo>
                  <a:cubicBezTo>
                    <a:pt x="848" y="2951"/>
                    <a:pt x="552" y="2673"/>
                    <a:pt x="334" y="2673"/>
                  </a:cubicBezTo>
                  <a:cubicBezTo>
                    <a:pt x="282" y="2673"/>
                    <a:pt x="235" y="2689"/>
                    <a:pt x="197" y="2728"/>
                  </a:cubicBezTo>
                  <a:cubicBezTo>
                    <a:pt x="1" y="2942"/>
                    <a:pt x="473" y="3763"/>
                    <a:pt x="473" y="3763"/>
                  </a:cubicBezTo>
                  <a:lnTo>
                    <a:pt x="2980" y="3763"/>
                  </a:lnTo>
                  <a:lnTo>
                    <a:pt x="2980" y="7"/>
                  </a:lnTo>
                  <a:cubicBezTo>
                    <a:pt x="2962" y="3"/>
                    <a:pt x="2947" y="1"/>
                    <a:pt x="29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87"/>
            <p:cNvSpPr/>
            <p:nvPr/>
          </p:nvSpPr>
          <p:spPr>
            <a:xfrm>
              <a:off x="8662977" y="2125717"/>
              <a:ext cx="54484" cy="75551"/>
            </a:xfrm>
            <a:custGeom>
              <a:rect b="b" l="l" r="r" t="t"/>
              <a:pathLst>
                <a:path extrusionOk="0" h="2080" w="1500">
                  <a:moveTo>
                    <a:pt x="1281" y="0"/>
                  </a:moveTo>
                  <a:cubicBezTo>
                    <a:pt x="1267" y="0"/>
                    <a:pt x="1253" y="3"/>
                    <a:pt x="1240" y="9"/>
                  </a:cubicBezTo>
                  <a:cubicBezTo>
                    <a:pt x="1107" y="90"/>
                    <a:pt x="1240" y="589"/>
                    <a:pt x="1240" y="589"/>
                  </a:cubicBezTo>
                  <a:cubicBezTo>
                    <a:pt x="1240" y="589"/>
                    <a:pt x="976" y="384"/>
                    <a:pt x="828" y="384"/>
                  </a:cubicBezTo>
                  <a:cubicBezTo>
                    <a:pt x="804" y="384"/>
                    <a:pt x="784" y="390"/>
                    <a:pt x="768" y="402"/>
                  </a:cubicBezTo>
                  <a:cubicBezTo>
                    <a:pt x="652" y="500"/>
                    <a:pt x="866" y="1044"/>
                    <a:pt x="866" y="1044"/>
                  </a:cubicBezTo>
                  <a:cubicBezTo>
                    <a:pt x="866" y="1044"/>
                    <a:pt x="582" y="806"/>
                    <a:pt x="418" y="806"/>
                  </a:cubicBezTo>
                  <a:cubicBezTo>
                    <a:pt x="402" y="806"/>
                    <a:pt x="388" y="808"/>
                    <a:pt x="375" y="812"/>
                  </a:cubicBezTo>
                  <a:cubicBezTo>
                    <a:pt x="223" y="875"/>
                    <a:pt x="518" y="1580"/>
                    <a:pt x="518" y="1580"/>
                  </a:cubicBezTo>
                  <a:cubicBezTo>
                    <a:pt x="518" y="1580"/>
                    <a:pt x="336" y="1404"/>
                    <a:pt x="201" y="1404"/>
                  </a:cubicBezTo>
                  <a:cubicBezTo>
                    <a:pt x="169" y="1404"/>
                    <a:pt x="140" y="1413"/>
                    <a:pt x="116" y="1437"/>
                  </a:cubicBezTo>
                  <a:cubicBezTo>
                    <a:pt x="0" y="1571"/>
                    <a:pt x="286" y="2079"/>
                    <a:pt x="286" y="2079"/>
                  </a:cubicBezTo>
                  <a:lnTo>
                    <a:pt x="1499" y="2079"/>
                  </a:lnTo>
                  <a:lnTo>
                    <a:pt x="1499" y="134"/>
                  </a:lnTo>
                  <a:cubicBezTo>
                    <a:pt x="1426" y="61"/>
                    <a:pt x="1347" y="0"/>
                    <a:pt x="128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87"/>
            <p:cNvSpPr/>
            <p:nvPr/>
          </p:nvSpPr>
          <p:spPr>
            <a:xfrm>
              <a:off x="8481515" y="1811102"/>
              <a:ext cx="170171" cy="132396"/>
            </a:xfrm>
            <a:custGeom>
              <a:rect b="b" l="l" r="r" t="t"/>
              <a:pathLst>
                <a:path extrusionOk="0" h="3645" w="4685">
                  <a:moveTo>
                    <a:pt x="465" y="0"/>
                  </a:moveTo>
                  <a:lnTo>
                    <a:pt x="1" y="116"/>
                  </a:lnTo>
                  <a:cubicBezTo>
                    <a:pt x="1" y="116"/>
                    <a:pt x="1108" y="3644"/>
                    <a:pt x="4484" y="3644"/>
                  </a:cubicBezTo>
                  <a:cubicBezTo>
                    <a:pt x="4550" y="3644"/>
                    <a:pt x="4617" y="3643"/>
                    <a:pt x="4684" y="3640"/>
                  </a:cubicBezTo>
                  <a:lnTo>
                    <a:pt x="4684" y="2837"/>
                  </a:lnTo>
                  <a:cubicBezTo>
                    <a:pt x="4684" y="2837"/>
                    <a:pt x="4506" y="2868"/>
                    <a:pt x="4219" y="2868"/>
                  </a:cubicBezTo>
                  <a:cubicBezTo>
                    <a:pt x="3317" y="2868"/>
                    <a:pt x="1338" y="2560"/>
                    <a:pt x="465" y="0"/>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87"/>
            <p:cNvSpPr/>
            <p:nvPr/>
          </p:nvSpPr>
          <p:spPr>
            <a:xfrm>
              <a:off x="8481515" y="1814334"/>
              <a:ext cx="170171" cy="129163"/>
            </a:xfrm>
            <a:custGeom>
              <a:rect b="b" l="l" r="r" t="t"/>
              <a:pathLst>
                <a:path extrusionOk="0" h="3556" w="4685">
                  <a:moveTo>
                    <a:pt x="117" y="0"/>
                  </a:moveTo>
                  <a:lnTo>
                    <a:pt x="1" y="27"/>
                  </a:lnTo>
                  <a:cubicBezTo>
                    <a:pt x="1" y="27"/>
                    <a:pt x="1108" y="3555"/>
                    <a:pt x="4484" y="3555"/>
                  </a:cubicBezTo>
                  <a:cubicBezTo>
                    <a:pt x="4550" y="3555"/>
                    <a:pt x="4617" y="3554"/>
                    <a:pt x="4684" y="3551"/>
                  </a:cubicBezTo>
                  <a:lnTo>
                    <a:pt x="4684" y="3221"/>
                  </a:lnTo>
                  <a:cubicBezTo>
                    <a:pt x="4618" y="3224"/>
                    <a:pt x="4552" y="3225"/>
                    <a:pt x="4487" y="3225"/>
                  </a:cubicBezTo>
                  <a:cubicBezTo>
                    <a:pt x="1717" y="3225"/>
                    <a:pt x="474" y="855"/>
                    <a:pt x="117"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87"/>
            <p:cNvSpPr/>
            <p:nvPr/>
          </p:nvSpPr>
          <p:spPr>
            <a:xfrm>
              <a:off x="8578711" y="1765082"/>
              <a:ext cx="138752" cy="559948"/>
            </a:xfrm>
            <a:custGeom>
              <a:rect b="b" l="l" r="r" t="t"/>
              <a:pathLst>
                <a:path extrusionOk="0" h="15416" w="3820">
                  <a:moveTo>
                    <a:pt x="599" y="0"/>
                  </a:moveTo>
                  <a:lnTo>
                    <a:pt x="206" y="375"/>
                  </a:lnTo>
                  <a:cubicBezTo>
                    <a:pt x="1446" y="1606"/>
                    <a:pt x="2303" y="3524"/>
                    <a:pt x="1116" y="8297"/>
                  </a:cubicBezTo>
                  <a:cubicBezTo>
                    <a:pt x="1" y="12740"/>
                    <a:pt x="1687" y="15416"/>
                    <a:pt x="1687" y="15416"/>
                  </a:cubicBezTo>
                  <a:lnTo>
                    <a:pt x="3819" y="15416"/>
                  </a:lnTo>
                  <a:lnTo>
                    <a:pt x="3819" y="12044"/>
                  </a:lnTo>
                  <a:cubicBezTo>
                    <a:pt x="1669" y="9448"/>
                    <a:pt x="2267" y="7967"/>
                    <a:pt x="2383" y="4961"/>
                  </a:cubicBezTo>
                  <a:cubicBezTo>
                    <a:pt x="2535" y="1267"/>
                    <a:pt x="599" y="0"/>
                    <a:pt x="599" y="0"/>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87"/>
            <p:cNvSpPr/>
            <p:nvPr/>
          </p:nvSpPr>
          <p:spPr>
            <a:xfrm>
              <a:off x="8598506" y="1770603"/>
              <a:ext cx="118956" cy="554427"/>
            </a:xfrm>
            <a:custGeom>
              <a:rect b="b" l="l" r="r" t="t"/>
              <a:pathLst>
                <a:path extrusionOk="0" h="15264" w="3275">
                  <a:moveTo>
                    <a:pt x="241" y="0"/>
                  </a:moveTo>
                  <a:lnTo>
                    <a:pt x="0" y="223"/>
                  </a:lnTo>
                  <a:cubicBezTo>
                    <a:pt x="1240" y="1454"/>
                    <a:pt x="2221" y="2730"/>
                    <a:pt x="1258" y="7744"/>
                  </a:cubicBezTo>
                  <a:cubicBezTo>
                    <a:pt x="446" y="11945"/>
                    <a:pt x="2953" y="15264"/>
                    <a:pt x="2953" y="15264"/>
                  </a:cubicBezTo>
                  <a:lnTo>
                    <a:pt x="3274" y="15264"/>
                  </a:lnTo>
                  <a:lnTo>
                    <a:pt x="3274" y="11892"/>
                  </a:lnTo>
                  <a:cubicBezTo>
                    <a:pt x="1124" y="9296"/>
                    <a:pt x="1722" y="7815"/>
                    <a:pt x="1838" y="4809"/>
                  </a:cubicBezTo>
                  <a:cubicBezTo>
                    <a:pt x="1963" y="1829"/>
                    <a:pt x="723" y="428"/>
                    <a:pt x="241"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87"/>
            <p:cNvSpPr/>
            <p:nvPr/>
          </p:nvSpPr>
          <p:spPr>
            <a:xfrm>
              <a:off x="8644162" y="1913165"/>
              <a:ext cx="73299" cy="124150"/>
            </a:xfrm>
            <a:custGeom>
              <a:rect b="b" l="l" r="r" t="t"/>
              <a:pathLst>
                <a:path extrusionOk="0" h="3418" w="2018">
                  <a:moveTo>
                    <a:pt x="2017" y="0"/>
                  </a:moveTo>
                  <a:cubicBezTo>
                    <a:pt x="1642" y="1802"/>
                    <a:pt x="1" y="2570"/>
                    <a:pt x="1" y="2570"/>
                  </a:cubicBezTo>
                  <a:lnTo>
                    <a:pt x="1" y="3417"/>
                  </a:lnTo>
                  <a:cubicBezTo>
                    <a:pt x="1776" y="2507"/>
                    <a:pt x="2017" y="1196"/>
                    <a:pt x="2017" y="1196"/>
                  </a:cubicBezTo>
                  <a:lnTo>
                    <a:pt x="2017"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87"/>
            <p:cNvSpPr/>
            <p:nvPr/>
          </p:nvSpPr>
          <p:spPr>
            <a:xfrm>
              <a:off x="8647104" y="1941677"/>
              <a:ext cx="70357" cy="94003"/>
            </a:xfrm>
            <a:custGeom>
              <a:rect b="b" l="l" r="r" t="t"/>
              <a:pathLst>
                <a:path extrusionOk="0" h="2588" w="1937">
                  <a:moveTo>
                    <a:pt x="1936" y="0"/>
                  </a:moveTo>
                  <a:cubicBezTo>
                    <a:pt x="1936" y="0"/>
                    <a:pt x="1713" y="1232"/>
                    <a:pt x="72" y="2133"/>
                  </a:cubicBezTo>
                  <a:cubicBezTo>
                    <a:pt x="54" y="2284"/>
                    <a:pt x="27" y="2436"/>
                    <a:pt x="0" y="2588"/>
                  </a:cubicBezTo>
                  <a:cubicBezTo>
                    <a:pt x="1704" y="1686"/>
                    <a:pt x="1936" y="411"/>
                    <a:pt x="1936" y="411"/>
                  </a:cubicBezTo>
                  <a:lnTo>
                    <a:pt x="1936"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87"/>
            <p:cNvSpPr/>
            <p:nvPr/>
          </p:nvSpPr>
          <p:spPr>
            <a:xfrm>
              <a:off x="7946247" y="1587834"/>
              <a:ext cx="771236" cy="254076"/>
            </a:xfrm>
            <a:custGeom>
              <a:rect b="b" l="l" r="r" t="t"/>
              <a:pathLst>
                <a:path extrusionOk="0" h="6995" w="21233">
                  <a:moveTo>
                    <a:pt x="21232" y="1"/>
                  </a:moveTo>
                  <a:lnTo>
                    <a:pt x="0" y="19"/>
                  </a:lnTo>
                  <a:lnTo>
                    <a:pt x="170" y="375"/>
                  </a:lnTo>
                  <a:lnTo>
                    <a:pt x="535" y="875"/>
                  </a:lnTo>
                  <a:lnTo>
                    <a:pt x="749" y="875"/>
                  </a:lnTo>
                  <a:cubicBezTo>
                    <a:pt x="749" y="875"/>
                    <a:pt x="749" y="920"/>
                    <a:pt x="999" y="1125"/>
                  </a:cubicBezTo>
                  <a:cubicBezTo>
                    <a:pt x="1249" y="1339"/>
                    <a:pt x="1401" y="1339"/>
                    <a:pt x="1401" y="1339"/>
                  </a:cubicBezTo>
                  <a:lnTo>
                    <a:pt x="1793" y="1339"/>
                  </a:lnTo>
                  <a:cubicBezTo>
                    <a:pt x="1963" y="1339"/>
                    <a:pt x="2248" y="1464"/>
                    <a:pt x="2480" y="1865"/>
                  </a:cubicBezTo>
                  <a:cubicBezTo>
                    <a:pt x="2703" y="2267"/>
                    <a:pt x="2917" y="2436"/>
                    <a:pt x="2917" y="2436"/>
                  </a:cubicBezTo>
                  <a:lnTo>
                    <a:pt x="3872" y="2240"/>
                  </a:lnTo>
                  <a:lnTo>
                    <a:pt x="4318" y="2240"/>
                  </a:lnTo>
                  <a:cubicBezTo>
                    <a:pt x="4318" y="2240"/>
                    <a:pt x="4465" y="2161"/>
                    <a:pt x="4647" y="2161"/>
                  </a:cubicBezTo>
                  <a:cubicBezTo>
                    <a:pt x="4738" y="2161"/>
                    <a:pt x="4838" y="2180"/>
                    <a:pt x="4933" y="2240"/>
                  </a:cubicBezTo>
                  <a:cubicBezTo>
                    <a:pt x="5029" y="2302"/>
                    <a:pt x="5106" y="2323"/>
                    <a:pt x="5167" y="2323"/>
                  </a:cubicBezTo>
                  <a:cubicBezTo>
                    <a:pt x="5288" y="2323"/>
                    <a:pt x="5344" y="2240"/>
                    <a:pt x="5344" y="2240"/>
                  </a:cubicBezTo>
                  <a:lnTo>
                    <a:pt x="5638" y="2240"/>
                  </a:lnTo>
                  <a:lnTo>
                    <a:pt x="6022" y="2677"/>
                  </a:lnTo>
                  <a:cubicBezTo>
                    <a:pt x="6022" y="2677"/>
                    <a:pt x="6227" y="2739"/>
                    <a:pt x="6254" y="2918"/>
                  </a:cubicBezTo>
                  <a:cubicBezTo>
                    <a:pt x="6280" y="3105"/>
                    <a:pt x="6691" y="3498"/>
                    <a:pt x="6691" y="3498"/>
                  </a:cubicBezTo>
                  <a:lnTo>
                    <a:pt x="7039" y="4479"/>
                  </a:lnTo>
                  <a:cubicBezTo>
                    <a:pt x="7039" y="4479"/>
                    <a:pt x="7027" y="4774"/>
                    <a:pt x="7296" y="4774"/>
                  </a:cubicBezTo>
                  <a:cubicBezTo>
                    <a:pt x="7358" y="4774"/>
                    <a:pt x="7434" y="4758"/>
                    <a:pt x="7529" y="4720"/>
                  </a:cubicBezTo>
                  <a:cubicBezTo>
                    <a:pt x="7904" y="4578"/>
                    <a:pt x="8026" y="4375"/>
                    <a:pt x="8102" y="4375"/>
                  </a:cubicBezTo>
                  <a:cubicBezTo>
                    <a:pt x="8131" y="4375"/>
                    <a:pt x="8153" y="4405"/>
                    <a:pt x="8181" y="4479"/>
                  </a:cubicBezTo>
                  <a:cubicBezTo>
                    <a:pt x="8279" y="4738"/>
                    <a:pt x="8038" y="4702"/>
                    <a:pt x="8555" y="4925"/>
                  </a:cubicBezTo>
                  <a:cubicBezTo>
                    <a:pt x="8696" y="4983"/>
                    <a:pt x="8811" y="5005"/>
                    <a:pt x="8909" y="5005"/>
                  </a:cubicBezTo>
                  <a:cubicBezTo>
                    <a:pt x="9171" y="5005"/>
                    <a:pt x="9316" y="4854"/>
                    <a:pt x="9537" y="4854"/>
                  </a:cubicBezTo>
                  <a:cubicBezTo>
                    <a:pt x="9641" y="4851"/>
                    <a:pt x="9745" y="4850"/>
                    <a:pt x="9837" y="4850"/>
                  </a:cubicBezTo>
                  <a:cubicBezTo>
                    <a:pt x="10022" y="4850"/>
                    <a:pt x="10161" y="4854"/>
                    <a:pt x="10161" y="4854"/>
                  </a:cubicBezTo>
                  <a:lnTo>
                    <a:pt x="10652" y="4880"/>
                  </a:lnTo>
                  <a:lnTo>
                    <a:pt x="11053" y="5032"/>
                  </a:lnTo>
                  <a:lnTo>
                    <a:pt x="11588" y="5184"/>
                  </a:lnTo>
                  <a:cubicBezTo>
                    <a:pt x="11588" y="5184"/>
                    <a:pt x="11582" y="5141"/>
                    <a:pt x="11613" y="5141"/>
                  </a:cubicBezTo>
                  <a:cubicBezTo>
                    <a:pt x="11646" y="5141"/>
                    <a:pt x="11724" y="5192"/>
                    <a:pt x="11901" y="5407"/>
                  </a:cubicBezTo>
                  <a:cubicBezTo>
                    <a:pt x="12240" y="5808"/>
                    <a:pt x="12124" y="5853"/>
                    <a:pt x="12445" y="6067"/>
                  </a:cubicBezTo>
                  <a:cubicBezTo>
                    <a:pt x="12775" y="6281"/>
                    <a:pt x="13105" y="6424"/>
                    <a:pt x="13105" y="6424"/>
                  </a:cubicBezTo>
                  <a:lnTo>
                    <a:pt x="14122" y="6995"/>
                  </a:lnTo>
                  <a:cubicBezTo>
                    <a:pt x="14122" y="6995"/>
                    <a:pt x="14131" y="6861"/>
                    <a:pt x="14738" y="6852"/>
                  </a:cubicBezTo>
                  <a:cubicBezTo>
                    <a:pt x="15208" y="6838"/>
                    <a:pt x="15121" y="6642"/>
                    <a:pt x="15301" y="6642"/>
                  </a:cubicBezTo>
                  <a:cubicBezTo>
                    <a:pt x="15356" y="6642"/>
                    <a:pt x="15437" y="6661"/>
                    <a:pt x="15567" y="6709"/>
                  </a:cubicBezTo>
                  <a:cubicBezTo>
                    <a:pt x="15863" y="6819"/>
                    <a:pt x="16093" y="6845"/>
                    <a:pt x="16242" y="6845"/>
                  </a:cubicBezTo>
                  <a:cubicBezTo>
                    <a:pt x="16372" y="6845"/>
                    <a:pt x="16442" y="6825"/>
                    <a:pt x="16442" y="6825"/>
                  </a:cubicBezTo>
                  <a:cubicBezTo>
                    <a:pt x="16442" y="6825"/>
                    <a:pt x="16552" y="6307"/>
                    <a:pt x="16906" y="6307"/>
                  </a:cubicBezTo>
                  <a:cubicBezTo>
                    <a:pt x="16914" y="6307"/>
                    <a:pt x="16923" y="6307"/>
                    <a:pt x="16932" y="6308"/>
                  </a:cubicBezTo>
                  <a:cubicBezTo>
                    <a:pt x="16945" y="6308"/>
                    <a:pt x="16957" y="6309"/>
                    <a:pt x="16970" y="6309"/>
                  </a:cubicBezTo>
                  <a:cubicBezTo>
                    <a:pt x="17322" y="6309"/>
                    <a:pt x="17405" y="6067"/>
                    <a:pt x="17405" y="6067"/>
                  </a:cubicBezTo>
                  <a:lnTo>
                    <a:pt x="17673" y="5924"/>
                  </a:lnTo>
                  <a:cubicBezTo>
                    <a:pt x="17673" y="5924"/>
                    <a:pt x="18181" y="5514"/>
                    <a:pt x="18324" y="5407"/>
                  </a:cubicBezTo>
                  <a:cubicBezTo>
                    <a:pt x="18467" y="5291"/>
                    <a:pt x="18547" y="5157"/>
                    <a:pt x="18547" y="5157"/>
                  </a:cubicBezTo>
                  <a:lnTo>
                    <a:pt x="19038" y="4756"/>
                  </a:lnTo>
                  <a:lnTo>
                    <a:pt x="19216" y="4479"/>
                  </a:lnTo>
                  <a:lnTo>
                    <a:pt x="19421" y="4425"/>
                  </a:lnTo>
                  <a:cubicBezTo>
                    <a:pt x="19421" y="4425"/>
                    <a:pt x="19360" y="4380"/>
                    <a:pt x="19540" y="4380"/>
                  </a:cubicBezTo>
                  <a:cubicBezTo>
                    <a:pt x="19555" y="4380"/>
                    <a:pt x="19572" y="4380"/>
                    <a:pt x="19591" y="4381"/>
                  </a:cubicBezTo>
                  <a:cubicBezTo>
                    <a:pt x="19603" y="4382"/>
                    <a:pt x="19616" y="4382"/>
                    <a:pt x="19628" y="4382"/>
                  </a:cubicBezTo>
                  <a:cubicBezTo>
                    <a:pt x="19809" y="4382"/>
                    <a:pt x="19931" y="4288"/>
                    <a:pt x="20028" y="4288"/>
                  </a:cubicBezTo>
                  <a:cubicBezTo>
                    <a:pt x="20053" y="4288"/>
                    <a:pt x="20077" y="4294"/>
                    <a:pt x="20099" y="4310"/>
                  </a:cubicBezTo>
                  <a:cubicBezTo>
                    <a:pt x="20224" y="4399"/>
                    <a:pt x="20385" y="4524"/>
                    <a:pt x="20385" y="4524"/>
                  </a:cubicBezTo>
                  <a:lnTo>
                    <a:pt x="20599" y="4675"/>
                  </a:lnTo>
                  <a:lnTo>
                    <a:pt x="20741" y="4729"/>
                  </a:lnTo>
                  <a:lnTo>
                    <a:pt x="21232" y="4934"/>
                  </a:lnTo>
                  <a:lnTo>
                    <a:pt x="21232"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87"/>
            <p:cNvSpPr/>
            <p:nvPr/>
          </p:nvSpPr>
          <p:spPr>
            <a:xfrm>
              <a:off x="8131559" y="1587834"/>
              <a:ext cx="585918" cy="182811"/>
            </a:xfrm>
            <a:custGeom>
              <a:rect b="b" l="l" r="r" t="t"/>
              <a:pathLst>
                <a:path extrusionOk="0" h="5033" w="16131">
                  <a:moveTo>
                    <a:pt x="16130" y="1"/>
                  </a:moveTo>
                  <a:lnTo>
                    <a:pt x="1" y="10"/>
                  </a:lnTo>
                  <a:lnTo>
                    <a:pt x="126" y="268"/>
                  </a:lnTo>
                  <a:lnTo>
                    <a:pt x="384" y="625"/>
                  </a:lnTo>
                  <a:lnTo>
                    <a:pt x="545" y="625"/>
                  </a:lnTo>
                  <a:cubicBezTo>
                    <a:pt x="545" y="625"/>
                    <a:pt x="545" y="661"/>
                    <a:pt x="723" y="812"/>
                  </a:cubicBezTo>
                  <a:cubicBezTo>
                    <a:pt x="902" y="964"/>
                    <a:pt x="1009" y="964"/>
                    <a:pt x="1009" y="964"/>
                  </a:cubicBezTo>
                  <a:lnTo>
                    <a:pt x="1294" y="964"/>
                  </a:lnTo>
                  <a:cubicBezTo>
                    <a:pt x="1410" y="964"/>
                    <a:pt x="1625" y="1053"/>
                    <a:pt x="1785" y="1339"/>
                  </a:cubicBezTo>
                  <a:cubicBezTo>
                    <a:pt x="1955" y="1633"/>
                    <a:pt x="2097" y="1749"/>
                    <a:pt x="2097" y="1749"/>
                  </a:cubicBezTo>
                  <a:lnTo>
                    <a:pt x="2793" y="1615"/>
                  </a:lnTo>
                  <a:lnTo>
                    <a:pt x="3114" y="1615"/>
                  </a:lnTo>
                  <a:cubicBezTo>
                    <a:pt x="3114" y="1615"/>
                    <a:pt x="3217" y="1556"/>
                    <a:pt x="3347" y="1556"/>
                  </a:cubicBezTo>
                  <a:cubicBezTo>
                    <a:pt x="3412" y="1556"/>
                    <a:pt x="3483" y="1571"/>
                    <a:pt x="3551" y="1615"/>
                  </a:cubicBezTo>
                  <a:cubicBezTo>
                    <a:pt x="3620" y="1657"/>
                    <a:pt x="3675" y="1671"/>
                    <a:pt x="3719" y="1671"/>
                  </a:cubicBezTo>
                  <a:cubicBezTo>
                    <a:pt x="3806" y="1671"/>
                    <a:pt x="3846" y="1615"/>
                    <a:pt x="3846" y="1615"/>
                  </a:cubicBezTo>
                  <a:lnTo>
                    <a:pt x="4060" y="1615"/>
                  </a:lnTo>
                  <a:lnTo>
                    <a:pt x="4337" y="1919"/>
                  </a:lnTo>
                  <a:cubicBezTo>
                    <a:pt x="4337" y="1919"/>
                    <a:pt x="4488" y="1963"/>
                    <a:pt x="4506" y="2097"/>
                  </a:cubicBezTo>
                  <a:cubicBezTo>
                    <a:pt x="4524" y="2240"/>
                    <a:pt x="4818" y="2516"/>
                    <a:pt x="4818" y="2516"/>
                  </a:cubicBezTo>
                  <a:lnTo>
                    <a:pt x="5068" y="3221"/>
                  </a:lnTo>
                  <a:cubicBezTo>
                    <a:pt x="5068" y="3221"/>
                    <a:pt x="5062" y="3436"/>
                    <a:pt x="5260" y="3436"/>
                  </a:cubicBezTo>
                  <a:cubicBezTo>
                    <a:pt x="5304" y="3436"/>
                    <a:pt x="5358" y="3426"/>
                    <a:pt x="5425" y="3400"/>
                  </a:cubicBezTo>
                  <a:cubicBezTo>
                    <a:pt x="5691" y="3296"/>
                    <a:pt x="5778" y="3150"/>
                    <a:pt x="5833" y="3150"/>
                  </a:cubicBezTo>
                  <a:cubicBezTo>
                    <a:pt x="5853" y="3150"/>
                    <a:pt x="5869" y="3170"/>
                    <a:pt x="5889" y="3221"/>
                  </a:cubicBezTo>
                  <a:cubicBezTo>
                    <a:pt x="5960" y="3409"/>
                    <a:pt x="5782" y="3382"/>
                    <a:pt x="6156" y="3542"/>
                  </a:cubicBezTo>
                  <a:cubicBezTo>
                    <a:pt x="6258" y="3583"/>
                    <a:pt x="6340" y="3598"/>
                    <a:pt x="6410" y="3598"/>
                  </a:cubicBezTo>
                  <a:cubicBezTo>
                    <a:pt x="6601" y="3598"/>
                    <a:pt x="6707" y="3489"/>
                    <a:pt x="6870" y="3489"/>
                  </a:cubicBezTo>
                  <a:lnTo>
                    <a:pt x="7316" y="3489"/>
                  </a:lnTo>
                  <a:lnTo>
                    <a:pt x="7664" y="3507"/>
                  </a:lnTo>
                  <a:lnTo>
                    <a:pt x="7958" y="3614"/>
                  </a:lnTo>
                  <a:lnTo>
                    <a:pt x="8342" y="3730"/>
                  </a:lnTo>
                  <a:cubicBezTo>
                    <a:pt x="8342" y="3730"/>
                    <a:pt x="8338" y="3699"/>
                    <a:pt x="8360" y="3699"/>
                  </a:cubicBezTo>
                  <a:cubicBezTo>
                    <a:pt x="8384" y="3699"/>
                    <a:pt x="8439" y="3736"/>
                    <a:pt x="8565" y="3890"/>
                  </a:cubicBezTo>
                  <a:cubicBezTo>
                    <a:pt x="8815" y="4176"/>
                    <a:pt x="8726" y="4211"/>
                    <a:pt x="8958" y="4363"/>
                  </a:cubicBezTo>
                  <a:cubicBezTo>
                    <a:pt x="9190" y="4515"/>
                    <a:pt x="9430" y="4622"/>
                    <a:pt x="9430" y="4622"/>
                  </a:cubicBezTo>
                  <a:lnTo>
                    <a:pt x="10162" y="5032"/>
                  </a:lnTo>
                  <a:cubicBezTo>
                    <a:pt x="10162" y="5032"/>
                    <a:pt x="10171" y="4934"/>
                    <a:pt x="10608" y="4925"/>
                  </a:cubicBezTo>
                  <a:cubicBezTo>
                    <a:pt x="10943" y="4918"/>
                    <a:pt x="10880" y="4781"/>
                    <a:pt x="11012" y="4781"/>
                  </a:cubicBezTo>
                  <a:cubicBezTo>
                    <a:pt x="11053" y="4781"/>
                    <a:pt x="11112" y="4794"/>
                    <a:pt x="11206" y="4827"/>
                  </a:cubicBezTo>
                  <a:cubicBezTo>
                    <a:pt x="11408" y="4905"/>
                    <a:pt x="11568" y="4924"/>
                    <a:pt x="11675" y="4924"/>
                  </a:cubicBezTo>
                  <a:cubicBezTo>
                    <a:pt x="11776" y="4924"/>
                    <a:pt x="11830" y="4907"/>
                    <a:pt x="11830" y="4907"/>
                  </a:cubicBezTo>
                  <a:cubicBezTo>
                    <a:pt x="11830" y="4907"/>
                    <a:pt x="11917" y="4532"/>
                    <a:pt x="12178" y="4532"/>
                  </a:cubicBezTo>
                  <a:cubicBezTo>
                    <a:pt x="12181" y="4532"/>
                    <a:pt x="12184" y="4532"/>
                    <a:pt x="12187" y="4533"/>
                  </a:cubicBezTo>
                  <a:cubicBezTo>
                    <a:pt x="12199" y="4533"/>
                    <a:pt x="12211" y="4534"/>
                    <a:pt x="12222" y="4534"/>
                  </a:cubicBezTo>
                  <a:cubicBezTo>
                    <a:pt x="12461" y="4534"/>
                    <a:pt x="12526" y="4363"/>
                    <a:pt x="12526" y="4363"/>
                  </a:cubicBezTo>
                  <a:lnTo>
                    <a:pt x="12713" y="4256"/>
                  </a:lnTo>
                  <a:cubicBezTo>
                    <a:pt x="12713" y="4256"/>
                    <a:pt x="13079" y="3962"/>
                    <a:pt x="13186" y="3890"/>
                  </a:cubicBezTo>
                  <a:cubicBezTo>
                    <a:pt x="13284" y="3810"/>
                    <a:pt x="13347" y="3712"/>
                    <a:pt x="13347" y="3712"/>
                  </a:cubicBezTo>
                  <a:lnTo>
                    <a:pt x="14551" y="3417"/>
                  </a:lnTo>
                  <a:lnTo>
                    <a:pt x="14676" y="3221"/>
                  </a:lnTo>
                  <a:lnTo>
                    <a:pt x="14828" y="3185"/>
                  </a:lnTo>
                  <a:cubicBezTo>
                    <a:pt x="14828" y="3185"/>
                    <a:pt x="14783" y="3149"/>
                    <a:pt x="14909" y="3149"/>
                  </a:cubicBezTo>
                  <a:cubicBezTo>
                    <a:pt x="14922" y="3149"/>
                    <a:pt x="14936" y="3149"/>
                    <a:pt x="14953" y="3150"/>
                  </a:cubicBezTo>
                  <a:cubicBezTo>
                    <a:pt x="14959" y="3150"/>
                    <a:pt x="14966" y="3150"/>
                    <a:pt x="14972" y="3150"/>
                  </a:cubicBezTo>
                  <a:cubicBezTo>
                    <a:pt x="15101" y="3150"/>
                    <a:pt x="15187" y="3087"/>
                    <a:pt x="15259" y="3087"/>
                  </a:cubicBezTo>
                  <a:cubicBezTo>
                    <a:pt x="15280" y="3087"/>
                    <a:pt x="15299" y="3092"/>
                    <a:pt x="15318" y="3105"/>
                  </a:cubicBezTo>
                  <a:cubicBezTo>
                    <a:pt x="15408" y="3159"/>
                    <a:pt x="15524" y="3257"/>
                    <a:pt x="15524" y="3257"/>
                  </a:cubicBezTo>
                  <a:lnTo>
                    <a:pt x="15675" y="3364"/>
                  </a:lnTo>
                  <a:lnTo>
                    <a:pt x="15773" y="3400"/>
                  </a:lnTo>
                  <a:lnTo>
                    <a:pt x="16130" y="3551"/>
                  </a:lnTo>
                  <a:lnTo>
                    <a:pt x="161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87"/>
            <p:cNvSpPr/>
            <p:nvPr/>
          </p:nvSpPr>
          <p:spPr>
            <a:xfrm>
              <a:off x="8402117" y="1587834"/>
              <a:ext cx="315352" cy="98216"/>
            </a:xfrm>
            <a:custGeom>
              <a:rect b="b" l="l" r="r" t="t"/>
              <a:pathLst>
                <a:path extrusionOk="0" h="2704" w="8682">
                  <a:moveTo>
                    <a:pt x="1" y="1"/>
                  </a:moveTo>
                  <a:lnTo>
                    <a:pt x="63" y="143"/>
                  </a:lnTo>
                  <a:lnTo>
                    <a:pt x="206" y="340"/>
                  </a:lnTo>
                  <a:lnTo>
                    <a:pt x="295" y="340"/>
                  </a:lnTo>
                  <a:cubicBezTo>
                    <a:pt x="295" y="340"/>
                    <a:pt x="295" y="358"/>
                    <a:pt x="385" y="438"/>
                  </a:cubicBezTo>
                  <a:cubicBezTo>
                    <a:pt x="483" y="518"/>
                    <a:pt x="545" y="518"/>
                    <a:pt x="545" y="518"/>
                  </a:cubicBezTo>
                  <a:lnTo>
                    <a:pt x="697" y="518"/>
                  </a:lnTo>
                  <a:cubicBezTo>
                    <a:pt x="759" y="518"/>
                    <a:pt x="875" y="563"/>
                    <a:pt x="964" y="723"/>
                  </a:cubicBezTo>
                  <a:cubicBezTo>
                    <a:pt x="1054" y="875"/>
                    <a:pt x="1134" y="937"/>
                    <a:pt x="1134" y="937"/>
                  </a:cubicBezTo>
                  <a:lnTo>
                    <a:pt x="1500" y="866"/>
                  </a:lnTo>
                  <a:lnTo>
                    <a:pt x="1678" y="866"/>
                  </a:lnTo>
                  <a:cubicBezTo>
                    <a:pt x="1678" y="866"/>
                    <a:pt x="1734" y="834"/>
                    <a:pt x="1802" y="834"/>
                  </a:cubicBezTo>
                  <a:cubicBezTo>
                    <a:pt x="1837" y="834"/>
                    <a:pt x="1874" y="842"/>
                    <a:pt x="1910" y="866"/>
                  </a:cubicBezTo>
                  <a:cubicBezTo>
                    <a:pt x="1949" y="890"/>
                    <a:pt x="1979" y="898"/>
                    <a:pt x="2003" y="898"/>
                  </a:cubicBezTo>
                  <a:cubicBezTo>
                    <a:pt x="2051" y="898"/>
                    <a:pt x="2071" y="866"/>
                    <a:pt x="2071" y="866"/>
                  </a:cubicBezTo>
                  <a:lnTo>
                    <a:pt x="2187" y="866"/>
                  </a:lnTo>
                  <a:lnTo>
                    <a:pt x="2329" y="1036"/>
                  </a:lnTo>
                  <a:cubicBezTo>
                    <a:pt x="2329" y="1036"/>
                    <a:pt x="2410" y="1053"/>
                    <a:pt x="2419" y="1134"/>
                  </a:cubicBezTo>
                  <a:cubicBezTo>
                    <a:pt x="2436" y="1205"/>
                    <a:pt x="2588" y="1348"/>
                    <a:pt x="2588" y="1348"/>
                  </a:cubicBezTo>
                  <a:lnTo>
                    <a:pt x="2731" y="1731"/>
                  </a:lnTo>
                  <a:cubicBezTo>
                    <a:pt x="2731" y="1731"/>
                    <a:pt x="2725" y="1847"/>
                    <a:pt x="2833" y="1847"/>
                  </a:cubicBezTo>
                  <a:cubicBezTo>
                    <a:pt x="2856" y="1847"/>
                    <a:pt x="2884" y="1842"/>
                    <a:pt x="2918" y="1829"/>
                  </a:cubicBezTo>
                  <a:cubicBezTo>
                    <a:pt x="3061" y="1771"/>
                    <a:pt x="3109" y="1694"/>
                    <a:pt x="3139" y="1694"/>
                  </a:cubicBezTo>
                  <a:cubicBezTo>
                    <a:pt x="3150" y="1694"/>
                    <a:pt x="3158" y="1705"/>
                    <a:pt x="3168" y="1731"/>
                  </a:cubicBezTo>
                  <a:cubicBezTo>
                    <a:pt x="3204" y="1829"/>
                    <a:pt x="3114" y="1821"/>
                    <a:pt x="3311" y="1901"/>
                  </a:cubicBezTo>
                  <a:cubicBezTo>
                    <a:pt x="3368" y="1926"/>
                    <a:pt x="3414" y="1935"/>
                    <a:pt x="3453" y="1935"/>
                  </a:cubicBezTo>
                  <a:cubicBezTo>
                    <a:pt x="3555" y="1935"/>
                    <a:pt x="3611" y="1874"/>
                    <a:pt x="3694" y="1874"/>
                  </a:cubicBezTo>
                  <a:lnTo>
                    <a:pt x="3935" y="1874"/>
                  </a:lnTo>
                  <a:lnTo>
                    <a:pt x="4122" y="1883"/>
                  </a:lnTo>
                  <a:lnTo>
                    <a:pt x="4283" y="1945"/>
                  </a:lnTo>
                  <a:lnTo>
                    <a:pt x="4488" y="2008"/>
                  </a:lnTo>
                  <a:cubicBezTo>
                    <a:pt x="4488" y="2008"/>
                    <a:pt x="4486" y="1988"/>
                    <a:pt x="4501" y="1988"/>
                  </a:cubicBezTo>
                  <a:cubicBezTo>
                    <a:pt x="4515" y="1988"/>
                    <a:pt x="4546" y="2008"/>
                    <a:pt x="4613" y="2088"/>
                  </a:cubicBezTo>
                  <a:cubicBezTo>
                    <a:pt x="4738" y="2249"/>
                    <a:pt x="4693" y="2267"/>
                    <a:pt x="4818" y="2347"/>
                  </a:cubicBezTo>
                  <a:cubicBezTo>
                    <a:pt x="4943" y="2427"/>
                    <a:pt x="5077" y="2481"/>
                    <a:pt x="5077" y="2481"/>
                  </a:cubicBezTo>
                  <a:lnTo>
                    <a:pt x="5470" y="2704"/>
                  </a:lnTo>
                  <a:cubicBezTo>
                    <a:pt x="5470" y="2704"/>
                    <a:pt x="5470" y="2659"/>
                    <a:pt x="5710" y="2650"/>
                  </a:cubicBezTo>
                  <a:cubicBezTo>
                    <a:pt x="5886" y="2643"/>
                    <a:pt x="5857" y="2570"/>
                    <a:pt x="5926" y="2570"/>
                  </a:cubicBezTo>
                  <a:cubicBezTo>
                    <a:pt x="5948" y="2570"/>
                    <a:pt x="5980" y="2577"/>
                    <a:pt x="6032" y="2597"/>
                  </a:cubicBezTo>
                  <a:cubicBezTo>
                    <a:pt x="6145" y="2639"/>
                    <a:pt x="6233" y="2649"/>
                    <a:pt x="6291" y="2649"/>
                  </a:cubicBezTo>
                  <a:cubicBezTo>
                    <a:pt x="6343" y="2649"/>
                    <a:pt x="6371" y="2641"/>
                    <a:pt x="6371" y="2641"/>
                  </a:cubicBezTo>
                  <a:cubicBezTo>
                    <a:pt x="6371" y="2641"/>
                    <a:pt x="6413" y="2436"/>
                    <a:pt x="6549" y="2436"/>
                  </a:cubicBezTo>
                  <a:cubicBezTo>
                    <a:pt x="6552" y="2436"/>
                    <a:pt x="6555" y="2436"/>
                    <a:pt x="6558" y="2436"/>
                  </a:cubicBezTo>
                  <a:cubicBezTo>
                    <a:pt x="6564" y="2437"/>
                    <a:pt x="6570" y="2437"/>
                    <a:pt x="6576" y="2437"/>
                  </a:cubicBezTo>
                  <a:cubicBezTo>
                    <a:pt x="6704" y="2437"/>
                    <a:pt x="6736" y="2347"/>
                    <a:pt x="6736" y="2347"/>
                  </a:cubicBezTo>
                  <a:lnTo>
                    <a:pt x="6843" y="2293"/>
                  </a:lnTo>
                  <a:cubicBezTo>
                    <a:pt x="6843" y="2293"/>
                    <a:pt x="7040" y="2133"/>
                    <a:pt x="7093" y="2088"/>
                  </a:cubicBezTo>
                  <a:cubicBezTo>
                    <a:pt x="7147" y="2044"/>
                    <a:pt x="7182" y="1999"/>
                    <a:pt x="7182" y="1999"/>
                  </a:cubicBezTo>
                  <a:lnTo>
                    <a:pt x="7834" y="1838"/>
                  </a:lnTo>
                  <a:lnTo>
                    <a:pt x="7896" y="1731"/>
                  </a:lnTo>
                  <a:lnTo>
                    <a:pt x="7976" y="1714"/>
                  </a:lnTo>
                  <a:cubicBezTo>
                    <a:pt x="7976" y="1714"/>
                    <a:pt x="7957" y="1694"/>
                    <a:pt x="8013" y="1694"/>
                  </a:cubicBezTo>
                  <a:cubicBezTo>
                    <a:pt x="8022" y="1694"/>
                    <a:pt x="8034" y="1694"/>
                    <a:pt x="8048" y="1696"/>
                  </a:cubicBezTo>
                  <a:cubicBezTo>
                    <a:pt x="8117" y="1696"/>
                    <a:pt x="8165" y="1658"/>
                    <a:pt x="8208" y="1658"/>
                  </a:cubicBezTo>
                  <a:cubicBezTo>
                    <a:pt x="8220" y="1658"/>
                    <a:pt x="8232" y="1661"/>
                    <a:pt x="8244" y="1669"/>
                  </a:cubicBezTo>
                  <a:cubicBezTo>
                    <a:pt x="8289" y="1696"/>
                    <a:pt x="8351" y="1749"/>
                    <a:pt x="8351" y="1749"/>
                  </a:cubicBezTo>
                  <a:lnTo>
                    <a:pt x="8431" y="1803"/>
                  </a:lnTo>
                  <a:lnTo>
                    <a:pt x="8485" y="1829"/>
                  </a:lnTo>
                  <a:lnTo>
                    <a:pt x="8681" y="1910"/>
                  </a:lnTo>
                  <a:lnTo>
                    <a:pt x="8681"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25" name="Google Shape;5425;p87"/>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5426" name="Google Shape;5426;p87"/>
          <p:cNvSpPr txBox="1"/>
          <p:nvPr>
            <p:ph idx="2" type="title"/>
          </p:nvPr>
        </p:nvSpPr>
        <p:spPr>
          <a:xfrm>
            <a:off x="1567525" y="1517075"/>
            <a:ext cx="3905100" cy="315900"/>
          </a:xfrm>
          <a:prstGeom prst="rect">
            <a:avLst/>
          </a:prstGeom>
        </p:spPr>
        <p:txBody>
          <a:bodyPr anchorCtr="0" anchor="ctr" bIns="91425" lIns="91425" spcFirstLastPara="1" rIns="91425" wrap="square" tIns="91425">
            <a:noAutofit/>
          </a:bodyPr>
          <a:lstStyle>
            <a:lvl1pPr lvl="0">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5427" name="Google Shape;5427;p87"/>
          <p:cNvSpPr txBox="1"/>
          <p:nvPr>
            <p:ph idx="1" type="subTitle"/>
          </p:nvPr>
        </p:nvSpPr>
        <p:spPr>
          <a:xfrm>
            <a:off x="1567525" y="1814848"/>
            <a:ext cx="3905100" cy="315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5428" name="Google Shape;5428;p87"/>
          <p:cNvSpPr txBox="1"/>
          <p:nvPr>
            <p:ph hasCustomPrompt="1" idx="3" type="title"/>
          </p:nvPr>
        </p:nvSpPr>
        <p:spPr>
          <a:xfrm>
            <a:off x="720000" y="1495475"/>
            <a:ext cx="840600" cy="657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r>
              <a:t>xx%</a:t>
            </a:r>
          </a:p>
        </p:txBody>
      </p:sp>
      <p:sp>
        <p:nvSpPr>
          <p:cNvPr id="5429" name="Google Shape;5429;p87"/>
          <p:cNvSpPr txBox="1"/>
          <p:nvPr>
            <p:ph idx="4" type="title"/>
          </p:nvPr>
        </p:nvSpPr>
        <p:spPr>
          <a:xfrm>
            <a:off x="1567525" y="2314263"/>
            <a:ext cx="3905100" cy="315900"/>
          </a:xfrm>
          <a:prstGeom prst="rect">
            <a:avLst/>
          </a:prstGeom>
        </p:spPr>
        <p:txBody>
          <a:bodyPr anchorCtr="0" anchor="ctr" bIns="91425" lIns="91425" spcFirstLastPara="1" rIns="91425" wrap="square" tIns="91425">
            <a:noAutofit/>
          </a:bodyPr>
          <a:lstStyle>
            <a:lvl1pPr lvl="0">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5430" name="Google Shape;5430;p87"/>
          <p:cNvSpPr txBox="1"/>
          <p:nvPr>
            <p:ph idx="5" type="subTitle"/>
          </p:nvPr>
        </p:nvSpPr>
        <p:spPr>
          <a:xfrm>
            <a:off x="1567525" y="2612032"/>
            <a:ext cx="3905100" cy="315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5431" name="Google Shape;5431;p87"/>
          <p:cNvSpPr txBox="1"/>
          <p:nvPr>
            <p:ph hasCustomPrompt="1" idx="6" type="title"/>
          </p:nvPr>
        </p:nvSpPr>
        <p:spPr>
          <a:xfrm>
            <a:off x="720000" y="2292658"/>
            <a:ext cx="840600" cy="657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r>
              <a:t>xx%</a:t>
            </a:r>
          </a:p>
        </p:txBody>
      </p:sp>
      <p:sp>
        <p:nvSpPr>
          <p:cNvPr id="5432" name="Google Shape;5432;p87"/>
          <p:cNvSpPr txBox="1"/>
          <p:nvPr>
            <p:ph idx="7" type="title"/>
          </p:nvPr>
        </p:nvSpPr>
        <p:spPr>
          <a:xfrm>
            <a:off x="1567525" y="3111427"/>
            <a:ext cx="3905100" cy="315900"/>
          </a:xfrm>
          <a:prstGeom prst="rect">
            <a:avLst/>
          </a:prstGeom>
        </p:spPr>
        <p:txBody>
          <a:bodyPr anchorCtr="0" anchor="ctr" bIns="91425" lIns="91425" spcFirstLastPara="1" rIns="91425" wrap="square" tIns="91425">
            <a:noAutofit/>
          </a:bodyPr>
          <a:lstStyle>
            <a:lvl1pPr lvl="0">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5433" name="Google Shape;5433;p87"/>
          <p:cNvSpPr txBox="1"/>
          <p:nvPr>
            <p:ph idx="8" type="subTitle"/>
          </p:nvPr>
        </p:nvSpPr>
        <p:spPr>
          <a:xfrm>
            <a:off x="1567525" y="3409203"/>
            <a:ext cx="3905100" cy="315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5434" name="Google Shape;5434;p87"/>
          <p:cNvSpPr txBox="1"/>
          <p:nvPr>
            <p:ph hasCustomPrompt="1" idx="9" type="title"/>
          </p:nvPr>
        </p:nvSpPr>
        <p:spPr>
          <a:xfrm>
            <a:off x="720000" y="3089829"/>
            <a:ext cx="840600" cy="657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r>
              <a:t>xx%</a:t>
            </a:r>
          </a:p>
        </p:txBody>
      </p:sp>
      <p:sp>
        <p:nvSpPr>
          <p:cNvPr id="5435" name="Google Shape;5435;p87"/>
          <p:cNvSpPr txBox="1"/>
          <p:nvPr>
            <p:ph idx="13" type="title"/>
          </p:nvPr>
        </p:nvSpPr>
        <p:spPr>
          <a:xfrm>
            <a:off x="1567525" y="3908627"/>
            <a:ext cx="3905100" cy="315900"/>
          </a:xfrm>
          <a:prstGeom prst="rect">
            <a:avLst/>
          </a:prstGeom>
        </p:spPr>
        <p:txBody>
          <a:bodyPr anchorCtr="0" anchor="ctr" bIns="91425" lIns="91425" spcFirstLastPara="1" rIns="91425" wrap="square" tIns="91425">
            <a:noAutofit/>
          </a:bodyPr>
          <a:lstStyle>
            <a:lvl1pPr lvl="0">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5436" name="Google Shape;5436;p87"/>
          <p:cNvSpPr txBox="1"/>
          <p:nvPr>
            <p:ph idx="14" type="subTitle"/>
          </p:nvPr>
        </p:nvSpPr>
        <p:spPr>
          <a:xfrm>
            <a:off x="1567525" y="4206400"/>
            <a:ext cx="3905100" cy="315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5437" name="Google Shape;5437;p87"/>
          <p:cNvSpPr txBox="1"/>
          <p:nvPr>
            <p:ph hasCustomPrompt="1" idx="15" type="title"/>
          </p:nvPr>
        </p:nvSpPr>
        <p:spPr>
          <a:xfrm>
            <a:off x="720000" y="3887025"/>
            <a:ext cx="840600" cy="657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r>
              <a:t>xx%</a:t>
            </a:r>
          </a:p>
        </p:txBody>
      </p:sp>
    </p:spTree>
  </p:cSld>
  <p:clrMapOvr>
    <a:masterClrMapping/>
  </p:clrMapOvr>
</p:sldLayout>
</file>

<file path=ppt/slideLayouts/slideLayout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5438" name="Shape 5438"/>
        <p:cNvGrpSpPr/>
        <p:nvPr/>
      </p:nvGrpSpPr>
      <p:grpSpPr>
        <a:xfrm>
          <a:off x="0" y="0"/>
          <a:ext cx="0" cy="0"/>
          <a:chOff x="0" y="0"/>
          <a:chExt cx="0" cy="0"/>
        </a:xfrm>
      </p:grpSpPr>
      <p:sp>
        <p:nvSpPr>
          <p:cNvPr id="5439" name="Google Shape;5439;p88"/>
          <p:cNvSpPr txBox="1"/>
          <p:nvPr>
            <p:ph type="title"/>
          </p:nvPr>
        </p:nvSpPr>
        <p:spPr>
          <a:xfrm>
            <a:off x="4070700" y="3065849"/>
            <a:ext cx="4360200" cy="490200"/>
          </a:xfrm>
          <a:prstGeom prst="rect">
            <a:avLst/>
          </a:prstGeom>
        </p:spPr>
        <p:txBody>
          <a:bodyPr anchorCtr="0" anchor="ctr" bIns="91425" lIns="91425" spcFirstLastPara="1" rIns="91425" wrap="square" tIns="91425">
            <a:noAutofit/>
          </a:bodyPr>
          <a:lstStyle>
            <a:lvl1pPr lvl="0" algn="r">
              <a:spcBef>
                <a:spcPts val="0"/>
              </a:spcBef>
              <a:spcAft>
                <a:spcPts val="0"/>
              </a:spcAft>
              <a:buSzPts val="3000"/>
              <a:buNone/>
              <a:defRPr sz="3000"/>
            </a:lvl1pPr>
            <a:lvl2pPr lvl="1" algn="ctr">
              <a:spcBef>
                <a:spcPts val="0"/>
              </a:spcBef>
              <a:spcAft>
                <a:spcPts val="0"/>
              </a:spcAft>
              <a:buSzPts val="3000"/>
              <a:buNone/>
              <a:defRPr sz="3000"/>
            </a:lvl2pPr>
            <a:lvl3pPr lvl="2" algn="ctr">
              <a:spcBef>
                <a:spcPts val="0"/>
              </a:spcBef>
              <a:spcAft>
                <a:spcPts val="0"/>
              </a:spcAft>
              <a:buSzPts val="3000"/>
              <a:buNone/>
              <a:defRPr sz="3000"/>
            </a:lvl3pPr>
            <a:lvl4pPr lvl="3" algn="ctr">
              <a:spcBef>
                <a:spcPts val="0"/>
              </a:spcBef>
              <a:spcAft>
                <a:spcPts val="0"/>
              </a:spcAft>
              <a:buSzPts val="3000"/>
              <a:buNone/>
              <a:defRPr sz="3000"/>
            </a:lvl4pPr>
            <a:lvl5pPr lvl="4" algn="ctr">
              <a:spcBef>
                <a:spcPts val="0"/>
              </a:spcBef>
              <a:spcAft>
                <a:spcPts val="0"/>
              </a:spcAft>
              <a:buSzPts val="3000"/>
              <a:buNone/>
              <a:defRPr sz="3000"/>
            </a:lvl5pPr>
            <a:lvl6pPr lvl="5" algn="ctr">
              <a:spcBef>
                <a:spcPts val="0"/>
              </a:spcBef>
              <a:spcAft>
                <a:spcPts val="0"/>
              </a:spcAft>
              <a:buSzPts val="3000"/>
              <a:buNone/>
              <a:defRPr sz="3000"/>
            </a:lvl6pPr>
            <a:lvl7pPr lvl="6" algn="ctr">
              <a:spcBef>
                <a:spcPts val="0"/>
              </a:spcBef>
              <a:spcAft>
                <a:spcPts val="0"/>
              </a:spcAft>
              <a:buSzPts val="3000"/>
              <a:buNone/>
              <a:defRPr sz="3000"/>
            </a:lvl7pPr>
            <a:lvl8pPr lvl="7" algn="ctr">
              <a:spcBef>
                <a:spcPts val="0"/>
              </a:spcBef>
              <a:spcAft>
                <a:spcPts val="0"/>
              </a:spcAft>
              <a:buSzPts val="3000"/>
              <a:buNone/>
              <a:defRPr sz="3000"/>
            </a:lvl8pPr>
            <a:lvl9pPr lvl="8" algn="ctr">
              <a:spcBef>
                <a:spcPts val="0"/>
              </a:spcBef>
              <a:spcAft>
                <a:spcPts val="0"/>
              </a:spcAft>
              <a:buSzPts val="3000"/>
              <a:buNone/>
              <a:defRPr sz="3000"/>
            </a:lvl9pPr>
          </a:lstStyle>
          <a:p/>
        </p:txBody>
      </p:sp>
      <p:sp>
        <p:nvSpPr>
          <p:cNvPr id="5440" name="Google Shape;5440;p88"/>
          <p:cNvSpPr txBox="1"/>
          <p:nvPr>
            <p:ph idx="1" type="subTitle"/>
          </p:nvPr>
        </p:nvSpPr>
        <p:spPr>
          <a:xfrm>
            <a:off x="4070725" y="1587450"/>
            <a:ext cx="4360200" cy="1478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SzPts val="3000"/>
              <a:buNone/>
              <a:defRPr sz="2000"/>
            </a:lvl1pPr>
            <a:lvl2pPr lvl="1" algn="ctr">
              <a:lnSpc>
                <a:spcPct val="100000"/>
              </a:lnSpc>
              <a:spcBef>
                <a:spcPts val="0"/>
              </a:spcBef>
              <a:spcAft>
                <a:spcPts val="0"/>
              </a:spcAft>
              <a:buSzPts val="3000"/>
              <a:buNone/>
              <a:defRPr sz="3000"/>
            </a:lvl2pPr>
            <a:lvl3pPr lvl="2" algn="ctr">
              <a:lnSpc>
                <a:spcPct val="100000"/>
              </a:lnSpc>
              <a:spcBef>
                <a:spcPts val="1600"/>
              </a:spcBef>
              <a:spcAft>
                <a:spcPts val="0"/>
              </a:spcAft>
              <a:buSzPts val="3000"/>
              <a:buNone/>
              <a:defRPr sz="3000"/>
            </a:lvl3pPr>
            <a:lvl4pPr lvl="3" algn="ctr">
              <a:lnSpc>
                <a:spcPct val="100000"/>
              </a:lnSpc>
              <a:spcBef>
                <a:spcPts val="1600"/>
              </a:spcBef>
              <a:spcAft>
                <a:spcPts val="0"/>
              </a:spcAft>
              <a:buSzPts val="3000"/>
              <a:buNone/>
              <a:defRPr sz="3000"/>
            </a:lvl4pPr>
            <a:lvl5pPr lvl="4" algn="ctr">
              <a:lnSpc>
                <a:spcPct val="100000"/>
              </a:lnSpc>
              <a:spcBef>
                <a:spcPts val="1600"/>
              </a:spcBef>
              <a:spcAft>
                <a:spcPts val="0"/>
              </a:spcAft>
              <a:buSzPts val="3000"/>
              <a:buNone/>
              <a:defRPr sz="3000"/>
            </a:lvl5pPr>
            <a:lvl6pPr lvl="5" algn="ctr">
              <a:lnSpc>
                <a:spcPct val="100000"/>
              </a:lnSpc>
              <a:spcBef>
                <a:spcPts val="1600"/>
              </a:spcBef>
              <a:spcAft>
                <a:spcPts val="0"/>
              </a:spcAft>
              <a:buSzPts val="3000"/>
              <a:buNone/>
              <a:defRPr sz="3000"/>
            </a:lvl6pPr>
            <a:lvl7pPr lvl="6" algn="ctr">
              <a:lnSpc>
                <a:spcPct val="100000"/>
              </a:lnSpc>
              <a:spcBef>
                <a:spcPts val="1600"/>
              </a:spcBef>
              <a:spcAft>
                <a:spcPts val="0"/>
              </a:spcAft>
              <a:buSzPts val="3000"/>
              <a:buNone/>
              <a:defRPr sz="3000"/>
            </a:lvl7pPr>
            <a:lvl8pPr lvl="7" algn="ctr">
              <a:lnSpc>
                <a:spcPct val="100000"/>
              </a:lnSpc>
              <a:spcBef>
                <a:spcPts val="1600"/>
              </a:spcBef>
              <a:spcAft>
                <a:spcPts val="0"/>
              </a:spcAft>
              <a:buSzPts val="3000"/>
              <a:buNone/>
              <a:defRPr sz="3000"/>
            </a:lvl8pPr>
            <a:lvl9pPr lvl="8" algn="ctr">
              <a:lnSpc>
                <a:spcPct val="100000"/>
              </a:lnSpc>
              <a:spcBef>
                <a:spcPts val="1600"/>
              </a:spcBef>
              <a:spcAft>
                <a:spcPts val="1600"/>
              </a:spcAft>
              <a:buSzPts val="3000"/>
              <a:buNone/>
              <a:defRPr sz="3000"/>
            </a:lvl9pPr>
          </a:lstStyle>
          <a:p/>
        </p:txBody>
      </p:sp>
      <p:sp>
        <p:nvSpPr>
          <p:cNvPr id="5441" name="Google Shape;5441;p88"/>
          <p:cNvSpPr/>
          <p:nvPr/>
        </p:nvSpPr>
        <p:spPr>
          <a:xfrm flipH="1">
            <a:off x="-6" y="3996398"/>
            <a:ext cx="9173906" cy="1147080"/>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88"/>
          <p:cNvSpPr/>
          <p:nvPr/>
        </p:nvSpPr>
        <p:spPr>
          <a:xfrm flipH="1">
            <a:off x="-459104" y="3775428"/>
            <a:ext cx="6683105" cy="2534470"/>
          </a:xfrm>
          <a:custGeom>
            <a:rect b="b" l="l" r="r" t="t"/>
            <a:pathLst>
              <a:path extrusionOk="0" h="13052" w="30413">
                <a:moveTo>
                  <a:pt x="22990" y="1"/>
                </a:moveTo>
                <a:lnTo>
                  <a:pt x="13801" y="1071"/>
                </a:lnTo>
                <a:lnTo>
                  <a:pt x="13596" y="1071"/>
                </a:lnTo>
                <a:cubicBezTo>
                  <a:pt x="13596" y="1071"/>
                  <a:pt x="9965" y="1437"/>
                  <a:pt x="11027" y="1856"/>
                </a:cubicBezTo>
                <a:cubicBezTo>
                  <a:pt x="12080" y="2275"/>
                  <a:pt x="12570" y="2552"/>
                  <a:pt x="10447" y="2918"/>
                </a:cubicBezTo>
                <a:cubicBezTo>
                  <a:pt x="8333" y="3275"/>
                  <a:pt x="5960" y="3560"/>
                  <a:pt x="7610" y="4184"/>
                </a:cubicBezTo>
                <a:cubicBezTo>
                  <a:pt x="9260" y="4800"/>
                  <a:pt x="6575" y="5549"/>
                  <a:pt x="3694" y="5755"/>
                </a:cubicBezTo>
                <a:cubicBezTo>
                  <a:pt x="2427" y="5844"/>
                  <a:pt x="1098" y="6450"/>
                  <a:pt x="0" y="7102"/>
                </a:cubicBezTo>
                <a:lnTo>
                  <a:pt x="0" y="13052"/>
                </a:lnTo>
                <a:lnTo>
                  <a:pt x="28869" y="13052"/>
                </a:lnTo>
                <a:lnTo>
                  <a:pt x="30412" y="12704"/>
                </a:lnTo>
                <a:lnTo>
                  <a:pt x="30412" y="81"/>
                </a:lnTo>
                <a:lnTo>
                  <a:pt x="30038"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88"/>
          <p:cNvSpPr/>
          <p:nvPr/>
        </p:nvSpPr>
        <p:spPr>
          <a:xfrm flipH="1">
            <a:off x="-459104" y="3775428"/>
            <a:ext cx="6683105" cy="2534470"/>
          </a:xfrm>
          <a:custGeom>
            <a:rect b="b" l="l" r="r" t="t"/>
            <a:pathLst>
              <a:path extrusionOk="0" h="13052" w="30413">
                <a:moveTo>
                  <a:pt x="22990" y="1"/>
                </a:moveTo>
                <a:lnTo>
                  <a:pt x="15728" y="848"/>
                </a:lnTo>
                <a:lnTo>
                  <a:pt x="13569" y="1749"/>
                </a:lnTo>
                <a:cubicBezTo>
                  <a:pt x="13569" y="1749"/>
                  <a:pt x="15666" y="2409"/>
                  <a:pt x="12766" y="2909"/>
                </a:cubicBezTo>
                <a:cubicBezTo>
                  <a:pt x="9867" y="3417"/>
                  <a:pt x="12017" y="3997"/>
                  <a:pt x="13337" y="4184"/>
                </a:cubicBezTo>
                <a:cubicBezTo>
                  <a:pt x="14649" y="4372"/>
                  <a:pt x="15407" y="5210"/>
                  <a:pt x="8939" y="6236"/>
                </a:cubicBezTo>
                <a:cubicBezTo>
                  <a:pt x="2480" y="7271"/>
                  <a:pt x="4684" y="7789"/>
                  <a:pt x="5888" y="8029"/>
                </a:cubicBezTo>
                <a:cubicBezTo>
                  <a:pt x="7030" y="8252"/>
                  <a:pt x="5291" y="8725"/>
                  <a:pt x="0" y="9555"/>
                </a:cubicBezTo>
                <a:lnTo>
                  <a:pt x="0" y="13052"/>
                </a:lnTo>
                <a:lnTo>
                  <a:pt x="28494" y="13052"/>
                </a:lnTo>
                <a:lnTo>
                  <a:pt x="28155" y="7887"/>
                </a:lnTo>
                <a:cubicBezTo>
                  <a:pt x="28155" y="7887"/>
                  <a:pt x="25953" y="8060"/>
                  <a:pt x="24567" y="8060"/>
                </a:cubicBezTo>
                <a:cubicBezTo>
                  <a:pt x="24042" y="8060"/>
                  <a:pt x="23635" y="8036"/>
                  <a:pt x="23507" y="7967"/>
                </a:cubicBezTo>
                <a:cubicBezTo>
                  <a:pt x="23035" y="7726"/>
                  <a:pt x="26639" y="7664"/>
                  <a:pt x="25104" y="6888"/>
                </a:cubicBezTo>
                <a:cubicBezTo>
                  <a:pt x="23579" y="6111"/>
                  <a:pt x="18413" y="6067"/>
                  <a:pt x="20233" y="5317"/>
                </a:cubicBezTo>
                <a:cubicBezTo>
                  <a:pt x="22062" y="4577"/>
                  <a:pt x="20028" y="4220"/>
                  <a:pt x="18333" y="3640"/>
                </a:cubicBezTo>
                <a:cubicBezTo>
                  <a:pt x="16638" y="3060"/>
                  <a:pt x="17236" y="2543"/>
                  <a:pt x="18770" y="2525"/>
                </a:cubicBezTo>
                <a:cubicBezTo>
                  <a:pt x="18807" y="2525"/>
                  <a:pt x="18842" y="2525"/>
                  <a:pt x="18876" y="2525"/>
                </a:cubicBezTo>
                <a:cubicBezTo>
                  <a:pt x="20301" y="2525"/>
                  <a:pt x="20215" y="2879"/>
                  <a:pt x="19832" y="3105"/>
                </a:cubicBezTo>
                <a:cubicBezTo>
                  <a:pt x="19586" y="3247"/>
                  <a:pt x="19856" y="3386"/>
                  <a:pt x="20555" y="3386"/>
                </a:cubicBezTo>
                <a:cubicBezTo>
                  <a:pt x="20997" y="3386"/>
                  <a:pt x="21611" y="3330"/>
                  <a:pt x="22374" y="3185"/>
                </a:cubicBezTo>
                <a:cubicBezTo>
                  <a:pt x="22844" y="3098"/>
                  <a:pt x="23275" y="3061"/>
                  <a:pt x="23640" y="3061"/>
                </a:cubicBezTo>
                <a:cubicBezTo>
                  <a:pt x="24807" y="3061"/>
                  <a:pt x="25303" y="3439"/>
                  <a:pt x="24257" y="3765"/>
                </a:cubicBezTo>
                <a:cubicBezTo>
                  <a:pt x="23293" y="4074"/>
                  <a:pt x="23579" y="4205"/>
                  <a:pt x="24624" y="4205"/>
                </a:cubicBezTo>
                <a:cubicBezTo>
                  <a:pt x="25060" y="4205"/>
                  <a:pt x="25627" y="4182"/>
                  <a:pt x="26291" y="4140"/>
                </a:cubicBezTo>
                <a:cubicBezTo>
                  <a:pt x="26778" y="4109"/>
                  <a:pt x="27185" y="4094"/>
                  <a:pt x="27510" y="4094"/>
                </a:cubicBezTo>
                <a:cubicBezTo>
                  <a:pt x="28693" y="4094"/>
                  <a:pt x="28808" y="4287"/>
                  <a:pt x="27843" y="4595"/>
                </a:cubicBezTo>
                <a:cubicBezTo>
                  <a:pt x="27072" y="4842"/>
                  <a:pt x="27244" y="5114"/>
                  <a:pt x="28358" y="5114"/>
                </a:cubicBezTo>
                <a:cubicBezTo>
                  <a:pt x="28855" y="5114"/>
                  <a:pt x="29540" y="5060"/>
                  <a:pt x="30412" y="4925"/>
                </a:cubicBezTo>
                <a:lnTo>
                  <a:pt x="30412" y="179"/>
                </a:lnTo>
                <a:cubicBezTo>
                  <a:pt x="29547" y="108"/>
                  <a:pt x="28494" y="45"/>
                  <a:pt x="27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44" name="Google Shape;5444;p88"/>
          <p:cNvGrpSpPr/>
          <p:nvPr/>
        </p:nvGrpSpPr>
        <p:grpSpPr>
          <a:xfrm flipH="1">
            <a:off x="-760212" y="1663728"/>
            <a:ext cx="4484281" cy="2708498"/>
            <a:chOff x="6244119" y="1698941"/>
            <a:chExt cx="760628" cy="457625"/>
          </a:xfrm>
        </p:grpSpPr>
        <p:sp>
          <p:nvSpPr>
            <p:cNvPr id="5445" name="Google Shape;5445;p88"/>
            <p:cNvSpPr/>
            <p:nvPr/>
          </p:nvSpPr>
          <p:spPr>
            <a:xfrm>
              <a:off x="6462191" y="1698941"/>
              <a:ext cx="542556" cy="308882"/>
            </a:xfrm>
            <a:custGeom>
              <a:rect b="b" l="l" r="r" t="t"/>
              <a:pathLst>
                <a:path extrusionOk="0" h="6522" w="11456">
                  <a:moveTo>
                    <a:pt x="9502" y="0"/>
                  </a:moveTo>
                  <a:cubicBezTo>
                    <a:pt x="8699" y="0"/>
                    <a:pt x="8708" y="848"/>
                    <a:pt x="8708" y="848"/>
                  </a:cubicBezTo>
                  <a:cubicBezTo>
                    <a:pt x="8671" y="845"/>
                    <a:pt x="8636" y="844"/>
                    <a:pt x="8602" y="844"/>
                  </a:cubicBezTo>
                  <a:cubicBezTo>
                    <a:pt x="7656" y="844"/>
                    <a:pt x="7664" y="1775"/>
                    <a:pt x="7664" y="1775"/>
                  </a:cubicBezTo>
                  <a:cubicBezTo>
                    <a:pt x="7631" y="1773"/>
                    <a:pt x="7600" y="1772"/>
                    <a:pt x="7570" y="1772"/>
                  </a:cubicBezTo>
                  <a:cubicBezTo>
                    <a:pt x="6944" y="1772"/>
                    <a:pt x="6977" y="2284"/>
                    <a:pt x="6977" y="2284"/>
                  </a:cubicBezTo>
                  <a:cubicBezTo>
                    <a:pt x="6883" y="2268"/>
                    <a:pt x="6797" y="2261"/>
                    <a:pt x="6719" y="2261"/>
                  </a:cubicBezTo>
                  <a:cubicBezTo>
                    <a:pt x="5978" y="2261"/>
                    <a:pt x="5897" y="2882"/>
                    <a:pt x="5897" y="2882"/>
                  </a:cubicBezTo>
                  <a:cubicBezTo>
                    <a:pt x="5785" y="2868"/>
                    <a:pt x="5681" y="2861"/>
                    <a:pt x="5583" y="2861"/>
                  </a:cubicBezTo>
                  <a:cubicBezTo>
                    <a:pt x="4370" y="2861"/>
                    <a:pt x="4202" y="3854"/>
                    <a:pt x="4202" y="3854"/>
                  </a:cubicBezTo>
                  <a:cubicBezTo>
                    <a:pt x="4113" y="3833"/>
                    <a:pt x="4032" y="3823"/>
                    <a:pt x="3959" y="3823"/>
                  </a:cubicBezTo>
                  <a:cubicBezTo>
                    <a:pt x="3453" y="3823"/>
                    <a:pt x="3337" y="4273"/>
                    <a:pt x="3337" y="4273"/>
                  </a:cubicBezTo>
                  <a:cubicBezTo>
                    <a:pt x="3145" y="4199"/>
                    <a:pt x="2971" y="4168"/>
                    <a:pt x="2815" y="4168"/>
                  </a:cubicBezTo>
                  <a:cubicBezTo>
                    <a:pt x="2108" y="4168"/>
                    <a:pt x="1767" y="4791"/>
                    <a:pt x="1767" y="4791"/>
                  </a:cubicBezTo>
                  <a:cubicBezTo>
                    <a:pt x="1649" y="4743"/>
                    <a:pt x="1540" y="4724"/>
                    <a:pt x="1440" y="4724"/>
                  </a:cubicBezTo>
                  <a:cubicBezTo>
                    <a:pt x="1014" y="4724"/>
                    <a:pt x="768" y="5076"/>
                    <a:pt x="768" y="5076"/>
                  </a:cubicBezTo>
                  <a:lnTo>
                    <a:pt x="1" y="6521"/>
                  </a:lnTo>
                  <a:lnTo>
                    <a:pt x="11455" y="6521"/>
                  </a:lnTo>
                  <a:lnTo>
                    <a:pt x="1145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88"/>
            <p:cNvSpPr/>
            <p:nvPr/>
          </p:nvSpPr>
          <p:spPr>
            <a:xfrm>
              <a:off x="6401936" y="1925441"/>
              <a:ext cx="24990" cy="29240"/>
            </a:xfrm>
            <a:custGeom>
              <a:rect b="b" l="l" r="r" t="t"/>
              <a:pathLst>
                <a:path extrusionOk="0" h="805" w="688">
                  <a:moveTo>
                    <a:pt x="669" y="0"/>
                  </a:moveTo>
                  <a:cubicBezTo>
                    <a:pt x="619" y="0"/>
                    <a:pt x="477" y="18"/>
                    <a:pt x="455" y="215"/>
                  </a:cubicBezTo>
                  <a:cubicBezTo>
                    <a:pt x="455" y="215"/>
                    <a:pt x="437" y="208"/>
                    <a:pt x="413" y="208"/>
                  </a:cubicBezTo>
                  <a:cubicBezTo>
                    <a:pt x="378" y="208"/>
                    <a:pt x="332" y="224"/>
                    <a:pt x="322" y="305"/>
                  </a:cubicBezTo>
                  <a:cubicBezTo>
                    <a:pt x="322" y="305"/>
                    <a:pt x="274" y="288"/>
                    <a:pt x="215" y="288"/>
                  </a:cubicBezTo>
                  <a:cubicBezTo>
                    <a:pt x="132" y="288"/>
                    <a:pt x="26" y="321"/>
                    <a:pt x="0" y="483"/>
                  </a:cubicBezTo>
                  <a:lnTo>
                    <a:pt x="687" y="804"/>
                  </a:lnTo>
                  <a:lnTo>
                    <a:pt x="687" y="1"/>
                  </a:lnTo>
                  <a:cubicBezTo>
                    <a:pt x="687" y="1"/>
                    <a:pt x="680" y="0"/>
                    <a:pt x="669"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88"/>
            <p:cNvSpPr/>
            <p:nvPr/>
          </p:nvSpPr>
          <p:spPr>
            <a:xfrm>
              <a:off x="6780077" y="1840885"/>
              <a:ext cx="47328" cy="114452"/>
            </a:xfrm>
            <a:custGeom>
              <a:rect b="b" l="l" r="r" t="t"/>
              <a:pathLst>
                <a:path extrusionOk="0" h="3151" w="1303">
                  <a:moveTo>
                    <a:pt x="0" y="1"/>
                  </a:moveTo>
                  <a:lnTo>
                    <a:pt x="0" y="3150"/>
                  </a:lnTo>
                  <a:lnTo>
                    <a:pt x="1303" y="3150"/>
                  </a:lnTo>
                  <a:lnTo>
                    <a:pt x="1303"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88"/>
            <p:cNvSpPr/>
            <p:nvPr/>
          </p:nvSpPr>
          <p:spPr>
            <a:xfrm>
              <a:off x="6804376" y="1859373"/>
              <a:ext cx="5848" cy="1038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88"/>
            <p:cNvSpPr/>
            <p:nvPr/>
          </p:nvSpPr>
          <p:spPr>
            <a:xfrm>
              <a:off x="6790756" y="1848694"/>
              <a:ext cx="5884" cy="10715"/>
            </a:xfrm>
            <a:custGeom>
              <a:rect b="b" l="l" r="r" t="t"/>
              <a:pathLst>
                <a:path extrusionOk="0" h="295" w="162">
                  <a:moveTo>
                    <a:pt x="1" y="0"/>
                  </a:moveTo>
                  <a:lnTo>
                    <a:pt x="1" y="294"/>
                  </a:lnTo>
                  <a:lnTo>
                    <a:pt x="161" y="294"/>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88"/>
            <p:cNvSpPr/>
            <p:nvPr/>
          </p:nvSpPr>
          <p:spPr>
            <a:xfrm>
              <a:off x="6816689" y="1871359"/>
              <a:ext cx="5848" cy="10715"/>
            </a:xfrm>
            <a:custGeom>
              <a:rect b="b" l="l" r="r" t="t"/>
              <a:pathLst>
                <a:path extrusionOk="0" h="295" w="161">
                  <a:moveTo>
                    <a:pt x="0" y="1"/>
                  </a:moveTo>
                  <a:lnTo>
                    <a:pt x="0"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88"/>
            <p:cNvSpPr/>
            <p:nvPr/>
          </p:nvSpPr>
          <p:spPr>
            <a:xfrm>
              <a:off x="6808590" y="1896965"/>
              <a:ext cx="5848" cy="10715"/>
            </a:xfrm>
            <a:custGeom>
              <a:rect b="b" l="l" r="r" t="t"/>
              <a:pathLst>
                <a:path extrusionOk="0" h="295" w="161">
                  <a:moveTo>
                    <a:pt x="0" y="0"/>
                  </a:moveTo>
                  <a:lnTo>
                    <a:pt x="0"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88"/>
            <p:cNvSpPr/>
            <p:nvPr/>
          </p:nvSpPr>
          <p:spPr>
            <a:xfrm>
              <a:off x="6817343" y="1912838"/>
              <a:ext cx="5848" cy="10715"/>
            </a:xfrm>
            <a:custGeom>
              <a:rect b="b" l="l" r="r" t="t"/>
              <a:pathLst>
                <a:path extrusionOk="0" h="295" w="161">
                  <a:moveTo>
                    <a:pt x="0" y="0"/>
                  </a:moveTo>
                  <a:lnTo>
                    <a:pt x="0"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88"/>
            <p:cNvSpPr/>
            <p:nvPr/>
          </p:nvSpPr>
          <p:spPr>
            <a:xfrm>
              <a:off x="6787850" y="1870051"/>
              <a:ext cx="5848" cy="10751"/>
            </a:xfrm>
            <a:custGeom>
              <a:rect b="b" l="l" r="r" t="t"/>
              <a:pathLst>
                <a:path extrusionOk="0" h="296" w="161">
                  <a:moveTo>
                    <a:pt x="0" y="1"/>
                  </a:moveTo>
                  <a:lnTo>
                    <a:pt x="0"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88"/>
            <p:cNvSpPr/>
            <p:nvPr/>
          </p:nvSpPr>
          <p:spPr>
            <a:xfrm>
              <a:off x="6800817" y="1930671"/>
              <a:ext cx="11696" cy="24663"/>
            </a:xfrm>
            <a:custGeom>
              <a:rect b="b" l="l" r="r" t="t"/>
              <a:pathLst>
                <a:path extrusionOk="0" h="679" w="322">
                  <a:moveTo>
                    <a:pt x="0" y="0"/>
                  </a:moveTo>
                  <a:lnTo>
                    <a:pt x="0" y="678"/>
                  </a:lnTo>
                  <a:lnTo>
                    <a:pt x="321" y="678"/>
                  </a:lnTo>
                  <a:lnTo>
                    <a:pt x="32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88"/>
            <p:cNvSpPr/>
            <p:nvPr/>
          </p:nvSpPr>
          <p:spPr>
            <a:xfrm>
              <a:off x="6780077" y="1829553"/>
              <a:ext cx="47328" cy="11369"/>
            </a:xfrm>
            <a:custGeom>
              <a:rect b="b" l="l" r="r" t="t"/>
              <a:pathLst>
                <a:path extrusionOk="0" h="313" w="1303">
                  <a:moveTo>
                    <a:pt x="312" y="1"/>
                  </a:moveTo>
                  <a:lnTo>
                    <a:pt x="0" y="313"/>
                  </a:lnTo>
                  <a:lnTo>
                    <a:pt x="1303" y="313"/>
                  </a:lnTo>
                  <a:lnTo>
                    <a:pt x="130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88"/>
            <p:cNvSpPr/>
            <p:nvPr/>
          </p:nvSpPr>
          <p:spPr>
            <a:xfrm>
              <a:off x="6426235" y="1898563"/>
              <a:ext cx="32109" cy="56118"/>
            </a:xfrm>
            <a:custGeom>
              <a:rect b="b" l="l" r="r" t="t"/>
              <a:pathLst>
                <a:path extrusionOk="0" h="1545" w="884">
                  <a:moveTo>
                    <a:pt x="0" y="1"/>
                  </a:moveTo>
                  <a:lnTo>
                    <a:pt x="0" y="1544"/>
                  </a:lnTo>
                  <a:lnTo>
                    <a:pt x="884" y="1544"/>
                  </a:lnTo>
                  <a:lnTo>
                    <a:pt x="884"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88"/>
            <p:cNvSpPr/>
            <p:nvPr/>
          </p:nvSpPr>
          <p:spPr>
            <a:xfrm>
              <a:off x="6458306" y="1890791"/>
              <a:ext cx="7482" cy="63891"/>
            </a:xfrm>
            <a:custGeom>
              <a:rect b="b" l="l" r="r" t="t"/>
              <a:pathLst>
                <a:path extrusionOk="0" h="1759" w="206">
                  <a:moveTo>
                    <a:pt x="206" y="1"/>
                  </a:moveTo>
                  <a:lnTo>
                    <a:pt x="1" y="215"/>
                  </a:lnTo>
                  <a:lnTo>
                    <a:pt x="1" y="1758"/>
                  </a:lnTo>
                  <a:lnTo>
                    <a:pt x="206" y="1758"/>
                  </a:lnTo>
                  <a:lnTo>
                    <a:pt x="206"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88"/>
            <p:cNvSpPr/>
            <p:nvPr/>
          </p:nvSpPr>
          <p:spPr>
            <a:xfrm>
              <a:off x="6430121" y="1903757"/>
              <a:ext cx="4250" cy="7156"/>
            </a:xfrm>
            <a:custGeom>
              <a:rect b="b" l="l" r="r" t="t"/>
              <a:pathLst>
                <a:path extrusionOk="0" h="197" w="117">
                  <a:moveTo>
                    <a:pt x="0" y="1"/>
                  </a:moveTo>
                  <a:lnTo>
                    <a:pt x="0" y="197"/>
                  </a:lnTo>
                  <a:lnTo>
                    <a:pt x="116" y="197"/>
                  </a:lnTo>
                  <a:lnTo>
                    <a:pt x="11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88"/>
            <p:cNvSpPr/>
            <p:nvPr/>
          </p:nvSpPr>
          <p:spPr>
            <a:xfrm>
              <a:off x="6449553" y="1905719"/>
              <a:ext cx="4250" cy="7156"/>
            </a:xfrm>
            <a:custGeom>
              <a:rect b="b" l="l" r="r" t="t"/>
              <a:pathLst>
                <a:path extrusionOk="0" h="197" w="117">
                  <a:moveTo>
                    <a:pt x="1" y="0"/>
                  </a:moveTo>
                  <a:lnTo>
                    <a:pt x="1" y="196"/>
                  </a:lnTo>
                  <a:lnTo>
                    <a:pt x="117" y="196"/>
                  </a:lnTo>
                  <a:lnTo>
                    <a:pt x="117"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88"/>
            <p:cNvSpPr/>
            <p:nvPr/>
          </p:nvSpPr>
          <p:spPr>
            <a:xfrm>
              <a:off x="6439528" y="1911857"/>
              <a:ext cx="4250" cy="7156"/>
            </a:xfrm>
            <a:custGeom>
              <a:rect b="b" l="l" r="r" t="t"/>
              <a:pathLst>
                <a:path extrusionOk="0" h="197" w="117">
                  <a:moveTo>
                    <a:pt x="0" y="1"/>
                  </a:moveTo>
                  <a:lnTo>
                    <a:pt x="0" y="197"/>
                  </a:lnTo>
                  <a:lnTo>
                    <a:pt x="116" y="197"/>
                  </a:lnTo>
                  <a:lnTo>
                    <a:pt x="11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88"/>
            <p:cNvSpPr/>
            <p:nvPr/>
          </p:nvSpPr>
          <p:spPr>
            <a:xfrm>
              <a:off x="6448282" y="1925151"/>
              <a:ext cx="4250" cy="7156"/>
            </a:xfrm>
            <a:custGeom>
              <a:rect b="b" l="l" r="r" t="t"/>
              <a:pathLst>
                <a:path extrusionOk="0" h="197" w="117">
                  <a:moveTo>
                    <a:pt x="0" y="0"/>
                  </a:moveTo>
                  <a:lnTo>
                    <a:pt x="0" y="197"/>
                  </a:lnTo>
                  <a:lnTo>
                    <a:pt x="116" y="197"/>
                  </a:lnTo>
                  <a:lnTo>
                    <a:pt x="11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88"/>
            <p:cNvSpPr/>
            <p:nvPr/>
          </p:nvSpPr>
          <p:spPr>
            <a:xfrm>
              <a:off x="6433027" y="1923843"/>
              <a:ext cx="4250" cy="7192"/>
            </a:xfrm>
            <a:custGeom>
              <a:rect b="b" l="l" r="r" t="t"/>
              <a:pathLst>
                <a:path extrusionOk="0" h="198" w="117">
                  <a:moveTo>
                    <a:pt x="1" y="1"/>
                  </a:moveTo>
                  <a:lnTo>
                    <a:pt x="1" y="197"/>
                  </a:lnTo>
                  <a:lnTo>
                    <a:pt x="117" y="197"/>
                  </a:lnTo>
                  <a:lnTo>
                    <a:pt x="11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88"/>
            <p:cNvSpPr/>
            <p:nvPr/>
          </p:nvSpPr>
          <p:spPr>
            <a:xfrm>
              <a:off x="6436259" y="1939389"/>
              <a:ext cx="8136" cy="15292"/>
            </a:xfrm>
            <a:custGeom>
              <a:rect b="b" l="l" r="r" t="t"/>
              <a:pathLst>
                <a:path extrusionOk="0" h="421" w="224">
                  <a:moveTo>
                    <a:pt x="1" y="1"/>
                  </a:moveTo>
                  <a:lnTo>
                    <a:pt x="1" y="420"/>
                  </a:lnTo>
                  <a:lnTo>
                    <a:pt x="224" y="420"/>
                  </a:lnTo>
                  <a:lnTo>
                    <a:pt x="22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88"/>
            <p:cNvSpPr/>
            <p:nvPr/>
          </p:nvSpPr>
          <p:spPr>
            <a:xfrm>
              <a:off x="6426235" y="1890791"/>
              <a:ext cx="39555" cy="7809"/>
            </a:xfrm>
            <a:custGeom>
              <a:rect b="b" l="l" r="r" t="t"/>
              <a:pathLst>
                <a:path extrusionOk="0" h="215" w="1089">
                  <a:moveTo>
                    <a:pt x="215" y="1"/>
                  </a:moveTo>
                  <a:lnTo>
                    <a:pt x="0" y="215"/>
                  </a:lnTo>
                  <a:lnTo>
                    <a:pt x="884" y="215"/>
                  </a:lnTo>
                  <a:lnTo>
                    <a:pt x="108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88"/>
            <p:cNvSpPr/>
            <p:nvPr/>
          </p:nvSpPr>
          <p:spPr>
            <a:xfrm>
              <a:off x="6577549" y="1906990"/>
              <a:ext cx="52849" cy="85285"/>
            </a:xfrm>
            <a:custGeom>
              <a:rect b="b" l="l" r="r" t="t"/>
              <a:pathLst>
                <a:path extrusionOk="0" h="2348" w="1455">
                  <a:moveTo>
                    <a:pt x="1" y="1"/>
                  </a:moveTo>
                  <a:lnTo>
                    <a:pt x="1" y="2347"/>
                  </a:lnTo>
                  <a:lnTo>
                    <a:pt x="1455" y="2347"/>
                  </a:lnTo>
                  <a:lnTo>
                    <a:pt x="1455"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88"/>
            <p:cNvSpPr/>
            <p:nvPr/>
          </p:nvSpPr>
          <p:spPr>
            <a:xfrm>
              <a:off x="6616450" y="1913491"/>
              <a:ext cx="5521" cy="9734"/>
            </a:xfrm>
            <a:custGeom>
              <a:rect b="b" l="l" r="r" t="t"/>
              <a:pathLst>
                <a:path extrusionOk="0" h="268" w="152">
                  <a:moveTo>
                    <a:pt x="0" y="0"/>
                  </a:moveTo>
                  <a:lnTo>
                    <a:pt x="0" y="268"/>
                  </a:lnTo>
                  <a:lnTo>
                    <a:pt x="152" y="268"/>
                  </a:lnTo>
                  <a:lnTo>
                    <a:pt x="15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88"/>
            <p:cNvSpPr/>
            <p:nvPr/>
          </p:nvSpPr>
          <p:spPr>
            <a:xfrm>
              <a:off x="6602502" y="1925804"/>
              <a:ext cx="5230" cy="9734"/>
            </a:xfrm>
            <a:custGeom>
              <a:rect b="b" l="l" r="r" t="t"/>
              <a:pathLst>
                <a:path extrusionOk="0" h="268" w="144">
                  <a:moveTo>
                    <a:pt x="0" y="0"/>
                  </a:moveTo>
                  <a:lnTo>
                    <a:pt x="0" y="268"/>
                  </a:lnTo>
                  <a:lnTo>
                    <a:pt x="143" y="268"/>
                  </a:lnTo>
                  <a:lnTo>
                    <a:pt x="14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88"/>
            <p:cNvSpPr/>
            <p:nvPr/>
          </p:nvSpPr>
          <p:spPr>
            <a:xfrm>
              <a:off x="6584668" y="1915743"/>
              <a:ext cx="5230" cy="9444"/>
            </a:xfrm>
            <a:custGeom>
              <a:rect b="b" l="l" r="r" t="t"/>
              <a:pathLst>
                <a:path extrusionOk="0" h="260" w="144">
                  <a:moveTo>
                    <a:pt x="1" y="1"/>
                  </a:moveTo>
                  <a:lnTo>
                    <a:pt x="1" y="259"/>
                  </a:lnTo>
                  <a:lnTo>
                    <a:pt x="144" y="259"/>
                  </a:lnTo>
                  <a:lnTo>
                    <a:pt x="14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88"/>
            <p:cNvSpPr/>
            <p:nvPr/>
          </p:nvSpPr>
          <p:spPr>
            <a:xfrm>
              <a:off x="6613834" y="1936483"/>
              <a:ext cx="5557" cy="9444"/>
            </a:xfrm>
            <a:custGeom>
              <a:rect b="b" l="l" r="r" t="t"/>
              <a:pathLst>
                <a:path extrusionOk="0" h="260" w="153">
                  <a:moveTo>
                    <a:pt x="1" y="1"/>
                  </a:moveTo>
                  <a:lnTo>
                    <a:pt x="1" y="259"/>
                  </a:lnTo>
                  <a:lnTo>
                    <a:pt x="152" y="259"/>
                  </a:lnTo>
                  <a:lnTo>
                    <a:pt x="15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88"/>
            <p:cNvSpPr/>
            <p:nvPr/>
          </p:nvSpPr>
          <p:spPr>
            <a:xfrm>
              <a:off x="6588228" y="1935502"/>
              <a:ext cx="5557" cy="9771"/>
            </a:xfrm>
            <a:custGeom>
              <a:rect b="b" l="l" r="r" t="t"/>
              <a:pathLst>
                <a:path extrusionOk="0" h="269" w="153">
                  <a:moveTo>
                    <a:pt x="1" y="1"/>
                  </a:moveTo>
                  <a:lnTo>
                    <a:pt x="1" y="269"/>
                  </a:lnTo>
                  <a:lnTo>
                    <a:pt x="153" y="269"/>
                  </a:lnTo>
                  <a:lnTo>
                    <a:pt x="15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88"/>
            <p:cNvSpPr/>
            <p:nvPr/>
          </p:nvSpPr>
          <p:spPr>
            <a:xfrm>
              <a:off x="6602502" y="1964668"/>
              <a:ext cx="13330" cy="27605"/>
            </a:xfrm>
            <a:custGeom>
              <a:rect b="b" l="l" r="r" t="t"/>
              <a:pathLst>
                <a:path extrusionOk="0" h="760" w="367">
                  <a:moveTo>
                    <a:pt x="0" y="1"/>
                  </a:moveTo>
                  <a:lnTo>
                    <a:pt x="0" y="759"/>
                  </a:lnTo>
                  <a:lnTo>
                    <a:pt x="366" y="759"/>
                  </a:lnTo>
                  <a:lnTo>
                    <a:pt x="36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88"/>
            <p:cNvSpPr/>
            <p:nvPr/>
          </p:nvSpPr>
          <p:spPr>
            <a:xfrm>
              <a:off x="6577549" y="1894350"/>
              <a:ext cx="52849" cy="12677"/>
            </a:xfrm>
            <a:custGeom>
              <a:rect b="b" l="l" r="r" t="t"/>
              <a:pathLst>
                <a:path extrusionOk="0" h="349" w="1455">
                  <a:moveTo>
                    <a:pt x="1" y="1"/>
                  </a:moveTo>
                  <a:lnTo>
                    <a:pt x="1" y="349"/>
                  </a:lnTo>
                  <a:lnTo>
                    <a:pt x="1455" y="349"/>
                  </a:lnTo>
                  <a:lnTo>
                    <a:pt x="145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88"/>
            <p:cNvSpPr/>
            <p:nvPr/>
          </p:nvSpPr>
          <p:spPr>
            <a:xfrm>
              <a:off x="6560369" y="1980214"/>
              <a:ext cx="17217" cy="12059"/>
            </a:xfrm>
            <a:custGeom>
              <a:rect b="b" l="l" r="r" t="t"/>
              <a:pathLst>
                <a:path extrusionOk="0" h="332" w="474">
                  <a:moveTo>
                    <a:pt x="460" y="0"/>
                  </a:moveTo>
                  <a:cubicBezTo>
                    <a:pt x="423" y="0"/>
                    <a:pt x="320" y="12"/>
                    <a:pt x="313" y="144"/>
                  </a:cubicBezTo>
                  <a:cubicBezTo>
                    <a:pt x="313" y="144"/>
                    <a:pt x="300" y="140"/>
                    <a:pt x="284" y="140"/>
                  </a:cubicBezTo>
                  <a:cubicBezTo>
                    <a:pt x="257" y="140"/>
                    <a:pt x="220" y="150"/>
                    <a:pt x="215" y="206"/>
                  </a:cubicBezTo>
                  <a:cubicBezTo>
                    <a:pt x="215" y="206"/>
                    <a:pt x="182" y="194"/>
                    <a:pt x="141" y="194"/>
                  </a:cubicBezTo>
                  <a:cubicBezTo>
                    <a:pt x="86" y="194"/>
                    <a:pt x="16" y="217"/>
                    <a:pt x="1" y="331"/>
                  </a:cubicBezTo>
                  <a:lnTo>
                    <a:pt x="474" y="331"/>
                  </a:lnTo>
                  <a:lnTo>
                    <a:pt x="474" y="1"/>
                  </a:lnTo>
                  <a:cubicBezTo>
                    <a:pt x="474" y="1"/>
                    <a:pt x="469" y="0"/>
                    <a:pt x="46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88"/>
            <p:cNvSpPr/>
            <p:nvPr/>
          </p:nvSpPr>
          <p:spPr>
            <a:xfrm>
              <a:off x="6671186" y="1975637"/>
              <a:ext cx="24663" cy="17253"/>
            </a:xfrm>
            <a:custGeom>
              <a:rect b="b" l="l" r="r" t="t"/>
              <a:pathLst>
                <a:path extrusionOk="0" h="475" w="679">
                  <a:moveTo>
                    <a:pt x="651" y="0"/>
                  </a:moveTo>
                  <a:cubicBezTo>
                    <a:pt x="594" y="0"/>
                    <a:pt x="467" y="21"/>
                    <a:pt x="447" y="207"/>
                  </a:cubicBezTo>
                  <a:cubicBezTo>
                    <a:pt x="447" y="207"/>
                    <a:pt x="431" y="203"/>
                    <a:pt x="411" y="203"/>
                  </a:cubicBezTo>
                  <a:cubicBezTo>
                    <a:pt x="375" y="203"/>
                    <a:pt x="324" y="217"/>
                    <a:pt x="313" y="297"/>
                  </a:cubicBezTo>
                  <a:cubicBezTo>
                    <a:pt x="313" y="297"/>
                    <a:pt x="265" y="280"/>
                    <a:pt x="207" y="280"/>
                  </a:cubicBezTo>
                  <a:cubicBezTo>
                    <a:pt x="125" y="280"/>
                    <a:pt x="22" y="313"/>
                    <a:pt x="1" y="475"/>
                  </a:cubicBezTo>
                  <a:lnTo>
                    <a:pt x="679" y="475"/>
                  </a:lnTo>
                  <a:lnTo>
                    <a:pt x="679" y="2"/>
                  </a:lnTo>
                  <a:cubicBezTo>
                    <a:pt x="679" y="2"/>
                    <a:pt x="668" y="0"/>
                    <a:pt x="65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88"/>
            <p:cNvSpPr/>
            <p:nvPr/>
          </p:nvSpPr>
          <p:spPr>
            <a:xfrm>
              <a:off x="6552597" y="1940950"/>
              <a:ext cx="24990" cy="17290"/>
            </a:xfrm>
            <a:custGeom>
              <a:rect b="b" l="l" r="r" t="t"/>
              <a:pathLst>
                <a:path extrusionOk="0" h="476" w="688">
                  <a:moveTo>
                    <a:pt x="659" y="1"/>
                  </a:moveTo>
                  <a:cubicBezTo>
                    <a:pt x="599" y="1"/>
                    <a:pt x="467" y="22"/>
                    <a:pt x="447" y="208"/>
                  </a:cubicBezTo>
                  <a:cubicBezTo>
                    <a:pt x="447" y="208"/>
                    <a:pt x="431" y="203"/>
                    <a:pt x="411" y="203"/>
                  </a:cubicBezTo>
                  <a:cubicBezTo>
                    <a:pt x="375" y="203"/>
                    <a:pt x="324" y="217"/>
                    <a:pt x="313" y="297"/>
                  </a:cubicBezTo>
                  <a:cubicBezTo>
                    <a:pt x="313" y="297"/>
                    <a:pt x="265" y="280"/>
                    <a:pt x="207" y="280"/>
                  </a:cubicBezTo>
                  <a:cubicBezTo>
                    <a:pt x="125" y="280"/>
                    <a:pt x="22" y="314"/>
                    <a:pt x="1" y="475"/>
                  </a:cubicBezTo>
                  <a:lnTo>
                    <a:pt x="688" y="475"/>
                  </a:lnTo>
                  <a:lnTo>
                    <a:pt x="688" y="3"/>
                  </a:lnTo>
                  <a:cubicBezTo>
                    <a:pt x="688" y="3"/>
                    <a:pt x="676" y="1"/>
                    <a:pt x="659"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88"/>
            <p:cNvSpPr/>
            <p:nvPr/>
          </p:nvSpPr>
          <p:spPr>
            <a:xfrm>
              <a:off x="6510464" y="1968809"/>
              <a:ext cx="24990" cy="17290"/>
            </a:xfrm>
            <a:custGeom>
              <a:rect b="b" l="l" r="r" t="t"/>
              <a:pathLst>
                <a:path extrusionOk="0" h="476" w="688">
                  <a:moveTo>
                    <a:pt x="659" y="1"/>
                  </a:moveTo>
                  <a:cubicBezTo>
                    <a:pt x="600" y="1"/>
                    <a:pt x="470" y="22"/>
                    <a:pt x="456" y="208"/>
                  </a:cubicBezTo>
                  <a:cubicBezTo>
                    <a:pt x="456" y="208"/>
                    <a:pt x="441" y="204"/>
                    <a:pt x="420" y="204"/>
                  </a:cubicBezTo>
                  <a:cubicBezTo>
                    <a:pt x="382" y="204"/>
                    <a:pt x="325" y="219"/>
                    <a:pt x="313" y="306"/>
                  </a:cubicBezTo>
                  <a:cubicBezTo>
                    <a:pt x="313" y="306"/>
                    <a:pt x="260" y="286"/>
                    <a:pt x="198" y="286"/>
                  </a:cubicBezTo>
                  <a:cubicBezTo>
                    <a:pt x="118" y="286"/>
                    <a:pt x="21" y="320"/>
                    <a:pt x="1" y="476"/>
                  </a:cubicBezTo>
                  <a:lnTo>
                    <a:pt x="688" y="476"/>
                  </a:lnTo>
                  <a:lnTo>
                    <a:pt x="688" y="3"/>
                  </a:lnTo>
                  <a:cubicBezTo>
                    <a:pt x="688" y="3"/>
                    <a:pt x="677" y="1"/>
                    <a:pt x="659"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88"/>
            <p:cNvSpPr/>
            <p:nvPr/>
          </p:nvSpPr>
          <p:spPr>
            <a:xfrm>
              <a:off x="6458306" y="1938408"/>
              <a:ext cx="24990" cy="17253"/>
            </a:xfrm>
            <a:custGeom>
              <a:rect b="b" l="l" r="r" t="t"/>
              <a:pathLst>
                <a:path extrusionOk="0" h="475" w="688">
                  <a:moveTo>
                    <a:pt x="668" y="0"/>
                  </a:moveTo>
                  <a:cubicBezTo>
                    <a:pt x="614" y="0"/>
                    <a:pt x="470" y="18"/>
                    <a:pt x="456" y="206"/>
                  </a:cubicBezTo>
                  <a:cubicBezTo>
                    <a:pt x="456" y="206"/>
                    <a:pt x="440" y="202"/>
                    <a:pt x="420" y="202"/>
                  </a:cubicBezTo>
                  <a:cubicBezTo>
                    <a:pt x="382" y="202"/>
                    <a:pt x="324" y="217"/>
                    <a:pt x="313" y="305"/>
                  </a:cubicBezTo>
                  <a:cubicBezTo>
                    <a:pt x="313" y="305"/>
                    <a:pt x="265" y="287"/>
                    <a:pt x="206" y="287"/>
                  </a:cubicBezTo>
                  <a:cubicBezTo>
                    <a:pt x="126" y="287"/>
                    <a:pt x="26" y="320"/>
                    <a:pt x="1" y="474"/>
                  </a:cubicBezTo>
                  <a:lnTo>
                    <a:pt x="688" y="474"/>
                  </a:lnTo>
                  <a:lnTo>
                    <a:pt x="688" y="1"/>
                  </a:lnTo>
                  <a:cubicBezTo>
                    <a:pt x="688" y="1"/>
                    <a:pt x="680" y="0"/>
                    <a:pt x="668"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88"/>
            <p:cNvSpPr/>
            <p:nvPr/>
          </p:nvSpPr>
          <p:spPr>
            <a:xfrm>
              <a:off x="6537705" y="1951411"/>
              <a:ext cx="39882" cy="31128"/>
            </a:xfrm>
            <a:custGeom>
              <a:rect b="b" l="l" r="r" t="t"/>
              <a:pathLst>
                <a:path extrusionOk="0" h="857" w="1098">
                  <a:moveTo>
                    <a:pt x="955" y="0"/>
                  </a:moveTo>
                  <a:lnTo>
                    <a:pt x="411" y="187"/>
                  </a:lnTo>
                  <a:cubicBezTo>
                    <a:pt x="411" y="187"/>
                    <a:pt x="363" y="169"/>
                    <a:pt x="302" y="169"/>
                  </a:cubicBezTo>
                  <a:cubicBezTo>
                    <a:pt x="229" y="169"/>
                    <a:pt x="138" y="195"/>
                    <a:pt x="89" y="312"/>
                  </a:cubicBezTo>
                  <a:cubicBezTo>
                    <a:pt x="0" y="535"/>
                    <a:pt x="223" y="848"/>
                    <a:pt x="250" y="848"/>
                  </a:cubicBezTo>
                  <a:cubicBezTo>
                    <a:pt x="277" y="856"/>
                    <a:pt x="553" y="856"/>
                    <a:pt x="553" y="856"/>
                  </a:cubicBezTo>
                  <a:cubicBezTo>
                    <a:pt x="553" y="856"/>
                    <a:pt x="678" y="785"/>
                    <a:pt x="839" y="678"/>
                  </a:cubicBezTo>
                  <a:cubicBezTo>
                    <a:pt x="990" y="571"/>
                    <a:pt x="1098" y="339"/>
                    <a:pt x="1098" y="339"/>
                  </a:cubicBezTo>
                  <a:lnTo>
                    <a:pt x="1071" y="9"/>
                  </a:lnTo>
                  <a:lnTo>
                    <a:pt x="95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88"/>
            <p:cNvSpPr/>
            <p:nvPr/>
          </p:nvSpPr>
          <p:spPr>
            <a:xfrm>
              <a:off x="6714626" y="1924134"/>
              <a:ext cx="41807" cy="14674"/>
            </a:xfrm>
            <a:custGeom>
              <a:rect b="b" l="l" r="r" t="t"/>
              <a:pathLst>
                <a:path extrusionOk="0" h="404" w="1151">
                  <a:moveTo>
                    <a:pt x="552" y="1"/>
                  </a:moveTo>
                  <a:cubicBezTo>
                    <a:pt x="507" y="1"/>
                    <a:pt x="398" y="17"/>
                    <a:pt x="384" y="180"/>
                  </a:cubicBezTo>
                  <a:cubicBezTo>
                    <a:pt x="384" y="180"/>
                    <a:pt x="367" y="174"/>
                    <a:pt x="346" y="174"/>
                  </a:cubicBezTo>
                  <a:cubicBezTo>
                    <a:pt x="314" y="174"/>
                    <a:pt x="273" y="187"/>
                    <a:pt x="268" y="251"/>
                  </a:cubicBezTo>
                  <a:cubicBezTo>
                    <a:pt x="268" y="251"/>
                    <a:pt x="229" y="238"/>
                    <a:pt x="181" y="238"/>
                  </a:cubicBezTo>
                  <a:cubicBezTo>
                    <a:pt x="111" y="238"/>
                    <a:pt x="21" y="266"/>
                    <a:pt x="0" y="403"/>
                  </a:cubicBezTo>
                  <a:lnTo>
                    <a:pt x="1151" y="403"/>
                  </a:lnTo>
                  <a:cubicBezTo>
                    <a:pt x="1130" y="266"/>
                    <a:pt x="1040" y="238"/>
                    <a:pt x="970" y="238"/>
                  </a:cubicBezTo>
                  <a:cubicBezTo>
                    <a:pt x="922" y="238"/>
                    <a:pt x="883" y="251"/>
                    <a:pt x="883" y="251"/>
                  </a:cubicBezTo>
                  <a:cubicBezTo>
                    <a:pt x="873" y="187"/>
                    <a:pt x="833" y="174"/>
                    <a:pt x="803" y="174"/>
                  </a:cubicBezTo>
                  <a:cubicBezTo>
                    <a:pt x="783" y="174"/>
                    <a:pt x="767" y="180"/>
                    <a:pt x="767" y="180"/>
                  </a:cubicBezTo>
                  <a:cubicBezTo>
                    <a:pt x="753" y="17"/>
                    <a:pt x="638" y="1"/>
                    <a:pt x="591" y="1"/>
                  </a:cubicBezTo>
                  <a:cubicBezTo>
                    <a:pt x="579" y="1"/>
                    <a:pt x="571" y="2"/>
                    <a:pt x="571" y="2"/>
                  </a:cubicBezTo>
                  <a:cubicBezTo>
                    <a:pt x="571" y="2"/>
                    <a:pt x="564" y="1"/>
                    <a:pt x="552"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88"/>
            <p:cNvSpPr/>
            <p:nvPr/>
          </p:nvSpPr>
          <p:spPr>
            <a:xfrm>
              <a:off x="6695812" y="1893079"/>
              <a:ext cx="32109" cy="104028"/>
            </a:xfrm>
            <a:custGeom>
              <a:rect b="b" l="l" r="r" t="t"/>
              <a:pathLst>
                <a:path extrusionOk="0" h="2864" w="884">
                  <a:moveTo>
                    <a:pt x="1" y="0"/>
                  </a:moveTo>
                  <a:lnTo>
                    <a:pt x="1" y="2864"/>
                  </a:lnTo>
                  <a:lnTo>
                    <a:pt x="884" y="2864"/>
                  </a:lnTo>
                  <a:lnTo>
                    <a:pt x="88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88"/>
            <p:cNvSpPr/>
            <p:nvPr/>
          </p:nvSpPr>
          <p:spPr>
            <a:xfrm>
              <a:off x="6727884" y="1885306"/>
              <a:ext cx="7519" cy="111801"/>
            </a:xfrm>
            <a:custGeom>
              <a:rect b="b" l="l" r="r" t="t"/>
              <a:pathLst>
                <a:path extrusionOk="0" h="3078" w="207">
                  <a:moveTo>
                    <a:pt x="206" y="0"/>
                  </a:moveTo>
                  <a:lnTo>
                    <a:pt x="1" y="214"/>
                  </a:lnTo>
                  <a:lnTo>
                    <a:pt x="1" y="3078"/>
                  </a:lnTo>
                  <a:lnTo>
                    <a:pt x="206" y="3078"/>
                  </a:lnTo>
                  <a:lnTo>
                    <a:pt x="206"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88"/>
            <p:cNvSpPr/>
            <p:nvPr/>
          </p:nvSpPr>
          <p:spPr>
            <a:xfrm>
              <a:off x="6701006" y="1898236"/>
              <a:ext cx="3923" cy="7192"/>
            </a:xfrm>
            <a:custGeom>
              <a:rect b="b" l="l" r="r" t="t"/>
              <a:pathLst>
                <a:path extrusionOk="0" h="198" w="108">
                  <a:moveTo>
                    <a:pt x="0" y="1"/>
                  </a:moveTo>
                  <a:lnTo>
                    <a:pt x="0"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88"/>
            <p:cNvSpPr/>
            <p:nvPr/>
          </p:nvSpPr>
          <p:spPr>
            <a:xfrm>
              <a:off x="6710086" y="1911530"/>
              <a:ext cx="3923" cy="7192"/>
            </a:xfrm>
            <a:custGeom>
              <a:rect b="b" l="l" r="r" t="t"/>
              <a:pathLst>
                <a:path extrusionOk="0" h="198"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88"/>
            <p:cNvSpPr/>
            <p:nvPr/>
          </p:nvSpPr>
          <p:spPr>
            <a:xfrm>
              <a:off x="6718513" y="1900198"/>
              <a:ext cx="3923" cy="7156"/>
            </a:xfrm>
            <a:custGeom>
              <a:rect b="b" l="l" r="r" t="t"/>
              <a:pathLst>
                <a:path extrusionOk="0" h="197"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88"/>
            <p:cNvSpPr/>
            <p:nvPr/>
          </p:nvSpPr>
          <p:spPr>
            <a:xfrm>
              <a:off x="6700025" y="1919303"/>
              <a:ext cx="3923" cy="7192"/>
            </a:xfrm>
            <a:custGeom>
              <a:rect b="b" l="l" r="r" t="t"/>
              <a:pathLst>
                <a:path extrusionOk="0" h="198"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88"/>
            <p:cNvSpPr/>
            <p:nvPr/>
          </p:nvSpPr>
          <p:spPr>
            <a:xfrm>
              <a:off x="6720438" y="1923516"/>
              <a:ext cx="3923" cy="7192"/>
            </a:xfrm>
            <a:custGeom>
              <a:rect b="b" l="l" r="r" t="t"/>
              <a:pathLst>
                <a:path extrusionOk="0" h="198"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88"/>
            <p:cNvSpPr/>
            <p:nvPr/>
          </p:nvSpPr>
          <p:spPr>
            <a:xfrm>
              <a:off x="6709432" y="1932923"/>
              <a:ext cx="3923" cy="7156"/>
            </a:xfrm>
            <a:custGeom>
              <a:rect b="b" l="l" r="r" t="t"/>
              <a:pathLst>
                <a:path extrusionOk="0" h="197"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88"/>
            <p:cNvSpPr/>
            <p:nvPr/>
          </p:nvSpPr>
          <p:spPr>
            <a:xfrm>
              <a:off x="6699371" y="1944909"/>
              <a:ext cx="3923" cy="7156"/>
            </a:xfrm>
            <a:custGeom>
              <a:rect b="b" l="l" r="r" t="t"/>
              <a:pathLst>
                <a:path extrusionOk="0" h="197"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88"/>
            <p:cNvSpPr/>
            <p:nvPr/>
          </p:nvSpPr>
          <p:spPr>
            <a:xfrm>
              <a:off x="6702931" y="1963070"/>
              <a:ext cx="3959" cy="7156"/>
            </a:xfrm>
            <a:custGeom>
              <a:rect b="b" l="l" r="r" t="t"/>
              <a:pathLst>
                <a:path extrusionOk="0" h="197" w="109">
                  <a:moveTo>
                    <a:pt x="1" y="0"/>
                  </a:moveTo>
                  <a:lnTo>
                    <a:pt x="1" y="196"/>
                  </a:lnTo>
                  <a:lnTo>
                    <a:pt x="108" y="196"/>
                  </a:lnTo>
                  <a:lnTo>
                    <a:pt x="10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88"/>
            <p:cNvSpPr/>
            <p:nvPr/>
          </p:nvSpPr>
          <p:spPr>
            <a:xfrm>
              <a:off x="6695812" y="1885306"/>
              <a:ext cx="39592" cy="7809"/>
            </a:xfrm>
            <a:custGeom>
              <a:rect b="b" l="l" r="r" t="t"/>
              <a:pathLst>
                <a:path extrusionOk="0" h="215" w="1090">
                  <a:moveTo>
                    <a:pt x="215" y="0"/>
                  </a:moveTo>
                  <a:lnTo>
                    <a:pt x="1" y="214"/>
                  </a:lnTo>
                  <a:lnTo>
                    <a:pt x="884" y="214"/>
                  </a:lnTo>
                  <a:lnTo>
                    <a:pt x="10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88"/>
            <p:cNvSpPr/>
            <p:nvPr/>
          </p:nvSpPr>
          <p:spPr>
            <a:xfrm>
              <a:off x="6634901" y="1859373"/>
              <a:ext cx="15909" cy="139696"/>
            </a:xfrm>
            <a:custGeom>
              <a:rect b="b" l="l" r="r" t="t"/>
              <a:pathLst>
                <a:path extrusionOk="0" h="3846" w="438">
                  <a:moveTo>
                    <a:pt x="438" y="0"/>
                  </a:moveTo>
                  <a:cubicBezTo>
                    <a:pt x="438" y="0"/>
                    <a:pt x="384" y="63"/>
                    <a:pt x="393" y="143"/>
                  </a:cubicBezTo>
                  <a:cubicBezTo>
                    <a:pt x="402" y="215"/>
                    <a:pt x="322" y="250"/>
                    <a:pt x="357" y="313"/>
                  </a:cubicBezTo>
                  <a:cubicBezTo>
                    <a:pt x="384" y="384"/>
                    <a:pt x="286" y="402"/>
                    <a:pt x="331" y="491"/>
                  </a:cubicBezTo>
                  <a:cubicBezTo>
                    <a:pt x="375" y="571"/>
                    <a:pt x="268" y="670"/>
                    <a:pt x="304" y="759"/>
                  </a:cubicBezTo>
                  <a:cubicBezTo>
                    <a:pt x="348" y="857"/>
                    <a:pt x="259" y="893"/>
                    <a:pt x="295" y="973"/>
                  </a:cubicBezTo>
                  <a:cubicBezTo>
                    <a:pt x="340" y="1053"/>
                    <a:pt x="206" y="1142"/>
                    <a:pt x="268" y="1276"/>
                  </a:cubicBezTo>
                  <a:cubicBezTo>
                    <a:pt x="340" y="1401"/>
                    <a:pt x="206" y="1472"/>
                    <a:pt x="250" y="1562"/>
                  </a:cubicBezTo>
                  <a:cubicBezTo>
                    <a:pt x="295" y="1660"/>
                    <a:pt x="134" y="1767"/>
                    <a:pt x="206" y="1865"/>
                  </a:cubicBezTo>
                  <a:cubicBezTo>
                    <a:pt x="277" y="1972"/>
                    <a:pt x="143" y="2061"/>
                    <a:pt x="188" y="2142"/>
                  </a:cubicBezTo>
                  <a:cubicBezTo>
                    <a:pt x="233" y="2222"/>
                    <a:pt x="108" y="2338"/>
                    <a:pt x="179" y="2427"/>
                  </a:cubicBezTo>
                  <a:cubicBezTo>
                    <a:pt x="241" y="2516"/>
                    <a:pt x="90" y="2623"/>
                    <a:pt x="134" y="2739"/>
                  </a:cubicBezTo>
                  <a:cubicBezTo>
                    <a:pt x="188" y="2864"/>
                    <a:pt x="63" y="2998"/>
                    <a:pt x="125" y="3105"/>
                  </a:cubicBezTo>
                  <a:cubicBezTo>
                    <a:pt x="188" y="3212"/>
                    <a:pt x="36" y="3239"/>
                    <a:pt x="108" y="3355"/>
                  </a:cubicBezTo>
                  <a:cubicBezTo>
                    <a:pt x="179" y="3480"/>
                    <a:pt x="1" y="3631"/>
                    <a:pt x="1" y="3845"/>
                  </a:cubicBezTo>
                  <a:lnTo>
                    <a:pt x="438" y="3845"/>
                  </a:lnTo>
                  <a:lnTo>
                    <a:pt x="4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88"/>
            <p:cNvSpPr/>
            <p:nvPr/>
          </p:nvSpPr>
          <p:spPr>
            <a:xfrm>
              <a:off x="6650773" y="1859373"/>
              <a:ext cx="15909" cy="139696"/>
            </a:xfrm>
            <a:custGeom>
              <a:rect b="b" l="l" r="r" t="t"/>
              <a:pathLst>
                <a:path extrusionOk="0" h="3846" w="438">
                  <a:moveTo>
                    <a:pt x="1" y="0"/>
                  </a:moveTo>
                  <a:lnTo>
                    <a:pt x="1" y="3845"/>
                  </a:lnTo>
                  <a:lnTo>
                    <a:pt x="438" y="3845"/>
                  </a:lnTo>
                  <a:cubicBezTo>
                    <a:pt x="438" y="3631"/>
                    <a:pt x="259" y="3480"/>
                    <a:pt x="331" y="3355"/>
                  </a:cubicBezTo>
                  <a:cubicBezTo>
                    <a:pt x="402" y="3239"/>
                    <a:pt x="250" y="3212"/>
                    <a:pt x="313" y="3105"/>
                  </a:cubicBezTo>
                  <a:cubicBezTo>
                    <a:pt x="375" y="2998"/>
                    <a:pt x="250" y="2864"/>
                    <a:pt x="304" y="2739"/>
                  </a:cubicBezTo>
                  <a:cubicBezTo>
                    <a:pt x="358" y="2623"/>
                    <a:pt x="197" y="2516"/>
                    <a:pt x="268" y="2427"/>
                  </a:cubicBezTo>
                  <a:cubicBezTo>
                    <a:pt x="331" y="2338"/>
                    <a:pt x="206" y="2222"/>
                    <a:pt x="250" y="2142"/>
                  </a:cubicBezTo>
                  <a:cubicBezTo>
                    <a:pt x="295" y="2061"/>
                    <a:pt x="170" y="1972"/>
                    <a:pt x="233" y="1865"/>
                  </a:cubicBezTo>
                  <a:cubicBezTo>
                    <a:pt x="304" y="1767"/>
                    <a:pt x="152" y="1660"/>
                    <a:pt x="188" y="1562"/>
                  </a:cubicBezTo>
                  <a:cubicBezTo>
                    <a:pt x="233" y="1472"/>
                    <a:pt x="108" y="1401"/>
                    <a:pt x="170" y="1276"/>
                  </a:cubicBezTo>
                  <a:cubicBezTo>
                    <a:pt x="242" y="1142"/>
                    <a:pt x="99" y="1053"/>
                    <a:pt x="143" y="973"/>
                  </a:cubicBezTo>
                  <a:cubicBezTo>
                    <a:pt x="188" y="893"/>
                    <a:pt x="90" y="857"/>
                    <a:pt x="135" y="759"/>
                  </a:cubicBezTo>
                  <a:cubicBezTo>
                    <a:pt x="179" y="670"/>
                    <a:pt x="63" y="571"/>
                    <a:pt x="108" y="491"/>
                  </a:cubicBezTo>
                  <a:cubicBezTo>
                    <a:pt x="161" y="402"/>
                    <a:pt x="54" y="384"/>
                    <a:pt x="90" y="313"/>
                  </a:cubicBezTo>
                  <a:cubicBezTo>
                    <a:pt x="117" y="250"/>
                    <a:pt x="45" y="215"/>
                    <a:pt x="54" y="143"/>
                  </a:cubicBezTo>
                  <a:cubicBezTo>
                    <a:pt x="63" y="63"/>
                    <a:pt x="1" y="0"/>
                    <a:pt x="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88"/>
            <p:cNvSpPr/>
            <p:nvPr/>
          </p:nvSpPr>
          <p:spPr>
            <a:xfrm>
              <a:off x="6474179" y="1859373"/>
              <a:ext cx="15909" cy="139696"/>
            </a:xfrm>
            <a:custGeom>
              <a:rect b="b" l="l" r="r" t="t"/>
              <a:pathLst>
                <a:path extrusionOk="0" h="3846" w="438">
                  <a:moveTo>
                    <a:pt x="438" y="0"/>
                  </a:moveTo>
                  <a:cubicBezTo>
                    <a:pt x="438" y="0"/>
                    <a:pt x="375" y="63"/>
                    <a:pt x="384" y="143"/>
                  </a:cubicBezTo>
                  <a:cubicBezTo>
                    <a:pt x="393" y="215"/>
                    <a:pt x="322" y="250"/>
                    <a:pt x="349" y="313"/>
                  </a:cubicBezTo>
                  <a:cubicBezTo>
                    <a:pt x="384" y="384"/>
                    <a:pt x="277" y="402"/>
                    <a:pt x="331" y="491"/>
                  </a:cubicBezTo>
                  <a:cubicBezTo>
                    <a:pt x="375" y="571"/>
                    <a:pt x="259" y="670"/>
                    <a:pt x="304" y="759"/>
                  </a:cubicBezTo>
                  <a:cubicBezTo>
                    <a:pt x="349" y="857"/>
                    <a:pt x="251" y="893"/>
                    <a:pt x="295" y="973"/>
                  </a:cubicBezTo>
                  <a:cubicBezTo>
                    <a:pt x="340" y="1053"/>
                    <a:pt x="197" y="1142"/>
                    <a:pt x="268" y="1276"/>
                  </a:cubicBezTo>
                  <a:cubicBezTo>
                    <a:pt x="331" y="1401"/>
                    <a:pt x="206" y="1472"/>
                    <a:pt x="251" y="1562"/>
                  </a:cubicBezTo>
                  <a:cubicBezTo>
                    <a:pt x="286" y="1660"/>
                    <a:pt x="135" y="1767"/>
                    <a:pt x="206" y="1865"/>
                  </a:cubicBezTo>
                  <a:cubicBezTo>
                    <a:pt x="268" y="1972"/>
                    <a:pt x="143" y="2061"/>
                    <a:pt x="188" y="2142"/>
                  </a:cubicBezTo>
                  <a:cubicBezTo>
                    <a:pt x="233" y="2222"/>
                    <a:pt x="108" y="2338"/>
                    <a:pt x="170" y="2427"/>
                  </a:cubicBezTo>
                  <a:cubicBezTo>
                    <a:pt x="242" y="2516"/>
                    <a:pt x="81" y="2623"/>
                    <a:pt x="135" y="2739"/>
                  </a:cubicBezTo>
                  <a:cubicBezTo>
                    <a:pt x="188" y="2864"/>
                    <a:pt x="63" y="2998"/>
                    <a:pt x="126" y="3105"/>
                  </a:cubicBezTo>
                  <a:cubicBezTo>
                    <a:pt x="188" y="3212"/>
                    <a:pt x="36" y="3239"/>
                    <a:pt x="108" y="3355"/>
                  </a:cubicBezTo>
                  <a:cubicBezTo>
                    <a:pt x="179" y="3480"/>
                    <a:pt x="1" y="3631"/>
                    <a:pt x="1" y="3845"/>
                  </a:cubicBezTo>
                  <a:lnTo>
                    <a:pt x="438" y="3845"/>
                  </a:lnTo>
                  <a:lnTo>
                    <a:pt x="4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88"/>
            <p:cNvSpPr/>
            <p:nvPr/>
          </p:nvSpPr>
          <p:spPr>
            <a:xfrm>
              <a:off x="6490051" y="1859373"/>
              <a:ext cx="15909" cy="139696"/>
            </a:xfrm>
            <a:custGeom>
              <a:rect b="b" l="l" r="r" t="t"/>
              <a:pathLst>
                <a:path extrusionOk="0" h="3846" w="438">
                  <a:moveTo>
                    <a:pt x="1" y="0"/>
                  </a:moveTo>
                  <a:lnTo>
                    <a:pt x="1" y="3845"/>
                  </a:lnTo>
                  <a:lnTo>
                    <a:pt x="438" y="3845"/>
                  </a:lnTo>
                  <a:cubicBezTo>
                    <a:pt x="438" y="3631"/>
                    <a:pt x="260" y="3480"/>
                    <a:pt x="331" y="3355"/>
                  </a:cubicBezTo>
                  <a:cubicBezTo>
                    <a:pt x="402" y="3239"/>
                    <a:pt x="251" y="3212"/>
                    <a:pt x="313" y="3105"/>
                  </a:cubicBezTo>
                  <a:cubicBezTo>
                    <a:pt x="376" y="2998"/>
                    <a:pt x="251" y="2864"/>
                    <a:pt x="304" y="2739"/>
                  </a:cubicBezTo>
                  <a:cubicBezTo>
                    <a:pt x="358" y="2623"/>
                    <a:pt x="197" y="2516"/>
                    <a:pt x="260" y="2427"/>
                  </a:cubicBezTo>
                  <a:cubicBezTo>
                    <a:pt x="331" y="2338"/>
                    <a:pt x="206" y="2222"/>
                    <a:pt x="251" y="2142"/>
                  </a:cubicBezTo>
                  <a:cubicBezTo>
                    <a:pt x="295" y="2061"/>
                    <a:pt x="161" y="1972"/>
                    <a:pt x="233" y="1865"/>
                  </a:cubicBezTo>
                  <a:cubicBezTo>
                    <a:pt x="304" y="1767"/>
                    <a:pt x="144" y="1660"/>
                    <a:pt x="188" y="1562"/>
                  </a:cubicBezTo>
                  <a:cubicBezTo>
                    <a:pt x="233" y="1472"/>
                    <a:pt x="99" y="1401"/>
                    <a:pt x="170" y="1276"/>
                  </a:cubicBezTo>
                  <a:cubicBezTo>
                    <a:pt x="233" y="1142"/>
                    <a:pt x="99" y="1053"/>
                    <a:pt x="144" y="973"/>
                  </a:cubicBezTo>
                  <a:cubicBezTo>
                    <a:pt x="179" y="893"/>
                    <a:pt x="90" y="857"/>
                    <a:pt x="135" y="759"/>
                  </a:cubicBezTo>
                  <a:cubicBezTo>
                    <a:pt x="170" y="670"/>
                    <a:pt x="63" y="571"/>
                    <a:pt x="108" y="491"/>
                  </a:cubicBezTo>
                  <a:cubicBezTo>
                    <a:pt x="153" y="402"/>
                    <a:pt x="54" y="384"/>
                    <a:pt x="81" y="313"/>
                  </a:cubicBezTo>
                  <a:cubicBezTo>
                    <a:pt x="117" y="250"/>
                    <a:pt x="37" y="215"/>
                    <a:pt x="45" y="143"/>
                  </a:cubicBezTo>
                  <a:cubicBezTo>
                    <a:pt x="54" y="63"/>
                    <a:pt x="1" y="0"/>
                    <a:pt x="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88"/>
            <p:cNvSpPr/>
            <p:nvPr/>
          </p:nvSpPr>
          <p:spPr>
            <a:xfrm>
              <a:off x="6654987" y="1902450"/>
              <a:ext cx="12677" cy="111510"/>
            </a:xfrm>
            <a:custGeom>
              <a:rect b="b" l="l" r="r" t="t"/>
              <a:pathLst>
                <a:path extrusionOk="0" h="3070" w="349">
                  <a:moveTo>
                    <a:pt x="349" y="1"/>
                  </a:moveTo>
                  <a:cubicBezTo>
                    <a:pt x="349" y="1"/>
                    <a:pt x="304" y="54"/>
                    <a:pt x="313" y="117"/>
                  </a:cubicBezTo>
                  <a:cubicBezTo>
                    <a:pt x="322" y="179"/>
                    <a:pt x="259" y="206"/>
                    <a:pt x="277" y="251"/>
                  </a:cubicBezTo>
                  <a:cubicBezTo>
                    <a:pt x="304" y="304"/>
                    <a:pt x="224" y="331"/>
                    <a:pt x="259" y="393"/>
                  </a:cubicBezTo>
                  <a:cubicBezTo>
                    <a:pt x="295" y="456"/>
                    <a:pt x="206" y="536"/>
                    <a:pt x="242" y="608"/>
                  </a:cubicBezTo>
                  <a:cubicBezTo>
                    <a:pt x="277" y="688"/>
                    <a:pt x="206" y="715"/>
                    <a:pt x="233" y="777"/>
                  </a:cubicBezTo>
                  <a:cubicBezTo>
                    <a:pt x="268" y="848"/>
                    <a:pt x="161" y="911"/>
                    <a:pt x="215" y="1018"/>
                  </a:cubicBezTo>
                  <a:cubicBezTo>
                    <a:pt x="268" y="1125"/>
                    <a:pt x="161" y="1179"/>
                    <a:pt x="197" y="1250"/>
                  </a:cubicBezTo>
                  <a:cubicBezTo>
                    <a:pt x="233" y="1321"/>
                    <a:pt x="108" y="1410"/>
                    <a:pt x="161" y="1491"/>
                  </a:cubicBezTo>
                  <a:cubicBezTo>
                    <a:pt x="215" y="1580"/>
                    <a:pt x="117" y="1651"/>
                    <a:pt x="143" y="1714"/>
                  </a:cubicBezTo>
                  <a:cubicBezTo>
                    <a:pt x="179" y="1776"/>
                    <a:pt x="90" y="1865"/>
                    <a:pt x="143" y="1937"/>
                  </a:cubicBezTo>
                  <a:cubicBezTo>
                    <a:pt x="197" y="2008"/>
                    <a:pt x="63" y="2097"/>
                    <a:pt x="108" y="2187"/>
                  </a:cubicBezTo>
                  <a:cubicBezTo>
                    <a:pt x="152" y="2285"/>
                    <a:pt x="45" y="2392"/>
                    <a:pt x="99" y="2481"/>
                  </a:cubicBezTo>
                  <a:cubicBezTo>
                    <a:pt x="152" y="2561"/>
                    <a:pt x="27" y="2588"/>
                    <a:pt x="90" y="2686"/>
                  </a:cubicBezTo>
                  <a:cubicBezTo>
                    <a:pt x="143" y="2775"/>
                    <a:pt x="1" y="2900"/>
                    <a:pt x="1" y="3070"/>
                  </a:cubicBezTo>
                  <a:lnTo>
                    <a:pt x="349" y="3070"/>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88"/>
            <p:cNvSpPr/>
            <p:nvPr/>
          </p:nvSpPr>
          <p:spPr>
            <a:xfrm>
              <a:off x="6667626" y="1902450"/>
              <a:ext cx="12677" cy="111510"/>
            </a:xfrm>
            <a:custGeom>
              <a:rect b="b" l="l" r="r" t="t"/>
              <a:pathLst>
                <a:path extrusionOk="0" h="3070" w="349">
                  <a:moveTo>
                    <a:pt x="1" y="1"/>
                  </a:moveTo>
                  <a:lnTo>
                    <a:pt x="1" y="3070"/>
                  </a:lnTo>
                  <a:lnTo>
                    <a:pt x="349" y="3070"/>
                  </a:lnTo>
                  <a:cubicBezTo>
                    <a:pt x="349" y="2900"/>
                    <a:pt x="206" y="2775"/>
                    <a:pt x="268" y="2686"/>
                  </a:cubicBezTo>
                  <a:cubicBezTo>
                    <a:pt x="322" y="2588"/>
                    <a:pt x="197" y="2561"/>
                    <a:pt x="250" y="2481"/>
                  </a:cubicBezTo>
                  <a:cubicBezTo>
                    <a:pt x="304" y="2392"/>
                    <a:pt x="197" y="2285"/>
                    <a:pt x="241" y="2187"/>
                  </a:cubicBezTo>
                  <a:cubicBezTo>
                    <a:pt x="286" y="2097"/>
                    <a:pt x="161" y="2008"/>
                    <a:pt x="206" y="1937"/>
                  </a:cubicBezTo>
                  <a:cubicBezTo>
                    <a:pt x="259" y="1865"/>
                    <a:pt x="170" y="1776"/>
                    <a:pt x="206" y="1714"/>
                  </a:cubicBezTo>
                  <a:cubicBezTo>
                    <a:pt x="241" y="1651"/>
                    <a:pt x="134" y="1580"/>
                    <a:pt x="188" y="1491"/>
                  </a:cubicBezTo>
                  <a:cubicBezTo>
                    <a:pt x="241" y="1410"/>
                    <a:pt x="117" y="1321"/>
                    <a:pt x="152" y="1250"/>
                  </a:cubicBezTo>
                  <a:cubicBezTo>
                    <a:pt x="188" y="1179"/>
                    <a:pt x="81" y="1125"/>
                    <a:pt x="134" y="1018"/>
                  </a:cubicBezTo>
                  <a:cubicBezTo>
                    <a:pt x="188" y="911"/>
                    <a:pt x="81" y="848"/>
                    <a:pt x="117" y="777"/>
                  </a:cubicBezTo>
                  <a:cubicBezTo>
                    <a:pt x="152" y="715"/>
                    <a:pt x="72" y="688"/>
                    <a:pt x="108" y="608"/>
                  </a:cubicBezTo>
                  <a:cubicBezTo>
                    <a:pt x="143" y="536"/>
                    <a:pt x="54" y="456"/>
                    <a:pt x="90" y="393"/>
                  </a:cubicBezTo>
                  <a:cubicBezTo>
                    <a:pt x="125" y="331"/>
                    <a:pt x="45" y="304"/>
                    <a:pt x="72" y="251"/>
                  </a:cubicBezTo>
                  <a:cubicBezTo>
                    <a:pt x="90" y="206"/>
                    <a:pt x="36" y="179"/>
                    <a:pt x="36" y="117"/>
                  </a:cubicBezTo>
                  <a:cubicBezTo>
                    <a:pt x="45" y="54"/>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88"/>
            <p:cNvSpPr/>
            <p:nvPr/>
          </p:nvSpPr>
          <p:spPr>
            <a:xfrm>
              <a:off x="6389296" y="1882037"/>
              <a:ext cx="12677" cy="111183"/>
            </a:xfrm>
            <a:custGeom>
              <a:rect b="b" l="l" r="r" t="t"/>
              <a:pathLst>
                <a:path extrusionOk="0" h="3061" w="349">
                  <a:moveTo>
                    <a:pt x="348" y="1"/>
                  </a:moveTo>
                  <a:cubicBezTo>
                    <a:pt x="348" y="1"/>
                    <a:pt x="304" y="46"/>
                    <a:pt x="304" y="108"/>
                  </a:cubicBezTo>
                  <a:cubicBezTo>
                    <a:pt x="313" y="170"/>
                    <a:pt x="250" y="197"/>
                    <a:pt x="277" y="251"/>
                  </a:cubicBezTo>
                  <a:cubicBezTo>
                    <a:pt x="304" y="304"/>
                    <a:pt x="223" y="322"/>
                    <a:pt x="259" y="385"/>
                  </a:cubicBezTo>
                  <a:cubicBezTo>
                    <a:pt x="295" y="456"/>
                    <a:pt x="206" y="527"/>
                    <a:pt x="241" y="608"/>
                  </a:cubicBezTo>
                  <a:cubicBezTo>
                    <a:pt x="277" y="679"/>
                    <a:pt x="197" y="715"/>
                    <a:pt x="232" y="777"/>
                  </a:cubicBezTo>
                  <a:cubicBezTo>
                    <a:pt x="268" y="840"/>
                    <a:pt x="161" y="911"/>
                    <a:pt x="215" y="1009"/>
                  </a:cubicBezTo>
                  <a:cubicBezTo>
                    <a:pt x="268" y="1116"/>
                    <a:pt x="161" y="1170"/>
                    <a:pt x="197" y="1241"/>
                  </a:cubicBezTo>
                  <a:cubicBezTo>
                    <a:pt x="232" y="1321"/>
                    <a:pt x="99" y="1402"/>
                    <a:pt x="161" y="1491"/>
                  </a:cubicBezTo>
                  <a:cubicBezTo>
                    <a:pt x="215" y="1571"/>
                    <a:pt x="107" y="1642"/>
                    <a:pt x="143" y="1705"/>
                  </a:cubicBezTo>
                  <a:cubicBezTo>
                    <a:pt x="179" y="1776"/>
                    <a:pt x="81" y="1865"/>
                    <a:pt x="134" y="1937"/>
                  </a:cubicBezTo>
                  <a:cubicBezTo>
                    <a:pt x="188" y="2008"/>
                    <a:pt x="63" y="2088"/>
                    <a:pt x="107" y="2187"/>
                  </a:cubicBezTo>
                  <a:cubicBezTo>
                    <a:pt x="143" y="2285"/>
                    <a:pt x="45" y="2392"/>
                    <a:pt x="99" y="2472"/>
                  </a:cubicBezTo>
                  <a:cubicBezTo>
                    <a:pt x="143" y="2561"/>
                    <a:pt x="27" y="2579"/>
                    <a:pt x="81" y="2677"/>
                  </a:cubicBezTo>
                  <a:cubicBezTo>
                    <a:pt x="134" y="2766"/>
                    <a:pt x="0" y="2891"/>
                    <a:pt x="0" y="3061"/>
                  </a:cubicBezTo>
                  <a:lnTo>
                    <a:pt x="348" y="3061"/>
                  </a:lnTo>
                  <a:lnTo>
                    <a:pt x="3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88"/>
            <p:cNvSpPr/>
            <p:nvPr/>
          </p:nvSpPr>
          <p:spPr>
            <a:xfrm>
              <a:off x="6401936" y="1882037"/>
              <a:ext cx="12677" cy="111183"/>
            </a:xfrm>
            <a:custGeom>
              <a:rect b="b" l="l" r="r" t="t"/>
              <a:pathLst>
                <a:path extrusionOk="0" h="3061" w="349">
                  <a:moveTo>
                    <a:pt x="0" y="1"/>
                  </a:moveTo>
                  <a:lnTo>
                    <a:pt x="0" y="3061"/>
                  </a:lnTo>
                  <a:lnTo>
                    <a:pt x="348" y="3061"/>
                  </a:lnTo>
                  <a:cubicBezTo>
                    <a:pt x="348" y="2891"/>
                    <a:pt x="206" y="2766"/>
                    <a:pt x="259" y="2677"/>
                  </a:cubicBezTo>
                  <a:cubicBezTo>
                    <a:pt x="313" y="2579"/>
                    <a:pt x="197" y="2561"/>
                    <a:pt x="250" y="2472"/>
                  </a:cubicBezTo>
                  <a:cubicBezTo>
                    <a:pt x="295" y="2392"/>
                    <a:pt x="197" y="2285"/>
                    <a:pt x="241" y="2187"/>
                  </a:cubicBezTo>
                  <a:cubicBezTo>
                    <a:pt x="277" y="2088"/>
                    <a:pt x="152" y="2008"/>
                    <a:pt x="206" y="1937"/>
                  </a:cubicBezTo>
                  <a:cubicBezTo>
                    <a:pt x="259" y="1865"/>
                    <a:pt x="161" y="1776"/>
                    <a:pt x="197" y="1705"/>
                  </a:cubicBezTo>
                  <a:cubicBezTo>
                    <a:pt x="232" y="1642"/>
                    <a:pt x="125" y="1571"/>
                    <a:pt x="188" y="1491"/>
                  </a:cubicBezTo>
                  <a:cubicBezTo>
                    <a:pt x="241" y="1402"/>
                    <a:pt x="116" y="1321"/>
                    <a:pt x="152" y="1241"/>
                  </a:cubicBezTo>
                  <a:cubicBezTo>
                    <a:pt x="179" y="1170"/>
                    <a:pt x="81" y="1116"/>
                    <a:pt x="134" y="1009"/>
                  </a:cubicBezTo>
                  <a:cubicBezTo>
                    <a:pt x="188" y="911"/>
                    <a:pt x="81" y="840"/>
                    <a:pt x="107" y="777"/>
                  </a:cubicBezTo>
                  <a:cubicBezTo>
                    <a:pt x="143" y="715"/>
                    <a:pt x="72" y="679"/>
                    <a:pt x="107" y="608"/>
                  </a:cubicBezTo>
                  <a:cubicBezTo>
                    <a:pt x="134" y="527"/>
                    <a:pt x="45" y="456"/>
                    <a:pt x="81" y="385"/>
                  </a:cubicBezTo>
                  <a:cubicBezTo>
                    <a:pt x="125" y="322"/>
                    <a:pt x="45" y="304"/>
                    <a:pt x="63" y="251"/>
                  </a:cubicBezTo>
                  <a:cubicBezTo>
                    <a:pt x="90" y="197"/>
                    <a:pt x="27" y="170"/>
                    <a:pt x="36" y="108"/>
                  </a:cubicBezTo>
                  <a:cubicBezTo>
                    <a:pt x="45" y="46"/>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88"/>
            <p:cNvSpPr/>
            <p:nvPr/>
          </p:nvSpPr>
          <p:spPr>
            <a:xfrm>
              <a:off x="6528951" y="1902450"/>
              <a:ext cx="12677" cy="111510"/>
            </a:xfrm>
            <a:custGeom>
              <a:rect b="b" l="l" r="r" t="t"/>
              <a:pathLst>
                <a:path extrusionOk="0" h="3070" w="349">
                  <a:moveTo>
                    <a:pt x="348" y="1"/>
                  </a:moveTo>
                  <a:cubicBezTo>
                    <a:pt x="348" y="1"/>
                    <a:pt x="304" y="46"/>
                    <a:pt x="313" y="117"/>
                  </a:cubicBezTo>
                  <a:cubicBezTo>
                    <a:pt x="322" y="179"/>
                    <a:pt x="259" y="206"/>
                    <a:pt x="286" y="251"/>
                  </a:cubicBezTo>
                  <a:cubicBezTo>
                    <a:pt x="304" y="304"/>
                    <a:pt x="223" y="322"/>
                    <a:pt x="259" y="393"/>
                  </a:cubicBezTo>
                  <a:cubicBezTo>
                    <a:pt x="304" y="456"/>
                    <a:pt x="214" y="536"/>
                    <a:pt x="241" y="608"/>
                  </a:cubicBezTo>
                  <a:cubicBezTo>
                    <a:pt x="277" y="688"/>
                    <a:pt x="206" y="715"/>
                    <a:pt x="232" y="777"/>
                  </a:cubicBezTo>
                  <a:cubicBezTo>
                    <a:pt x="268" y="840"/>
                    <a:pt x="161" y="911"/>
                    <a:pt x="214" y="1018"/>
                  </a:cubicBezTo>
                  <a:cubicBezTo>
                    <a:pt x="268" y="1125"/>
                    <a:pt x="170" y="1179"/>
                    <a:pt x="197" y="1250"/>
                  </a:cubicBezTo>
                  <a:cubicBezTo>
                    <a:pt x="232" y="1321"/>
                    <a:pt x="107" y="1410"/>
                    <a:pt x="161" y="1491"/>
                  </a:cubicBezTo>
                  <a:cubicBezTo>
                    <a:pt x="214" y="1580"/>
                    <a:pt x="116" y="1651"/>
                    <a:pt x="152" y="1714"/>
                  </a:cubicBezTo>
                  <a:cubicBezTo>
                    <a:pt x="188" y="1776"/>
                    <a:pt x="90" y="1865"/>
                    <a:pt x="143" y="1937"/>
                  </a:cubicBezTo>
                  <a:cubicBezTo>
                    <a:pt x="197" y="2008"/>
                    <a:pt x="72" y="2088"/>
                    <a:pt x="107" y="2187"/>
                  </a:cubicBezTo>
                  <a:cubicBezTo>
                    <a:pt x="152" y="2285"/>
                    <a:pt x="54" y="2392"/>
                    <a:pt x="99" y="2481"/>
                  </a:cubicBezTo>
                  <a:cubicBezTo>
                    <a:pt x="152" y="2561"/>
                    <a:pt x="27" y="2588"/>
                    <a:pt x="90" y="2677"/>
                  </a:cubicBezTo>
                  <a:cubicBezTo>
                    <a:pt x="143" y="2775"/>
                    <a:pt x="0" y="2891"/>
                    <a:pt x="0" y="3070"/>
                  </a:cubicBezTo>
                  <a:lnTo>
                    <a:pt x="348" y="3070"/>
                  </a:lnTo>
                  <a:lnTo>
                    <a:pt x="3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88"/>
            <p:cNvSpPr/>
            <p:nvPr/>
          </p:nvSpPr>
          <p:spPr>
            <a:xfrm>
              <a:off x="6541591" y="1902450"/>
              <a:ext cx="12677" cy="111510"/>
            </a:xfrm>
            <a:custGeom>
              <a:rect b="b" l="l" r="r" t="t"/>
              <a:pathLst>
                <a:path extrusionOk="0" h="3070" w="349">
                  <a:moveTo>
                    <a:pt x="0" y="1"/>
                  </a:moveTo>
                  <a:lnTo>
                    <a:pt x="0" y="3070"/>
                  </a:lnTo>
                  <a:lnTo>
                    <a:pt x="348" y="3070"/>
                  </a:lnTo>
                  <a:cubicBezTo>
                    <a:pt x="348" y="2891"/>
                    <a:pt x="214" y="2775"/>
                    <a:pt x="268" y="2677"/>
                  </a:cubicBezTo>
                  <a:cubicBezTo>
                    <a:pt x="321" y="2588"/>
                    <a:pt x="197" y="2561"/>
                    <a:pt x="250" y="2481"/>
                  </a:cubicBezTo>
                  <a:cubicBezTo>
                    <a:pt x="304" y="2392"/>
                    <a:pt x="197" y="2285"/>
                    <a:pt x="241" y="2187"/>
                  </a:cubicBezTo>
                  <a:cubicBezTo>
                    <a:pt x="286" y="2088"/>
                    <a:pt x="161" y="2008"/>
                    <a:pt x="214" y="1937"/>
                  </a:cubicBezTo>
                  <a:cubicBezTo>
                    <a:pt x="268" y="1865"/>
                    <a:pt x="170" y="1776"/>
                    <a:pt x="205" y="1714"/>
                  </a:cubicBezTo>
                  <a:cubicBezTo>
                    <a:pt x="241" y="1651"/>
                    <a:pt x="134" y="1580"/>
                    <a:pt x="188" y="1491"/>
                  </a:cubicBezTo>
                  <a:cubicBezTo>
                    <a:pt x="241" y="1410"/>
                    <a:pt x="116" y="1321"/>
                    <a:pt x="152" y="1250"/>
                  </a:cubicBezTo>
                  <a:cubicBezTo>
                    <a:pt x="188" y="1179"/>
                    <a:pt x="81" y="1125"/>
                    <a:pt x="134" y="1018"/>
                  </a:cubicBezTo>
                  <a:cubicBezTo>
                    <a:pt x="188" y="911"/>
                    <a:pt x="81" y="840"/>
                    <a:pt x="116" y="777"/>
                  </a:cubicBezTo>
                  <a:cubicBezTo>
                    <a:pt x="152" y="715"/>
                    <a:pt x="72" y="688"/>
                    <a:pt x="107" y="608"/>
                  </a:cubicBezTo>
                  <a:cubicBezTo>
                    <a:pt x="143" y="536"/>
                    <a:pt x="54" y="456"/>
                    <a:pt x="90" y="393"/>
                  </a:cubicBezTo>
                  <a:cubicBezTo>
                    <a:pt x="125" y="322"/>
                    <a:pt x="45" y="304"/>
                    <a:pt x="72" y="251"/>
                  </a:cubicBezTo>
                  <a:cubicBezTo>
                    <a:pt x="98" y="206"/>
                    <a:pt x="36" y="179"/>
                    <a:pt x="45" y="117"/>
                  </a:cubicBezTo>
                  <a:cubicBezTo>
                    <a:pt x="45" y="46"/>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88"/>
            <p:cNvSpPr/>
            <p:nvPr/>
          </p:nvSpPr>
          <p:spPr>
            <a:xfrm>
              <a:off x="6244119" y="1770930"/>
              <a:ext cx="634191" cy="385636"/>
            </a:xfrm>
            <a:custGeom>
              <a:rect b="b" l="l" r="r" t="t"/>
              <a:pathLst>
                <a:path extrusionOk="0" h="10617" w="17460">
                  <a:moveTo>
                    <a:pt x="17459" y="0"/>
                  </a:moveTo>
                  <a:lnTo>
                    <a:pt x="16094" y="1472"/>
                  </a:lnTo>
                  <a:lnTo>
                    <a:pt x="15711" y="2953"/>
                  </a:lnTo>
                  <a:lnTo>
                    <a:pt x="14266" y="3774"/>
                  </a:lnTo>
                  <a:lnTo>
                    <a:pt x="13855" y="4478"/>
                  </a:lnTo>
                  <a:lnTo>
                    <a:pt x="13052" y="4719"/>
                  </a:lnTo>
                  <a:lnTo>
                    <a:pt x="12687" y="5995"/>
                  </a:lnTo>
                  <a:lnTo>
                    <a:pt x="11304" y="6164"/>
                  </a:lnTo>
                  <a:lnTo>
                    <a:pt x="10519" y="5692"/>
                  </a:lnTo>
                  <a:lnTo>
                    <a:pt x="10153" y="4951"/>
                  </a:lnTo>
                  <a:lnTo>
                    <a:pt x="8806" y="5112"/>
                  </a:lnTo>
                  <a:lnTo>
                    <a:pt x="8253" y="5879"/>
                  </a:lnTo>
                  <a:lnTo>
                    <a:pt x="7370" y="5897"/>
                  </a:lnTo>
                  <a:lnTo>
                    <a:pt x="6130" y="4701"/>
                  </a:lnTo>
                  <a:lnTo>
                    <a:pt x="5059" y="4496"/>
                  </a:lnTo>
                  <a:lnTo>
                    <a:pt x="4363" y="4889"/>
                  </a:lnTo>
                  <a:lnTo>
                    <a:pt x="3596" y="3836"/>
                  </a:lnTo>
                  <a:lnTo>
                    <a:pt x="2748" y="3444"/>
                  </a:lnTo>
                  <a:lnTo>
                    <a:pt x="1749" y="5308"/>
                  </a:lnTo>
                  <a:lnTo>
                    <a:pt x="938" y="6075"/>
                  </a:lnTo>
                  <a:lnTo>
                    <a:pt x="777" y="7271"/>
                  </a:lnTo>
                  <a:lnTo>
                    <a:pt x="1" y="7868"/>
                  </a:lnTo>
                  <a:lnTo>
                    <a:pt x="1" y="8975"/>
                  </a:lnTo>
                  <a:lnTo>
                    <a:pt x="938" y="8983"/>
                  </a:lnTo>
                  <a:lnTo>
                    <a:pt x="2053" y="9091"/>
                  </a:lnTo>
                  <a:lnTo>
                    <a:pt x="2918" y="8859"/>
                  </a:lnTo>
                  <a:lnTo>
                    <a:pt x="5220" y="8859"/>
                  </a:lnTo>
                  <a:lnTo>
                    <a:pt x="5844" y="9091"/>
                  </a:lnTo>
                  <a:lnTo>
                    <a:pt x="7343" y="8903"/>
                  </a:lnTo>
                  <a:lnTo>
                    <a:pt x="8190" y="9091"/>
                  </a:lnTo>
                  <a:lnTo>
                    <a:pt x="7655" y="9813"/>
                  </a:lnTo>
                  <a:lnTo>
                    <a:pt x="9073" y="9974"/>
                  </a:lnTo>
                  <a:lnTo>
                    <a:pt x="10867" y="9626"/>
                  </a:lnTo>
                  <a:lnTo>
                    <a:pt x="11901" y="9626"/>
                  </a:lnTo>
                  <a:lnTo>
                    <a:pt x="12865" y="9974"/>
                  </a:lnTo>
                  <a:lnTo>
                    <a:pt x="14970" y="9974"/>
                  </a:lnTo>
                  <a:lnTo>
                    <a:pt x="15693" y="10616"/>
                  </a:lnTo>
                  <a:lnTo>
                    <a:pt x="17459" y="10616"/>
                  </a:lnTo>
                  <a:lnTo>
                    <a:pt x="1745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88"/>
            <p:cNvSpPr/>
            <p:nvPr/>
          </p:nvSpPr>
          <p:spPr>
            <a:xfrm>
              <a:off x="6704892" y="1770930"/>
              <a:ext cx="173404" cy="243034"/>
            </a:xfrm>
            <a:custGeom>
              <a:rect b="b" l="l" r="r" t="t"/>
              <a:pathLst>
                <a:path extrusionOk="0" h="6691" w="4774">
                  <a:moveTo>
                    <a:pt x="4773" y="0"/>
                  </a:moveTo>
                  <a:lnTo>
                    <a:pt x="3408" y="1472"/>
                  </a:lnTo>
                  <a:lnTo>
                    <a:pt x="3025" y="2953"/>
                  </a:lnTo>
                  <a:lnTo>
                    <a:pt x="1588" y="3774"/>
                  </a:lnTo>
                  <a:lnTo>
                    <a:pt x="1169" y="4478"/>
                  </a:lnTo>
                  <a:lnTo>
                    <a:pt x="366" y="4719"/>
                  </a:lnTo>
                  <a:lnTo>
                    <a:pt x="1" y="5995"/>
                  </a:lnTo>
                  <a:lnTo>
                    <a:pt x="1722" y="6691"/>
                  </a:lnTo>
                  <a:lnTo>
                    <a:pt x="580" y="5727"/>
                  </a:lnTo>
                  <a:lnTo>
                    <a:pt x="759" y="5255"/>
                  </a:lnTo>
                  <a:lnTo>
                    <a:pt x="1321" y="4844"/>
                  </a:lnTo>
                  <a:lnTo>
                    <a:pt x="1901" y="4692"/>
                  </a:lnTo>
                  <a:lnTo>
                    <a:pt x="2097" y="3916"/>
                  </a:lnTo>
                  <a:lnTo>
                    <a:pt x="3212" y="3765"/>
                  </a:lnTo>
                  <a:lnTo>
                    <a:pt x="3310" y="3015"/>
                  </a:lnTo>
                  <a:lnTo>
                    <a:pt x="3614" y="2373"/>
                  </a:lnTo>
                  <a:lnTo>
                    <a:pt x="4015" y="3916"/>
                  </a:lnTo>
                  <a:lnTo>
                    <a:pt x="3890" y="1490"/>
                  </a:lnTo>
                  <a:lnTo>
                    <a:pt x="4773"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88"/>
            <p:cNvSpPr/>
            <p:nvPr/>
          </p:nvSpPr>
          <p:spPr>
            <a:xfrm>
              <a:off x="6612854" y="1950757"/>
              <a:ext cx="92078" cy="79728"/>
            </a:xfrm>
            <a:custGeom>
              <a:rect b="b" l="l" r="r" t="t"/>
              <a:pathLst>
                <a:path extrusionOk="0" h="2195" w="2535">
                  <a:moveTo>
                    <a:pt x="1" y="0"/>
                  </a:moveTo>
                  <a:lnTo>
                    <a:pt x="170" y="1178"/>
                  </a:lnTo>
                  <a:lnTo>
                    <a:pt x="724" y="1454"/>
                  </a:lnTo>
                  <a:lnTo>
                    <a:pt x="724" y="2195"/>
                  </a:lnTo>
                  <a:lnTo>
                    <a:pt x="1089" y="1820"/>
                  </a:lnTo>
                  <a:lnTo>
                    <a:pt x="2535" y="1044"/>
                  </a:lnTo>
                  <a:lnTo>
                    <a:pt x="2535" y="1044"/>
                  </a:lnTo>
                  <a:lnTo>
                    <a:pt x="1152" y="1213"/>
                  </a:lnTo>
                  <a:lnTo>
                    <a:pt x="367" y="741"/>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88"/>
            <p:cNvSpPr/>
            <p:nvPr/>
          </p:nvSpPr>
          <p:spPr>
            <a:xfrm>
              <a:off x="6676380" y="2039200"/>
              <a:ext cx="64182" cy="94003"/>
            </a:xfrm>
            <a:custGeom>
              <a:rect b="b" l="l" r="r" t="t"/>
              <a:pathLst>
                <a:path extrusionOk="0" h="2588" w="1767">
                  <a:moveTo>
                    <a:pt x="1767" y="1"/>
                  </a:moveTo>
                  <a:lnTo>
                    <a:pt x="1276" y="652"/>
                  </a:lnTo>
                  <a:lnTo>
                    <a:pt x="786" y="1794"/>
                  </a:lnTo>
                  <a:lnTo>
                    <a:pt x="0" y="2240"/>
                  </a:lnTo>
                  <a:lnTo>
                    <a:pt x="964" y="2588"/>
                  </a:lnTo>
                  <a:lnTo>
                    <a:pt x="1410" y="1758"/>
                  </a:lnTo>
                  <a:lnTo>
                    <a:pt x="1410" y="1027"/>
                  </a:lnTo>
                  <a:lnTo>
                    <a:pt x="176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88"/>
            <p:cNvSpPr/>
            <p:nvPr/>
          </p:nvSpPr>
          <p:spPr>
            <a:xfrm>
              <a:off x="6778443" y="1943311"/>
              <a:ext cx="99851" cy="213249"/>
            </a:xfrm>
            <a:custGeom>
              <a:rect b="b" l="l" r="r" t="t"/>
              <a:pathLst>
                <a:path extrusionOk="0" h="5871" w="2749">
                  <a:moveTo>
                    <a:pt x="1089" y="0"/>
                  </a:moveTo>
                  <a:lnTo>
                    <a:pt x="661" y="1115"/>
                  </a:lnTo>
                  <a:lnTo>
                    <a:pt x="482" y="3212"/>
                  </a:lnTo>
                  <a:lnTo>
                    <a:pt x="1" y="4514"/>
                  </a:lnTo>
                  <a:lnTo>
                    <a:pt x="259" y="5228"/>
                  </a:lnTo>
                  <a:lnTo>
                    <a:pt x="982" y="5870"/>
                  </a:lnTo>
                  <a:lnTo>
                    <a:pt x="2748" y="5870"/>
                  </a:lnTo>
                  <a:lnTo>
                    <a:pt x="2748" y="3105"/>
                  </a:lnTo>
                  <a:lnTo>
                    <a:pt x="2133" y="4737"/>
                  </a:lnTo>
                  <a:lnTo>
                    <a:pt x="1678" y="4086"/>
                  </a:lnTo>
                  <a:lnTo>
                    <a:pt x="1544" y="2480"/>
                  </a:lnTo>
                  <a:lnTo>
                    <a:pt x="1071" y="1302"/>
                  </a:lnTo>
                  <a:lnTo>
                    <a:pt x="108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88"/>
            <p:cNvSpPr/>
            <p:nvPr/>
          </p:nvSpPr>
          <p:spPr>
            <a:xfrm>
              <a:off x="6787850" y="2079044"/>
              <a:ext cx="26261" cy="77512"/>
            </a:xfrm>
            <a:custGeom>
              <a:rect b="b" l="l" r="r" t="t"/>
              <a:pathLst>
                <a:path extrusionOk="0" h="2134" w="723">
                  <a:moveTo>
                    <a:pt x="607" y="1"/>
                  </a:moveTo>
                  <a:lnTo>
                    <a:pt x="437" y="1455"/>
                  </a:lnTo>
                  <a:lnTo>
                    <a:pt x="205" y="875"/>
                  </a:lnTo>
                  <a:lnTo>
                    <a:pt x="0" y="1491"/>
                  </a:lnTo>
                  <a:lnTo>
                    <a:pt x="723" y="2133"/>
                  </a:lnTo>
                  <a:lnTo>
                    <a:pt x="607"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88"/>
            <p:cNvSpPr/>
            <p:nvPr/>
          </p:nvSpPr>
          <p:spPr>
            <a:xfrm>
              <a:off x="6743139" y="2044067"/>
              <a:ext cx="23355" cy="89135"/>
            </a:xfrm>
            <a:custGeom>
              <a:rect b="b" l="l" r="r" t="t"/>
              <a:pathLst>
                <a:path extrusionOk="0" h="2454" w="643">
                  <a:moveTo>
                    <a:pt x="419" y="0"/>
                  </a:moveTo>
                  <a:lnTo>
                    <a:pt x="98" y="1410"/>
                  </a:lnTo>
                  <a:lnTo>
                    <a:pt x="188" y="1883"/>
                  </a:lnTo>
                  <a:lnTo>
                    <a:pt x="0" y="2454"/>
                  </a:lnTo>
                  <a:lnTo>
                    <a:pt x="643" y="2454"/>
                  </a:lnTo>
                  <a:lnTo>
                    <a:pt x="366" y="1232"/>
                  </a:lnTo>
                  <a:lnTo>
                    <a:pt x="419"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88"/>
            <p:cNvSpPr/>
            <p:nvPr/>
          </p:nvSpPr>
          <p:spPr>
            <a:xfrm>
              <a:off x="6522159" y="2039200"/>
              <a:ext cx="54447" cy="94003"/>
            </a:xfrm>
            <a:custGeom>
              <a:rect b="b" l="l" r="r" t="t"/>
              <a:pathLst>
                <a:path extrusionOk="0" h="2588" w="1499">
                  <a:moveTo>
                    <a:pt x="1187" y="1"/>
                  </a:moveTo>
                  <a:lnTo>
                    <a:pt x="1187" y="1455"/>
                  </a:lnTo>
                  <a:lnTo>
                    <a:pt x="0" y="2427"/>
                  </a:lnTo>
                  <a:lnTo>
                    <a:pt x="1418" y="2588"/>
                  </a:lnTo>
                  <a:lnTo>
                    <a:pt x="1499" y="1151"/>
                  </a:lnTo>
                  <a:lnTo>
                    <a:pt x="118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88"/>
            <p:cNvSpPr/>
            <p:nvPr/>
          </p:nvSpPr>
          <p:spPr>
            <a:xfrm>
              <a:off x="6573663" y="2047299"/>
              <a:ext cx="73262" cy="85903"/>
            </a:xfrm>
            <a:custGeom>
              <a:rect b="b" l="l" r="r" t="t"/>
              <a:pathLst>
                <a:path extrusionOk="0" h="2365" w="2017">
                  <a:moveTo>
                    <a:pt x="2017" y="1"/>
                  </a:moveTo>
                  <a:lnTo>
                    <a:pt x="1321" y="1214"/>
                  </a:lnTo>
                  <a:lnTo>
                    <a:pt x="1160" y="1785"/>
                  </a:lnTo>
                  <a:lnTo>
                    <a:pt x="0" y="2365"/>
                  </a:lnTo>
                  <a:lnTo>
                    <a:pt x="1794" y="2017"/>
                  </a:lnTo>
                  <a:lnTo>
                    <a:pt x="1695" y="1259"/>
                  </a:lnTo>
                  <a:lnTo>
                    <a:pt x="2017"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88"/>
            <p:cNvSpPr/>
            <p:nvPr/>
          </p:nvSpPr>
          <p:spPr>
            <a:xfrm>
              <a:off x="6510791" y="2044067"/>
              <a:ext cx="30838" cy="57063"/>
            </a:xfrm>
            <a:custGeom>
              <a:rect b="b" l="l" r="r" t="t"/>
              <a:pathLst>
                <a:path extrusionOk="0" h="1571" w="849">
                  <a:moveTo>
                    <a:pt x="545" y="0"/>
                  </a:moveTo>
                  <a:lnTo>
                    <a:pt x="393" y="848"/>
                  </a:lnTo>
                  <a:lnTo>
                    <a:pt x="1" y="1383"/>
                  </a:lnTo>
                  <a:lnTo>
                    <a:pt x="848" y="1571"/>
                  </a:lnTo>
                  <a:lnTo>
                    <a:pt x="54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88"/>
            <p:cNvSpPr/>
            <p:nvPr/>
          </p:nvSpPr>
          <p:spPr>
            <a:xfrm>
              <a:off x="6410362" y="1934231"/>
              <a:ext cx="133522" cy="94656"/>
            </a:xfrm>
            <a:custGeom>
              <a:rect b="b" l="l" r="r" t="t"/>
              <a:pathLst>
                <a:path extrusionOk="0" h="2606" w="3676">
                  <a:moveTo>
                    <a:pt x="482" y="0"/>
                  </a:moveTo>
                  <a:lnTo>
                    <a:pt x="901" y="375"/>
                  </a:lnTo>
                  <a:lnTo>
                    <a:pt x="955" y="812"/>
                  </a:lnTo>
                  <a:lnTo>
                    <a:pt x="1321" y="518"/>
                  </a:lnTo>
                  <a:lnTo>
                    <a:pt x="2061" y="1142"/>
                  </a:lnTo>
                  <a:lnTo>
                    <a:pt x="1267" y="1401"/>
                  </a:lnTo>
                  <a:lnTo>
                    <a:pt x="0" y="2605"/>
                  </a:lnTo>
                  <a:lnTo>
                    <a:pt x="1642" y="1677"/>
                  </a:lnTo>
                  <a:lnTo>
                    <a:pt x="2462" y="1481"/>
                  </a:lnTo>
                  <a:lnTo>
                    <a:pt x="2766" y="1909"/>
                  </a:lnTo>
                  <a:lnTo>
                    <a:pt x="2578" y="2605"/>
                  </a:lnTo>
                  <a:lnTo>
                    <a:pt x="3676" y="1383"/>
                  </a:lnTo>
                  <a:lnTo>
                    <a:pt x="2793" y="1401"/>
                  </a:lnTo>
                  <a:lnTo>
                    <a:pt x="1553" y="205"/>
                  </a:lnTo>
                  <a:lnTo>
                    <a:pt x="482"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88"/>
            <p:cNvSpPr/>
            <p:nvPr/>
          </p:nvSpPr>
          <p:spPr>
            <a:xfrm>
              <a:off x="6343930" y="1895985"/>
              <a:ext cx="58697" cy="52522"/>
            </a:xfrm>
            <a:custGeom>
              <a:rect b="b" l="l" r="r" t="t"/>
              <a:pathLst>
                <a:path extrusionOk="0" h="1446" w="1616">
                  <a:moveTo>
                    <a:pt x="0" y="1"/>
                  </a:moveTo>
                  <a:lnTo>
                    <a:pt x="1615" y="1446"/>
                  </a:lnTo>
                  <a:lnTo>
                    <a:pt x="848" y="393"/>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88"/>
            <p:cNvSpPr/>
            <p:nvPr/>
          </p:nvSpPr>
          <p:spPr>
            <a:xfrm>
              <a:off x="6244119" y="1963724"/>
              <a:ext cx="116704" cy="137408"/>
            </a:xfrm>
            <a:custGeom>
              <a:rect b="b" l="l" r="r" t="t"/>
              <a:pathLst>
                <a:path extrusionOk="0" h="3783" w="3213">
                  <a:moveTo>
                    <a:pt x="1749" y="0"/>
                  </a:moveTo>
                  <a:lnTo>
                    <a:pt x="938" y="767"/>
                  </a:lnTo>
                  <a:lnTo>
                    <a:pt x="777" y="1963"/>
                  </a:lnTo>
                  <a:lnTo>
                    <a:pt x="1" y="2560"/>
                  </a:lnTo>
                  <a:lnTo>
                    <a:pt x="1" y="3667"/>
                  </a:lnTo>
                  <a:lnTo>
                    <a:pt x="938" y="3675"/>
                  </a:lnTo>
                  <a:lnTo>
                    <a:pt x="2053" y="3783"/>
                  </a:lnTo>
                  <a:lnTo>
                    <a:pt x="2186" y="2212"/>
                  </a:lnTo>
                  <a:lnTo>
                    <a:pt x="1687" y="3426"/>
                  </a:lnTo>
                  <a:lnTo>
                    <a:pt x="688" y="3488"/>
                  </a:lnTo>
                  <a:lnTo>
                    <a:pt x="304" y="2917"/>
                  </a:lnTo>
                  <a:lnTo>
                    <a:pt x="1223" y="1963"/>
                  </a:lnTo>
                  <a:lnTo>
                    <a:pt x="1419" y="1258"/>
                  </a:lnTo>
                  <a:lnTo>
                    <a:pt x="2427" y="740"/>
                  </a:lnTo>
                  <a:lnTo>
                    <a:pt x="3212" y="54"/>
                  </a:lnTo>
                  <a:lnTo>
                    <a:pt x="2133" y="544"/>
                  </a:lnTo>
                  <a:lnTo>
                    <a:pt x="1348" y="669"/>
                  </a:lnTo>
                  <a:lnTo>
                    <a:pt x="174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88"/>
            <p:cNvSpPr/>
            <p:nvPr/>
          </p:nvSpPr>
          <p:spPr>
            <a:xfrm>
              <a:off x="6343930" y="2023654"/>
              <a:ext cx="31128" cy="69049"/>
            </a:xfrm>
            <a:custGeom>
              <a:rect b="b" l="l" r="r" t="t"/>
              <a:pathLst>
                <a:path extrusionOk="0" h="1901" w="857">
                  <a:moveTo>
                    <a:pt x="0" y="0"/>
                  </a:moveTo>
                  <a:lnTo>
                    <a:pt x="170" y="1901"/>
                  </a:lnTo>
                  <a:lnTo>
                    <a:pt x="857" y="190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88"/>
            <p:cNvSpPr/>
            <p:nvPr/>
          </p:nvSpPr>
          <p:spPr>
            <a:xfrm>
              <a:off x="6433681" y="2028848"/>
              <a:ext cx="26624" cy="72282"/>
            </a:xfrm>
            <a:custGeom>
              <a:rect b="b" l="l" r="r" t="t"/>
              <a:pathLst>
                <a:path extrusionOk="0" h="1990" w="733">
                  <a:moveTo>
                    <a:pt x="465" y="0"/>
                  </a:moveTo>
                  <a:lnTo>
                    <a:pt x="268" y="901"/>
                  </a:lnTo>
                  <a:lnTo>
                    <a:pt x="331" y="1303"/>
                  </a:lnTo>
                  <a:lnTo>
                    <a:pt x="1" y="1758"/>
                  </a:lnTo>
                  <a:lnTo>
                    <a:pt x="625" y="1990"/>
                  </a:lnTo>
                  <a:lnTo>
                    <a:pt x="732" y="1472"/>
                  </a:lnTo>
                  <a:lnTo>
                    <a:pt x="500" y="839"/>
                  </a:lnTo>
                  <a:lnTo>
                    <a:pt x="46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6" name="Google Shape;5516;p88"/>
          <p:cNvGrpSpPr/>
          <p:nvPr/>
        </p:nvGrpSpPr>
        <p:grpSpPr>
          <a:xfrm>
            <a:off x="1694749" y="-132157"/>
            <a:ext cx="1151601" cy="1147072"/>
            <a:chOff x="6089572" y="1894059"/>
            <a:chExt cx="91097" cy="90734"/>
          </a:xfrm>
        </p:grpSpPr>
        <p:sp>
          <p:nvSpPr>
            <p:cNvPr id="5517" name="Google Shape;5517;p88"/>
            <p:cNvSpPr/>
            <p:nvPr/>
          </p:nvSpPr>
          <p:spPr>
            <a:xfrm>
              <a:off x="6089572" y="1894059"/>
              <a:ext cx="91097" cy="90734"/>
            </a:xfrm>
            <a:custGeom>
              <a:rect b="b" l="l" r="r" t="t"/>
              <a:pathLst>
                <a:path extrusionOk="0" h="2498" w="2508">
                  <a:moveTo>
                    <a:pt x="1258" y="0"/>
                  </a:moveTo>
                  <a:cubicBezTo>
                    <a:pt x="562" y="0"/>
                    <a:pt x="0" y="553"/>
                    <a:pt x="0" y="1249"/>
                  </a:cubicBezTo>
                  <a:cubicBezTo>
                    <a:pt x="0" y="1936"/>
                    <a:pt x="562" y="2498"/>
                    <a:pt x="1258" y="2498"/>
                  </a:cubicBezTo>
                  <a:cubicBezTo>
                    <a:pt x="1945" y="2498"/>
                    <a:pt x="2507" y="1936"/>
                    <a:pt x="2507" y="1249"/>
                  </a:cubicBezTo>
                  <a:cubicBezTo>
                    <a:pt x="2507" y="553"/>
                    <a:pt x="1945" y="0"/>
                    <a:pt x="12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88"/>
            <p:cNvSpPr/>
            <p:nvPr/>
          </p:nvSpPr>
          <p:spPr>
            <a:xfrm>
              <a:off x="6096037" y="1900525"/>
              <a:ext cx="78130" cy="77803"/>
            </a:xfrm>
            <a:custGeom>
              <a:rect b="b" l="l" r="r" t="t"/>
              <a:pathLst>
                <a:path extrusionOk="0" h="2142" w="2151">
                  <a:moveTo>
                    <a:pt x="1080" y="0"/>
                  </a:moveTo>
                  <a:cubicBezTo>
                    <a:pt x="483" y="0"/>
                    <a:pt x="1" y="482"/>
                    <a:pt x="1" y="1071"/>
                  </a:cubicBezTo>
                  <a:cubicBezTo>
                    <a:pt x="1" y="1660"/>
                    <a:pt x="483" y="2141"/>
                    <a:pt x="1080" y="2141"/>
                  </a:cubicBezTo>
                  <a:cubicBezTo>
                    <a:pt x="1669" y="2141"/>
                    <a:pt x="2151" y="1660"/>
                    <a:pt x="2151" y="1071"/>
                  </a:cubicBezTo>
                  <a:cubicBezTo>
                    <a:pt x="2151" y="482"/>
                    <a:pt x="1669" y="0"/>
                    <a:pt x="1080" y="0"/>
                  </a:cubicBezTo>
                  <a:close/>
                </a:path>
              </a:pathLst>
            </a:custGeom>
            <a:solidFill>
              <a:srgbClr val="EA9B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
  <p:cSld name="CUSTOM">
    <p:spTree>
      <p:nvGrpSpPr>
        <p:cNvPr id="5519" name="Shape 5519"/>
        <p:cNvGrpSpPr/>
        <p:nvPr/>
      </p:nvGrpSpPr>
      <p:grpSpPr>
        <a:xfrm>
          <a:off x="0" y="0"/>
          <a:ext cx="0" cy="0"/>
          <a:chOff x="0" y="0"/>
          <a:chExt cx="0" cy="0"/>
        </a:xfrm>
      </p:grpSpPr>
      <p:sp>
        <p:nvSpPr>
          <p:cNvPr id="5520" name="Google Shape;5520;p89"/>
          <p:cNvSpPr/>
          <p:nvPr/>
        </p:nvSpPr>
        <p:spPr>
          <a:xfrm>
            <a:off x="0" y="4457704"/>
            <a:ext cx="9144017" cy="685804"/>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89"/>
          <p:cNvSpPr/>
          <p:nvPr/>
        </p:nvSpPr>
        <p:spPr>
          <a:xfrm flipH="1" rot="-238332">
            <a:off x="6971149" y="3937517"/>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2" name="Google Shape;5522;p89"/>
          <p:cNvGrpSpPr/>
          <p:nvPr/>
        </p:nvGrpSpPr>
        <p:grpSpPr>
          <a:xfrm flipH="1">
            <a:off x="6989366" y="3684202"/>
            <a:ext cx="2154611" cy="785401"/>
            <a:chOff x="3363545" y="1399908"/>
            <a:chExt cx="240164" cy="87537"/>
          </a:xfrm>
        </p:grpSpPr>
        <p:sp>
          <p:nvSpPr>
            <p:cNvPr id="5523" name="Google Shape;5523;p89"/>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89"/>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89"/>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89"/>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89"/>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28" name="Google Shape;5528;p89"/>
          <p:cNvSpPr/>
          <p:nvPr/>
        </p:nvSpPr>
        <p:spPr>
          <a:xfrm rot="27">
            <a:off x="-3372095" y="4126636"/>
            <a:ext cx="5553997" cy="2709902"/>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9" name="Google Shape;5529;p89"/>
          <p:cNvGrpSpPr/>
          <p:nvPr/>
        </p:nvGrpSpPr>
        <p:grpSpPr>
          <a:xfrm>
            <a:off x="-13051" y="3684166"/>
            <a:ext cx="2154611" cy="785401"/>
            <a:chOff x="3363545" y="1399908"/>
            <a:chExt cx="240164" cy="87537"/>
          </a:xfrm>
        </p:grpSpPr>
        <p:sp>
          <p:nvSpPr>
            <p:cNvPr id="5530" name="Google Shape;5530;p89"/>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89"/>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89"/>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89"/>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89"/>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35" name="Google Shape;5535;p89"/>
          <p:cNvSpPr/>
          <p:nvPr/>
        </p:nvSpPr>
        <p:spPr>
          <a:xfrm flipH="1">
            <a:off x="8364279" y="287984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89"/>
          <p:cNvSpPr txBox="1"/>
          <p:nvPr>
            <p:ph type="title"/>
          </p:nvPr>
        </p:nvSpPr>
        <p:spPr>
          <a:xfrm>
            <a:off x="713100" y="1052963"/>
            <a:ext cx="3142800" cy="21111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5537" name="Google Shape;5537;p89"/>
          <p:cNvSpPr txBox="1"/>
          <p:nvPr>
            <p:ph idx="1" type="subTitle"/>
          </p:nvPr>
        </p:nvSpPr>
        <p:spPr>
          <a:xfrm>
            <a:off x="713100" y="3163825"/>
            <a:ext cx="3852000" cy="926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5538" name="Shape 5538"/>
        <p:cNvGrpSpPr/>
        <p:nvPr/>
      </p:nvGrpSpPr>
      <p:grpSpPr>
        <a:xfrm>
          <a:off x="0" y="0"/>
          <a:ext cx="0" cy="0"/>
          <a:chOff x="0" y="0"/>
          <a:chExt cx="0" cy="0"/>
        </a:xfrm>
      </p:grpSpPr>
      <p:sp>
        <p:nvSpPr>
          <p:cNvPr id="5539" name="Google Shape;5539;p90"/>
          <p:cNvSpPr/>
          <p:nvPr/>
        </p:nvSpPr>
        <p:spPr>
          <a:xfrm>
            <a:off x="0" y="4321767"/>
            <a:ext cx="9144017" cy="821711"/>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90"/>
          <p:cNvSpPr/>
          <p:nvPr/>
        </p:nvSpPr>
        <p:spPr>
          <a:xfrm>
            <a:off x="-1990651" y="4443935"/>
            <a:ext cx="3909622" cy="1843739"/>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90"/>
          <p:cNvSpPr/>
          <p:nvPr/>
        </p:nvSpPr>
        <p:spPr>
          <a:xfrm flipH="1" rot="-118">
            <a:off x="7102514" y="4317796"/>
            <a:ext cx="2656786" cy="855007"/>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42" name="Google Shape;5542;p90"/>
          <p:cNvGrpSpPr/>
          <p:nvPr/>
        </p:nvGrpSpPr>
        <p:grpSpPr>
          <a:xfrm>
            <a:off x="7290042" y="3940088"/>
            <a:ext cx="1963893" cy="855121"/>
            <a:chOff x="8284835" y="1862888"/>
            <a:chExt cx="427165" cy="213583"/>
          </a:xfrm>
        </p:grpSpPr>
        <p:sp>
          <p:nvSpPr>
            <p:cNvPr id="5543" name="Google Shape;5543;p90"/>
            <p:cNvSpPr/>
            <p:nvPr/>
          </p:nvSpPr>
          <p:spPr>
            <a:xfrm>
              <a:off x="8284835" y="1862888"/>
              <a:ext cx="427165" cy="213583"/>
            </a:xfrm>
            <a:custGeom>
              <a:rect b="b" l="l" r="r" t="t"/>
              <a:pathLst>
                <a:path extrusionOk="0" h="4827" w="9654">
                  <a:moveTo>
                    <a:pt x="9653" y="0"/>
                  </a:moveTo>
                  <a:lnTo>
                    <a:pt x="8948" y="482"/>
                  </a:lnTo>
                  <a:cubicBezTo>
                    <a:pt x="8948" y="482"/>
                    <a:pt x="8774" y="656"/>
                    <a:pt x="8707" y="656"/>
                  </a:cubicBezTo>
                  <a:cubicBezTo>
                    <a:pt x="8688" y="656"/>
                    <a:pt x="8677" y="642"/>
                    <a:pt x="8681" y="607"/>
                  </a:cubicBezTo>
                  <a:cubicBezTo>
                    <a:pt x="8687" y="553"/>
                    <a:pt x="8657" y="536"/>
                    <a:pt x="8615" y="536"/>
                  </a:cubicBezTo>
                  <a:cubicBezTo>
                    <a:pt x="8530" y="536"/>
                    <a:pt x="8395" y="607"/>
                    <a:pt x="8395" y="607"/>
                  </a:cubicBezTo>
                  <a:lnTo>
                    <a:pt x="7780" y="1044"/>
                  </a:lnTo>
                  <a:lnTo>
                    <a:pt x="6941" y="1178"/>
                  </a:lnTo>
                  <a:lnTo>
                    <a:pt x="5505" y="1187"/>
                  </a:lnTo>
                  <a:lnTo>
                    <a:pt x="4863" y="1365"/>
                  </a:lnTo>
                  <a:lnTo>
                    <a:pt x="4318" y="1365"/>
                  </a:lnTo>
                  <a:lnTo>
                    <a:pt x="3712" y="1544"/>
                  </a:lnTo>
                  <a:cubicBezTo>
                    <a:pt x="3712" y="1544"/>
                    <a:pt x="3582" y="1520"/>
                    <a:pt x="3388" y="1520"/>
                  </a:cubicBezTo>
                  <a:cubicBezTo>
                    <a:pt x="3227" y="1520"/>
                    <a:pt x="3022" y="1536"/>
                    <a:pt x="2811" y="1597"/>
                  </a:cubicBezTo>
                  <a:cubicBezTo>
                    <a:pt x="2338" y="1740"/>
                    <a:pt x="1910" y="1776"/>
                    <a:pt x="1910" y="1776"/>
                  </a:cubicBezTo>
                  <a:lnTo>
                    <a:pt x="197" y="2150"/>
                  </a:lnTo>
                  <a:cubicBezTo>
                    <a:pt x="197" y="2150"/>
                    <a:pt x="1" y="2231"/>
                    <a:pt x="1044" y="2587"/>
                  </a:cubicBezTo>
                  <a:cubicBezTo>
                    <a:pt x="2498" y="3096"/>
                    <a:pt x="3587" y="2846"/>
                    <a:pt x="3774" y="3087"/>
                  </a:cubicBezTo>
                  <a:cubicBezTo>
                    <a:pt x="3962" y="3328"/>
                    <a:pt x="3863" y="3167"/>
                    <a:pt x="4113" y="3497"/>
                  </a:cubicBezTo>
                  <a:cubicBezTo>
                    <a:pt x="4363" y="3818"/>
                    <a:pt x="4292" y="3890"/>
                    <a:pt x="4684" y="3917"/>
                  </a:cubicBezTo>
                  <a:cubicBezTo>
                    <a:pt x="4815" y="3926"/>
                    <a:pt x="4929" y="3928"/>
                    <a:pt x="5023" y="3928"/>
                  </a:cubicBezTo>
                  <a:cubicBezTo>
                    <a:pt x="5210" y="3928"/>
                    <a:pt x="5318" y="3917"/>
                    <a:pt x="5318" y="3917"/>
                  </a:cubicBezTo>
                  <a:lnTo>
                    <a:pt x="5790" y="3863"/>
                  </a:lnTo>
                  <a:lnTo>
                    <a:pt x="6040" y="3917"/>
                  </a:lnTo>
                  <a:cubicBezTo>
                    <a:pt x="6040" y="3917"/>
                    <a:pt x="6352" y="4131"/>
                    <a:pt x="6629" y="4175"/>
                  </a:cubicBezTo>
                  <a:cubicBezTo>
                    <a:pt x="6672" y="4184"/>
                    <a:pt x="6701" y="4187"/>
                    <a:pt x="6720" y="4187"/>
                  </a:cubicBezTo>
                  <a:cubicBezTo>
                    <a:pt x="6782" y="4187"/>
                    <a:pt x="6748" y="4155"/>
                    <a:pt x="6759" y="4155"/>
                  </a:cubicBezTo>
                  <a:lnTo>
                    <a:pt x="6759" y="4155"/>
                  </a:lnTo>
                  <a:cubicBezTo>
                    <a:pt x="6767" y="4155"/>
                    <a:pt x="6798" y="4172"/>
                    <a:pt x="6905" y="4229"/>
                  </a:cubicBezTo>
                  <a:cubicBezTo>
                    <a:pt x="7218" y="4380"/>
                    <a:pt x="7405" y="4452"/>
                    <a:pt x="7405" y="4452"/>
                  </a:cubicBezTo>
                  <a:cubicBezTo>
                    <a:pt x="7405" y="4452"/>
                    <a:pt x="7905" y="4505"/>
                    <a:pt x="8154" y="4568"/>
                  </a:cubicBezTo>
                  <a:cubicBezTo>
                    <a:pt x="8413" y="4630"/>
                    <a:pt x="8681" y="4666"/>
                    <a:pt x="8681" y="4666"/>
                  </a:cubicBezTo>
                  <a:lnTo>
                    <a:pt x="9653" y="4827"/>
                  </a:lnTo>
                  <a:lnTo>
                    <a:pt x="965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90"/>
            <p:cNvSpPr/>
            <p:nvPr/>
          </p:nvSpPr>
          <p:spPr>
            <a:xfrm>
              <a:off x="8454567" y="1962751"/>
              <a:ext cx="257432" cy="113716"/>
            </a:xfrm>
            <a:custGeom>
              <a:rect b="b" l="l" r="r" t="t"/>
              <a:pathLst>
                <a:path extrusionOk="0" h="2570" w="5818">
                  <a:moveTo>
                    <a:pt x="5817" y="0"/>
                  </a:moveTo>
                  <a:lnTo>
                    <a:pt x="5202" y="152"/>
                  </a:lnTo>
                  <a:lnTo>
                    <a:pt x="4809" y="411"/>
                  </a:lnTo>
                  <a:lnTo>
                    <a:pt x="4399" y="500"/>
                  </a:lnTo>
                  <a:lnTo>
                    <a:pt x="4006" y="830"/>
                  </a:lnTo>
                  <a:cubicBezTo>
                    <a:pt x="4006" y="830"/>
                    <a:pt x="3911" y="850"/>
                    <a:pt x="3781" y="850"/>
                  </a:cubicBezTo>
                  <a:cubicBezTo>
                    <a:pt x="3717" y="850"/>
                    <a:pt x="3643" y="845"/>
                    <a:pt x="3569" y="830"/>
                  </a:cubicBezTo>
                  <a:cubicBezTo>
                    <a:pt x="3426" y="796"/>
                    <a:pt x="3246" y="780"/>
                    <a:pt x="3042" y="780"/>
                  </a:cubicBezTo>
                  <a:cubicBezTo>
                    <a:pt x="2927" y="780"/>
                    <a:pt x="2805" y="785"/>
                    <a:pt x="2677" y="794"/>
                  </a:cubicBezTo>
                  <a:cubicBezTo>
                    <a:pt x="2363" y="817"/>
                    <a:pt x="2417" y="919"/>
                    <a:pt x="2416" y="919"/>
                  </a:cubicBezTo>
                  <a:cubicBezTo>
                    <a:pt x="2416" y="919"/>
                    <a:pt x="2414" y="917"/>
                    <a:pt x="2409" y="910"/>
                  </a:cubicBezTo>
                  <a:cubicBezTo>
                    <a:pt x="2405" y="906"/>
                    <a:pt x="2401" y="905"/>
                    <a:pt x="2395" y="905"/>
                  </a:cubicBezTo>
                  <a:cubicBezTo>
                    <a:pt x="2338" y="905"/>
                    <a:pt x="2204" y="1098"/>
                    <a:pt x="2204" y="1098"/>
                  </a:cubicBezTo>
                  <a:cubicBezTo>
                    <a:pt x="2204" y="1098"/>
                    <a:pt x="2052" y="1089"/>
                    <a:pt x="1847" y="1053"/>
                  </a:cubicBezTo>
                  <a:cubicBezTo>
                    <a:pt x="1788" y="1046"/>
                    <a:pt x="1746" y="1042"/>
                    <a:pt x="1710" y="1042"/>
                  </a:cubicBezTo>
                  <a:cubicBezTo>
                    <a:pt x="1618" y="1042"/>
                    <a:pt x="1577" y="1065"/>
                    <a:pt x="1428" y="1098"/>
                  </a:cubicBezTo>
                  <a:cubicBezTo>
                    <a:pt x="1223" y="1133"/>
                    <a:pt x="1080" y="1231"/>
                    <a:pt x="1080" y="1231"/>
                  </a:cubicBezTo>
                  <a:lnTo>
                    <a:pt x="946" y="1312"/>
                  </a:lnTo>
                  <a:lnTo>
                    <a:pt x="1" y="910"/>
                  </a:lnTo>
                  <a:lnTo>
                    <a:pt x="1" y="910"/>
                  </a:lnTo>
                  <a:cubicBezTo>
                    <a:pt x="99" y="1035"/>
                    <a:pt x="63" y="955"/>
                    <a:pt x="277" y="1240"/>
                  </a:cubicBezTo>
                  <a:cubicBezTo>
                    <a:pt x="527" y="1561"/>
                    <a:pt x="456" y="1633"/>
                    <a:pt x="848" y="1660"/>
                  </a:cubicBezTo>
                  <a:cubicBezTo>
                    <a:pt x="979" y="1669"/>
                    <a:pt x="1093" y="1671"/>
                    <a:pt x="1187" y="1671"/>
                  </a:cubicBezTo>
                  <a:cubicBezTo>
                    <a:pt x="1374" y="1671"/>
                    <a:pt x="1482" y="1660"/>
                    <a:pt x="1482" y="1660"/>
                  </a:cubicBezTo>
                  <a:lnTo>
                    <a:pt x="1954" y="1606"/>
                  </a:lnTo>
                  <a:lnTo>
                    <a:pt x="2204" y="1660"/>
                  </a:lnTo>
                  <a:cubicBezTo>
                    <a:pt x="2204" y="1660"/>
                    <a:pt x="2516" y="1874"/>
                    <a:pt x="2793" y="1918"/>
                  </a:cubicBezTo>
                  <a:cubicBezTo>
                    <a:pt x="2836" y="1927"/>
                    <a:pt x="2865" y="1930"/>
                    <a:pt x="2884" y="1930"/>
                  </a:cubicBezTo>
                  <a:cubicBezTo>
                    <a:pt x="2946" y="1930"/>
                    <a:pt x="2912" y="1898"/>
                    <a:pt x="2923" y="1898"/>
                  </a:cubicBezTo>
                  <a:lnTo>
                    <a:pt x="2923" y="1898"/>
                  </a:lnTo>
                  <a:cubicBezTo>
                    <a:pt x="2931" y="1898"/>
                    <a:pt x="2962" y="1915"/>
                    <a:pt x="3069" y="1972"/>
                  </a:cubicBezTo>
                  <a:cubicBezTo>
                    <a:pt x="3382" y="2123"/>
                    <a:pt x="3569" y="2195"/>
                    <a:pt x="3569" y="2195"/>
                  </a:cubicBezTo>
                  <a:cubicBezTo>
                    <a:pt x="3569" y="2195"/>
                    <a:pt x="4069" y="2248"/>
                    <a:pt x="4318" y="2311"/>
                  </a:cubicBezTo>
                  <a:cubicBezTo>
                    <a:pt x="4577" y="2373"/>
                    <a:pt x="4845" y="2409"/>
                    <a:pt x="4845" y="2409"/>
                  </a:cubicBezTo>
                  <a:lnTo>
                    <a:pt x="5817" y="2570"/>
                  </a:lnTo>
                  <a:lnTo>
                    <a:pt x="5817"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90"/>
            <p:cNvSpPr/>
            <p:nvPr/>
          </p:nvSpPr>
          <p:spPr>
            <a:xfrm>
              <a:off x="8293508" y="1862888"/>
              <a:ext cx="418493" cy="100176"/>
            </a:xfrm>
            <a:custGeom>
              <a:rect b="b" l="l" r="r" t="t"/>
              <a:pathLst>
                <a:path extrusionOk="0" h="2264" w="9458">
                  <a:moveTo>
                    <a:pt x="9457" y="0"/>
                  </a:moveTo>
                  <a:lnTo>
                    <a:pt x="8752" y="482"/>
                  </a:lnTo>
                  <a:cubicBezTo>
                    <a:pt x="8752" y="482"/>
                    <a:pt x="8578" y="656"/>
                    <a:pt x="8511" y="656"/>
                  </a:cubicBezTo>
                  <a:cubicBezTo>
                    <a:pt x="8492" y="656"/>
                    <a:pt x="8481" y="642"/>
                    <a:pt x="8485" y="607"/>
                  </a:cubicBezTo>
                  <a:cubicBezTo>
                    <a:pt x="8491" y="553"/>
                    <a:pt x="8461" y="536"/>
                    <a:pt x="8419" y="536"/>
                  </a:cubicBezTo>
                  <a:cubicBezTo>
                    <a:pt x="8334" y="536"/>
                    <a:pt x="8199" y="607"/>
                    <a:pt x="8199" y="607"/>
                  </a:cubicBezTo>
                  <a:lnTo>
                    <a:pt x="7584" y="1044"/>
                  </a:lnTo>
                  <a:lnTo>
                    <a:pt x="6745" y="1178"/>
                  </a:lnTo>
                  <a:lnTo>
                    <a:pt x="5309" y="1187"/>
                  </a:lnTo>
                  <a:lnTo>
                    <a:pt x="4667" y="1365"/>
                  </a:lnTo>
                  <a:lnTo>
                    <a:pt x="4122" y="1365"/>
                  </a:lnTo>
                  <a:lnTo>
                    <a:pt x="3516" y="1544"/>
                  </a:lnTo>
                  <a:cubicBezTo>
                    <a:pt x="3516" y="1544"/>
                    <a:pt x="3386" y="1520"/>
                    <a:pt x="3192" y="1520"/>
                  </a:cubicBezTo>
                  <a:cubicBezTo>
                    <a:pt x="3031" y="1520"/>
                    <a:pt x="2826" y="1536"/>
                    <a:pt x="2615" y="1597"/>
                  </a:cubicBezTo>
                  <a:cubicBezTo>
                    <a:pt x="2142" y="1740"/>
                    <a:pt x="1714" y="1776"/>
                    <a:pt x="1714" y="1776"/>
                  </a:cubicBezTo>
                  <a:lnTo>
                    <a:pt x="1" y="2150"/>
                  </a:lnTo>
                  <a:lnTo>
                    <a:pt x="170" y="2239"/>
                  </a:lnTo>
                  <a:cubicBezTo>
                    <a:pt x="170" y="2239"/>
                    <a:pt x="262" y="2263"/>
                    <a:pt x="341" y="2263"/>
                  </a:cubicBezTo>
                  <a:cubicBezTo>
                    <a:pt x="380" y="2263"/>
                    <a:pt x="417" y="2257"/>
                    <a:pt x="438" y="2239"/>
                  </a:cubicBezTo>
                  <a:cubicBezTo>
                    <a:pt x="500" y="2186"/>
                    <a:pt x="1098" y="2150"/>
                    <a:pt x="1098" y="2150"/>
                  </a:cubicBezTo>
                  <a:lnTo>
                    <a:pt x="1508" y="2052"/>
                  </a:lnTo>
                  <a:lnTo>
                    <a:pt x="1919" y="1972"/>
                  </a:lnTo>
                  <a:cubicBezTo>
                    <a:pt x="1919" y="1972"/>
                    <a:pt x="2133" y="1918"/>
                    <a:pt x="2258" y="1874"/>
                  </a:cubicBezTo>
                  <a:cubicBezTo>
                    <a:pt x="2315" y="1853"/>
                    <a:pt x="2399" y="1848"/>
                    <a:pt x="2474" y="1848"/>
                  </a:cubicBezTo>
                  <a:cubicBezTo>
                    <a:pt x="2564" y="1848"/>
                    <a:pt x="2641" y="1856"/>
                    <a:pt x="2641" y="1856"/>
                  </a:cubicBezTo>
                  <a:lnTo>
                    <a:pt x="3302" y="1972"/>
                  </a:lnTo>
                  <a:lnTo>
                    <a:pt x="3685" y="1865"/>
                  </a:lnTo>
                  <a:lnTo>
                    <a:pt x="4015" y="1749"/>
                  </a:lnTo>
                  <a:lnTo>
                    <a:pt x="4354" y="1686"/>
                  </a:lnTo>
                  <a:lnTo>
                    <a:pt x="4961" y="1722"/>
                  </a:lnTo>
                  <a:lnTo>
                    <a:pt x="5353" y="1740"/>
                  </a:lnTo>
                  <a:lnTo>
                    <a:pt x="5737" y="1642"/>
                  </a:lnTo>
                  <a:lnTo>
                    <a:pt x="6112" y="1642"/>
                  </a:lnTo>
                  <a:lnTo>
                    <a:pt x="6469" y="1829"/>
                  </a:lnTo>
                  <a:lnTo>
                    <a:pt x="6870" y="1776"/>
                  </a:lnTo>
                  <a:lnTo>
                    <a:pt x="7120" y="1695"/>
                  </a:lnTo>
                  <a:lnTo>
                    <a:pt x="7949" y="1472"/>
                  </a:lnTo>
                  <a:lnTo>
                    <a:pt x="8404" y="1356"/>
                  </a:lnTo>
                  <a:lnTo>
                    <a:pt x="8485" y="1214"/>
                  </a:lnTo>
                  <a:cubicBezTo>
                    <a:pt x="8485" y="1214"/>
                    <a:pt x="8529" y="1169"/>
                    <a:pt x="8485" y="1098"/>
                  </a:cubicBezTo>
                  <a:cubicBezTo>
                    <a:pt x="8449" y="1026"/>
                    <a:pt x="8574" y="973"/>
                    <a:pt x="8690" y="839"/>
                  </a:cubicBezTo>
                  <a:cubicBezTo>
                    <a:pt x="8729" y="794"/>
                    <a:pt x="8756" y="779"/>
                    <a:pt x="8776" y="779"/>
                  </a:cubicBezTo>
                  <a:cubicBezTo>
                    <a:pt x="8816" y="779"/>
                    <a:pt x="8824" y="839"/>
                    <a:pt x="8824" y="839"/>
                  </a:cubicBezTo>
                  <a:cubicBezTo>
                    <a:pt x="8824" y="839"/>
                    <a:pt x="8894" y="853"/>
                    <a:pt x="8981" y="853"/>
                  </a:cubicBezTo>
                  <a:cubicBezTo>
                    <a:pt x="9060" y="853"/>
                    <a:pt x="9152" y="841"/>
                    <a:pt x="9216" y="794"/>
                  </a:cubicBezTo>
                  <a:cubicBezTo>
                    <a:pt x="9350" y="696"/>
                    <a:pt x="9270" y="634"/>
                    <a:pt x="9314" y="384"/>
                  </a:cubicBezTo>
                  <a:cubicBezTo>
                    <a:pt x="9350" y="134"/>
                    <a:pt x="9457" y="0"/>
                    <a:pt x="9457"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46" name="Google Shape;5546;p90"/>
          <p:cNvSpPr/>
          <p:nvPr/>
        </p:nvSpPr>
        <p:spPr>
          <a:xfrm>
            <a:off x="-27193" y="4323721"/>
            <a:ext cx="1172549" cy="617040"/>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47" name="Google Shape;5547;p90"/>
          <p:cNvGrpSpPr/>
          <p:nvPr/>
        </p:nvGrpSpPr>
        <p:grpSpPr>
          <a:xfrm>
            <a:off x="-141423" y="2951641"/>
            <a:ext cx="1270176" cy="2033197"/>
            <a:chOff x="1352322" y="1338997"/>
            <a:chExt cx="415457" cy="676942"/>
          </a:xfrm>
        </p:grpSpPr>
        <p:sp>
          <p:nvSpPr>
            <p:cNvPr id="5548" name="Google Shape;5548;p90"/>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90"/>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90"/>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90"/>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90"/>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90"/>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90"/>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90"/>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90"/>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90"/>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90"/>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90"/>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90"/>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1" name="Google Shape;5561;p90"/>
          <p:cNvGrpSpPr/>
          <p:nvPr/>
        </p:nvGrpSpPr>
        <p:grpSpPr>
          <a:xfrm flipH="1">
            <a:off x="935126" y="4112968"/>
            <a:ext cx="839013" cy="613436"/>
            <a:chOff x="6123718" y="525411"/>
            <a:chExt cx="1395563" cy="1024955"/>
          </a:xfrm>
        </p:grpSpPr>
        <p:grpSp>
          <p:nvGrpSpPr>
            <p:cNvPr id="5562" name="Google Shape;5562;p90"/>
            <p:cNvGrpSpPr/>
            <p:nvPr/>
          </p:nvGrpSpPr>
          <p:grpSpPr>
            <a:xfrm flipH="1">
              <a:off x="6123718" y="525411"/>
              <a:ext cx="1395563" cy="1024955"/>
              <a:chOff x="1696430" y="1591394"/>
              <a:chExt cx="279683" cy="208092"/>
            </a:xfrm>
          </p:grpSpPr>
          <p:sp>
            <p:nvSpPr>
              <p:cNvPr id="5563" name="Google Shape;5563;p90"/>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90"/>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90"/>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90"/>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90"/>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90"/>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90"/>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90"/>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90"/>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90"/>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90"/>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4" name="Google Shape;5574;p90"/>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5" name="Google Shape;5575;p90"/>
          <p:cNvSpPr txBox="1"/>
          <p:nvPr>
            <p:ph type="title"/>
          </p:nvPr>
        </p:nvSpPr>
        <p:spPr>
          <a:xfrm>
            <a:off x="4849800" y="1874550"/>
            <a:ext cx="34104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5576" name="Google Shape;5576;p90"/>
          <p:cNvSpPr txBox="1"/>
          <p:nvPr>
            <p:ph idx="1" type="subTitle"/>
          </p:nvPr>
        </p:nvSpPr>
        <p:spPr>
          <a:xfrm>
            <a:off x="4849800" y="2447250"/>
            <a:ext cx="3410400" cy="821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5577" name="Shape 5577"/>
        <p:cNvGrpSpPr/>
        <p:nvPr/>
      </p:nvGrpSpPr>
      <p:grpSpPr>
        <a:xfrm>
          <a:off x="0" y="0"/>
          <a:ext cx="0" cy="0"/>
          <a:chOff x="0" y="0"/>
          <a:chExt cx="0" cy="0"/>
        </a:xfrm>
      </p:grpSpPr>
      <p:sp>
        <p:nvSpPr>
          <p:cNvPr id="5578" name="Google Shape;5578;p91"/>
          <p:cNvSpPr/>
          <p:nvPr/>
        </p:nvSpPr>
        <p:spPr>
          <a:xfrm flipH="1">
            <a:off x="-1" y="4762490"/>
            <a:ext cx="9173906"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91"/>
          <p:cNvSpPr/>
          <p:nvPr/>
        </p:nvSpPr>
        <p:spPr>
          <a:xfrm rot="238332">
            <a:off x="-3594095" y="4242315"/>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0" name="Google Shape;5580;p91"/>
          <p:cNvGrpSpPr/>
          <p:nvPr/>
        </p:nvGrpSpPr>
        <p:grpSpPr>
          <a:xfrm>
            <a:off x="-12751" y="2647408"/>
            <a:ext cx="2737383" cy="2109215"/>
            <a:chOff x="3363545" y="1191568"/>
            <a:chExt cx="384038" cy="295876"/>
          </a:xfrm>
        </p:grpSpPr>
        <p:sp>
          <p:nvSpPr>
            <p:cNvPr id="5581" name="Google Shape;5581;p91"/>
            <p:cNvSpPr/>
            <p:nvPr/>
          </p:nvSpPr>
          <p:spPr>
            <a:xfrm>
              <a:off x="3363545"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91"/>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91"/>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91"/>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91"/>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91"/>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91"/>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8" name="Google Shape;5588;p91"/>
          <p:cNvSpPr/>
          <p:nvPr/>
        </p:nvSpPr>
        <p:spPr>
          <a:xfrm flipH="1" rot="-238332">
            <a:off x="7203298" y="4242312"/>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9" name="Google Shape;5589;p91"/>
          <p:cNvGrpSpPr/>
          <p:nvPr/>
        </p:nvGrpSpPr>
        <p:grpSpPr>
          <a:xfrm flipH="1">
            <a:off x="6438566" y="2647368"/>
            <a:ext cx="2737383" cy="2109215"/>
            <a:chOff x="3363545" y="1191568"/>
            <a:chExt cx="384038" cy="295876"/>
          </a:xfrm>
        </p:grpSpPr>
        <p:sp>
          <p:nvSpPr>
            <p:cNvPr id="5590" name="Google Shape;5590;p91"/>
            <p:cNvSpPr/>
            <p:nvPr/>
          </p:nvSpPr>
          <p:spPr>
            <a:xfrm>
              <a:off x="3363545"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91"/>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91"/>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91"/>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91"/>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91"/>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91"/>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97" name="Google Shape;5597;p91"/>
          <p:cNvSpPr/>
          <p:nvPr/>
        </p:nvSpPr>
        <p:spPr>
          <a:xfrm flipH="1">
            <a:off x="-334053" y="8650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91"/>
          <p:cNvSpPr/>
          <p:nvPr/>
        </p:nvSpPr>
        <p:spPr>
          <a:xfrm flipH="1">
            <a:off x="8430904" y="158472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91"/>
          <p:cNvSpPr txBox="1"/>
          <p:nvPr>
            <p:ph type="title"/>
          </p:nvPr>
        </p:nvSpPr>
        <p:spPr>
          <a:xfrm>
            <a:off x="720075"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5600" name="Google Shape;5600;p91"/>
          <p:cNvSpPr txBox="1"/>
          <p:nvPr>
            <p:ph idx="2" type="title"/>
          </p:nvPr>
        </p:nvSpPr>
        <p:spPr>
          <a:xfrm>
            <a:off x="937700" y="2437638"/>
            <a:ext cx="21753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5601" name="Google Shape;5601;p91"/>
          <p:cNvSpPr txBox="1"/>
          <p:nvPr>
            <p:ph idx="1" type="subTitle"/>
          </p:nvPr>
        </p:nvSpPr>
        <p:spPr>
          <a:xfrm>
            <a:off x="937700" y="2762863"/>
            <a:ext cx="2175300" cy="869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5602" name="Google Shape;5602;p91"/>
          <p:cNvSpPr txBox="1"/>
          <p:nvPr>
            <p:ph idx="3" type="title"/>
          </p:nvPr>
        </p:nvSpPr>
        <p:spPr>
          <a:xfrm>
            <a:off x="3484425" y="3409475"/>
            <a:ext cx="21753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5603" name="Google Shape;5603;p91"/>
          <p:cNvSpPr txBox="1"/>
          <p:nvPr>
            <p:ph idx="4" type="subTitle"/>
          </p:nvPr>
        </p:nvSpPr>
        <p:spPr>
          <a:xfrm>
            <a:off x="3484421" y="3734700"/>
            <a:ext cx="2175300" cy="869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5604" name="Google Shape;5604;p91"/>
          <p:cNvSpPr txBox="1"/>
          <p:nvPr>
            <p:ph idx="5" type="title"/>
          </p:nvPr>
        </p:nvSpPr>
        <p:spPr>
          <a:xfrm>
            <a:off x="6031150" y="2437638"/>
            <a:ext cx="21753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5605" name="Google Shape;5605;p91"/>
          <p:cNvSpPr txBox="1"/>
          <p:nvPr>
            <p:ph idx="6" type="subTitle"/>
          </p:nvPr>
        </p:nvSpPr>
        <p:spPr>
          <a:xfrm>
            <a:off x="6031149" y="2762863"/>
            <a:ext cx="2175300" cy="869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_2">
    <p:spTree>
      <p:nvGrpSpPr>
        <p:cNvPr id="5606" name="Shape 5606"/>
        <p:cNvGrpSpPr/>
        <p:nvPr/>
      </p:nvGrpSpPr>
      <p:grpSpPr>
        <a:xfrm>
          <a:off x="0" y="0"/>
          <a:ext cx="0" cy="0"/>
          <a:chOff x="0" y="0"/>
          <a:chExt cx="0" cy="0"/>
        </a:xfrm>
      </p:grpSpPr>
      <p:sp>
        <p:nvSpPr>
          <p:cNvPr id="5607" name="Google Shape;5607;p92"/>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92"/>
          <p:cNvSpPr/>
          <p:nvPr/>
        </p:nvSpPr>
        <p:spPr>
          <a:xfrm>
            <a:off x="-1554963" y="4806852"/>
            <a:ext cx="2885856" cy="136094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92"/>
          <p:cNvSpPr/>
          <p:nvPr/>
        </p:nvSpPr>
        <p:spPr>
          <a:xfrm flipH="1" rot="-99">
            <a:off x="7380676" y="4769930"/>
            <a:ext cx="2100438" cy="452713"/>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10" name="Google Shape;5610;p92"/>
          <p:cNvGrpSpPr/>
          <p:nvPr/>
        </p:nvGrpSpPr>
        <p:grpSpPr>
          <a:xfrm>
            <a:off x="7719034" y="4445634"/>
            <a:ext cx="1534549" cy="668193"/>
            <a:chOff x="8284835" y="1862888"/>
            <a:chExt cx="427165" cy="213583"/>
          </a:xfrm>
        </p:grpSpPr>
        <p:sp>
          <p:nvSpPr>
            <p:cNvPr id="5611" name="Google Shape;5611;p92"/>
            <p:cNvSpPr/>
            <p:nvPr/>
          </p:nvSpPr>
          <p:spPr>
            <a:xfrm>
              <a:off x="8284835" y="1862888"/>
              <a:ext cx="427165" cy="213583"/>
            </a:xfrm>
            <a:custGeom>
              <a:rect b="b" l="l" r="r" t="t"/>
              <a:pathLst>
                <a:path extrusionOk="0" h="4827" w="9654">
                  <a:moveTo>
                    <a:pt x="9653" y="0"/>
                  </a:moveTo>
                  <a:lnTo>
                    <a:pt x="8948" y="482"/>
                  </a:lnTo>
                  <a:cubicBezTo>
                    <a:pt x="8948" y="482"/>
                    <a:pt x="8774" y="656"/>
                    <a:pt x="8707" y="656"/>
                  </a:cubicBezTo>
                  <a:cubicBezTo>
                    <a:pt x="8688" y="656"/>
                    <a:pt x="8677" y="642"/>
                    <a:pt x="8681" y="607"/>
                  </a:cubicBezTo>
                  <a:cubicBezTo>
                    <a:pt x="8687" y="553"/>
                    <a:pt x="8657" y="536"/>
                    <a:pt x="8615" y="536"/>
                  </a:cubicBezTo>
                  <a:cubicBezTo>
                    <a:pt x="8530" y="536"/>
                    <a:pt x="8395" y="607"/>
                    <a:pt x="8395" y="607"/>
                  </a:cubicBezTo>
                  <a:lnTo>
                    <a:pt x="7780" y="1044"/>
                  </a:lnTo>
                  <a:lnTo>
                    <a:pt x="6941" y="1178"/>
                  </a:lnTo>
                  <a:lnTo>
                    <a:pt x="5505" y="1187"/>
                  </a:lnTo>
                  <a:lnTo>
                    <a:pt x="4863" y="1365"/>
                  </a:lnTo>
                  <a:lnTo>
                    <a:pt x="4318" y="1365"/>
                  </a:lnTo>
                  <a:lnTo>
                    <a:pt x="3712" y="1544"/>
                  </a:lnTo>
                  <a:cubicBezTo>
                    <a:pt x="3712" y="1544"/>
                    <a:pt x="3582" y="1520"/>
                    <a:pt x="3388" y="1520"/>
                  </a:cubicBezTo>
                  <a:cubicBezTo>
                    <a:pt x="3227" y="1520"/>
                    <a:pt x="3022" y="1536"/>
                    <a:pt x="2811" y="1597"/>
                  </a:cubicBezTo>
                  <a:cubicBezTo>
                    <a:pt x="2338" y="1740"/>
                    <a:pt x="1910" y="1776"/>
                    <a:pt x="1910" y="1776"/>
                  </a:cubicBezTo>
                  <a:lnTo>
                    <a:pt x="197" y="2150"/>
                  </a:lnTo>
                  <a:cubicBezTo>
                    <a:pt x="197" y="2150"/>
                    <a:pt x="1" y="2231"/>
                    <a:pt x="1044" y="2587"/>
                  </a:cubicBezTo>
                  <a:cubicBezTo>
                    <a:pt x="2498" y="3096"/>
                    <a:pt x="3587" y="2846"/>
                    <a:pt x="3774" y="3087"/>
                  </a:cubicBezTo>
                  <a:cubicBezTo>
                    <a:pt x="3962" y="3328"/>
                    <a:pt x="3863" y="3167"/>
                    <a:pt x="4113" y="3497"/>
                  </a:cubicBezTo>
                  <a:cubicBezTo>
                    <a:pt x="4363" y="3818"/>
                    <a:pt x="4292" y="3890"/>
                    <a:pt x="4684" y="3917"/>
                  </a:cubicBezTo>
                  <a:cubicBezTo>
                    <a:pt x="4815" y="3926"/>
                    <a:pt x="4929" y="3928"/>
                    <a:pt x="5023" y="3928"/>
                  </a:cubicBezTo>
                  <a:cubicBezTo>
                    <a:pt x="5210" y="3928"/>
                    <a:pt x="5318" y="3917"/>
                    <a:pt x="5318" y="3917"/>
                  </a:cubicBezTo>
                  <a:lnTo>
                    <a:pt x="5790" y="3863"/>
                  </a:lnTo>
                  <a:lnTo>
                    <a:pt x="6040" y="3917"/>
                  </a:lnTo>
                  <a:cubicBezTo>
                    <a:pt x="6040" y="3917"/>
                    <a:pt x="6352" y="4131"/>
                    <a:pt x="6629" y="4175"/>
                  </a:cubicBezTo>
                  <a:cubicBezTo>
                    <a:pt x="6672" y="4184"/>
                    <a:pt x="6701" y="4187"/>
                    <a:pt x="6720" y="4187"/>
                  </a:cubicBezTo>
                  <a:cubicBezTo>
                    <a:pt x="6782" y="4187"/>
                    <a:pt x="6748" y="4155"/>
                    <a:pt x="6759" y="4155"/>
                  </a:cubicBezTo>
                  <a:lnTo>
                    <a:pt x="6759" y="4155"/>
                  </a:lnTo>
                  <a:cubicBezTo>
                    <a:pt x="6767" y="4155"/>
                    <a:pt x="6798" y="4172"/>
                    <a:pt x="6905" y="4229"/>
                  </a:cubicBezTo>
                  <a:cubicBezTo>
                    <a:pt x="7218" y="4380"/>
                    <a:pt x="7405" y="4452"/>
                    <a:pt x="7405" y="4452"/>
                  </a:cubicBezTo>
                  <a:cubicBezTo>
                    <a:pt x="7405" y="4452"/>
                    <a:pt x="7905" y="4505"/>
                    <a:pt x="8154" y="4568"/>
                  </a:cubicBezTo>
                  <a:cubicBezTo>
                    <a:pt x="8413" y="4630"/>
                    <a:pt x="8681" y="4666"/>
                    <a:pt x="8681" y="4666"/>
                  </a:cubicBezTo>
                  <a:lnTo>
                    <a:pt x="9653" y="4827"/>
                  </a:lnTo>
                  <a:lnTo>
                    <a:pt x="965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92"/>
            <p:cNvSpPr/>
            <p:nvPr/>
          </p:nvSpPr>
          <p:spPr>
            <a:xfrm>
              <a:off x="8454567" y="1962751"/>
              <a:ext cx="257432" cy="113716"/>
            </a:xfrm>
            <a:custGeom>
              <a:rect b="b" l="l" r="r" t="t"/>
              <a:pathLst>
                <a:path extrusionOk="0" h="2570" w="5818">
                  <a:moveTo>
                    <a:pt x="5817" y="0"/>
                  </a:moveTo>
                  <a:lnTo>
                    <a:pt x="5202" y="152"/>
                  </a:lnTo>
                  <a:lnTo>
                    <a:pt x="4809" y="411"/>
                  </a:lnTo>
                  <a:lnTo>
                    <a:pt x="4399" y="500"/>
                  </a:lnTo>
                  <a:lnTo>
                    <a:pt x="4006" y="830"/>
                  </a:lnTo>
                  <a:cubicBezTo>
                    <a:pt x="4006" y="830"/>
                    <a:pt x="3911" y="850"/>
                    <a:pt x="3781" y="850"/>
                  </a:cubicBezTo>
                  <a:cubicBezTo>
                    <a:pt x="3717" y="850"/>
                    <a:pt x="3643" y="845"/>
                    <a:pt x="3569" y="830"/>
                  </a:cubicBezTo>
                  <a:cubicBezTo>
                    <a:pt x="3426" y="796"/>
                    <a:pt x="3246" y="780"/>
                    <a:pt x="3042" y="780"/>
                  </a:cubicBezTo>
                  <a:cubicBezTo>
                    <a:pt x="2927" y="780"/>
                    <a:pt x="2805" y="785"/>
                    <a:pt x="2677" y="794"/>
                  </a:cubicBezTo>
                  <a:cubicBezTo>
                    <a:pt x="2363" y="817"/>
                    <a:pt x="2417" y="919"/>
                    <a:pt x="2416" y="919"/>
                  </a:cubicBezTo>
                  <a:cubicBezTo>
                    <a:pt x="2416" y="919"/>
                    <a:pt x="2414" y="917"/>
                    <a:pt x="2409" y="910"/>
                  </a:cubicBezTo>
                  <a:cubicBezTo>
                    <a:pt x="2405" y="906"/>
                    <a:pt x="2401" y="905"/>
                    <a:pt x="2395" y="905"/>
                  </a:cubicBezTo>
                  <a:cubicBezTo>
                    <a:pt x="2338" y="905"/>
                    <a:pt x="2204" y="1098"/>
                    <a:pt x="2204" y="1098"/>
                  </a:cubicBezTo>
                  <a:cubicBezTo>
                    <a:pt x="2204" y="1098"/>
                    <a:pt x="2052" y="1089"/>
                    <a:pt x="1847" y="1053"/>
                  </a:cubicBezTo>
                  <a:cubicBezTo>
                    <a:pt x="1788" y="1046"/>
                    <a:pt x="1746" y="1042"/>
                    <a:pt x="1710" y="1042"/>
                  </a:cubicBezTo>
                  <a:cubicBezTo>
                    <a:pt x="1618" y="1042"/>
                    <a:pt x="1577" y="1065"/>
                    <a:pt x="1428" y="1098"/>
                  </a:cubicBezTo>
                  <a:cubicBezTo>
                    <a:pt x="1223" y="1133"/>
                    <a:pt x="1080" y="1231"/>
                    <a:pt x="1080" y="1231"/>
                  </a:cubicBezTo>
                  <a:lnTo>
                    <a:pt x="946" y="1312"/>
                  </a:lnTo>
                  <a:lnTo>
                    <a:pt x="1" y="910"/>
                  </a:lnTo>
                  <a:lnTo>
                    <a:pt x="1" y="910"/>
                  </a:lnTo>
                  <a:cubicBezTo>
                    <a:pt x="99" y="1035"/>
                    <a:pt x="63" y="955"/>
                    <a:pt x="277" y="1240"/>
                  </a:cubicBezTo>
                  <a:cubicBezTo>
                    <a:pt x="527" y="1561"/>
                    <a:pt x="456" y="1633"/>
                    <a:pt x="848" y="1660"/>
                  </a:cubicBezTo>
                  <a:cubicBezTo>
                    <a:pt x="979" y="1669"/>
                    <a:pt x="1093" y="1671"/>
                    <a:pt x="1187" y="1671"/>
                  </a:cubicBezTo>
                  <a:cubicBezTo>
                    <a:pt x="1374" y="1671"/>
                    <a:pt x="1482" y="1660"/>
                    <a:pt x="1482" y="1660"/>
                  </a:cubicBezTo>
                  <a:lnTo>
                    <a:pt x="1954" y="1606"/>
                  </a:lnTo>
                  <a:lnTo>
                    <a:pt x="2204" y="1660"/>
                  </a:lnTo>
                  <a:cubicBezTo>
                    <a:pt x="2204" y="1660"/>
                    <a:pt x="2516" y="1874"/>
                    <a:pt x="2793" y="1918"/>
                  </a:cubicBezTo>
                  <a:cubicBezTo>
                    <a:pt x="2836" y="1927"/>
                    <a:pt x="2865" y="1930"/>
                    <a:pt x="2884" y="1930"/>
                  </a:cubicBezTo>
                  <a:cubicBezTo>
                    <a:pt x="2946" y="1930"/>
                    <a:pt x="2912" y="1898"/>
                    <a:pt x="2923" y="1898"/>
                  </a:cubicBezTo>
                  <a:lnTo>
                    <a:pt x="2923" y="1898"/>
                  </a:lnTo>
                  <a:cubicBezTo>
                    <a:pt x="2931" y="1898"/>
                    <a:pt x="2962" y="1915"/>
                    <a:pt x="3069" y="1972"/>
                  </a:cubicBezTo>
                  <a:cubicBezTo>
                    <a:pt x="3382" y="2123"/>
                    <a:pt x="3569" y="2195"/>
                    <a:pt x="3569" y="2195"/>
                  </a:cubicBezTo>
                  <a:cubicBezTo>
                    <a:pt x="3569" y="2195"/>
                    <a:pt x="4069" y="2248"/>
                    <a:pt x="4318" y="2311"/>
                  </a:cubicBezTo>
                  <a:cubicBezTo>
                    <a:pt x="4577" y="2373"/>
                    <a:pt x="4845" y="2409"/>
                    <a:pt x="4845" y="2409"/>
                  </a:cubicBezTo>
                  <a:lnTo>
                    <a:pt x="5817" y="2570"/>
                  </a:lnTo>
                  <a:lnTo>
                    <a:pt x="5817"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92"/>
            <p:cNvSpPr/>
            <p:nvPr/>
          </p:nvSpPr>
          <p:spPr>
            <a:xfrm>
              <a:off x="8293508" y="1862888"/>
              <a:ext cx="418493" cy="100176"/>
            </a:xfrm>
            <a:custGeom>
              <a:rect b="b" l="l" r="r" t="t"/>
              <a:pathLst>
                <a:path extrusionOk="0" h="2264" w="9458">
                  <a:moveTo>
                    <a:pt x="9457" y="0"/>
                  </a:moveTo>
                  <a:lnTo>
                    <a:pt x="8752" y="482"/>
                  </a:lnTo>
                  <a:cubicBezTo>
                    <a:pt x="8752" y="482"/>
                    <a:pt x="8578" y="656"/>
                    <a:pt x="8511" y="656"/>
                  </a:cubicBezTo>
                  <a:cubicBezTo>
                    <a:pt x="8492" y="656"/>
                    <a:pt x="8481" y="642"/>
                    <a:pt x="8485" y="607"/>
                  </a:cubicBezTo>
                  <a:cubicBezTo>
                    <a:pt x="8491" y="553"/>
                    <a:pt x="8461" y="536"/>
                    <a:pt x="8419" y="536"/>
                  </a:cubicBezTo>
                  <a:cubicBezTo>
                    <a:pt x="8334" y="536"/>
                    <a:pt x="8199" y="607"/>
                    <a:pt x="8199" y="607"/>
                  </a:cubicBezTo>
                  <a:lnTo>
                    <a:pt x="7584" y="1044"/>
                  </a:lnTo>
                  <a:lnTo>
                    <a:pt x="6745" y="1178"/>
                  </a:lnTo>
                  <a:lnTo>
                    <a:pt x="5309" y="1187"/>
                  </a:lnTo>
                  <a:lnTo>
                    <a:pt x="4667" y="1365"/>
                  </a:lnTo>
                  <a:lnTo>
                    <a:pt x="4122" y="1365"/>
                  </a:lnTo>
                  <a:lnTo>
                    <a:pt x="3516" y="1544"/>
                  </a:lnTo>
                  <a:cubicBezTo>
                    <a:pt x="3516" y="1544"/>
                    <a:pt x="3386" y="1520"/>
                    <a:pt x="3192" y="1520"/>
                  </a:cubicBezTo>
                  <a:cubicBezTo>
                    <a:pt x="3031" y="1520"/>
                    <a:pt x="2826" y="1536"/>
                    <a:pt x="2615" y="1597"/>
                  </a:cubicBezTo>
                  <a:cubicBezTo>
                    <a:pt x="2142" y="1740"/>
                    <a:pt x="1714" y="1776"/>
                    <a:pt x="1714" y="1776"/>
                  </a:cubicBezTo>
                  <a:lnTo>
                    <a:pt x="1" y="2150"/>
                  </a:lnTo>
                  <a:lnTo>
                    <a:pt x="170" y="2239"/>
                  </a:lnTo>
                  <a:cubicBezTo>
                    <a:pt x="170" y="2239"/>
                    <a:pt x="262" y="2263"/>
                    <a:pt x="341" y="2263"/>
                  </a:cubicBezTo>
                  <a:cubicBezTo>
                    <a:pt x="380" y="2263"/>
                    <a:pt x="417" y="2257"/>
                    <a:pt x="438" y="2239"/>
                  </a:cubicBezTo>
                  <a:cubicBezTo>
                    <a:pt x="500" y="2186"/>
                    <a:pt x="1098" y="2150"/>
                    <a:pt x="1098" y="2150"/>
                  </a:cubicBezTo>
                  <a:lnTo>
                    <a:pt x="1508" y="2052"/>
                  </a:lnTo>
                  <a:lnTo>
                    <a:pt x="1919" y="1972"/>
                  </a:lnTo>
                  <a:cubicBezTo>
                    <a:pt x="1919" y="1972"/>
                    <a:pt x="2133" y="1918"/>
                    <a:pt x="2258" y="1874"/>
                  </a:cubicBezTo>
                  <a:cubicBezTo>
                    <a:pt x="2315" y="1853"/>
                    <a:pt x="2399" y="1848"/>
                    <a:pt x="2474" y="1848"/>
                  </a:cubicBezTo>
                  <a:cubicBezTo>
                    <a:pt x="2564" y="1848"/>
                    <a:pt x="2641" y="1856"/>
                    <a:pt x="2641" y="1856"/>
                  </a:cubicBezTo>
                  <a:lnTo>
                    <a:pt x="3302" y="1972"/>
                  </a:lnTo>
                  <a:lnTo>
                    <a:pt x="3685" y="1865"/>
                  </a:lnTo>
                  <a:lnTo>
                    <a:pt x="4015" y="1749"/>
                  </a:lnTo>
                  <a:lnTo>
                    <a:pt x="4354" y="1686"/>
                  </a:lnTo>
                  <a:lnTo>
                    <a:pt x="4961" y="1722"/>
                  </a:lnTo>
                  <a:lnTo>
                    <a:pt x="5353" y="1740"/>
                  </a:lnTo>
                  <a:lnTo>
                    <a:pt x="5737" y="1642"/>
                  </a:lnTo>
                  <a:lnTo>
                    <a:pt x="6112" y="1642"/>
                  </a:lnTo>
                  <a:lnTo>
                    <a:pt x="6469" y="1829"/>
                  </a:lnTo>
                  <a:lnTo>
                    <a:pt x="6870" y="1776"/>
                  </a:lnTo>
                  <a:lnTo>
                    <a:pt x="7120" y="1695"/>
                  </a:lnTo>
                  <a:lnTo>
                    <a:pt x="7949" y="1472"/>
                  </a:lnTo>
                  <a:lnTo>
                    <a:pt x="8404" y="1356"/>
                  </a:lnTo>
                  <a:lnTo>
                    <a:pt x="8485" y="1214"/>
                  </a:lnTo>
                  <a:cubicBezTo>
                    <a:pt x="8485" y="1214"/>
                    <a:pt x="8529" y="1169"/>
                    <a:pt x="8485" y="1098"/>
                  </a:cubicBezTo>
                  <a:cubicBezTo>
                    <a:pt x="8449" y="1026"/>
                    <a:pt x="8574" y="973"/>
                    <a:pt x="8690" y="839"/>
                  </a:cubicBezTo>
                  <a:cubicBezTo>
                    <a:pt x="8729" y="794"/>
                    <a:pt x="8756" y="779"/>
                    <a:pt x="8776" y="779"/>
                  </a:cubicBezTo>
                  <a:cubicBezTo>
                    <a:pt x="8816" y="779"/>
                    <a:pt x="8824" y="839"/>
                    <a:pt x="8824" y="839"/>
                  </a:cubicBezTo>
                  <a:cubicBezTo>
                    <a:pt x="8824" y="839"/>
                    <a:pt x="8894" y="853"/>
                    <a:pt x="8981" y="853"/>
                  </a:cubicBezTo>
                  <a:cubicBezTo>
                    <a:pt x="9060" y="853"/>
                    <a:pt x="9152" y="841"/>
                    <a:pt x="9216" y="794"/>
                  </a:cubicBezTo>
                  <a:cubicBezTo>
                    <a:pt x="9350" y="696"/>
                    <a:pt x="9270" y="634"/>
                    <a:pt x="9314" y="384"/>
                  </a:cubicBezTo>
                  <a:cubicBezTo>
                    <a:pt x="9350" y="134"/>
                    <a:pt x="9457" y="0"/>
                    <a:pt x="9457"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14" name="Google Shape;5614;p92"/>
          <p:cNvSpPr/>
          <p:nvPr/>
        </p:nvSpPr>
        <p:spPr>
          <a:xfrm>
            <a:off x="-49407" y="4774363"/>
            <a:ext cx="865511" cy="455470"/>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15" name="Google Shape;5615;p92"/>
          <p:cNvGrpSpPr/>
          <p:nvPr/>
        </p:nvGrpSpPr>
        <p:grpSpPr>
          <a:xfrm>
            <a:off x="-49410" y="4054122"/>
            <a:ext cx="684507" cy="1095699"/>
            <a:chOff x="1352322" y="1338997"/>
            <a:chExt cx="415457" cy="676942"/>
          </a:xfrm>
        </p:grpSpPr>
        <p:sp>
          <p:nvSpPr>
            <p:cNvPr id="5616" name="Google Shape;5616;p92"/>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92"/>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92"/>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92"/>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92"/>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92"/>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92"/>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92"/>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92"/>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92"/>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92"/>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92"/>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92"/>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9" name="Google Shape;5629;p92"/>
          <p:cNvGrpSpPr/>
          <p:nvPr/>
        </p:nvGrpSpPr>
        <p:grpSpPr>
          <a:xfrm flipH="1">
            <a:off x="441417" y="4660901"/>
            <a:ext cx="619351" cy="452825"/>
            <a:chOff x="6123718" y="525411"/>
            <a:chExt cx="1395563" cy="1024955"/>
          </a:xfrm>
        </p:grpSpPr>
        <p:grpSp>
          <p:nvGrpSpPr>
            <p:cNvPr id="5630" name="Google Shape;5630;p92"/>
            <p:cNvGrpSpPr/>
            <p:nvPr/>
          </p:nvGrpSpPr>
          <p:grpSpPr>
            <a:xfrm flipH="1">
              <a:off x="6123718" y="525411"/>
              <a:ext cx="1395563" cy="1024955"/>
              <a:chOff x="1696430" y="1591394"/>
              <a:chExt cx="279683" cy="208092"/>
            </a:xfrm>
          </p:grpSpPr>
          <p:sp>
            <p:nvSpPr>
              <p:cNvPr id="5631" name="Google Shape;5631;p92"/>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92"/>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92"/>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92"/>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92"/>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92"/>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92"/>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92"/>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92"/>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92"/>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92"/>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42" name="Google Shape;5642;p92"/>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43" name="Google Shape;5643;p92"/>
          <p:cNvSpPr/>
          <p:nvPr/>
        </p:nvSpPr>
        <p:spPr>
          <a:xfrm flipH="1">
            <a:off x="-80978" y="381194"/>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92"/>
          <p:cNvSpPr/>
          <p:nvPr/>
        </p:nvSpPr>
        <p:spPr>
          <a:xfrm flipH="1">
            <a:off x="8424079" y="131829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92"/>
          <p:cNvSpPr/>
          <p:nvPr/>
        </p:nvSpPr>
        <p:spPr>
          <a:xfrm flipH="1">
            <a:off x="-175421" y="153847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92"/>
          <p:cNvSpPr txBox="1"/>
          <p:nvPr>
            <p:ph type="title"/>
          </p:nvPr>
        </p:nvSpPr>
        <p:spPr>
          <a:xfrm>
            <a:off x="720075"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5647" name="Google Shape;5647;p92"/>
          <p:cNvSpPr txBox="1"/>
          <p:nvPr>
            <p:ph idx="2" type="title"/>
          </p:nvPr>
        </p:nvSpPr>
        <p:spPr>
          <a:xfrm>
            <a:off x="937700" y="1664250"/>
            <a:ext cx="2175300" cy="5277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5648" name="Google Shape;5648;p92"/>
          <p:cNvSpPr txBox="1"/>
          <p:nvPr>
            <p:ph idx="1" type="subTitle"/>
          </p:nvPr>
        </p:nvSpPr>
        <p:spPr>
          <a:xfrm>
            <a:off x="937700" y="2191950"/>
            <a:ext cx="2175300" cy="783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5649" name="Google Shape;5649;p92"/>
          <p:cNvSpPr txBox="1"/>
          <p:nvPr>
            <p:ph idx="3" type="title"/>
          </p:nvPr>
        </p:nvSpPr>
        <p:spPr>
          <a:xfrm>
            <a:off x="3484419" y="1664250"/>
            <a:ext cx="2175300" cy="5277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5650" name="Google Shape;5650;p92"/>
          <p:cNvSpPr txBox="1"/>
          <p:nvPr>
            <p:ph idx="4" type="subTitle"/>
          </p:nvPr>
        </p:nvSpPr>
        <p:spPr>
          <a:xfrm>
            <a:off x="3484422" y="2191950"/>
            <a:ext cx="2175300" cy="783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5651" name="Google Shape;5651;p92"/>
          <p:cNvSpPr txBox="1"/>
          <p:nvPr>
            <p:ph idx="5" type="title"/>
          </p:nvPr>
        </p:nvSpPr>
        <p:spPr>
          <a:xfrm>
            <a:off x="6031146" y="1664250"/>
            <a:ext cx="2175300" cy="5277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5652" name="Google Shape;5652;p92"/>
          <p:cNvSpPr txBox="1"/>
          <p:nvPr>
            <p:ph idx="6" type="subTitle"/>
          </p:nvPr>
        </p:nvSpPr>
        <p:spPr>
          <a:xfrm>
            <a:off x="6031150" y="2191950"/>
            <a:ext cx="2175300" cy="783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6_2_1">
    <p:spTree>
      <p:nvGrpSpPr>
        <p:cNvPr id="5653" name="Shape 5653"/>
        <p:cNvGrpSpPr/>
        <p:nvPr/>
      </p:nvGrpSpPr>
      <p:grpSpPr>
        <a:xfrm>
          <a:off x="0" y="0"/>
          <a:ext cx="0" cy="0"/>
          <a:chOff x="0" y="0"/>
          <a:chExt cx="0" cy="0"/>
        </a:xfrm>
      </p:grpSpPr>
      <p:sp>
        <p:nvSpPr>
          <p:cNvPr id="5654" name="Google Shape;5654;p93"/>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93"/>
          <p:cNvSpPr/>
          <p:nvPr/>
        </p:nvSpPr>
        <p:spPr>
          <a:xfrm flipH="1" rot="-238332">
            <a:off x="6971149" y="4242317"/>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93"/>
          <p:cNvSpPr/>
          <p:nvPr/>
        </p:nvSpPr>
        <p:spPr>
          <a:xfrm>
            <a:off x="4" y="4864136"/>
            <a:ext cx="1665423" cy="78539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93"/>
          <p:cNvSpPr/>
          <p:nvPr/>
        </p:nvSpPr>
        <p:spPr>
          <a:xfrm>
            <a:off x="96226" y="4775056"/>
            <a:ext cx="1043455" cy="549114"/>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58" name="Google Shape;5658;p93"/>
          <p:cNvGrpSpPr/>
          <p:nvPr/>
        </p:nvGrpSpPr>
        <p:grpSpPr>
          <a:xfrm>
            <a:off x="-114735" y="3498258"/>
            <a:ext cx="1159291" cy="1855702"/>
            <a:chOff x="1352322" y="1338997"/>
            <a:chExt cx="415457" cy="676942"/>
          </a:xfrm>
        </p:grpSpPr>
        <p:sp>
          <p:nvSpPr>
            <p:cNvPr id="5659" name="Google Shape;5659;p93"/>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93"/>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93"/>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93"/>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93"/>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93"/>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93"/>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93"/>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93"/>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93"/>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93"/>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93"/>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93"/>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2" name="Google Shape;5672;p93"/>
          <p:cNvGrpSpPr/>
          <p:nvPr/>
        </p:nvGrpSpPr>
        <p:grpSpPr>
          <a:xfrm flipH="1">
            <a:off x="939877" y="4497343"/>
            <a:ext cx="746626" cy="545891"/>
            <a:chOff x="6123718" y="525411"/>
            <a:chExt cx="1395563" cy="1024955"/>
          </a:xfrm>
        </p:grpSpPr>
        <p:grpSp>
          <p:nvGrpSpPr>
            <p:cNvPr id="5673" name="Google Shape;5673;p93"/>
            <p:cNvGrpSpPr/>
            <p:nvPr/>
          </p:nvGrpSpPr>
          <p:grpSpPr>
            <a:xfrm flipH="1">
              <a:off x="6123718" y="525411"/>
              <a:ext cx="1395563" cy="1024955"/>
              <a:chOff x="1696430" y="1591394"/>
              <a:chExt cx="279683" cy="208092"/>
            </a:xfrm>
          </p:grpSpPr>
          <p:sp>
            <p:nvSpPr>
              <p:cNvPr id="5674" name="Google Shape;5674;p93"/>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93"/>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93"/>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93"/>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93"/>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93"/>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93"/>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93"/>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93"/>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93"/>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93"/>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85" name="Google Shape;5685;p93"/>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6" name="Google Shape;5686;p93"/>
          <p:cNvGrpSpPr/>
          <p:nvPr/>
        </p:nvGrpSpPr>
        <p:grpSpPr>
          <a:xfrm flipH="1">
            <a:off x="6989366" y="3989002"/>
            <a:ext cx="2154611" cy="785401"/>
            <a:chOff x="3363545" y="1399908"/>
            <a:chExt cx="240164" cy="87537"/>
          </a:xfrm>
        </p:grpSpPr>
        <p:sp>
          <p:nvSpPr>
            <p:cNvPr id="5687" name="Google Shape;5687;p93"/>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93"/>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93"/>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93"/>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93"/>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92" name="Google Shape;5692;p93"/>
          <p:cNvSpPr txBox="1"/>
          <p:nvPr>
            <p:ph type="title"/>
          </p:nvPr>
        </p:nvSpPr>
        <p:spPr>
          <a:xfrm>
            <a:off x="720075"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5693" name="Google Shape;5693;p93"/>
          <p:cNvSpPr txBox="1"/>
          <p:nvPr>
            <p:ph idx="2" type="title"/>
          </p:nvPr>
        </p:nvSpPr>
        <p:spPr>
          <a:xfrm>
            <a:off x="937700" y="3018875"/>
            <a:ext cx="2175300" cy="5277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5694" name="Google Shape;5694;p93"/>
          <p:cNvSpPr txBox="1"/>
          <p:nvPr>
            <p:ph idx="1" type="subTitle"/>
          </p:nvPr>
        </p:nvSpPr>
        <p:spPr>
          <a:xfrm>
            <a:off x="937700" y="3546575"/>
            <a:ext cx="2175300" cy="783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5695" name="Google Shape;5695;p93"/>
          <p:cNvSpPr txBox="1"/>
          <p:nvPr>
            <p:ph idx="3" type="title"/>
          </p:nvPr>
        </p:nvSpPr>
        <p:spPr>
          <a:xfrm>
            <a:off x="6031146" y="3018875"/>
            <a:ext cx="2175300" cy="5277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5696" name="Google Shape;5696;p93"/>
          <p:cNvSpPr txBox="1"/>
          <p:nvPr>
            <p:ph idx="4" type="subTitle"/>
          </p:nvPr>
        </p:nvSpPr>
        <p:spPr>
          <a:xfrm>
            <a:off x="6031150" y="3546575"/>
            <a:ext cx="2175300" cy="783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6_1">
    <p:spTree>
      <p:nvGrpSpPr>
        <p:cNvPr id="5697" name="Shape 5697"/>
        <p:cNvGrpSpPr/>
        <p:nvPr/>
      </p:nvGrpSpPr>
      <p:grpSpPr>
        <a:xfrm>
          <a:off x="0" y="0"/>
          <a:ext cx="0" cy="0"/>
          <a:chOff x="0" y="0"/>
          <a:chExt cx="0" cy="0"/>
        </a:xfrm>
      </p:grpSpPr>
      <p:sp>
        <p:nvSpPr>
          <p:cNvPr id="5698" name="Google Shape;5698;p94"/>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94"/>
          <p:cNvSpPr/>
          <p:nvPr/>
        </p:nvSpPr>
        <p:spPr>
          <a:xfrm>
            <a:off x="-294671" y="4901161"/>
            <a:ext cx="1665423" cy="78539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94"/>
          <p:cNvSpPr/>
          <p:nvPr/>
        </p:nvSpPr>
        <p:spPr>
          <a:xfrm>
            <a:off x="96226" y="4775056"/>
            <a:ext cx="1043455" cy="549114"/>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01" name="Google Shape;5701;p94"/>
          <p:cNvGrpSpPr/>
          <p:nvPr/>
        </p:nvGrpSpPr>
        <p:grpSpPr>
          <a:xfrm>
            <a:off x="-114732" y="3692004"/>
            <a:ext cx="1038268" cy="1662029"/>
            <a:chOff x="1352322" y="1338997"/>
            <a:chExt cx="415457" cy="676942"/>
          </a:xfrm>
        </p:grpSpPr>
        <p:sp>
          <p:nvSpPr>
            <p:cNvPr id="5702" name="Google Shape;5702;p94"/>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94"/>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94"/>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94"/>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94"/>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94"/>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94"/>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94"/>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94"/>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94"/>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94"/>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94"/>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94"/>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5" name="Google Shape;5715;p94"/>
          <p:cNvGrpSpPr/>
          <p:nvPr/>
        </p:nvGrpSpPr>
        <p:grpSpPr>
          <a:xfrm flipH="1">
            <a:off x="713096" y="4680107"/>
            <a:ext cx="540920" cy="395428"/>
            <a:chOff x="6123718" y="525411"/>
            <a:chExt cx="1395563" cy="1024955"/>
          </a:xfrm>
        </p:grpSpPr>
        <p:grpSp>
          <p:nvGrpSpPr>
            <p:cNvPr id="5716" name="Google Shape;5716;p94"/>
            <p:cNvGrpSpPr/>
            <p:nvPr/>
          </p:nvGrpSpPr>
          <p:grpSpPr>
            <a:xfrm flipH="1">
              <a:off x="6123718" y="525411"/>
              <a:ext cx="1395563" cy="1024955"/>
              <a:chOff x="1696430" y="1591394"/>
              <a:chExt cx="279683" cy="208092"/>
            </a:xfrm>
          </p:grpSpPr>
          <p:sp>
            <p:nvSpPr>
              <p:cNvPr id="5717" name="Google Shape;5717;p94"/>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94"/>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94"/>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94"/>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94"/>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94"/>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94"/>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94"/>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94"/>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94"/>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94"/>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28" name="Google Shape;5728;p94"/>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9" name="Google Shape;5729;p94"/>
          <p:cNvGrpSpPr/>
          <p:nvPr/>
        </p:nvGrpSpPr>
        <p:grpSpPr>
          <a:xfrm>
            <a:off x="8303848" y="3734044"/>
            <a:ext cx="1176845" cy="1035418"/>
            <a:chOff x="3650956" y="1757963"/>
            <a:chExt cx="258943" cy="227815"/>
          </a:xfrm>
        </p:grpSpPr>
        <p:sp>
          <p:nvSpPr>
            <p:cNvPr id="5730" name="Google Shape;5730;p94"/>
            <p:cNvSpPr/>
            <p:nvPr/>
          </p:nvSpPr>
          <p:spPr>
            <a:xfrm>
              <a:off x="3650956" y="1757963"/>
              <a:ext cx="258943" cy="227815"/>
            </a:xfrm>
            <a:custGeom>
              <a:rect b="b" l="l" r="r" t="t"/>
              <a:pathLst>
                <a:path extrusionOk="0" h="6272" w="7129">
                  <a:moveTo>
                    <a:pt x="5416" y="0"/>
                  </a:moveTo>
                  <a:lnTo>
                    <a:pt x="3828" y="411"/>
                  </a:lnTo>
                  <a:lnTo>
                    <a:pt x="3337" y="1499"/>
                  </a:lnTo>
                  <a:lnTo>
                    <a:pt x="2320" y="1945"/>
                  </a:lnTo>
                  <a:lnTo>
                    <a:pt x="1642" y="3016"/>
                  </a:lnTo>
                  <a:lnTo>
                    <a:pt x="1535" y="4095"/>
                  </a:lnTo>
                  <a:lnTo>
                    <a:pt x="1018" y="5219"/>
                  </a:lnTo>
                  <a:lnTo>
                    <a:pt x="1" y="6272"/>
                  </a:lnTo>
                  <a:lnTo>
                    <a:pt x="3846" y="6272"/>
                  </a:lnTo>
                  <a:lnTo>
                    <a:pt x="3417" y="5255"/>
                  </a:lnTo>
                  <a:lnTo>
                    <a:pt x="3623" y="4461"/>
                  </a:lnTo>
                  <a:lnTo>
                    <a:pt x="4390" y="3408"/>
                  </a:lnTo>
                  <a:lnTo>
                    <a:pt x="4898" y="3533"/>
                  </a:lnTo>
                  <a:lnTo>
                    <a:pt x="5327" y="4505"/>
                  </a:lnTo>
                  <a:lnTo>
                    <a:pt x="5077" y="5522"/>
                  </a:lnTo>
                  <a:lnTo>
                    <a:pt x="5228" y="6272"/>
                  </a:lnTo>
                  <a:lnTo>
                    <a:pt x="7129" y="6272"/>
                  </a:lnTo>
                  <a:lnTo>
                    <a:pt x="6745" y="5174"/>
                  </a:lnTo>
                  <a:lnTo>
                    <a:pt x="7066" y="4211"/>
                  </a:lnTo>
                  <a:lnTo>
                    <a:pt x="6593" y="2837"/>
                  </a:lnTo>
                  <a:lnTo>
                    <a:pt x="6308" y="1196"/>
                  </a:lnTo>
                  <a:lnTo>
                    <a:pt x="54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94"/>
            <p:cNvSpPr/>
            <p:nvPr/>
          </p:nvSpPr>
          <p:spPr>
            <a:xfrm>
              <a:off x="3710595" y="1757963"/>
              <a:ext cx="169481" cy="109549"/>
            </a:xfrm>
            <a:custGeom>
              <a:rect b="b" l="l" r="r" t="t"/>
              <a:pathLst>
                <a:path extrusionOk="0" h="3016" w="4666">
                  <a:moveTo>
                    <a:pt x="3774" y="0"/>
                  </a:moveTo>
                  <a:lnTo>
                    <a:pt x="2186" y="411"/>
                  </a:lnTo>
                  <a:lnTo>
                    <a:pt x="1695" y="1499"/>
                  </a:lnTo>
                  <a:lnTo>
                    <a:pt x="678" y="1945"/>
                  </a:lnTo>
                  <a:lnTo>
                    <a:pt x="0" y="3016"/>
                  </a:lnTo>
                  <a:lnTo>
                    <a:pt x="0" y="3016"/>
                  </a:lnTo>
                  <a:lnTo>
                    <a:pt x="794" y="2346"/>
                  </a:lnTo>
                  <a:lnTo>
                    <a:pt x="1401" y="2257"/>
                  </a:lnTo>
                  <a:lnTo>
                    <a:pt x="1918" y="2552"/>
                  </a:lnTo>
                  <a:lnTo>
                    <a:pt x="1570" y="1927"/>
                  </a:lnTo>
                  <a:lnTo>
                    <a:pt x="2186" y="2061"/>
                  </a:lnTo>
                  <a:lnTo>
                    <a:pt x="2025" y="1579"/>
                  </a:lnTo>
                  <a:lnTo>
                    <a:pt x="2560" y="866"/>
                  </a:lnTo>
                  <a:lnTo>
                    <a:pt x="3649" y="803"/>
                  </a:lnTo>
                  <a:lnTo>
                    <a:pt x="4666" y="1196"/>
                  </a:lnTo>
                  <a:lnTo>
                    <a:pt x="3774"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94"/>
            <p:cNvSpPr/>
            <p:nvPr/>
          </p:nvSpPr>
          <p:spPr>
            <a:xfrm>
              <a:off x="3768600" y="1867472"/>
              <a:ext cx="141295" cy="118302"/>
            </a:xfrm>
            <a:custGeom>
              <a:rect b="b" l="l" r="r" t="t"/>
              <a:pathLst>
                <a:path extrusionOk="0" h="3257" w="3890">
                  <a:moveTo>
                    <a:pt x="1534" y="1"/>
                  </a:moveTo>
                  <a:lnTo>
                    <a:pt x="856" y="116"/>
                  </a:lnTo>
                  <a:lnTo>
                    <a:pt x="259" y="1196"/>
                  </a:lnTo>
                  <a:lnTo>
                    <a:pt x="71" y="447"/>
                  </a:lnTo>
                  <a:lnTo>
                    <a:pt x="0" y="1767"/>
                  </a:lnTo>
                  <a:lnTo>
                    <a:pt x="178" y="2240"/>
                  </a:lnTo>
                  <a:lnTo>
                    <a:pt x="384" y="1446"/>
                  </a:lnTo>
                  <a:lnTo>
                    <a:pt x="1151" y="393"/>
                  </a:lnTo>
                  <a:lnTo>
                    <a:pt x="1659" y="518"/>
                  </a:lnTo>
                  <a:lnTo>
                    <a:pt x="2088" y="1490"/>
                  </a:lnTo>
                  <a:lnTo>
                    <a:pt x="1838" y="2507"/>
                  </a:lnTo>
                  <a:lnTo>
                    <a:pt x="1989" y="3257"/>
                  </a:lnTo>
                  <a:lnTo>
                    <a:pt x="3890" y="3257"/>
                  </a:lnTo>
                  <a:lnTo>
                    <a:pt x="3506" y="2159"/>
                  </a:lnTo>
                  <a:lnTo>
                    <a:pt x="3488" y="3087"/>
                  </a:lnTo>
                  <a:lnTo>
                    <a:pt x="2935" y="2820"/>
                  </a:lnTo>
                  <a:lnTo>
                    <a:pt x="2882" y="1767"/>
                  </a:lnTo>
                  <a:lnTo>
                    <a:pt x="2614" y="2820"/>
                  </a:lnTo>
                  <a:lnTo>
                    <a:pt x="2177" y="2382"/>
                  </a:lnTo>
                  <a:lnTo>
                    <a:pt x="2543" y="973"/>
                  </a:lnTo>
                  <a:lnTo>
                    <a:pt x="1534"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94"/>
            <p:cNvSpPr/>
            <p:nvPr/>
          </p:nvSpPr>
          <p:spPr>
            <a:xfrm>
              <a:off x="3722908" y="1895331"/>
              <a:ext cx="23682" cy="90443"/>
            </a:xfrm>
            <a:custGeom>
              <a:rect b="b" l="l" r="r" t="t"/>
              <a:pathLst>
                <a:path extrusionOk="0" h="2490" w="652">
                  <a:moveTo>
                    <a:pt x="179" y="1"/>
                  </a:moveTo>
                  <a:lnTo>
                    <a:pt x="286" y="1856"/>
                  </a:lnTo>
                  <a:lnTo>
                    <a:pt x="0" y="2490"/>
                  </a:lnTo>
                  <a:lnTo>
                    <a:pt x="651" y="2490"/>
                  </a:lnTo>
                  <a:lnTo>
                    <a:pt x="598" y="1910"/>
                  </a:lnTo>
                  <a:lnTo>
                    <a:pt x="598" y="1348"/>
                  </a:lnTo>
                  <a:lnTo>
                    <a:pt x="179"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94"/>
            <p:cNvSpPr/>
            <p:nvPr/>
          </p:nvSpPr>
          <p:spPr>
            <a:xfrm>
              <a:off x="3650956" y="1906663"/>
              <a:ext cx="57390" cy="79110"/>
            </a:xfrm>
            <a:custGeom>
              <a:rect b="b" l="l" r="r" t="t"/>
              <a:pathLst>
                <a:path extrusionOk="0" h="2178" w="1580">
                  <a:moveTo>
                    <a:pt x="1535" y="1"/>
                  </a:moveTo>
                  <a:lnTo>
                    <a:pt x="1018" y="1125"/>
                  </a:lnTo>
                  <a:lnTo>
                    <a:pt x="1" y="2178"/>
                  </a:lnTo>
                  <a:lnTo>
                    <a:pt x="1250" y="2178"/>
                  </a:lnTo>
                  <a:lnTo>
                    <a:pt x="795" y="1839"/>
                  </a:lnTo>
                  <a:lnTo>
                    <a:pt x="1428" y="1303"/>
                  </a:lnTo>
                  <a:lnTo>
                    <a:pt x="1580" y="643"/>
                  </a:lnTo>
                  <a:lnTo>
                    <a:pt x="153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94"/>
            <p:cNvSpPr/>
            <p:nvPr/>
          </p:nvSpPr>
          <p:spPr>
            <a:xfrm>
              <a:off x="3857370" y="1801367"/>
              <a:ext cx="50270" cy="109549"/>
            </a:xfrm>
            <a:custGeom>
              <a:rect b="b" l="l" r="r" t="t"/>
              <a:pathLst>
                <a:path extrusionOk="0" h="3016" w="1384">
                  <a:moveTo>
                    <a:pt x="625" y="1"/>
                  </a:moveTo>
                  <a:lnTo>
                    <a:pt x="580" y="1357"/>
                  </a:lnTo>
                  <a:lnTo>
                    <a:pt x="0" y="402"/>
                  </a:lnTo>
                  <a:lnTo>
                    <a:pt x="411" y="1874"/>
                  </a:lnTo>
                  <a:lnTo>
                    <a:pt x="1383" y="3016"/>
                  </a:lnTo>
                  <a:lnTo>
                    <a:pt x="910" y="1642"/>
                  </a:lnTo>
                  <a:lnTo>
                    <a:pt x="62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36" name="Google Shape;5736;p94"/>
          <p:cNvSpPr/>
          <p:nvPr/>
        </p:nvSpPr>
        <p:spPr>
          <a:xfrm rot="557657">
            <a:off x="8216558" y="4705705"/>
            <a:ext cx="1351433" cy="380974"/>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94"/>
          <p:cNvSpPr/>
          <p:nvPr/>
        </p:nvSpPr>
        <p:spPr>
          <a:xfrm flipH="1">
            <a:off x="7642147" y="70838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94"/>
          <p:cNvSpPr/>
          <p:nvPr/>
        </p:nvSpPr>
        <p:spPr>
          <a:xfrm flipH="1">
            <a:off x="-168596" y="2487257"/>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94"/>
          <p:cNvSpPr/>
          <p:nvPr/>
        </p:nvSpPr>
        <p:spPr>
          <a:xfrm flipH="1">
            <a:off x="8447941" y="2191232"/>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94"/>
          <p:cNvSpPr txBox="1"/>
          <p:nvPr>
            <p:ph type="title"/>
          </p:nvPr>
        </p:nvSpPr>
        <p:spPr>
          <a:xfrm>
            <a:off x="720075"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5741" name="Google Shape;5741;p94"/>
          <p:cNvSpPr txBox="1"/>
          <p:nvPr>
            <p:ph idx="2" type="title"/>
          </p:nvPr>
        </p:nvSpPr>
        <p:spPr>
          <a:xfrm>
            <a:off x="937700" y="3384150"/>
            <a:ext cx="21753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5742" name="Google Shape;5742;p94"/>
          <p:cNvSpPr txBox="1"/>
          <p:nvPr>
            <p:ph idx="1" type="subTitle"/>
          </p:nvPr>
        </p:nvSpPr>
        <p:spPr>
          <a:xfrm>
            <a:off x="937700" y="3740100"/>
            <a:ext cx="21753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5743" name="Google Shape;5743;p94"/>
          <p:cNvSpPr txBox="1"/>
          <p:nvPr>
            <p:ph idx="3" type="title"/>
          </p:nvPr>
        </p:nvSpPr>
        <p:spPr>
          <a:xfrm>
            <a:off x="3484421" y="3384150"/>
            <a:ext cx="21753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5744" name="Google Shape;5744;p94"/>
          <p:cNvSpPr txBox="1"/>
          <p:nvPr>
            <p:ph idx="4" type="subTitle"/>
          </p:nvPr>
        </p:nvSpPr>
        <p:spPr>
          <a:xfrm>
            <a:off x="3484421" y="3740100"/>
            <a:ext cx="21753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5745" name="Google Shape;5745;p94"/>
          <p:cNvSpPr txBox="1"/>
          <p:nvPr>
            <p:ph idx="5" type="title"/>
          </p:nvPr>
        </p:nvSpPr>
        <p:spPr>
          <a:xfrm>
            <a:off x="6031149" y="3384150"/>
            <a:ext cx="21753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5746" name="Google Shape;5746;p94"/>
          <p:cNvSpPr txBox="1"/>
          <p:nvPr>
            <p:ph idx="6" type="subTitle"/>
          </p:nvPr>
        </p:nvSpPr>
        <p:spPr>
          <a:xfrm>
            <a:off x="6031148" y="3740100"/>
            <a:ext cx="21753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5747" name="Google Shape;5747;p94"/>
          <p:cNvSpPr txBox="1"/>
          <p:nvPr>
            <p:ph hasCustomPrompt="1" idx="7" type="title"/>
          </p:nvPr>
        </p:nvSpPr>
        <p:spPr>
          <a:xfrm>
            <a:off x="1502000" y="1845783"/>
            <a:ext cx="1046700" cy="4416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2400"/>
            </a:lvl1pPr>
            <a:lvl2pPr lvl="1" algn="ctr">
              <a:spcBef>
                <a:spcPts val="0"/>
              </a:spcBef>
              <a:spcAft>
                <a:spcPts val="0"/>
              </a:spcAft>
              <a:buSzPts val="4800"/>
              <a:buNone/>
              <a:defRPr sz="4800"/>
            </a:lvl2pPr>
            <a:lvl3pPr lvl="2" algn="ctr">
              <a:spcBef>
                <a:spcPts val="0"/>
              </a:spcBef>
              <a:spcAft>
                <a:spcPts val="0"/>
              </a:spcAft>
              <a:buSzPts val="4800"/>
              <a:buNone/>
              <a:defRPr sz="4800"/>
            </a:lvl3pPr>
            <a:lvl4pPr lvl="3" algn="ctr">
              <a:spcBef>
                <a:spcPts val="0"/>
              </a:spcBef>
              <a:spcAft>
                <a:spcPts val="0"/>
              </a:spcAft>
              <a:buSzPts val="4800"/>
              <a:buNone/>
              <a:defRPr sz="4800"/>
            </a:lvl4pPr>
            <a:lvl5pPr lvl="4" algn="ctr">
              <a:spcBef>
                <a:spcPts val="0"/>
              </a:spcBef>
              <a:spcAft>
                <a:spcPts val="0"/>
              </a:spcAft>
              <a:buSzPts val="4800"/>
              <a:buNone/>
              <a:defRPr sz="4800"/>
            </a:lvl5pPr>
            <a:lvl6pPr lvl="5" algn="ctr">
              <a:spcBef>
                <a:spcPts val="0"/>
              </a:spcBef>
              <a:spcAft>
                <a:spcPts val="0"/>
              </a:spcAft>
              <a:buSzPts val="4800"/>
              <a:buNone/>
              <a:defRPr sz="4800"/>
            </a:lvl6pPr>
            <a:lvl7pPr lvl="6" algn="ctr">
              <a:spcBef>
                <a:spcPts val="0"/>
              </a:spcBef>
              <a:spcAft>
                <a:spcPts val="0"/>
              </a:spcAft>
              <a:buSzPts val="4800"/>
              <a:buNone/>
              <a:defRPr sz="4800"/>
            </a:lvl7pPr>
            <a:lvl8pPr lvl="7" algn="ctr">
              <a:spcBef>
                <a:spcPts val="0"/>
              </a:spcBef>
              <a:spcAft>
                <a:spcPts val="0"/>
              </a:spcAft>
              <a:buSzPts val="4800"/>
              <a:buNone/>
              <a:defRPr sz="4800"/>
            </a:lvl8pPr>
            <a:lvl9pPr lvl="8" algn="ctr">
              <a:spcBef>
                <a:spcPts val="0"/>
              </a:spcBef>
              <a:spcAft>
                <a:spcPts val="0"/>
              </a:spcAft>
              <a:buSzPts val="4800"/>
              <a:buNone/>
              <a:defRPr sz="4800"/>
            </a:lvl9pPr>
          </a:lstStyle>
          <a:p>
            <a:r>
              <a:t>xx%</a:t>
            </a:r>
          </a:p>
        </p:txBody>
      </p:sp>
      <p:sp>
        <p:nvSpPr>
          <p:cNvPr id="5748" name="Google Shape;5748;p94"/>
          <p:cNvSpPr txBox="1"/>
          <p:nvPr>
            <p:ph hasCustomPrompt="1" idx="8" type="title"/>
          </p:nvPr>
        </p:nvSpPr>
        <p:spPr>
          <a:xfrm>
            <a:off x="4048721" y="1845858"/>
            <a:ext cx="1046700" cy="4416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2400"/>
            </a:lvl1pPr>
            <a:lvl2pPr lvl="1" algn="ctr">
              <a:spcBef>
                <a:spcPts val="0"/>
              </a:spcBef>
              <a:spcAft>
                <a:spcPts val="0"/>
              </a:spcAft>
              <a:buSzPts val="4800"/>
              <a:buNone/>
              <a:defRPr sz="4800"/>
            </a:lvl2pPr>
            <a:lvl3pPr lvl="2" algn="ctr">
              <a:spcBef>
                <a:spcPts val="0"/>
              </a:spcBef>
              <a:spcAft>
                <a:spcPts val="0"/>
              </a:spcAft>
              <a:buSzPts val="4800"/>
              <a:buNone/>
              <a:defRPr sz="4800"/>
            </a:lvl3pPr>
            <a:lvl4pPr lvl="3" algn="ctr">
              <a:spcBef>
                <a:spcPts val="0"/>
              </a:spcBef>
              <a:spcAft>
                <a:spcPts val="0"/>
              </a:spcAft>
              <a:buSzPts val="4800"/>
              <a:buNone/>
              <a:defRPr sz="4800"/>
            </a:lvl4pPr>
            <a:lvl5pPr lvl="4" algn="ctr">
              <a:spcBef>
                <a:spcPts val="0"/>
              </a:spcBef>
              <a:spcAft>
                <a:spcPts val="0"/>
              </a:spcAft>
              <a:buSzPts val="4800"/>
              <a:buNone/>
              <a:defRPr sz="4800"/>
            </a:lvl5pPr>
            <a:lvl6pPr lvl="5" algn="ctr">
              <a:spcBef>
                <a:spcPts val="0"/>
              </a:spcBef>
              <a:spcAft>
                <a:spcPts val="0"/>
              </a:spcAft>
              <a:buSzPts val="4800"/>
              <a:buNone/>
              <a:defRPr sz="4800"/>
            </a:lvl6pPr>
            <a:lvl7pPr lvl="6" algn="ctr">
              <a:spcBef>
                <a:spcPts val="0"/>
              </a:spcBef>
              <a:spcAft>
                <a:spcPts val="0"/>
              </a:spcAft>
              <a:buSzPts val="4800"/>
              <a:buNone/>
              <a:defRPr sz="4800"/>
            </a:lvl7pPr>
            <a:lvl8pPr lvl="7" algn="ctr">
              <a:spcBef>
                <a:spcPts val="0"/>
              </a:spcBef>
              <a:spcAft>
                <a:spcPts val="0"/>
              </a:spcAft>
              <a:buSzPts val="4800"/>
              <a:buNone/>
              <a:defRPr sz="4800"/>
            </a:lvl8pPr>
            <a:lvl9pPr lvl="8" algn="ctr">
              <a:spcBef>
                <a:spcPts val="0"/>
              </a:spcBef>
              <a:spcAft>
                <a:spcPts val="0"/>
              </a:spcAft>
              <a:buSzPts val="4800"/>
              <a:buNone/>
              <a:defRPr sz="4800"/>
            </a:lvl9pPr>
          </a:lstStyle>
          <a:p>
            <a:r>
              <a:t>xx%</a:t>
            </a:r>
          </a:p>
        </p:txBody>
      </p:sp>
      <p:sp>
        <p:nvSpPr>
          <p:cNvPr id="5749" name="Google Shape;5749;p94"/>
          <p:cNvSpPr txBox="1"/>
          <p:nvPr>
            <p:ph hasCustomPrompt="1" idx="9" type="title"/>
          </p:nvPr>
        </p:nvSpPr>
        <p:spPr>
          <a:xfrm>
            <a:off x="6595448" y="1845858"/>
            <a:ext cx="1046700" cy="4416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2400"/>
            </a:lvl1pPr>
            <a:lvl2pPr lvl="1" algn="ctr">
              <a:spcBef>
                <a:spcPts val="0"/>
              </a:spcBef>
              <a:spcAft>
                <a:spcPts val="0"/>
              </a:spcAft>
              <a:buSzPts val="4800"/>
              <a:buNone/>
              <a:defRPr sz="4800"/>
            </a:lvl2pPr>
            <a:lvl3pPr lvl="2" algn="ctr">
              <a:spcBef>
                <a:spcPts val="0"/>
              </a:spcBef>
              <a:spcAft>
                <a:spcPts val="0"/>
              </a:spcAft>
              <a:buSzPts val="4800"/>
              <a:buNone/>
              <a:defRPr sz="4800"/>
            </a:lvl3pPr>
            <a:lvl4pPr lvl="3" algn="ctr">
              <a:spcBef>
                <a:spcPts val="0"/>
              </a:spcBef>
              <a:spcAft>
                <a:spcPts val="0"/>
              </a:spcAft>
              <a:buSzPts val="4800"/>
              <a:buNone/>
              <a:defRPr sz="4800"/>
            </a:lvl4pPr>
            <a:lvl5pPr lvl="4" algn="ctr">
              <a:spcBef>
                <a:spcPts val="0"/>
              </a:spcBef>
              <a:spcAft>
                <a:spcPts val="0"/>
              </a:spcAft>
              <a:buSzPts val="4800"/>
              <a:buNone/>
              <a:defRPr sz="4800"/>
            </a:lvl5pPr>
            <a:lvl6pPr lvl="5" algn="ctr">
              <a:spcBef>
                <a:spcPts val="0"/>
              </a:spcBef>
              <a:spcAft>
                <a:spcPts val="0"/>
              </a:spcAft>
              <a:buSzPts val="4800"/>
              <a:buNone/>
              <a:defRPr sz="4800"/>
            </a:lvl6pPr>
            <a:lvl7pPr lvl="6" algn="ctr">
              <a:spcBef>
                <a:spcPts val="0"/>
              </a:spcBef>
              <a:spcAft>
                <a:spcPts val="0"/>
              </a:spcAft>
              <a:buSzPts val="4800"/>
              <a:buNone/>
              <a:defRPr sz="4800"/>
            </a:lvl7pPr>
            <a:lvl8pPr lvl="7" algn="ctr">
              <a:spcBef>
                <a:spcPts val="0"/>
              </a:spcBef>
              <a:spcAft>
                <a:spcPts val="0"/>
              </a:spcAft>
              <a:buSzPts val="4800"/>
              <a:buNone/>
              <a:defRPr sz="4800"/>
            </a:lvl8pPr>
            <a:lvl9pPr lvl="8" algn="ctr">
              <a:spcBef>
                <a:spcPts val="0"/>
              </a:spcBef>
              <a:spcAft>
                <a:spcPts val="0"/>
              </a:spcAft>
              <a:buSzPts val="4800"/>
              <a:buNone/>
              <a:defRPr sz="4800"/>
            </a:lvl9pPr>
          </a:lstStyle>
          <a:p>
            <a:r>
              <a:t>xx%</a:t>
            </a:r>
          </a:p>
        </p:txBody>
      </p:sp>
    </p:spTree>
  </p:cSld>
  <p:clrMapOvr>
    <a:masterClrMapping/>
  </p:clrMapOvr>
</p:sldLayout>
</file>

<file path=ppt/slideLayouts/slideLayout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5750" name="Shape 5750"/>
        <p:cNvGrpSpPr/>
        <p:nvPr/>
      </p:nvGrpSpPr>
      <p:grpSpPr>
        <a:xfrm>
          <a:off x="0" y="0"/>
          <a:ext cx="0" cy="0"/>
          <a:chOff x="0" y="0"/>
          <a:chExt cx="0" cy="0"/>
        </a:xfrm>
      </p:grpSpPr>
      <p:sp>
        <p:nvSpPr>
          <p:cNvPr id="5751" name="Google Shape;5751;p95"/>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95"/>
          <p:cNvSpPr/>
          <p:nvPr/>
        </p:nvSpPr>
        <p:spPr>
          <a:xfrm flipH="1" rot="-27">
            <a:off x="6928297" y="4535828"/>
            <a:ext cx="5553997" cy="166108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95"/>
          <p:cNvSpPr/>
          <p:nvPr/>
        </p:nvSpPr>
        <p:spPr>
          <a:xfrm>
            <a:off x="-281248" y="4723350"/>
            <a:ext cx="1872395" cy="736075"/>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54" name="Google Shape;5754;p95"/>
          <p:cNvGrpSpPr/>
          <p:nvPr/>
        </p:nvGrpSpPr>
        <p:grpSpPr>
          <a:xfrm>
            <a:off x="-107222" y="3866483"/>
            <a:ext cx="1587377" cy="1306567"/>
            <a:chOff x="1352322" y="1338997"/>
            <a:chExt cx="415457" cy="676942"/>
          </a:xfrm>
        </p:grpSpPr>
        <p:sp>
          <p:nvSpPr>
            <p:cNvPr id="5755" name="Google Shape;5755;p95"/>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95"/>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95"/>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95"/>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95"/>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95"/>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95"/>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95"/>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95"/>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95"/>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95"/>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95"/>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95"/>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8" name="Google Shape;5768;p95"/>
          <p:cNvGrpSpPr/>
          <p:nvPr/>
        </p:nvGrpSpPr>
        <p:grpSpPr>
          <a:xfrm flipH="1">
            <a:off x="6989366" y="3989002"/>
            <a:ext cx="2154611" cy="785401"/>
            <a:chOff x="3363545" y="1399908"/>
            <a:chExt cx="240164" cy="87537"/>
          </a:xfrm>
        </p:grpSpPr>
        <p:sp>
          <p:nvSpPr>
            <p:cNvPr id="5769" name="Google Shape;5769;p95"/>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95"/>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95"/>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95"/>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95"/>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74" name="Google Shape;5774;p95"/>
          <p:cNvSpPr/>
          <p:nvPr/>
        </p:nvSpPr>
        <p:spPr>
          <a:xfrm flipH="1">
            <a:off x="-281246" y="195779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95"/>
          <p:cNvSpPr/>
          <p:nvPr/>
        </p:nvSpPr>
        <p:spPr>
          <a:xfrm flipH="1">
            <a:off x="7784522" y="8946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95"/>
          <p:cNvSpPr/>
          <p:nvPr/>
        </p:nvSpPr>
        <p:spPr>
          <a:xfrm flipH="1">
            <a:off x="8430904" y="1991707"/>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95"/>
          <p:cNvSpPr/>
          <p:nvPr/>
        </p:nvSpPr>
        <p:spPr>
          <a:xfrm flipH="1">
            <a:off x="-145626" y="239627"/>
            <a:ext cx="1255728" cy="238749"/>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95"/>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5779" name="Google Shape;5779;p95"/>
          <p:cNvSpPr txBox="1"/>
          <p:nvPr>
            <p:ph idx="2" type="title"/>
          </p:nvPr>
        </p:nvSpPr>
        <p:spPr>
          <a:xfrm>
            <a:off x="628650" y="2941350"/>
            <a:ext cx="19782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5780" name="Google Shape;5780;p95"/>
          <p:cNvSpPr txBox="1"/>
          <p:nvPr>
            <p:ph idx="1" type="subTitle"/>
          </p:nvPr>
        </p:nvSpPr>
        <p:spPr>
          <a:xfrm>
            <a:off x="628650" y="3265015"/>
            <a:ext cx="1978200" cy="77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5781" name="Google Shape;5781;p95"/>
          <p:cNvSpPr txBox="1"/>
          <p:nvPr>
            <p:ph idx="3" type="title"/>
          </p:nvPr>
        </p:nvSpPr>
        <p:spPr>
          <a:xfrm>
            <a:off x="6537176" y="2941350"/>
            <a:ext cx="19782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5782" name="Google Shape;5782;p95"/>
          <p:cNvSpPr txBox="1"/>
          <p:nvPr>
            <p:ph idx="4" type="subTitle"/>
          </p:nvPr>
        </p:nvSpPr>
        <p:spPr>
          <a:xfrm>
            <a:off x="6537176" y="3265015"/>
            <a:ext cx="1978200" cy="77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5783" name="Google Shape;5783;p95"/>
          <p:cNvSpPr txBox="1"/>
          <p:nvPr>
            <p:ph idx="5" type="title"/>
          </p:nvPr>
        </p:nvSpPr>
        <p:spPr>
          <a:xfrm>
            <a:off x="2598159" y="2941350"/>
            <a:ext cx="19782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5784" name="Google Shape;5784;p95"/>
          <p:cNvSpPr txBox="1"/>
          <p:nvPr>
            <p:ph idx="6" type="subTitle"/>
          </p:nvPr>
        </p:nvSpPr>
        <p:spPr>
          <a:xfrm>
            <a:off x="2598159" y="3265015"/>
            <a:ext cx="1978200" cy="77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5785" name="Google Shape;5785;p95"/>
          <p:cNvSpPr txBox="1"/>
          <p:nvPr>
            <p:ph idx="7" type="title"/>
          </p:nvPr>
        </p:nvSpPr>
        <p:spPr>
          <a:xfrm>
            <a:off x="4567667" y="2941350"/>
            <a:ext cx="19782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5786" name="Google Shape;5786;p95"/>
          <p:cNvSpPr txBox="1"/>
          <p:nvPr>
            <p:ph idx="8" type="subTitle"/>
          </p:nvPr>
        </p:nvSpPr>
        <p:spPr>
          <a:xfrm>
            <a:off x="4567667" y="3265015"/>
            <a:ext cx="1978200" cy="77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5_1">
    <p:spTree>
      <p:nvGrpSpPr>
        <p:cNvPr id="5787" name="Shape 5787"/>
        <p:cNvGrpSpPr/>
        <p:nvPr/>
      </p:nvGrpSpPr>
      <p:grpSpPr>
        <a:xfrm>
          <a:off x="0" y="0"/>
          <a:ext cx="0" cy="0"/>
          <a:chOff x="0" y="0"/>
          <a:chExt cx="0" cy="0"/>
        </a:xfrm>
      </p:grpSpPr>
      <p:sp>
        <p:nvSpPr>
          <p:cNvPr id="5788" name="Google Shape;5788;p96"/>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96"/>
          <p:cNvSpPr/>
          <p:nvPr/>
        </p:nvSpPr>
        <p:spPr>
          <a:xfrm flipH="1" rot="-238332">
            <a:off x="6971149" y="4242317"/>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90" name="Google Shape;5790;p96"/>
          <p:cNvGrpSpPr/>
          <p:nvPr/>
        </p:nvGrpSpPr>
        <p:grpSpPr>
          <a:xfrm flipH="1">
            <a:off x="6989366" y="3989002"/>
            <a:ext cx="2154611" cy="785401"/>
            <a:chOff x="3363545" y="1399908"/>
            <a:chExt cx="240164" cy="87537"/>
          </a:xfrm>
        </p:grpSpPr>
        <p:sp>
          <p:nvSpPr>
            <p:cNvPr id="5791" name="Google Shape;5791;p96"/>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96"/>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96"/>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96"/>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96"/>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96" name="Google Shape;5796;p96"/>
          <p:cNvSpPr/>
          <p:nvPr/>
        </p:nvSpPr>
        <p:spPr>
          <a:xfrm rot="238332">
            <a:off x="-3394295" y="4242315"/>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97" name="Google Shape;5797;p96"/>
          <p:cNvGrpSpPr/>
          <p:nvPr/>
        </p:nvGrpSpPr>
        <p:grpSpPr>
          <a:xfrm>
            <a:off x="-13051" y="3988966"/>
            <a:ext cx="2154611" cy="785401"/>
            <a:chOff x="3363545" y="1399908"/>
            <a:chExt cx="240164" cy="87537"/>
          </a:xfrm>
        </p:grpSpPr>
        <p:sp>
          <p:nvSpPr>
            <p:cNvPr id="5798" name="Google Shape;5798;p96"/>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96"/>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96"/>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96"/>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96"/>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03" name="Google Shape;5803;p96"/>
          <p:cNvSpPr/>
          <p:nvPr/>
        </p:nvSpPr>
        <p:spPr>
          <a:xfrm flipH="1">
            <a:off x="-334053" y="8650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96"/>
          <p:cNvSpPr/>
          <p:nvPr/>
        </p:nvSpPr>
        <p:spPr>
          <a:xfrm flipH="1">
            <a:off x="8430904" y="123517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96"/>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5806" name="Google Shape;5806;p96"/>
          <p:cNvSpPr txBox="1"/>
          <p:nvPr>
            <p:ph idx="2" type="title"/>
          </p:nvPr>
        </p:nvSpPr>
        <p:spPr>
          <a:xfrm>
            <a:off x="628650" y="2489575"/>
            <a:ext cx="1978200" cy="4782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5807" name="Google Shape;5807;p96"/>
          <p:cNvSpPr txBox="1"/>
          <p:nvPr>
            <p:ph idx="1" type="subTitle"/>
          </p:nvPr>
        </p:nvSpPr>
        <p:spPr>
          <a:xfrm>
            <a:off x="628650" y="1710775"/>
            <a:ext cx="1978200" cy="7788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5808" name="Google Shape;5808;p96"/>
          <p:cNvSpPr txBox="1"/>
          <p:nvPr>
            <p:ph idx="3" type="title"/>
          </p:nvPr>
        </p:nvSpPr>
        <p:spPr>
          <a:xfrm>
            <a:off x="6537175" y="2489575"/>
            <a:ext cx="1978200" cy="4782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5809" name="Google Shape;5809;p96"/>
          <p:cNvSpPr txBox="1"/>
          <p:nvPr>
            <p:ph idx="4" type="subTitle"/>
          </p:nvPr>
        </p:nvSpPr>
        <p:spPr>
          <a:xfrm>
            <a:off x="6537176" y="1717404"/>
            <a:ext cx="1978200" cy="7788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5810" name="Google Shape;5810;p96"/>
          <p:cNvSpPr txBox="1"/>
          <p:nvPr>
            <p:ph idx="5" type="title"/>
          </p:nvPr>
        </p:nvSpPr>
        <p:spPr>
          <a:xfrm>
            <a:off x="2598158" y="2489575"/>
            <a:ext cx="1978200" cy="4782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5811" name="Google Shape;5811;p96"/>
          <p:cNvSpPr txBox="1"/>
          <p:nvPr>
            <p:ph idx="6" type="subTitle"/>
          </p:nvPr>
        </p:nvSpPr>
        <p:spPr>
          <a:xfrm>
            <a:off x="2598159" y="1710775"/>
            <a:ext cx="1978200" cy="7788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5812" name="Google Shape;5812;p96"/>
          <p:cNvSpPr txBox="1"/>
          <p:nvPr>
            <p:ph idx="7" type="title"/>
          </p:nvPr>
        </p:nvSpPr>
        <p:spPr>
          <a:xfrm>
            <a:off x="4567667" y="2489575"/>
            <a:ext cx="1978200" cy="4782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5813" name="Google Shape;5813;p96"/>
          <p:cNvSpPr txBox="1"/>
          <p:nvPr>
            <p:ph idx="8" type="subTitle"/>
          </p:nvPr>
        </p:nvSpPr>
        <p:spPr>
          <a:xfrm>
            <a:off x="4567667" y="1710775"/>
            <a:ext cx="1978200" cy="7788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5814" name="Shape 5814"/>
        <p:cNvGrpSpPr/>
        <p:nvPr/>
      </p:nvGrpSpPr>
      <p:grpSpPr>
        <a:xfrm>
          <a:off x="0" y="0"/>
          <a:ext cx="0" cy="0"/>
          <a:chOff x="0" y="0"/>
          <a:chExt cx="0" cy="0"/>
        </a:xfrm>
      </p:grpSpPr>
      <p:sp>
        <p:nvSpPr>
          <p:cNvPr id="5815" name="Google Shape;5815;p97"/>
          <p:cNvSpPr/>
          <p:nvPr/>
        </p:nvSpPr>
        <p:spPr>
          <a:xfrm flipH="1">
            <a:off x="-1" y="4762490"/>
            <a:ext cx="9173906"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97"/>
          <p:cNvSpPr/>
          <p:nvPr/>
        </p:nvSpPr>
        <p:spPr>
          <a:xfrm flipH="1">
            <a:off x="7935179" y="4901155"/>
            <a:ext cx="1670860" cy="78539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97"/>
          <p:cNvSpPr/>
          <p:nvPr/>
        </p:nvSpPr>
        <p:spPr>
          <a:xfrm flipH="1">
            <a:off x="8166989" y="4775050"/>
            <a:ext cx="1046875" cy="549114"/>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18" name="Google Shape;5818;p97"/>
          <p:cNvGrpSpPr/>
          <p:nvPr/>
        </p:nvGrpSpPr>
        <p:grpSpPr>
          <a:xfrm flipH="1">
            <a:off x="8383798" y="3692007"/>
            <a:ext cx="1041675" cy="1662029"/>
            <a:chOff x="1352322" y="1338997"/>
            <a:chExt cx="415457" cy="676942"/>
          </a:xfrm>
        </p:grpSpPr>
        <p:sp>
          <p:nvSpPr>
            <p:cNvPr id="5819" name="Google Shape;5819;p97"/>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97"/>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97"/>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97"/>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97"/>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97"/>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97"/>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97"/>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97"/>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97"/>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97"/>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97"/>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97"/>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2" name="Google Shape;5832;p97"/>
          <p:cNvGrpSpPr/>
          <p:nvPr/>
        </p:nvGrpSpPr>
        <p:grpSpPr>
          <a:xfrm flipH="1">
            <a:off x="-201443" y="3734057"/>
            <a:ext cx="1180703" cy="1035418"/>
            <a:chOff x="3650956" y="1757963"/>
            <a:chExt cx="258943" cy="227815"/>
          </a:xfrm>
        </p:grpSpPr>
        <p:sp>
          <p:nvSpPr>
            <p:cNvPr id="5833" name="Google Shape;5833;p97"/>
            <p:cNvSpPr/>
            <p:nvPr/>
          </p:nvSpPr>
          <p:spPr>
            <a:xfrm>
              <a:off x="3650956" y="1757963"/>
              <a:ext cx="258943" cy="227815"/>
            </a:xfrm>
            <a:custGeom>
              <a:rect b="b" l="l" r="r" t="t"/>
              <a:pathLst>
                <a:path extrusionOk="0" h="6272" w="7129">
                  <a:moveTo>
                    <a:pt x="5416" y="0"/>
                  </a:moveTo>
                  <a:lnTo>
                    <a:pt x="3828" y="411"/>
                  </a:lnTo>
                  <a:lnTo>
                    <a:pt x="3337" y="1499"/>
                  </a:lnTo>
                  <a:lnTo>
                    <a:pt x="2320" y="1945"/>
                  </a:lnTo>
                  <a:lnTo>
                    <a:pt x="1642" y="3016"/>
                  </a:lnTo>
                  <a:lnTo>
                    <a:pt x="1535" y="4095"/>
                  </a:lnTo>
                  <a:lnTo>
                    <a:pt x="1018" y="5219"/>
                  </a:lnTo>
                  <a:lnTo>
                    <a:pt x="1" y="6272"/>
                  </a:lnTo>
                  <a:lnTo>
                    <a:pt x="3846" y="6272"/>
                  </a:lnTo>
                  <a:lnTo>
                    <a:pt x="3417" y="5255"/>
                  </a:lnTo>
                  <a:lnTo>
                    <a:pt x="3623" y="4461"/>
                  </a:lnTo>
                  <a:lnTo>
                    <a:pt x="4390" y="3408"/>
                  </a:lnTo>
                  <a:lnTo>
                    <a:pt x="4898" y="3533"/>
                  </a:lnTo>
                  <a:lnTo>
                    <a:pt x="5327" y="4505"/>
                  </a:lnTo>
                  <a:lnTo>
                    <a:pt x="5077" y="5522"/>
                  </a:lnTo>
                  <a:lnTo>
                    <a:pt x="5228" y="6272"/>
                  </a:lnTo>
                  <a:lnTo>
                    <a:pt x="7129" y="6272"/>
                  </a:lnTo>
                  <a:lnTo>
                    <a:pt x="6745" y="5174"/>
                  </a:lnTo>
                  <a:lnTo>
                    <a:pt x="7066" y="4211"/>
                  </a:lnTo>
                  <a:lnTo>
                    <a:pt x="6593" y="2837"/>
                  </a:lnTo>
                  <a:lnTo>
                    <a:pt x="6308" y="1196"/>
                  </a:lnTo>
                  <a:lnTo>
                    <a:pt x="54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97"/>
            <p:cNvSpPr/>
            <p:nvPr/>
          </p:nvSpPr>
          <p:spPr>
            <a:xfrm>
              <a:off x="3710595" y="1757963"/>
              <a:ext cx="169481" cy="109549"/>
            </a:xfrm>
            <a:custGeom>
              <a:rect b="b" l="l" r="r" t="t"/>
              <a:pathLst>
                <a:path extrusionOk="0" h="3016" w="4666">
                  <a:moveTo>
                    <a:pt x="3774" y="0"/>
                  </a:moveTo>
                  <a:lnTo>
                    <a:pt x="2186" y="411"/>
                  </a:lnTo>
                  <a:lnTo>
                    <a:pt x="1695" y="1499"/>
                  </a:lnTo>
                  <a:lnTo>
                    <a:pt x="678" y="1945"/>
                  </a:lnTo>
                  <a:lnTo>
                    <a:pt x="0" y="3016"/>
                  </a:lnTo>
                  <a:lnTo>
                    <a:pt x="0" y="3016"/>
                  </a:lnTo>
                  <a:lnTo>
                    <a:pt x="794" y="2346"/>
                  </a:lnTo>
                  <a:lnTo>
                    <a:pt x="1401" y="2257"/>
                  </a:lnTo>
                  <a:lnTo>
                    <a:pt x="1918" y="2552"/>
                  </a:lnTo>
                  <a:lnTo>
                    <a:pt x="1570" y="1927"/>
                  </a:lnTo>
                  <a:lnTo>
                    <a:pt x="2186" y="2061"/>
                  </a:lnTo>
                  <a:lnTo>
                    <a:pt x="2025" y="1579"/>
                  </a:lnTo>
                  <a:lnTo>
                    <a:pt x="2560" y="866"/>
                  </a:lnTo>
                  <a:lnTo>
                    <a:pt x="3649" y="803"/>
                  </a:lnTo>
                  <a:lnTo>
                    <a:pt x="4666" y="1196"/>
                  </a:lnTo>
                  <a:lnTo>
                    <a:pt x="3774"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97"/>
            <p:cNvSpPr/>
            <p:nvPr/>
          </p:nvSpPr>
          <p:spPr>
            <a:xfrm>
              <a:off x="3768600" y="1867472"/>
              <a:ext cx="141295" cy="118302"/>
            </a:xfrm>
            <a:custGeom>
              <a:rect b="b" l="l" r="r" t="t"/>
              <a:pathLst>
                <a:path extrusionOk="0" h="3257" w="3890">
                  <a:moveTo>
                    <a:pt x="1534" y="1"/>
                  </a:moveTo>
                  <a:lnTo>
                    <a:pt x="856" y="116"/>
                  </a:lnTo>
                  <a:lnTo>
                    <a:pt x="259" y="1196"/>
                  </a:lnTo>
                  <a:lnTo>
                    <a:pt x="71" y="447"/>
                  </a:lnTo>
                  <a:lnTo>
                    <a:pt x="0" y="1767"/>
                  </a:lnTo>
                  <a:lnTo>
                    <a:pt x="178" y="2240"/>
                  </a:lnTo>
                  <a:lnTo>
                    <a:pt x="384" y="1446"/>
                  </a:lnTo>
                  <a:lnTo>
                    <a:pt x="1151" y="393"/>
                  </a:lnTo>
                  <a:lnTo>
                    <a:pt x="1659" y="518"/>
                  </a:lnTo>
                  <a:lnTo>
                    <a:pt x="2088" y="1490"/>
                  </a:lnTo>
                  <a:lnTo>
                    <a:pt x="1838" y="2507"/>
                  </a:lnTo>
                  <a:lnTo>
                    <a:pt x="1989" y="3257"/>
                  </a:lnTo>
                  <a:lnTo>
                    <a:pt x="3890" y="3257"/>
                  </a:lnTo>
                  <a:lnTo>
                    <a:pt x="3506" y="2159"/>
                  </a:lnTo>
                  <a:lnTo>
                    <a:pt x="3488" y="3087"/>
                  </a:lnTo>
                  <a:lnTo>
                    <a:pt x="2935" y="2820"/>
                  </a:lnTo>
                  <a:lnTo>
                    <a:pt x="2882" y="1767"/>
                  </a:lnTo>
                  <a:lnTo>
                    <a:pt x="2614" y="2820"/>
                  </a:lnTo>
                  <a:lnTo>
                    <a:pt x="2177" y="2382"/>
                  </a:lnTo>
                  <a:lnTo>
                    <a:pt x="2543" y="973"/>
                  </a:lnTo>
                  <a:lnTo>
                    <a:pt x="1534"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97"/>
            <p:cNvSpPr/>
            <p:nvPr/>
          </p:nvSpPr>
          <p:spPr>
            <a:xfrm>
              <a:off x="3722908" y="1895331"/>
              <a:ext cx="23682" cy="90443"/>
            </a:xfrm>
            <a:custGeom>
              <a:rect b="b" l="l" r="r" t="t"/>
              <a:pathLst>
                <a:path extrusionOk="0" h="2490" w="652">
                  <a:moveTo>
                    <a:pt x="179" y="1"/>
                  </a:moveTo>
                  <a:lnTo>
                    <a:pt x="286" y="1856"/>
                  </a:lnTo>
                  <a:lnTo>
                    <a:pt x="0" y="2490"/>
                  </a:lnTo>
                  <a:lnTo>
                    <a:pt x="651" y="2490"/>
                  </a:lnTo>
                  <a:lnTo>
                    <a:pt x="598" y="1910"/>
                  </a:lnTo>
                  <a:lnTo>
                    <a:pt x="598" y="1348"/>
                  </a:lnTo>
                  <a:lnTo>
                    <a:pt x="179"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97"/>
            <p:cNvSpPr/>
            <p:nvPr/>
          </p:nvSpPr>
          <p:spPr>
            <a:xfrm>
              <a:off x="3650956" y="1906663"/>
              <a:ext cx="57390" cy="79110"/>
            </a:xfrm>
            <a:custGeom>
              <a:rect b="b" l="l" r="r" t="t"/>
              <a:pathLst>
                <a:path extrusionOk="0" h="2178" w="1580">
                  <a:moveTo>
                    <a:pt x="1535" y="1"/>
                  </a:moveTo>
                  <a:lnTo>
                    <a:pt x="1018" y="1125"/>
                  </a:lnTo>
                  <a:lnTo>
                    <a:pt x="1" y="2178"/>
                  </a:lnTo>
                  <a:lnTo>
                    <a:pt x="1250" y="2178"/>
                  </a:lnTo>
                  <a:lnTo>
                    <a:pt x="795" y="1839"/>
                  </a:lnTo>
                  <a:lnTo>
                    <a:pt x="1428" y="1303"/>
                  </a:lnTo>
                  <a:lnTo>
                    <a:pt x="1580" y="643"/>
                  </a:lnTo>
                  <a:lnTo>
                    <a:pt x="153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97"/>
            <p:cNvSpPr/>
            <p:nvPr/>
          </p:nvSpPr>
          <p:spPr>
            <a:xfrm>
              <a:off x="3857370" y="1801367"/>
              <a:ext cx="50270" cy="109549"/>
            </a:xfrm>
            <a:custGeom>
              <a:rect b="b" l="l" r="r" t="t"/>
              <a:pathLst>
                <a:path extrusionOk="0" h="3016" w="1384">
                  <a:moveTo>
                    <a:pt x="625" y="1"/>
                  </a:moveTo>
                  <a:lnTo>
                    <a:pt x="580" y="1357"/>
                  </a:lnTo>
                  <a:lnTo>
                    <a:pt x="0" y="402"/>
                  </a:lnTo>
                  <a:lnTo>
                    <a:pt x="411" y="1874"/>
                  </a:lnTo>
                  <a:lnTo>
                    <a:pt x="1383" y="3016"/>
                  </a:lnTo>
                  <a:lnTo>
                    <a:pt x="910" y="1642"/>
                  </a:lnTo>
                  <a:lnTo>
                    <a:pt x="62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39" name="Google Shape;5839;p97"/>
          <p:cNvSpPr/>
          <p:nvPr/>
        </p:nvSpPr>
        <p:spPr>
          <a:xfrm flipH="1" rot="-555866">
            <a:off x="-288823" y="4705683"/>
            <a:ext cx="1355749" cy="381007"/>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97"/>
          <p:cNvSpPr/>
          <p:nvPr/>
        </p:nvSpPr>
        <p:spPr>
          <a:xfrm flipH="1">
            <a:off x="-113446" y="37042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97"/>
          <p:cNvSpPr/>
          <p:nvPr/>
        </p:nvSpPr>
        <p:spPr>
          <a:xfrm flipH="1">
            <a:off x="7814147" y="46568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97"/>
          <p:cNvSpPr/>
          <p:nvPr/>
        </p:nvSpPr>
        <p:spPr>
          <a:xfrm flipH="1">
            <a:off x="8326279" y="3021607"/>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43" name="Google Shape;5843;p97"/>
          <p:cNvGrpSpPr/>
          <p:nvPr/>
        </p:nvGrpSpPr>
        <p:grpSpPr>
          <a:xfrm>
            <a:off x="8052488" y="4680102"/>
            <a:ext cx="542735" cy="395428"/>
            <a:chOff x="6123718" y="525411"/>
            <a:chExt cx="1395563" cy="1024955"/>
          </a:xfrm>
        </p:grpSpPr>
        <p:grpSp>
          <p:nvGrpSpPr>
            <p:cNvPr id="5844" name="Google Shape;5844;p97"/>
            <p:cNvGrpSpPr/>
            <p:nvPr/>
          </p:nvGrpSpPr>
          <p:grpSpPr>
            <a:xfrm flipH="1">
              <a:off x="6123718" y="525411"/>
              <a:ext cx="1395563" cy="1024955"/>
              <a:chOff x="1696430" y="1591394"/>
              <a:chExt cx="279683" cy="208092"/>
            </a:xfrm>
          </p:grpSpPr>
          <p:sp>
            <p:nvSpPr>
              <p:cNvPr id="5845" name="Google Shape;5845;p97"/>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97"/>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97"/>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97"/>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97"/>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97"/>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97"/>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97"/>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97"/>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97"/>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97"/>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56" name="Google Shape;5856;p97"/>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57" name="Google Shape;5857;p97"/>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5858" name="Google Shape;5858;p97"/>
          <p:cNvSpPr txBox="1"/>
          <p:nvPr>
            <p:ph idx="2" type="title"/>
          </p:nvPr>
        </p:nvSpPr>
        <p:spPr>
          <a:xfrm>
            <a:off x="1101175" y="1866200"/>
            <a:ext cx="198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5859" name="Google Shape;5859;p97"/>
          <p:cNvSpPr txBox="1"/>
          <p:nvPr>
            <p:ph idx="1" type="subTitle"/>
          </p:nvPr>
        </p:nvSpPr>
        <p:spPr>
          <a:xfrm>
            <a:off x="1101175" y="2191400"/>
            <a:ext cx="19860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5860" name="Google Shape;5860;p97"/>
          <p:cNvSpPr txBox="1"/>
          <p:nvPr>
            <p:ph idx="3" type="title"/>
          </p:nvPr>
        </p:nvSpPr>
        <p:spPr>
          <a:xfrm>
            <a:off x="3578950" y="1866200"/>
            <a:ext cx="198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5861" name="Google Shape;5861;p97"/>
          <p:cNvSpPr txBox="1"/>
          <p:nvPr>
            <p:ph idx="4" type="subTitle"/>
          </p:nvPr>
        </p:nvSpPr>
        <p:spPr>
          <a:xfrm>
            <a:off x="3578950" y="2191400"/>
            <a:ext cx="19860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5862" name="Google Shape;5862;p97"/>
          <p:cNvSpPr txBox="1"/>
          <p:nvPr>
            <p:ph idx="5" type="title"/>
          </p:nvPr>
        </p:nvSpPr>
        <p:spPr>
          <a:xfrm>
            <a:off x="1101175" y="3680600"/>
            <a:ext cx="198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5863" name="Google Shape;5863;p97"/>
          <p:cNvSpPr txBox="1"/>
          <p:nvPr>
            <p:ph idx="6" type="subTitle"/>
          </p:nvPr>
        </p:nvSpPr>
        <p:spPr>
          <a:xfrm>
            <a:off x="1101175" y="4005800"/>
            <a:ext cx="19860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5864" name="Google Shape;5864;p97"/>
          <p:cNvSpPr txBox="1"/>
          <p:nvPr>
            <p:ph idx="7" type="title"/>
          </p:nvPr>
        </p:nvSpPr>
        <p:spPr>
          <a:xfrm>
            <a:off x="3578947" y="3680600"/>
            <a:ext cx="198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5865" name="Google Shape;5865;p97"/>
          <p:cNvSpPr txBox="1"/>
          <p:nvPr>
            <p:ph idx="8" type="subTitle"/>
          </p:nvPr>
        </p:nvSpPr>
        <p:spPr>
          <a:xfrm>
            <a:off x="3578997" y="4005800"/>
            <a:ext cx="19860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5866" name="Google Shape;5866;p97"/>
          <p:cNvSpPr txBox="1"/>
          <p:nvPr>
            <p:ph idx="9" type="title"/>
          </p:nvPr>
        </p:nvSpPr>
        <p:spPr>
          <a:xfrm>
            <a:off x="6056725" y="1866200"/>
            <a:ext cx="198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5867" name="Google Shape;5867;p97"/>
          <p:cNvSpPr txBox="1"/>
          <p:nvPr>
            <p:ph idx="13" type="subTitle"/>
          </p:nvPr>
        </p:nvSpPr>
        <p:spPr>
          <a:xfrm>
            <a:off x="6056725" y="2191400"/>
            <a:ext cx="19860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5868" name="Google Shape;5868;p97"/>
          <p:cNvSpPr txBox="1"/>
          <p:nvPr>
            <p:ph idx="14" type="title"/>
          </p:nvPr>
        </p:nvSpPr>
        <p:spPr>
          <a:xfrm>
            <a:off x="6056725" y="3680600"/>
            <a:ext cx="198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5869" name="Google Shape;5869;p97"/>
          <p:cNvSpPr txBox="1"/>
          <p:nvPr>
            <p:ph idx="15" type="subTitle"/>
          </p:nvPr>
        </p:nvSpPr>
        <p:spPr>
          <a:xfrm>
            <a:off x="6056825" y="4005800"/>
            <a:ext cx="19860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5870" name="Shape 5870"/>
        <p:cNvGrpSpPr/>
        <p:nvPr/>
      </p:nvGrpSpPr>
      <p:grpSpPr>
        <a:xfrm>
          <a:off x="0" y="0"/>
          <a:ext cx="0" cy="0"/>
          <a:chOff x="0" y="0"/>
          <a:chExt cx="0" cy="0"/>
        </a:xfrm>
      </p:grpSpPr>
      <p:sp>
        <p:nvSpPr>
          <p:cNvPr id="5871" name="Google Shape;5871;p98"/>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98"/>
          <p:cNvSpPr/>
          <p:nvPr/>
        </p:nvSpPr>
        <p:spPr>
          <a:xfrm flipH="1" rot="-27">
            <a:off x="7712747" y="4535828"/>
            <a:ext cx="5553997" cy="166108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98"/>
          <p:cNvSpPr/>
          <p:nvPr/>
        </p:nvSpPr>
        <p:spPr>
          <a:xfrm rot="-484425">
            <a:off x="-584671" y="4812462"/>
            <a:ext cx="1872361" cy="736091"/>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74" name="Google Shape;5874;p98"/>
          <p:cNvGrpSpPr/>
          <p:nvPr/>
        </p:nvGrpSpPr>
        <p:grpSpPr>
          <a:xfrm>
            <a:off x="-107175" y="4023152"/>
            <a:ext cx="1339640" cy="1102672"/>
            <a:chOff x="1352322" y="1338997"/>
            <a:chExt cx="415457" cy="676942"/>
          </a:xfrm>
        </p:grpSpPr>
        <p:sp>
          <p:nvSpPr>
            <p:cNvPr id="5875" name="Google Shape;5875;p98"/>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98"/>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98"/>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98"/>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98"/>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98"/>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98"/>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98"/>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98"/>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98"/>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98"/>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98"/>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98"/>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88" name="Google Shape;5888;p98"/>
          <p:cNvSpPr/>
          <p:nvPr/>
        </p:nvSpPr>
        <p:spPr>
          <a:xfrm flipH="1">
            <a:off x="-334053" y="8650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98"/>
          <p:cNvSpPr/>
          <p:nvPr/>
        </p:nvSpPr>
        <p:spPr>
          <a:xfrm flipH="1">
            <a:off x="8430904" y="158472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90" name="Google Shape;5890;p98"/>
          <p:cNvGrpSpPr/>
          <p:nvPr/>
        </p:nvGrpSpPr>
        <p:grpSpPr>
          <a:xfrm flipH="1">
            <a:off x="7770333" y="4233183"/>
            <a:ext cx="1484696" cy="541199"/>
            <a:chOff x="3363545" y="1399908"/>
            <a:chExt cx="240164" cy="87537"/>
          </a:xfrm>
        </p:grpSpPr>
        <p:sp>
          <p:nvSpPr>
            <p:cNvPr id="5891" name="Google Shape;5891;p98"/>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98"/>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98"/>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98"/>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98"/>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96" name="Google Shape;5896;p98"/>
          <p:cNvSpPr txBox="1"/>
          <p:nvPr>
            <p:ph type="title"/>
          </p:nvPr>
        </p:nvSpPr>
        <p:spPr>
          <a:xfrm>
            <a:off x="720000" y="3384148"/>
            <a:ext cx="192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5897" name="Google Shape;5897;p98"/>
          <p:cNvSpPr txBox="1"/>
          <p:nvPr>
            <p:ph idx="1" type="subTitle"/>
          </p:nvPr>
        </p:nvSpPr>
        <p:spPr>
          <a:xfrm>
            <a:off x="720000" y="3740099"/>
            <a:ext cx="19260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5898" name="Google Shape;5898;p98"/>
          <p:cNvSpPr txBox="1"/>
          <p:nvPr>
            <p:ph hasCustomPrompt="1" idx="2" type="title"/>
          </p:nvPr>
        </p:nvSpPr>
        <p:spPr>
          <a:xfrm>
            <a:off x="1131131" y="2205300"/>
            <a:ext cx="1104000" cy="441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4800"/>
              <a:buNone/>
              <a:defRPr sz="2400"/>
            </a:lvl1pPr>
            <a:lvl2pPr lvl="1" algn="ctr">
              <a:lnSpc>
                <a:spcPct val="100000"/>
              </a:lnSpc>
              <a:spcBef>
                <a:spcPts val="0"/>
              </a:spcBef>
              <a:spcAft>
                <a:spcPts val="0"/>
              </a:spcAft>
              <a:buSzPts val="4800"/>
              <a:buNone/>
              <a:defRPr sz="4800"/>
            </a:lvl2pPr>
            <a:lvl3pPr lvl="2" algn="ctr">
              <a:lnSpc>
                <a:spcPct val="100000"/>
              </a:lnSpc>
              <a:spcBef>
                <a:spcPts val="0"/>
              </a:spcBef>
              <a:spcAft>
                <a:spcPts val="0"/>
              </a:spcAft>
              <a:buSzPts val="4800"/>
              <a:buNone/>
              <a:defRPr sz="4800"/>
            </a:lvl3pPr>
            <a:lvl4pPr lvl="3" algn="ctr">
              <a:lnSpc>
                <a:spcPct val="100000"/>
              </a:lnSpc>
              <a:spcBef>
                <a:spcPts val="0"/>
              </a:spcBef>
              <a:spcAft>
                <a:spcPts val="0"/>
              </a:spcAft>
              <a:buSzPts val="4800"/>
              <a:buNone/>
              <a:defRPr sz="4800"/>
            </a:lvl4pPr>
            <a:lvl5pPr lvl="4" algn="ctr">
              <a:lnSpc>
                <a:spcPct val="100000"/>
              </a:lnSpc>
              <a:spcBef>
                <a:spcPts val="0"/>
              </a:spcBef>
              <a:spcAft>
                <a:spcPts val="0"/>
              </a:spcAft>
              <a:buSzPts val="4800"/>
              <a:buNone/>
              <a:defRPr sz="4800"/>
            </a:lvl5pPr>
            <a:lvl6pPr lvl="5" algn="ctr">
              <a:lnSpc>
                <a:spcPct val="100000"/>
              </a:lnSpc>
              <a:spcBef>
                <a:spcPts val="0"/>
              </a:spcBef>
              <a:spcAft>
                <a:spcPts val="0"/>
              </a:spcAft>
              <a:buSzPts val="4800"/>
              <a:buNone/>
              <a:defRPr sz="4800"/>
            </a:lvl6pPr>
            <a:lvl7pPr lvl="6" algn="ctr">
              <a:lnSpc>
                <a:spcPct val="100000"/>
              </a:lnSpc>
              <a:spcBef>
                <a:spcPts val="0"/>
              </a:spcBef>
              <a:spcAft>
                <a:spcPts val="0"/>
              </a:spcAft>
              <a:buSzPts val="4800"/>
              <a:buNone/>
              <a:defRPr sz="4800"/>
            </a:lvl7pPr>
            <a:lvl8pPr lvl="7" algn="ctr">
              <a:lnSpc>
                <a:spcPct val="100000"/>
              </a:lnSpc>
              <a:spcBef>
                <a:spcPts val="0"/>
              </a:spcBef>
              <a:spcAft>
                <a:spcPts val="0"/>
              </a:spcAft>
              <a:buSzPts val="4800"/>
              <a:buNone/>
              <a:defRPr sz="4800"/>
            </a:lvl8pPr>
            <a:lvl9pPr lvl="8" algn="ctr">
              <a:lnSpc>
                <a:spcPct val="100000"/>
              </a:lnSpc>
              <a:spcBef>
                <a:spcPts val="0"/>
              </a:spcBef>
              <a:spcAft>
                <a:spcPts val="0"/>
              </a:spcAft>
              <a:buSzPts val="4800"/>
              <a:buNone/>
              <a:defRPr sz="4800"/>
            </a:lvl9pPr>
          </a:lstStyle>
          <a:p>
            <a:r>
              <a:t>xx%</a:t>
            </a:r>
          </a:p>
        </p:txBody>
      </p:sp>
      <p:sp>
        <p:nvSpPr>
          <p:cNvPr id="5899" name="Google Shape;5899;p98"/>
          <p:cNvSpPr txBox="1"/>
          <p:nvPr>
            <p:ph idx="3"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5900" name="Google Shape;5900;p98"/>
          <p:cNvSpPr txBox="1"/>
          <p:nvPr>
            <p:ph idx="4" type="title"/>
          </p:nvPr>
        </p:nvSpPr>
        <p:spPr>
          <a:xfrm>
            <a:off x="2646000" y="3384148"/>
            <a:ext cx="192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5901" name="Google Shape;5901;p98"/>
          <p:cNvSpPr txBox="1"/>
          <p:nvPr>
            <p:ph idx="5" type="subTitle"/>
          </p:nvPr>
        </p:nvSpPr>
        <p:spPr>
          <a:xfrm>
            <a:off x="2646000" y="3740099"/>
            <a:ext cx="19260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5902" name="Google Shape;5902;p98"/>
          <p:cNvSpPr txBox="1"/>
          <p:nvPr>
            <p:ph hasCustomPrompt="1" idx="6" type="title"/>
          </p:nvPr>
        </p:nvSpPr>
        <p:spPr>
          <a:xfrm>
            <a:off x="3057131" y="2205300"/>
            <a:ext cx="1104000" cy="441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4800"/>
              <a:buNone/>
              <a:defRPr sz="2400"/>
            </a:lvl1pPr>
            <a:lvl2pPr lvl="1" algn="ctr">
              <a:lnSpc>
                <a:spcPct val="100000"/>
              </a:lnSpc>
              <a:spcBef>
                <a:spcPts val="0"/>
              </a:spcBef>
              <a:spcAft>
                <a:spcPts val="0"/>
              </a:spcAft>
              <a:buSzPts val="4800"/>
              <a:buNone/>
              <a:defRPr sz="4800"/>
            </a:lvl2pPr>
            <a:lvl3pPr lvl="2" algn="ctr">
              <a:lnSpc>
                <a:spcPct val="100000"/>
              </a:lnSpc>
              <a:spcBef>
                <a:spcPts val="0"/>
              </a:spcBef>
              <a:spcAft>
                <a:spcPts val="0"/>
              </a:spcAft>
              <a:buSzPts val="4800"/>
              <a:buNone/>
              <a:defRPr sz="4800"/>
            </a:lvl3pPr>
            <a:lvl4pPr lvl="3" algn="ctr">
              <a:lnSpc>
                <a:spcPct val="100000"/>
              </a:lnSpc>
              <a:spcBef>
                <a:spcPts val="0"/>
              </a:spcBef>
              <a:spcAft>
                <a:spcPts val="0"/>
              </a:spcAft>
              <a:buSzPts val="4800"/>
              <a:buNone/>
              <a:defRPr sz="4800"/>
            </a:lvl4pPr>
            <a:lvl5pPr lvl="4" algn="ctr">
              <a:lnSpc>
                <a:spcPct val="100000"/>
              </a:lnSpc>
              <a:spcBef>
                <a:spcPts val="0"/>
              </a:spcBef>
              <a:spcAft>
                <a:spcPts val="0"/>
              </a:spcAft>
              <a:buSzPts val="4800"/>
              <a:buNone/>
              <a:defRPr sz="4800"/>
            </a:lvl5pPr>
            <a:lvl6pPr lvl="5" algn="ctr">
              <a:lnSpc>
                <a:spcPct val="100000"/>
              </a:lnSpc>
              <a:spcBef>
                <a:spcPts val="0"/>
              </a:spcBef>
              <a:spcAft>
                <a:spcPts val="0"/>
              </a:spcAft>
              <a:buSzPts val="4800"/>
              <a:buNone/>
              <a:defRPr sz="4800"/>
            </a:lvl6pPr>
            <a:lvl7pPr lvl="6" algn="ctr">
              <a:lnSpc>
                <a:spcPct val="100000"/>
              </a:lnSpc>
              <a:spcBef>
                <a:spcPts val="0"/>
              </a:spcBef>
              <a:spcAft>
                <a:spcPts val="0"/>
              </a:spcAft>
              <a:buSzPts val="4800"/>
              <a:buNone/>
              <a:defRPr sz="4800"/>
            </a:lvl7pPr>
            <a:lvl8pPr lvl="7" algn="ctr">
              <a:lnSpc>
                <a:spcPct val="100000"/>
              </a:lnSpc>
              <a:spcBef>
                <a:spcPts val="0"/>
              </a:spcBef>
              <a:spcAft>
                <a:spcPts val="0"/>
              </a:spcAft>
              <a:buSzPts val="4800"/>
              <a:buNone/>
              <a:defRPr sz="4800"/>
            </a:lvl8pPr>
            <a:lvl9pPr lvl="8" algn="ctr">
              <a:lnSpc>
                <a:spcPct val="100000"/>
              </a:lnSpc>
              <a:spcBef>
                <a:spcPts val="0"/>
              </a:spcBef>
              <a:spcAft>
                <a:spcPts val="0"/>
              </a:spcAft>
              <a:buSzPts val="4800"/>
              <a:buNone/>
              <a:defRPr sz="4800"/>
            </a:lvl9pPr>
          </a:lstStyle>
          <a:p>
            <a:r>
              <a:t>xx%</a:t>
            </a:r>
          </a:p>
        </p:txBody>
      </p:sp>
      <p:sp>
        <p:nvSpPr>
          <p:cNvPr id="5903" name="Google Shape;5903;p98"/>
          <p:cNvSpPr txBox="1"/>
          <p:nvPr>
            <p:ph idx="7" type="title"/>
          </p:nvPr>
        </p:nvSpPr>
        <p:spPr>
          <a:xfrm>
            <a:off x="4572000" y="3384148"/>
            <a:ext cx="192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5904" name="Google Shape;5904;p98"/>
          <p:cNvSpPr txBox="1"/>
          <p:nvPr>
            <p:ph idx="8" type="subTitle"/>
          </p:nvPr>
        </p:nvSpPr>
        <p:spPr>
          <a:xfrm>
            <a:off x="4572000" y="3740099"/>
            <a:ext cx="19260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5905" name="Google Shape;5905;p98"/>
          <p:cNvSpPr txBox="1"/>
          <p:nvPr>
            <p:ph hasCustomPrompt="1" idx="9" type="title"/>
          </p:nvPr>
        </p:nvSpPr>
        <p:spPr>
          <a:xfrm>
            <a:off x="4983131" y="2205300"/>
            <a:ext cx="1104000" cy="441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4800"/>
              <a:buNone/>
              <a:defRPr sz="2400"/>
            </a:lvl1pPr>
            <a:lvl2pPr lvl="1" algn="ctr">
              <a:lnSpc>
                <a:spcPct val="100000"/>
              </a:lnSpc>
              <a:spcBef>
                <a:spcPts val="0"/>
              </a:spcBef>
              <a:spcAft>
                <a:spcPts val="0"/>
              </a:spcAft>
              <a:buSzPts val="4800"/>
              <a:buNone/>
              <a:defRPr sz="4800"/>
            </a:lvl2pPr>
            <a:lvl3pPr lvl="2" algn="ctr">
              <a:lnSpc>
                <a:spcPct val="100000"/>
              </a:lnSpc>
              <a:spcBef>
                <a:spcPts val="0"/>
              </a:spcBef>
              <a:spcAft>
                <a:spcPts val="0"/>
              </a:spcAft>
              <a:buSzPts val="4800"/>
              <a:buNone/>
              <a:defRPr sz="4800"/>
            </a:lvl3pPr>
            <a:lvl4pPr lvl="3" algn="ctr">
              <a:lnSpc>
                <a:spcPct val="100000"/>
              </a:lnSpc>
              <a:spcBef>
                <a:spcPts val="0"/>
              </a:spcBef>
              <a:spcAft>
                <a:spcPts val="0"/>
              </a:spcAft>
              <a:buSzPts val="4800"/>
              <a:buNone/>
              <a:defRPr sz="4800"/>
            </a:lvl4pPr>
            <a:lvl5pPr lvl="4" algn="ctr">
              <a:lnSpc>
                <a:spcPct val="100000"/>
              </a:lnSpc>
              <a:spcBef>
                <a:spcPts val="0"/>
              </a:spcBef>
              <a:spcAft>
                <a:spcPts val="0"/>
              </a:spcAft>
              <a:buSzPts val="4800"/>
              <a:buNone/>
              <a:defRPr sz="4800"/>
            </a:lvl5pPr>
            <a:lvl6pPr lvl="5" algn="ctr">
              <a:lnSpc>
                <a:spcPct val="100000"/>
              </a:lnSpc>
              <a:spcBef>
                <a:spcPts val="0"/>
              </a:spcBef>
              <a:spcAft>
                <a:spcPts val="0"/>
              </a:spcAft>
              <a:buSzPts val="4800"/>
              <a:buNone/>
              <a:defRPr sz="4800"/>
            </a:lvl6pPr>
            <a:lvl7pPr lvl="6" algn="ctr">
              <a:lnSpc>
                <a:spcPct val="100000"/>
              </a:lnSpc>
              <a:spcBef>
                <a:spcPts val="0"/>
              </a:spcBef>
              <a:spcAft>
                <a:spcPts val="0"/>
              </a:spcAft>
              <a:buSzPts val="4800"/>
              <a:buNone/>
              <a:defRPr sz="4800"/>
            </a:lvl7pPr>
            <a:lvl8pPr lvl="7" algn="ctr">
              <a:lnSpc>
                <a:spcPct val="100000"/>
              </a:lnSpc>
              <a:spcBef>
                <a:spcPts val="0"/>
              </a:spcBef>
              <a:spcAft>
                <a:spcPts val="0"/>
              </a:spcAft>
              <a:buSzPts val="4800"/>
              <a:buNone/>
              <a:defRPr sz="4800"/>
            </a:lvl8pPr>
            <a:lvl9pPr lvl="8" algn="ctr">
              <a:lnSpc>
                <a:spcPct val="100000"/>
              </a:lnSpc>
              <a:spcBef>
                <a:spcPts val="0"/>
              </a:spcBef>
              <a:spcAft>
                <a:spcPts val="0"/>
              </a:spcAft>
              <a:buSzPts val="4800"/>
              <a:buNone/>
              <a:defRPr sz="4800"/>
            </a:lvl9pPr>
          </a:lstStyle>
          <a:p>
            <a:r>
              <a:t>xx%</a:t>
            </a:r>
          </a:p>
        </p:txBody>
      </p:sp>
      <p:sp>
        <p:nvSpPr>
          <p:cNvPr id="5906" name="Google Shape;5906;p98"/>
          <p:cNvSpPr txBox="1"/>
          <p:nvPr>
            <p:ph idx="13" type="title"/>
          </p:nvPr>
        </p:nvSpPr>
        <p:spPr>
          <a:xfrm>
            <a:off x="6498000" y="3384148"/>
            <a:ext cx="192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5907" name="Google Shape;5907;p98"/>
          <p:cNvSpPr txBox="1"/>
          <p:nvPr>
            <p:ph idx="14" type="subTitle"/>
          </p:nvPr>
        </p:nvSpPr>
        <p:spPr>
          <a:xfrm>
            <a:off x="6498000" y="3740099"/>
            <a:ext cx="19260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5908" name="Google Shape;5908;p98"/>
          <p:cNvSpPr txBox="1"/>
          <p:nvPr>
            <p:ph hasCustomPrompt="1" idx="15" type="title"/>
          </p:nvPr>
        </p:nvSpPr>
        <p:spPr>
          <a:xfrm>
            <a:off x="6909131" y="2205300"/>
            <a:ext cx="1104000" cy="441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4800"/>
              <a:buNone/>
              <a:defRPr sz="2400"/>
            </a:lvl1pPr>
            <a:lvl2pPr lvl="1" algn="ctr">
              <a:lnSpc>
                <a:spcPct val="100000"/>
              </a:lnSpc>
              <a:spcBef>
                <a:spcPts val="0"/>
              </a:spcBef>
              <a:spcAft>
                <a:spcPts val="0"/>
              </a:spcAft>
              <a:buSzPts val="4800"/>
              <a:buNone/>
              <a:defRPr sz="4800"/>
            </a:lvl2pPr>
            <a:lvl3pPr lvl="2" algn="ctr">
              <a:lnSpc>
                <a:spcPct val="100000"/>
              </a:lnSpc>
              <a:spcBef>
                <a:spcPts val="0"/>
              </a:spcBef>
              <a:spcAft>
                <a:spcPts val="0"/>
              </a:spcAft>
              <a:buSzPts val="4800"/>
              <a:buNone/>
              <a:defRPr sz="4800"/>
            </a:lvl3pPr>
            <a:lvl4pPr lvl="3" algn="ctr">
              <a:lnSpc>
                <a:spcPct val="100000"/>
              </a:lnSpc>
              <a:spcBef>
                <a:spcPts val="0"/>
              </a:spcBef>
              <a:spcAft>
                <a:spcPts val="0"/>
              </a:spcAft>
              <a:buSzPts val="4800"/>
              <a:buNone/>
              <a:defRPr sz="4800"/>
            </a:lvl4pPr>
            <a:lvl5pPr lvl="4" algn="ctr">
              <a:lnSpc>
                <a:spcPct val="100000"/>
              </a:lnSpc>
              <a:spcBef>
                <a:spcPts val="0"/>
              </a:spcBef>
              <a:spcAft>
                <a:spcPts val="0"/>
              </a:spcAft>
              <a:buSzPts val="4800"/>
              <a:buNone/>
              <a:defRPr sz="4800"/>
            </a:lvl5pPr>
            <a:lvl6pPr lvl="5" algn="ctr">
              <a:lnSpc>
                <a:spcPct val="100000"/>
              </a:lnSpc>
              <a:spcBef>
                <a:spcPts val="0"/>
              </a:spcBef>
              <a:spcAft>
                <a:spcPts val="0"/>
              </a:spcAft>
              <a:buSzPts val="4800"/>
              <a:buNone/>
              <a:defRPr sz="4800"/>
            </a:lvl6pPr>
            <a:lvl7pPr lvl="6" algn="ctr">
              <a:lnSpc>
                <a:spcPct val="100000"/>
              </a:lnSpc>
              <a:spcBef>
                <a:spcPts val="0"/>
              </a:spcBef>
              <a:spcAft>
                <a:spcPts val="0"/>
              </a:spcAft>
              <a:buSzPts val="4800"/>
              <a:buNone/>
              <a:defRPr sz="4800"/>
            </a:lvl7pPr>
            <a:lvl8pPr lvl="7" algn="ctr">
              <a:lnSpc>
                <a:spcPct val="100000"/>
              </a:lnSpc>
              <a:spcBef>
                <a:spcPts val="0"/>
              </a:spcBef>
              <a:spcAft>
                <a:spcPts val="0"/>
              </a:spcAft>
              <a:buSzPts val="4800"/>
              <a:buNone/>
              <a:defRPr sz="4800"/>
            </a:lvl8pPr>
            <a:lvl9pPr lvl="8" algn="ctr">
              <a:lnSpc>
                <a:spcPct val="100000"/>
              </a:lnSpc>
              <a:spcBef>
                <a:spcPts val="0"/>
              </a:spcBef>
              <a:spcAft>
                <a:spcPts val="0"/>
              </a:spcAft>
              <a:buSzPts val="4800"/>
              <a:buNone/>
              <a:defRPr sz="4800"/>
            </a:lvl9pPr>
          </a:lstStyle>
          <a:p>
            <a:r>
              <a:t>xx%</a:t>
            </a:r>
          </a:p>
        </p:txBody>
      </p:sp>
    </p:spTree>
  </p:cSld>
  <p:clrMapOvr>
    <a:masterClrMapping/>
  </p:clrMapOvr>
</p:sldLayout>
</file>

<file path=ppt/slideLayouts/slideLayout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2">
    <p:spTree>
      <p:nvGrpSpPr>
        <p:cNvPr id="5909" name="Shape 5909"/>
        <p:cNvGrpSpPr/>
        <p:nvPr/>
      </p:nvGrpSpPr>
      <p:grpSpPr>
        <a:xfrm>
          <a:off x="0" y="0"/>
          <a:ext cx="0" cy="0"/>
          <a:chOff x="0" y="0"/>
          <a:chExt cx="0" cy="0"/>
        </a:xfrm>
      </p:grpSpPr>
      <p:sp>
        <p:nvSpPr>
          <p:cNvPr id="5910" name="Google Shape;5910;p99"/>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
        <p:nvSpPr>
          <p:cNvPr id="5911" name="Google Shape;5911;p99"/>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99"/>
          <p:cNvSpPr/>
          <p:nvPr/>
        </p:nvSpPr>
        <p:spPr>
          <a:xfrm flipH="1">
            <a:off x="7770062" y="4806850"/>
            <a:ext cx="2872438" cy="136094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99"/>
          <p:cNvSpPr/>
          <p:nvPr/>
        </p:nvSpPr>
        <p:spPr>
          <a:xfrm rot="100">
            <a:off x="-274143" y="4769926"/>
            <a:ext cx="2084375" cy="452721"/>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14" name="Google Shape;5914;p99"/>
          <p:cNvGrpSpPr/>
          <p:nvPr/>
        </p:nvGrpSpPr>
        <p:grpSpPr>
          <a:xfrm flipH="1">
            <a:off x="-48291" y="4445541"/>
            <a:ext cx="1522802" cy="668193"/>
            <a:chOff x="8284835" y="1862888"/>
            <a:chExt cx="427165" cy="213583"/>
          </a:xfrm>
        </p:grpSpPr>
        <p:sp>
          <p:nvSpPr>
            <p:cNvPr id="5915" name="Google Shape;5915;p99"/>
            <p:cNvSpPr/>
            <p:nvPr/>
          </p:nvSpPr>
          <p:spPr>
            <a:xfrm>
              <a:off x="8284835" y="1862888"/>
              <a:ext cx="427165" cy="213583"/>
            </a:xfrm>
            <a:custGeom>
              <a:rect b="b" l="l" r="r" t="t"/>
              <a:pathLst>
                <a:path extrusionOk="0" h="4827" w="9654">
                  <a:moveTo>
                    <a:pt x="9653" y="0"/>
                  </a:moveTo>
                  <a:lnTo>
                    <a:pt x="8948" y="482"/>
                  </a:lnTo>
                  <a:cubicBezTo>
                    <a:pt x="8948" y="482"/>
                    <a:pt x="8774" y="656"/>
                    <a:pt x="8707" y="656"/>
                  </a:cubicBezTo>
                  <a:cubicBezTo>
                    <a:pt x="8688" y="656"/>
                    <a:pt x="8677" y="642"/>
                    <a:pt x="8681" y="607"/>
                  </a:cubicBezTo>
                  <a:cubicBezTo>
                    <a:pt x="8687" y="553"/>
                    <a:pt x="8657" y="536"/>
                    <a:pt x="8615" y="536"/>
                  </a:cubicBezTo>
                  <a:cubicBezTo>
                    <a:pt x="8530" y="536"/>
                    <a:pt x="8395" y="607"/>
                    <a:pt x="8395" y="607"/>
                  </a:cubicBezTo>
                  <a:lnTo>
                    <a:pt x="7780" y="1044"/>
                  </a:lnTo>
                  <a:lnTo>
                    <a:pt x="6941" y="1178"/>
                  </a:lnTo>
                  <a:lnTo>
                    <a:pt x="5505" y="1187"/>
                  </a:lnTo>
                  <a:lnTo>
                    <a:pt x="4863" y="1365"/>
                  </a:lnTo>
                  <a:lnTo>
                    <a:pt x="4318" y="1365"/>
                  </a:lnTo>
                  <a:lnTo>
                    <a:pt x="3712" y="1544"/>
                  </a:lnTo>
                  <a:cubicBezTo>
                    <a:pt x="3712" y="1544"/>
                    <a:pt x="3582" y="1520"/>
                    <a:pt x="3388" y="1520"/>
                  </a:cubicBezTo>
                  <a:cubicBezTo>
                    <a:pt x="3227" y="1520"/>
                    <a:pt x="3022" y="1536"/>
                    <a:pt x="2811" y="1597"/>
                  </a:cubicBezTo>
                  <a:cubicBezTo>
                    <a:pt x="2338" y="1740"/>
                    <a:pt x="1910" y="1776"/>
                    <a:pt x="1910" y="1776"/>
                  </a:cubicBezTo>
                  <a:lnTo>
                    <a:pt x="197" y="2150"/>
                  </a:lnTo>
                  <a:cubicBezTo>
                    <a:pt x="197" y="2150"/>
                    <a:pt x="1" y="2231"/>
                    <a:pt x="1044" y="2587"/>
                  </a:cubicBezTo>
                  <a:cubicBezTo>
                    <a:pt x="2498" y="3096"/>
                    <a:pt x="3587" y="2846"/>
                    <a:pt x="3774" y="3087"/>
                  </a:cubicBezTo>
                  <a:cubicBezTo>
                    <a:pt x="3962" y="3328"/>
                    <a:pt x="3863" y="3167"/>
                    <a:pt x="4113" y="3497"/>
                  </a:cubicBezTo>
                  <a:cubicBezTo>
                    <a:pt x="4363" y="3818"/>
                    <a:pt x="4292" y="3890"/>
                    <a:pt x="4684" y="3917"/>
                  </a:cubicBezTo>
                  <a:cubicBezTo>
                    <a:pt x="4815" y="3926"/>
                    <a:pt x="4929" y="3928"/>
                    <a:pt x="5023" y="3928"/>
                  </a:cubicBezTo>
                  <a:cubicBezTo>
                    <a:pt x="5210" y="3928"/>
                    <a:pt x="5318" y="3917"/>
                    <a:pt x="5318" y="3917"/>
                  </a:cubicBezTo>
                  <a:lnTo>
                    <a:pt x="5790" y="3863"/>
                  </a:lnTo>
                  <a:lnTo>
                    <a:pt x="6040" y="3917"/>
                  </a:lnTo>
                  <a:cubicBezTo>
                    <a:pt x="6040" y="3917"/>
                    <a:pt x="6352" y="4131"/>
                    <a:pt x="6629" y="4175"/>
                  </a:cubicBezTo>
                  <a:cubicBezTo>
                    <a:pt x="6672" y="4184"/>
                    <a:pt x="6701" y="4187"/>
                    <a:pt x="6720" y="4187"/>
                  </a:cubicBezTo>
                  <a:cubicBezTo>
                    <a:pt x="6782" y="4187"/>
                    <a:pt x="6748" y="4155"/>
                    <a:pt x="6759" y="4155"/>
                  </a:cubicBezTo>
                  <a:lnTo>
                    <a:pt x="6759" y="4155"/>
                  </a:lnTo>
                  <a:cubicBezTo>
                    <a:pt x="6767" y="4155"/>
                    <a:pt x="6798" y="4172"/>
                    <a:pt x="6905" y="4229"/>
                  </a:cubicBezTo>
                  <a:cubicBezTo>
                    <a:pt x="7218" y="4380"/>
                    <a:pt x="7405" y="4452"/>
                    <a:pt x="7405" y="4452"/>
                  </a:cubicBezTo>
                  <a:cubicBezTo>
                    <a:pt x="7405" y="4452"/>
                    <a:pt x="7905" y="4505"/>
                    <a:pt x="8154" y="4568"/>
                  </a:cubicBezTo>
                  <a:cubicBezTo>
                    <a:pt x="8413" y="4630"/>
                    <a:pt x="8681" y="4666"/>
                    <a:pt x="8681" y="4666"/>
                  </a:cubicBezTo>
                  <a:lnTo>
                    <a:pt x="9653" y="4827"/>
                  </a:lnTo>
                  <a:lnTo>
                    <a:pt x="965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99"/>
            <p:cNvSpPr/>
            <p:nvPr/>
          </p:nvSpPr>
          <p:spPr>
            <a:xfrm>
              <a:off x="8454567" y="1962751"/>
              <a:ext cx="257432" cy="113716"/>
            </a:xfrm>
            <a:custGeom>
              <a:rect b="b" l="l" r="r" t="t"/>
              <a:pathLst>
                <a:path extrusionOk="0" h="2570" w="5818">
                  <a:moveTo>
                    <a:pt x="5817" y="0"/>
                  </a:moveTo>
                  <a:lnTo>
                    <a:pt x="5202" y="152"/>
                  </a:lnTo>
                  <a:lnTo>
                    <a:pt x="4809" y="411"/>
                  </a:lnTo>
                  <a:lnTo>
                    <a:pt x="4399" y="500"/>
                  </a:lnTo>
                  <a:lnTo>
                    <a:pt x="4006" y="830"/>
                  </a:lnTo>
                  <a:cubicBezTo>
                    <a:pt x="4006" y="830"/>
                    <a:pt x="3911" y="850"/>
                    <a:pt x="3781" y="850"/>
                  </a:cubicBezTo>
                  <a:cubicBezTo>
                    <a:pt x="3717" y="850"/>
                    <a:pt x="3643" y="845"/>
                    <a:pt x="3569" y="830"/>
                  </a:cubicBezTo>
                  <a:cubicBezTo>
                    <a:pt x="3426" y="796"/>
                    <a:pt x="3246" y="780"/>
                    <a:pt x="3042" y="780"/>
                  </a:cubicBezTo>
                  <a:cubicBezTo>
                    <a:pt x="2927" y="780"/>
                    <a:pt x="2805" y="785"/>
                    <a:pt x="2677" y="794"/>
                  </a:cubicBezTo>
                  <a:cubicBezTo>
                    <a:pt x="2363" y="817"/>
                    <a:pt x="2417" y="919"/>
                    <a:pt x="2416" y="919"/>
                  </a:cubicBezTo>
                  <a:cubicBezTo>
                    <a:pt x="2416" y="919"/>
                    <a:pt x="2414" y="917"/>
                    <a:pt x="2409" y="910"/>
                  </a:cubicBezTo>
                  <a:cubicBezTo>
                    <a:pt x="2405" y="906"/>
                    <a:pt x="2401" y="905"/>
                    <a:pt x="2395" y="905"/>
                  </a:cubicBezTo>
                  <a:cubicBezTo>
                    <a:pt x="2338" y="905"/>
                    <a:pt x="2204" y="1098"/>
                    <a:pt x="2204" y="1098"/>
                  </a:cubicBezTo>
                  <a:cubicBezTo>
                    <a:pt x="2204" y="1098"/>
                    <a:pt x="2052" y="1089"/>
                    <a:pt x="1847" y="1053"/>
                  </a:cubicBezTo>
                  <a:cubicBezTo>
                    <a:pt x="1788" y="1046"/>
                    <a:pt x="1746" y="1042"/>
                    <a:pt x="1710" y="1042"/>
                  </a:cubicBezTo>
                  <a:cubicBezTo>
                    <a:pt x="1618" y="1042"/>
                    <a:pt x="1577" y="1065"/>
                    <a:pt x="1428" y="1098"/>
                  </a:cubicBezTo>
                  <a:cubicBezTo>
                    <a:pt x="1223" y="1133"/>
                    <a:pt x="1080" y="1231"/>
                    <a:pt x="1080" y="1231"/>
                  </a:cubicBezTo>
                  <a:lnTo>
                    <a:pt x="946" y="1312"/>
                  </a:lnTo>
                  <a:lnTo>
                    <a:pt x="1" y="910"/>
                  </a:lnTo>
                  <a:lnTo>
                    <a:pt x="1" y="910"/>
                  </a:lnTo>
                  <a:cubicBezTo>
                    <a:pt x="99" y="1035"/>
                    <a:pt x="63" y="955"/>
                    <a:pt x="277" y="1240"/>
                  </a:cubicBezTo>
                  <a:cubicBezTo>
                    <a:pt x="527" y="1561"/>
                    <a:pt x="456" y="1633"/>
                    <a:pt x="848" y="1660"/>
                  </a:cubicBezTo>
                  <a:cubicBezTo>
                    <a:pt x="979" y="1669"/>
                    <a:pt x="1093" y="1671"/>
                    <a:pt x="1187" y="1671"/>
                  </a:cubicBezTo>
                  <a:cubicBezTo>
                    <a:pt x="1374" y="1671"/>
                    <a:pt x="1482" y="1660"/>
                    <a:pt x="1482" y="1660"/>
                  </a:cubicBezTo>
                  <a:lnTo>
                    <a:pt x="1954" y="1606"/>
                  </a:lnTo>
                  <a:lnTo>
                    <a:pt x="2204" y="1660"/>
                  </a:lnTo>
                  <a:cubicBezTo>
                    <a:pt x="2204" y="1660"/>
                    <a:pt x="2516" y="1874"/>
                    <a:pt x="2793" y="1918"/>
                  </a:cubicBezTo>
                  <a:cubicBezTo>
                    <a:pt x="2836" y="1927"/>
                    <a:pt x="2865" y="1930"/>
                    <a:pt x="2884" y="1930"/>
                  </a:cubicBezTo>
                  <a:cubicBezTo>
                    <a:pt x="2946" y="1930"/>
                    <a:pt x="2912" y="1898"/>
                    <a:pt x="2923" y="1898"/>
                  </a:cubicBezTo>
                  <a:lnTo>
                    <a:pt x="2923" y="1898"/>
                  </a:lnTo>
                  <a:cubicBezTo>
                    <a:pt x="2931" y="1898"/>
                    <a:pt x="2962" y="1915"/>
                    <a:pt x="3069" y="1972"/>
                  </a:cubicBezTo>
                  <a:cubicBezTo>
                    <a:pt x="3382" y="2123"/>
                    <a:pt x="3569" y="2195"/>
                    <a:pt x="3569" y="2195"/>
                  </a:cubicBezTo>
                  <a:cubicBezTo>
                    <a:pt x="3569" y="2195"/>
                    <a:pt x="4069" y="2248"/>
                    <a:pt x="4318" y="2311"/>
                  </a:cubicBezTo>
                  <a:cubicBezTo>
                    <a:pt x="4577" y="2373"/>
                    <a:pt x="4845" y="2409"/>
                    <a:pt x="4845" y="2409"/>
                  </a:cubicBezTo>
                  <a:lnTo>
                    <a:pt x="5817" y="2570"/>
                  </a:lnTo>
                  <a:lnTo>
                    <a:pt x="5817"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99"/>
            <p:cNvSpPr/>
            <p:nvPr/>
          </p:nvSpPr>
          <p:spPr>
            <a:xfrm>
              <a:off x="8293508" y="1862888"/>
              <a:ext cx="418493" cy="100176"/>
            </a:xfrm>
            <a:custGeom>
              <a:rect b="b" l="l" r="r" t="t"/>
              <a:pathLst>
                <a:path extrusionOk="0" h="2264" w="9458">
                  <a:moveTo>
                    <a:pt x="9457" y="0"/>
                  </a:moveTo>
                  <a:lnTo>
                    <a:pt x="8752" y="482"/>
                  </a:lnTo>
                  <a:cubicBezTo>
                    <a:pt x="8752" y="482"/>
                    <a:pt x="8578" y="656"/>
                    <a:pt x="8511" y="656"/>
                  </a:cubicBezTo>
                  <a:cubicBezTo>
                    <a:pt x="8492" y="656"/>
                    <a:pt x="8481" y="642"/>
                    <a:pt x="8485" y="607"/>
                  </a:cubicBezTo>
                  <a:cubicBezTo>
                    <a:pt x="8491" y="553"/>
                    <a:pt x="8461" y="536"/>
                    <a:pt x="8419" y="536"/>
                  </a:cubicBezTo>
                  <a:cubicBezTo>
                    <a:pt x="8334" y="536"/>
                    <a:pt x="8199" y="607"/>
                    <a:pt x="8199" y="607"/>
                  </a:cubicBezTo>
                  <a:lnTo>
                    <a:pt x="7584" y="1044"/>
                  </a:lnTo>
                  <a:lnTo>
                    <a:pt x="6745" y="1178"/>
                  </a:lnTo>
                  <a:lnTo>
                    <a:pt x="5309" y="1187"/>
                  </a:lnTo>
                  <a:lnTo>
                    <a:pt x="4667" y="1365"/>
                  </a:lnTo>
                  <a:lnTo>
                    <a:pt x="4122" y="1365"/>
                  </a:lnTo>
                  <a:lnTo>
                    <a:pt x="3516" y="1544"/>
                  </a:lnTo>
                  <a:cubicBezTo>
                    <a:pt x="3516" y="1544"/>
                    <a:pt x="3386" y="1520"/>
                    <a:pt x="3192" y="1520"/>
                  </a:cubicBezTo>
                  <a:cubicBezTo>
                    <a:pt x="3031" y="1520"/>
                    <a:pt x="2826" y="1536"/>
                    <a:pt x="2615" y="1597"/>
                  </a:cubicBezTo>
                  <a:cubicBezTo>
                    <a:pt x="2142" y="1740"/>
                    <a:pt x="1714" y="1776"/>
                    <a:pt x="1714" y="1776"/>
                  </a:cubicBezTo>
                  <a:lnTo>
                    <a:pt x="1" y="2150"/>
                  </a:lnTo>
                  <a:lnTo>
                    <a:pt x="170" y="2239"/>
                  </a:lnTo>
                  <a:cubicBezTo>
                    <a:pt x="170" y="2239"/>
                    <a:pt x="262" y="2263"/>
                    <a:pt x="341" y="2263"/>
                  </a:cubicBezTo>
                  <a:cubicBezTo>
                    <a:pt x="380" y="2263"/>
                    <a:pt x="417" y="2257"/>
                    <a:pt x="438" y="2239"/>
                  </a:cubicBezTo>
                  <a:cubicBezTo>
                    <a:pt x="500" y="2186"/>
                    <a:pt x="1098" y="2150"/>
                    <a:pt x="1098" y="2150"/>
                  </a:cubicBezTo>
                  <a:lnTo>
                    <a:pt x="1508" y="2052"/>
                  </a:lnTo>
                  <a:lnTo>
                    <a:pt x="1919" y="1972"/>
                  </a:lnTo>
                  <a:cubicBezTo>
                    <a:pt x="1919" y="1972"/>
                    <a:pt x="2133" y="1918"/>
                    <a:pt x="2258" y="1874"/>
                  </a:cubicBezTo>
                  <a:cubicBezTo>
                    <a:pt x="2315" y="1853"/>
                    <a:pt x="2399" y="1848"/>
                    <a:pt x="2474" y="1848"/>
                  </a:cubicBezTo>
                  <a:cubicBezTo>
                    <a:pt x="2564" y="1848"/>
                    <a:pt x="2641" y="1856"/>
                    <a:pt x="2641" y="1856"/>
                  </a:cubicBezTo>
                  <a:lnTo>
                    <a:pt x="3302" y="1972"/>
                  </a:lnTo>
                  <a:lnTo>
                    <a:pt x="3685" y="1865"/>
                  </a:lnTo>
                  <a:lnTo>
                    <a:pt x="4015" y="1749"/>
                  </a:lnTo>
                  <a:lnTo>
                    <a:pt x="4354" y="1686"/>
                  </a:lnTo>
                  <a:lnTo>
                    <a:pt x="4961" y="1722"/>
                  </a:lnTo>
                  <a:lnTo>
                    <a:pt x="5353" y="1740"/>
                  </a:lnTo>
                  <a:lnTo>
                    <a:pt x="5737" y="1642"/>
                  </a:lnTo>
                  <a:lnTo>
                    <a:pt x="6112" y="1642"/>
                  </a:lnTo>
                  <a:lnTo>
                    <a:pt x="6469" y="1829"/>
                  </a:lnTo>
                  <a:lnTo>
                    <a:pt x="6870" y="1776"/>
                  </a:lnTo>
                  <a:lnTo>
                    <a:pt x="7120" y="1695"/>
                  </a:lnTo>
                  <a:lnTo>
                    <a:pt x="7949" y="1472"/>
                  </a:lnTo>
                  <a:lnTo>
                    <a:pt x="8404" y="1356"/>
                  </a:lnTo>
                  <a:lnTo>
                    <a:pt x="8485" y="1214"/>
                  </a:lnTo>
                  <a:cubicBezTo>
                    <a:pt x="8485" y="1214"/>
                    <a:pt x="8529" y="1169"/>
                    <a:pt x="8485" y="1098"/>
                  </a:cubicBezTo>
                  <a:cubicBezTo>
                    <a:pt x="8449" y="1026"/>
                    <a:pt x="8574" y="973"/>
                    <a:pt x="8690" y="839"/>
                  </a:cubicBezTo>
                  <a:cubicBezTo>
                    <a:pt x="8729" y="794"/>
                    <a:pt x="8756" y="779"/>
                    <a:pt x="8776" y="779"/>
                  </a:cubicBezTo>
                  <a:cubicBezTo>
                    <a:pt x="8816" y="779"/>
                    <a:pt x="8824" y="839"/>
                    <a:pt x="8824" y="839"/>
                  </a:cubicBezTo>
                  <a:cubicBezTo>
                    <a:pt x="8824" y="839"/>
                    <a:pt x="8894" y="853"/>
                    <a:pt x="8981" y="853"/>
                  </a:cubicBezTo>
                  <a:cubicBezTo>
                    <a:pt x="9060" y="853"/>
                    <a:pt x="9152" y="841"/>
                    <a:pt x="9216" y="794"/>
                  </a:cubicBezTo>
                  <a:cubicBezTo>
                    <a:pt x="9350" y="696"/>
                    <a:pt x="9270" y="634"/>
                    <a:pt x="9314" y="384"/>
                  </a:cubicBezTo>
                  <a:cubicBezTo>
                    <a:pt x="9350" y="134"/>
                    <a:pt x="9457" y="0"/>
                    <a:pt x="9457"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18" name="Google Shape;5918;p99"/>
          <p:cNvSpPr/>
          <p:nvPr/>
        </p:nvSpPr>
        <p:spPr>
          <a:xfrm flipH="1">
            <a:off x="8282464" y="4774361"/>
            <a:ext cx="861477" cy="455470"/>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19" name="Google Shape;5919;p99"/>
          <p:cNvGrpSpPr/>
          <p:nvPr/>
        </p:nvGrpSpPr>
        <p:grpSpPr>
          <a:xfrm flipH="1">
            <a:off x="8462695" y="4054124"/>
            <a:ext cx="681308" cy="1095699"/>
            <a:chOff x="1352322" y="1338997"/>
            <a:chExt cx="415457" cy="676942"/>
          </a:xfrm>
        </p:grpSpPr>
        <p:sp>
          <p:nvSpPr>
            <p:cNvPr id="5920" name="Google Shape;5920;p99"/>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99"/>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99"/>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99"/>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99"/>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99"/>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99"/>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99"/>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99"/>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99"/>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99"/>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99"/>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99"/>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3" name="Google Shape;5933;p99"/>
          <p:cNvGrpSpPr/>
          <p:nvPr/>
        </p:nvGrpSpPr>
        <p:grpSpPr>
          <a:xfrm>
            <a:off x="8038697" y="4660899"/>
            <a:ext cx="616420" cy="452825"/>
            <a:chOff x="6123718" y="525411"/>
            <a:chExt cx="1395563" cy="1024955"/>
          </a:xfrm>
        </p:grpSpPr>
        <p:grpSp>
          <p:nvGrpSpPr>
            <p:cNvPr id="5934" name="Google Shape;5934;p99"/>
            <p:cNvGrpSpPr/>
            <p:nvPr/>
          </p:nvGrpSpPr>
          <p:grpSpPr>
            <a:xfrm flipH="1">
              <a:off x="6123718" y="525411"/>
              <a:ext cx="1395563" cy="1024955"/>
              <a:chOff x="1696430" y="1591394"/>
              <a:chExt cx="279683" cy="208092"/>
            </a:xfrm>
          </p:grpSpPr>
          <p:sp>
            <p:nvSpPr>
              <p:cNvPr id="5935" name="Google Shape;5935;p99"/>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99"/>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99"/>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99"/>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99"/>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99"/>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99"/>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99"/>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99"/>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99"/>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99"/>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46" name="Google Shape;5946;p99"/>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47" name="Google Shape;5947;p99"/>
          <p:cNvSpPr/>
          <p:nvPr/>
        </p:nvSpPr>
        <p:spPr>
          <a:xfrm flipH="1">
            <a:off x="7779947" y="3182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99"/>
          <p:cNvSpPr/>
          <p:nvPr/>
        </p:nvSpPr>
        <p:spPr>
          <a:xfrm flipH="1">
            <a:off x="8488479" y="244204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99"/>
          <p:cNvSpPr/>
          <p:nvPr/>
        </p:nvSpPr>
        <p:spPr>
          <a:xfrm flipH="1">
            <a:off x="-302196" y="175007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2_1">
    <p:spTree>
      <p:nvGrpSpPr>
        <p:cNvPr id="5950" name="Shape 5950"/>
        <p:cNvGrpSpPr/>
        <p:nvPr/>
      </p:nvGrpSpPr>
      <p:grpSpPr>
        <a:xfrm>
          <a:off x="0" y="0"/>
          <a:ext cx="0" cy="0"/>
          <a:chOff x="0" y="0"/>
          <a:chExt cx="0" cy="0"/>
        </a:xfrm>
      </p:grpSpPr>
      <p:sp>
        <p:nvSpPr>
          <p:cNvPr id="5951" name="Google Shape;5951;p100"/>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100"/>
          <p:cNvSpPr/>
          <p:nvPr/>
        </p:nvSpPr>
        <p:spPr>
          <a:xfrm flipH="1">
            <a:off x="7929862" y="4570200"/>
            <a:ext cx="2872438" cy="136094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100"/>
          <p:cNvSpPr/>
          <p:nvPr/>
        </p:nvSpPr>
        <p:spPr>
          <a:xfrm flipH="1">
            <a:off x="-266407" y="4852500"/>
            <a:ext cx="9676842" cy="289832"/>
          </a:xfrm>
          <a:custGeom>
            <a:rect b="b" l="l" r="r" t="t"/>
            <a:pathLst>
              <a:path extrusionOk="0" h="9234" w="27897">
                <a:moveTo>
                  <a:pt x="14337" y="0"/>
                </a:moveTo>
                <a:cubicBezTo>
                  <a:pt x="14337" y="0"/>
                  <a:pt x="12053" y="402"/>
                  <a:pt x="13222" y="633"/>
                </a:cubicBezTo>
                <a:cubicBezTo>
                  <a:pt x="14391" y="857"/>
                  <a:pt x="13704" y="1276"/>
                  <a:pt x="11001" y="1419"/>
                </a:cubicBezTo>
                <a:cubicBezTo>
                  <a:pt x="8289" y="1561"/>
                  <a:pt x="8164" y="2204"/>
                  <a:pt x="9529" y="2346"/>
                </a:cubicBezTo>
                <a:cubicBezTo>
                  <a:pt x="10885" y="2489"/>
                  <a:pt x="4131" y="3470"/>
                  <a:pt x="5808" y="4006"/>
                </a:cubicBezTo>
                <a:cubicBezTo>
                  <a:pt x="7495" y="4550"/>
                  <a:pt x="4961" y="5040"/>
                  <a:pt x="3257" y="5272"/>
                </a:cubicBezTo>
                <a:cubicBezTo>
                  <a:pt x="1553" y="5504"/>
                  <a:pt x="1375" y="6040"/>
                  <a:pt x="2365" y="6227"/>
                </a:cubicBezTo>
                <a:cubicBezTo>
                  <a:pt x="3355" y="6414"/>
                  <a:pt x="1" y="7271"/>
                  <a:pt x="1" y="7271"/>
                </a:cubicBezTo>
                <a:lnTo>
                  <a:pt x="1" y="9233"/>
                </a:lnTo>
                <a:lnTo>
                  <a:pt x="27897" y="9233"/>
                </a:lnTo>
                <a:lnTo>
                  <a:pt x="27897" y="7137"/>
                </a:lnTo>
                <a:cubicBezTo>
                  <a:pt x="27897" y="7137"/>
                  <a:pt x="23472" y="6361"/>
                  <a:pt x="24445" y="5504"/>
                </a:cubicBezTo>
                <a:cubicBezTo>
                  <a:pt x="25417" y="4648"/>
                  <a:pt x="20171" y="4434"/>
                  <a:pt x="21340" y="3925"/>
                </a:cubicBezTo>
                <a:cubicBezTo>
                  <a:pt x="22500" y="3417"/>
                  <a:pt x="21893" y="2917"/>
                  <a:pt x="20912" y="2721"/>
                </a:cubicBezTo>
                <a:cubicBezTo>
                  <a:pt x="19939" y="2534"/>
                  <a:pt x="18780" y="2034"/>
                  <a:pt x="19422" y="1481"/>
                </a:cubicBezTo>
                <a:cubicBezTo>
                  <a:pt x="20055" y="928"/>
                  <a:pt x="19288" y="732"/>
                  <a:pt x="18512" y="491"/>
                </a:cubicBezTo>
                <a:cubicBezTo>
                  <a:pt x="17727" y="259"/>
                  <a:pt x="18637" y="0"/>
                  <a:pt x="18637"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100"/>
          <p:cNvSpPr/>
          <p:nvPr/>
        </p:nvSpPr>
        <p:spPr>
          <a:xfrm flipH="1" rot="-517971">
            <a:off x="-642987" y="4698288"/>
            <a:ext cx="1482423" cy="380966"/>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55" name="Google Shape;5955;p100"/>
          <p:cNvGrpSpPr/>
          <p:nvPr/>
        </p:nvGrpSpPr>
        <p:grpSpPr>
          <a:xfrm>
            <a:off x="-340785" y="3600346"/>
            <a:ext cx="1043741" cy="1287607"/>
            <a:chOff x="4171005" y="1331224"/>
            <a:chExt cx="356505" cy="439757"/>
          </a:xfrm>
        </p:grpSpPr>
        <p:sp>
          <p:nvSpPr>
            <p:cNvPr id="5956" name="Google Shape;5956;p100"/>
            <p:cNvSpPr/>
            <p:nvPr/>
          </p:nvSpPr>
          <p:spPr>
            <a:xfrm>
              <a:off x="4171005" y="1331224"/>
              <a:ext cx="356505" cy="439757"/>
            </a:xfrm>
            <a:custGeom>
              <a:rect b="b" l="l" r="r" t="t"/>
              <a:pathLst>
                <a:path extrusionOk="0" h="12107" w="9815">
                  <a:moveTo>
                    <a:pt x="3337" y="0"/>
                  </a:moveTo>
                  <a:lnTo>
                    <a:pt x="2320" y="464"/>
                  </a:lnTo>
                  <a:lnTo>
                    <a:pt x="2320" y="2525"/>
                  </a:lnTo>
                  <a:lnTo>
                    <a:pt x="1562" y="2257"/>
                  </a:lnTo>
                  <a:lnTo>
                    <a:pt x="964" y="2793"/>
                  </a:lnTo>
                  <a:lnTo>
                    <a:pt x="1152" y="5505"/>
                  </a:lnTo>
                  <a:lnTo>
                    <a:pt x="920" y="7182"/>
                  </a:lnTo>
                  <a:lnTo>
                    <a:pt x="1152" y="9510"/>
                  </a:lnTo>
                  <a:lnTo>
                    <a:pt x="1" y="11152"/>
                  </a:lnTo>
                  <a:lnTo>
                    <a:pt x="3266" y="11152"/>
                  </a:lnTo>
                  <a:lnTo>
                    <a:pt x="4238" y="11571"/>
                  </a:lnTo>
                  <a:lnTo>
                    <a:pt x="5282" y="11571"/>
                  </a:lnTo>
                  <a:lnTo>
                    <a:pt x="5452" y="12106"/>
                  </a:lnTo>
                  <a:lnTo>
                    <a:pt x="6522" y="12106"/>
                  </a:lnTo>
                  <a:lnTo>
                    <a:pt x="7352" y="11036"/>
                  </a:lnTo>
                  <a:lnTo>
                    <a:pt x="9814" y="11036"/>
                  </a:lnTo>
                  <a:lnTo>
                    <a:pt x="9814" y="9831"/>
                  </a:lnTo>
                  <a:lnTo>
                    <a:pt x="9341" y="9394"/>
                  </a:lnTo>
                  <a:lnTo>
                    <a:pt x="9341" y="8404"/>
                  </a:lnTo>
                  <a:lnTo>
                    <a:pt x="8467" y="6530"/>
                  </a:lnTo>
                  <a:lnTo>
                    <a:pt x="8369" y="5005"/>
                  </a:lnTo>
                  <a:lnTo>
                    <a:pt x="7138" y="3515"/>
                  </a:lnTo>
                  <a:lnTo>
                    <a:pt x="5407" y="304"/>
                  </a:lnTo>
                  <a:lnTo>
                    <a:pt x="4595" y="464"/>
                  </a:lnTo>
                  <a:lnTo>
                    <a:pt x="333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100"/>
            <p:cNvSpPr/>
            <p:nvPr/>
          </p:nvSpPr>
          <p:spPr>
            <a:xfrm>
              <a:off x="4345021" y="1403794"/>
              <a:ext cx="149431" cy="367184"/>
            </a:xfrm>
            <a:custGeom>
              <a:rect b="b" l="l" r="r" t="t"/>
              <a:pathLst>
                <a:path extrusionOk="0" h="10109" w="4114">
                  <a:moveTo>
                    <a:pt x="652" y="1"/>
                  </a:moveTo>
                  <a:lnTo>
                    <a:pt x="652" y="1669"/>
                  </a:lnTo>
                  <a:lnTo>
                    <a:pt x="1116" y="2266"/>
                  </a:lnTo>
                  <a:lnTo>
                    <a:pt x="741" y="2882"/>
                  </a:lnTo>
                  <a:lnTo>
                    <a:pt x="910" y="3890"/>
                  </a:lnTo>
                  <a:lnTo>
                    <a:pt x="812" y="5059"/>
                  </a:lnTo>
                  <a:lnTo>
                    <a:pt x="982" y="5862"/>
                  </a:lnTo>
                  <a:lnTo>
                    <a:pt x="812" y="6682"/>
                  </a:lnTo>
                  <a:lnTo>
                    <a:pt x="277" y="7325"/>
                  </a:lnTo>
                  <a:lnTo>
                    <a:pt x="224" y="9038"/>
                  </a:lnTo>
                  <a:lnTo>
                    <a:pt x="1" y="9573"/>
                  </a:lnTo>
                  <a:lnTo>
                    <a:pt x="491" y="9573"/>
                  </a:lnTo>
                  <a:lnTo>
                    <a:pt x="661" y="10108"/>
                  </a:lnTo>
                  <a:lnTo>
                    <a:pt x="1731" y="10108"/>
                  </a:lnTo>
                  <a:lnTo>
                    <a:pt x="2561" y="9038"/>
                  </a:lnTo>
                  <a:lnTo>
                    <a:pt x="4113" y="9038"/>
                  </a:lnTo>
                  <a:lnTo>
                    <a:pt x="3765" y="8172"/>
                  </a:lnTo>
                  <a:lnTo>
                    <a:pt x="3846" y="6798"/>
                  </a:lnTo>
                  <a:cubicBezTo>
                    <a:pt x="3846" y="6798"/>
                    <a:pt x="2855" y="5879"/>
                    <a:pt x="2846" y="5835"/>
                  </a:cubicBezTo>
                  <a:cubicBezTo>
                    <a:pt x="2837" y="5790"/>
                    <a:pt x="2846" y="4961"/>
                    <a:pt x="2846" y="4961"/>
                  </a:cubicBezTo>
                  <a:lnTo>
                    <a:pt x="2418" y="4185"/>
                  </a:lnTo>
                  <a:lnTo>
                    <a:pt x="1990" y="2391"/>
                  </a:lnTo>
                  <a:lnTo>
                    <a:pt x="946" y="1214"/>
                  </a:lnTo>
                  <a:lnTo>
                    <a:pt x="652"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100"/>
            <p:cNvSpPr/>
            <p:nvPr/>
          </p:nvSpPr>
          <p:spPr>
            <a:xfrm>
              <a:off x="4430230" y="1458893"/>
              <a:ext cx="97272" cy="237549"/>
            </a:xfrm>
            <a:custGeom>
              <a:rect b="b" l="l" r="r" t="t"/>
              <a:pathLst>
                <a:path extrusionOk="0" h="6540" w="2678">
                  <a:moveTo>
                    <a:pt x="1" y="0"/>
                  </a:moveTo>
                  <a:lnTo>
                    <a:pt x="661" y="1490"/>
                  </a:lnTo>
                  <a:lnTo>
                    <a:pt x="982" y="1775"/>
                  </a:lnTo>
                  <a:lnTo>
                    <a:pt x="697" y="2926"/>
                  </a:lnTo>
                  <a:lnTo>
                    <a:pt x="1401" y="3872"/>
                  </a:lnTo>
                  <a:lnTo>
                    <a:pt x="1357" y="4505"/>
                  </a:lnTo>
                  <a:lnTo>
                    <a:pt x="1803" y="4844"/>
                  </a:lnTo>
                  <a:lnTo>
                    <a:pt x="2035" y="5879"/>
                  </a:lnTo>
                  <a:lnTo>
                    <a:pt x="1999" y="6405"/>
                  </a:lnTo>
                  <a:lnTo>
                    <a:pt x="2677" y="6539"/>
                  </a:lnTo>
                  <a:lnTo>
                    <a:pt x="2677" y="6316"/>
                  </a:lnTo>
                  <a:lnTo>
                    <a:pt x="2204" y="5879"/>
                  </a:lnTo>
                  <a:lnTo>
                    <a:pt x="2204" y="4889"/>
                  </a:lnTo>
                  <a:lnTo>
                    <a:pt x="1330" y="3015"/>
                  </a:lnTo>
                  <a:lnTo>
                    <a:pt x="1276" y="2257"/>
                  </a:lnTo>
                  <a:lnTo>
                    <a:pt x="1232" y="1490"/>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100"/>
            <p:cNvSpPr/>
            <p:nvPr/>
          </p:nvSpPr>
          <p:spPr>
            <a:xfrm>
              <a:off x="4255270" y="1331224"/>
              <a:ext cx="112164" cy="220042"/>
            </a:xfrm>
            <a:custGeom>
              <a:rect b="b" l="l" r="r" t="t"/>
              <a:pathLst>
                <a:path extrusionOk="0" h="6058" w="3088">
                  <a:moveTo>
                    <a:pt x="1017" y="0"/>
                  </a:moveTo>
                  <a:lnTo>
                    <a:pt x="0" y="464"/>
                  </a:lnTo>
                  <a:lnTo>
                    <a:pt x="330" y="955"/>
                  </a:lnTo>
                  <a:lnTo>
                    <a:pt x="1008" y="1044"/>
                  </a:lnTo>
                  <a:lnTo>
                    <a:pt x="1740" y="2338"/>
                  </a:lnTo>
                  <a:lnTo>
                    <a:pt x="1571" y="3738"/>
                  </a:lnTo>
                  <a:cubicBezTo>
                    <a:pt x="1571" y="3738"/>
                    <a:pt x="2637" y="6058"/>
                    <a:pt x="2641" y="6058"/>
                  </a:cubicBezTo>
                  <a:cubicBezTo>
                    <a:pt x="2641" y="6058"/>
                    <a:pt x="2641" y="6058"/>
                    <a:pt x="2641" y="6058"/>
                  </a:cubicBezTo>
                  <a:cubicBezTo>
                    <a:pt x="2641" y="6040"/>
                    <a:pt x="2043" y="3631"/>
                    <a:pt x="2025" y="3542"/>
                  </a:cubicBezTo>
                  <a:cubicBezTo>
                    <a:pt x="2017" y="3453"/>
                    <a:pt x="2454" y="2320"/>
                    <a:pt x="2454" y="2320"/>
                  </a:cubicBezTo>
                  <a:lnTo>
                    <a:pt x="2382" y="1704"/>
                  </a:lnTo>
                  <a:lnTo>
                    <a:pt x="3087" y="304"/>
                  </a:lnTo>
                  <a:lnTo>
                    <a:pt x="2275" y="464"/>
                  </a:lnTo>
                  <a:lnTo>
                    <a:pt x="1017"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100"/>
            <p:cNvSpPr/>
            <p:nvPr/>
          </p:nvSpPr>
          <p:spPr>
            <a:xfrm>
              <a:off x="4206019" y="1413201"/>
              <a:ext cx="76495" cy="154915"/>
            </a:xfrm>
            <a:custGeom>
              <a:rect b="b" l="l" r="r" t="t"/>
              <a:pathLst>
                <a:path extrusionOk="0" h="4265" w="2106">
                  <a:moveTo>
                    <a:pt x="598" y="0"/>
                  </a:moveTo>
                  <a:lnTo>
                    <a:pt x="0" y="536"/>
                  </a:lnTo>
                  <a:lnTo>
                    <a:pt x="0" y="536"/>
                  </a:lnTo>
                  <a:lnTo>
                    <a:pt x="812" y="393"/>
                  </a:lnTo>
                  <a:lnTo>
                    <a:pt x="1740" y="1767"/>
                  </a:lnTo>
                  <a:lnTo>
                    <a:pt x="2106" y="4265"/>
                  </a:lnTo>
                  <a:lnTo>
                    <a:pt x="2106" y="1883"/>
                  </a:lnTo>
                  <a:lnTo>
                    <a:pt x="1356" y="268"/>
                  </a:lnTo>
                  <a:lnTo>
                    <a:pt x="598"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100"/>
            <p:cNvSpPr/>
            <p:nvPr/>
          </p:nvSpPr>
          <p:spPr>
            <a:xfrm>
              <a:off x="4367394" y="1342229"/>
              <a:ext cx="62874" cy="116704"/>
            </a:xfrm>
            <a:custGeom>
              <a:rect b="b" l="l" r="r" t="t"/>
              <a:pathLst>
                <a:path extrusionOk="0" h="3213" w="1731">
                  <a:moveTo>
                    <a:pt x="0" y="1"/>
                  </a:moveTo>
                  <a:lnTo>
                    <a:pt x="803" y="2605"/>
                  </a:lnTo>
                  <a:lnTo>
                    <a:pt x="1731" y="3212"/>
                  </a:lnTo>
                  <a:lnTo>
                    <a:pt x="0" y="1"/>
                  </a:lnTo>
                  <a:close/>
                  <a:moveTo>
                    <a:pt x="1731" y="3212"/>
                  </a:moveTo>
                  <a:lnTo>
                    <a:pt x="1731" y="3212"/>
                  </a:lnTo>
                  <a:lnTo>
                    <a:pt x="1731" y="3212"/>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100"/>
            <p:cNvSpPr/>
            <p:nvPr/>
          </p:nvSpPr>
          <p:spPr>
            <a:xfrm>
              <a:off x="4362854" y="1675659"/>
              <a:ext cx="11696" cy="95310"/>
            </a:xfrm>
            <a:custGeom>
              <a:rect b="b" l="l" r="r" t="t"/>
              <a:pathLst>
                <a:path extrusionOk="0" h="2624" w="322">
                  <a:moveTo>
                    <a:pt x="321" y="0"/>
                  </a:moveTo>
                  <a:lnTo>
                    <a:pt x="0" y="2088"/>
                  </a:lnTo>
                  <a:lnTo>
                    <a:pt x="170" y="2623"/>
                  </a:lnTo>
                  <a:lnTo>
                    <a:pt x="32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100"/>
            <p:cNvSpPr/>
            <p:nvPr/>
          </p:nvSpPr>
          <p:spPr>
            <a:xfrm>
              <a:off x="4385519" y="1551222"/>
              <a:ext cx="52522" cy="219751"/>
            </a:xfrm>
            <a:custGeom>
              <a:rect b="b" l="l" r="r" t="t"/>
              <a:pathLst>
                <a:path extrusionOk="0" h="6050" w="1446">
                  <a:moveTo>
                    <a:pt x="1" y="1"/>
                  </a:moveTo>
                  <a:lnTo>
                    <a:pt x="331" y="1642"/>
                  </a:lnTo>
                  <a:lnTo>
                    <a:pt x="366" y="2855"/>
                  </a:lnTo>
                  <a:lnTo>
                    <a:pt x="616" y="4880"/>
                  </a:lnTo>
                  <a:lnTo>
                    <a:pt x="545" y="5442"/>
                  </a:lnTo>
                  <a:lnTo>
                    <a:pt x="616" y="6049"/>
                  </a:lnTo>
                  <a:lnTo>
                    <a:pt x="1446" y="4979"/>
                  </a:lnTo>
                  <a:lnTo>
                    <a:pt x="670" y="2748"/>
                  </a:lnTo>
                  <a:lnTo>
                    <a:pt x="670" y="1901"/>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100"/>
            <p:cNvSpPr/>
            <p:nvPr/>
          </p:nvSpPr>
          <p:spPr>
            <a:xfrm>
              <a:off x="4251384" y="1576502"/>
              <a:ext cx="38284" cy="159783"/>
            </a:xfrm>
            <a:custGeom>
              <a:rect b="b" l="l" r="r" t="t"/>
              <a:pathLst>
                <a:path extrusionOk="0" h="4399" w="1054">
                  <a:moveTo>
                    <a:pt x="0" y="0"/>
                  </a:moveTo>
                  <a:lnTo>
                    <a:pt x="366" y="2918"/>
                  </a:lnTo>
                  <a:lnTo>
                    <a:pt x="54" y="4399"/>
                  </a:lnTo>
                  <a:lnTo>
                    <a:pt x="1053" y="4399"/>
                  </a:lnTo>
                  <a:lnTo>
                    <a:pt x="928" y="2730"/>
                  </a:lnTo>
                  <a:lnTo>
                    <a:pt x="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100"/>
            <p:cNvSpPr/>
            <p:nvPr/>
          </p:nvSpPr>
          <p:spPr>
            <a:xfrm>
              <a:off x="4455510" y="1650706"/>
              <a:ext cx="29203" cy="81362"/>
            </a:xfrm>
            <a:custGeom>
              <a:rect b="b" l="l" r="r" t="t"/>
              <a:pathLst>
                <a:path extrusionOk="0" h="2240" w="804">
                  <a:moveTo>
                    <a:pt x="90" y="0"/>
                  </a:moveTo>
                  <a:lnTo>
                    <a:pt x="1" y="1017"/>
                  </a:lnTo>
                  <a:lnTo>
                    <a:pt x="170" y="2240"/>
                  </a:lnTo>
                  <a:lnTo>
                    <a:pt x="804" y="2240"/>
                  </a:lnTo>
                  <a:lnTo>
                    <a:pt x="224" y="1035"/>
                  </a:lnTo>
                  <a:lnTo>
                    <a:pt x="9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100"/>
            <p:cNvSpPr/>
            <p:nvPr/>
          </p:nvSpPr>
          <p:spPr>
            <a:xfrm>
              <a:off x="4171005" y="1592047"/>
              <a:ext cx="82343" cy="144237"/>
            </a:xfrm>
            <a:custGeom>
              <a:rect b="b" l="l" r="r" t="t"/>
              <a:pathLst>
                <a:path extrusionOk="0" h="3971" w="2267">
                  <a:moveTo>
                    <a:pt x="920" y="1"/>
                  </a:moveTo>
                  <a:lnTo>
                    <a:pt x="1152" y="2329"/>
                  </a:lnTo>
                  <a:lnTo>
                    <a:pt x="1" y="3971"/>
                  </a:lnTo>
                  <a:lnTo>
                    <a:pt x="2267" y="3971"/>
                  </a:lnTo>
                  <a:lnTo>
                    <a:pt x="1366" y="3248"/>
                  </a:lnTo>
                  <a:lnTo>
                    <a:pt x="1607" y="2124"/>
                  </a:lnTo>
                  <a:lnTo>
                    <a:pt x="92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100"/>
            <p:cNvSpPr/>
            <p:nvPr/>
          </p:nvSpPr>
          <p:spPr>
            <a:xfrm>
              <a:off x="4289630" y="1649726"/>
              <a:ext cx="38248" cy="101776"/>
            </a:xfrm>
            <a:custGeom>
              <a:rect b="b" l="l" r="r" t="t"/>
              <a:pathLst>
                <a:path extrusionOk="0" h="2802" w="1053">
                  <a:moveTo>
                    <a:pt x="723" y="1"/>
                  </a:moveTo>
                  <a:lnTo>
                    <a:pt x="446" y="1490"/>
                  </a:lnTo>
                  <a:lnTo>
                    <a:pt x="0" y="2383"/>
                  </a:lnTo>
                  <a:lnTo>
                    <a:pt x="972" y="2802"/>
                  </a:lnTo>
                  <a:lnTo>
                    <a:pt x="1053" y="1357"/>
                  </a:lnTo>
                  <a:lnTo>
                    <a:pt x="758" y="2070"/>
                  </a:lnTo>
                  <a:lnTo>
                    <a:pt x="723"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8" name="Google Shape;5968;p100"/>
          <p:cNvGrpSpPr/>
          <p:nvPr/>
        </p:nvGrpSpPr>
        <p:grpSpPr>
          <a:xfrm flipH="1">
            <a:off x="7979792" y="4298154"/>
            <a:ext cx="1281277" cy="466197"/>
            <a:chOff x="3363545" y="1399908"/>
            <a:chExt cx="240164" cy="87537"/>
          </a:xfrm>
        </p:grpSpPr>
        <p:sp>
          <p:nvSpPr>
            <p:cNvPr id="5969" name="Google Shape;5969;p100"/>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100"/>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100"/>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100"/>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100"/>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74" name="Google Shape;5974;p100"/>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
        <p:nvSpPr>
          <p:cNvPr id="5975" name="Google Shape;5975;p100"/>
          <p:cNvSpPr/>
          <p:nvPr/>
        </p:nvSpPr>
        <p:spPr>
          <a:xfrm flipH="1">
            <a:off x="-266391" y="92444"/>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100"/>
          <p:cNvSpPr/>
          <p:nvPr/>
        </p:nvSpPr>
        <p:spPr>
          <a:xfrm flipH="1">
            <a:off x="8488479" y="97247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100"/>
          <p:cNvSpPr/>
          <p:nvPr/>
        </p:nvSpPr>
        <p:spPr>
          <a:xfrm flipH="1">
            <a:off x="-302196" y="213464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
    <p:spTree>
      <p:nvGrpSpPr>
        <p:cNvPr id="5978" name="Shape 5978"/>
        <p:cNvGrpSpPr/>
        <p:nvPr/>
      </p:nvGrpSpPr>
      <p:grpSpPr>
        <a:xfrm>
          <a:off x="0" y="0"/>
          <a:ext cx="0" cy="0"/>
          <a:chOff x="0" y="0"/>
          <a:chExt cx="0" cy="0"/>
        </a:xfrm>
      </p:grpSpPr>
      <p:sp>
        <p:nvSpPr>
          <p:cNvPr id="5979" name="Google Shape;5979;p101"/>
          <p:cNvSpPr/>
          <p:nvPr/>
        </p:nvSpPr>
        <p:spPr>
          <a:xfrm>
            <a:off x="0" y="2946100"/>
            <a:ext cx="9144017" cy="2212162"/>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101"/>
          <p:cNvSpPr/>
          <p:nvPr/>
        </p:nvSpPr>
        <p:spPr>
          <a:xfrm rot="-238101">
            <a:off x="2252374" y="2540951"/>
            <a:ext cx="9184698" cy="3467877"/>
          </a:xfrm>
          <a:custGeom>
            <a:rect b="b" l="l" r="r" t="t"/>
            <a:pathLst>
              <a:path extrusionOk="0" h="13052" w="30413">
                <a:moveTo>
                  <a:pt x="22990" y="1"/>
                </a:moveTo>
                <a:lnTo>
                  <a:pt x="13801" y="1071"/>
                </a:lnTo>
                <a:lnTo>
                  <a:pt x="13596" y="1071"/>
                </a:lnTo>
                <a:cubicBezTo>
                  <a:pt x="13596" y="1071"/>
                  <a:pt x="9965" y="1437"/>
                  <a:pt x="11027" y="1856"/>
                </a:cubicBezTo>
                <a:cubicBezTo>
                  <a:pt x="12080" y="2275"/>
                  <a:pt x="12570" y="2552"/>
                  <a:pt x="10447" y="2918"/>
                </a:cubicBezTo>
                <a:cubicBezTo>
                  <a:pt x="8333" y="3275"/>
                  <a:pt x="5960" y="3560"/>
                  <a:pt x="7610" y="4184"/>
                </a:cubicBezTo>
                <a:cubicBezTo>
                  <a:pt x="9260" y="4800"/>
                  <a:pt x="6575" y="5549"/>
                  <a:pt x="3694" y="5755"/>
                </a:cubicBezTo>
                <a:cubicBezTo>
                  <a:pt x="2427" y="5844"/>
                  <a:pt x="1098" y="6450"/>
                  <a:pt x="0" y="7102"/>
                </a:cubicBezTo>
                <a:lnTo>
                  <a:pt x="0" y="13052"/>
                </a:lnTo>
                <a:lnTo>
                  <a:pt x="28869" y="13052"/>
                </a:lnTo>
                <a:lnTo>
                  <a:pt x="30412" y="12704"/>
                </a:lnTo>
                <a:lnTo>
                  <a:pt x="30412" y="81"/>
                </a:lnTo>
                <a:lnTo>
                  <a:pt x="30038"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101"/>
          <p:cNvSpPr/>
          <p:nvPr/>
        </p:nvSpPr>
        <p:spPr>
          <a:xfrm rot="-238109">
            <a:off x="2107217" y="2665026"/>
            <a:ext cx="8527419" cy="3219687"/>
          </a:xfrm>
          <a:custGeom>
            <a:rect b="b" l="l" r="r" t="t"/>
            <a:pathLst>
              <a:path extrusionOk="0" h="13052" w="30413">
                <a:moveTo>
                  <a:pt x="22990" y="1"/>
                </a:moveTo>
                <a:lnTo>
                  <a:pt x="15728" y="848"/>
                </a:lnTo>
                <a:lnTo>
                  <a:pt x="13569" y="1749"/>
                </a:lnTo>
                <a:cubicBezTo>
                  <a:pt x="13569" y="1749"/>
                  <a:pt x="15666" y="2409"/>
                  <a:pt x="12766" y="2909"/>
                </a:cubicBezTo>
                <a:cubicBezTo>
                  <a:pt x="9867" y="3417"/>
                  <a:pt x="12017" y="3997"/>
                  <a:pt x="13337" y="4184"/>
                </a:cubicBezTo>
                <a:cubicBezTo>
                  <a:pt x="14649" y="4372"/>
                  <a:pt x="15407" y="5210"/>
                  <a:pt x="8939" y="6236"/>
                </a:cubicBezTo>
                <a:cubicBezTo>
                  <a:pt x="2480" y="7271"/>
                  <a:pt x="4684" y="7789"/>
                  <a:pt x="5888" y="8029"/>
                </a:cubicBezTo>
                <a:cubicBezTo>
                  <a:pt x="7030" y="8252"/>
                  <a:pt x="5291" y="8725"/>
                  <a:pt x="0" y="9555"/>
                </a:cubicBezTo>
                <a:lnTo>
                  <a:pt x="0" y="13052"/>
                </a:lnTo>
                <a:lnTo>
                  <a:pt x="28494" y="13052"/>
                </a:lnTo>
                <a:lnTo>
                  <a:pt x="28155" y="7887"/>
                </a:lnTo>
                <a:cubicBezTo>
                  <a:pt x="28155" y="7887"/>
                  <a:pt x="25953" y="8060"/>
                  <a:pt x="24567" y="8060"/>
                </a:cubicBezTo>
                <a:cubicBezTo>
                  <a:pt x="24042" y="8060"/>
                  <a:pt x="23635" y="8036"/>
                  <a:pt x="23507" y="7967"/>
                </a:cubicBezTo>
                <a:cubicBezTo>
                  <a:pt x="23035" y="7726"/>
                  <a:pt x="26639" y="7664"/>
                  <a:pt x="25104" y="6888"/>
                </a:cubicBezTo>
                <a:cubicBezTo>
                  <a:pt x="23579" y="6111"/>
                  <a:pt x="18413" y="6067"/>
                  <a:pt x="20233" y="5317"/>
                </a:cubicBezTo>
                <a:cubicBezTo>
                  <a:pt x="22062" y="4577"/>
                  <a:pt x="20028" y="4220"/>
                  <a:pt x="18333" y="3640"/>
                </a:cubicBezTo>
                <a:cubicBezTo>
                  <a:pt x="16638" y="3060"/>
                  <a:pt x="17236" y="2543"/>
                  <a:pt x="18770" y="2525"/>
                </a:cubicBezTo>
                <a:cubicBezTo>
                  <a:pt x="18807" y="2525"/>
                  <a:pt x="18842" y="2525"/>
                  <a:pt x="18876" y="2525"/>
                </a:cubicBezTo>
                <a:cubicBezTo>
                  <a:pt x="20301" y="2525"/>
                  <a:pt x="20215" y="2879"/>
                  <a:pt x="19832" y="3105"/>
                </a:cubicBezTo>
                <a:cubicBezTo>
                  <a:pt x="19586" y="3247"/>
                  <a:pt x="19856" y="3386"/>
                  <a:pt x="20555" y="3386"/>
                </a:cubicBezTo>
                <a:cubicBezTo>
                  <a:pt x="20997" y="3386"/>
                  <a:pt x="21611" y="3330"/>
                  <a:pt x="22374" y="3185"/>
                </a:cubicBezTo>
                <a:cubicBezTo>
                  <a:pt x="22844" y="3098"/>
                  <a:pt x="23275" y="3061"/>
                  <a:pt x="23640" y="3061"/>
                </a:cubicBezTo>
                <a:cubicBezTo>
                  <a:pt x="24807" y="3061"/>
                  <a:pt x="25303" y="3439"/>
                  <a:pt x="24257" y="3765"/>
                </a:cubicBezTo>
                <a:cubicBezTo>
                  <a:pt x="23293" y="4074"/>
                  <a:pt x="23579" y="4205"/>
                  <a:pt x="24624" y="4205"/>
                </a:cubicBezTo>
                <a:cubicBezTo>
                  <a:pt x="25060" y="4205"/>
                  <a:pt x="25627" y="4182"/>
                  <a:pt x="26291" y="4140"/>
                </a:cubicBezTo>
                <a:cubicBezTo>
                  <a:pt x="26778" y="4109"/>
                  <a:pt x="27185" y="4094"/>
                  <a:pt x="27510" y="4094"/>
                </a:cubicBezTo>
                <a:cubicBezTo>
                  <a:pt x="28693" y="4094"/>
                  <a:pt x="28808" y="4287"/>
                  <a:pt x="27843" y="4595"/>
                </a:cubicBezTo>
                <a:cubicBezTo>
                  <a:pt x="27072" y="4842"/>
                  <a:pt x="27244" y="5114"/>
                  <a:pt x="28358" y="5114"/>
                </a:cubicBezTo>
                <a:cubicBezTo>
                  <a:pt x="28855" y="5114"/>
                  <a:pt x="29540" y="5060"/>
                  <a:pt x="30412" y="4925"/>
                </a:cubicBezTo>
                <a:lnTo>
                  <a:pt x="30412" y="179"/>
                </a:lnTo>
                <a:cubicBezTo>
                  <a:pt x="29547" y="108"/>
                  <a:pt x="28494" y="45"/>
                  <a:pt x="27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82" name="Google Shape;5982;p101"/>
          <p:cNvGrpSpPr/>
          <p:nvPr/>
        </p:nvGrpSpPr>
        <p:grpSpPr>
          <a:xfrm>
            <a:off x="3619619" y="2360686"/>
            <a:ext cx="2081626" cy="2993796"/>
            <a:chOff x="4025327" y="3355494"/>
            <a:chExt cx="1740199" cy="2502755"/>
          </a:xfrm>
        </p:grpSpPr>
        <p:sp>
          <p:nvSpPr>
            <p:cNvPr id="5983" name="Google Shape;5983;p101"/>
            <p:cNvSpPr/>
            <p:nvPr/>
          </p:nvSpPr>
          <p:spPr>
            <a:xfrm>
              <a:off x="4706126" y="3843812"/>
              <a:ext cx="153439" cy="2008135"/>
            </a:xfrm>
            <a:custGeom>
              <a:rect b="b" l="l" r="r" t="t"/>
              <a:pathLst>
                <a:path extrusionOk="0" h="19735" w="1508">
                  <a:moveTo>
                    <a:pt x="357" y="1"/>
                  </a:moveTo>
                  <a:cubicBezTo>
                    <a:pt x="357" y="1"/>
                    <a:pt x="0" y="982"/>
                    <a:pt x="357" y="3088"/>
                  </a:cubicBezTo>
                  <a:cubicBezTo>
                    <a:pt x="634" y="4720"/>
                    <a:pt x="357" y="19734"/>
                    <a:pt x="357" y="19734"/>
                  </a:cubicBezTo>
                  <a:lnTo>
                    <a:pt x="1151" y="19734"/>
                  </a:lnTo>
                  <a:cubicBezTo>
                    <a:pt x="1151" y="19734"/>
                    <a:pt x="874" y="4720"/>
                    <a:pt x="1151" y="3088"/>
                  </a:cubicBezTo>
                  <a:cubicBezTo>
                    <a:pt x="1508" y="982"/>
                    <a:pt x="1151" y="1"/>
                    <a:pt x="1151"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101"/>
            <p:cNvSpPr/>
            <p:nvPr/>
          </p:nvSpPr>
          <p:spPr>
            <a:xfrm>
              <a:off x="4775111" y="3843812"/>
              <a:ext cx="84453" cy="2008135"/>
            </a:xfrm>
            <a:custGeom>
              <a:rect b="b" l="l" r="r" t="t"/>
              <a:pathLst>
                <a:path extrusionOk="0" h="19735" w="830">
                  <a:moveTo>
                    <a:pt x="277" y="1"/>
                  </a:moveTo>
                  <a:cubicBezTo>
                    <a:pt x="277" y="1"/>
                    <a:pt x="634" y="982"/>
                    <a:pt x="277" y="3088"/>
                  </a:cubicBezTo>
                  <a:cubicBezTo>
                    <a:pt x="0" y="4720"/>
                    <a:pt x="277" y="19734"/>
                    <a:pt x="277" y="19734"/>
                  </a:cubicBezTo>
                  <a:lnTo>
                    <a:pt x="473" y="19734"/>
                  </a:lnTo>
                  <a:cubicBezTo>
                    <a:pt x="473" y="19734"/>
                    <a:pt x="196" y="4720"/>
                    <a:pt x="473" y="3088"/>
                  </a:cubicBezTo>
                  <a:cubicBezTo>
                    <a:pt x="830" y="982"/>
                    <a:pt x="473" y="1"/>
                    <a:pt x="473"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101"/>
            <p:cNvSpPr/>
            <p:nvPr/>
          </p:nvSpPr>
          <p:spPr>
            <a:xfrm>
              <a:off x="4298521" y="3355494"/>
              <a:ext cx="968660" cy="758075"/>
            </a:xfrm>
            <a:custGeom>
              <a:rect b="b" l="l" r="r" t="t"/>
              <a:pathLst>
                <a:path extrusionOk="0" h="7450" w="9520">
                  <a:moveTo>
                    <a:pt x="3712" y="0"/>
                  </a:moveTo>
                  <a:lnTo>
                    <a:pt x="3712" y="0"/>
                  </a:lnTo>
                  <a:cubicBezTo>
                    <a:pt x="3944" y="830"/>
                    <a:pt x="4042" y="1481"/>
                    <a:pt x="4042" y="1481"/>
                  </a:cubicBezTo>
                  <a:cubicBezTo>
                    <a:pt x="3426" y="456"/>
                    <a:pt x="2436" y="125"/>
                    <a:pt x="2436" y="125"/>
                  </a:cubicBezTo>
                  <a:lnTo>
                    <a:pt x="2436" y="125"/>
                  </a:lnTo>
                  <a:cubicBezTo>
                    <a:pt x="3533" y="884"/>
                    <a:pt x="3748" y="1945"/>
                    <a:pt x="3748" y="1945"/>
                  </a:cubicBezTo>
                  <a:cubicBezTo>
                    <a:pt x="2998" y="937"/>
                    <a:pt x="1562" y="919"/>
                    <a:pt x="1562" y="919"/>
                  </a:cubicBezTo>
                  <a:lnTo>
                    <a:pt x="1562" y="919"/>
                  </a:lnTo>
                  <a:cubicBezTo>
                    <a:pt x="2481" y="1214"/>
                    <a:pt x="3087" y="2017"/>
                    <a:pt x="3087" y="2017"/>
                  </a:cubicBezTo>
                  <a:cubicBezTo>
                    <a:pt x="3087" y="2017"/>
                    <a:pt x="2561" y="1597"/>
                    <a:pt x="1758" y="1526"/>
                  </a:cubicBezTo>
                  <a:cubicBezTo>
                    <a:pt x="1614" y="1513"/>
                    <a:pt x="1482" y="1508"/>
                    <a:pt x="1362" y="1508"/>
                  </a:cubicBezTo>
                  <a:cubicBezTo>
                    <a:pt x="826" y="1508"/>
                    <a:pt x="545" y="1615"/>
                    <a:pt x="545" y="1615"/>
                  </a:cubicBezTo>
                  <a:cubicBezTo>
                    <a:pt x="1954" y="1651"/>
                    <a:pt x="2436" y="2302"/>
                    <a:pt x="2436" y="2302"/>
                  </a:cubicBezTo>
                  <a:cubicBezTo>
                    <a:pt x="2107" y="2194"/>
                    <a:pt x="1771" y="2170"/>
                    <a:pt x="1534" y="2170"/>
                  </a:cubicBezTo>
                  <a:cubicBezTo>
                    <a:pt x="1340" y="2170"/>
                    <a:pt x="1214" y="2186"/>
                    <a:pt x="1214" y="2186"/>
                  </a:cubicBezTo>
                  <a:cubicBezTo>
                    <a:pt x="2186" y="2347"/>
                    <a:pt x="2606" y="2837"/>
                    <a:pt x="2606" y="2837"/>
                  </a:cubicBezTo>
                  <a:cubicBezTo>
                    <a:pt x="2606" y="2837"/>
                    <a:pt x="2146" y="2706"/>
                    <a:pt x="1646" y="2706"/>
                  </a:cubicBezTo>
                  <a:cubicBezTo>
                    <a:pt x="1396" y="2706"/>
                    <a:pt x="1137" y="2739"/>
                    <a:pt x="920" y="2837"/>
                  </a:cubicBezTo>
                  <a:cubicBezTo>
                    <a:pt x="259" y="3132"/>
                    <a:pt x="134" y="3720"/>
                    <a:pt x="134" y="3720"/>
                  </a:cubicBezTo>
                  <a:cubicBezTo>
                    <a:pt x="439" y="3339"/>
                    <a:pt x="929" y="3103"/>
                    <a:pt x="1520" y="3103"/>
                  </a:cubicBezTo>
                  <a:cubicBezTo>
                    <a:pt x="1552" y="3103"/>
                    <a:pt x="1583" y="3104"/>
                    <a:pt x="1615" y="3105"/>
                  </a:cubicBezTo>
                  <a:cubicBezTo>
                    <a:pt x="2168" y="3123"/>
                    <a:pt x="2436" y="3364"/>
                    <a:pt x="2436" y="3364"/>
                  </a:cubicBezTo>
                  <a:cubicBezTo>
                    <a:pt x="2436" y="3364"/>
                    <a:pt x="2270" y="3337"/>
                    <a:pt x="2019" y="3337"/>
                  </a:cubicBezTo>
                  <a:cubicBezTo>
                    <a:pt x="1709" y="3337"/>
                    <a:pt x="1271" y="3378"/>
                    <a:pt x="857" y="3560"/>
                  </a:cubicBezTo>
                  <a:cubicBezTo>
                    <a:pt x="108" y="3890"/>
                    <a:pt x="1" y="4488"/>
                    <a:pt x="1" y="4488"/>
                  </a:cubicBezTo>
                  <a:cubicBezTo>
                    <a:pt x="500" y="3935"/>
                    <a:pt x="1383" y="3828"/>
                    <a:pt x="1383" y="3828"/>
                  </a:cubicBezTo>
                  <a:lnTo>
                    <a:pt x="1383" y="3828"/>
                  </a:lnTo>
                  <a:cubicBezTo>
                    <a:pt x="242" y="4390"/>
                    <a:pt x="63" y="5362"/>
                    <a:pt x="63" y="5362"/>
                  </a:cubicBezTo>
                  <a:cubicBezTo>
                    <a:pt x="429" y="4969"/>
                    <a:pt x="1134" y="4755"/>
                    <a:pt x="1134" y="4755"/>
                  </a:cubicBezTo>
                  <a:lnTo>
                    <a:pt x="1134" y="4755"/>
                  </a:lnTo>
                  <a:cubicBezTo>
                    <a:pt x="384" y="5335"/>
                    <a:pt x="152" y="6156"/>
                    <a:pt x="152" y="6156"/>
                  </a:cubicBezTo>
                  <a:cubicBezTo>
                    <a:pt x="652" y="5469"/>
                    <a:pt x="1544" y="5157"/>
                    <a:pt x="1544" y="5157"/>
                  </a:cubicBezTo>
                  <a:lnTo>
                    <a:pt x="1544" y="5157"/>
                  </a:lnTo>
                  <a:cubicBezTo>
                    <a:pt x="1160" y="5630"/>
                    <a:pt x="1044" y="6272"/>
                    <a:pt x="1044" y="6272"/>
                  </a:cubicBezTo>
                  <a:cubicBezTo>
                    <a:pt x="1624" y="4961"/>
                    <a:pt x="2659" y="4755"/>
                    <a:pt x="2659" y="4755"/>
                  </a:cubicBezTo>
                  <a:lnTo>
                    <a:pt x="2659" y="4755"/>
                  </a:lnTo>
                  <a:cubicBezTo>
                    <a:pt x="1642" y="5273"/>
                    <a:pt x="1473" y="6647"/>
                    <a:pt x="1473" y="6647"/>
                  </a:cubicBezTo>
                  <a:cubicBezTo>
                    <a:pt x="1963" y="5362"/>
                    <a:pt x="2891" y="4969"/>
                    <a:pt x="2891" y="4969"/>
                  </a:cubicBezTo>
                  <a:lnTo>
                    <a:pt x="2891" y="4969"/>
                  </a:lnTo>
                  <a:cubicBezTo>
                    <a:pt x="1892" y="6067"/>
                    <a:pt x="2284" y="7316"/>
                    <a:pt x="2284" y="7316"/>
                  </a:cubicBezTo>
                  <a:cubicBezTo>
                    <a:pt x="2284" y="6236"/>
                    <a:pt x="2802" y="5674"/>
                    <a:pt x="2802" y="5674"/>
                  </a:cubicBezTo>
                  <a:lnTo>
                    <a:pt x="2802" y="5674"/>
                  </a:lnTo>
                  <a:cubicBezTo>
                    <a:pt x="2579" y="6272"/>
                    <a:pt x="2686" y="6780"/>
                    <a:pt x="2686" y="6780"/>
                  </a:cubicBezTo>
                  <a:cubicBezTo>
                    <a:pt x="2900" y="5630"/>
                    <a:pt x="3533" y="5166"/>
                    <a:pt x="3533" y="5166"/>
                  </a:cubicBezTo>
                  <a:lnTo>
                    <a:pt x="3533" y="5166"/>
                  </a:lnTo>
                  <a:cubicBezTo>
                    <a:pt x="3150" y="5853"/>
                    <a:pt x="3221" y="6896"/>
                    <a:pt x="3221" y="6896"/>
                  </a:cubicBezTo>
                  <a:cubicBezTo>
                    <a:pt x="3408" y="5701"/>
                    <a:pt x="4015" y="5023"/>
                    <a:pt x="4015" y="5023"/>
                  </a:cubicBezTo>
                  <a:lnTo>
                    <a:pt x="4015" y="5023"/>
                  </a:lnTo>
                  <a:cubicBezTo>
                    <a:pt x="3542" y="6192"/>
                    <a:pt x="4033" y="7449"/>
                    <a:pt x="4033" y="7449"/>
                  </a:cubicBezTo>
                  <a:cubicBezTo>
                    <a:pt x="3872" y="5415"/>
                    <a:pt x="4756" y="4800"/>
                    <a:pt x="4756" y="4800"/>
                  </a:cubicBezTo>
                  <a:cubicBezTo>
                    <a:pt x="4756" y="4800"/>
                    <a:pt x="5639" y="5415"/>
                    <a:pt x="5487" y="7449"/>
                  </a:cubicBezTo>
                  <a:cubicBezTo>
                    <a:pt x="5487" y="7449"/>
                    <a:pt x="5978" y="6192"/>
                    <a:pt x="5505" y="5023"/>
                  </a:cubicBezTo>
                  <a:lnTo>
                    <a:pt x="5505" y="5023"/>
                  </a:lnTo>
                  <a:cubicBezTo>
                    <a:pt x="5505" y="5023"/>
                    <a:pt x="6103" y="5701"/>
                    <a:pt x="6299" y="6896"/>
                  </a:cubicBezTo>
                  <a:cubicBezTo>
                    <a:pt x="6299" y="6896"/>
                    <a:pt x="6361" y="5853"/>
                    <a:pt x="5987" y="5166"/>
                  </a:cubicBezTo>
                  <a:lnTo>
                    <a:pt x="5987" y="5166"/>
                  </a:lnTo>
                  <a:cubicBezTo>
                    <a:pt x="5987" y="5166"/>
                    <a:pt x="6620" y="5630"/>
                    <a:pt x="6834" y="6780"/>
                  </a:cubicBezTo>
                  <a:cubicBezTo>
                    <a:pt x="6834" y="6780"/>
                    <a:pt x="6941" y="6272"/>
                    <a:pt x="6718" y="5674"/>
                  </a:cubicBezTo>
                  <a:lnTo>
                    <a:pt x="6718" y="5674"/>
                  </a:lnTo>
                  <a:cubicBezTo>
                    <a:pt x="6718" y="5674"/>
                    <a:pt x="7236" y="6236"/>
                    <a:pt x="7236" y="7316"/>
                  </a:cubicBezTo>
                  <a:cubicBezTo>
                    <a:pt x="7236" y="7316"/>
                    <a:pt x="7628" y="6067"/>
                    <a:pt x="6629" y="4969"/>
                  </a:cubicBezTo>
                  <a:lnTo>
                    <a:pt x="6629" y="4969"/>
                  </a:lnTo>
                  <a:cubicBezTo>
                    <a:pt x="6629" y="4969"/>
                    <a:pt x="7557" y="5362"/>
                    <a:pt x="8047" y="6647"/>
                  </a:cubicBezTo>
                  <a:cubicBezTo>
                    <a:pt x="8047" y="6647"/>
                    <a:pt x="7878" y="5273"/>
                    <a:pt x="6861" y="4755"/>
                  </a:cubicBezTo>
                  <a:lnTo>
                    <a:pt x="6861" y="4755"/>
                  </a:lnTo>
                  <a:cubicBezTo>
                    <a:pt x="6861" y="4755"/>
                    <a:pt x="7896" y="4961"/>
                    <a:pt x="8467" y="6272"/>
                  </a:cubicBezTo>
                  <a:cubicBezTo>
                    <a:pt x="8467" y="6272"/>
                    <a:pt x="8351" y="5630"/>
                    <a:pt x="7976" y="5157"/>
                  </a:cubicBezTo>
                  <a:lnTo>
                    <a:pt x="7976" y="5157"/>
                  </a:lnTo>
                  <a:cubicBezTo>
                    <a:pt x="7976" y="5157"/>
                    <a:pt x="8868" y="5469"/>
                    <a:pt x="9368" y="6156"/>
                  </a:cubicBezTo>
                  <a:cubicBezTo>
                    <a:pt x="9368" y="6156"/>
                    <a:pt x="9136" y="5335"/>
                    <a:pt x="8386" y="4755"/>
                  </a:cubicBezTo>
                  <a:lnTo>
                    <a:pt x="8386" y="4755"/>
                  </a:lnTo>
                  <a:cubicBezTo>
                    <a:pt x="8387" y="4755"/>
                    <a:pt x="9091" y="4969"/>
                    <a:pt x="9457" y="5362"/>
                  </a:cubicBezTo>
                  <a:cubicBezTo>
                    <a:pt x="9457" y="5362"/>
                    <a:pt x="9270" y="4390"/>
                    <a:pt x="8128" y="3828"/>
                  </a:cubicBezTo>
                  <a:lnTo>
                    <a:pt x="8128" y="3828"/>
                  </a:lnTo>
                  <a:cubicBezTo>
                    <a:pt x="8128" y="3828"/>
                    <a:pt x="9020" y="3935"/>
                    <a:pt x="9519" y="4488"/>
                  </a:cubicBezTo>
                  <a:cubicBezTo>
                    <a:pt x="9519" y="4488"/>
                    <a:pt x="9412" y="3890"/>
                    <a:pt x="8663" y="3560"/>
                  </a:cubicBezTo>
                  <a:cubicBezTo>
                    <a:pt x="8249" y="3378"/>
                    <a:pt x="7811" y="3337"/>
                    <a:pt x="7501" y="3337"/>
                  </a:cubicBezTo>
                  <a:cubicBezTo>
                    <a:pt x="7250" y="3337"/>
                    <a:pt x="7084" y="3364"/>
                    <a:pt x="7084" y="3364"/>
                  </a:cubicBezTo>
                  <a:cubicBezTo>
                    <a:pt x="7084" y="3364"/>
                    <a:pt x="7352" y="3123"/>
                    <a:pt x="7905" y="3105"/>
                  </a:cubicBezTo>
                  <a:cubicBezTo>
                    <a:pt x="7937" y="3104"/>
                    <a:pt x="7968" y="3103"/>
                    <a:pt x="8000" y="3103"/>
                  </a:cubicBezTo>
                  <a:cubicBezTo>
                    <a:pt x="8590" y="3103"/>
                    <a:pt x="9072" y="3339"/>
                    <a:pt x="9386" y="3720"/>
                  </a:cubicBezTo>
                  <a:cubicBezTo>
                    <a:pt x="9386" y="3720"/>
                    <a:pt x="9261" y="3132"/>
                    <a:pt x="8601" y="2837"/>
                  </a:cubicBezTo>
                  <a:cubicBezTo>
                    <a:pt x="8383" y="2739"/>
                    <a:pt x="8123" y="2706"/>
                    <a:pt x="7872" y="2706"/>
                  </a:cubicBezTo>
                  <a:cubicBezTo>
                    <a:pt x="7369" y="2706"/>
                    <a:pt x="6906" y="2837"/>
                    <a:pt x="6906" y="2837"/>
                  </a:cubicBezTo>
                  <a:cubicBezTo>
                    <a:pt x="6906" y="2837"/>
                    <a:pt x="7334" y="2347"/>
                    <a:pt x="8306" y="2186"/>
                  </a:cubicBezTo>
                  <a:cubicBezTo>
                    <a:pt x="8306" y="2186"/>
                    <a:pt x="8180" y="2170"/>
                    <a:pt x="7985" y="2170"/>
                  </a:cubicBezTo>
                  <a:cubicBezTo>
                    <a:pt x="7748" y="2170"/>
                    <a:pt x="7409" y="2194"/>
                    <a:pt x="7075" y="2302"/>
                  </a:cubicBezTo>
                  <a:cubicBezTo>
                    <a:pt x="7075" y="2302"/>
                    <a:pt x="7566" y="1651"/>
                    <a:pt x="8975" y="1615"/>
                  </a:cubicBezTo>
                  <a:cubicBezTo>
                    <a:pt x="8975" y="1615"/>
                    <a:pt x="8689" y="1508"/>
                    <a:pt x="8149" y="1508"/>
                  </a:cubicBezTo>
                  <a:cubicBezTo>
                    <a:pt x="8030" y="1508"/>
                    <a:pt x="7897" y="1513"/>
                    <a:pt x="7753" y="1526"/>
                  </a:cubicBezTo>
                  <a:cubicBezTo>
                    <a:pt x="6959" y="1597"/>
                    <a:pt x="6433" y="2017"/>
                    <a:pt x="6433" y="2017"/>
                  </a:cubicBezTo>
                  <a:cubicBezTo>
                    <a:pt x="6433" y="2017"/>
                    <a:pt x="7030" y="1214"/>
                    <a:pt x="7958" y="919"/>
                  </a:cubicBezTo>
                  <a:lnTo>
                    <a:pt x="7958" y="919"/>
                  </a:lnTo>
                  <a:cubicBezTo>
                    <a:pt x="7958" y="919"/>
                    <a:pt x="6522" y="937"/>
                    <a:pt x="5773" y="1945"/>
                  </a:cubicBezTo>
                  <a:cubicBezTo>
                    <a:pt x="5773" y="1945"/>
                    <a:pt x="5978" y="884"/>
                    <a:pt x="7084" y="125"/>
                  </a:cubicBezTo>
                  <a:lnTo>
                    <a:pt x="7084" y="125"/>
                  </a:lnTo>
                  <a:cubicBezTo>
                    <a:pt x="7084" y="125"/>
                    <a:pt x="6094" y="456"/>
                    <a:pt x="5469" y="1481"/>
                  </a:cubicBezTo>
                  <a:cubicBezTo>
                    <a:pt x="5469" y="1481"/>
                    <a:pt x="5576" y="830"/>
                    <a:pt x="5808" y="0"/>
                  </a:cubicBezTo>
                  <a:lnTo>
                    <a:pt x="5808" y="0"/>
                  </a:lnTo>
                  <a:cubicBezTo>
                    <a:pt x="5808" y="1"/>
                    <a:pt x="5014" y="518"/>
                    <a:pt x="4756" y="1633"/>
                  </a:cubicBezTo>
                  <a:cubicBezTo>
                    <a:pt x="4506" y="518"/>
                    <a:pt x="3712" y="1"/>
                    <a:pt x="37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101"/>
            <p:cNvSpPr/>
            <p:nvPr/>
          </p:nvSpPr>
          <p:spPr>
            <a:xfrm>
              <a:off x="4493675" y="3534276"/>
              <a:ext cx="578347" cy="452199"/>
            </a:xfrm>
            <a:custGeom>
              <a:rect b="b" l="l" r="r" t="t"/>
              <a:pathLst>
                <a:path extrusionOk="0" h="4444" w="5684">
                  <a:moveTo>
                    <a:pt x="2213" y="1"/>
                  </a:moveTo>
                  <a:lnTo>
                    <a:pt x="2213" y="1"/>
                  </a:lnTo>
                  <a:cubicBezTo>
                    <a:pt x="2356" y="492"/>
                    <a:pt x="2418" y="884"/>
                    <a:pt x="2418" y="884"/>
                  </a:cubicBezTo>
                  <a:cubicBezTo>
                    <a:pt x="2044" y="269"/>
                    <a:pt x="1455" y="72"/>
                    <a:pt x="1455" y="72"/>
                  </a:cubicBezTo>
                  <a:lnTo>
                    <a:pt x="1455" y="72"/>
                  </a:lnTo>
                  <a:cubicBezTo>
                    <a:pt x="2115" y="527"/>
                    <a:pt x="2231" y="1161"/>
                    <a:pt x="2231" y="1161"/>
                  </a:cubicBezTo>
                  <a:cubicBezTo>
                    <a:pt x="1794" y="554"/>
                    <a:pt x="938" y="545"/>
                    <a:pt x="937" y="545"/>
                  </a:cubicBezTo>
                  <a:lnTo>
                    <a:pt x="937" y="545"/>
                  </a:lnTo>
                  <a:cubicBezTo>
                    <a:pt x="1482" y="715"/>
                    <a:pt x="1847" y="1205"/>
                    <a:pt x="1847" y="1205"/>
                  </a:cubicBezTo>
                  <a:cubicBezTo>
                    <a:pt x="1847" y="1205"/>
                    <a:pt x="1526" y="955"/>
                    <a:pt x="1053" y="911"/>
                  </a:cubicBezTo>
                  <a:cubicBezTo>
                    <a:pt x="966" y="903"/>
                    <a:pt x="886" y="899"/>
                    <a:pt x="814" y="899"/>
                  </a:cubicBezTo>
                  <a:cubicBezTo>
                    <a:pt x="497" y="899"/>
                    <a:pt x="331" y="964"/>
                    <a:pt x="331" y="964"/>
                  </a:cubicBezTo>
                  <a:cubicBezTo>
                    <a:pt x="1169" y="982"/>
                    <a:pt x="1455" y="1366"/>
                    <a:pt x="1455" y="1366"/>
                  </a:cubicBezTo>
                  <a:cubicBezTo>
                    <a:pt x="1241" y="1302"/>
                    <a:pt x="1020" y="1289"/>
                    <a:pt x="878" y="1289"/>
                  </a:cubicBezTo>
                  <a:cubicBezTo>
                    <a:pt x="783" y="1289"/>
                    <a:pt x="723" y="1294"/>
                    <a:pt x="723" y="1294"/>
                  </a:cubicBezTo>
                  <a:cubicBezTo>
                    <a:pt x="1303" y="1393"/>
                    <a:pt x="1562" y="1687"/>
                    <a:pt x="1562" y="1687"/>
                  </a:cubicBezTo>
                  <a:cubicBezTo>
                    <a:pt x="1562" y="1687"/>
                    <a:pt x="1284" y="1612"/>
                    <a:pt x="983" y="1612"/>
                  </a:cubicBezTo>
                  <a:cubicBezTo>
                    <a:pt x="832" y="1612"/>
                    <a:pt x="676" y="1630"/>
                    <a:pt x="545" y="1687"/>
                  </a:cubicBezTo>
                  <a:cubicBezTo>
                    <a:pt x="161" y="1865"/>
                    <a:pt x="81" y="2213"/>
                    <a:pt x="81" y="2213"/>
                  </a:cubicBezTo>
                  <a:cubicBezTo>
                    <a:pt x="267" y="1994"/>
                    <a:pt x="556" y="1846"/>
                    <a:pt x="905" y="1846"/>
                  </a:cubicBezTo>
                  <a:cubicBezTo>
                    <a:pt x="924" y="1846"/>
                    <a:pt x="944" y="1847"/>
                    <a:pt x="964" y="1848"/>
                  </a:cubicBezTo>
                  <a:cubicBezTo>
                    <a:pt x="1294" y="1856"/>
                    <a:pt x="1455" y="2008"/>
                    <a:pt x="1455" y="2008"/>
                  </a:cubicBezTo>
                  <a:cubicBezTo>
                    <a:pt x="1455" y="2008"/>
                    <a:pt x="1349" y="1989"/>
                    <a:pt x="1189" y="1989"/>
                  </a:cubicBezTo>
                  <a:cubicBezTo>
                    <a:pt x="1006" y="1989"/>
                    <a:pt x="753" y="2014"/>
                    <a:pt x="509" y="2124"/>
                  </a:cubicBezTo>
                  <a:cubicBezTo>
                    <a:pt x="63" y="2320"/>
                    <a:pt x="1" y="2677"/>
                    <a:pt x="1" y="2677"/>
                  </a:cubicBezTo>
                  <a:cubicBezTo>
                    <a:pt x="295" y="2347"/>
                    <a:pt x="830" y="2276"/>
                    <a:pt x="830" y="2276"/>
                  </a:cubicBezTo>
                  <a:lnTo>
                    <a:pt x="830" y="2276"/>
                  </a:lnTo>
                  <a:cubicBezTo>
                    <a:pt x="152" y="2615"/>
                    <a:pt x="36" y="3195"/>
                    <a:pt x="36" y="3195"/>
                  </a:cubicBezTo>
                  <a:cubicBezTo>
                    <a:pt x="259" y="2963"/>
                    <a:pt x="679" y="2829"/>
                    <a:pt x="679" y="2829"/>
                  </a:cubicBezTo>
                  <a:lnTo>
                    <a:pt x="679" y="2829"/>
                  </a:lnTo>
                  <a:cubicBezTo>
                    <a:pt x="233" y="3177"/>
                    <a:pt x="90" y="3667"/>
                    <a:pt x="90" y="3667"/>
                  </a:cubicBezTo>
                  <a:cubicBezTo>
                    <a:pt x="393" y="3266"/>
                    <a:pt x="919" y="3079"/>
                    <a:pt x="920" y="3079"/>
                  </a:cubicBezTo>
                  <a:lnTo>
                    <a:pt x="920" y="3079"/>
                  </a:lnTo>
                  <a:cubicBezTo>
                    <a:pt x="697" y="3355"/>
                    <a:pt x="625" y="3739"/>
                    <a:pt x="625" y="3739"/>
                  </a:cubicBezTo>
                  <a:cubicBezTo>
                    <a:pt x="973" y="2954"/>
                    <a:pt x="1589" y="2829"/>
                    <a:pt x="1589" y="2829"/>
                  </a:cubicBezTo>
                  <a:lnTo>
                    <a:pt x="1589" y="2829"/>
                  </a:lnTo>
                  <a:cubicBezTo>
                    <a:pt x="982" y="3141"/>
                    <a:pt x="884" y="3962"/>
                    <a:pt x="884" y="3962"/>
                  </a:cubicBezTo>
                  <a:cubicBezTo>
                    <a:pt x="1169" y="3195"/>
                    <a:pt x="1722" y="2963"/>
                    <a:pt x="1722" y="2963"/>
                  </a:cubicBezTo>
                  <a:lnTo>
                    <a:pt x="1722" y="2963"/>
                  </a:lnTo>
                  <a:cubicBezTo>
                    <a:pt x="1125" y="3614"/>
                    <a:pt x="1366" y="4363"/>
                    <a:pt x="1366" y="4363"/>
                  </a:cubicBezTo>
                  <a:cubicBezTo>
                    <a:pt x="1366" y="3712"/>
                    <a:pt x="1669" y="3382"/>
                    <a:pt x="1669" y="3382"/>
                  </a:cubicBezTo>
                  <a:lnTo>
                    <a:pt x="1669" y="3382"/>
                  </a:lnTo>
                  <a:cubicBezTo>
                    <a:pt x="1544" y="3739"/>
                    <a:pt x="1606" y="4042"/>
                    <a:pt x="1606" y="4042"/>
                  </a:cubicBezTo>
                  <a:cubicBezTo>
                    <a:pt x="1731" y="3355"/>
                    <a:pt x="2106" y="3079"/>
                    <a:pt x="2106" y="3079"/>
                  </a:cubicBezTo>
                  <a:lnTo>
                    <a:pt x="2106" y="3079"/>
                  </a:lnTo>
                  <a:cubicBezTo>
                    <a:pt x="1883" y="3489"/>
                    <a:pt x="1919" y="4113"/>
                    <a:pt x="1919" y="4113"/>
                  </a:cubicBezTo>
                  <a:cubicBezTo>
                    <a:pt x="2035" y="3400"/>
                    <a:pt x="2391" y="2990"/>
                    <a:pt x="2392" y="2989"/>
                  </a:cubicBezTo>
                  <a:lnTo>
                    <a:pt x="2392" y="2989"/>
                  </a:lnTo>
                  <a:cubicBezTo>
                    <a:pt x="2115" y="3694"/>
                    <a:pt x="2409" y="4444"/>
                    <a:pt x="2409" y="4444"/>
                  </a:cubicBezTo>
                  <a:cubicBezTo>
                    <a:pt x="2311" y="3230"/>
                    <a:pt x="2838" y="2856"/>
                    <a:pt x="2838" y="2856"/>
                  </a:cubicBezTo>
                  <a:cubicBezTo>
                    <a:pt x="2838" y="2856"/>
                    <a:pt x="3364" y="3230"/>
                    <a:pt x="3275" y="4444"/>
                  </a:cubicBezTo>
                  <a:cubicBezTo>
                    <a:pt x="3275" y="4444"/>
                    <a:pt x="3569" y="3694"/>
                    <a:pt x="3284" y="2989"/>
                  </a:cubicBezTo>
                  <a:lnTo>
                    <a:pt x="3284" y="2989"/>
                  </a:lnTo>
                  <a:cubicBezTo>
                    <a:pt x="3284" y="2990"/>
                    <a:pt x="3649" y="3400"/>
                    <a:pt x="3756" y="4113"/>
                  </a:cubicBezTo>
                  <a:cubicBezTo>
                    <a:pt x="3756" y="4113"/>
                    <a:pt x="3801" y="3489"/>
                    <a:pt x="3578" y="3079"/>
                  </a:cubicBezTo>
                  <a:lnTo>
                    <a:pt x="3578" y="3079"/>
                  </a:lnTo>
                  <a:cubicBezTo>
                    <a:pt x="3578" y="3079"/>
                    <a:pt x="3953" y="3355"/>
                    <a:pt x="4078" y="4042"/>
                  </a:cubicBezTo>
                  <a:cubicBezTo>
                    <a:pt x="4078" y="4042"/>
                    <a:pt x="4140" y="3739"/>
                    <a:pt x="4006" y="3382"/>
                  </a:cubicBezTo>
                  <a:lnTo>
                    <a:pt x="4006" y="3382"/>
                  </a:lnTo>
                  <a:cubicBezTo>
                    <a:pt x="4006" y="3382"/>
                    <a:pt x="4318" y="3712"/>
                    <a:pt x="4318" y="4363"/>
                  </a:cubicBezTo>
                  <a:cubicBezTo>
                    <a:pt x="4318" y="4363"/>
                    <a:pt x="4550" y="3614"/>
                    <a:pt x="3953" y="2963"/>
                  </a:cubicBezTo>
                  <a:lnTo>
                    <a:pt x="3953" y="2963"/>
                  </a:lnTo>
                  <a:cubicBezTo>
                    <a:pt x="3953" y="2963"/>
                    <a:pt x="4515" y="3195"/>
                    <a:pt x="4800" y="3962"/>
                  </a:cubicBezTo>
                  <a:cubicBezTo>
                    <a:pt x="4800" y="3962"/>
                    <a:pt x="4702" y="3141"/>
                    <a:pt x="4095" y="2829"/>
                  </a:cubicBezTo>
                  <a:lnTo>
                    <a:pt x="4095" y="2829"/>
                  </a:lnTo>
                  <a:cubicBezTo>
                    <a:pt x="4096" y="2829"/>
                    <a:pt x="4711" y="2954"/>
                    <a:pt x="5059" y="3739"/>
                  </a:cubicBezTo>
                  <a:cubicBezTo>
                    <a:pt x="5059" y="3739"/>
                    <a:pt x="4988" y="3355"/>
                    <a:pt x="4765" y="3079"/>
                  </a:cubicBezTo>
                  <a:lnTo>
                    <a:pt x="4765" y="3079"/>
                  </a:lnTo>
                  <a:cubicBezTo>
                    <a:pt x="4765" y="3079"/>
                    <a:pt x="5291" y="3266"/>
                    <a:pt x="5585" y="3667"/>
                  </a:cubicBezTo>
                  <a:cubicBezTo>
                    <a:pt x="5585" y="3667"/>
                    <a:pt x="5451" y="3177"/>
                    <a:pt x="5005" y="2829"/>
                  </a:cubicBezTo>
                  <a:lnTo>
                    <a:pt x="5005" y="2829"/>
                  </a:lnTo>
                  <a:cubicBezTo>
                    <a:pt x="5006" y="2829"/>
                    <a:pt x="5425" y="2963"/>
                    <a:pt x="5648" y="3195"/>
                  </a:cubicBezTo>
                  <a:cubicBezTo>
                    <a:pt x="5648" y="3195"/>
                    <a:pt x="5532" y="2615"/>
                    <a:pt x="4854" y="2276"/>
                  </a:cubicBezTo>
                  <a:lnTo>
                    <a:pt x="4854" y="2276"/>
                  </a:lnTo>
                  <a:cubicBezTo>
                    <a:pt x="4854" y="2276"/>
                    <a:pt x="5389" y="2347"/>
                    <a:pt x="5683" y="2677"/>
                  </a:cubicBezTo>
                  <a:cubicBezTo>
                    <a:pt x="5683" y="2677"/>
                    <a:pt x="5621" y="2320"/>
                    <a:pt x="5166" y="2124"/>
                  </a:cubicBezTo>
                  <a:cubicBezTo>
                    <a:pt x="4927" y="2014"/>
                    <a:pt x="4676" y="1989"/>
                    <a:pt x="4494" y="1989"/>
                  </a:cubicBezTo>
                  <a:cubicBezTo>
                    <a:pt x="4335" y="1989"/>
                    <a:pt x="4229" y="2008"/>
                    <a:pt x="4229" y="2008"/>
                  </a:cubicBezTo>
                  <a:cubicBezTo>
                    <a:pt x="4229" y="2008"/>
                    <a:pt x="4390" y="1856"/>
                    <a:pt x="4720" y="1848"/>
                  </a:cubicBezTo>
                  <a:cubicBezTo>
                    <a:pt x="4740" y="1847"/>
                    <a:pt x="4760" y="1846"/>
                    <a:pt x="4779" y="1846"/>
                  </a:cubicBezTo>
                  <a:cubicBezTo>
                    <a:pt x="5128" y="1846"/>
                    <a:pt x="5417" y="1994"/>
                    <a:pt x="5603" y="2213"/>
                  </a:cubicBezTo>
                  <a:cubicBezTo>
                    <a:pt x="5603" y="2213"/>
                    <a:pt x="5523" y="1865"/>
                    <a:pt x="5130" y="1687"/>
                  </a:cubicBezTo>
                  <a:cubicBezTo>
                    <a:pt x="5002" y="1630"/>
                    <a:pt x="4848" y="1612"/>
                    <a:pt x="4698" y="1612"/>
                  </a:cubicBezTo>
                  <a:cubicBezTo>
                    <a:pt x="4400" y="1612"/>
                    <a:pt x="4122" y="1687"/>
                    <a:pt x="4122" y="1687"/>
                  </a:cubicBezTo>
                  <a:cubicBezTo>
                    <a:pt x="4122" y="1687"/>
                    <a:pt x="4381" y="1393"/>
                    <a:pt x="4961" y="1294"/>
                  </a:cubicBezTo>
                  <a:cubicBezTo>
                    <a:pt x="4961" y="1294"/>
                    <a:pt x="4901" y="1289"/>
                    <a:pt x="4806" y="1289"/>
                  </a:cubicBezTo>
                  <a:cubicBezTo>
                    <a:pt x="4664" y="1289"/>
                    <a:pt x="4443" y="1302"/>
                    <a:pt x="4229" y="1366"/>
                  </a:cubicBezTo>
                  <a:cubicBezTo>
                    <a:pt x="4229" y="1366"/>
                    <a:pt x="4515" y="982"/>
                    <a:pt x="5353" y="964"/>
                  </a:cubicBezTo>
                  <a:cubicBezTo>
                    <a:pt x="5353" y="964"/>
                    <a:pt x="5187" y="899"/>
                    <a:pt x="4870" y="899"/>
                  </a:cubicBezTo>
                  <a:cubicBezTo>
                    <a:pt x="4798" y="899"/>
                    <a:pt x="4718" y="903"/>
                    <a:pt x="4631" y="911"/>
                  </a:cubicBezTo>
                  <a:cubicBezTo>
                    <a:pt x="4158" y="955"/>
                    <a:pt x="3837" y="1205"/>
                    <a:pt x="3837" y="1205"/>
                  </a:cubicBezTo>
                  <a:cubicBezTo>
                    <a:pt x="3837" y="1205"/>
                    <a:pt x="4203" y="715"/>
                    <a:pt x="4747" y="545"/>
                  </a:cubicBezTo>
                  <a:lnTo>
                    <a:pt x="4747" y="545"/>
                  </a:lnTo>
                  <a:cubicBezTo>
                    <a:pt x="4747" y="545"/>
                    <a:pt x="3890" y="554"/>
                    <a:pt x="3444" y="1161"/>
                  </a:cubicBezTo>
                  <a:cubicBezTo>
                    <a:pt x="3444" y="1161"/>
                    <a:pt x="3569" y="527"/>
                    <a:pt x="4229" y="72"/>
                  </a:cubicBezTo>
                  <a:lnTo>
                    <a:pt x="4229" y="72"/>
                  </a:lnTo>
                  <a:cubicBezTo>
                    <a:pt x="4229" y="72"/>
                    <a:pt x="3640" y="269"/>
                    <a:pt x="3266" y="884"/>
                  </a:cubicBezTo>
                  <a:cubicBezTo>
                    <a:pt x="3266" y="884"/>
                    <a:pt x="3328" y="492"/>
                    <a:pt x="3462" y="1"/>
                  </a:cubicBezTo>
                  <a:lnTo>
                    <a:pt x="3462" y="1"/>
                  </a:lnTo>
                  <a:cubicBezTo>
                    <a:pt x="3462" y="1"/>
                    <a:pt x="2989" y="304"/>
                    <a:pt x="2838" y="973"/>
                  </a:cubicBezTo>
                  <a:cubicBezTo>
                    <a:pt x="2686" y="304"/>
                    <a:pt x="2213" y="1"/>
                    <a:pt x="2213"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87" name="Google Shape;5987;p101"/>
            <p:cNvGrpSpPr/>
            <p:nvPr/>
          </p:nvGrpSpPr>
          <p:grpSpPr>
            <a:xfrm>
              <a:off x="4025327" y="4080797"/>
              <a:ext cx="659136" cy="1697576"/>
              <a:chOff x="4025327" y="4080797"/>
              <a:chExt cx="659136" cy="1697576"/>
            </a:xfrm>
          </p:grpSpPr>
          <p:sp>
            <p:nvSpPr>
              <p:cNvPr id="5988" name="Google Shape;5988;p101"/>
              <p:cNvSpPr/>
              <p:nvPr/>
            </p:nvSpPr>
            <p:spPr>
              <a:xfrm>
                <a:off x="4302184" y="4412109"/>
                <a:ext cx="105413" cy="1366264"/>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101"/>
              <p:cNvSpPr/>
              <p:nvPr/>
            </p:nvSpPr>
            <p:spPr>
              <a:xfrm>
                <a:off x="4346648" y="4412109"/>
                <a:ext cx="60948" cy="1366264"/>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101"/>
              <p:cNvSpPr/>
              <p:nvPr/>
            </p:nvSpPr>
            <p:spPr>
              <a:xfrm>
                <a:off x="4025327" y="4080797"/>
                <a:ext cx="659136" cy="514779"/>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101"/>
              <p:cNvSpPr/>
              <p:nvPr/>
            </p:nvSpPr>
            <p:spPr>
              <a:xfrm>
                <a:off x="4158719" y="4201478"/>
                <a:ext cx="392246" cy="307911"/>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92" name="Google Shape;5992;p101"/>
            <p:cNvSpPr/>
            <p:nvPr/>
          </p:nvSpPr>
          <p:spPr>
            <a:xfrm>
              <a:off x="5106404" y="4721645"/>
              <a:ext cx="87200" cy="1136603"/>
            </a:xfrm>
            <a:custGeom>
              <a:rect b="b" l="l" r="r" t="t"/>
              <a:pathLst>
                <a:path extrusionOk="0" h="11170" w="857">
                  <a:moveTo>
                    <a:pt x="206" y="1"/>
                  </a:moveTo>
                  <a:cubicBezTo>
                    <a:pt x="206" y="1"/>
                    <a:pt x="0" y="563"/>
                    <a:pt x="206" y="1749"/>
                  </a:cubicBezTo>
                  <a:cubicBezTo>
                    <a:pt x="357" y="2677"/>
                    <a:pt x="206" y="11170"/>
                    <a:pt x="206" y="11170"/>
                  </a:cubicBezTo>
                  <a:lnTo>
                    <a:pt x="652" y="11170"/>
                  </a:lnTo>
                  <a:cubicBezTo>
                    <a:pt x="652" y="11170"/>
                    <a:pt x="500" y="2677"/>
                    <a:pt x="652" y="1749"/>
                  </a:cubicBezTo>
                  <a:cubicBezTo>
                    <a:pt x="857" y="563"/>
                    <a:pt x="652" y="1"/>
                    <a:pt x="652"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101"/>
            <p:cNvSpPr/>
            <p:nvPr/>
          </p:nvSpPr>
          <p:spPr>
            <a:xfrm>
              <a:off x="5143644" y="4721645"/>
              <a:ext cx="49959" cy="1136603"/>
            </a:xfrm>
            <a:custGeom>
              <a:rect b="b" l="l" r="r" t="t"/>
              <a:pathLst>
                <a:path extrusionOk="0" h="11170" w="491">
                  <a:moveTo>
                    <a:pt x="161" y="1"/>
                  </a:moveTo>
                  <a:cubicBezTo>
                    <a:pt x="161" y="1"/>
                    <a:pt x="357" y="563"/>
                    <a:pt x="161" y="1749"/>
                  </a:cubicBezTo>
                  <a:cubicBezTo>
                    <a:pt x="0" y="2677"/>
                    <a:pt x="161" y="11170"/>
                    <a:pt x="161" y="11170"/>
                  </a:cubicBezTo>
                  <a:lnTo>
                    <a:pt x="286" y="11170"/>
                  </a:lnTo>
                  <a:cubicBezTo>
                    <a:pt x="286" y="11170"/>
                    <a:pt x="134" y="2677"/>
                    <a:pt x="286" y="1749"/>
                  </a:cubicBezTo>
                  <a:cubicBezTo>
                    <a:pt x="491" y="563"/>
                    <a:pt x="286" y="1"/>
                    <a:pt x="286"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101"/>
            <p:cNvSpPr/>
            <p:nvPr/>
          </p:nvSpPr>
          <p:spPr>
            <a:xfrm>
              <a:off x="4875842" y="4445688"/>
              <a:ext cx="547415" cy="428592"/>
            </a:xfrm>
            <a:custGeom>
              <a:rect b="b" l="l" r="r" t="t"/>
              <a:pathLst>
                <a:path extrusionOk="0" h="4212" w="5380">
                  <a:moveTo>
                    <a:pt x="2106" y="1"/>
                  </a:moveTo>
                  <a:cubicBezTo>
                    <a:pt x="2231" y="473"/>
                    <a:pt x="2293" y="839"/>
                    <a:pt x="2293" y="839"/>
                  </a:cubicBezTo>
                  <a:cubicBezTo>
                    <a:pt x="1936" y="259"/>
                    <a:pt x="1374" y="72"/>
                    <a:pt x="1374" y="72"/>
                  </a:cubicBezTo>
                  <a:lnTo>
                    <a:pt x="1374" y="72"/>
                  </a:lnTo>
                  <a:cubicBezTo>
                    <a:pt x="1999" y="500"/>
                    <a:pt x="2115" y="1098"/>
                    <a:pt x="2115" y="1098"/>
                  </a:cubicBezTo>
                  <a:cubicBezTo>
                    <a:pt x="1695" y="527"/>
                    <a:pt x="884" y="527"/>
                    <a:pt x="884" y="527"/>
                  </a:cubicBezTo>
                  <a:lnTo>
                    <a:pt x="884" y="527"/>
                  </a:lnTo>
                  <a:cubicBezTo>
                    <a:pt x="1410" y="687"/>
                    <a:pt x="1749" y="1142"/>
                    <a:pt x="1749" y="1142"/>
                  </a:cubicBezTo>
                  <a:cubicBezTo>
                    <a:pt x="1749" y="1142"/>
                    <a:pt x="1446" y="902"/>
                    <a:pt x="1000" y="866"/>
                  </a:cubicBezTo>
                  <a:cubicBezTo>
                    <a:pt x="909" y="857"/>
                    <a:pt x="827" y="853"/>
                    <a:pt x="753" y="853"/>
                  </a:cubicBezTo>
                  <a:cubicBezTo>
                    <a:pt x="461" y="853"/>
                    <a:pt x="313" y="910"/>
                    <a:pt x="313" y="910"/>
                  </a:cubicBezTo>
                  <a:cubicBezTo>
                    <a:pt x="1107" y="937"/>
                    <a:pt x="1383" y="1303"/>
                    <a:pt x="1383" y="1303"/>
                  </a:cubicBezTo>
                  <a:cubicBezTo>
                    <a:pt x="1174" y="1239"/>
                    <a:pt x="966" y="1226"/>
                    <a:pt x="832" y="1226"/>
                  </a:cubicBezTo>
                  <a:cubicBezTo>
                    <a:pt x="743" y="1226"/>
                    <a:pt x="687" y="1232"/>
                    <a:pt x="687" y="1232"/>
                  </a:cubicBezTo>
                  <a:cubicBezTo>
                    <a:pt x="1232" y="1330"/>
                    <a:pt x="1481" y="1606"/>
                    <a:pt x="1481" y="1606"/>
                  </a:cubicBezTo>
                  <a:cubicBezTo>
                    <a:pt x="1481" y="1606"/>
                    <a:pt x="1220" y="1531"/>
                    <a:pt x="934" y="1531"/>
                  </a:cubicBezTo>
                  <a:cubicBezTo>
                    <a:pt x="791" y="1531"/>
                    <a:pt x="643" y="1550"/>
                    <a:pt x="518" y="1606"/>
                  </a:cubicBezTo>
                  <a:cubicBezTo>
                    <a:pt x="152" y="1776"/>
                    <a:pt x="81" y="2106"/>
                    <a:pt x="81" y="2106"/>
                  </a:cubicBezTo>
                  <a:cubicBezTo>
                    <a:pt x="249" y="1895"/>
                    <a:pt x="521" y="1756"/>
                    <a:pt x="851" y="1756"/>
                  </a:cubicBezTo>
                  <a:cubicBezTo>
                    <a:pt x="870" y="1756"/>
                    <a:pt x="890" y="1757"/>
                    <a:pt x="910" y="1758"/>
                  </a:cubicBezTo>
                  <a:cubicBezTo>
                    <a:pt x="1223" y="1767"/>
                    <a:pt x="1374" y="1910"/>
                    <a:pt x="1374" y="1910"/>
                  </a:cubicBezTo>
                  <a:cubicBezTo>
                    <a:pt x="1374" y="1910"/>
                    <a:pt x="1275" y="1893"/>
                    <a:pt x="1127" y="1893"/>
                  </a:cubicBezTo>
                  <a:cubicBezTo>
                    <a:pt x="954" y="1893"/>
                    <a:pt x="713" y="1916"/>
                    <a:pt x="482" y="2017"/>
                  </a:cubicBezTo>
                  <a:cubicBezTo>
                    <a:pt x="63" y="2204"/>
                    <a:pt x="0" y="2543"/>
                    <a:pt x="0" y="2543"/>
                  </a:cubicBezTo>
                  <a:cubicBezTo>
                    <a:pt x="277" y="2231"/>
                    <a:pt x="785" y="2168"/>
                    <a:pt x="786" y="2168"/>
                  </a:cubicBezTo>
                  <a:lnTo>
                    <a:pt x="786" y="2168"/>
                  </a:lnTo>
                  <a:cubicBezTo>
                    <a:pt x="143" y="2481"/>
                    <a:pt x="36" y="3034"/>
                    <a:pt x="36" y="3034"/>
                  </a:cubicBezTo>
                  <a:cubicBezTo>
                    <a:pt x="241" y="2811"/>
                    <a:pt x="643" y="2686"/>
                    <a:pt x="643" y="2686"/>
                  </a:cubicBezTo>
                  <a:lnTo>
                    <a:pt x="643" y="2686"/>
                  </a:lnTo>
                  <a:cubicBezTo>
                    <a:pt x="215" y="3016"/>
                    <a:pt x="90" y="3489"/>
                    <a:pt x="90" y="3489"/>
                  </a:cubicBezTo>
                  <a:cubicBezTo>
                    <a:pt x="366" y="3096"/>
                    <a:pt x="875" y="2918"/>
                    <a:pt x="875" y="2918"/>
                  </a:cubicBezTo>
                  <a:lnTo>
                    <a:pt x="875" y="2918"/>
                  </a:lnTo>
                  <a:cubicBezTo>
                    <a:pt x="661" y="3185"/>
                    <a:pt x="598" y="3551"/>
                    <a:pt x="598" y="3551"/>
                  </a:cubicBezTo>
                  <a:cubicBezTo>
                    <a:pt x="919" y="2802"/>
                    <a:pt x="1508" y="2686"/>
                    <a:pt x="1508" y="2686"/>
                  </a:cubicBezTo>
                  <a:lnTo>
                    <a:pt x="1508" y="2686"/>
                  </a:lnTo>
                  <a:cubicBezTo>
                    <a:pt x="928" y="2980"/>
                    <a:pt x="839" y="3756"/>
                    <a:pt x="839" y="3756"/>
                  </a:cubicBezTo>
                  <a:cubicBezTo>
                    <a:pt x="1107" y="3034"/>
                    <a:pt x="1633" y="2811"/>
                    <a:pt x="1633" y="2811"/>
                  </a:cubicBezTo>
                  <a:lnTo>
                    <a:pt x="1633" y="2811"/>
                  </a:lnTo>
                  <a:cubicBezTo>
                    <a:pt x="1071" y="3426"/>
                    <a:pt x="1294" y="4140"/>
                    <a:pt x="1294" y="4140"/>
                  </a:cubicBezTo>
                  <a:cubicBezTo>
                    <a:pt x="1294" y="3524"/>
                    <a:pt x="1588" y="3212"/>
                    <a:pt x="1588" y="3212"/>
                  </a:cubicBezTo>
                  <a:lnTo>
                    <a:pt x="1588" y="3212"/>
                  </a:lnTo>
                  <a:cubicBezTo>
                    <a:pt x="1464" y="3551"/>
                    <a:pt x="1517" y="3837"/>
                    <a:pt x="1517" y="3837"/>
                  </a:cubicBezTo>
                  <a:cubicBezTo>
                    <a:pt x="1642" y="3185"/>
                    <a:pt x="1999" y="2918"/>
                    <a:pt x="1999" y="2918"/>
                  </a:cubicBezTo>
                  <a:lnTo>
                    <a:pt x="1999" y="2918"/>
                  </a:lnTo>
                  <a:cubicBezTo>
                    <a:pt x="1785" y="3310"/>
                    <a:pt x="1820" y="3899"/>
                    <a:pt x="1820" y="3899"/>
                  </a:cubicBezTo>
                  <a:cubicBezTo>
                    <a:pt x="1927" y="3230"/>
                    <a:pt x="2266" y="2838"/>
                    <a:pt x="2266" y="2837"/>
                  </a:cubicBezTo>
                  <a:lnTo>
                    <a:pt x="2266" y="2837"/>
                  </a:lnTo>
                  <a:cubicBezTo>
                    <a:pt x="2008" y="3507"/>
                    <a:pt x="2284" y="4211"/>
                    <a:pt x="2284" y="4211"/>
                  </a:cubicBezTo>
                  <a:cubicBezTo>
                    <a:pt x="2195" y="3069"/>
                    <a:pt x="2695" y="2713"/>
                    <a:pt x="2695" y="2713"/>
                  </a:cubicBezTo>
                  <a:cubicBezTo>
                    <a:pt x="2695" y="2713"/>
                    <a:pt x="3194" y="3069"/>
                    <a:pt x="3105" y="4211"/>
                  </a:cubicBezTo>
                  <a:cubicBezTo>
                    <a:pt x="3105" y="4211"/>
                    <a:pt x="3382" y="3507"/>
                    <a:pt x="3114" y="2837"/>
                  </a:cubicBezTo>
                  <a:lnTo>
                    <a:pt x="3114" y="2837"/>
                  </a:lnTo>
                  <a:cubicBezTo>
                    <a:pt x="3114" y="2838"/>
                    <a:pt x="3453" y="3230"/>
                    <a:pt x="3560" y="3899"/>
                  </a:cubicBezTo>
                  <a:cubicBezTo>
                    <a:pt x="3560" y="3899"/>
                    <a:pt x="3605" y="3310"/>
                    <a:pt x="3390" y="2918"/>
                  </a:cubicBezTo>
                  <a:lnTo>
                    <a:pt x="3390" y="2918"/>
                  </a:lnTo>
                  <a:cubicBezTo>
                    <a:pt x="3391" y="2918"/>
                    <a:pt x="3747" y="3185"/>
                    <a:pt x="3872" y="3837"/>
                  </a:cubicBezTo>
                  <a:cubicBezTo>
                    <a:pt x="3872" y="3837"/>
                    <a:pt x="3926" y="3551"/>
                    <a:pt x="3801" y="3212"/>
                  </a:cubicBezTo>
                  <a:lnTo>
                    <a:pt x="3801" y="3212"/>
                  </a:lnTo>
                  <a:cubicBezTo>
                    <a:pt x="3801" y="3212"/>
                    <a:pt x="4095" y="3524"/>
                    <a:pt x="4095" y="4140"/>
                  </a:cubicBezTo>
                  <a:cubicBezTo>
                    <a:pt x="4095" y="4140"/>
                    <a:pt x="4318" y="3426"/>
                    <a:pt x="3747" y="2811"/>
                  </a:cubicBezTo>
                  <a:lnTo>
                    <a:pt x="3747" y="2811"/>
                  </a:lnTo>
                  <a:cubicBezTo>
                    <a:pt x="3747" y="2811"/>
                    <a:pt x="4274" y="3034"/>
                    <a:pt x="4550" y="3756"/>
                  </a:cubicBezTo>
                  <a:cubicBezTo>
                    <a:pt x="4550" y="3756"/>
                    <a:pt x="4452" y="2980"/>
                    <a:pt x="3881" y="2686"/>
                  </a:cubicBezTo>
                  <a:lnTo>
                    <a:pt x="3881" y="2686"/>
                  </a:lnTo>
                  <a:cubicBezTo>
                    <a:pt x="3881" y="2686"/>
                    <a:pt x="4470" y="2802"/>
                    <a:pt x="4791" y="3551"/>
                  </a:cubicBezTo>
                  <a:cubicBezTo>
                    <a:pt x="4791" y="3551"/>
                    <a:pt x="4729" y="3185"/>
                    <a:pt x="4515" y="2918"/>
                  </a:cubicBezTo>
                  <a:lnTo>
                    <a:pt x="4515" y="2918"/>
                  </a:lnTo>
                  <a:cubicBezTo>
                    <a:pt x="4515" y="2918"/>
                    <a:pt x="5014" y="3096"/>
                    <a:pt x="5300" y="3489"/>
                  </a:cubicBezTo>
                  <a:cubicBezTo>
                    <a:pt x="5300" y="3489"/>
                    <a:pt x="5166" y="3016"/>
                    <a:pt x="4746" y="2686"/>
                  </a:cubicBezTo>
                  <a:lnTo>
                    <a:pt x="4746" y="2686"/>
                  </a:lnTo>
                  <a:cubicBezTo>
                    <a:pt x="4747" y="2686"/>
                    <a:pt x="5139" y="2811"/>
                    <a:pt x="5353" y="3034"/>
                  </a:cubicBezTo>
                  <a:cubicBezTo>
                    <a:pt x="5353" y="3034"/>
                    <a:pt x="5246" y="2481"/>
                    <a:pt x="4604" y="2168"/>
                  </a:cubicBezTo>
                  <a:lnTo>
                    <a:pt x="4604" y="2168"/>
                  </a:lnTo>
                  <a:cubicBezTo>
                    <a:pt x="4604" y="2168"/>
                    <a:pt x="5103" y="2231"/>
                    <a:pt x="5380" y="2543"/>
                  </a:cubicBezTo>
                  <a:cubicBezTo>
                    <a:pt x="5380" y="2543"/>
                    <a:pt x="5326" y="2204"/>
                    <a:pt x="4898" y="2017"/>
                  </a:cubicBezTo>
                  <a:cubicBezTo>
                    <a:pt x="4672" y="1916"/>
                    <a:pt x="4431" y="1893"/>
                    <a:pt x="4256" y="1893"/>
                  </a:cubicBezTo>
                  <a:cubicBezTo>
                    <a:pt x="4107" y="1893"/>
                    <a:pt x="4006" y="1910"/>
                    <a:pt x="4006" y="1910"/>
                  </a:cubicBezTo>
                  <a:cubicBezTo>
                    <a:pt x="4006" y="1910"/>
                    <a:pt x="4158" y="1767"/>
                    <a:pt x="4470" y="1758"/>
                  </a:cubicBezTo>
                  <a:cubicBezTo>
                    <a:pt x="4490" y="1757"/>
                    <a:pt x="4510" y="1756"/>
                    <a:pt x="4530" y="1756"/>
                  </a:cubicBezTo>
                  <a:cubicBezTo>
                    <a:pt x="4861" y="1756"/>
                    <a:pt x="5140" y="1895"/>
                    <a:pt x="5308" y="2106"/>
                  </a:cubicBezTo>
                  <a:cubicBezTo>
                    <a:pt x="5308" y="2106"/>
                    <a:pt x="5237" y="1776"/>
                    <a:pt x="4871" y="1606"/>
                  </a:cubicBezTo>
                  <a:cubicBezTo>
                    <a:pt x="4746" y="1550"/>
                    <a:pt x="4598" y="1531"/>
                    <a:pt x="4455" y="1531"/>
                  </a:cubicBezTo>
                  <a:cubicBezTo>
                    <a:pt x="4170" y="1531"/>
                    <a:pt x="3908" y="1606"/>
                    <a:pt x="3908" y="1606"/>
                  </a:cubicBezTo>
                  <a:cubicBezTo>
                    <a:pt x="3908" y="1606"/>
                    <a:pt x="4149" y="1330"/>
                    <a:pt x="4702" y="1232"/>
                  </a:cubicBezTo>
                  <a:cubicBezTo>
                    <a:pt x="4702" y="1232"/>
                    <a:pt x="4645" y="1226"/>
                    <a:pt x="4555" y="1226"/>
                  </a:cubicBezTo>
                  <a:cubicBezTo>
                    <a:pt x="4419" y="1226"/>
                    <a:pt x="4209" y="1239"/>
                    <a:pt x="4006" y="1303"/>
                  </a:cubicBezTo>
                  <a:cubicBezTo>
                    <a:pt x="4006" y="1303"/>
                    <a:pt x="4283" y="937"/>
                    <a:pt x="5077" y="910"/>
                  </a:cubicBezTo>
                  <a:cubicBezTo>
                    <a:pt x="5077" y="910"/>
                    <a:pt x="4922" y="853"/>
                    <a:pt x="4632" y="853"/>
                  </a:cubicBezTo>
                  <a:cubicBezTo>
                    <a:pt x="4560" y="853"/>
                    <a:pt x="4479" y="857"/>
                    <a:pt x="4390" y="866"/>
                  </a:cubicBezTo>
                  <a:cubicBezTo>
                    <a:pt x="3935" y="902"/>
                    <a:pt x="3640" y="1142"/>
                    <a:pt x="3640" y="1142"/>
                  </a:cubicBezTo>
                  <a:cubicBezTo>
                    <a:pt x="3640" y="1142"/>
                    <a:pt x="3979" y="687"/>
                    <a:pt x="4506" y="527"/>
                  </a:cubicBezTo>
                  <a:lnTo>
                    <a:pt x="4506" y="527"/>
                  </a:lnTo>
                  <a:cubicBezTo>
                    <a:pt x="4505" y="527"/>
                    <a:pt x="3685" y="527"/>
                    <a:pt x="3266" y="1098"/>
                  </a:cubicBezTo>
                  <a:cubicBezTo>
                    <a:pt x="3266" y="1098"/>
                    <a:pt x="3382" y="500"/>
                    <a:pt x="4006" y="72"/>
                  </a:cubicBezTo>
                  <a:lnTo>
                    <a:pt x="4006" y="72"/>
                  </a:lnTo>
                  <a:cubicBezTo>
                    <a:pt x="4006" y="72"/>
                    <a:pt x="3444" y="259"/>
                    <a:pt x="3096" y="839"/>
                  </a:cubicBezTo>
                  <a:cubicBezTo>
                    <a:pt x="3096" y="839"/>
                    <a:pt x="3159" y="473"/>
                    <a:pt x="3283" y="1"/>
                  </a:cubicBezTo>
                  <a:lnTo>
                    <a:pt x="3283" y="1"/>
                  </a:lnTo>
                  <a:cubicBezTo>
                    <a:pt x="3283" y="1"/>
                    <a:pt x="2837" y="295"/>
                    <a:pt x="2695" y="919"/>
                  </a:cubicBezTo>
                  <a:cubicBezTo>
                    <a:pt x="2552" y="295"/>
                    <a:pt x="2106" y="1"/>
                    <a:pt x="2106" y="1"/>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101"/>
            <p:cNvSpPr/>
            <p:nvPr/>
          </p:nvSpPr>
          <p:spPr>
            <a:xfrm>
              <a:off x="4986545" y="4546425"/>
              <a:ext cx="326923" cy="256117"/>
            </a:xfrm>
            <a:custGeom>
              <a:rect b="b" l="l" r="r" t="t"/>
              <a:pathLst>
                <a:path extrusionOk="0" h="2517" w="3213">
                  <a:moveTo>
                    <a:pt x="1955" y="1"/>
                  </a:moveTo>
                  <a:cubicBezTo>
                    <a:pt x="1954" y="1"/>
                    <a:pt x="1687" y="179"/>
                    <a:pt x="1607" y="554"/>
                  </a:cubicBezTo>
                  <a:cubicBezTo>
                    <a:pt x="1517" y="179"/>
                    <a:pt x="1250" y="1"/>
                    <a:pt x="1250" y="1"/>
                  </a:cubicBezTo>
                  <a:lnTo>
                    <a:pt x="1250" y="1"/>
                  </a:lnTo>
                  <a:cubicBezTo>
                    <a:pt x="1330" y="286"/>
                    <a:pt x="1366" y="500"/>
                    <a:pt x="1366" y="500"/>
                  </a:cubicBezTo>
                  <a:cubicBezTo>
                    <a:pt x="1152" y="161"/>
                    <a:pt x="822" y="45"/>
                    <a:pt x="822" y="45"/>
                  </a:cubicBezTo>
                  <a:lnTo>
                    <a:pt x="822" y="45"/>
                  </a:lnTo>
                  <a:cubicBezTo>
                    <a:pt x="1196" y="304"/>
                    <a:pt x="1259" y="661"/>
                    <a:pt x="1259" y="661"/>
                  </a:cubicBezTo>
                  <a:cubicBezTo>
                    <a:pt x="1009" y="322"/>
                    <a:pt x="527" y="313"/>
                    <a:pt x="527" y="313"/>
                  </a:cubicBezTo>
                  <a:lnTo>
                    <a:pt x="527" y="313"/>
                  </a:lnTo>
                  <a:cubicBezTo>
                    <a:pt x="839" y="411"/>
                    <a:pt x="1045" y="688"/>
                    <a:pt x="1045" y="688"/>
                  </a:cubicBezTo>
                  <a:cubicBezTo>
                    <a:pt x="1045" y="688"/>
                    <a:pt x="866" y="545"/>
                    <a:pt x="590" y="518"/>
                  </a:cubicBezTo>
                  <a:cubicBezTo>
                    <a:pt x="536" y="513"/>
                    <a:pt x="488" y="511"/>
                    <a:pt x="444" y="511"/>
                  </a:cubicBezTo>
                  <a:cubicBezTo>
                    <a:pt x="271" y="511"/>
                    <a:pt x="179" y="545"/>
                    <a:pt x="179" y="545"/>
                  </a:cubicBezTo>
                  <a:cubicBezTo>
                    <a:pt x="661" y="563"/>
                    <a:pt x="822" y="777"/>
                    <a:pt x="822" y="777"/>
                  </a:cubicBezTo>
                  <a:cubicBezTo>
                    <a:pt x="711" y="743"/>
                    <a:pt x="601" y="736"/>
                    <a:pt x="522" y="736"/>
                  </a:cubicBezTo>
                  <a:cubicBezTo>
                    <a:pt x="455" y="736"/>
                    <a:pt x="411" y="741"/>
                    <a:pt x="411" y="741"/>
                  </a:cubicBezTo>
                  <a:cubicBezTo>
                    <a:pt x="732" y="795"/>
                    <a:pt x="875" y="964"/>
                    <a:pt x="875" y="964"/>
                  </a:cubicBezTo>
                  <a:cubicBezTo>
                    <a:pt x="875" y="964"/>
                    <a:pt x="720" y="917"/>
                    <a:pt x="551" y="917"/>
                  </a:cubicBezTo>
                  <a:cubicBezTo>
                    <a:pt x="467" y="917"/>
                    <a:pt x="378" y="929"/>
                    <a:pt x="304" y="964"/>
                  </a:cubicBezTo>
                  <a:cubicBezTo>
                    <a:pt x="90" y="1062"/>
                    <a:pt x="45" y="1259"/>
                    <a:pt x="45" y="1259"/>
                  </a:cubicBezTo>
                  <a:cubicBezTo>
                    <a:pt x="147" y="1132"/>
                    <a:pt x="313" y="1053"/>
                    <a:pt x="513" y="1053"/>
                  </a:cubicBezTo>
                  <a:cubicBezTo>
                    <a:pt x="523" y="1053"/>
                    <a:pt x="534" y="1053"/>
                    <a:pt x="545" y="1053"/>
                  </a:cubicBezTo>
                  <a:cubicBezTo>
                    <a:pt x="732" y="1053"/>
                    <a:pt x="822" y="1143"/>
                    <a:pt x="822" y="1143"/>
                  </a:cubicBezTo>
                  <a:cubicBezTo>
                    <a:pt x="822" y="1143"/>
                    <a:pt x="758" y="1130"/>
                    <a:pt x="663" y="1130"/>
                  </a:cubicBezTo>
                  <a:cubicBezTo>
                    <a:pt x="560" y="1130"/>
                    <a:pt x="421" y="1145"/>
                    <a:pt x="286" y="1205"/>
                  </a:cubicBezTo>
                  <a:cubicBezTo>
                    <a:pt x="37" y="1312"/>
                    <a:pt x="1" y="1517"/>
                    <a:pt x="1" y="1517"/>
                  </a:cubicBezTo>
                  <a:cubicBezTo>
                    <a:pt x="170" y="1330"/>
                    <a:pt x="465" y="1294"/>
                    <a:pt x="465" y="1294"/>
                  </a:cubicBezTo>
                  <a:lnTo>
                    <a:pt x="465" y="1294"/>
                  </a:lnTo>
                  <a:cubicBezTo>
                    <a:pt x="81" y="1482"/>
                    <a:pt x="19" y="1812"/>
                    <a:pt x="19" y="1812"/>
                  </a:cubicBezTo>
                  <a:cubicBezTo>
                    <a:pt x="144" y="1678"/>
                    <a:pt x="384" y="1607"/>
                    <a:pt x="384" y="1607"/>
                  </a:cubicBezTo>
                  <a:lnTo>
                    <a:pt x="384" y="1607"/>
                  </a:lnTo>
                  <a:cubicBezTo>
                    <a:pt x="126" y="1803"/>
                    <a:pt x="54" y="2079"/>
                    <a:pt x="54" y="2079"/>
                  </a:cubicBezTo>
                  <a:cubicBezTo>
                    <a:pt x="215" y="1847"/>
                    <a:pt x="518" y="1740"/>
                    <a:pt x="518" y="1740"/>
                  </a:cubicBezTo>
                  <a:lnTo>
                    <a:pt x="518" y="1740"/>
                  </a:lnTo>
                  <a:cubicBezTo>
                    <a:pt x="393" y="1901"/>
                    <a:pt x="349" y="2115"/>
                    <a:pt x="349" y="2115"/>
                  </a:cubicBezTo>
                  <a:cubicBezTo>
                    <a:pt x="545" y="1678"/>
                    <a:pt x="893" y="1607"/>
                    <a:pt x="893" y="1607"/>
                  </a:cubicBezTo>
                  <a:lnTo>
                    <a:pt x="893" y="1607"/>
                  </a:lnTo>
                  <a:cubicBezTo>
                    <a:pt x="554" y="1785"/>
                    <a:pt x="500" y="2249"/>
                    <a:pt x="500" y="2249"/>
                  </a:cubicBezTo>
                  <a:cubicBezTo>
                    <a:pt x="661" y="1812"/>
                    <a:pt x="973" y="1678"/>
                    <a:pt x="973" y="1678"/>
                  </a:cubicBezTo>
                  <a:lnTo>
                    <a:pt x="973" y="1678"/>
                  </a:lnTo>
                  <a:cubicBezTo>
                    <a:pt x="634" y="2053"/>
                    <a:pt x="768" y="2472"/>
                    <a:pt x="768" y="2472"/>
                  </a:cubicBezTo>
                  <a:cubicBezTo>
                    <a:pt x="768" y="2106"/>
                    <a:pt x="946" y="1919"/>
                    <a:pt x="946" y="1919"/>
                  </a:cubicBezTo>
                  <a:lnTo>
                    <a:pt x="946" y="1919"/>
                  </a:lnTo>
                  <a:cubicBezTo>
                    <a:pt x="866" y="2124"/>
                    <a:pt x="902" y="2293"/>
                    <a:pt x="902" y="2293"/>
                  </a:cubicBezTo>
                  <a:cubicBezTo>
                    <a:pt x="973" y="1901"/>
                    <a:pt x="1187" y="1749"/>
                    <a:pt x="1187" y="1749"/>
                  </a:cubicBezTo>
                  <a:lnTo>
                    <a:pt x="1187" y="1749"/>
                  </a:lnTo>
                  <a:cubicBezTo>
                    <a:pt x="1062" y="1972"/>
                    <a:pt x="1089" y="2329"/>
                    <a:pt x="1089" y="2329"/>
                  </a:cubicBezTo>
                  <a:cubicBezTo>
                    <a:pt x="1152" y="1928"/>
                    <a:pt x="1357" y="1696"/>
                    <a:pt x="1357" y="1696"/>
                  </a:cubicBezTo>
                  <a:lnTo>
                    <a:pt x="1357" y="1696"/>
                  </a:lnTo>
                  <a:cubicBezTo>
                    <a:pt x="1196" y="2088"/>
                    <a:pt x="1357" y="2517"/>
                    <a:pt x="1357" y="2517"/>
                  </a:cubicBezTo>
                  <a:cubicBezTo>
                    <a:pt x="1303" y="1830"/>
                    <a:pt x="1607" y="1624"/>
                    <a:pt x="1607" y="1624"/>
                  </a:cubicBezTo>
                  <a:cubicBezTo>
                    <a:pt x="1607" y="1624"/>
                    <a:pt x="1901" y="1830"/>
                    <a:pt x="1847" y="2517"/>
                  </a:cubicBezTo>
                  <a:cubicBezTo>
                    <a:pt x="1847" y="2517"/>
                    <a:pt x="2017" y="2088"/>
                    <a:pt x="1856" y="1696"/>
                  </a:cubicBezTo>
                  <a:lnTo>
                    <a:pt x="1856" y="1696"/>
                  </a:lnTo>
                  <a:cubicBezTo>
                    <a:pt x="1856" y="1696"/>
                    <a:pt x="2062" y="1928"/>
                    <a:pt x="2124" y="2329"/>
                  </a:cubicBezTo>
                  <a:cubicBezTo>
                    <a:pt x="2124" y="2329"/>
                    <a:pt x="2151" y="1972"/>
                    <a:pt x="2017" y="1749"/>
                  </a:cubicBezTo>
                  <a:lnTo>
                    <a:pt x="2017" y="1749"/>
                  </a:lnTo>
                  <a:cubicBezTo>
                    <a:pt x="2017" y="1749"/>
                    <a:pt x="2231" y="1901"/>
                    <a:pt x="2302" y="2293"/>
                  </a:cubicBezTo>
                  <a:cubicBezTo>
                    <a:pt x="2302" y="2293"/>
                    <a:pt x="2338" y="2124"/>
                    <a:pt x="2267" y="1919"/>
                  </a:cubicBezTo>
                  <a:lnTo>
                    <a:pt x="2267" y="1919"/>
                  </a:lnTo>
                  <a:cubicBezTo>
                    <a:pt x="2267" y="1919"/>
                    <a:pt x="2436" y="2106"/>
                    <a:pt x="2436" y="2472"/>
                  </a:cubicBezTo>
                  <a:cubicBezTo>
                    <a:pt x="2436" y="2472"/>
                    <a:pt x="2570" y="2053"/>
                    <a:pt x="2240" y="1678"/>
                  </a:cubicBezTo>
                  <a:lnTo>
                    <a:pt x="2240" y="1678"/>
                  </a:lnTo>
                  <a:cubicBezTo>
                    <a:pt x="2240" y="1678"/>
                    <a:pt x="2552" y="1812"/>
                    <a:pt x="2713" y="2249"/>
                  </a:cubicBezTo>
                  <a:cubicBezTo>
                    <a:pt x="2713" y="2249"/>
                    <a:pt x="2659" y="1785"/>
                    <a:pt x="2311" y="1607"/>
                  </a:cubicBezTo>
                  <a:lnTo>
                    <a:pt x="2311" y="1607"/>
                  </a:lnTo>
                  <a:cubicBezTo>
                    <a:pt x="2311" y="1607"/>
                    <a:pt x="2668" y="1678"/>
                    <a:pt x="2856" y="2115"/>
                  </a:cubicBezTo>
                  <a:cubicBezTo>
                    <a:pt x="2856" y="2115"/>
                    <a:pt x="2820" y="1901"/>
                    <a:pt x="2695" y="1740"/>
                  </a:cubicBezTo>
                  <a:lnTo>
                    <a:pt x="2695" y="1740"/>
                  </a:lnTo>
                  <a:cubicBezTo>
                    <a:pt x="2695" y="1740"/>
                    <a:pt x="2989" y="1847"/>
                    <a:pt x="3159" y="2079"/>
                  </a:cubicBezTo>
                  <a:cubicBezTo>
                    <a:pt x="3159" y="2079"/>
                    <a:pt x="3079" y="1803"/>
                    <a:pt x="2829" y="1607"/>
                  </a:cubicBezTo>
                  <a:lnTo>
                    <a:pt x="2829" y="1607"/>
                  </a:lnTo>
                  <a:cubicBezTo>
                    <a:pt x="2829" y="1607"/>
                    <a:pt x="3070" y="1678"/>
                    <a:pt x="3195" y="1812"/>
                  </a:cubicBezTo>
                  <a:cubicBezTo>
                    <a:pt x="3195" y="1812"/>
                    <a:pt x="3132" y="1482"/>
                    <a:pt x="2740" y="1294"/>
                  </a:cubicBezTo>
                  <a:lnTo>
                    <a:pt x="2740" y="1294"/>
                  </a:lnTo>
                  <a:cubicBezTo>
                    <a:pt x="2740" y="1294"/>
                    <a:pt x="3043" y="1330"/>
                    <a:pt x="3212" y="1517"/>
                  </a:cubicBezTo>
                  <a:cubicBezTo>
                    <a:pt x="3212" y="1517"/>
                    <a:pt x="3177" y="1312"/>
                    <a:pt x="2927" y="1205"/>
                  </a:cubicBezTo>
                  <a:cubicBezTo>
                    <a:pt x="2792" y="1145"/>
                    <a:pt x="2653" y="1130"/>
                    <a:pt x="2550" y="1130"/>
                  </a:cubicBezTo>
                  <a:cubicBezTo>
                    <a:pt x="2455" y="1130"/>
                    <a:pt x="2392" y="1143"/>
                    <a:pt x="2392" y="1143"/>
                  </a:cubicBezTo>
                  <a:cubicBezTo>
                    <a:pt x="2392" y="1143"/>
                    <a:pt x="2481" y="1053"/>
                    <a:pt x="2668" y="1053"/>
                  </a:cubicBezTo>
                  <a:cubicBezTo>
                    <a:pt x="2679" y="1053"/>
                    <a:pt x="2690" y="1053"/>
                    <a:pt x="2700" y="1053"/>
                  </a:cubicBezTo>
                  <a:cubicBezTo>
                    <a:pt x="2900" y="1053"/>
                    <a:pt x="3066" y="1132"/>
                    <a:pt x="3168" y="1259"/>
                  </a:cubicBezTo>
                  <a:cubicBezTo>
                    <a:pt x="3168" y="1259"/>
                    <a:pt x="3123" y="1062"/>
                    <a:pt x="2900" y="964"/>
                  </a:cubicBezTo>
                  <a:cubicBezTo>
                    <a:pt x="2826" y="929"/>
                    <a:pt x="2738" y="917"/>
                    <a:pt x="2653" y="917"/>
                  </a:cubicBezTo>
                  <a:cubicBezTo>
                    <a:pt x="2484" y="917"/>
                    <a:pt x="2329" y="964"/>
                    <a:pt x="2329" y="964"/>
                  </a:cubicBezTo>
                  <a:cubicBezTo>
                    <a:pt x="2329" y="964"/>
                    <a:pt x="2472" y="795"/>
                    <a:pt x="2802" y="741"/>
                  </a:cubicBezTo>
                  <a:cubicBezTo>
                    <a:pt x="2802" y="741"/>
                    <a:pt x="2756" y="736"/>
                    <a:pt x="2688" y="736"/>
                  </a:cubicBezTo>
                  <a:cubicBezTo>
                    <a:pt x="2608" y="736"/>
                    <a:pt x="2497" y="743"/>
                    <a:pt x="2392" y="777"/>
                  </a:cubicBezTo>
                  <a:cubicBezTo>
                    <a:pt x="2392" y="777"/>
                    <a:pt x="2552" y="563"/>
                    <a:pt x="3025" y="545"/>
                  </a:cubicBezTo>
                  <a:cubicBezTo>
                    <a:pt x="3025" y="545"/>
                    <a:pt x="2934" y="511"/>
                    <a:pt x="2760" y="511"/>
                  </a:cubicBezTo>
                  <a:cubicBezTo>
                    <a:pt x="2717" y="511"/>
                    <a:pt x="2668" y="513"/>
                    <a:pt x="2615" y="518"/>
                  </a:cubicBezTo>
                  <a:cubicBezTo>
                    <a:pt x="2347" y="545"/>
                    <a:pt x="2169" y="688"/>
                    <a:pt x="2169" y="688"/>
                  </a:cubicBezTo>
                  <a:cubicBezTo>
                    <a:pt x="2169" y="688"/>
                    <a:pt x="2374" y="411"/>
                    <a:pt x="2686" y="313"/>
                  </a:cubicBezTo>
                  <a:lnTo>
                    <a:pt x="2686" y="313"/>
                  </a:lnTo>
                  <a:cubicBezTo>
                    <a:pt x="2686" y="313"/>
                    <a:pt x="2195" y="322"/>
                    <a:pt x="1946" y="661"/>
                  </a:cubicBezTo>
                  <a:cubicBezTo>
                    <a:pt x="1946" y="661"/>
                    <a:pt x="2017" y="304"/>
                    <a:pt x="2392" y="45"/>
                  </a:cubicBezTo>
                  <a:lnTo>
                    <a:pt x="2392" y="45"/>
                  </a:lnTo>
                  <a:cubicBezTo>
                    <a:pt x="2392" y="45"/>
                    <a:pt x="2053" y="161"/>
                    <a:pt x="1847" y="500"/>
                  </a:cubicBezTo>
                  <a:cubicBezTo>
                    <a:pt x="1847" y="500"/>
                    <a:pt x="1883" y="286"/>
                    <a:pt x="1955"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96" name="Google Shape;5996;p101"/>
            <p:cNvGrpSpPr/>
            <p:nvPr/>
          </p:nvGrpSpPr>
          <p:grpSpPr>
            <a:xfrm>
              <a:off x="5106389" y="3947572"/>
              <a:ext cx="659136" cy="1697576"/>
              <a:chOff x="4025327" y="4080797"/>
              <a:chExt cx="659136" cy="1697576"/>
            </a:xfrm>
          </p:grpSpPr>
          <p:sp>
            <p:nvSpPr>
              <p:cNvPr id="5997" name="Google Shape;5997;p101"/>
              <p:cNvSpPr/>
              <p:nvPr/>
            </p:nvSpPr>
            <p:spPr>
              <a:xfrm>
                <a:off x="4302184" y="4412109"/>
                <a:ext cx="105413" cy="1366264"/>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101"/>
              <p:cNvSpPr/>
              <p:nvPr/>
            </p:nvSpPr>
            <p:spPr>
              <a:xfrm>
                <a:off x="4346648" y="4412109"/>
                <a:ext cx="60948" cy="1366264"/>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101"/>
              <p:cNvSpPr/>
              <p:nvPr/>
            </p:nvSpPr>
            <p:spPr>
              <a:xfrm>
                <a:off x="4025327" y="4080797"/>
                <a:ext cx="659136" cy="514779"/>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101"/>
              <p:cNvSpPr/>
              <p:nvPr/>
            </p:nvSpPr>
            <p:spPr>
              <a:xfrm>
                <a:off x="4158719" y="4201478"/>
                <a:ext cx="392246" cy="307911"/>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01" name="Google Shape;6001;p101"/>
          <p:cNvGrpSpPr/>
          <p:nvPr/>
        </p:nvGrpSpPr>
        <p:grpSpPr>
          <a:xfrm>
            <a:off x="2099002" y="3455897"/>
            <a:ext cx="7059754" cy="1819833"/>
            <a:chOff x="5739616" y="2566077"/>
            <a:chExt cx="1105003" cy="284838"/>
          </a:xfrm>
        </p:grpSpPr>
        <p:sp>
          <p:nvSpPr>
            <p:cNvPr id="6002" name="Google Shape;6002;p101"/>
            <p:cNvSpPr/>
            <p:nvPr/>
          </p:nvSpPr>
          <p:spPr>
            <a:xfrm>
              <a:off x="5797294" y="2673334"/>
              <a:ext cx="1047323" cy="177581"/>
            </a:xfrm>
            <a:custGeom>
              <a:rect b="b" l="l" r="r" t="t"/>
              <a:pathLst>
                <a:path extrusionOk="0" h="4889" w="28834">
                  <a:moveTo>
                    <a:pt x="28833" y="0"/>
                  </a:moveTo>
                  <a:lnTo>
                    <a:pt x="1" y="4889"/>
                  </a:lnTo>
                  <a:lnTo>
                    <a:pt x="28833" y="4889"/>
                  </a:lnTo>
                  <a:lnTo>
                    <a:pt x="2883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101"/>
            <p:cNvSpPr/>
            <p:nvPr/>
          </p:nvSpPr>
          <p:spPr>
            <a:xfrm>
              <a:off x="5797294" y="2673334"/>
              <a:ext cx="1047323" cy="177581"/>
            </a:xfrm>
            <a:custGeom>
              <a:rect b="b" l="l" r="r" t="t"/>
              <a:pathLst>
                <a:path extrusionOk="0" h="4889" w="28834">
                  <a:moveTo>
                    <a:pt x="28833" y="0"/>
                  </a:moveTo>
                  <a:lnTo>
                    <a:pt x="1" y="4889"/>
                  </a:lnTo>
                  <a:lnTo>
                    <a:pt x="2097" y="4889"/>
                  </a:lnTo>
                  <a:lnTo>
                    <a:pt x="28833" y="357"/>
                  </a:lnTo>
                  <a:lnTo>
                    <a:pt x="28833"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101"/>
            <p:cNvSpPr/>
            <p:nvPr/>
          </p:nvSpPr>
          <p:spPr>
            <a:xfrm>
              <a:off x="5739616" y="2647727"/>
              <a:ext cx="1105003" cy="203188"/>
            </a:xfrm>
            <a:custGeom>
              <a:rect b="b" l="l" r="r" t="t"/>
              <a:pathLst>
                <a:path extrusionOk="0" h="5594" w="30422">
                  <a:moveTo>
                    <a:pt x="30421" y="0"/>
                  </a:moveTo>
                  <a:lnTo>
                    <a:pt x="1" y="5166"/>
                  </a:lnTo>
                  <a:lnTo>
                    <a:pt x="1" y="5594"/>
                  </a:lnTo>
                  <a:lnTo>
                    <a:pt x="1589" y="5594"/>
                  </a:lnTo>
                  <a:lnTo>
                    <a:pt x="30421" y="705"/>
                  </a:lnTo>
                  <a:lnTo>
                    <a:pt x="30421"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101"/>
            <p:cNvSpPr/>
            <p:nvPr/>
          </p:nvSpPr>
          <p:spPr>
            <a:xfrm>
              <a:off x="5764568" y="2760142"/>
              <a:ext cx="19469" cy="1671"/>
            </a:xfrm>
            <a:custGeom>
              <a:rect b="b" l="l" r="r" t="t"/>
              <a:pathLst>
                <a:path extrusionOk="0" h="46" w="536">
                  <a:moveTo>
                    <a:pt x="277" y="1"/>
                  </a:moveTo>
                  <a:lnTo>
                    <a:pt x="1" y="45"/>
                  </a:lnTo>
                  <a:lnTo>
                    <a:pt x="259" y="45"/>
                  </a:lnTo>
                  <a:lnTo>
                    <a:pt x="536"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101"/>
            <p:cNvSpPr/>
            <p:nvPr/>
          </p:nvSpPr>
          <p:spPr>
            <a:xfrm>
              <a:off x="5773976" y="2760142"/>
              <a:ext cx="10061" cy="85903"/>
            </a:xfrm>
            <a:custGeom>
              <a:rect b="b" l="l" r="r" t="t"/>
              <a:pathLst>
                <a:path extrusionOk="0" h="2365" w="277">
                  <a:moveTo>
                    <a:pt x="277" y="1"/>
                  </a:moveTo>
                  <a:lnTo>
                    <a:pt x="0" y="45"/>
                  </a:lnTo>
                  <a:lnTo>
                    <a:pt x="0" y="2365"/>
                  </a:lnTo>
                  <a:lnTo>
                    <a:pt x="277" y="2311"/>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101"/>
            <p:cNvSpPr/>
            <p:nvPr/>
          </p:nvSpPr>
          <p:spPr>
            <a:xfrm>
              <a:off x="5764568" y="2761776"/>
              <a:ext cx="9444" cy="84268"/>
            </a:xfrm>
            <a:custGeom>
              <a:rect b="b" l="l" r="r" t="t"/>
              <a:pathLst>
                <a:path extrusionOk="0" h="2320" w="260">
                  <a:moveTo>
                    <a:pt x="1" y="0"/>
                  </a:moveTo>
                  <a:lnTo>
                    <a:pt x="1" y="2320"/>
                  </a:lnTo>
                  <a:lnTo>
                    <a:pt x="259" y="2320"/>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101"/>
            <p:cNvSpPr/>
            <p:nvPr/>
          </p:nvSpPr>
          <p:spPr>
            <a:xfrm>
              <a:off x="5833579" y="2748156"/>
              <a:ext cx="19505" cy="1998"/>
            </a:xfrm>
            <a:custGeom>
              <a:rect b="b" l="l" r="r" t="t"/>
              <a:pathLst>
                <a:path extrusionOk="0" h="55" w="537">
                  <a:moveTo>
                    <a:pt x="277" y="1"/>
                  </a:moveTo>
                  <a:lnTo>
                    <a:pt x="1" y="54"/>
                  </a:lnTo>
                  <a:lnTo>
                    <a:pt x="260" y="54"/>
                  </a:lnTo>
                  <a:lnTo>
                    <a:pt x="536"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101"/>
            <p:cNvSpPr/>
            <p:nvPr/>
          </p:nvSpPr>
          <p:spPr>
            <a:xfrm>
              <a:off x="5842986" y="2748156"/>
              <a:ext cx="10098" cy="85903"/>
            </a:xfrm>
            <a:custGeom>
              <a:rect b="b" l="l" r="r" t="t"/>
              <a:pathLst>
                <a:path extrusionOk="0" h="2365" w="278">
                  <a:moveTo>
                    <a:pt x="277" y="1"/>
                  </a:moveTo>
                  <a:lnTo>
                    <a:pt x="1" y="54"/>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101"/>
            <p:cNvSpPr/>
            <p:nvPr/>
          </p:nvSpPr>
          <p:spPr>
            <a:xfrm>
              <a:off x="5833579" y="2750117"/>
              <a:ext cx="9444" cy="83941"/>
            </a:xfrm>
            <a:custGeom>
              <a:rect b="b" l="l" r="r" t="t"/>
              <a:pathLst>
                <a:path extrusionOk="0" h="2311" w="260">
                  <a:moveTo>
                    <a:pt x="1" y="0"/>
                  </a:moveTo>
                  <a:lnTo>
                    <a:pt x="1" y="2311"/>
                  </a:lnTo>
                  <a:lnTo>
                    <a:pt x="260" y="2311"/>
                  </a:lnTo>
                  <a:lnTo>
                    <a:pt x="260"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101"/>
            <p:cNvSpPr/>
            <p:nvPr/>
          </p:nvSpPr>
          <p:spPr>
            <a:xfrm>
              <a:off x="5902626" y="2736497"/>
              <a:ext cx="19469" cy="1998"/>
            </a:xfrm>
            <a:custGeom>
              <a:rect b="b" l="l" r="r" t="t"/>
              <a:pathLst>
                <a:path extrusionOk="0" h="55" w="536">
                  <a:moveTo>
                    <a:pt x="277" y="1"/>
                  </a:moveTo>
                  <a:lnTo>
                    <a:pt x="0" y="54"/>
                  </a:lnTo>
                  <a:lnTo>
                    <a:pt x="259" y="54"/>
                  </a:lnTo>
                  <a:lnTo>
                    <a:pt x="535"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101"/>
            <p:cNvSpPr/>
            <p:nvPr/>
          </p:nvSpPr>
          <p:spPr>
            <a:xfrm>
              <a:off x="5911997" y="2736497"/>
              <a:ext cx="10098" cy="85903"/>
            </a:xfrm>
            <a:custGeom>
              <a:rect b="b" l="l" r="r" t="t"/>
              <a:pathLst>
                <a:path extrusionOk="0" h="2365" w="278">
                  <a:moveTo>
                    <a:pt x="277" y="1"/>
                  </a:moveTo>
                  <a:lnTo>
                    <a:pt x="1" y="54"/>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101"/>
            <p:cNvSpPr/>
            <p:nvPr/>
          </p:nvSpPr>
          <p:spPr>
            <a:xfrm>
              <a:off x="5902626" y="2738458"/>
              <a:ext cx="9408" cy="83941"/>
            </a:xfrm>
            <a:custGeom>
              <a:rect b="b" l="l" r="r" t="t"/>
              <a:pathLst>
                <a:path extrusionOk="0" h="2311" w="259">
                  <a:moveTo>
                    <a:pt x="0" y="0"/>
                  </a:moveTo>
                  <a:lnTo>
                    <a:pt x="0" y="2311"/>
                  </a:lnTo>
                  <a:lnTo>
                    <a:pt x="259" y="2311"/>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101"/>
            <p:cNvSpPr/>
            <p:nvPr/>
          </p:nvSpPr>
          <p:spPr>
            <a:xfrm>
              <a:off x="5971636" y="2724838"/>
              <a:ext cx="19469" cy="1671"/>
            </a:xfrm>
            <a:custGeom>
              <a:rect b="b" l="l" r="r" t="t"/>
              <a:pathLst>
                <a:path extrusionOk="0" h="46" w="536">
                  <a:moveTo>
                    <a:pt x="277" y="0"/>
                  </a:moveTo>
                  <a:lnTo>
                    <a:pt x="0" y="45"/>
                  </a:lnTo>
                  <a:lnTo>
                    <a:pt x="259" y="45"/>
                  </a:lnTo>
                  <a:lnTo>
                    <a:pt x="535"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101"/>
            <p:cNvSpPr/>
            <p:nvPr/>
          </p:nvSpPr>
          <p:spPr>
            <a:xfrm>
              <a:off x="5981007" y="2724838"/>
              <a:ext cx="10098" cy="85903"/>
            </a:xfrm>
            <a:custGeom>
              <a:rect b="b" l="l" r="r" t="t"/>
              <a:pathLst>
                <a:path extrusionOk="0" h="2365" w="278">
                  <a:moveTo>
                    <a:pt x="277" y="0"/>
                  </a:moveTo>
                  <a:lnTo>
                    <a:pt x="1" y="45"/>
                  </a:lnTo>
                  <a:lnTo>
                    <a:pt x="1" y="2365"/>
                  </a:lnTo>
                  <a:lnTo>
                    <a:pt x="277" y="2320"/>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101"/>
            <p:cNvSpPr/>
            <p:nvPr/>
          </p:nvSpPr>
          <p:spPr>
            <a:xfrm>
              <a:off x="5971636" y="2726472"/>
              <a:ext cx="9408" cy="84268"/>
            </a:xfrm>
            <a:custGeom>
              <a:rect b="b" l="l" r="r" t="t"/>
              <a:pathLst>
                <a:path extrusionOk="0" h="2320" w="259">
                  <a:moveTo>
                    <a:pt x="0" y="0"/>
                  </a:moveTo>
                  <a:lnTo>
                    <a:pt x="0" y="2320"/>
                  </a:lnTo>
                  <a:lnTo>
                    <a:pt x="259" y="2320"/>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101"/>
            <p:cNvSpPr/>
            <p:nvPr/>
          </p:nvSpPr>
          <p:spPr>
            <a:xfrm>
              <a:off x="6040647" y="2713178"/>
              <a:ext cx="19469" cy="1635"/>
            </a:xfrm>
            <a:custGeom>
              <a:rect b="b" l="l" r="r" t="t"/>
              <a:pathLst>
                <a:path extrusionOk="0" h="45" w="536">
                  <a:moveTo>
                    <a:pt x="277" y="0"/>
                  </a:moveTo>
                  <a:lnTo>
                    <a:pt x="0" y="45"/>
                  </a:lnTo>
                  <a:lnTo>
                    <a:pt x="259" y="45"/>
                  </a:lnTo>
                  <a:lnTo>
                    <a:pt x="536"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101"/>
            <p:cNvSpPr/>
            <p:nvPr/>
          </p:nvSpPr>
          <p:spPr>
            <a:xfrm>
              <a:off x="6050054" y="2713178"/>
              <a:ext cx="10061" cy="85903"/>
            </a:xfrm>
            <a:custGeom>
              <a:rect b="b" l="l" r="r" t="t"/>
              <a:pathLst>
                <a:path extrusionOk="0" h="2365" w="277">
                  <a:moveTo>
                    <a:pt x="277" y="0"/>
                  </a:moveTo>
                  <a:lnTo>
                    <a:pt x="0" y="45"/>
                  </a:lnTo>
                  <a:lnTo>
                    <a:pt x="0" y="2364"/>
                  </a:lnTo>
                  <a:lnTo>
                    <a:pt x="277" y="2320"/>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101"/>
            <p:cNvSpPr/>
            <p:nvPr/>
          </p:nvSpPr>
          <p:spPr>
            <a:xfrm>
              <a:off x="6040647" y="2714777"/>
              <a:ext cx="9444" cy="84305"/>
            </a:xfrm>
            <a:custGeom>
              <a:rect b="b" l="l" r="r" t="t"/>
              <a:pathLst>
                <a:path extrusionOk="0" h="2321" w="260">
                  <a:moveTo>
                    <a:pt x="0" y="1"/>
                  </a:moveTo>
                  <a:lnTo>
                    <a:pt x="0" y="2320"/>
                  </a:lnTo>
                  <a:lnTo>
                    <a:pt x="259" y="2320"/>
                  </a:lnTo>
                  <a:lnTo>
                    <a:pt x="259"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101"/>
            <p:cNvSpPr/>
            <p:nvPr/>
          </p:nvSpPr>
          <p:spPr>
            <a:xfrm>
              <a:off x="6109985" y="2701519"/>
              <a:ext cx="19469" cy="1635"/>
            </a:xfrm>
            <a:custGeom>
              <a:rect b="b" l="l" r="r" t="t"/>
              <a:pathLst>
                <a:path extrusionOk="0" h="45" w="536">
                  <a:moveTo>
                    <a:pt x="277" y="0"/>
                  </a:moveTo>
                  <a:lnTo>
                    <a:pt x="0" y="45"/>
                  </a:lnTo>
                  <a:lnTo>
                    <a:pt x="259" y="45"/>
                  </a:lnTo>
                  <a:lnTo>
                    <a:pt x="536"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101"/>
            <p:cNvSpPr/>
            <p:nvPr/>
          </p:nvSpPr>
          <p:spPr>
            <a:xfrm>
              <a:off x="6119392" y="2701519"/>
              <a:ext cx="10061" cy="85903"/>
            </a:xfrm>
            <a:custGeom>
              <a:rect b="b" l="l" r="r" t="t"/>
              <a:pathLst>
                <a:path extrusionOk="0" h="2365" w="277">
                  <a:moveTo>
                    <a:pt x="277" y="0"/>
                  </a:moveTo>
                  <a:lnTo>
                    <a:pt x="0" y="45"/>
                  </a:lnTo>
                  <a:lnTo>
                    <a:pt x="0" y="2364"/>
                  </a:lnTo>
                  <a:lnTo>
                    <a:pt x="277" y="2311"/>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101"/>
            <p:cNvSpPr/>
            <p:nvPr/>
          </p:nvSpPr>
          <p:spPr>
            <a:xfrm>
              <a:off x="6109985" y="2703117"/>
              <a:ext cx="9444" cy="84305"/>
            </a:xfrm>
            <a:custGeom>
              <a:rect b="b" l="l" r="r" t="t"/>
              <a:pathLst>
                <a:path extrusionOk="0" h="2321" w="260">
                  <a:moveTo>
                    <a:pt x="0" y="1"/>
                  </a:moveTo>
                  <a:lnTo>
                    <a:pt x="0" y="2320"/>
                  </a:lnTo>
                  <a:lnTo>
                    <a:pt x="259" y="2320"/>
                  </a:lnTo>
                  <a:lnTo>
                    <a:pt x="259"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101"/>
            <p:cNvSpPr/>
            <p:nvPr/>
          </p:nvSpPr>
          <p:spPr>
            <a:xfrm>
              <a:off x="6178995" y="2689824"/>
              <a:ext cx="19469" cy="1671"/>
            </a:xfrm>
            <a:custGeom>
              <a:rect b="b" l="l" r="r" t="t"/>
              <a:pathLst>
                <a:path extrusionOk="0" h="46" w="536">
                  <a:moveTo>
                    <a:pt x="277" y="1"/>
                  </a:moveTo>
                  <a:lnTo>
                    <a:pt x="1" y="46"/>
                  </a:lnTo>
                  <a:lnTo>
                    <a:pt x="259" y="46"/>
                  </a:lnTo>
                  <a:lnTo>
                    <a:pt x="536"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101"/>
            <p:cNvSpPr/>
            <p:nvPr/>
          </p:nvSpPr>
          <p:spPr>
            <a:xfrm>
              <a:off x="6188402" y="2689824"/>
              <a:ext cx="10061" cy="85939"/>
            </a:xfrm>
            <a:custGeom>
              <a:rect b="b" l="l" r="r" t="t"/>
              <a:pathLst>
                <a:path extrusionOk="0" h="2366" w="277">
                  <a:moveTo>
                    <a:pt x="277" y="1"/>
                  </a:moveTo>
                  <a:lnTo>
                    <a:pt x="0" y="46"/>
                  </a:lnTo>
                  <a:lnTo>
                    <a:pt x="0" y="2365"/>
                  </a:lnTo>
                  <a:lnTo>
                    <a:pt x="277" y="2312"/>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101"/>
            <p:cNvSpPr/>
            <p:nvPr/>
          </p:nvSpPr>
          <p:spPr>
            <a:xfrm>
              <a:off x="6178995" y="2691458"/>
              <a:ext cx="9444" cy="84305"/>
            </a:xfrm>
            <a:custGeom>
              <a:rect b="b" l="l" r="r" t="t"/>
              <a:pathLst>
                <a:path extrusionOk="0" h="2321" w="260">
                  <a:moveTo>
                    <a:pt x="1" y="1"/>
                  </a:moveTo>
                  <a:lnTo>
                    <a:pt x="1" y="2320"/>
                  </a:lnTo>
                  <a:lnTo>
                    <a:pt x="259" y="2320"/>
                  </a:lnTo>
                  <a:lnTo>
                    <a:pt x="259"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101"/>
            <p:cNvSpPr/>
            <p:nvPr/>
          </p:nvSpPr>
          <p:spPr>
            <a:xfrm>
              <a:off x="6248006" y="2677838"/>
              <a:ext cx="19505" cy="1998"/>
            </a:xfrm>
            <a:custGeom>
              <a:rect b="b" l="l" r="r" t="t"/>
              <a:pathLst>
                <a:path extrusionOk="0" h="55" w="537">
                  <a:moveTo>
                    <a:pt x="277" y="1"/>
                  </a:moveTo>
                  <a:lnTo>
                    <a:pt x="1" y="54"/>
                  </a:lnTo>
                  <a:lnTo>
                    <a:pt x="260" y="54"/>
                  </a:lnTo>
                  <a:lnTo>
                    <a:pt x="536"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101"/>
            <p:cNvSpPr/>
            <p:nvPr/>
          </p:nvSpPr>
          <p:spPr>
            <a:xfrm>
              <a:off x="6257413" y="2677838"/>
              <a:ext cx="10098" cy="85903"/>
            </a:xfrm>
            <a:custGeom>
              <a:rect b="b" l="l" r="r" t="t"/>
              <a:pathLst>
                <a:path extrusionOk="0" h="2365" w="278">
                  <a:moveTo>
                    <a:pt x="277" y="1"/>
                  </a:moveTo>
                  <a:lnTo>
                    <a:pt x="1" y="54"/>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101"/>
            <p:cNvSpPr/>
            <p:nvPr/>
          </p:nvSpPr>
          <p:spPr>
            <a:xfrm>
              <a:off x="6248006" y="2679799"/>
              <a:ext cx="9444" cy="83941"/>
            </a:xfrm>
            <a:custGeom>
              <a:rect b="b" l="l" r="r" t="t"/>
              <a:pathLst>
                <a:path extrusionOk="0" h="2311" w="260">
                  <a:moveTo>
                    <a:pt x="1" y="0"/>
                  </a:moveTo>
                  <a:lnTo>
                    <a:pt x="1" y="2311"/>
                  </a:lnTo>
                  <a:lnTo>
                    <a:pt x="260" y="2311"/>
                  </a:lnTo>
                  <a:lnTo>
                    <a:pt x="260"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101"/>
            <p:cNvSpPr/>
            <p:nvPr/>
          </p:nvSpPr>
          <p:spPr>
            <a:xfrm>
              <a:off x="6317053" y="2666179"/>
              <a:ext cx="19469" cy="1998"/>
            </a:xfrm>
            <a:custGeom>
              <a:rect b="b" l="l" r="r" t="t"/>
              <a:pathLst>
                <a:path extrusionOk="0" h="55" w="536">
                  <a:moveTo>
                    <a:pt x="277" y="1"/>
                  </a:moveTo>
                  <a:lnTo>
                    <a:pt x="0" y="54"/>
                  </a:lnTo>
                  <a:lnTo>
                    <a:pt x="259" y="54"/>
                  </a:lnTo>
                  <a:lnTo>
                    <a:pt x="535"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101"/>
            <p:cNvSpPr/>
            <p:nvPr/>
          </p:nvSpPr>
          <p:spPr>
            <a:xfrm>
              <a:off x="6326424" y="2666179"/>
              <a:ext cx="10098" cy="85903"/>
            </a:xfrm>
            <a:custGeom>
              <a:rect b="b" l="l" r="r" t="t"/>
              <a:pathLst>
                <a:path extrusionOk="0" h="2365" w="278">
                  <a:moveTo>
                    <a:pt x="277" y="1"/>
                  </a:moveTo>
                  <a:lnTo>
                    <a:pt x="1" y="54"/>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101"/>
            <p:cNvSpPr/>
            <p:nvPr/>
          </p:nvSpPr>
          <p:spPr>
            <a:xfrm>
              <a:off x="6317053" y="2668140"/>
              <a:ext cx="9408" cy="83941"/>
            </a:xfrm>
            <a:custGeom>
              <a:rect b="b" l="l" r="r" t="t"/>
              <a:pathLst>
                <a:path extrusionOk="0" h="2311" w="259">
                  <a:moveTo>
                    <a:pt x="0" y="0"/>
                  </a:moveTo>
                  <a:lnTo>
                    <a:pt x="0" y="2311"/>
                  </a:lnTo>
                  <a:lnTo>
                    <a:pt x="259" y="2311"/>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101"/>
            <p:cNvSpPr/>
            <p:nvPr/>
          </p:nvSpPr>
          <p:spPr>
            <a:xfrm>
              <a:off x="6386390" y="2654520"/>
              <a:ext cx="19469" cy="1671"/>
            </a:xfrm>
            <a:custGeom>
              <a:rect b="b" l="l" r="r" t="t"/>
              <a:pathLst>
                <a:path extrusionOk="0" h="46" w="536">
                  <a:moveTo>
                    <a:pt x="277" y="1"/>
                  </a:moveTo>
                  <a:lnTo>
                    <a:pt x="0" y="45"/>
                  </a:lnTo>
                  <a:lnTo>
                    <a:pt x="259" y="45"/>
                  </a:lnTo>
                  <a:lnTo>
                    <a:pt x="535"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101"/>
            <p:cNvSpPr/>
            <p:nvPr/>
          </p:nvSpPr>
          <p:spPr>
            <a:xfrm>
              <a:off x="6395761" y="2654520"/>
              <a:ext cx="10098" cy="85903"/>
            </a:xfrm>
            <a:custGeom>
              <a:rect b="b" l="l" r="r" t="t"/>
              <a:pathLst>
                <a:path extrusionOk="0" h="2365" w="278">
                  <a:moveTo>
                    <a:pt x="277" y="1"/>
                  </a:moveTo>
                  <a:lnTo>
                    <a:pt x="1" y="45"/>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101"/>
            <p:cNvSpPr/>
            <p:nvPr/>
          </p:nvSpPr>
          <p:spPr>
            <a:xfrm>
              <a:off x="6386390" y="2656154"/>
              <a:ext cx="9408" cy="84268"/>
            </a:xfrm>
            <a:custGeom>
              <a:rect b="b" l="l" r="r" t="t"/>
              <a:pathLst>
                <a:path extrusionOk="0" h="2320" w="259">
                  <a:moveTo>
                    <a:pt x="0" y="0"/>
                  </a:moveTo>
                  <a:lnTo>
                    <a:pt x="0" y="2320"/>
                  </a:lnTo>
                  <a:lnTo>
                    <a:pt x="259" y="2320"/>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101"/>
            <p:cNvSpPr/>
            <p:nvPr/>
          </p:nvSpPr>
          <p:spPr>
            <a:xfrm>
              <a:off x="6455401" y="2642860"/>
              <a:ext cx="19469" cy="1671"/>
            </a:xfrm>
            <a:custGeom>
              <a:rect b="b" l="l" r="r" t="t"/>
              <a:pathLst>
                <a:path extrusionOk="0" h="46" w="536">
                  <a:moveTo>
                    <a:pt x="277" y="0"/>
                  </a:moveTo>
                  <a:lnTo>
                    <a:pt x="0" y="45"/>
                  </a:lnTo>
                  <a:lnTo>
                    <a:pt x="259" y="45"/>
                  </a:lnTo>
                  <a:lnTo>
                    <a:pt x="536"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101"/>
            <p:cNvSpPr/>
            <p:nvPr/>
          </p:nvSpPr>
          <p:spPr>
            <a:xfrm>
              <a:off x="6464808" y="2642860"/>
              <a:ext cx="10061" cy="85903"/>
            </a:xfrm>
            <a:custGeom>
              <a:rect b="b" l="l" r="r" t="t"/>
              <a:pathLst>
                <a:path extrusionOk="0" h="2365" w="277">
                  <a:moveTo>
                    <a:pt x="277" y="0"/>
                  </a:moveTo>
                  <a:lnTo>
                    <a:pt x="0" y="45"/>
                  </a:lnTo>
                  <a:lnTo>
                    <a:pt x="0" y="2365"/>
                  </a:lnTo>
                  <a:lnTo>
                    <a:pt x="277" y="2320"/>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101"/>
            <p:cNvSpPr/>
            <p:nvPr/>
          </p:nvSpPr>
          <p:spPr>
            <a:xfrm>
              <a:off x="6455401" y="2644495"/>
              <a:ext cx="9444" cy="84268"/>
            </a:xfrm>
            <a:custGeom>
              <a:rect b="b" l="l" r="r" t="t"/>
              <a:pathLst>
                <a:path extrusionOk="0" h="2320" w="260">
                  <a:moveTo>
                    <a:pt x="0" y="0"/>
                  </a:moveTo>
                  <a:lnTo>
                    <a:pt x="0" y="2320"/>
                  </a:lnTo>
                  <a:lnTo>
                    <a:pt x="259" y="2320"/>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101"/>
            <p:cNvSpPr/>
            <p:nvPr/>
          </p:nvSpPr>
          <p:spPr>
            <a:xfrm>
              <a:off x="6524411" y="2631201"/>
              <a:ext cx="19469" cy="1635"/>
            </a:xfrm>
            <a:custGeom>
              <a:rect b="b" l="l" r="r" t="t"/>
              <a:pathLst>
                <a:path extrusionOk="0" h="45" w="536">
                  <a:moveTo>
                    <a:pt x="277" y="0"/>
                  </a:moveTo>
                  <a:lnTo>
                    <a:pt x="0" y="45"/>
                  </a:lnTo>
                  <a:lnTo>
                    <a:pt x="259" y="45"/>
                  </a:lnTo>
                  <a:lnTo>
                    <a:pt x="536"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101"/>
            <p:cNvSpPr/>
            <p:nvPr/>
          </p:nvSpPr>
          <p:spPr>
            <a:xfrm>
              <a:off x="6533819" y="2631201"/>
              <a:ext cx="10061" cy="85903"/>
            </a:xfrm>
            <a:custGeom>
              <a:rect b="b" l="l" r="r" t="t"/>
              <a:pathLst>
                <a:path extrusionOk="0" h="2365" w="277">
                  <a:moveTo>
                    <a:pt x="277" y="0"/>
                  </a:moveTo>
                  <a:lnTo>
                    <a:pt x="0" y="45"/>
                  </a:lnTo>
                  <a:lnTo>
                    <a:pt x="0" y="2364"/>
                  </a:lnTo>
                  <a:lnTo>
                    <a:pt x="277" y="2311"/>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101"/>
            <p:cNvSpPr/>
            <p:nvPr/>
          </p:nvSpPr>
          <p:spPr>
            <a:xfrm>
              <a:off x="6524411" y="2632799"/>
              <a:ext cx="9444" cy="84305"/>
            </a:xfrm>
            <a:custGeom>
              <a:rect b="b" l="l" r="r" t="t"/>
              <a:pathLst>
                <a:path extrusionOk="0" h="2321" w="260">
                  <a:moveTo>
                    <a:pt x="0" y="1"/>
                  </a:moveTo>
                  <a:lnTo>
                    <a:pt x="0" y="2320"/>
                  </a:lnTo>
                  <a:lnTo>
                    <a:pt x="259" y="2320"/>
                  </a:lnTo>
                  <a:lnTo>
                    <a:pt x="259"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101"/>
            <p:cNvSpPr/>
            <p:nvPr/>
          </p:nvSpPr>
          <p:spPr>
            <a:xfrm>
              <a:off x="6593422" y="2619542"/>
              <a:ext cx="19469" cy="1635"/>
            </a:xfrm>
            <a:custGeom>
              <a:rect b="b" l="l" r="r" t="t"/>
              <a:pathLst>
                <a:path extrusionOk="0" h="45" w="536">
                  <a:moveTo>
                    <a:pt x="277" y="0"/>
                  </a:moveTo>
                  <a:lnTo>
                    <a:pt x="1" y="45"/>
                  </a:lnTo>
                  <a:lnTo>
                    <a:pt x="259" y="45"/>
                  </a:lnTo>
                  <a:lnTo>
                    <a:pt x="536"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101"/>
            <p:cNvSpPr/>
            <p:nvPr/>
          </p:nvSpPr>
          <p:spPr>
            <a:xfrm>
              <a:off x="6602829" y="2619542"/>
              <a:ext cx="10061" cy="85903"/>
            </a:xfrm>
            <a:custGeom>
              <a:rect b="b" l="l" r="r" t="t"/>
              <a:pathLst>
                <a:path extrusionOk="0" h="2365" w="277">
                  <a:moveTo>
                    <a:pt x="277" y="0"/>
                  </a:moveTo>
                  <a:lnTo>
                    <a:pt x="0" y="45"/>
                  </a:lnTo>
                  <a:lnTo>
                    <a:pt x="0" y="2364"/>
                  </a:lnTo>
                  <a:lnTo>
                    <a:pt x="277" y="2311"/>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101"/>
            <p:cNvSpPr/>
            <p:nvPr/>
          </p:nvSpPr>
          <p:spPr>
            <a:xfrm>
              <a:off x="6593422" y="2621140"/>
              <a:ext cx="9444" cy="84305"/>
            </a:xfrm>
            <a:custGeom>
              <a:rect b="b" l="l" r="r" t="t"/>
              <a:pathLst>
                <a:path extrusionOk="0" h="2321" w="260">
                  <a:moveTo>
                    <a:pt x="1" y="1"/>
                  </a:moveTo>
                  <a:lnTo>
                    <a:pt x="1" y="2320"/>
                  </a:lnTo>
                  <a:lnTo>
                    <a:pt x="259" y="2320"/>
                  </a:lnTo>
                  <a:lnTo>
                    <a:pt x="259"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101"/>
            <p:cNvSpPr/>
            <p:nvPr/>
          </p:nvSpPr>
          <p:spPr>
            <a:xfrm>
              <a:off x="6662432" y="2607556"/>
              <a:ext cx="19832" cy="1961"/>
            </a:xfrm>
            <a:custGeom>
              <a:rect b="b" l="l" r="r" t="t"/>
              <a:pathLst>
                <a:path extrusionOk="0" h="54" w="546">
                  <a:moveTo>
                    <a:pt x="277" y="0"/>
                  </a:moveTo>
                  <a:lnTo>
                    <a:pt x="1" y="54"/>
                  </a:lnTo>
                  <a:lnTo>
                    <a:pt x="268" y="54"/>
                  </a:lnTo>
                  <a:lnTo>
                    <a:pt x="545"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101"/>
            <p:cNvSpPr/>
            <p:nvPr/>
          </p:nvSpPr>
          <p:spPr>
            <a:xfrm>
              <a:off x="6672167" y="2607556"/>
              <a:ext cx="10098" cy="85903"/>
            </a:xfrm>
            <a:custGeom>
              <a:rect b="b" l="l" r="r" t="t"/>
              <a:pathLst>
                <a:path extrusionOk="0" h="2365" w="278">
                  <a:moveTo>
                    <a:pt x="277" y="0"/>
                  </a:moveTo>
                  <a:lnTo>
                    <a:pt x="0" y="54"/>
                  </a:lnTo>
                  <a:lnTo>
                    <a:pt x="0" y="2364"/>
                  </a:lnTo>
                  <a:lnTo>
                    <a:pt x="277" y="2320"/>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101"/>
            <p:cNvSpPr/>
            <p:nvPr/>
          </p:nvSpPr>
          <p:spPr>
            <a:xfrm>
              <a:off x="6662432" y="2609481"/>
              <a:ext cx="9444" cy="83978"/>
            </a:xfrm>
            <a:custGeom>
              <a:rect b="b" l="l" r="r" t="t"/>
              <a:pathLst>
                <a:path extrusionOk="0" h="2312" w="260">
                  <a:moveTo>
                    <a:pt x="1" y="1"/>
                  </a:moveTo>
                  <a:lnTo>
                    <a:pt x="1" y="2311"/>
                  </a:lnTo>
                  <a:lnTo>
                    <a:pt x="260" y="2311"/>
                  </a:lnTo>
                  <a:lnTo>
                    <a:pt x="260"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101"/>
            <p:cNvSpPr/>
            <p:nvPr/>
          </p:nvSpPr>
          <p:spPr>
            <a:xfrm>
              <a:off x="6731770" y="2595861"/>
              <a:ext cx="19505" cy="1998"/>
            </a:xfrm>
            <a:custGeom>
              <a:rect b="b" l="l" r="r" t="t"/>
              <a:pathLst>
                <a:path extrusionOk="0" h="55" w="537">
                  <a:moveTo>
                    <a:pt x="278" y="1"/>
                  </a:moveTo>
                  <a:lnTo>
                    <a:pt x="1" y="54"/>
                  </a:lnTo>
                  <a:lnTo>
                    <a:pt x="260" y="54"/>
                  </a:lnTo>
                  <a:lnTo>
                    <a:pt x="536"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101"/>
            <p:cNvSpPr/>
            <p:nvPr/>
          </p:nvSpPr>
          <p:spPr>
            <a:xfrm>
              <a:off x="6741177" y="2595861"/>
              <a:ext cx="10098" cy="85903"/>
            </a:xfrm>
            <a:custGeom>
              <a:rect b="b" l="l" r="r" t="t"/>
              <a:pathLst>
                <a:path extrusionOk="0" h="2365" w="278">
                  <a:moveTo>
                    <a:pt x="277" y="1"/>
                  </a:moveTo>
                  <a:lnTo>
                    <a:pt x="1" y="54"/>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101"/>
            <p:cNvSpPr/>
            <p:nvPr/>
          </p:nvSpPr>
          <p:spPr>
            <a:xfrm>
              <a:off x="6731770" y="2597822"/>
              <a:ext cx="9444" cy="83941"/>
            </a:xfrm>
            <a:custGeom>
              <a:rect b="b" l="l" r="r" t="t"/>
              <a:pathLst>
                <a:path extrusionOk="0" h="2311" w="260">
                  <a:moveTo>
                    <a:pt x="1" y="0"/>
                  </a:moveTo>
                  <a:lnTo>
                    <a:pt x="1" y="2311"/>
                  </a:lnTo>
                  <a:lnTo>
                    <a:pt x="260" y="2311"/>
                  </a:lnTo>
                  <a:lnTo>
                    <a:pt x="260"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101"/>
            <p:cNvSpPr/>
            <p:nvPr/>
          </p:nvSpPr>
          <p:spPr>
            <a:xfrm>
              <a:off x="6800817" y="2584201"/>
              <a:ext cx="19469" cy="1671"/>
            </a:xfrm>
            <a:custGeom>
              <a:rect b="b" l="l" r="r" t="t"/>
              <a:pathLst>
                <a:path extrusionOk="0" h="46" w="536">
                  <a:moveTo>
                    <a:pt x="277" y="1"/>
                  </a:moveTo>
                  <a:lnTo>
                    <a:pt x="0" y="45"/>
                  </a:lnTo>
                  <a:lnTo>
                    <a:pt x="259" y="45"/>
                  </a:lnTo>
                  <a:lnTo>
                    <a:pt x="535"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101"/>
            <p:cNvSpPr/>
            <p:nvPr/>
          </p:nvSpPr>
          <p:spPr>
            <a:xfrm>
              <a:off x="6810188" y="2584201"/>
              <a:ext cx="10098" cy="85903"/>
            </a:xfrm>
            <a:custGeom>
              <a:rect b="b" l="l" r="r" t="t"/>
              <a:pathLst>
                <a:path extrusionOk="0" h="2365" w="278">
                  <a:moveTo>
                    <a:pt x="277" y="1"/>
                  </a:moveTo>
                  <a:lnTo>
                    <a:pt x="1" y="45"/>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101"/>
            <p:cNvSpPr/>
            <p:nvPr/>
          </p:nvSpPr>
          <p:spPr>
            <a:xfrm>
              <a:off x="6800817" y="2585836"/>
              <a:ext cx="9408" cy="84268"/>
            </a:xfrm>
            <a:custGeom>
              <a:rect b="b" l="l" r="r" t="t"/>
              <a:pathLst>
                <a:path extrusionOk="0" h="2320" w="259">
                  <a:moveTo>
                    <a:pt x="0" y="0"/>
                  </a:moveTo>
                  <a:lnTo>
                    <a:pt x="0" y="2320"/>
                  </a:lnTo>
                  <a:lnTo>
                    <a:pt x="259" y="2320"/>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101"/>
            <p:cNvSpPr/>
            <p:nvPr/>
          </p:nvSpPr>
          <p:spPr>
            <a:xfrm>
              <a:off x="5739616" y="2566077"/>
              <a:ext cx="1105003" cy="204496"/>
            </a:xfrm>
            <a:custGeom>
              <a:rect b="b" l="l" r="r" t="t"/>
              <a:pathLst>
                <a:path extrusionOk="0" h="5630" w="30422">
                  <a:moveTo>
                    <a:pt x="30421" y="0"/>
                  </a:moveTo>
                  <a:lnTo>
                    <a:pt x="1" y="5165"/>
                  </a:lnTo>
                  <a:lnTo>
                    <a:pt x="1" y="5594"/>
                  </a:lnTo>
                  <a:lnTo>
                    <a:pt x="1" y="5629"/>
                  </a:lnTo>
                  <a:lnTo>
                    <a:pt x="30421" y="473"/>
                  </a:lnTo>
                  <a:lnTo>
                    <a:pt x="30421"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101"/>
            <p:cNvSpPr/>
            <p:nvPr/>
          </p:nvSpPr>
          <p:spPr>
            <a:xfrm>
              <a:off x="5739616" y="2579044"/>
              <a:ext cx="1105003" cy="191529"/>
            </a:xfrm>
            <a:custGeom>
              <a:rect b="b" l="l" r="r" t="t"/>
              <a:pathLst>
                <a:path extrusionOk="0" h="5273" w="30422">
                  <a:moveTo>
                    <a:pt x="30421" y="0"/>
                  </a:moveTo>
                  <a:lnTo>
                    <a:pt x="1" y="5165"/>
                  </a:lnTo>
                  <a:lnTo>
                    <a:pt x="1" y="5237"/>
                  </a:lnTo>
                  <a:lnTo>
                    <a:pt x="1" y="5272"/>
                  </a:lnTo>
                  <a:lnTo>
                    <a:pt x="30421" y="116"/>
                  </a:lnTo>
                  <a:lnTo>
                    <a:pt x="30421"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5" name="Google Shape;6055;p101"/>
          <p:cNvGrpSpPr/>
          <p:nvPr/>
        </p:nvGrpSpPr>
        <p:grpSpPr>
          <a:xfrm>
            <a:off x="5439700" y="741391"/>
            <a:ext cx="4503221" cy="2708498"/>
            <a:chOff x="6244119" y="1698941"/>
            <a:chExt cx="760628" cy="457625"/>
          </a:xfrm>
        </p:grpSpPr>
        <p:sp>
          <p:nvSpPr>
            <p:cNvPr id="6056" name="Google Shape;6056;p101"/>
            <p:cNvSpPr/>
            <p:nvPr/>
          </p:nvSpPr>
          <p:spPr>
            <a:xfrm>
              <a:off x="6462191" y="1698941"/>
              <a:ext cx="542556" cy="308882"/>
            </a:xfrm>
            <a:custGeom>
              <a:rect b="b" l="l" r="r" t="t"/>
              <a:pathLst>
                <a:path extrusionOk="0" h="6522" w="11456">
                  <a:moveTo>
                    <a:pt x="9502" y="0"/>
                  </a:moveTo>
                  <a:cubicBezTo>
                    <a:pt x="8699" y="0"/>
                    <a:pt x="8708" y="848"/>
                    <a:pt x="8708" y="848"/>
                  </a:cubicBezTo>
                  <a:cubicBezTo>
                    <a:pt x="8671" y="845"/>
                    <a:pt x="8636" y="844"/>
                    <a:pt x="8602" y="844"/>
                  </a:cubicBezTo>
                  <a:cubicBezTo>
                    <a:pt x="7656" y="844"/>
                    <a:pt x="7664" y="1775"/>
                    <a:pt x="7664" y="1775"/>
                  </a:cubicBezTo>
                  <a:cubicBezTo>
                    <a:pt x="7631" y="1773"/>
                    <a:pt x="7600" y="1772"/>
                    <a:pt x="7570" y="1772"/>
                  </a:cubicBezTo>
                  <a:cubicBezTo>
                    <a:pt x="6944" y="1772"/>
                    <a:pt x="6977" y="2284"/>
                    <a:pt x="6977" y="2284"/>
                  </a:cubicBezTo>
                  <a:cubicBezTo>
                    <a:pt x="6883" y="2268"/>
                    <a:pt x="6797" y="2261"/>
                    <a:pt x="6719" y="2261"/>
                  </a:cubicBezTo>
                  <a:cubicBezTo>
                    <a:pt x="5978" y="2261"/>
                    <a:pt x="5897" y="2882"/>
                    <a:pt x="5897" y="2882"/>
                  </a:cubicBezTo>
                  <a:cubicBezTo>
                    <a:pt x="5785" y="2868"/>
                    <a:pt x="5681" y="2861"/>
                    <a:pt x="5583" y="2861"/>
                  </a:cubicBezTo>
                  <a:cubicBezTo>
                    <a:pt x="4370" y="2861"/>
                    <a:pt x="4202" y="3854"/>
                    <a:pt x="4202" y="3854"/>
                  </a:cubicBezTo>
                  <a:cubicBezTo>
                    <a:pt x="4113" y="3833"/>
                    <a:pt x="4032" y="3823"/>
                    <a:pt x="3959" y="3823"/>
                  </a:cubicBezTo>
                  <a:cubicBezTo>
                    <a:pt x="3453" y="3823"/>
                    <a:pt x="3337" y="4273"/>
                    <a:pt x="3337" y="4273"/>
                  </a:cubicBezTo>
                  <a:cubicBezTo>
                    <a:pt x="3145" y="4199"/>
                    <a:pt x="2971" y="4168"/>
                    <a:pt x="2815" y="4168"/>
                  </a:cubicBezTo>
                  <a:cubicBezTo>
                    <a:pt x="2108" y="4168"/>
                    <a:pt x="1767" y="4791"/>
                    <a:pt x="1767" y="4791"/>
                  </a:cubicBezTo>
                  <a:cubicBezTo>
                    <a:pt x="1649" y="4743"/>
                    <a:pt x="1540" y="4724"/>
                    <a:pt x="1440" y="4724"/>
                  </a:cubicBezTo>
                  <a:cubicBezTo>
                    <a:pt x="1014" y="4724"/>
                    <a:pt x="768" y="5076"/>
                    <a:pt x="768" y="5076"/>
                  </a:cubicBezTo>
                  <a:lnTo>
                    <a:pt x="1" y="6521"/>
                  </a:lnTo>
                  <a:lnTo>
                    <a:pt x="11455" y="6521"/>
                  </a:lnTo>
                  <a:lnTo>
                    <a:pt x="1145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101"/>
            <p:cNvSpPr/>
            <p:nvPr/>
          </p:nvSpPr>
          <p:spPr>
            <a:xfrm>
              <a:off x="6401936" y="1925441"/>
              <a:ext cx="24990" cy="29240"/>
            </a:xfrm>
            <a:custGeom>
              <a:rect b="b" l="l" r="r" t="t"/>
              <a:pathLst>
                <a:path extrusionOk="0" h="805" w="688">
                  <a:moveTo>
                    <a:pt x="669" y="0"/>
                  </a:moveTo>
                  <a:cubicBezTo>
                    <a:pt x="619" y="0"/>
                    <a:pt x="477" y="18"/>
                    <a:pt x="455" y="215"/>
                  </a:cubicBezTo>
                  <a:cubicBezTo>
                    <a:pt x="455" y="215"/>
                    <a:pt x="437" y="208"/>
                    <a:pt x="413" y="208"/>
                  </a:cubicBezTo>
                  <a:cubicBezTo>
                    <a:pt x="378" y="208"/>
                    <a:pt x="332" y="224"/>
                    <a:pt x="322" y="305"/>
                  </a:cubicBezTo>
                  <a:cubicBezTo>
                    <a:pt x="322" y="305"/>
                    <a:pt x="274" y="288"/>
                    <a:pt x="215" y="288"/>
                  </a:cubicBezTo>
                  <a:cubicBezTo>
                    <a:pt x="132" y="288"/>
                    <a:pt x="26" y="321"/>
                    <a:pt x="0" y="483"/>
                  </a:cubicBezTo>
                  <a:lnTo>
                    <a:pt x="687" y="804"/>
                  </a:lnTo>
                  <a:lnTo>
                    <a:pt x="687" y="1"/>
                  </a:lnTo>
                  <a:cubicBezTo>
                    <a:pt x="687" y="1"/>
                    <a:pt x="680" y="0"/>
                    <a:pt x="669"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101"/>
            <p:cNvSpPr/>
            <p:nvPr/>
          </p:nvSpPr>
          <p:spPr>
            <a:xfrm>
              <a:off x="6780077" y="1840885"/>
              <a:ext cx="47328" cy="114452"/>
            </a:xfrm>
            <a:custGeom>
              <a:rect b="b" l="l" r="r" t="t"/>
              <a:pathLst>
                <a:path extrusionOk="0" h="3151" w="1303">
                  <a:moveTo>
                    <a:pt x="0" y="1"/>
                  </a:moveTo>
                  <a:lnTo>
                    <a:pt x="0" y="3150"/>
                  </a:lnTo>
                  <a:lnTo>
                    <a:pt x="1303" y="3150"/>
                  </a:lnTo>
                  <a:lnTo>
                    <a:pt x="1303"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101"/>
            <p:cNvSpPr/>
            <p:nvPr/>
          </p:nvSpPr>
          <p:spPr>
            <a:xfrm>
              <a:off x="6804376" y="1859373"/>
              <a:ext cx="5848" cy="1038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101"/>
            <p:cNvSpPr/>
            <p:nvPr/>
          </p:nvSpPr>
          <p:spPr>
            <a:xfrm>
              <a:off x="6790756" y="1848694"/>
              <a:ext cx="5884" cy="10715"/>
            </a:xfrm>
            <a:custGeom>
              <a:rect b="b" l="l" r="r" t="t"/>
              <a:pathLst>
                <a:path extrusionOk="0" h="295" w="162">
                  <a:moveTo>
                    <a:pt x="1" y="0"/>
                  </a:moveTo>
                  <a:lnTo>
                    <a:pt x="1" y="294"/>
                  </a:lnTo>
                  <a:lnTo>
                    <a:pt x="161" y="294"/>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101"/>
            <p:cNvSpPr/>
            <p:nvPr/>
          </p:nvSpPr>
          <p:spPr>
            <a:xfrm>
              <a:off x="6816689" y="1871359"/>
              <a:ext cx="5848" cy="10715"/>
            </a:xfrm>
            <a:custGeom>
              <a:rect b="b" l="l" r="r" t="t"/>
              <a:pathLst>
                <a:path extrusionOk="0" h="295" w="161">
                  <a:moveTo>
                    <a:pt x="0" y="1"/>
                  </a:moveTo>
                  <a:lnTo>
                    <a:pt x="0"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101"/>
            <p:cNvSpPr/>
            <p:nvPr/>
          </p:nvSpPr>
          <p:spPr>
            <a:xfrm>
              <a:off x="6808590" y="1896965"/>
              <a:ext cx="5848" cy="10715"/>
            </a:xfrm>
            <a:custGeom>
              <a:rect b="b" l="l" r="r" t="t"/>
              <a:pathLst>
                <a:path extrusionOk="0" h="295" w="161">
                  <a:moveTo>
                    <a:pt x="0" y="0"/>
                  </a:moveTo>
                  <a:lnTo>
                    <a:pt x="0"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101"/>
            <p:cNvSpPr/>
            <p:nvPr/>
          </p:nvSpPr>
          <p:spPr>
            <a:xfrm>
              <a:off x="6817343" y="1912838"/>
              <a:ext cx="5848" cy="10715"/>
            </a:xfrm>
            <a:custGeom>
              <a:rect b="b" l="l" r="r" t="t"/>
              <a:pathLst>
                <a:path extrusionOk="0" h="295" w="161">
                  <a:moveTo>
                    <a:pt x="0" y="0"/>
                  </a:moveTo>
                  <a:lnTo>
                    <a:pt x="0"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101"/>
            <p:cNvSpPr/>
            <p:nvPr/>
          </p:nvSpPr>
          <p:spPr>
            <a:xfrm>
              <a:off x="6787850" y="1870051"/>
              <a:ext cx="5848" cy="10751"/>
            </a:xfrm>
            <a:custGeom>
              <a:rect b="b" l="l" r="r" t="t"/>
              <a:pathLst>
                <a:path extrusionOk="0" h="296" w="161">
                  <a:moveTo>
                    <a:pt x="0" y="1"/>
                  </a:moveTo>
                  <a:lnTo>
                    <a:pt x="0"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101"/>
            <p:cNvSpPr/>
            <p:nvPr/>
          </p:nvSpPr>
          <p:spPr>
            <a:xfrm>
              <a:off x="6800817" y="1930671"/>
              <a:ext cx="11696" cy="24663"/>
            </a:xfrm>
            <a:custGeom>
              <a:rect b="b" l="l" r="r" t="t"/>
              <a:pathLst>
                <a:path extrusionOk="0" h="679" w="322">
                  <a:moveTo>
                    <a:pt x="0" y="0"/>
                  </a:moveTo>
                  <a:lnTo>
                    <a:pt x="0" y="678"/>
                  </a:lnTo>
                  <a:lnTo>
                    <a:pt x="321" y="678"/>
                  </a:lnTo>
                  <a:lnTo>
                    <a:pt x="32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101"/>
            <p:cNvSpPr/>
            <p:nvPr/>
          </p:nvSpPr>
          <p:spPr>
            <a:xfrm>
              <a:off x="6780077" y="1829553"/>
              <a:ext cx="47328" cy="11369"/>
            </a:xfrm>
            <a:custGeom>
              <a:rect b="b" l="l" r="r" t="t"/>
              <a:pathLst>
                <a:path extrusionOk="0" h="313" w="1303">
                  <a:moveTo>
                    <a:pt x="312" y="1"/>
                  </a:moveTo>
                  <a:lnTo>
                    <a:pt x="0" y="313"/>
                  </a:lnTo>
                  <a:lnTo>
                    <a:pt x="1303" y="313"/>
                  </a:lnTo>
                  <a:lnTo>
                    <a:pt x="130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101"/>
            <p:cNvSpPr/>
            <p:nvPr/>
          </p:nvSpPr>
          <p:spPr>
            <a:xfrm>
              <a:off x="6426235" y="1898563"/>
              <a:ext cx="32109" cy="56118"/>
            </a:xfrm>
            <a:custGeom>
              <a:rect b="b" l="l" r="r" t="t"/>
              <a:pathLst>
                <a:path extrusionOk="0" h="1545" w="884">
                  <a:moveTo>
                    <a:pt x="0" y="1"/>
                  </a:moveTo>
                  <a:lnTo>
                    <a:pt x="0" y="1544"/>
                  </a:lnTo>
                  <a:lnTo>
                    <a:pt x="884" y="1544"/>
                  </a:lnTo>
                  <a:lnTo>
                    <a:pt x="884"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101"/>
            <p:cNvSpPr/>
            <p:nvPr/>
          </p:nvSpPr>
          <p:spPr>
            <a:xfrm>
              <a:off x="6458306" y="1890791"/>
              <a:ext cx="7482" cy="63891"/>
            </a:xfrm>
            <a:custGeom>
              <a:rect b="b" l="l" r="r" t="t"/>
              <a:pathLst>
                <a:path extrusionOk="0" h="1759" w="206">
                  <a:moveTo>
                    <a:pt x="206" y="1"/>
                  </a:moveTo>
                  <a:lnTo>
                    <a:pt x="1" y="215"/>
                  </a:lnTo>
                  <a:lnTo>
                    <a:pt x="1" y="1758"/>
                  </a:lnTo>
                  <a:lnTo>
                    <a:pt x="206" y="1758"/>
                  </a:lnTo>
                  <a:lnTo>
                    <a:pt x="206"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101"/>
            <p:cNvSpPr/>
            <p:nvPr/>
          </p:nvSpPr>
          <p:spPr>
            <a:xfrm>
              <a:off x="6430121" y="1903757"/>
              <a:ext cx="4250" cy="7156"/>
            </a:xfrm>
            <a:custGeom>
              <a:rect b="b" l="l" r="r" t="t"/>
              <a:pathLst>
                <a:path extrusionOk="0" h="197" w="117">
                  <a:moveTo>
                    <a:pt x="0" y="1"/>
                  </a:moveTo>
                  <a:lnTo>
                    <a:pt x="0" y="197"/>
                  </a:lnTo>
                  <a:lnTo>
                    <a:pt x="116" y="197"/>
                  </a:lnTo>
                  <a:lnTo>
                    <a:pt x="11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101"/>
            <p:cNvSpPr/>
            <p:nvPr/>
          </p:nvSpPr>
          <p:spPr>
            <a:xfrm>
              <a:off x="6449553" y="1905719"/>
              <a:ext cx="4250" cy="7156"/>
            </a:xfrm>
            <a:custGeom>
              <a:rect b="b" l="l" r="r" t="t"/>
              <a:pathLst>
                <a:path extrusionOk="0" h="197" w="117">
                  <a:moveTo>
                    <a:pt x="1" y="0"/>
                  </a:moveTo>
                  <a:lnTo>
                    <a:pt x="1" y="196"/>
                  </a:lnTo>
                  <a:lnTo>
                    <a:pt x="117" y="196"/>
                  </a:lnTo>
                  <a:lnTo>
                    <a:pt x="117"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101"/>
            <p:cNvSpPr/>
            <p:nvPr/>
          </p:nvSpPr>
          <p:spPr>
            <a:xfrm>
              <a:off x="6439528" y="1911857"/>
              <a:ext cx="4250" cy="7156"/>
            </a:xfrm>
            <a:custGeom>
              <a:rect b="b" l="l" r="r" t="t"/>
              <a:pathLst>
                <a:path extrusionOk="0" h="197" w="117">
                  <a:moveTo>
                    <a:pt x="0" y="1"/>
                  </a:moveTo>
                  <a:lnTo>
                    <a:pt x="0" y="197"/>
                  </a:lnTo>
                  <a:lnTo>
                    <a:pt x="116" y="197"/>
                  </a:lnTo>
                  <a:lnTo>
                    <a:pt x="11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101"/>
            <p:cNvSpPr/>
            <p:nvPr/>
          </p:nvSpPr>
          <p:spPr>
            <a:xfrm>
              <a:off x="6448282" y="1925151"/>
              <a:ext cx="4250" cy="7156"/>
            </a:xfrm>
            <a:custGeom>
              <a:rect b="b" l="l" r="r" t="t"/>
              <a:pathLst>
                <a:path extrusionOk="0" h="197" w="117">
                  <a:moveTo>
                    <a:pt x="0" y="0"/>
                  </a:moveTo>
                  <a:lnTo>
                    <a:pt x="0" y="197"/>
                  </a:lnTo>
                  <a:lnTo>
                    <a:pt x="116" y="197"/>
                  </a:lnTo>
                  <a:lnTo>
                    <a:pt x="11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101"/>
            <p:cNvSpPr/>
            <p:nvPr/>
          </p:nvSpPr>
          <p:spPr>
            <a:xfrm>
              <a:off x="6433027" y="1923843"/>
              <a:ext cx="4250" cy="7192"/>
            </a:xfrm>
            <a:custGeom>
              <a:rect b="b" l="l" r="r" t="t"/>
              <a:pathLst>
                <a:path extrusionOk="0" h="198" w="117">
                  <a:moveTo>
                    <a:pt x="1" y="1"/>
                  </a:moveTo>
                  <a:lnTo>
                    <a:pt x="1" y="197"/>
                  </a:lnTo>
                  <a:lnTo>
                    <a:pt x="117" y="197"/>
                  </a:lnTo>
                  <a:lnTo>
                    <a:pt x="11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101"/>
            <p:cNvSpPr/>
            <p:nvPr/>
          </p:nvSpPr>
          <p:spPr>
            <a:xfrm>
              <a:off x="6436259" y="1939389"/>
              <a:ext cx="8136" cy="15292"/>
            </a:xfrm>
            <a:custGeom>
              <a:rect b="b" l="l" r="r" t="t"/>
              <a:pathLst>
                <a:path extrusionOk="0" h="421" w="224">
                  <a:moveTo>
                    <a:pt x="1" y="1"/>
                  </a:moveTo>
                  <a:lnTo>
                    <a:pt x="1" y="420"/>
                  </a:lnTo>
                  <a:lnTo>
                    <a:pt x="224" y="420"/>
                  </a:lnTo>
                  <a:lnTo>
                    <a:pt x="22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101"/>
            <p:cNvSpPr/>
            <p:nvPr/>
          </p:nvSpPr>
          <p:spPr>
            <a:xfrm>
              <a:off x="6426235" y="1890791"/>
              <a:ext cx="39555" cy="7809"/>
            </a:xfrm>
            <a:custGeom>
              <a:rect b="b" l="l" r="r" t="t"/>
              <a:pathLst>
                <a:path extrusionOk="0" h="215" w="1089">
                  <a:moveTo>
                    <a:pt x="215" y="1"/>
                  </a:moveTo>
                  <a:lnTo>
                    <a:pt x="0" y="215"/>
                  </a:lnTo>
                  <a:lnTo>
                    <a:pt x="884" y="215"/>
                  </a:lnTo>
                  <a:lnTo>
                    <a:pt x="108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101"/>
            <p:cNvSpPr/>
            <p:nvPr/>
          </p:nvSpPr>
          <p:spPr>
            <a:xfrm>
              <a:off x="6577549" y="1906990"/>
              <a:ext cx="52849" cy="85285"/>
            </a:xfrm>
            <a:custGeom>
              <a:rect b="b" l="l" r="r" t="t"/>
              <a:pathLst>
                <a:path extrusionOk="0" h="2348" w="1455">
                  <a:moveTo>
                    <a:pt x="1" y="1"/>
                  </a:moveTo>
                  <a:lnTo>
                    <a:pt x="1" y="2347"/>
                  </a:lnTo>
                  <a:lnTo>
                    <a:pt x="1455" y="2347"/>
                  </a:lnTo>
                  <a:lnTo>
                    <a:pt x="1455"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101"/>
            <p:cNvSpPr/>
            <p:nvPr/>
          </p:nvSpPr>
          <p:spPr>
            <a:xfrm>
              <a:off x="6616450" y="1913491"/>
              <a:ext cx="5521" cy="9734"/>
            </a:xfrm>
            <a:custGeom>
              <a:rect b="b" l="l" r="r" t="t"/>
              <a:pathLst>
                <a:path extrusionOk="0" h="268" w="152">
                  <a:moveTo>
                    <a:pt x="0" y="0"/>
                  </a:moveTo>
                  <a:lnTo>
                    <a:pt x="0" y="268"/>
                  </a:lnTo>
                  <a:lnTo>
                    <a:pt x="152" y="268"/>
                  </a:lnTo>
                  <a:lnTo>
                    <a:pt x="15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101"/>
            <p:cNvSpPr/>
            <p:nvPr/>
          </p:nvSpPr>
          <p:spPr>
            <a:xfrm>
              <a:off x="6602502" y="1925804"/>
              <a:ext cx="5230" cy="9734"/>
            </a:xfrm>
            <a:custGeom>
              <a:rect b="b" l="l" r="r" t="t"/>
              <a:pathLst>
                <a:path extrusionOk="0" h="268" w="144">
                  <a:moveTo>
                    <a:pt x="0" y="0"/>
                  </a:moveTo>
                  <a:lnTo>
                    <a:pt x="0" y="268"/>
                  </a:lnTo>
                  <a:lnTo>
                    <a:pt x="143" y="268"/>
                  </a:lnTo>
                  <a:lnTo>
                    <a:pt x="14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101"/>
            <p:cNvSpPr/>
            <p:nvPr/>
          </p:nvSpPr>
          <p:spPr>
            <a:xfrm>
              <a:off x="6584668" y="1915743"/>
              <a:ext cx="5230" cy="9444"/>
            </a:xfrm>
            <a:custGeom>
              <a:rect b="b" l="l" r="r" t="t"/>
              <a:pathLst>
                <a:path extrusionOk="0" h="260" w="144">
                  <a:moveTo>
                    <a:pt x="1" y="1"/>
                  </a:moveTo>
                  <a:lnTo>
                    <a:pt x="1" y="259"/>
                  </a:lnTo>
                  <a:lnTo>
                    <a:pt x="144" y="259"/>
                  </a:lnTo>
                  <a:lnTo>
                    <a:pt x="14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101"/>
            <p:cNvSpPr/>
            <p:nvPr/>
          </p:nvSpPr>
          <p:spPr>
            <a:xfrm>
              <a:off x="6613834" y="1936483"/>
              <a:ext cx="5557" cy="9444"/>
            </a:xfrm>
            <a:custGeom>
              <a:rect b="b" l="l" r="r" t="t"/>
              <a:pathLst>
                <a:path extrusionOk="0" h="260" w="153">
                  <a:moveTo>
                    <a:pt x="1" y="1"/>
                  </a:moveTo>
                  <a:lnTo>
                    <a:pt x="1" y="259"/>
                  </a:lnTo>
                  <a:lnTo>
                    <a:pt x="152" y="259"/>
                  </a:lnTo>
                  <a:lnTo>
                    <a:pt x="15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101"/>
            <p:cNvSpPr/>
            <p:nvPr/>
          </p:nvSpPr>
          <p:spPr>
            <a:xfrm>
              <a:off x="6588228" y="1935502"/>
              <a:ext cx="5557" cy="9771"/>
            </a:xfrm>
            <a:custGeom>
              <a:rect b="b" l="l" r="r" t="t"/>
              <a:pathLst>
                <a:path extrusionOk="0" h="269" w="153">
                  <a:moveTo>
                    <a:pt x="1" y="1"/>
                  </a:moveTo>
                  <a:lnTo>
                    <a:pt x="1" y="269"/>
                  </a:lnTo>
                  <a:lnTo>
                    <a:pt x="153" y="269"/>
                  </a:lnTo>
                  <a:lnTo>
                    <a:pt x="15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101"/>
            <p:cNvSpPr/>
            <p:nvPr/>
          </p:nvSpPr>
          <p:spPr>
            <a:xfrm>
              <a:off x="6602502" y="1964668"/>
              <a:ext cx="13330" cy="27605"/>
            </a:xfrm>
            <a:custGeom>
              <a:rect b="b" l="l" r="r" t="t"/>
              <a:pathLst>
                <a:path extrusionOk="0" h="760" w="367">
                  <a:moveTo>
                    <a:pt x="0" y="1"/>
                  </a:moveTo>
                  <a:lnTo>
                    <a:pt x="0" y="759"/>
                  </a:lnTo>
                  <a:lnTo>
                    <a:pt x="366" y="759"/>
                  </a:lnTo>
                  <a:lnTo>
                    <a:pt x="36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101"/>
            <p:cNvSpPr/>
            <p:nvPr/>
          </p:nvSpPr>
          <p:spPr>
            <a:xfrm>
              <a:off x="6577549" y="1894350"/>
              <a:ext cx="52849" cy="12677"/>
            </a:xfrm>
            <a:custGeom>
              <a:rect b="b" l="l" r="r" t="t"/>
              <a:pathLst>
                <a:path extrusionOk="0" h="349" w="1455">
                  <a:moveTo>
                    <a:pt x="1" y="1"/>
                  </a:moveTo>
                  <a:lnTo>
                    <a:pt x="1" y="349"/>
                  </a:lnTo>
                  <a:lnTo>
                    <a:pt x="1455" y="349"/>
                  </a:lnTo>
                  <a:lnTo>
                    <a:pt x="145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101"/>
            <p:cNvSpPr/>
            <p:nvPr/>
          </p:nvSpPr>
          <p:spPr>
            <a:xfrm>
              <a:off x="6560369" y="1980214"/>
              <a:ext cx="17217" cy="12059"/>
            </a:xfrm>
            <a:custGeom>
              <a:rect b="b" l="l" r="r" t="t"/>
              <a:pathLst>
                <a:path extrusionOk="0" h="332" w="474">
                  <a:moveTo>
                    <a:pt x="460" y="0"/>
                  </a:moveTo>
                  <a:cubicBezTo>
                    <a:pt x="423" y="0"/>
                    <a:pt x="320" y="12"/>
                    <a:pt x="313" y="144"/>
                  </a:cubicBezTo>
                  <a:cubicBezTo>
                    <a:pt x="313" y="144"/>
                    <a:pt x="300" y="140"/>
                    <a:pt x="284" y="140"/>
                  </a:cubicBezTo>
                  <a:cubicBezTo>
                    <a:pt x="257" y="140"/>
                    <a:pt x="220" y="150"/>
                    <a:pt x="215" y="206"/>
                  </a:cubicBezTo>
                  <a:cubicBezTo>
                    <a:pt x="215" y="206"/>
                    <a:pt x="182" y="194"/>
                    <a:pt x="141" y="194"/>
                  </a:cubicBezTo>
                  <a:cubicBezTo>
                    <a:pt x="86" y="194"/>
                    <a:pt x="16" y="217"/>
                    <a:pt x="1" y="331"/>
                  </a:cubicBezTo>
                  <a:lnTo>
                    <a:pt x="474" y="331"/>
                  </a:lnTo>
                  <a:lnTo>
                    <a:pt x="474" y="1"/>
                  </a:lnTo>
                  <a:cubicBezTo>
                    <a:pt x="474" y="1"/>
                    <a:pt x="469" y="0"/>
                    <a:pt x="46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101"/>
            <p:cNvSpPr/>
            <p:nvPr/>
          </p:nvSpPr>
          <p:spPr>
            <a:xfrm>
              <a:off x="6671186" y="1975637"/>
              <a:ext cx="24663" cy="17253"/>
            </a:xfrm>
            <a:custGeom>
              <a:rect b="b" l="l" r="r" t="t"/>
              <a:pathLst>
                <a:path extrusionOk="0" h="475" w="679">
                  <a:moveTo>
                    <a:pt x="651" y="0"/>
                  </a:moveTo>
                  <a:cubicBezTo>
                    <a:pt x="594" y="0"/>
                    <a:pt x="467" y="21"/>
                    <a:pt x="447" y="207"/>
                  </a:cubicBezTo>
                  <a:cubicBezTo>
                    <a:pt x="447" y="207"/>
                    <a:pt x="431" y="203"/>
                    <a:pt x="411" y="203"/>
                  </a:cubicBezTo>
                  <a:cubicBezTo>
                    <a:pt x="375" y="203"/>
                    <a:pt x="324" y="217"/>
                    <a:pt x="313" y="297"/>
                  </a:cubicBezTo>
                  <a:cubicBezTo>
                    <a:pt x="313" y="297"/>
                    <a:pt x="265" y="280"/>
                    <a:pt x="207" y="280"/>
                  </a:cubicBezTo>
                  <a:cubicBezTo>
                    <a:pt x="125" y="280"/>
                    <a:pt x="22" y="313"/>
                    <a:pt x="1" y="475"/>
                  </a:cubicBezTo>
                  <a:lnTo>
                    <a:pt x="679" y="475"/>
                  </a:lnTo>
                  <a:lnTo>
                    <a:pt x="679" y="2"/>
                  </a:lnTo>
                  <a:cubicBezTo>
                    <a:pt x="679" y="2"/>
                    <a:pt x="668" y="0"/>
                    <a:pt x="65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101"/>
            <p:cNvSpPr/>
            <p:nvPr/>
          </p:nvSpPr>
          <p:spPr>
            <a:xfrm>
              <a:off x="6552597" y="1940950"/>
              <a:ext cx="24990" cy="17290"/>
            </a:xfrm>
            <a:custGeom>
              <a:rect b="b" l="l" r="r" t="t"/>
              <a:pathLst>
                <a:path extrusionOk="0" h="476" w="688">
                  <a:moveTo>
                    <a:pt x="659" y="1"/>
                  </a:moveTo>
                  <a:cubicBezTo>
                    <a:pt x="599" y="1"/>
                    <a:pt x="467" y="22"/>
                    <a:pt x="447" y="208"/>
                  </a:cubicBezTo>
                  <a:cubicBezTo>
                    <a:pt x="447" y="208"/>
                    <a:pt x="431" y="203"/>
                    <a:pt x="411" y="203"/>
                  </a:cubicBezTo>
                  <a:cubicBezTo>
                    <a:pt x="375" y="203"/>
                    <a:pt x="324" y="217"/>
                    <a:pt x="313" y="297"/>
                  </a:cubicBezTo>
                  <a:cubicBezTo>
                    <a:pt x="313" y="297"/>
                    <a:pt x="265" y="280"/>
                    <a:pt x="207" y="280"/>
                  </a:cubicBezTo>
                  <a:cubicBezTo>
                    <a:pt x="125" y="280"/>
                    <a:pt x="22" y="314"/>
                    <a:pt x="1" y="475"/>
                  </a:cubicBezTo>
                  <a:lnTo>
                    <a:pt x="688" y="475"/>
                  </a:lnTo>
                  <a:lnTo>
                    <a:pt x="688" y="3"/>
                  </a:lnTo>
                  <a:cubicBezTo>
                    <a:pt x="688" y="3"/>
                    <a:pt x="676" y="1"/>
                    <a:pt x="659"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101"/>
            <p:cNvSpPr/>
            <p:nvPr/>
          </p:nvSpPr>
          <p:spPr>
            <a:xfrm>
              <a:off x="6510464" y="1968809"/>
              <a:ext cx="24990" cy="17290"/>
            </a:xfrm>
            <a:custGeom>
              <a:rect b="b" l="l" r="r" t="t"/>
              <a:pathLst>
                <a:path extrusionOk="0" h="476" w="688">
                  <a:moveTo>
                    <a:pt x="659" y="1"/>
                  </a:moveTo>
                  <a:cubicBezTo>
                    <a:pt x="600" y="1"/>
                    <a:pt x="470" y="22"/>
                    <a:pt x="456" y="208"/>
                  </a:cubicBezTo>
                  <a:cubicBezTo>
                    <a:pt x="456" y="208"/>
                    <a:pt x="441" y="204"/>
                    <a:pt x="420" y="204"/>
                  </a:cubicBezTo>
                  <a:cubicBezTo>
                    <a:pt x="382" y="204"/>
                    <a:pt x="325" y="219"/>
                    <a:pt x="313" y="306"/>
                  </a:cubicBezTo>
                  <a:cubicBezTo>
                    <a:pt x="313" y="306"/>
                    <a:pt x="260" y="286"/>
                    <a:pt x="198" y="286"/>
                  </a:cubicBezTo>
                  <a:cubicBezTo>
                    <a:pt x="118" y="286"/>
                    <a:pt x="21" y="320"/>
                    <a:pt x="1" y="476"/>
                  </a:cubicBezTo>
                  <a:lnTo>
                    <a:pt x="688" y="476"/>
                  </a:lnTo>
                  <a:lnTo>
                    <a:pt x="688" y="3"/>
                  </a:lnTo>
                  <a:cubicBezTo>
                    <a:pt x="688" y="3"/>
                    <a:pt x="677" y="1"/>
                    <a:pt x="659"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101"/>
            <p:cNvSpPr/>
            <p:nvPr/>
          </p:nvSpPr>
          <p:spPr>
            <a:xfrm>
              <a:off x="6458306" y="1938408"/>
              <a:ext cx="24990" cy="17253"/>
            </a:xfrm>
            <a:custGeom>
              <a:rect b="b" l="l" r="r" t="t"/>
              <a:pathLst>
                <a:path extrusionOk="0" h="475" w="688">
                  <a:moveTo>
                    <a:pt x="668" y="0"/>
                  </a:moveTo>
                  <a:cubicBezTo>
                    <a:pt x="614" y="0"/>
                    <a:pt x="470" y="18"/>
                    <a:pt x="456" y="206"/>
                  </a:cubicBezTo>
                  <a:cubicBezTo>
                    <a:pt x="456" y="206"/>
                    <a:pt x="440" y="202"/>
                    <a:pt x="420" y="202"/>
                  </a:cubicBezTo>
                  <a:cubicBezTo>
                    <a:pt x="382" y="202"/>
                    <a:pt x="324" y="217"/>
                    <a:pt x="313" y="305"/>
                  </a:cubicBezTo>
                  <a:cubicBezTo>
                    <a:pt x="313" y="305"/>
                    <a:pt x="265" y="287"/>
                    <a:pt x="206" y="287"/>
                  </a:cubicBezTo>
                  <a:cubicBezTo>
                    <a:pt x="126" y="287"/>
                    <a:pt x="26" y="320"/>
                    <a:pt x="1" y="474"/>
                  </a:cubicBezTo>
                  <a:lnTo>
                    <a:pt x="688" y="474"/>
                  </a:lnTo>
                  <a:lnTo>
                    <a:pt x="688" y="1"/>
                  </a:lnTo>
                  <a:cubicBezTo>
                    <a:pt x="688" y="1"/>
                    <a:pt x="680" y="0"/>
                    <a:pt x="668"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101"/>
            <p:cNvSpPr/>
            <p:nvPr/>
          </p:nvSpPr>
          <p:spPr>
            <a:xfrm>
              <a:off x="6537705" y="1951411"/>
              <a:ext cx="39882" cy="31128"/>
            </a:xfrm>
            <a:custGeom>
              <a:rect b="b" l="l" r="r" t="t"/>
              <a:pathLst>
                <a:path extrusionOk="0" h="857" w="1098">
                  <a:moveTo>
                    <a:pt x="955" y="0"/>
                  </a:moveTo>
                  <a:lnTo>
                    <a:pt x="411" y="187"/>
                  </a:lnTo>
                  <a:cubicBezTo>
                    <a:pt x="411" y="187"/>
                    <a:pt x="363" y="169"/>
                    <a:pt x="302" y="169"/>
                  </a:cubicBezTo>
                  <a:cubicBezTo>
                    <a:pt x="229" y="169"/>
                    <a:pt x="138" y="195"/>
                    <a:pt x="89" y="312"/>
                  </a:cubicBezTo>
                  <a:cubicBezTo>
                    <a:pt x="0" y="535"/>
                    <a:pt x="223" y="848"/>
                    <a:pt x="250" y="848"/>
                  </a:cubicBezTo>
                  <a:cubicBezTo>
                    <a:pt x="277" y="856"/>
                    <a:pt x="553" y="856"/>
                    <a:pt x="553" y="856"/>
                  </a:cubicBezTo>
                  <a:cubicBezTo>
                    <a:pt x="553" y="856"/>
                    <a:pt x="678" y="785"/>
                    <a:pt x="839" y="678"/>
                  </a:cubicBezTo>
                  <a:cubicBezTo>
                    <a:pt x="990" y="571"/>
                    <a:pt x="1098" y="339"/>
                    <a:pt x="1098" y="339"/>
                  </a:cubicBezTo>
                  <a:lnTo>
                    <a:pt x="1071" y="9"/>
                  </a:lnTo>
                  <a:lnTo>
                    <a:pt x="95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101"/>
            <p:cNvSpPr/>
            <p:nvPr/>
          </p:nvSpPr>
          <p:spPr>
            <a:xfrm>
              <a:off x="6714626" y="1924134"/>
              <a:ext cx="41807" cy="14674"/>
            </a:xfrm>
            <a:custGeom>
              <a:rect b="b" l="l" r="r" t="t"/>
              <a:pathLst>
                <a:path extrusionOk="0" h="404" w="1151">
                  <a:moveTo>
                    <a:pt x="552" y="1"/>
                  </a:moveTo>
                  <a:cubicBezTo>
                    <a:pt x="507" y="1"/>
                    <a:pt x="398" y="17"/>
                    <a:pt x="384" y="180"/>
                  </a:cubicBezTo>
                  <a:cubicBezTo>
                    <a:pt x="384" y="180"/>
                    <a:pt x="367" y="174"/>
                    <a:pt x="346" y="174"/>
                  </a:cubicBezTo>
                  <a:cubicBezTo>
                    <a:pt x="314" y="174"/>
                    <a:pt x="273" y="187"/>
                    <a:pt x="268" y="251"/>
                  </a:cubicBezTo>
                  <a:cubicBezTo>
                    <a:pt x="268" y="251"/>
                    <a:pt x="229" y="238"/>
                    <a:pt x="181" y="238"/>
                  </a:cubicBezTo>
                  <a:cubicBezTo>
                    <a:pt x="111" y="238"/>
                    <a:pt x="21" y="266"/>
                    <a:pt x="0" y="403"/>
                  </a:cubicBezTo>
                  <a:lnTo>
                    <a:pt x="1151" y="403"/>
                  </a:lnTo>
                  <a:cubicBezTo>
                    <a:pt x="1130" y="266"/>
                    <a:pt x="1040" y="238"/>
                    <a:pt x="970" y="238"/>
                  </a:cubicBezTo>
                  <a:cubicBezTo>
                    <a:pt x="922" y="238"/>
                    <a:pt x="883" y="251"/>
                    <a:pt x="883" y="251"/>
                  </a:cubicBezTo>
                  <a:cubicBezTo>
                    <a:pt x="873" y="187"/>
                    <a:pt x="833" y="174"/>
                    <a:pt x="803" y="174"/>
                  </a:cubicBezTo>
                  <a:cubicBezTo>
                    <a:pt x="783" y="174"/>
                    <a:pt x="767" y="180"/>
                    <a:pt x="767" y="180"/>
                  </a:cubicBezTo>
                  <a:cubicBezTo>
                    <a:pt x="753" y="17"/>
                    <a:pt x="638" y="1"/>
                    <a:pt x="591" y="1"/>
                  </a:cubicBezTo>
                  <a:cubicBezTo>
                    <a:pt x="579" y="1"/>
                    <a:pt x="571" y="2"/>
                    <a:pt x="571" y="2"/>
                  </a:cubicBezTo>
                  <a:cubicBezTo>
                    <a:pt x="571" y="2"/>
                    <a:pt x="564" y="1"/>
                    <a:pt x="552"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101"/>
            <p:cNvSpPr/>
            <p:nvPr/>
          </p:nvSpPr>
          <p:spPr>
            <a:xfrm>
              <a:off x="6695812" y="1893079"/>
              <a:ext cx="32109" cy="104028"/>
            </a:xfrm>
            <a:custGeom>
              <a:rect b="b" l="l" r="r" t="t"/>
              <a:pathLst>
                <a:path extrusionOk="0" h="2864" w="884">
                  <a:moveTo>
                    <a:pt x="1" y="0"/>
                  </a:moveTo>
                  <a:lnTo>
                    <a:pt x="1" y="2864"/>
                  </a:lnTo>
                  <a:lnTo>
                    <a:pt x="884" y="2864"/>
                  </a:lnTo>
                  <a:lnTo>
                    <a:pt x="88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101"/>
            <p:cNvSpPr/>
            <p:nvPr/>
          </p:nvSpPr>
          <p:spPr>
            <a:xfrm>
              <a:off x="6727884" y="1885306"/>
              <a:ext cx="7519" cy="111801"/>
            </a:xfrm>
            <a:custGeom>
              <a:rect b="b" l="l" r="r" t="t"/>
              <a:pathLst>
                <a:path extrusionOk="0" h="3078" w="207">
                  <a:moveTo>
                    <a:pt x="206" y="0"/>
                  </a:moveTo>
                  <a:lnTo>
                    <a:pt x="1" y="214"/>
                  </a:lnTo>
                  <a:lnTo>
                    <a:pt x="1" y="3078"/>
                  </a:lnTo>
                  <a:lnTo>
                    <a:pt x="206" y="3078"/>
                  </a:lnTo>
                  <a:lnTo>
                    <a:pt x="206"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101"/>
            <p:cNvSpPr/>
            <p:nvPr/>
          </p:nvSpPr>
          <p:spPr>
            <a:xfrm>
              <a:off x="6701006" y="1898236"/>
              <a:ext cx="3923" cy="7192"/>
            </a:xfrm>
            <a:custGeom>
              <a:rect b="b" l="l" r="r" t="t"/>
              <a:pathLst>
                <a:path extrusionOk="0" h="198" w="108">
                  <a:moveTo>
                    <a:pt x="0" y="1"/>
                  </a:moveTo>
                  <a:lnTo>
                    <a:pt x="0"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101"/>
            <p:cNvSpPr/>
            <p:nvPr/>
          </p:nvSpPr>
          <p:spPr>
            <a:xfrm>
              <a:off x="6710086" y="1911530"/>
              <a:ext cx="3923" cy="7192"/>
            </a:xfrm>
            <a:custGeom>
              <a:rect b="b" l="l" r="r" t="t"/>
              <a:pathLst>
                <a:path extrusionOk="0" h="198"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101"/>
            <p:cNvSpPr/>
            <p:nvPr/>
          </p:nvSpPr>
          <p:spPr>
            <a:xfrm>
              <a:off x="6718513" y="1900198"/>
              <a:ext cx="3923" cy="7156"/>
            </a:xfrm>
            <a:custGeom>
              <a:rect b="b" l="l" r="r" t="t"/>
              <a:pathLst>
                <a:path extrusionOk="0" h="197"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101"/>
            <p:cNvSpPr/>
            <p:nvPr/>
          </p:nvSpPr>
          <p:spPr>
            <a:xfrm>
              <a:off x="6700025" y="1919303"/>
              <a:ext cx="3923" cy="7192"/>
            </a:xfrm>
            <a:custGeom>
              <a:rect b="b" l="l" r="r" t="t"/>
              <a:pathLst>
                <a:path extrusionOk="0" h="198"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101"/>
            <p:cNvSpPr/>
            <p:nvPr/>
          </p:nvSpPr>
          <p:spPr>
            <a:xfrm>
              <a:off x="6720438" y="1923516"/>
              <a:ext cx="3923" cy="7192"/>
            </a:xfrm>
            <a:custGeom>
              <a:rect b="b" l="l" r="r" t="t"/>
              <a:pathLst>
                <a:path extrusionOk="0" h="198"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101"/>
            <p:cNvSpPr/>
            <p:nvPr/>
          </p:nvSpPr>
          <p:spPr>
            <a:xfrm>
              <a:off x="6709432" y="1932923"/>
              <a:ext cx="3923" cy="7156"/>
            </a:xfrm>
            <a:custGeom>
              <a:rect b="b" l="l" r="r" t="t"/>
              <a:pathLst>
                <a:path extrusionOk="0" h="197"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101"/>
            <p:cNvSpPr/>
            <p:nvPr/>
          </p:nvSpPr>
          <p:spPr>
            <a:xfrm>
              <a:off x="6699371" y="1944909"/>
              <a:ext cx="3923" cy="7156"/>
            </a:xfrm>
            <a:custGeom>
              <a:rect b="b" l="l" r="r" t="t"/>
              <a:pathLst>
                <a:path extrusionOk="0" h="197"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101"/>
            <p:cNvSpPr/>
            <p:nvPr/>
          </p:nvSpPr>
          <p:spPr>
            <a:xfrm>
              <a:off x="6702931" y="1963070"/>
              <a:ext cx="3959" cy="7156"/>
            </a:xfrm>
            <a:custGeom>
              <a:rect b="b" l="l" r="r" t="t"/>
              <a:pathLst>
                <a:path extrusionOk="0" h="197" w="109">
                  <a:moveTo>
                    <a:pt x="1" y="0"/>
                  </a:moveTo>
                  <a:lnTo>
                    <a:pt x="1" y="196"/>
                  </a:lnTo>
                  <a:lnTo>
                    <a:pt x="108" y="196"/>
                  </a:lnTo>
                  <a:lnTo>
                    <a:pt x="10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101"/>
            <p:cNvSpPr/>
            <p:nvPr/>
          </p:nvSpPr>
          <p:spPr>
            <a:xfrm>
              <a:off x="6695812" y="1885306"/>
              <a:ext cx="39592" cy="7809"/>
            </a:xfrm>
            <a:custGeom>
              <a:rect b="b" l="l" r="r" t="t"/>
              <a:pathLst>
                <a:path extrusionOk="0" h="215" w="1090">
                  <a:moveTo>
                    <a:pt x="215" y="0"/>
                  </a:moveTo>
                  <a:lnTo>
                    <a:pt x="1" y="214"/>
                  </a:lnTo>
                  <a:lnTo>
                    <a:pt x="884" y="214"/>
                  </a:lnTo>
                  <a:lnTo>
                    <a:pt x="10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101"/>
            <p:cNvSpPr/>
            <p:nvPr/>
          </p:nvSpPr>
          <p:spPr>
            <a:xfrm>
              <a:off x="6634901" y="1859373"/>
              <a:ext cx="15909" cy="139696"/>
            </a:xfrm>
            <a:custGeom>
              <a:rect b="b" l="l" r="r" t="t"/>
              <a:pathLst>
                <a:path extrusionOk="0" h="3846" w="438">
                  <a:moveTo>
                    <a:pt x="438" y="0"/>
                  </a:moveTo>
                  <a:cubicBezTo>
                    <a:pt x="438" y="0"/>
                    <a:pt x="384" y="63"/>
                    <a:pt x="393" y="143"/>
                  </a:cubicBezTo>
                  <a:cubicBezTo>
                    <a:pt x="402" y="215"/>
                    <a:pt x="322" y="250"/>
                    <a:pt x="357" y="313"/>
                  </a:cubicBezTo>
                  <a:cubicBezTo>
                    <a:pt x="384" y="384"/>
                    <a:pt x="286" y="402"/>
                    <a:pt x="331" y="491"/>
                  </a:cubicBezTo>
                  <a:cubicBezTo>
                    <a:pt x="375" y="571"/>
                    <a:pt x="268" y="670"/>
                    <a:pt x="304" y="759"/>
                  </a:cubicBezTo>
                  <a:cubicBezTo>
                    <a:pt x="348" y="857"/>
                    <a:pt x="259" y="893"/>
                    <a:pt x="295" y="973"/>
                  </a:cubicBezTo>
                  <a:cubicBezTo>
                    <a:pt x="340" y="1053"/>
                    <a:pt x="206" y="1142"/>
                    <a:pt x="268" y="1276"/>
                  </a:cubicBezTo>
                  <a:cubicBezTo>
                    <a:pt x="340" y="1401"/>
                    <a:pt x="206" y="1472"/>
                    <a:pt x="250" y="1562"/>
                  </a:cubicBezTo>
                  <a:cubicBezTo>
                    <a:pt x="295" y="1660"/>
                    <a:pt x="134" y="1767"/>
                    <a:pt x="206" y="1865"/>
                  </a:cubicBezTo>
                  <a:cubicBezTo>
                    <a:pt x="277" y="1972"/>
                    <a:pt x="143" y="2061"/>
                    <a:pt x="188" y="2142"/>
                  </a:cubicBezTo>
                  <a:cubicBezTo>
                    <a:pt x="233" y="2222"/>
                    <a:pt x="108" y="2338"/>
                    <a:pt x="179" y="2427"/>
                  </a:cubicBezTo>
                  <a:cubicBezTo>
                    <a:pt x="241" y="2516"/>
                    <a:pt x="90" y="2623"/>
                    <a:pt x="134" y="2739"/>
                  </a:cubicBezTo>
                  <a:cubicBezTo>
                    <a:pt x="188" y="2864"/>
                    <a:pt x="63" y="2998"/>
                    <a:pt x="125" y="3105"/>
                  </a:cubicBezTo>
                  <a:cubicBezTo>
                    <a:pt x="188" y="3212"/>
                    <a:pt x="36" y="3239"/>
                    <a:pt x="108" y="3355"/>
                  </a:cubicBezTo>
                  <a:cubicBezTo>
                    <a:pt x="179" y="3480"/>
                    <a:pt x="1" y="3631"/>
                    <a:pt x="1" y="3845"/>
                  </a:cubicBezTo>
                  <a:lnTo>
                    <a:pt x="438" y="3845"/>
                  </a:lnTo>
                  <a:lnTo>
                    <a:pt x="4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101"/>
            <p:cNvSpPr/>
            <p:nvPr/>
          </p:nvSpPr>
          <p:spPr>
            <a:xfrm>
              <a:off x="6650773" y="1859373"/>
              <a:ext cx="15909" cy="139696"/>
            </a:xfrm>
            <a:custGeom>
              <a:rect b="b" l="l" r="r" t="t"/>
              <a:pathLst>
                <a:path extrusionOk="0" h="3846" w="438">
                  <a:moveTo>
                    <a:pt x="1" y="0"/>
                  </a:moveTo>
                  <a:lnTo>
                    <a:pt x="1" y="3845"/>
                  </a:lnTo>
                  <a:lnTo>
                    <a:pt x="438" y="3845"/>
                  </a:lnTo>
                  <a:cubicBezTo>
                    <a:pt x="438" y="3631"/>
                    <a:pt x="259" y="3480"/>
                    <a:pt x="331" y="3355"/>
                  </a:cubicBezTo>
                  <a:cubicBezTo>
                    <a:pt x="402" y="3239"/>
                    <a:pt x="250" y="3212"/>
                    <a:pt x="313" y="3105"/>
                  </a:cubicBezTo>
                  <a:cubicBezTo>
                    <a:pt x="375" y="2998"/>
                    <a:pt x="250" y="2864"/>
                    <a:pt x="304" y="2739"/>
                  </a:cubicBezTo>
                  <a:cubicBezTo>
                    <a:pt x="358" y="2623"/>
                    <a:pt x="197" y="2516"/>
                    <a:pt x="268" y="2427"/>
                  </a:cubicBezTo>
                  <a:cubicBezTo>
                    <a:pt x="331" y="2338"/>
                    <a:pt x="206" y="2222"/>
                    <a:pt x="250" y="2142"/>
                  </a:cubicBezTo>
                  <a:cubicBezTo>
                    <a:pt x="295" y="2061"/>
                    <a:pt x="170" y="1972"/>
                    <a:pt x="233" y="1865"/>
                  </a:cubicBezTo>
                  <a:cubicBezTo>
                    <a:pt x="304" y="1767"/>
                    <a:pt x="152" y="1660"/>
                    <a:pt x="188" y="1562"/>
                  </a:cubicBezTo>
                  <a:cubicBezTo>
                    <a:pt x="233" y="1472"/>
                    <a:pt x="108" y="1401"/>
                    <a:pt x="170" y="1276"/>
                  </a:cubicBezTo>
                  <a:cubicBezTo>
                    <a:pt x="242" y="1142"/>
                    <a:pt x="99" y="1053"/>
                    <a:pt x="143" y="973"/>
                  </a:cubicBezTo>
                  <a:cubicBezTo>
                    <a:pt x="188" y="893"/>
                    <a:pt x="90" y="857"/>
                    <a:pt x="135" y="759"/>
                  </a:cubicBezTo>
                  <a:cubicBezTo>
                    <a:pt x="179" y="670"/>
                    <a:pt x="63" y="571"/>
                    <a:pt x="108" y="491"/>
                  </a:cubicBezTo>
                  <a:cubicBezTo>
                    <a:pt x="161" y="402"/>
                    <a:pt x="54" y="384"/>
                    <a:pt x="90" y="313"/>
                  </a:cubicBezTo>
                  <a:cubicBezTo>
                    <a:pt x="117" y="250"/>
                    <a:pt x="45" y="215"/>
                    <a:pt x="54" y="143"/>
                  </a:cubicBezTo>
                  <a:cubicBezTo>
                    <a:pt x="63" y="63"/>
                    <a:pt x="1" y="0"/>
                    <a:pt x="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101"/>
            <p:cNvSpPr/>
            <p:nvPr/>
          </p:nvSpPr>
          <p:spPr>
            <a:xfrm>
              <a:off x="6474179" y="1859373"/>
              <a:ext cx="15909" cy="139696"/>
            </a:xfrm>
            <a:custGeom>
              <a:rect b="b" l="l" r="r" t="t"/>
              <a:pathLst>
                <a:path extrusionOk="0" h="3846" w="438">
                  <a:moveTo>
                    <a:pt x="438" y="0"/>
                  </a:moveTo>
                  <a:cubicBezTo>
                    <a:pt x="438" y="0"/>
                    <a:pt x="375" y="63"/>
                    <a:pt x="384" y="143"/>
                  </a:cubicBezTo>
                  <a:cubicBezTo>
                    <a:pt x="393" y="215"/>
                    <a:pt x="322" y="250"/>
                    <a:pt x="349" y="313"/>
                  </a:cubicBezTo>
                  <a:cubicBezTo>
                    <a:pt x="384" y="384"/>
                    <a:pt x="277" y="402"/>
                    <a:pt x="331" y="491"/>
                  </a:cubicBezTo>
                  <a:cubicBezTo>
                    <a:pt x="375" y="571"/>
                    <a:pt x="259" y="670"/>
                    <a:pt x="304" y="759"/>
                  </a:cubicBezTo>
                  <a:cubicBezTo>
                    <a:pt x="349" y="857"/>
                    <a:pt x="251" y="893"/>
                    <a:pt x="295" y="973"/>
                  </a:cubicBezTo>
                  <a:cubicBezTo>
                    <a:pt x="340" y="1053"/>
                    <a:pt x="197" y="1142"/>
                    <a:pt x="268" y="1276"/>
                  </a:cubicBezTo>
                  <a:cubicBezTo>
                    <a:pt x="331" y="1401"/>
                    <a:pt x="206" y="1472"/>
                    <a:pt x="251" y="1562"/>
                  </a:cubicBezTo>
                  <a:cubicBezTo>
                    <a:pt x="286" y="1660"/>
                    <a:pt x="135" y="1767"/>
                    <a:pt x="206" y="1865"/>
                  </a:cubicBezTo>
                  <a:cubicBezTo>
                    <a:pt x="268" y="1972"/>
                    <a:pt x="143" y="2061"/>
                    <a:pt x="188" y="2142"/>
                  </a:cubicBezTo>
                  <a:cubicBezTo>
                    <a:pt x="233" y="2222"/>
                    <a:pt x="108" y="2338"/>
                    <a:pt x="170" y="2427"/>
                  </a:cubicBezTo>
                  <a:cubicBezTo>
                    <a:pt x="242" y="2516"/>
                    <a:pt x="81" y="2623"/>
                    <a:pt x="135" y="2739"/>
                  </a:cubicBezTo>
                  <a:cubicBezTo>
                    <a:pt x="188" y="2864"/>
                    <a:pt x="63" y="2998"/>
                    <a:pt x="126" y="3105"/>
                  </a:cubicBezTo>
                  <a:cubicBezTo>
                    <a:pt x="188" y="3212"/>
                    <a:pt x="36" y="3239"/>
                    <a:pt x="108" y="3355"/>
                  </a:cubicBezTo>
                  <a:cubicBezTo>
                    <a:pt x="179" y="3480"/>
                    <a:pt x="1" y="3631"/>
                    <a:pt x="1" y="3845"/>
                  </a:cubicBezTo>
                  <a:lnTo>
                    <a:pt x="438" y="3845"/>
                  </a:lnTo>
                  <a:lnTo>
                    <a:pt x="4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101"/>
            <p:cNvSpPr/>
            <p:nvPr/>
          </p:nvSpPr>
          <p:spPr>
            <a:xfrm>
              <a:off x="6490051" y="1859373"/>
              <a:ext cx="15909" cy="139696"/>
            </a:xfrm>
            <a:custGeom>
              <a:rect b="b" l="l" r="r" t="t"/>
              <a:pathLst>
                <a:path extrusionOk="0" h="3846" w="438">
                  <a:moveTo>
                    <a:pt x="1" y="0"/>
                  </a:moveTo>
                  <a:lnTo>
                    <a:pt x="1" y="3845"/>
                  </a:lnTo>
                  <a:lnTo>
                    <a:pt x="438" y="3845"/>
                  </a:lnTo>
                  <a:cubicBezTo>
                    <a:pt x="438" y="3631"/>
                    <a:pt x="260" y="3480"/>
                    <a:pt x="331" y="3355"/>
                  </a:cubicBezTo>
                  <a:cubicBezTo>
                    <a:pt x="402" y="3239"/>
                    <a:pt x="251" y="3212"/>
                    <a:pt x="313" y="3105"/>
                  </a:cubicBezTo>
                  <a:cubicBezTo>
                    <a:pt x="376" y="2998"/>
                    <a:pt x="251" y="2864"/>
                    <a:pt x="304" y="2739"/>
                  </a:cubicBezTo>
                  <a:cubicBezTo>
                    <a:pt x="358" y="2623"/>
                    <a:pt x="197" y="2516"/>
                    <a:pt x="260" y="2427"/>
                  </a:cubicBezTo>
                  <a:cubicBezTo>
                    <a:pt x="331" y="2338"/>
                    <a:pt x="206" y="2222"/>
                    <a:pt x="251" y="2142"/>
                  </a:cubicBezTo>
                  <a:cubicBezTo>
                    <a:pt x="295" y="2061"/>
                    <a:pt x="161" y="1972"/>
                    <a:pt x="233" y="1865"/>
                  </a:cubicBezTo>
                  <a:cubicBezTo>
                    <a:pt x="304" y="1767"/>
                    <a:pt x="144" y="1660"/>
                    <a:pt x="188" y="1562"/>
                  </a:cubicBezTo>
                  <a:cubicBezTo>
                    <a:pt x="233" y="1472"/>
                    <a:pt x="99" y="1401"/>
                    <a:pt x="170" y="1276"/>
                  </a:cubicBezTo>
                  <a:cubicBezTo>
                    <a:pt x="233" y="1142"/>
                    <a:pt x="99" y="1053"/>
                    <a:pt x="144" y="973"/>
                  </a:cubicBezTo>
                  <a:cubicBezTo>
                    <a:pt x="179" y="893"/>
                    <a:pt x="90" y="857"/>
                    <a:pt x="135" y="759"/>
                  </a:cubicBezTo>
                  <a:cubicBezTo>
                    <a:pt x="170" y="670"/>
                    <a:pt x="63" y="571"/>
                    <a:pt x="108" y="491"/>
                  </a:cubicBezTo>
                  <a:cubicBezTo>
                    <a:pt x="153" y="402"/>
                    <a:pt x="54" y="384"/>
                    <a:pt x="81" y="313"/>
                  </a:cubicBezTo>
                  <a:cubicBezTo>
                    <a:pt x="117" y="250"/>
                    <a:pt x="37" y="215"/>
                    <a:pt x="45" y="143"/>
                  </a:cubicBezTo>
                  <a:cubicBezTo>
                    <a:pt x="54" y="63"/>
                    <a:pt x="1" y="0"/>
                    <a:pt x="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101"/>
            <p:cNvSpPr/>
            <p:nvPr/>
          </p:nvSpPr>
          <p:spPr>
            <a:xfrm>
              <a:off x="6654987" y="1902450"/>
              <a:ext cx="12677" cy="111510"/>
            </a:xfrm>
            <a:custGeom>
              <a:rect b="b" l="l" r="r" t="t"/>
              <a:pathLst>
                <a:path extrusionOk="0" h="3070" w="349">
                  <a:moveTo>
                    <a:pt x="349" y="1"/>
                  </a:moveTo>
                  <a:cubicBezTo>
                    <a:pt x="349" y="1"/>
                    <a:pt x="304" y="54"/>
                    <a:pt x="313" y="117"/>
                  </a:cubicBezTo>
                  <a:cubicBezTo>
                    <a:pt x="322" y="179"/>
                    <a:pt x="259" y="206"/>
                    <a:pt x="277" y="251"/>
                  </a:cubicBezTo>
                  <a:cubicBezTo>
                    <a:pt x="304" y="304"/>
                    <a:pt x="224" y="331"/>
                    <a:pt x="259" y="393"/>
                  </a:cubicBezTo>
                  <a:cubicBezTo>
                    <a:pt x="295" y="456"/>
                    <a:pt x="206" y="536"/>
                    <a:pt x="242" y="608"/>
                  </a:cubicBezTo>
                  <a:cubicBezTo>
                    <a:pt x="277" y="688"/>
                    <a:pt x="206" y="715"/>
                    <a:pt x="233" y="777"/>
                  </a:cubicBezTo>
                  <a:cubicBezTo>
                    <a:pt x="268" y="848"/>
                    <a:pt x="161" y="911"/>
                    <a:pt x="215" y="1018"/>
                  </a:cubicBezTo>
                  <a:cubicBezTo>
                    <a:pt x="268" y="1125"/>
                    <a:pt x="161" y="1179"/>
                    <a:pt x="197" y="1250"/>
                  </a:cubicBezTo>
                  <a:cubicBezTo>
                    <a:pt x="233" y="1321"/>
                    <a:pt x="108" y="1410"/>
                    <a:pt x="161" y="1491"/>
                  </a:cubicBezTo>
                  <a:cubicBezTo>
                    <a:pt x="215" y="1580"/>
                    <a:pt x="117" y="1651"/>
                    <a:pt x="143" y="1714"/>
                  </a:cubicBezTo>
                  <a:cubicBezTo>
                    <a:pt x="179" y="1776"/>
                    <a:pt x="90" y="1865"/>
                    <a:pt x="143" y="1937"/>
                  </a:cubicBezTo>
                  <a:cubicBezTo>
                    <a:pt x="197" y="2008"/>
                    <a:pt x="63" y="2097"/>
                    <a:pt x="108" y="2187"/>
                  </a:cubicBezTo>
                  <a:cubicBezTo>
                    <a:pt x="152" y="2285"/>
                    <a:pt x="45" y="2392"/>
                    <a:pt x="99" y="2481"/>
                  </a:cubicBezTo>
                  <a:cubicBezTo>
                    <a:pt x="152" y="2561"/>
                    <a:pt x="27" y="2588"/>
                    <a:pt x="90" y="2686"/>
                  </a:cubicBezTo>
                  <a:cubicBezTo>
                    <a:pt x="143" y="2775"/>
                    <a:pt x="1" y="2900"/>
                    <a:pt x="1" y="3070"/>
                  </a:cubicBezTo>
                  <a:lnTo>
                    <a:pt x="349" y="3070"/>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101"/>
            <p:cNvSpPr/>
            <p:nvPr/>
          </p:nvSpPr>
          <p:spPr>
            <a:xfrm>
              <a:off x="6667626" y="1902450"/>
              <a:ext cx="12677" cy="111510"/>
            </a:xfrm>
            <a:custGeom>
              <a:rect b="b" l="l" r="r" t="t"/>
              <a:pathLst>
                <a:path extrusionOk="0" h="3070" w="349">
                  <a:moveTo>
                    <a:pt x="1" y="1"/>
                  </a:moveTo>
                  <a:lnTo>
                    <a:pt x="1" y="3070"/>
                  </a:lnTo>
                  <a:lnTo>
                    <a:pt x="349" y="3070"/>
                  </a:lnTo>
                  <a:cubicBezTo>
                    <a:pt x="349" y="2900"/>
                    <a:pt x="206" y="2775"/>
                    <a:pt x="268" y="2686"/>
                  </a:cubicBezTo>
                  <a:cubicBezTo>
                    <a:pt x="322" y="2588"/>
                    <a:pt x="197" y="2561"/>
                    <a:pt x="250" y="2481"/>
                  </a:cubicBezTo>
                  <a:cubicBezTo>
                    <a:pt x="304" y="2392"/>
                    <a:pt x="197" y="2285"/>
                    <a:pt x="241" y="2187"/>
                  </a:cubicBezTo>
                  <a:cubicBezTo>
                    <a:pt x="286" y="2097"/>
                    <a:pt x="161" y="2008"/>
                    <a:pt x="206" y="1937"/>
                  </a:cubicBezTo>
                  <a:cubicBezTo>
                    <a:pt x="259" y="1865"/>
                    <a:pt x="170" y="1776"/>
                    <a:pt x="206" y="1714"/>
                  </a:cubicBezTo>
                  <a:cubicBezTo>
                    <a:pt x="241" y="1651"/>
                    <a:pt x="134" y="1580"/>
                    <a:pt x="188" y="1491"/>
                  </a:cubicBezTo>
                  <a:cubicBezTo>
                    <a:pt x="241" y="1410"/>
                    <a:pt x="117" y="1321"/>
                    <a:pt x="152" y="1250"/>
                  </a:cubicBezTo>
                  <a:cubicBezTo>
                    <a:pt x="188" y="1179"/>
                    <a:pt x="81" y="1125"/>
                    <a:pt x="134" y="1018"/>
                  </a:cubicBezTo>
                  <a:cubicBezTo>
                    <a:pt x="188" y="911"/>
                    <a:pt x="81" y="848"/>
                    <a:pt x="117" y="777"/>
                  </a:cubicBezTo>
                  <a:cubicBezTo>
                    <a:pt x="152" y="715"/>
                    <a:pt x="72" y="688"/>
                    <a:pt x="108" y="608"/>
                  </a:cubicBezTo>
                  <a:cubicBezTo>
                    <a:pt x="143" y="536"/>
                    <a:pt x="54" y="456"/>
                    <a:pt x="90" y="393"/>
                  </a:cubicBezTo>
                  <a:cubicBezTo>
                    <a:pt x="125" y="331"/>
                    <a:pt x="45" y="304"/>
                    <a:pt x="72" y="251"/>
                  </a:cubicBezTo>
                  <a:cubicBezTo>
                    <a:pt x="90" y="206"/>
                    <a:pt x="36" y="179"/>
                    <a:pt x="36" y="117"/>
                  </a:cubicBezTo>
                  <a:cubicBezTo>
                    <a:pt x="45" y="54"/>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101"/>
            <p:cNvSpPr/>
            <p:nvPr/>
          </p:nvSpPr>
          <p:spPr>
            <a:xfrm>
              <a:off x="6389296" y="1882037"/>
              <a:ext cx="12677" cy="111183"/>
            </a:xfrm>
            <a:custGeom>
              <a:rect b="b" l="l" r="r" t="t"/>
              <a:pathLst>
                <a:path extrusionOk="0" h="3061" w="349">
                  <a:moveTo>
                    <a:pt x="348" y="1"/>
                  </a:moveTo>
                  <a:cubicBezTo>
                    <a:pt x="348" y="1"/>
                    <a:pt x="304" y="46"/>
                    <a:pt x="304" y="108"/>
                  </a:cubicBezTo>
                  <a:cubicBezTo>
                    <a:pt x="313" y="170"/>
                    <a:pt x="250" y="197"/>
                    <a:pt x="277" y="251"/>
                  </a:cubicBezTo>
                  <a:cubicBezTo>
                    <a:pt x="304" y="304"/>
                    <a:pt x="223" y="322"/>
                    <a:pt x="259" y="385"/>
                  </a:cubicBezTo>
                  <a:cubicBezTo>
                    <a:pt x="295" y="456"/>
                    <a:pt x="206" y="527"/>
                    <a:pt x="241" y="608"/>
                  </a:cubicBezTo>
                  <a:cubicBezTo>
                    <a:pt x="277" y="679"/>
                    <a:pt x="197" y="715"/>
                    <a:pt x="232" y="777"/>
                  </a:cubicBezTo>
                  <a:cubicBezTo>
                    <a:pt x="268" y="840"/>
                    <a:pt x="161" y="911"/>
                    <a:pt x="215" y="1009"/>
                  </a:cubicBezTo>
                  <a:cubicBezTo>
                    <a:pt x="268" y="1116"/>
                    <a:pt x="161" y="1170"/>
                    <a:pt x="197" y="1241"/>
                  </a:cubicBezTo>
                  <a:cubicBezTo>
                    <a:pt x="232" y="1321"/>
                    <a:pt x="99" y="1402"/>
                    <a:pt x="161" y="1491"/>
                  </a:cubicBezTo>
                  <a:cubicBezTo>
                    <a:pt x="215" y="1571"/>
                    <a:pt x="107" y="1642"/>
                    <a:pt x="143" y="1705"/>
                  </a:cubicBezTo>
                  <a:cubicBezTo>
                    <a:pt x="179" y="1776"/>
                    <a:pt x="81" y="1865"/>
                    <a:pt x="134" y="1937"/>
                  </a:cubicBezTo>
                  <a:cubicBezTo>
                    <a:pt x="188" y="2008"/>
                    <a:pt x="63" y="2088"/>
                    <a:pt x="107" y="2187"/>
                  </a:cubicBezTo>
                  <a:cubicBezTo>
                    <a:pt x="143" y="2285"/>
                    <a:pt x="45" y="2392"/>
                    <a:pt x="99" y="2472"/>
                  </a:cubicBezTo>
                  <a:cubicBezTo>
                    <a:pt x="143" y="2561"/>
                    <a:pt x="27" y="2579"/>
                    <a:pt x="81" y="2677"/>
                  </a:cubicBezTo>
                  <a:cubicBezTo>
                    <a:pt x="134" y="2766"/>
                    <a:pt x="0" y="2891"/>
                    <a:pt x="0" y="3061"/>
                  </a:cubicBezTo>
                  <a:lnTo>
                    <a:pt x="348" y="3061"/>
                  </a:lnTo>
                  <a:lnTo>
                    <a:pt x="3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101"/>
            <p:cNvSpPr/>
            <p:nvPr/>
          </p:nvSpPr>
          <p:spPr>
            <a:xfrm>
              <a:off x="6401936" y="1882037"/>
              <a:ext cx="12677" cy="111183"/>
            </a:xfrm>
            <a:custGeom>
              <a:rect b="b" l="l" r="r" t="t"/>
              <a:pathLst>
                <a:path extrusionOk="0" h="3061" w="349">
                  <a:moveTo>
                    <a:pt x="0" y="1"/>
                  </a:moveTo>
                  <a:lnTo>
                    <a:pt x="0" y="3061"/>
                  </a:lnTo>
                  <a:lnTo>
                    <a:pt x="348" y="3061"/>
                  </a:lnTo>
                  <a:cubicBezTo>
                    <a:pt x="348" y="2891"/>
                    <a:pt x="206" y="2766"/>
                    <a:pt x="259" y="2677"/>
                  </a:cubicBezTo>
                  <a:cubicBezTo>
                    <a:pt x="313" y="2579"/>
                    <a:pt x="197" y="2561"/>
                    <a:pt x="250" y="2472"/>
                  </a:cubicBezTo>
                  <a:cubicBezTo>
                    <a:pt x="295" y="2392"/>
                    <a:pt x="197" y="2285"/>
                    <a:pt x="241" y="2187"/>
                  </a:cubicBezTo>
                  <a:cubicBezTo>
                    <a:pt x="277" y="2088"/>
                    <a:pt x="152" y="2008"/>
                    <a:pt x="206" y="1937"/>
                  </a:cubicBezTo>
                  <a:cubicBezTo>
                    <a:pt x="259" y="1865"/>
                    <a:pt x="161" y="1776"/>
                    <a:pt x="197" y="1705"/>
                  </a:cubicBezTo>
                  <a:cubicBezTo>
                    <a:pt x="232" y="1642"/>
                    <a:pt x="125" y="1571"/>
                    <a:pt x="188" y="1491"/>
                  </a:cubicBezTo>
                  <a:cubicBezTo>
                    <a:pt x="241" y="1402"/>
                    <a:pt x="116" y="1321"/>
                    <a:pt x="152" y="1241"/>
                  </a:cubicBezTo>
                  <a:cubicBezTo>
                    <a:pt x="179" y="1170"/>
                    <a:pt x="81" y="1116"/>
                    <a:pt x="134" y="1009"/>
                  </a:cubicBezTo>
                  <a:cubicBezTo>
                    <a:pt x="188" y="911"/>
                    <a:pt x="81" y="840"/>
                    <a:pt x="107" y="777"/>
                  </a:cubicBezTo>
                  <a:cubicBezTo>
                    <a:pt x="143" y="715"/>
                    <a:pt x="72" y="679"/>
                    <a:pt x="107" y="608"/>
                  </a:cubicBezTo>
                  <a:cubicBezTo>
                    <a:pt x="134" y="527"/>
                    <a:pt x="45" y="456"/>
                    <a:pt x="81" y="385"/>
                  </a:cubicBezTo>
                  <a:cubicBezTo>
                    <a:pt x="125" y="322"/>
                    <a:pt x="45" y="304"/>
                    <a:pt x="63" y="251"/>
                  </a:cubicBezTo>
                  <a:cubicBezTo>
                    <a:pt x="90" y="197"/>
                    <a:pt x="27" y="170"/>
                    <a:pt x="36" y="108"/>
                  </a:cubicBezTo>
                  <a:cubicBezTo>
                    <a:pt x="45" y="46"/>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101"/>
            <p:cNvSpPr/>
            <p:nvPr/>
          </p:nvSpPr>
          <p:spPr>
            <a:xfrm>
              <a:off x="6528951" y="1902450"/>
              <a:ext cx="12677" cy="111510"/>
            </a:xfrm>
            <a:custGeom>
              <a:rect b="b" l="l" r="r" t="t"/>
              <a:pathLst>
                <a:path extrusionOk="0" h="3070" w="349">
                  <a:moveTo>
                    <a:pt x="348" y="1"/>
                  </a:moveTo>
                  <a:cubicBezTo>
                    <a:pt x="348" y="1"/>
                    <a:pt x="304" y="46"/>
                    <a:pt x="313" y="117"/>
                  </a:cubicBezTo>
                  <a:cubicBezTo>
                    <a:pt x="322" y="179"/>
                    <a:pt x="259" y="206"/>
                    <a:pt x="286" y="251"/>
                  </a:cubicBezTo>
                  <a:cubicBezTo>
                    <a:pt x="304" y="304"/>
                    <a:pt x="223" y="322"/>
                    <a:pt x="259" y="393"/>
                  </a:cubicBezTo>
                  <a:cubicBezTo>
                    <a:pt x="304" y="456"/>
                    <a:pt x="214" y="536"/>
                    <a:pt x="241" y="608"/>
                  </a:cubicBezTo>
                  <a:cubicBezTo>
                    <a:pt x="277" y="688"/>
                    <a:pt x="206" y="715"/>
                    <a:pt x="232" y="777"/>
                  </a:cubicBezTo>
                  <a:cubicBezTo>
                    <a:pt x="268" y="840"/>
                    <a:pt x="161" y="911"/>
                    <a:pt x="214" y="1018"/>
                  </a:cubicBezTo>
                  <a:cubicBezTo>
                    <a:pt x="268" y="1125"/>
                    <a:pt x="170" y="1179"/>
                    <a:pt x="197" y="1250"/>
                  </a:cubicBezTo>
                  <a:cubicBezTo>
                    <a:pt x="232" y="1321"/>
                    <a:pt x="107" y="1410"/>
                    <a:pt x="161" y="1491"/>
                  </a:cubicBezTo>
                  <a:cubicBezTo>
                    <a:pt x="214" y="1580"/>
                    <a:pt x="116" y="1651"/>
                    <a:pt x="152" y="1714"/>
                  </a:cubicBezTo>
                  <a:cubicBezTo>
                    <a:pt x="188" y="1776"/>
                    <a:pt x="90" y="1865"/>
                    <a:pt x="143" y="1937"/>
                  </a:cubicBezTo>
                  <a:cubicBezTo>
                    <a:pt x="197" y="2008"/>
                    <a:pt x="72" y="2088"/>
                    <a:pt x="107" y="2187"/>
                  </a:cubicBezTo>
                  <a:cubicBezTo>
                    <a:pt x="152" y="2285"/>
                    <a:pt x="54" y="2392"/>
                    <a:pt x="99" y="2481"/>
                  </a:cubicBezTo>
                  <a:cubicBezTo>
                    <a:pt x="152" y="2561"/>
                    <a:pt x="27" y="2588"/>
                    <a:pt x="90" y="2677"/>
                  </a:cubicBezTo>
                  <a:cubicBezTo>
                    <a:pt x="143" y="2775"/>
                    <a:pt x="0" y="2891"/>
                    <a:pt x="0" y="3070"/>
                  </a:cubicBezTo>
                  <a:lnTo>
                    <a:pt x="348" y="3070"/>
                  </a:lnTo>
                  <a:lnTo>
                    <a:pt x="3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101"/>
            <p:cNvSpPr/>
            <p:nvPr/>
          </p:nvSpPr>
          <p:spPr>
            <a:xfrm>
              <a:off x="6541591" y="1902450"/>
              <a:ext cx="12677" cy="111510"/>
            </a:xfrm>
            <a:custGeom>
              <a:rect b="b" l="l" r="r" t="t"/>
              <a:pathLst>
                <a:path extrusionOk="0" h="3070" w="349">
                  <a:moveTo>
                    <a:pt x="0" y="1"/>
                  </a:moveTo>
                  <a:lnTo>
                    <a:pt x="0" y="3070"/>
                  </a:lnTo>
                  <a:lnTo>
                    <a:pt x="348" y="3070"/>
                  </a:lnTo>
                  <a:cubicBezTo>
                    <a:pt x="348" y="2891"/>
                    <a:pt x="214" y="2775"/>
                    <a:pt x="268" y="2677"/>
                  </a:cubicBezTo>
                  <a:cubicBezTo>
                    <a:pt x="321" y="2588"/>
                    <a:pt x="197" y="2561"/>
                    <a:pt x="250" y="2481"/>
                  </a:cubicBezTo>
                  <a:cubicBezTo>
                    <a:pt x="304" y="2392"/>
                    <a:pt x="197" y="2285"/>
                    <a:pt x="241" y="2187"/>
                  </a:cubicBezTo>
                  <a:cubicBezTo>
                    <a:pt x="286" y="2088"/>
                    <a:pt x="161" y="2008"/>
                    <a:pt x="214" y="1937"/>
                  </a:cubicBezTo>
                  <a:cubicBezTo>
                    <a:pt x="268" y="1865"/>
                    <a:pt x="170" y="1776"/>
                    <a:pt x="205" y="1714"/>
                  </a:cubicBezTo>
                  <a:cubicBezTo>
                    <a:pt x="241" y="1651"/>
                    <a:pt x="134" y="1580"/>
                    <a:pt x="188" y="1491"/>
                  </a:cubicBezTo>
                  <a:cubicBezTo>
                    <a:pt x="241" y="1410"/>
                    <a:pt x="116" y="1321"/>
                    <a:pt x="152" y="1250"/>
                  </a:cubicBezTo>
                  <a:cubicBezTo>
                    <a:pt x="188" y="1179"/>
                    <a:pt x="81" y="1125"/>
                    <a:pt x="134" y="1018"/>
                  </a:cubicBezTo>
                  <a:cubicBezTo>
                    <a:pt x="188" y="911"/>
                    <a:pt x="81" y="840"/>
                    <a:pt x="116" y="777"/>
                  </a:cubicBezTo>
                  <a:cubicBezTo>
                    <a:pt x="152" y="715"/>
                    <a:pt x="72" y="688"/>
                    <a:pt x="107" y="608"/>
                  </a:cubicBezTo>
                  <a:cubicBezTo>
                    <a:pt x="143" y="536"/>
                    <a:pt x="54" y="456"/>
                    <a:pt x="90" y="393"/>
                  </a:cubicBezTo>
                  <a:cubicBezTo>
                    <a:pt x="125" y="322"/>
                    <a:pt x="45" y="304"/>
                    <a:pt x="72" y="251"/>
                  </a:cubicBezTo>
                  <a:cubicBezTo>
                    <a:pt x="98" y="206"/>
                    <a:pt x="36" y="179"/>
                    <a:pt x="45" y="117"/>
                  </a:cubicBezTo>
                  <a:cubicBezTo>
                    <a:pt x="45" y="46"/>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101"/>
            <p:cNvSpPr/>
            <p:nvPr/>
          </p:nvSpPr>
          <p:spPr>
            <a:xfrm>
              <a:off x="6244119" y="1770930"/>
              <a:ext cx="634191" cy="385636"/>
            </a:xfrm>
            <a:custGeom>
              <a:rect b="b" l="l" r="r" t="t"/>
              <a:pathLst>
                <a:path extrusionOk="0" h="10617" w="17460">
                  <a:moveTo>
                    <a:pt x="17459" y="0"/>
                  </a:moveTo>
                  <a:lnTo>
                    <a:pt x="16094" y="1472"/>
                  </a:lnTo>
                  <a:lnTo>
                    <a:pt x="15711" y="2953"/>
                  </a:lnTo>
                  <a:lnTo>
                    <a:pt x="14266" y="3774"/>
                  </a:lnTo>
                  <a:lnTo>
                    <a:pt x="13855" y="4478"/>
                  </a:lnTo>
                  <a:lnTo>
                    <a:pt x="13052" y="4719"/>
                  </a:lnTo>
                  <a:lnTo>
                    <a:pt x="12687" y="5995"/>
                  </a:lnTo>
                  <a:lnTo>
                    <a:pt x="11304" y="6164"/>
                  </a:lnTo>
                  <a:lnTo>
                    <a:pt x="10519" y="5692"/>
                  </a:lnTo>
                  <a:lnTo>
                    <a:pt x="10153" y="4951"/>
                  </a:lnTo>
                  <a:lnTo>
                    <a:pt x="8806" y="5112"/>
                  </a:lnTo>
                  <a:lnTo>
                    <a:pt x="8253" y="5879"/>
                  </a:lnTo>
                  <a:lnTo>
                    <a:pt x="7370" y="5897"/>
                  </a:lnTo>
                  <a:lnTo>
                    <a:pt x="6130" y="4701"/>
                  </a:lnTo>
                  <a:lnTo>
                    <a:pt x="5059" y="4496"/>
                  </a:lnTo>
                  <a:lnTo>
                    <a:pt x="4363" y="4889"/>
                  </a:lnTo>
                  <a:lnTo>
                    <a:pt x="3596" y="3836"/>
                  </a:lnTo>
                  <a:lnTo>
                    <a:pt x="2748" y="3444"/>
                  </a:lnTo>
                  <a:lnTo>
                    <a:pt x="1749" y="5308"/>
                  </a:lnTo>
                  <a:lnTo>
                    <a:pt x="938" y="6075"/>
                  </a:lnTo>
                  <a:lnTo>
                    <a:pt x="777" y="7271"/>
                  </a:lnTo>
                  <a:lnTo>
                    <a:pt x="1" y="7868"/>
                  </a:lnTo>
                  <a:lnTo>
                    <a:pt x="1" y="8975"/>
                  </a:lnTo>
                  <a:lnTo>
                    <a:pt x="938" y="8983"/>
                  </a:lnTo>
                  <a:lnTo>
                    <a:pt x="2053" y="9091"/>
                  </a:lnTo>
                  <a:lnTo>
                    <a:pt x="2918" y="8859"/>
                  </a:lnTo>
                  <a:lnTo>
                    <a:pt x="5220" y="8859"/>
                  </a:lnTo>
                  <a:lnTo>
                    <a:pt x="5844" y="9091"/>
                  </a:lnTo>
                  <a:lnTo>
                    <a:pt x="7343" y="8903"/>
                  </a:lnTo>
                  <a:lnTo>
                    <a:pt x="8190" y="9091"/>
                  </a:lnTo>
                  <a:lnTo>
                    <a:pt x="7655" y="9813"/>
                  </a:lnTo>
                  <a:lnTo>
                    <a:pt x="9073" y="9974"/>
                  </a:lnTo>
                  <a:lnTo>
                    <a:pt x="10867" y="9626"/>
                  </a:lnTo>
                  <a:lnTo>
                    <a:pt x="11901" y="9626"/>
                  </a:lnTo>
                  <a:lnTo>
                    <a:pt x="12865" y="9974"/>
                  </a:lnTo>
                  <a:lnTo>
                    <a:pt x="14970" y="9974"/>
                  </a:lnTo>
                  <a:lnTo>
                    <a:pt x="15693" y="10616"/>
                  </a:lnTo>
                  <a:lnTo>
                    <a:pt x="17459" y="10616"/>
                  </a:lnTo>
                  <a:lnTo>
                    <a:pt x="1745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101"/>
            <p:cNvSpPr/>
            <p:nvPr/>
          </p:nvSpPr>
          <p:spPr>
            <a:xfrm>
              <a:off x="6704892" y="1770930"/>
              <a:ext cx="173404" cy="243034"/>
            </a:xfrm>
            <a:custGeom>
              <a:rect b="b" l="l" r="r" t="t"/>
              <a:pathLst>
                <a:path extrusionOk="0" h="6691" w="4774">
                  <a:moveTo>
                    <a:pt x="4773" y="0"/>
                  </a:moveTo>
                  <a:lnTo>
                    <a:pt x="3408" y="1472"/>
                  </a:lnTo>
                  <a:lnTo>
                    <a:pt x="3025" y="2953"/>
                  </a:lnTo>
                  <a:lnTo>
                    <a:pt x="1588" y="3774"/>
                  </a:lnTo>
                  <a:lnTo>
                    <a:pt x="1169" y="4478"/>
                  </a:lnTo>
                  <a:lnTo>
                    <a:pt x="366" y="4719"/>
                  </a:lnTo>
                  <a:lnTo>
                    <a:pt x="1" y="5995"/>
                  </a:lnTo>
                  <a:lnTo>
                    <a:pt x="1722" y="6691"/>
                  </a:lnTo>
                  <a:lnTo>
                    <a:pt x="580" y="5727"/>
                  </a:lnTo>
                  <a:lnTo>
                    <a:pt x="759" y="5255"/>
                  </a:lnTo>
                  <a:lnTo>
                    <a:pt x="1321" y="4844"/>
                  </a:lnTo>
                  <a:lnTo>
                    <a:pt x="1901" y="4692"/>
                  </a:lnTo>
                  <a:lnTo>
                    <a:pt x="2097" y="3916"/>
                  </a:lnTo>
                  <a:lnTo>
                    <a:pt x="3212" y="3765"/>
                  </a:lnTo>
                  <a:lnTo>
                    <a:pt x="3310" y="3015"/>
                  </a:lnTo>
                  <a:lnTo>
                    <a:pt x="3614" y="2373"/>
                  </a:lnTo>
                  <a:lnTo>
                    <a:pt x="4015" y="3916"/>
                  </a:lnTo>
                  <a:lnTo>
                    <a:pt x="3890" y="1490"/>
                  </a:lnTo>
                  <a:lnTo>
                    <a:pt x="4773"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101"/>
            <p:cNvSpPr/>
            <p:nvPr/>
          </p:nvSpPr>
          <p:spPr>
            <a:xfrm>
              <a:off x="6612854" y="1950757"/>
              <a:ext cx="92078" cy="79728"/>
            </a:xfrm>
            <a:custGeom>
              <a:rect b="b" l="l" r="r" t="t"/>
              <a:pathLst>
                <a:path extrusionOk="0" h="2195" w="2535">
                  <a:moveTo>
                    <a:pt x="1" y="0"/>
                  </a:moveTo>
                  <a:lnTo>
                    <a:pt x="170" y="1178"/>
                  </a:lnTo>
                  <a:lnTo>
                    <a:pt x="724" y="1454"/>
                  </a:lnTo>
                  <a:lnTo>
                    <a:pt x="724" y="2195"/>
                  </a:lnTo>
                  <a:lnTo>
                    <a:pt x="1089" y="1820"/>
                  </a:lnTo>
                  <a:lnTo>
                    <a:pt x="2535" y="1044"/>
                  </a:lnTo>
                  <a:lnTo>
                    <a:pt x="2535" y="1044"/>
                  </a:lnTo>
                  <a:lnTo>
                    <a:pt x="1152" y="1213"/>
                  </a:lnTo>
                  <a:lnTo>
                    <a:pt x="367" y="741"/>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101"/>
            <p:cNvSpPr/>
            <p:nvPr/>
          </p:nvSpPr>
          <p:spPr>
            <a:xfrm>
              <a:off x="6676380" y="2039200"/>
              <a:ext cx="64182" cy="94003"/>
            </a:xfrm>
            <a:custGeom>
              <a:rect b="b" l="l" r="r" t="t"/>
              <a:pathLst>
                <a:path extrusionOk="0" h="2588" w="1767">
                  <a:moveTo>
                    <a:pt x="1767" y="1"/>
                  </a:moveTo>
                  <a:lnTo>
                    <a:pt x="1276" y="652"/>
                  </a:lnTo>
                  <a:lnTo>
                    <a:pt x="786" y="1794"/>
                  </a:lnTo>
                  <a:lnTo>
                    <a:pt x="0" y="2240"/>
                  </a:lnTo>
                  <a:lnTo>
                    <a:pt x="964" y="2588"/>
                  </a:lnTo>
                  <a:lnTo>
                    <a:pt x="1410" y="1758"/>
                  </a:lnTo>
                  <a:lnTo>
                    <a:pt x="1410" y="1027"/>
                  </a:lnTo>
                  <a:lnTo>
                    <a:pt x="176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101"/>
            <p:cNvSpPr/>
            <p:nvPr/>
          </p:nvSpPr>
          <p:spPr>
            <a:xfrm>
              <a:off x="6778443" y="1943311"/>
              <a:ext cx="99851" cy="213249"/>
            </a:xfrm>
            <a:custGeom>
              <a:rect b="b" l="l" r="r" t="t"/>
              <a:pathLst>
                <a:path extrusionOk="0" h="5871" w="2749">
                  <a:moveTo>
                    <a:pt x="1089" y="0"/>
                  </a:moveTo>
                  <a:lnTo>
                    <a:pt x="661" y="1115"/>
                  </a:lnTo>
                  <a:lnTo>
                    <a:pt x="482" y="3212"/>
                  </a:lnTo>
                  <a:lnTo>
                    <a:pt x="1" y="4514"/>
                  </a:lnTo>
                  <a:lnTo>
                    <a:pt x="259" y="5228"/>
                  </a:lnTo>
                  <a:lnTo>
                    <a:pt x="982" y="5870"/>
                  </a:lnTo>
                  <a:lnTo>
                    <a:pt x="2748" y="5870"/>
                  </a:lnTo>
                  <a:lnTo>
                    <a:pt x="2748" y="3105"/>
                  </a:lnTo>
                  <a:lnTo>
                    <a:pt x="2133" y="4737"/>
                  </a:lnTo>
                  <a:lnTo>
                    <a:pt x="1678" y="4086"/>
                  </a:lnTo>
                  <a:lnTo>
                    <a:pt x="1544" y="2480"/>
                  </a:lnTo>
                  <a:lnTo>
                    <a:pt x="1071" y="1302"/>
                  </a:lnTo>
                  <a:lnTo>
                    <a:pt x="108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101"/>
            <p:cNvSpPr/>
            <p:nvPr/>
          </p:nvSpPr>
          <p:spPr>
            <a:xfrm>
              <a:off x="6787850" y="2079044"/>
              <a:ext cx="26261" cy="77512"/>
            </a:xfrm>
            <a:custGeom>
              <a:rect b="b" l="l" r="r" t="t"/>
              <a:pathLst>
                <a:path extrusionOk="0" h="2134" w="723">
                  <a:moveTo>
                    <a:pt x="607" y="1"/>
                  </a:moveTo>
                  <a:lnTo>
                    <a:pt x="437" y="1455"/>
                  </a:lnTo>
                  <a:lnTo>
                    <a:pt x="205" y="875"/>
                  </a:lnTo>
                  <a:lnTo>
                    <a:pt x="0" y="1491"/>
                  </a:lnTo>
                  <a:lnTo>
                    <a:pt x="723" y="2133"/>
                  </a:lnTo>
                  <a:lnTo>
                    <a:pt x="607"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101"/>
            <p:cNvSpPr/>
            <p:nvPr/>
          </p:nvSpPr>
          <p:spPr>
            <a:xfrm>
              <a:off x="6743139" y="2044067"/>
              <a:ext cx="23355" cy="89135"/>
            </a:xfrm>
            <a:custGeom>
              <a:rect b="b" l="l" r="r" t="t"/>
              <a:pathLst>
                <a:path extrusionOk="0" h="2454" w="643">
                  <a:moveTo>
                    <a:pt x="419" y="0"/>
                  </a:moveTo>
                  <a:lnTo>
                    <a:pt x="98" y="1410"/>
                  </a:lnTo>
                  <a:lnTo>
                    <a:pt x="188" y="1883"/>
                  </a:lnTo>
                  <a:lnTo>
                    <a:pt x="0" y="2454"/>
                  </a:lnTo>
                  <a:lnTo>
                    <a:pt x="643" y="2454"/>
                  </a:lnTo>
                  <a:lnTo>
                    <a:pt x="366" y="1232"/>
                  </a:lnTo>
                  <a:lnTo>
                    <a:pt x="419"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101"/>
            <p:cNvSpPr/>
            <p:nvPr/>
          </p:nvSpPr>
          <p:spPr>
            <a:xfrm>
              <a:off x="6522159" y="2039200"/>
              <a:ext cx="54447" cy="94003"/>
            </a:xfrm>
            <a:custGeom>
              <a:rect b="b" l="l" r="r" t="t"/>
              <a:pathLst>
                <a:path extrusionOk="0" h="2588" w="1499">
                  <a:moveTo>
                    <a:pt x="1187" y="1"/>
                  </a:moveTo>
                  <a:lnTo>
                    <a:pt x="1187" y="1455"/>
                  </a:lnTo>
                  <a:lnTo>
                    <a:pt x="0" y="2427"/>
                  </a:lnTo>
                  <a:lnTo>
                    <a:pt x="1418" y="2588"/>
                  </a:lnTo>
                  <a:lnTo>
                    <a:pt x="1499" y="1151"/>
                  </a:lnTo>
                  <a:lnTo>
                    <a:pt x="118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101"/>
            <p:cNvSpPr/>
            <p:nvPr/>
          </p:nvSpPr>
          <p:spPr>
            <a:xfrm>
              <a:off x="6573663" y="2047299"/>
              <a:ext cx="73262" cy="85903"/>
            </a:xfrm>
            <a:custGeom>
              <a:rect b="b" l="l" r="r" t="t"/>
              <a:pathLst>
                <a:path extrusionOk="0" h="2365" w="2017">
                  <a:moveTo>
                    <a:pt x="2017" y="1"/>
                  </a:moveTo>
                  <a:lnTo>
                    <a:pt x="1321" y="1214"/>
                  </a:lnTo>
                  <a:lnTo>
                    <a:pt x="1160" y="1785"/>
                  </a:lnTo>
                  <a:lnTo>
                    <a:pt x="0" y="2365"/>
                  </a:lnTo>
                  <a:lnTo>
                    <a:pt x="1794" y="2017"/>
                  </a:lnTo>
                  <a:lnTo>
                    <a:pt x="1695" y="1259"/>
                  </a:lnTo>
                  <a:lnTo>
                    <a:pt x="2017"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101"/>
            <p:cNvSpPr/>
            <p:nvPr/>
          </p:nvSpPr>
          <p:spPr>
            <a:xfrm>
              <a:off x="6510791" y="2044067"/>
              <a:ext cx="30838" cy="57063"/>
            </a:xfrm>
            <a:custGeom>
              <a:rect b="b" l="l" r="r" t="t"/>
              <a:pathLst>
                <a:path extrusionOk="0" h="1571" w="849">
                  <a:moveTo>
                    <a:pt x="545" y="0"/>
                  </a:moveTo>
                  <a:lnTo>
                    <a:pt x="393" y="848"/>
                  </a:lnTo>
                  <a:lnTo>
                    <a:pt x="1" y="1383"/>
                  </a:lnTo>
                  <a:lnTo>
                    <a:pt x="848" y="1571"/>
                  </a:lnTo>
                  <a:lnTo>
                    <a:pt x="54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101"/>
            <p:cNvSpPr/>
            <p:nvPr/>
          </p:nvSpPr>
          <p:spPr>
            <a:xfrm>
              <a:off x="6410362" y="1934231"/>
              <a:ext cx="133522" cy="94656"/>
            </a:xfrm>
            <a:custGeom>
              <a:rect b="b" l="l" r="r" t="t"/>
              <a:pathLst>
                <a:path extrusionOk="0" h="2606" w="3676">
                  <a:moveTo>
                    <a:pt x="482" y="0"/>
                  </a:moveTo>
                  <a:lnTo>
                    <a:pt x="901" y="375"/>
                  </a:lnTo>
                  <a:lnTo>
                    <a:pt x="955" y="812"/>
                  </a:lnTo>
                  <a:lnTo>
                    <a:pt x="1321" y="518"/>
                  </a:lnTo>
                  <a:lnTo>
                    <a:pt x="2061" y="1142"/>
                  </a:lnTo>
                  <a:lnTo>
                    <a:pt x="1267" y="1401"/>
                  </a:lnTo>
                  <a:lnTo>
                    <a:pt x="0" y="2605"/>
                  </a:lnTo>
                  <a:lnTo>
                    <a:pt x="1642" y="1677"/>
                  </a:lnTo>
                  <a:lnTo>
                    <a:pt x="2462" y="1481"/>
                  </a:lnTo>
                  <a:lnTo>
                    <a:pt x="2766" y="1909"/>
                  </a:lnTo>
                  <a:lnTo>
                    <a:pt x="2578" y="2605"/>
                  </a:lnTo>
                  <a:lnTo>
                    <a:pt x="3676" y="1383"/>
                  </a:lnTo>
                  <a:lnTo>
                    <a:pt x="2793" y="1401"/>
                  </a:lnTo>
                  <a:lnTo>
                    <a:pt x="1553" y="205"/>
                  </a:lnTo>
                  <a:lnTo>
                    <a:pt x="482"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101"/>
            <p:cNvSpPr/>
            <p:nvPr/>
          </p:nvSpPr>
          <p:spPr>
            <a:xfrm>
              <a:off x="6343930" y="1895985"/>
              <a:ext cx="58697" cy="52522"/>
            </a:xfrm>
            <a:custGeom>
              <a:rect b="b" l="l" r="r" t="t"/>
              <a:pathLst>
                <a:path extrusionOk="0" h="1446" w="1616">
                  <a:moveTo>
                    <a:pt x="0" y="1"/>
                  </a:moveTo>
                  <a:lnTo>
                    <a:pt x="1615" y="1446"/>
                  </a:lnTo>
                  <a:lnTo>
                    <a:pt x="848" y="393"/>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101"/>
            <p:cNvSpPr/>
            <p:nvPr/>
          </p:nvSpPr>
          <p:spPr>
            <a:xfrm>
              <a:off x="6244119" y="1963724"/>
              <a:ext cx="116704" cy="137408"/>
            </a:xfrm>
            <a:custGeom>
              <a:rect b="b" l="l" r="r" t="t"/>
              <a:pathLst>
                <a:path extrusionOk="0" h="3783" w="3213">
                  <a:moveTo>
                    <a:pt x="1749" y="0"/>
                  </a:moveTo>
                  <a:lnTo>
                    <a:pt x="938" y="767"/>
                  </a:lnTo>
                  <a:lnTo>
                    <a:pt x="777" y="1963"/>
                  </a:lnTo>
                  <a:lnTo>
                    <a:pt x="1" y="2560"/>
                  </a:lnTo>
                  <a:lnTo>
                    <a:pt x="1" y="3667"/>
                  </a:lnTo>
                  <a:lnTo>
                    <a:pt x="938" y="3675"/>
                  </a:lnTo>
                  <a:lnTo>
                    <a:pt x="2053" y="3783"/>
                  </a:lnTo>
                  <a:lnTo>
                    <a:pt x="2186" y="2212"/>
                  </a:lnTo>
                  <a:lnTo>
                    <a:pt x="1687" y="3426"/>
                  </a:lnTo>
                  <a:lnTo>
                    <a:pt x="688" y="3488"/>
                  </a:lnTo>
                  <a:lnTo>
                    <a:pt x="304" y="2917"/>
                  </a:lnTo>
                  <a:lnTo>
                    <a:pt x="1223" y="1963"/>
                  </a:lnTo>
                  <a:lnTo>
                    <a:pt x="1419" y="1258"/>
                  </a:lnTo>
                  <a:lnTo>
                    <a:pt x="2427" y="740"/>
                  </a:lnTo>
                  <a:lnTo>
                    <a:pt x="3212" y="54"/>
                  </a:lnTo>
                  <a:lnTo>
                    <a:pt x="2133" y="544"/>
                  </a:lnTo>
                  <a:lnTo>
                    <a:pt x="1348" y="669"/>
                  </a:lnTo>
                  <a:lnTo>
                    <a:pt x="174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101"/>
            <p:cNvSpPr/>
            <p:nvPr/>
          </p:nvSpPr>
          <p:spPr>
            <a:xfrm>
              <a:off x="6343930" y="2023654"/>
              <a:ext cx="31128" cy="69049"/>
            </a:xfrm>
            <a:custGeom>
              <a:rect b="b" l="l" r="r" t="t"/>
              <a:pathLst>
                <a:path extrusionOk="0" h="1901" w="857">
                  <a:moveTo>
                    <a:pt x="0" y="0"/>
                  </a:moveTo>
                  <a:lnTo>
                    <a:pt x="170" y="1901"/>
                  </a:lnTo>
                  <a:lnTo>
                    <a:pt x="857" y="190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101"/>
            <p:cNvSpPr/>
            <p:nvPr/>
          </p:nvSpPr>
          <p:spPr>
            <a:xfrm>
              <a:off x="6433681" y="2028848"/>
              <a:ext cx="26624" cy="72282"/>
            </a:xfrm>
            <a:custGeom>
              <a:rect b="b" l="l" r="r" t="t"/>
              <a:pathLst>
                <a:path extrusionOk="0" h="1990" w="733">
                  <a:moveTo>
                    <a:pt x="465" y="0"/>
                  </a:moveTo>
                  <a:lnTo>
                    <a:pt x="268" y="901"/>
                  </a:lnTo>
                  <a:lnTo>
                    <a:pt x="331" y="1303"/>
                  </a:lnTo>
                  <a:lnTo>
                    <a:pt x="1" y="1758"/>
                  </a:lnTo>
                  <a:lnTo>
                    <a:pt x="625" y="1990"/>
                  </a:lnTo>
                  <a:lnTo>
                    <a:pt x="732" y="1472"/>
                  </a:lnTo>
                  <a:lnTo>
                    <a:pt x="500" y="839"/>
                  </a:lnTo>
                  <a:lnTo>
                    <a:pt x="46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7" name="Google Shape;6127;p101"/>
          <p:cNvGrpSpPr/>
          <p:nvPr/>
        </p:nvGrpSpPr>
        <p:grpSpPr>
          <a:xfrm flipH="1">
            <a:off x="-720324" y="2485877"/>
            <a:ext cx="1440661" cy="3029051"/>
            <a:chOff x="-1016344" y="3145131"/>
            <a:chExt cx="1064239" cy="2285558"/>
          </a:xfrm>
        </p:grpSpPr>
        <p:sp>
          <p:nvSpPr>
            <p:cNvPr id="6128" name="Google Shape;6128;p101"/>
            <p:cNvSpPr/>
            <p:nvPr/>
          </p:nvSpPr>
          <p:spPr>
            <a:xfrm>
              <a:off x="-740545" y="4071077"/>
              <a:ext cx="104308" cy="1359612"/>
            </a:xfrm>
            <a:custGeom>
              <a:rect b="b" l="l" r="r" t="t"/>
              <a:pathLst>
                <a:path extrusionOk="0" h="11170" w="857">
                  <a:moveTo>
                    <a:pt x="206" y="1"/>
                  </a:moveTo>
                  <a:cubicBezTo>
                    <a:pt x="206" y="1"/>
                    <a:pt x="0" y="563"/>
                    <a:pt x="206" y="1749"/>
                  </a:cubicBezTo>
                  <a:cubicBezTo>
                    <a:pt x="357" y="2677"/>
                    <a:pt x="206" y="11170"/>
                    <a:pt x="206" y="11170"/>
                  </a:cubicBezTo>
                  <a:lnTo>
                    <a:pt x="652" y="11170"/>
                  </a:lnTo>
                  <a:cubicBezTo>
                    <a:pt x="652" y="11170"/>
                    <a:pt x="500" y="2677"/>
                    <a:pt x="652" y="1749"/>
                  </a:cubicBezTo>
                  <a:cubicBezTo>
                    <a:pt x="857" y="563"/>
                    <a:pt x="652" y="1"/>
                    <a:pt x="652"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101"/>
            <p:cNvSpPr/>
            <p:nvPr/>
          </p:nvSpPr>
          <p:spPr>
            <a:xfrm>
              <a:off x="-695999" y="4071077"/>
              <a:ext cx="59761" cy="1359612"/>
            </a:xfrm>
            <a:custGeom>
              <a:rect b="b" l="l" r="r" t="t"/>
              <a:pathLst>
                <a:path extrusionOk="0" h="11170" w="491">
                  <a:moveTo>
                    <a:pt x="161" y="1"/>
                  </a:moveTo>
                  <a:cubicBezTo>
                    <a:pt x="161" y="1"/>
                    <a:pt x="357" y="563"/>
                    <a:pt x="161" y="1749"/>
                  </a:cubicBezTo>
                  <a:cubicBezTo>
                    <a:pt x="0" y="2677"/>
                    <a:pt x="161" y="11170"/>
                    <a:pt x="161" y="11170"/>
                  </a:cubicBezTo>
                  <a:lnTo>
                    <a:pt x="286" y="11170"/>
                  </a:lnTo>
                  <a:cubicBezTo>
                    <a:pt x="286" y="11170"/>
                    <a:pt x="134" y="2677"/>
                    <a:pt x="286" y="1749"/>
                  </a:cubicBezTo>
                  <a:cubicBezTo>
                    <a:pt x="491" y="563"/>
                    <a:pt x="286" y="1"/>
                    <a:pt x="286"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101"/>
            <p:cNvSpPr/>
            <p:nvPr/>
          </p:nvSpPr>
          <p:spPr>
            <a:xfrm>
              <a:off x="-1016344" y="3740977"/>
              <a:ext cx="654813" cy="512685"/>
            </a:xfrm>
            <a:custGeom>
              <a:rect b="b" l="l" r="r" t="t"/>
              <a:pathLst>
                <a:path extrusionOk="0" h="4212" w="5380">
                  <a:moveTo>
                    <a:pt x="2106" y="1"/>
                  </a:moveTo>
                  <a:cubicBezTo>
                    <a:pt x="2231" y="473"/>
                    <a:pt x="2293" y="839"/>
                    <a:pt x="2293" y="839"/>
                  </a:cubicBezTo>
                  <a:cubicBezTo>
                    <a:pt x="1936" y="259"/>
                    <a:pt x="1374" y="72"/>
                    <a:pt x="1374" y="72"/>
                  </a:cubicBezTo>
                  <a:lnTo>
                    <a:pt x="1374" y="72"/>
                  </a:lnTo>
                  <a:cubicBezTo>
                    <a:pt x="1999" y="500"/>
                    <a:pt x="2115" y="1098"/>
                    <a:pt x="2115" y="1098"/>
                  </a:cubicBezTo>
                  <a:cubicBezTo>
                    <a:pt x="1695" y="527"/>
                    <a:pt x="884" y="527"/>
                    <a:pt x="884" y="527"/>
                  </a:cubicBezTo>
                  <a:lnTo>
                    <a:pt x="884" y="527"/>
                  </a:lnTo>
                  <a:cubicBezTo>
                    <a:pt x="1410" y="687"/>
                    <a:pt x="1749" y="1142"/>
                    <a:pt x="1749" y="1142"/>
                  </a:cubicBezTo>
                  <a:cubicBezTo>
                    <a:pt x="1749" y="1142"/>
                    <a:pt x="1446" y="902"/>
                    <a:pt x="1000" y="866"/>
                  </a:cubicBezTo>
                  <a:cubicBezTo>
                    <a:pt x="909" y="857"/>
                    <a:pt x="827" y="853"/>
                    <a:pt x="753" y="853"/>
                  </a:cubicBezTo>
                  <a:cubicBezTo>
                    <a:pt x="461" y="853"/>
                    <a:pt x="313" y="910"/>
                    <a:pt x="313" y="910"/>
                  </a:cubicBezTo>
                  <a:cubicBezTo>
                    <a:pt x="1107" y="937"/>
                    <a:pt x="1383" y="1303"/>
                    <a:pt x="1383" y="1303"/>
                  </a:cubicBezTo>
                  <a:cubicBezTo>
                    <a:pt x="1174" y="1239"/>
                    <a:pt x="966" y="1226"/>
                    <a:pt x="832" y="1226"/>
                  </a:cubicBezTo>
                  <a:cubicBezTo>
                    <a:pt x="743" y="1226"/>
                    <a:pt x="687" y="1232"/>
                    <a:pt x="687" y="1232"/>
                  </a:cubicBezTo>
                  <a:cubicBezTo>
                    <a:pt x="1232" y="1330"/>
                    <a:pt x="1481" y="1606"/>
                    <a:pt x="1481" y="1606"/>
                  </a:cubicBezTo>
                  <a:cubicBezTo>
                    <a:pt x="1481" y="1606"/>
                    <a:pt x="1220" y="1531"/>
                    <a:pt x="934" y="1531"/>
                  </a:cubicBezTo>
                  <a:cubicBezTo>
                    <a:pt x="791" y="1531"/>
                    <a:pt x="643" y="1550"/>
                    <a:pt x="518" y="1606"/>
                  </a:cubicBezTo>
                  <a:cubicBezTo>
                    <a:pt x="152" y="1776"/>
                    <a:pt x="81" y="2106"/>
                    <a:pt x="81" y="2106"/>
                  </a:cubicBezTo>
                  <a:cubicBezTo>
                    <a:pt x="249" y="1895"/>
                    <a:pt x="521" y="1756"/>
                    <a:pt x="851" y="1756"/>
                  </a:cubicBezTo>
                  <a:cubicBezTo>
                    <a:pt x="870" y="1756"/>
                    <a:pt x="890" y="1757"/>
                    <a:pt x="910" y="1758"/>
                  </a:cubicBezTo>
                  <a:cubicBezTo>
                    <a:pt x="1223" y="1767"/>
                    <a:pt x="1374" y="1910"/>
                    <a:pt x="1374" y="1910"/>
                  </a:cubicBezTo>
                  <a:cubicBezTo>
                    <a:pt x="1374" y="1910"/>
                    <a:pt x="1275" y="1893"/>
                    <a:pt x="1127" y="1893"/>
                  </a:cubicBezTo>
                  <a:cubicBezTo>
                    <a:pt x="954" y="1893"/>
                    <a:pt x="713" y="1916"/>
                    <a:pt x="482" y="2017"/>
                  </a:cubicBezTo>
                  <a:cubicBezTo>
                    <a:pt x="63" y="2204"/>
                    <a:pt x="0" y="2543"/>
                    <a:pt x="0" y="2543"/>
                  </a:cubicBezTo>
                  <a:cubicBezTo>
                    <a:pt x="277" y="2231"/>
                    <a:pt x="785" y="2168"/>
                    <a:pt x="786" y="2168"/>
                  </a:cubicBezTo>
                  <a:lnTo>
                    <a:pt x="786" y="2168"/>
                  </a:lnTo>
                  <a:cubicBezTo>
                    <a:pt x="143" y="2481"/>
                    <a:pt x="36" y="3034"/>
                    <a:pt x="36" y="3034"/>
                  </a:cubicBezTo>
                  <a:cubicBezTo>
                    <a:pt x="241" y="2811"/>
                    <a:pt x="643" y="2686"/>
                    <a:pt x="643" y="2686"/>
                  </a:cubicBezTo>
                  <a:lnTo>
                    <a:pt x="643" y="2686"/>
                  </a:lnTo>
                  <a:cubicBezTo>
                    <a:pt x="215" y="3016"/>
                    <a:pt x="90" y="3489"/>
                    <a:pt x="90" y="3489"/>
                  </a:cubicBezTo>
                  <a:cubicBezTo>
                    <a:pt x="366" y="3096"/>
                    <a:pt x="875" y="2918"/>
                    <a:pt x="875" y="2918"/>
                  </a:cubicBezTo>
                  <a:lnTo>
                    <a:pt x="875" y="2918"/>
                  </a:lnTo>
                  <a:cubicBezTo>
                    <a:pt x="661" y="3185"/>
                    <a:pt x="598" y="3551"/>
                    <a:pt x="598" y="3551"/>
                  </a:cubicBezTo>
                  <a:cubicBezTo>
                    <a:pt x="919" y="2802"/>
                    <a:pt x="1508" y="2686"/>
                    <a:pt x="1508" y="2686"/>
                  </a:cubicBezTo>
                  <a:lnTo>
                    <a:pt x="1508" y="2686"/>
                  </a:lnTo>
                  <a:cubicBezTo>
                    <a:pt x="928" y="2980"/>
                    <a:pt x="839" y="3756"/>
                    <a:pt x="839" y="3756"/>
                  </a:cubicBezTo>
                  <a:cubicBezTo>
                    <a:pt x="1107" y="3034"/>
                    <a:pt x="1633" y="2811"/>
                    <a:pt x="1633" y="2811"/>
                  </a:cubicBezTo>
                  <a:lnTo>
                    <a:pt x="1633" y="2811"/>
                  </a:lnTo>
                  <a:cubicBezTo>
                    <a:pt x="1071" y="3426"/>
                    <a:pt x="1294" y="4140"/>
                    <a:pt x="1294" y="4140"/>
                  </a:cubicBezTo>
                  <a:cubicBezTo>
                    <a:pt x="1294" y="3524"/>
                    <a:pt x="1588" y="3212"/>
                    <a:pt x="1588" y="3212"/>
                  </a:cubicBezTo>
                  <a:lnTo>
                    <a:pt x="1588" y="3212"/>
                  </a:lnTo>
                  <a:cubicBezTo>
                    <a:pt x="1464" y="3551"/>
                    <a:pt x="1517" y="3837"/>
                    <a:pt x="1517" y="3837"/>
                  </a:cubicBezTo>
                  <a:cubicBezTo>
                    <a:pt x="1642" y="3185"/>
                    <a:pt x="1999" y="2918"/>
                    <a:pt x="1999" y="2918"/>
                  </a:cubicBezTo>
                  <a:lnTo>
                    <a:pt x="1999" y="2918"/>
                  </a:lnTo>
                  <a:cubicBezTo>
                    <a:pt x="1785" y="3310"/>
                    <a:pt x="1820" y="3899"/>
                    <a:pt x="1820" y="3899"/>
                  </a:cubicBezTo>
                  <a:cubicBezTo>
                    <a:pt x="1927" y="3230"/>
                    <a:pt x="2266" y="2838"/>
                    <a:pt x="2266" y="2837"/>
                  </a:cubicBezTo>
                  <a:lnTo>
                    <a:pt x="2266" y="2837"/>
                  </a:lnTo>
                  <a:cubicBezTo>
                    <a:pt x="2008" y="3507"/>
                    <a:pt x="2284" y="4211"/>
                    <a:pt x="2284" y="4211"/>
                  </a:cubicBezTo>
                  <a:cubicBezTo>
                    <a:pt x="2195" y="3069"/>
                    <a:pt x="2695" y="2713"/>
                    <a:pt x="2695" y="2713"/>
                  </a:cubicBezTo>
                  <a:cubicBezTo>
                    <a:pt x="2695" y="2713"/>
                    <a:pt x="3194" y="3069"/>
                    <a:pt x="3105" y="4211"/>
                  </a:cubicBezTo>
                  <a:cubicBezTo>
                    <a:pt x="3105" y="4211"/>
                    <a:pt x="3382" y="3507"/>
                    <a:pt x="3114" y="2837"/>
                  </a:cubicBezTo>
                  <a:lnTo>
                    <a:pt x="3114" y="2837"/>
                  </a:lnTo>
                  <a:cubicBezTo>
                    <a:pt x="3114" y="2838"/>
                    <a:pt x="3453" y="3230"/>
                    <a:pt x="3560" y="3899"/>
                  </a:cubicBezTo>
                  <a:cubicBezTo>
                    <a:pt x="3560" y="3899"/>
                    <a:pt x="3605" y="3310"/>
                    <a:pt x="3390" y="2918"/>
                  </a:cubicBezTo>
                  <a:lnTo>
                    <a:pt x="3390" y="2918"/>
                  </a:lnTo>
                  <a:cubicBezTo>
                    <a:pt x="3391" y="2918"/>
                    <a:pt x="3747" y="3185"/>
                    <a:pt x="3872" y="3837"/>
                  </a:cubicBezTo>
                  <a:cubicBezTo>
                    <a:pt x="3872" y="3837"/>
                    <a:pt x="3926" y="3551"/>
                    <a:pt x="3801" y="3212"/>
                  </a:cubicBezTo>
                  <a:lnTo>
                    <a:pt x="3801" y="3212"/>
                  </a:lnTo>
                  <a:cubicBezTo>
                    <a:pt x="3801" y="3212"/>
                    <a:pt x="4095" y="3524"/>
                    <a:pt x="4095" y="4140"/>
                  </a:cubicBezTo>
                  <a:cubicBezTo>
                    <a:pt x="4095" y="4140"/>
                    <a:pt x="4318" y="3426"/>
                    <a:pt x="3747" y="2811"/>
                  </a:cubicBezTo>
                  <a:lnTo>
                    <a:pt x="3747" y="2811"/>
                  </a:lnTo>
                  <a:cubicBezTo>
                    <a:pt x="3747" y="2811"/>
                    <a:pt x="4274" y="3034"/>
                    <a:pt x="4550" y="3756"/>
                  </a:cubicBezTo>
                  <a:cubicBezTo>
                    <a:pt x="4550" y="3756"/>
                    <a:pt x="4452" y="2980"/>
                    <a:pt x="3881" y="2686"/>
                  </a:cubicBezTo>
                  <a:lnTo>
                    <a:pt x="3881" y="2686"/>
                  </a:lnTo>
                  <a:cubicBezTo>
                    <a:pt x="3881" y="2686"/>
                    <a:pt x="4470" y="2802"/>
                    <a:pt x="4791" y="3551"/>
                  </a:cubicBezTo>
                  <a:cubicBezTo>
                    <a:pt x="4791" y="3551"/>
                    <a:pt x="4729" y="3185"/>
                    <a:pt x="4515" y="2918"/>
                  </a:cubicBezTo>
                  <a:lnTo>
                    <a:pt x="4515" y="2918"/>
                  </a:lnTo>
                  <a:cubicBezTo>
                    <a:pt x="4515" y="2918"/>
                    <a:pt x="5014" y="3096"/>
                    <a:pt x="5300" y="3489"/>
                  </a:cubicBezTo>
                  <a:cubicBezTo>
                    <a:pt x="5300" y="3489"/>
                    <a:pt x="5166" y="3016"/>
                    <a:pt x="4746" y="2686"/>
                  </a:cubicBezTo>
                  <a:lnTo>
                    <a:pt x="4746" y="2686"/>
                  </a:lnTo>
                  <a:cubicBezTo>
                    <a:pt x="4747" y="2686"/>
                    <a:pt x="5139" y="2811"/>
                    <a:pt x="5353" y="3034"/>
                  </a:cubicBezTo>
                  <a:cubicBezTo>
                    <a:pt x="5353" y="3034"/>
                    <a:pt x="5246" y="2481"/>
                    <a:pt x="4604" y="2168"/>
                  </a:cubicBezTo>
                  <a:lnTo>
                    <a:pt x="4604" y="2168"/>
                  </a:lnTo>
                  <a:cubicBezTo>
                    <a:pt x="4604" y="2168"/>
                    <a:pt x="5103" y="2231"/>
                    <a:pt x="5380" y="2543"/>
                  </a:cubicBezTo>
                  <a:cubicBezTo>
                    <a:pt x="5380" y="2543"/>
                    <a:pt x="5326" y="2204"/>
                    <a:pt x="4898" y="2017"/>
                  </a:cubicBezTo>
                  <a:cubicBezTo>
                    <a:pt x="4672" y="1916"/>
                    <a:pt x="4431" y="1893"/>
                    <a:pt x="4256" y="1893"/>
                  </a:cubicBezTo>
                  <a:cubicBezTo>
                    <a:pt x="4107" y="1893"/>
                    <a:pt x="4006" y="1910"/>
                    <a:pt x="4006" y="1910"/>
                  </a:cubicBezTo>
                  <a:cubicBezTo>
                    <a:pt x="4006" y="1910"/>
                    <a:pt x="4158" y="1767"/>
                    <a:pt x="4470" y="1758"/>
                  </a:cubicBezTo>
                  <a:cubicBezTo>
                    <a:pt x="4490" y="1757"/>
                    <a:pt x="4510" y="1756"/>
                    <a:pt x="4530" y="1756"/>
                  </a:cubicBezTo>
                  <a:cubicBezTo>
                    <a:pt x="4861" y="1756"/>
                    <a:pt x="5140" y="1895"/>
                    <a:pt x="5308" y="2106"/>
                  </a:cubicBezTo>
                  <a:cubicBezTo>
                    <a:pt x="5308" y="2106"/>
                    <a:pt x="5237" y="1776"/>
                    <a:pt x="4871" y="1606"/>
                  </a:cubicBezTo>
                  <a:cubicBezTo>
                    <a:pt x="4746" y="1550"/>
                    <a:pt x="4598" y="1531"/>
                    <a:pt x="4455" y="1531"/>
                  </a:cubicBezTo>
                  <a:cubicBezTo>
                    <a:pt x="4170" y="1531"/>
                    <a:pt x="3908" y="1606"/>
                    <a:pt x="3908" y="1606"/>
                  </a:cubicBezTo>
                  <a:cubicBezTo>
                    <a:pt x="3908" y="1606"/>
                    <a:pt x="4149" y="1330"/>
                    <a:pt x="4702" y="1232"/>
                  </a:cubicBezTo>
                  <a:cubicBezTo>
                    <a:pt x="4702" y="1232"/>
                    <a:pt x="4645" y="1226"/>
                    <a:pt x="4555" y="1226"/>
                  </a:cubicBezTo>
                  <a:cubicBezTo>
                    <a:pt x="4419" y="1226"/>
                    <a:pt x="4209" y="1239"/>
                    <a:pt x="4006" y="1303"/>
                  </a:cubicBezTo>
                  <a:cubicBezTo>
                    <a:pt x="4006" y="1303"/>
                    <a:pt x="4283" y="937"/>
                    <a:pt x="5077" y="910"/>
                  </a:cubicBezTo>
                  <a:cubicBezTo>
                    <a:pt x="5077" y="910"/>
                    <a:pt x="4922" y="853"/>
                    <a:pt x="4632" y="853"/>
                  </a:cubicBezTo>
                  <a:cubicBezTo>
                    <a:pt x="4560" y="853"/>
                    <a:pt x="4479" y="857"/>
                    <a:pt x="4390" y="866"/>
                  </a:cubicBezTo>
                  <a:cubicBezTo>
                    <a:pt x="3935" y="902"/>
                    <a:pt x="3640" y="1142"/>
                    <a:pt x="3640" y="1142"/>
                  </a:cubicBezTo>
                  <a:cubicBezTo>
                    <a:pt x="3640" y="1142"/>
                    <a:pt x="3979" y="687"/>
                    <a:pt x="4506" y="527"/>
                  </a:cubicBezTo>
                  <a:lnTo>
                    <a:pt x="4506" y="527"/>
                  </a:lnTo>
                  <a:cubicBezTo>
                    <a:pt x="4505" y="527"/>
                    <a:pt x="3685" y="527"/>
                    <a:pt x="3266" y="1098"/>
                  </a:cubicBezTo>
                  <a:cubicBezTo>
                    <a:pt x="3266" y="1098"/>
                    <a:pt x="3382" y="500"/>
                    <a:pt x="4006" y="72"/>
                  </a:cubicBezTo>
                  <a:lnTo>
                    <a:pt x="4006" y="72"/>
                  </a:lnTo>
                  <a:cubicBezTo>
                    <a:pt x="4006" y="72"/>
                    <a:pt x="3444" y="259"/>
                    <a:pt x="3096" y="839"/>
                  </a:cubicBezTo>
                  <a:cubicBezTo>
                    <a:pt x="3096" y="839"/>
                    <a:pt x="3159" y="473"/>
                    <a:pt x="3283" y="1"/>
                  </a:cubicBezTo>
                  <a:lnTo>
                    <a:pt x="3283" y="1"/>
                  </a:lnTo>
                  <a:cubicBezTo>
                    <a:pt x="3283" y="1"/>
                    <a:pt x="2837" y="295"/>
                    <a:pt x="2695" y="919"/>
                  </a:cubicBezTo>
                  <a:cubicBezTo>
                    <a:pt x="2552" y="295"/>
                    <a:pt x="2106" y="1"/>
                    <a:pt x="2106" y="1"/>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101"/>
            <p:cNvSpPr/>
            <p:nvPr/>
          </p:nvSpPr>
          <p:spPr>
            <a:xfrm>
              <a:off x="-883922" y="3861478"/>
              <a:ext cx="391062" cy="306369"/>
            </a:xfrm>
            <a:custGeom>
              <a:rect b="b" l="l" r="r" t="t"/>
              <a:pathLst>
                <a:path extrusionOk="0" h="2517" w="3213">
                  <a:moveTo>
                    <a:pt x="1955" y="1"/>
                  </a:moveTo>
                  <a:cubicBezTo>
                    <a:pt x="1954" y="1"/>
                    <a:pt x="1687" y="179"/>
                    <a:pt x="1607" y="554"/>
                  </a:cubicBezTo>
                  <a:cubicBezTo>
                    <a:pt x="1517" y="179"/>
                    <a:pt x="1250" y="1"/>
                    <a:pt x="1250" y="1"/>
                  </a:cubicBezTo>
                  <a:lnTo>
                    <a:pt x="1250" y="1"/>
                  </a:lnTo>
                  <a:cubicBezTo>
                    <a:pt x="1330" y="286"/>
                    <a:pt x="1366" y="500"/>
                    <a:pt x="1366" y="500"/>
                  </a:cubicBezTo>
                  <a:cubicBezTo>
                    <a:pt x="1152" y="161"/>
                    <a:pt x="822" y="45"/>
                    <a:pt x="822" y="45"/>
                  </a:cubicBezTo>
                  <a:lnTo>
                    <a:pt x="822" y="45"/>
                  </a:lnTo>
                  <a:cubicBezTo>
                    <a:pt x="1196" y="304"/>
                    <a:pt x="1259" y="661"/>
                    <a:pt x="1259" y="661"/>
                  </a:cubicBezTo>
                  <a:cubicBezTo>
                    <a:pt x="1009" y="322"/>
                    <a:pt x="527" y="313"/>
                    <a:pt x="527" y="313"/>
                  </a:cubicBezTo>
                  <a:lnTo>
                    <a:pt x="527" y="313"/>
                  </a:lnTo>
                  <a:cubicBezTo>
                    <a:pt x="839" y="411"/>
                    <a:pt x="1045" y="688"/>
                    <a:pt x="1045" y="688"/>
                  </a:cubicBezTo>
                  <a:cubicBezTo>
                    <a:pt x="1045" y="688"/>
                    <a:pt x="866" y="545"/>
                    <a:pt x="590" y="518"/>
                  </a:cubicBezTo>
                  <a:cubicBezTo>
                    <a:pt x="536" y="513"/>
                    <a:pt x="488" y="511"/>
                    <a:pt x="444" y="511"/>
                  </a:cubicBezTo>
                  <a:cubicBezTo>
                    <a:pt x="271" y="511"/>
                    <a:pt x="179" y="545"/>
                    <a:pt x="179" y="545"/>
                  </a:cubicBezTo>
                  <a:cubicBezTo>
                    <a:pt x="661" y="563"/>
                    <a:pt x="822" y="777"/>
                    <a:pt x="822" y="777"/>
                  </a:cubicBezTo>
                  <a:cubicBezTo>
                    <a:pt x="711" y="743"/>
                    <a:pt x="601" y="736"/>
                    <a:pt x="522" y="736"/>
                  </a:cubicBezTo>
                  <a:cubicBezTo>
                    <a:pt x="455" y="736"/>
                    <a:pt x="411" y="741"/>
                    <a:pt x="411" y="741"/>
                  </a:cubicBezTo>
                  <a:cubicBezTo>
                    <a:pt x="732" y="795"/>
                    <a:pt x="875" y="964"/>
                    <a:pt x="875" y="964"/>
                  </a:cubicBezTo>
                  <a:cubicBezTo>
                    <a:pt x="875" y="964"/>
                    <a:pt x="720" y="917"/>
                    <a:pt x="551" y="917"/>
                  </a:cubicBezTo>
                  <a:cubicBezTo>
                    <a:pt x="467" y="917"/>
                    <a:pt x="378" y="929"/>
                    <a:pt x="304" y="964"/>
                  </a:cubicBezTo>
                  <a:cubicBezTo>
                    <a:pt x="90" y="1062"/>
                    <a:pt x="45" y="1259"/>
                    <a:pt x="45" y="1259"/>
                  </a:cubicBezTo>
                  <a:cubicBezTo>
                    <a:pt x="147" y="1132"/>
                    <a:pt x="313" y="1053"/>
                    <a:pt x="513" y="1053"/>
                  </a:cubicBezTo>
                  <a:cubicBezTo>
                    <a:pt x="523" y="1053"/>
                    <a:pt x="534" y="1053"/>
                    <a:pt x="545" y="1053"/>
                  </a:cubicBezTo>
                  <a:cubicBezTo>
                    <a:pt x="732" y="1053"/>
                    <a:pt x="822" y="1143"/>
                    <a:pt x="822" y="1143"/>
                  </a:cubicBezTo>
                  <a:cubicBezTo>
                    <a:pt x="822" y="1143"/>
                    <a:pt x="758" y="1130"/>
                    <a:pt x="663" y="1130"/>
                  </a:cubicBezTo>
                  <a:cubicBezTo>
                    <a:pt x="560" y="1130"/>
                    <a:pt x="421" y="1145"/>
                    <a:pt x="286" y="1205"/>
                  </a:cubicBezTo>
                  <a:cubicBezTo>
                    <a:pt x="37" y="1312"/>
                    <a:pt x="1" y="1517"/>
                    <a:pt x="1" y="1517"/>
                  </a:cubicBezTo>
                  <a:cubicBezTo>
                    <a:pt x="170" y="1330"/>
                    <a:pt x="465" y="1294"/>
                    <a:pt x="465" y="1294"/>
                  </a:cubicBezTo>
                  <a:lnTo>
                    <a:pt x="465" y="1294"/>
                  </a:lnTo>
                  <a:cubicBezTo>
                    <a:pt x="81" y="1482"/>
                    <a:pt x="19" y="1812"/>
                    <a:pt x="19" y="1812"/>
                  </a:cubicBezTo>
                  <a:cubicBezTo>
                    <a:pt x="144" y="1678"/>
                    <a:pt x="384" y="1607"/>
                    <a:pt x="384" y="1607"/>
                  </a:cubicBezTo>
                  <a:lnTo>
                    <a:pt x="384" y="1607"/>
                  </a:lnTo>
                  <a:cubicBezTo>
                    <a:pt x="126" y="1803"/>
                    <a:pt x="54" y="2079"/>
                    <a:pt x="54" y="2079"/>
                  </a:cubicBezTo>
                  <a:cubicBezTo>
                    <a:pt x="215" y="1847"/>
                    <a:pt x="518" y="1740"/>
                    <a:pt x="518" y="1740"/>
                  </a:cubicBezTo>
                  <a:lnTo>
                    <a:pt x="518" y="1740"/>
                  </a:lnTo>
                  <a:cubicBezTo>
                    <a:pt x="393" y="1901"/>
                    <a:pt x="349" y="2115"/>
                    <a:pt x="349" y="2115"/>
                  </a:cubicBezTo>
                  <a:cubicBezTo>
                    <a:pt x="545" y="1678"/>
                    <a:pt x="893" y="1607"/>
                    <a:pt x="893" y="1607"/>
                  </a:cubicBezTo>
                  <a:lnTo>
                    <a:pt x="893" y="1607"/>
                  </a:lnTo>
                  <a:cubicBezTo>
                    <a:pt x="554" y="1785"/>
                    <a:pt x="500" y="2249"/>
                    <a:pt x="500" y="2249"/>
                  </a:cubicBezTo>
                  <a:cubicBezTo>
                    <a:pt x="661" y="1812"/>
                    <a:pt x="973" y="1678"/>
                    <a:pt x="973" y="1678"/>
                  </a:cubicBezTo>
                  <a:lnTo>
                    <a:pt x="973" y="1678"/>
                  </a:lnTo>
                  <a:cubicBezTo>
                    <a:pt x="634" y="2053"/>
                    <a:pt x="768" y="2472"/>
                    <a:pt x="768" y="2472"/>
                  </a:cubicBezTo>
                  <a:cubicBezTo>
                    <a:pt x="768" y="2106"/>
                    <a:pt x="946" y="1919"/>
                    <a:pt x="946" y="1919"/>
                  </a:cubicBezTo>
                  <a:lnTo>
                    <a:pt x="946" y="1919"/>
                  </a:lnTo>
                  <a:cubicBezTo>
                    <a:pt x="866" y="2124"/>
                    <a:pt x="902" y="2293"/>
                    <a:pt x="902" y="2293"/>
                  </a:cubicBezTo>
                  <a:cubicBezTo>
                    <a:pt x="973" y="1901"/>
                    <a:pt x="1187" y="1749"/>
                    <a:pt x="1187" y="1749"/>
                  </a:cubicBezTo>
                  <a:lnTo>
                    <a:pt x="1187" y="1749"/>
                  </a:lnTo>
                  <a:cubicBezTo>
                    <a:pt x="1062" y="1972"/>
                    <a:pt x="1089" y="2329"/>
                    <a:pt x="1089" y="2329"/>
                  </a:cubicBezTo>
                  <a:cubicBezTo>
                    <a:pt x="1152" y="1928"/>
                    <a:pt x="1357" y="1696"/>
                    <a:pt x="1357" y="1696"/>
                  </a:cubicBezTo>
                  <a:lnTo>
                    <a:pt x="1357" y="1696"/>
                  </a:lnTo>
                  <a:cubicBezTo>
                    <a:pt x="1196" y="2088"/>
                    <a:pt x="1357" y="2517"/>
                    <a:pt x="1357" y="2517"/>
                  </a:cubicBezTo>
                  <a:cubicBezTo>
                    <a:pt x="1303" y="1830"/>
                    <a:pt x="1607" y="1624"/>
                    <a:pt x="1607" y="1624"/>
                  </a:cubicBezTo>
                  <a:cubicBezTo>
                    <a:pt x="1607" y="1624"/>
                    <a:pt x="1901" y="1830"/>
                    <a:pt x="1847" y="2517"/>
                  </a:cubicBezTo>
                  <a:cubicBezTo>
                    <a:pt x="1847" y="2517"/>
                    <a:pt x="2017" y="2088"/>
                    <a:pt x="1856" y="1696"/>
                  </a:cubicBezTo>
                  <a:lnTo>
                    <a:pt x="1856" y="1696"/>
                  </a:lnTo>
                  <a:cubicBezTo>
                    <a:pt x="1856" y="1696"/>
                    <a:pt x="2062" y="1928"/>
                    <a:pt x="2124" y="2329"/>
                  </a:cubicBezTo>
                  <a:cubicBezTo>
                    <a:pt x="2124" y="2329"/>
                    <a:pt x="2151" y="1972"/>
                    <a:pt x="2017" y="1749"/>
                  </a:cubicBezTo>
                  <a:lnTo>
                    <a:pt x="2017" y="1749"/>
                  </a:lnTo>
                  <a:cubicBezTo>
                    <a:pt x="2017" y="1749"/>
                    <a:pt x="2231" y="1901"/>
                    <a:pt x="2302" y="2293"/>
                  </a:cubicBezTo>
                  <a:cubicBezTo>
                    <a:pt x="2302" y="2293"/>
                    <a:pt x="2338" y="2124"/>
                    <a:pt x="2267" y="1919"/>
                  </a:cubicBezTo>
                  <a:lnTo>
                    <a:pt x="2267" y="1919"/>
                  </a:lnTo>
                  <a:cubicBezTo>
                    <a:pt x="2267" y="1919"/>
                    <a:pt x="2436" y="2106"/>
                    <a:pt x="2436" y="2472"/>
                  </a:cubicBezTo>
                  <a:cubicBezTo>
                    <a:pt x="2436" y="2472"/>
                    <a:pt x="2570" y="2053"/>
                    <a:pt x="2240" y="1678"/>
                  </a:cubicBezTo>
                  <a:lnTo>
                    <a:pt x="2240" y="1678"/>
                  </a:lnTo>
                  <a:cubicBezTo>
                    <a:pt x="2240" y="1678"/>
                    <a:pt x="2552" y="1812"/>
                    <a:pt x="2713" y="2249"/>
                  </a:cubicBezTo>
                  <a:cubicBezTo>
                    <a:pt x="2713" y="2249"/>
                    <a:pt x="2659" y="1785"/>
                    <a:pt x="2311" y="1607"/>
                  </a:cubicBezTo>
                  <a:lnTo>
                    <a:pt x="2311" y="1607"/>
                  </a:lnTo>
                  <a:cubicBezTo>
                    <a:pt x="2311" y="1607"/>
                    <a:pt x="2668" y="1678"/>
                    <a:pt x="2856" y="2115"/>
                  </a:cubicBezTo>
                  <a:cubicBezTo>
                    <a:pt x="2856" y="2115"/>
                    <a:pt x="2820" y="1901"/>
                    <a:pt x="2695" y="1740"/>
                  </a:cubicBezTo>
                  <a:lnTo>
                    <a:pt x="2695" y="1740"/>
                  </a:lnTo>
                  <a:cubicBezTo>
                    <a:pt x="2695" y="1740"/>
                    <a:pt x="2989" y="1847"/>
                    <a:pt x="3159" y="2079"/>
                  </a:cubicBezTo>
                  <a:cubicBezTo>
                    <a:pt x="3159" y="2079"/>
                    <a:pt x="3079" y="1803"/>
                    <a:pt x="2829" y="1607"/>
                  </a:cubicBezTo>
                  <a:lnTo>
                    <a:pt x="2829" y="1607"/>
                  </a:lnTo>
                  <a:cubicBezTo>
                    <a:pt x="2829" y="1607"/>
                    <a:pt x="3070" y="1678"/>
                    <a:pt x="3195" y="1812"/>
                  </a:cubicBezTo>
                  <a:cubicBezTo>
                    <a:pt x="3195" y="1812"/>
                    <a:pt x="3132" y="1482"/>
                    <a:pt x="2740" y="1294"/>
                  </a:cubicBezTo>
                  <a:lnTo>
                    <a:pt x="2740" y="1294"/>
                  </a:lnTo>
                  <a:cubicBezTo>
                    <a:pt x="2740" y="1294"/>
                    <a:pt x="3043" y="1330"/>
                    <a:pt x="3212" y="1517"/>
                  </a:cubicBezTo>
                  <a:cubicBezTo>
                    <a:pt x="3212" y="1517"/>
                    <a:pt x="3177" y="1312"/>
                    <a:pt x="2927" y="1205"/>
                  </a:cubicBezTo>
                  <a:cubicBezTo>
                    <a:pt x="2792" y="1145"/>
                    <a:pt x="2653" y="1130"/>
                    <a:pt x="2550" y="1130"/>
                  </a:cubicBezTo>
                  <a:cubicBezTo>
                    <a:pt x="2455" y="1130"/>
                    <a:pt x="2392" y="1143"/>
                    <a:pt x="2392" y="1143"/>
                  </a:cubicBezTo>
                  <a:cubicBezTo>
                    <a:pt x="2392" y="1143"/>
                    <a:pt x="2481" y="1053"/>
                    <a:pt x="2668" y="1053"/>
                  </a:cubicBezTo>
                  <a:cubicBezTo>
                    <a:pt x="2679" y="1053"/>
                    <a:pt x="2690" y="1053"/>
                    <a:pt x="2700" y="1053"/>
                  </a:cubicBezTo>
                  <a:cubicBezTo>
                    <a:pt x="2900" y="1053"/>
                    <a:pt x="3066" y="1132"/>
                    <a:pt x="3168" y="1259"/>
                  </a:cubicBezTo>
                  <a:cubicBezTo>
                    <a:pt x="3168" y="1259"/>
                    <a:pt x="3123" y="1062"/>
                    <a:pt x="2900" y="964"/>
                  </a:cubicBezTo>
                  <a:cubicBezTo>
                    <a:pt x="2826" y="929"/>
                    <a:pt x="2738" y="917"/>
                    <a:pt x="2653" y="917"/>
                  </a:cubicBezTo>
                  <a:cubicBezTo>
                    <a:pt x="2484" y="917"/>
                    <a:pt x="2329" y="964"/>
                    <a:pt x="2329" y="964"/>
                  </a:cubicBezTo>
                  <a:cubicBezTo>
                    <a:pt x="2329" y="964"/>
                    <a:pt x="2472" y="795"/>
                    <a:pt x="2802" y="741"/>
                  </a:cubicBezTo>
                  <a:cubicBezTo>
                    <a:pt x="2802" y="741"/>
                    <a:pt x="2756" y="736"/>
                    <a:pt x="2688" y="736"/>
                  </a:cubicBezTo>
                  <a:cubicBezTo>
                    <a:pt x="2608" y="736"/>
                    <a:pt x="2497" y="743"/>
                    <a:pt x="2392" y="777"/>
                  </a:cubicBezTo>
                  <a:cubicBezTo>
                    <a:pt x="2392" y="777"/>
                    <a:pt x="2552" y="563"/>
                    <a:pt x="3025" y="545"/>
                  </a:cubicBezTo>
                  <a:cubicBezTo>
                    <a:pt x="3025" y="545"/>
                    <a:pt x="2934" y="511"/>
                    <a:pt x="2760" y="511"/>
                  </a:cubicBezTo>
                  <a:cubicBezTo>
                    <a:pt x="2717" y="511"/>
                    <a:pt x="2668" y="513"/>
                    <a:pt x="2615" y="518"/>
                  </a:cubicBezTo>
                  <a:cubicBezTo>
                    <a:pt x="2347" y="545"/>
                    <a:pt x="2169" y="688"/>
                    <a:pt x="2169" y="688"/>
                  </a:cubicBezTo>
                  <a:cubicBezTo>
                    <a:pt x="2169" y="688"/>
                    <a:pt x="2374" y="411"/>
                    <a:pt x="2686" y="313"/>
                  </a:cubicBezTo>
                  <a:lnTo>
                    <a:pt x="2686" y="313"/>
                  </a:lnTo>
                  <a:cubicBezTo>
                    <a:pt x="2686" y="313"/>
                    <a:pt x="2195" y="322"/>
                    <a:pt x="1946" y="661"/>
                  </a:cubicBezTo>
                  <a:cubicBezTo>
                    <a:pt x="1946" y="661"/>
                    <a:pt x="2017" y="304"/>
                    <a:pt x="2392" y="45"/>
                  </a:cubicBezTo>
                  <a:lnTo>
                    <a:pt x="2392" y="45"/>
                  </a:lnTo>
                  <a:cubicBezTo>
                    <a:pt x="2392" y="45"/>
                    <a:pt x="2053" y="161"/>
                    <a:pt x="1847" y="500"/>
                  </a:cubicBezTo>
                  <a:cubicBezTo>
                    <a:pt x="1847" y="500"/>
                    <a:pt x="1883" y="286"/>
                    <a:pt x="1955"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32" name="Google Shape;6132;p101"/>
            <p:cNvGrpSpPr/>
            <p:nvPr/>
          </p:nvGrpSpPr>
          <p:grpSpPr>
            <a:xfrm>
              <a:off x="-740564" y="3145131"/>
              <a:ext cx="788459" cy="2030640"/>
              <a:chOff x="4025327" y="4080797"/>
              <a:chExt cx="659136" cy="1697576"/>
            </a:xfrm>
          </p:grpSpPr>
          <p:sp>
            <p:nvSpPr>
              <p:cNvPr id="6133" name="Google Shape;6133;p101"/>
              <p:cNvSpPr/>
              <p:nvPr/>
            </p:nvSpPr>
            <p:spPr>
              <a:xfrm>
                <a:off x="4302184" y="4412109"/>
                <a:ext cx="105413" cy="1366264"/>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101"/>
              <p:cNvSpPr/>
              <p:nvPr/>
            </p:nvSpPr>
            <p:spPr>
              <a:xfrm>
                <a:off x="4346648" y="4412109"/>
                <a:ext cx="60948" cy="1366264"/>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101"/>
              <p:cNvSpPr/>
              <p:nvPr/>
            </p:nvSpPr>
            <p:spPr>
              <a:xfrm>
                <a:off x="4025327" y="4080797"/>
                <a:ext cx="659136" cy="514779"/>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101"/>
              <p:cNvSpPr/>
              <p:nvPr/>
            </p:nvSpPr>
            <p:spPr>
              <a:xfrm>
                <a:off x="4158719" y="4201478"/>
                <a:ext cx="392246" cy="307911"/>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137" name="Google Shape;6137;p101"/>
          <p:cNvSpPr txBox="1"/>
          <p:nvPr>
            <p:ph type="title"/>
          </p:nvPr>
        </p:nvSpPr>
        <p:spPr>
          <a:xfrm>
            <a:off x="713100" y="741400"/>
            <a:ext cx="3000000" cy="8730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50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6138" name="Google Shape;6138;p101"/>
          <p:cNvSpPr txBox="1"/>
          <p:nvPr>
            <p:ph idx="1" type="subTitle"/>
          </p:nvPr>
        </p:nvSpPr>
        <p:spPr>
          <a:xfrm>
            <a:off x="713100" y="1614400"/>
            <a:ext cx="3000000" cy="13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SzPts val="1400"/>
              <a:buNone/>
              <a:defRPr sz="18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6139" name="Google Shape;6139;p101"/>
          <p:cNvSpPr txBox="1"/>
          <p:nvPr/>
        </p:nvSpPr>
        <p:spPr>
          <a:xfrm>
            <a:off x="720000" y="3457400"/>
            <a:ext cx="2850900" cy="6156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300"/>
              </a:spcBef>
              <a:spcAft>
                <a:spcPts val="0"/>
              </a:spcAft>
              <a:buNone/>
            </a:pPr>
            <a:r>
              <a:rPr lang="en" sz="1000">
                <a:solidFill>
                  <a:schemeClr val="lt1"/>
                </a:solidFill>
                <a:latin typeface="Bellota Text"/>
                <a:ea typeface="Bellota Text"/>
                <a:cs typeface="Bellota Text"/>
                <a:sym typeface="Bellota Text"/>
              </a:rPr>
              <a:t>CREDITS: This presentation template was created by </a:t>
            </a:r>
            <a:r>
              <a:rPr b="1" lang="en" sz="1000">
                <a:solidFill>
                  <a:schemeClr val="lt1"/>
                </a:solidFill>
                <a:uFill>
                  <a:noFill/>
                </a:uFill>
                <a:latin typeface="Bellota Text"/>
                <a:ea typeface="Bellota Text"/>
                <a:cs typeface="Bellota Text"/>
                <a:sym typeface="Bellota Text"/>
                <a:hlinkClick r:id="rId2">
                  <a:extLst>
                    <a:ext uri="{A12FA001-AC4F-418D-AE19-62706E023703}">
                      <ahyp:hlinkClr val="tx"/>
                    </a:ext>
                  </a:extLst>
                </a:hlinkClick>
              </a:rPr>
              <a:t>Slidesgo</a:t>
            </a:r>
            <a:r>
              <a:rPr lang="en" sz="1000">
                <a:solidFill>
                  <a:schemeClr val="lt1"/>
                </a:solidFill>
                <a:latin typeface="Bellota Text"/>
                <a:ea typeface="Bellota Text"/>
                <a:cs typeface="Bellota Text"/>
                <a:sym typeface="Bellota Text"/>
              </a:rPr>
              <a:t>, including icons by </a:t>
            </a:r>
            <a:r>
              <a:rPr b="1" lang="en" sz="1000">
                <a:solidFill>
                  <a:schemeClr val="lt1"/>
                </a:solidFill>
                <a:uFill>
                  <a:noFill/>
                </a:uFill>
                <a:latin typeface="Bellota Text"/>
                <a:ea typeface="Bellota Text"/>
                <a:cs typeface="Bellota Text"/>
                <a:sym typeface="Bellota Text"/>
                <a:hlinkClick r:id="rId3">
                  <a:extLst>
                    <a:ext uri="{A12FA001-AC4F-418D-AE19-62706E023703}">
                      <ahyp:hlinkClr val="tx"/>
                    </a:ext>
                  </a:extLst>
                </a:hlinkClick>
              </a:rPr>
              <a:t>Flaticon</a:t>
            </a:r>
            <a:r>
              <a:rPr b="1" lang="en" sz="1000">
                <a:solidFill>
                  <a:schemeClr val="lt1"/>
                </a:solidFill>
                <a:latin typeface="Bellota Text"/>
                <a:ea typeface="Bellota Text"/>
                <a:cs typeface="Bellota Text"/>
                <a:sym typeface="Bellota Text"/>
              </a:rPr>
              <a:t> </a:t>
            </a:r>
            <a:r>
              <a:rPr lang="en" sz="1000">
                <a:solidFill>
                  <a:schemeClr val="lt1"/>
                </a:solidFill>
                <a:latin typeface="Bellota Text"/>
                <a:ea typeface="Bellota Text"/>
                <a:cs typeface="Bellota Text"/>
                <a:sym typeface="Bellota Text"/>
              </a:rPr>
              <a:t>and infographics &amp; images by </a:t>
            </a:r>
            <a:r>
              <a:rPr b="1" lang="en" sz="1000">
                <a:solidFill>
                  <a:schemeClr val="lt1"/>
                </a:solidFill>
                <a:uFill>
                  <a:noFill/>
                </a:uFill>
                <a:latin typeface="Bellota Text"/>
                <a:ea typeface="Bellota Text"/>
                <a:cs typeface="Bellota Text"/>
                <a:sym typeface="Bellota Text"/>
                <a:hlinkClick r:id="rId4">
                  <a:extLst>
                    <a:ext uri="{A12FA001-AC4F-418D-AE19-62706E023703}">
                      <ahyp:hlinkClr val="tx"/>
                    </a:ext>
                  </a:extLst>
                </a:hlinkClick>
              </a:rPr>
              <a:t>Freepik</a:t>
            </a:r>
            <a:endParaRPr b="1" sz="1000">
              <a:solidFill>
                <a:schemeClr val="lt1"/>
              </a:solidFill>
              <a:latin typeface="Bellota Text"/>
              <a:ea typeface="Bellota Text"/>
              <a:cs typeface="Bellota Text"/>
              <a:sym typeface="Bellota Text"/>
            </a:endParaRPr>
          </a:p>
        </p:txBody>
      </p:sp>
    </p:spTree>
  </p:cSld>
  <p:clrMapOvr>
    <a:masterClrMapping/>
  </p:clrMapOvr>
</p:sldLayout>
</file>

<file path=ppt/slideLayouts/slideLayout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6140" name="Shape 6140"/>
        <p:cNvGrpSpPr/>
        <p:nvPr/>
      </p:nvGrpSpPr>
      <p:grpSpPr>
        <a:xfrm>
          <a:off x="0" y="0"/>
          <a:ext cx="0" cy="0"/>
          <a:chOff x="0" y="0"/>
          <a:chExt cx="0" cy="0"/>
        </a:xfrm>
      </p:grpSpPr>
      <p:grpSp>
        <p:nvGrpSpPr>
          <p:cNvPr id="6141" name="Google Shape;6141;p102"/>
          <p:cNvGrpSpPr/>
          <p:nvPr/>
        </p:nvGrpSpPr>
        <p:grpSpPr>
          <a:xfrm flipH="1">
            <a:off x="5999814" y="1145449"/>
            <a:ext cx="3922876" cy="3010780"/>
            <a:chOff x="-675270" y="-663276"/>
            <a:chExt cx="3564955" cy="3010780"/>
          </a:xfrm>
        </p:grpSpPr>
        <p:sp>
          <p:nvSpPr>
            <p:cNvPr id="6142" name="Google Shape;6142;p102"/>
            <p:cNvSpPr/>
            <p:nvPr/>
          </p:nvSpPr>
          <p:spPr>
            <a:xfrm>
              <a:off x="-675270" y="-663276"/>
              <a:ext cx="3564955" cy="3010780"/>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102"/>
            <p:cNvSpPr/>
            <p:nvPr/>
          </p:nvSpPr>
          <p:spPr>
            <a:xfrm>
              <a:off x="-394641" y="-320127"/>
              <a:ext cx="2150090" cy="2042707"/>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4" name="Google Shape;6144;p102"/>
          <p:cNvGrpSpPr/>
          <p:nvPr/>
        </p:nvGrpSpPr>
        <p:grpSpPr>
          <a:xfrm>
            <a:off x="-782526" y="1145449"/>
            <a:ext cx="3564955" cy="3010780"/>
            <a:chOff x="-782526" y="-663276"/>
            <a:chExt cx="3564955" cy="3010780"/>
          </a:xfrm>
        </p:grpSpPr>
        <p:sp>
          <p:nvSpPr>
            <p:cNvPr id="6145" name="Google Shape;6145;p102"/>
            <p:cNvSpPr/>
            <p:nvPr/>
          </p:nvSpPr>
          <p:spPr>
            <a:xfrm>
              <a:off x="-782526" y="-663276"/>
              <a:ext cx="3564955" cy="3010780"/>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102"/>
            <p:cNvSpPr/>
            <p:nvPr/>
          </p:nvSpPr>
          <p:spPr>
            <a:xfrm>
              <a:off x="-76302" y="-258327"/>
              <a:ext cx="2150090" cy="2042707"/>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7" name="Google Shape;6147;p102"/>
          <p:cNvGrpSpPr/>
          <p:nvPr/>
        </p:nvGrpSpPr>
        <p:grpSpPr>
          <a:xfrm>
            <a:off x="4075012" y="2534446"/>
            <a:ext cx="1095122" cy="1096793"/>
            <a:chOff x="3992801" y="1928374"/>
            <a:chExt cx="1783297" cy="1786017"/>
          </a:xfrm>
        </p:grpSpPr>
        <p:sp>
          <p:nvSpPr>
            <p:cNvPr id="6148" name="Google Shape;6148;p102"/>
            <p:cNvSpPr/>
            <p:nvPr/>
          </p:nvSpPr>
          <p:spPr>
            <a:xfrm>
              <a:off x="3992801" y="1928374"/>
              <a:ext cx="1783297" cy="1786017"/>
            </a:xfrm>
            <a:custGeom>
              <a:rect b="b" l="l" r="r" t="t"/>
              <a:pathLst>
                <a:path extrusionOk="0" h="5942" w="5933">
                  <a:moveTo>
                    <a:pt x="2971" y="0"/>
                  </a:moveTo>
                  <a:cubicBezTo>
                    <a:pt x="1330" y="0"/>
                    <a:pt x="0" y="1330"/>
                    <a:pt x="0" y="2971"/>
                  </a:cubicBezTo>
                  <a:cubicBezTo>
                    <a:pt x="0" y="4612"/>
                    <a:pt x="1330" y="5942"/>
                    <a:pt x="2971" y="5942"/>
                  </a:cubicBezTo>
                  <a:cubicBezTo>
                    <a:pt x="4604" y="5942"/>
                    <a:pt x="5933" y="4612"/>
                    <a:pt x="5933" y="2971"/>
                  </a:cubicBezTo>
                  <a:cubicBezTo>
                    <a:pt x="5933" y="1330"/>
                    <a:pt x="4604" y="0"/>
                    <a:pt x="29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102"/>
            <p:cNvSpPr/>
            <p:nvPr/>
          </p:nvSpPr>
          <p:spPr>
            <a:xfrm>
              <a:off x="4118741" y="2057021"/>
              <a:ext cx="1531417" cy="1528724"/>
            </a:xfrm>
            <a:custGeom>
              <a:rect b="b" l="l" r="r" t="t"/>
              <a:pathLst>
                <a:path extrusionOk="0" h="5086" w="5095">
                  <a:moveTo>
                    <a:pt x="2552" y="1"/>
                  </a:moveTo>
                  <a:cubicBezTo>
                    <a:pt x="1142" y="1"/>
                    <a:pt x="1" y="1142"/>
                    <a:pt x="1" y="2543"/>
                  </a:cubicBezTo>
                  <a:cubicBezTo>
                    <a:pt x="1" y="3953"/>
                    <a:pt x="1142" y="5085"/>
                    <a:pt x="2552" y="5085"/>
                  </a:cubicBezTo>
                  <a:cubicBezTo>
                    <a:pt x="3953" y="5085"/>
                    <a:pt x="5095" y="3953"/>
                    <a:pt x="5095" y="2543"/>
                  </a:cubicBezTo>
                  <a:cubicBezTo>
                    <a:pt x="5095" y="1142"/>
                    <a:pt x="3953" y="1"/>
                    <a:pt x="25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50" name="Google Shape;6150;p102"/>
          <p:cNvSpPr/>
          <p:nvPr/>
        </p:nvSpPr>
        <p:spPr>
          <a:xfrm>
            <a:off x="2" y="3089503"/>
            <a:ext cx="9144017" cy="2775510"/>
          </a:xfrm>
          <a:custGeom>
            <a:rect b="b" l="l" r="r" t="t"/>
            <a:pathLst>
              <a:path extrusionOk="0" h="9234" w="30422">
                <a:moveTo>
                  <a:pt x="1" y="0"/>
                </a:moveTo>
                <a:lnTo>
                  <a:pt x="1" y="9233"/>
                </a:lnTo>
                <a:lnTo>
                  <a:pt x="30422" y="9233"/>
                </a:lnTo>
                <a:lnTo>
                  <a:pt x="30422" y="0"/>
                </a:lnTo>
                <a:close/>
              </a:path>
            </a:pathLst>
          </a:custGeom>
          <a:solidFill>
            <a:srgbClr val="38A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102"/>
          <p:cNvSpPr/>
          <p:nvPr/>
        </p:nvSpPr>
        <p:spPr>
          <a:xfrm>
            <a:off x="2" y="3089503"/>
            <a:ext cx="8385071" cy="2775510"/>
          </a:xfrm>
          <a:custGeom>
            <a:rect b="b" l="l" r="r" t="t"/>
            <a:pathLst>
              <a:path extrusionOk="0" h="9234" w="27897">
                <a:moveTo>
                  <a:pt x="14337" y="0"/>
                </a:moveTo>
                <a:cubicBezTo>
                  <a:pt x="14337" y="0"/>
                  <a:pt x="12053" y="402"/>
                  <a:pt x="13222" y="633"/>
                </a:cubicBezTo>
                <a:cubicBezTo>
                  <a:pt x="14391" y="857"/>
                  <a:pt x="13704" y="1276"/>
                  <a:pt x="11001" y="1419"/>
                </a:cubicBezTo>
                <a:cubicBezTo>
                  <a:pt x="8289" y="1561"/>
                  <a:pt x="8164" y="2204"/>
                  <a:pt x="9529" y="2346"/>
                </a:cubicBezTo>
                <a:cubicBezTo>
                  <a:pt x="10885" y="2489"/>
                  <a:pt x="4131" y="3470"/>
                  <a:pt x="5808" y="4006"/>
                </a:cubicBezTo>
                <a:cubicBezTo>
                  <a:pt x="7495" y="4550"/>
                  <a:pt x="4961" y="5040"/>
                  <a:pt x="3257" y="5272"/>
                </a:cubicBezTo>
                <a:cubicBezTo>
                  <a:pt x="1553" y="5504"/>
                  <a:pt x="1375" y="6040"/>
                  <a:pt x="2365" y="6227"/>
                </a:cubicBezTo>
                <a:cubicBezTo>
                  <a:pt x="3355" y="6414"/>
                  <a:pt x="1" y="7271"/>
                  <a:pt x="1" y="7271"/>
                </a:cubicBezTo>
                <a:lnTo>
                  <a:pt x="1" y="9233"/>
                </a:lnTo>
                <a:lnTo>
                  <a:pt x="27897" y="9233"/>
                </a:lnTo>
                <a:lnTo>
                  <a:pt x="27897" y="7137"/>
                </a:lnTo>
                <a:cubicBezTo>
                  <a:pt x="27897" y="7137"/>
                  <a:pt x="23472" y="6361"/>
                  <a:pt x="24445" y="5504"/>
                </a:cubicBezTo>
                <a:cubicBezTo>
                  <a:pt x="25417" y="4648"/>
                  <a:pt x="20171" y="4434"/>
                  <a:pt x="21340" y="3925"/>
                </a:cubicBezTo>
                <a:cubicBezTo>
                  <a:pt x="22500" y="3417"/>
                  <a:pt x="21893" y="2917"/>
                  <a:pt x="20912" y="2721"/>
                </a:cubicBezTo>
                <a:cubicBezTo>
                  <a:pt x="19939" y="2534"/>
                  <a:pt x="18780" y="2034"/>
                  <a:pt x="19422" y="1481"/>
                </a:cubicBezTo>
                <a:cubicBezTo>
                  <a:pt x="20055" y="928"/>
                  <a:pt x="19288" y="732"/>
                  <a:pt x="18512" y="491"/>
                </a:cubicBezTo>
                <a:cubicBezTo>
                  <a:pt x="17727" y="259"/>
                  <a:pt x="18637" y="0"/>
                  <a:pt x="18637"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102"/>
          <p:cNvSpPr/>
          <p:nvPr/>
        </p:nvSpPr>
        <p:spPr>
          <a:xfrm>
            <a:off x="482720" y="3237687"/>
            <a:ext cx="6006641" cy="2627326"/>
          </a:xfrm>
          <a:custGeom>
            <a:rect b="b" l="l" r="r" t="t"/>
            <a:pathLst>
              <a:path extrusionOk="0" h="8741" w="19984">
                <a:moveTo>
                  <a:pt x="15406" y="1"/>
                </a:moveTo>
                <a:cubicBezTo>
                  <a:pt x="14566" y="1"/>
                  <a:pt x="13350" y="213"/>
                  <a:pt x="13953" y="506"/>
                </a:cubicBezTo>
                <a:cubicBezTo>
                  <a:pt x="14604" y="818"/>
                  <a:pt x="15033" y="1452"/>
                  <a:pt x="12722" y="1711"/>
                </a:cubicBezTo>
                <a:cubicBezTo>
                  <a:pt x="10420" y="1960"/>
                  <a:pt x="10304" y="2683"/>
                  <a:pt x="12347" y="3111"/>
                </a:cubicBezTo>
                <a:cubicBezTo>
                  <a:pt x="13739" y="3406"/>
                  <a:pt x="11669" y="4512"/>
                  <a:pt x="9635" y="4512"/>
                </a:cubicBezTo>
                <a:cubicBezTo>
                  <a:pt x="7601" y="4512"/>
                  <a:pt x="7245" y="4994"/>
                  <a:pt x="8413" y="5315"/>
                </a:cubicBezTo>
                <a:cubicBezTo>
                  <a:pt x="9350" y="5573"/>
                  <a:pt x="8922" y="6100"/>
                  <a:pt x="4827" y="6358"/>
                </a:cubicBezTo>
                <a:cubicBezTo>
                  <a:pt x="723" y="6617"/>
                  <a:pt x="3069" y="7670"/>
                  <a:pt x="4060" y="7866"/>
                </a:cubicBezTo>
                <a:cubicBezTo>
                  <a:pt x="4390" y="7929"/>
                  <a:pt x="4747" y="8125"/>
                  <a:pt x="3319" y="8339"/>
                </a:cubicBezTo>
                <a:cubicBezTo>
                  <a:pt x="1892" y="8544"/>
                  <a:pt x="1" y="8740"/>
                  <a:pt x="1" y="8740"/>
                </a:cubicBezTo>
                <a:lnTo>
                  <a:pt x="19984" y="8740"/>
                </a:lnTo>
                <a:cubicBezTo>
                  <a:pt x="19984" y="8740"/>
                  <a:pt x="17985" y="8464"/>
                  <a:pt x="18895" y="8000"/>
                </a:cubicBezTo>
                <a:cubicBezTo>
                  <a:pt x="19805" y="7527"/>
                  <a:pt x="19181" y="7393"/>
                  <a:pt x="17174" y="7143"/>
                </a:cubicBezTo>
                <a:cubicBezTo>
                  <a:pt x="15158" y="6903"/>
                  <a:pt x="15728" y="6358"/>
                  <a:pt x="17638" y="5877"/>
                </a:cubicBezTo>
                <a:cubicBezTo>
                  <a:pt x="19556" y="5395"/>
                  <a:pt x="18173" y="4735"/>
                  <a:pt x="16888" y="4512"/>
                </a:cubicBezTo>
                <a:cubicBezTo>
                  <a:pt x="15604" y="4289"/>
                  <a:pt x="15363" y="4084"/>
                  <a:pt x="16826" y="3513"/>
                </a:cubicBezTo>
                <a:cubicBezTo>
                  <a:pt x="18298" y="2951"/>
                  <a:pt x="17495" y="2344"/>
                  <a:pt x="16576" y="2121"/>
                </a:cubicBezTo>
                <a:cubicBezTo>
                  <a:pt x="15648" y="1898"/>
                  <a:pt x="15273" y="1532"/>
                  <a:pt x="16166" y="1211"/>
                </a:cubicBezTo>
                <a:cubicBezTo>
                  <a:pt x="17067" y="890"/>
                  <a:pt x="15639" y="604"/>
                  <a:pt x="15282" y="435"/>
                </a:cubicBezTo>
                <a:cubicBezTo>
                  <a:pt x="14926" y="274"/>
                  <a:pt x="16451" y="51"/>
                  <a:pt x="15630" y="7"/>
                </a:cubicBezTo>
                <a:cubicBezTo>
                  <a:pt x="15560" y="3"/>
                  <a:pt x="15485" y="1"/>
                  <a:pt x="15406" y="1"/>
                </a:cubicBezTo>
                <a:close/>
              </a:path>
            </a:pathLst>
          </a:custGeom>
          <a:solidFill>
            <a:srgbClr val="6BC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102"/>
          <p:cNvSpPr/>
          <p:nvPr/>
        </p:nvSpPr>
        <p:spPr>
          <a:xfrm flipH="1">
            <a:off x="8929401" y="4662505"/>
            <a:ext cx="521499" cy="499422"/>
          </a:xfrm>
          <a:custGeom>
            <a:rect b="b" l="l" r="r" t="t"/>
            <a:pathLst>
              <a:path extrusionOk="0" h="2286" w="2667">
                <a:moveTo>
                  <a:pt x="2001" y="0"/>
                </a:moveTo>
                <a:lnTo>
                  <a:pt x="0" y="2286"/>
                </a:lnTo>
                <a:lnTo>
                  <a:pt x="2667" y="2238"/>
                </a:lnTo>
                <a:close/>
              </a:path>
            </a:pathLst>
          </a:custGeom>
          <a:solidFill>
            <a:srgbClr val="CC946E"/>
          </a:solidFill>
          <a:ln>
            <a:noFill/>
          </a:ln>
        </p:spPr>
      </p:sp>
      <p:sp>
        <p:nvSpPr>
          <p:cNvPr id="6154" name="Google Shape;6154;p102"/>
          <p:cNvSpPr/>
          <p:nvPr/>
        </p:nvSpPr>
        <p:spPr>
          <a:xfrm>
            <a:off x="-301725" y="4662505"/>
            <a:ext cx="541821" cy="499422"/>
          </a:xfrm>
          <a:custGeom>
            <a:rect b="b" l="l" r="r" t="t"/>
            <a:pathLst>
              <a:path extrusionOk="0" h="2286" w="2667">
                <a:moveTo>
                  <a:pt x="2001" y="0"/>
                </a:moveTo>
                <a:lnTo>
                  <a:pt x="0" y="2286"/>
                </a:lnTo>
                <a:lnTo>
                  <a:pt x="2667" y="2238"/>
                </a:lnTo>
                <a:close/>
              </a:path>
            </a:pathLst>
          </a:custGeom>
          <a:solidFill>
            <a:srgbClr val="CC946E"/>
          </a:solidFill>
          <a:ln>
            <a:noFill/>
          </a:ln>
        </p:spPr>
      </p:sp>
      <p:sp>
        <p:nvSpPr>
          <p:cNvPr id="6155" name="Google Shape;6155;p102"/>
          <p:cNvSpPr/>
          <p:nvPr/>
        </p:nvSpPr>
        <p:spPr>
          <a:xfrm>
            <a:off x="69041" y="4651473"/>
            <a:ext cx="8979662" cy="510440"/>
          </a:xfrm>
          <a:custGeom>
            <a:rect b="b" l="l" r="r" t="t"/>
            <a:pathLst>
              <a:path extrusionOk="0" h="1491" w="30422">
                <a:moveTo>
                  <a:pt x="1" y="0"/>
                </a:moveTo>
                <a:lnTo>
                  <a:pt x="1" y="1490"/>
                </a:lnTo>
                <a:lnTo>
                  <a:pt x="30422" y="1490"/>
                </a:lnTo>
                <a:lnTo>
                  <a:pt x="3042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102"/>
          <p:cNvSpPr/>
          <p:nvPr/>
        </p:nvSpPr>
        <p:spPr>
          <a:xfrm>
            <a:off x="-336500" y="4637799"/>
            <a:ext cx="9817059" cy="540024"/>
          </a:xfrm>
          <a:custGeom>
            <a:rect b="b" l="l" r="r" t="t"/>
            <a:pathLst>
              <a:path extrusionOk="0" h="1776" w="33259">
                <a:moveTo>
                  <a:pt x="31769" y="81"/>
                </a:moveTo>
                <a:lnTo>
                  <a:pt x="33089" y="1696"/>
                </a:lnTo>
                <a:lnTo>
                  <a:pt x="170" y="1696"/>
                </a:lnTo>
                <a:lnTo>
                  <a:pt x="1482" y="81"/>
                </a:lnTo>
                <a:close/>
                <a:moveTo>
                  <a:pt x="1446" y="1"/>
                </a:moveTo>
                <a:lnTo>
                  <a:pt x="1" y="1776"/>
                </a:lnTo>
                <a:lnTo>
                  <a:pt x="33259" y="1776"/>
                </a:lnTo>
                <a:lnTo>
                  <a:pt x="318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102"/>
          <p:cNvSpPr/>
          <p:nvPr/>
        </p:nvSpPr>
        <p:spPr>
          <a:xfrm>
            <a:off x="1114495" y="4637799"/>
            <a:ext cx="6912586" cy="540024"/>
          </a:xfrm>
          <a:custGeom>
            <a:rect b="b" l="l" r="r" t="t"/>
            <a:pathLst>
              <a:path extrusionOk="0" h="1776" w="23419">
                <a:moveTo>
                  <a:pt x="22357" y="81"/>
                </a:moveTo>
                <a:lnTo>
                  <a:pt x="23275" y="1696"/>
                </a:lnTo>
                <a:lnTo>
                  <a:pt x="143" y="1696"/>
                </a:lnTo>
                <a:lnTo>
                  <a:pt x="1071" y="81"/>
                </a:lnTo>
                <a:close/>
                <a:moveTo>
                  <a:pt x="1026" y="1"/>
                </a:moveTo>
                <a:lnTo>
                  <a:pt x="0" y="1776"/>
                </a:lnTo>
                <a:lnTo>
                  <a:pt x="23418" y="1776"/>
                </a:lnTo>
                <a:lnTo>
                  <a:pt x="22401"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102"/>
          <p:cNvSpPr/>
          <p:nvPr/>
        </p:nvSpPr>
        <p:spPr>
          <a:xfrm>
            <a:off x="2438868" y="4637799"/>
            <a:ext cx="4266092" cy="540024"/>
          </a:xfrm>
          <a:custGeom>
            <a:rect b="b" l="l" r="r" t="t"/>
            <a:pathLst>
              <a:path extrusionOk="0" h="1776" w="14453">
                <a:moveTo>
                  <a:pt x="13766" y="81"/>
                </a:moveTo>
                <a:lnTo>
                  <a:pt x="14337" y="1696"/>
                </a:lnTo>
                <a:lnTo>
                  <a:pt x="117" y="1696"/>
                </a:lnTo>
                <a:lnTo>
                  <a:pt x="688" y="81"/>
                </a:lnTo>
                <a:close/>
                <a:moveTo>
                  <a:pt x="625" y="1"/>
                </a:moveTo>
                <a:lnTo>
                  <a:pt x="1" y="1776"/>
                </a:lnTo>
                <a:lnTo>
                  <a:pt x="14453" y="1776"/>
                </a:lnTo>
                <a:lnTo>
                  <a:pt x="13819"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102"/>
          <p:cNvSpPr/>
          <p:nvPr/>
        </p:nvSpPr>
        <p:spPr>
          <a:xfrm>
            <a:off x="3805448" y="4637799"/>
            <a:ext cx="1530161" cy="540024"/>
          </a:xfrm>
          <a:custGeom>
            <a:rect b="b" l="l" r="r" t="t"/>
            <a:pathLst>
              <a:path extrusionOk="0" h="1776" w="5184">
                <a:moveTo>
                  <a:pt x="4890" y="81"/>
                </a:moveTo>
                <a:lnTo>
                  <a:pt x="5095" y="1696"/>
                </a:lnTo>
                <a:lnTo>
                  <a:pt x="99" y="1696"/>
                </a:lnTo>
                <a:lnTo>
                  <a:pt x="295" y="81"/>
                </a:lnTo>
                <a:close/>
                <a:moveTo>
                  <a:pt x="224" y="1"/>
                </a:moveTo>
                <a:lnTo>
                  <a:pt x="1" y="1776"/>
                </a:lnTo>
                <a:lnTo>
                  <a:pt x="5184" y="1776"/>
                </a:lnTo>
                <a:lnTo>
                  <a:pt x="4961"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60" name="Google Shape;6160;p102"/>
          <p:cNvGrpSpPr/>
          <p:nvPr/>
        </p:nvGrpSpPr>
        <p:grpSpPr>
          <a:xfrm>
            <a:off x="-138200" y="3248800"/>
            <a:ext cx="9401995" cy="1473275"/>
            <a:chOff x="-138200" y="2987850"/>
            <a:chExt cx="9401995" cy="1473275"/>
          </a:xfrm>
        </p:grpSpPr>
        <p:sp>
          <p:nvSpPr>
            <p:cNvPr id="6161" name="Google Shape;6161;p102"/>
            <p:cNvSpPr/>
            <p:nvPr/>
          </p:nvSpPr>
          <p:spPr>
            <a:xfrm>
              <a:off x="-138200" y="2987850"/>
              <a:ext cx="9401995" cy="139927"/>
            </a:xfrm>
            <a:custGeom>
              <a:rect b="b" l="l" r="r" t="t"/>
              <a:pathLst>
                <a:path extrusionOk="0" h="616" w="30422">
                  <a:moveTo>
                    <a:pt x="1" y="0"/>
                  </a:moveTo>
                  <a:lnTo>
                    <a:pt x="1" y="616"/>
                  </a:lnTo>
                  <a:lnTo>
                    <a:pt x="30422" y="616"/>
                  </a:lnTo>
                  <a:lnTo>
                    <a:pt x="30422"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102"/>
            <p:cNvSpPr/>
            <p:nvPr/>
          </p:nvSpPr>
          <p:spPr>
            <a:xfrm>
              <a:off x="-138200" y="3076891"/>
              <a:ext cx="9401995" cy="50882"/>
            </a:xfrm>
            <a:custGeom>
              <a:rect b="b" l="l" r="r" t="t"/>
              <a:pathLst>
                <a:path extrusionOk="0" h="224" w="30422">
                  <a:moveTo>
                    <a:pt x="1" y="1"/>
                  </a:moveTo>
                  <a:lnTo>
                    <a:pt x="1" y="224"/>
                  </a:lnTo>
                  <a:lnTo>
                    <a:pt x="30422" y="224"/>
                  </a:lnTo>
                  <a:lnTo>
                    <a:pt x="3042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102"/>
            <p:cNvSpPr/>
            <p:nvPr/>
          </p:nvSpPr>
          <p:spPr>
            <a:xfrm>
              <a:off x="-138200" y="4313024"/>
              <a:ext cx="9401995" cy="138110"/>
            </a:xfrm>
            <a:custGeom>
              <a:rect b="b" l="l" r="r" t="t"/>
              <a:pathLst>
                <a:path extrusionOk="0" h="608" w="30422">
                  <a:moveTo>
                    <a:pt x="1" y="1"/>
                  </a:moveTo>
                  <a:lnTo>
                    <a:pt x="1" y="607"/>
                  </a:lnTo>
                  <a:lnTo>
                    <a:pt x="30422" y="607"/>
                  </a:lnTo>
                  <a:lnTo>
                    <a:pt x="30422"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102"/>
            <p:cNvSpPr/>
            <p:nvPr/>
          </p:nvSpPr>
          <p:spPr>
            <a:xfrm>
              <a:off x="-138200" y="4313024"/>
              <a:ext cx="9401995" cy="30666"/>
            </a:xfrm>
            <a:custGeom>
              <a:rect b="b" l="l" r="r" t="t"/>
              <a:pathLst>
                <a:path extrusionOk="0" h="135" w="30422">
                  <a:moveTo>
                    <a:pt x="1" y="1"/>
                  </a:moveTo>
                  <a:lnTo>
                    <a:pt x="1" y="135"/>
                  </a:lnTo>
                  <a:lnTo>
                    <a:pt x="30422" y="135"/>
                  </a:lnTo>
                  <a:lnTo>
                    <a:pt x="3042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102"/>
            <p:cNvSpPr/>
            <p:nvPr/>
          </p:nvSpPr>
          <p:spPr>
            <a:xfrm>
              <a:off x="-138200" y="4402292"/>
              <a:ext cx="9401995" cy="48838"/>
            </a:xfrm>
            <a:custGeom>
              <a:rect b="b" l="l" r="r" t="t"/>
              <a:pathLst>
                <a:path extrusionOk="0" h="215" w="30422">
                  <a:moveTo>
                    <a:pt x="1" y="0"/>
                  </a:moveTo>
                  <a:lnTo>
                    <a:pt x="1" y="214"/>
                  </a:lnTo>
                  <a:lnTo>
                    <a:pt x="30422" y="214"/>
                  </a:lnTo>
                  <a:lnTo>
                    <a:pt x="30422" y="0"/>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66" name="Google Shape;6166;p102"/>
            <p:cNvGrpSpPr/>
            <p:nvPr/>
          </p:nvGrpSpPr>
          <p:grpSpPr>
            <a:xfrm>
              <a:off x="1190934" y="3127728"/>
              <a:ext cx="389354" cy="1185780"/>
              <a:chOff x="1491295" y="3180738"/>
              <a:chExt cx="354635" cy="1080043"/>
            </a:xfrm>
          </p:grpSpPr>
          <p:sp>
            <p:nvSpPr>
              <p:cNvPr id="6167" name="Google Shape;6167;p102"/>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102"/>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102"/>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102"/>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102"/>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102"/>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73" name="Google Shape;6173;p102"/>
            <p:cNvSpPr/>
            <p:nvPr/>
          </p:nvSpPr>
          <p:spPr>
            <a:xfrm>
              <a:off x="1802734"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102"/>
            <p:cNvSpPr/>
            <p:nvPr/>
          </p:nvSpPr>
          <p:spPr>
            <a:xfrm>
              <a:off x="1768436"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102"/>
            <p:cNvSpPr/>
            <p:nvPr/>
          </p:nvSpPr>
          <p:spPr>
            <a:xfrm>
              <a:off x="1855430"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102"/>
            <p:cNvSpPr/>
            <p:nvPr/>
          </p:nvSpPr>
          <p:spPr>
            <a:xfrm>
              <a:off x="1855430" y="3255194"/>
              <a:ext cx="107667" cy="928382"/>
            </a:xfrm>
            <a:custGeom>
              <a:rect b="b" l="l" r="r" t="t"/>
              <a:pathLst>
                <a:path extrusionOk="0" h="4087" w="474">
                  <a:moveTo>
                    <a:pt x="1" y="1"/>
                  </a:moveTo>
                  <a:lnTo>
                    <a:pt x="1"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102"/>
            <p:cNvSpPr/>
            <p:nvPr/>
          </p:nvSpPr>
          <p:spPr>
            <a:xfrm>
              <a:off x="1802734"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102"/>
            <p:cNvSpPr/>
            <p:nvPr/>
          </p:nvSpPr>
          <p:spPr>
            <a:xfrm>
              <a:off x="1768436"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102"/>
            <p:cNvSpPr/>
            <p:nvPr/>
          </p:nvSpPr>
          <p:spPr>
            <a:xfrm>
              <a:off x="2380345"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102"/>
            <p:cNvSpPr/>
            <p:nvPr/>
          </p:nvSpPr>
          <p:spPr>
            <a:xfrm>
              <a:off x="2345820"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102"/>
            <p:cNvSpPr/>
            <p:nvPr/>
          </p:nvSpPr>
          <p:spPr>
            <a:xfrm>
              <a:off x="2433041"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102"/>
            <p:cNvSpPr/>
            <p:nvPr/>
          </p:nvSpPr>
          <p:spPr>
            <a:xfrm>
              <a:off x="2433041" y="3255194"/>
              <a:ext cx="107440" cy="928382"/>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102"/>
            <p:cNvSpPr/>
            <p:nvPr/>
          </p:nvSpPr>
          <p:spPr>
            <a:xfrm>
              <a:off x="2380345"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102"/>
            <p:cNvSpPr/>
            <p:nvPr/>
          </p:nvSpPr>
          <p:spPr>
            <a:xfrm>
              <a:off x="2345820"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102"/>
            <p:cNvSpPr/>
            <p:nvPr/>
          </p:nvSpPr>
          <p:spPr>
            <a:xfrm>
              <a:off x="2959773" y="3190456"/>
              <a:ext cx="316413" cy="64966"/>
            </a:xfrm>
            <a:custGeom>
              <a:rect b="b" l="l" r="r" t="t"/>
              <a:pathLst>
                <a:path extrusionOk="0" h="286" w="1393">
                  <a:moveTo>
                    <a:pt x="1" y="0"/>
                  </a:moveTo>
                  <a:lnTo>
                    <a:pt x="1"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102"/>
            <p:cNvSpPr/>
            <p:nvPr/>
          </p:nvSpPr>
          <p:spPr>
            <a:xfrm>
              <a:off x="2923431"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102"/>
            <p:cNvSpPr/>
            <p:nvPr/>
          </p:nvSpPr>
          <p:spPr>
            <a:xfrm>
              <a:off x="3012469" y="3255194"/>
              <a:ext cx="211018" cy="928382"/>
            </a:xfrm>
            <a:custGeom>
              <a:rect b="b" l="l" r="r" t="t"/>
              <a:pathLst>
                <a:path extrusionOk="0" h="4087" w="929">
                  <a:moveTo>
                    <a:pt x="1" y="1"/>
                  </a:moveTo>
                  <a:lnTo>
                    <a:pt x="1" y="4087"/>
                  </a:lnTo>
                  <a:lnTo>
                    <a:pt x="928" y="4087"/>
                  </a:lnTo>
                  <a:lnTo>
                    <a:pt x="92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102"/>
            <p:cNvSpPr/>
            <p:nvPr/>
          </p:nvSpPr>
          <p:spPr>
            <a:xfrm>
              <a:off x="3012469"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102"/>
            <p:cNvSpPr/>
            <p:nvPr/>
          </p:nvSpPr>
          <p:spPr>
            <a:xfrm>
              <a:off x="2959773" y="4183320"/>
              <a:ext cx="316413" cy="65193"/>
            </a:xfrm>
            <a:custGeom>
              <a:rect b="b" l="l" r="r" t="t"/>
              <a:pathLst>
                <a:path extrusionOk="0" h="287" w="1393">
                  <a:moveTo>
                    <a:pt x="1" y="1"/>
                  </a:moveTo>
                  <a:lnTo>
                    <a:pt x="1"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102"/>
            <p:cNvSpPr/>
            <p:nvPr/>
          </p:nvSpPr>
          <p:spPr>
            <a:xfrm>
              <a:off x="2923431"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102"/>
            <p:cNvSpPr/>
            <p:nvPr/>
          </p:nvSpPr>
          <p:spPr>
            <a:xfrm>
              <a:off x="3537384" y="3190456"/>
              <a:ext cx="316186" cy="64966"/>
            </a:xfrm>
            <a:custGeom>
              <a:rect b="b" l="l" r="r" t="t"/>
              <a:pathLst>
                <a:path extrusionOk="0" h="286" w="1392">
                  <a:moveTo>
                    <a:pt x="0" y="0"/>
                  </a:moveTo>
                  <a:lnTo>
                    <a:pt x="0"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102"/>
            <p:cNvSpPr/>
            <p:nvPr/>
          </p:nvSpPr>
          <p:spPr>
            <a:xfrm>
              <a:off x="3500815"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102"/>
            <p:cNvSpPr/>
            <p:nvPr/>
          </p:nvSpPr>
          <p:spPr>
            <a:xfrm>
              <a:off x="3590080" y="3255194"/>
              <a:ext cx="210791" cy="928382"/>
            </a:xfrm>
            <a:custGeom>
              <a:rect b="b" l="l" r="r" t="t"/>
              <a:pathLst>
                <a:path extrusionOk="0" h="4087" w="928">
                  <a:moveTo>
                    <a:pt x="0" y="1"/>
                  </a:moveTo>
                  <a:lnTo>
                    <a:pt x="0" y="4087"/>
                  </a:lnTo>
                  <a:lnTo>
                    <a:pt x="928" y="4087"/>
                  </a:lnTo>
                  <a:lnTo>
                    <a:pt x="92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102"/>
            <p:cNvSpPr/>
            <p:nvPr/>
          </p:nvSpPr>
          <p:spPr>
            <a:xfrm>
              <a:off x="3590080" y="3255194"/>
              <a:ext cx="105395" cy="928382"/>
            </a:xfrm>
            <a:custGeom>
              <a:rect b="b" l="l" r="r" t="t"/>
              <a:pathLst>
                <a:path extrusionOk="0" h="4087" w="464">
                  <a:moveTo>
                    <a:pt x="0" y="1"/>
                  </a:moveTo>
                  <a:lnTo>
                    <a:pt x="0"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102"/>
            <p:cNvSpPr/>
            <p:nvPr/>
          </p:nvSpPr>
          <p:spPr>
            <a:xfrm>
              <a:off x="3537384" y="4183320"/>
              <a:ext cx="316186" cy="65193"/>
            </a:xfrm>
            <a:custGeom>
              <a:rect b="b" l="l" r="r" t="t"/>
              <a:pathLst>
                <a:path extrusionOk="0" h="287" w="1392">
                  <a:moveTo>
                    <a:pt x="0" y="1"/>
                  </a:moveTo>
                  <a:lnTo>
                    <a:pt x="0"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102"/>
            <p:cNvSpPr/>
            <p:nvPr/>
          </p:nvSpPr>
          <p:spPr>
            <a:xfrm>
              <a:off x="3500815"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102"/>
            <p:cNvSpPr/>
            <p:nvPr/>
          </p:nvSpPr>
          <p:spPr>
            <a:xfrm>
              <a:off x="4114768" y="3190456"/>
              <a:ext cx="316413" cy="64966"/>
            </a:xfrm>
            <a:custGeom>
              <a:rect b="b" l="l" r="r" t="t"/>
              <a:pathLst>
                <a:path extrusionOk="0" h="286" w="1393">
                  <a:moveTo>
                    <a:pt x="1" y="0"/>
                  </a:moveTo>
                  <a:lnTo>
                    <a:pt x="1"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102"/>
            <p:cNvSpPr/>
            <p:nvPr/>
          </p:nvSpPr>
          <p:spPr>
            <a:xfrm>
              <a:off x="4078426"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102"/>
            <p:cNvSpPr/>
            <p:nvPr/>
          </p:nvSpPr>
          <p:spPr>
            <a:xfrm>
              <a:off x="4167464" y="3255194"/>
              <a:ext cx="211018" cy="928382"/>
            </a:xfrm>
            <a:custGeom>
              <a:rect b="b" l="l" r="r" t="t"/>
              <a:pathLst>
                <a:path extrusionOk="0" h="4087" w="929">
                  <a:moveTo>
                    <a:pt x="1" y="1"/>
                  </a:moveTo>
                  <a:lnTo>
                    <a:pt x="1" y="4087"/>
                  </a:lnTo>
                  <a:lnTo>
                    <a:pt x="928" y="4087"/>
                  </a:lnTo>
                  <a:lnTo>
                    <a:pt x="92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102"/>
            <p:cNvSpPr/>
            <p:nvPr/>
          </p:nvSpPr>
          <p:spPr>
            <a:xfrm>
              <a:off x="4167464"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102"/>
            <p:cNvSpPr/>
            <p:nvPr/>
          </p:nvSpPr>
          <p:spPr>
            <a:xfrm>
              <a:off x="4114768" y="4183320"/>
              <a:ext cx="316413" cy="65193"/>
            </a:xfrm>
            <a:custGeom>
              <a:rect b="b" l="l" r="r" t="t"/>
              <a:pathLst>
                <a:path extrusionOk="0" h="287" w="1393">
                  <a:moveTo>
                    <a:pt x="1" y="1"/>
                  </a:moveTo>
                  <a:lnTo>
                    <a:pt x="1"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102"/>
            <p:cNvSpPr/>
            <p:nvPr/>
          </p:nvSpPr>
          <p:spPr>
            <a:xfrm>
              <a:off x="4078426"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102"/>
            <p:cNvSpPr/>
            <p:nvPr/>
          </p:nvSpPr>
          <p:spPr>
            <a:xfrm>
              <a:off x="4692379"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102"/>
            <p:cNvSpPr/>
            <p:nvPr/>
          </p:nvSpPr>
          <p:spPr>
            <a:xfrm>
              <a:off x="4655809"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102"/>
            <p:cNvSpPr/>
            <p:nvPr/>
          </p:nvSpPr>
          <p:spPr>
            <a:xfrm>
              <a:off x="4745074"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102"/>
            <p:cNvSpPr/>
            <p:nvPr/>
          </p:nvSpPr>
          <p:spPr>
            <a:xfrm>
              <a:off x="4745074" y="3255194"/>
              <a:ext cx="105395" cy="928382"/>
            </a:xfrm>
            <a:custGeom>
              <a:rect b="b" l="l" r="r" t="t"/>
              <a:pathLst>
                <a:path extrusionOk="0" h="4087" w="464">
                  <a:moveTo>
                    <a:pt x="0" y="1"/>
                  </a:moveTo>
                  <a:lnTo>
                    <a:pt x="0"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102"/>
            <p:cNvSpPr/>
            <p:nvPr/>
          </p:nvSpPr>
          <p:spPr>
            <a:xfrm>
              <a:off x="4692379"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102"/>
            <p:cNvSpPr/>
            <p:nvPr/>
          </p:nvSpPr>
          <p:spPr>
            <a:xfrm>
              <a:off x="4655809"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102"/>
            <p:cNvSpPr/>
            <p:nvPr/>
          </p:nvSpPr>
          <p:spPr>
            <a:xfrm>
              <a:off x="5269762"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102"/>
            <p:cNvSpPr/>
            <p:nvPr/>
          </p:nvSpPr>
          <p:spPr>
            <a:xfrm>
              <a:off x="5233420"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102"/>
            <p:cNvSpPr/>
            <p:nvPr/>
          </p:nvSpPr>
          <p:spPr>
            <a:xfrm>
              <a:off x="5322458"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102"/>
            <p:cNvSpPr/>
            <p:nvPr/>
          </p:nvSpPr>
          <p:spPr>
            <a:xfrm>
              <a:off x="5322458"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102"/>
            <p:cNvSpPr/>
            <p:nvPr/>
          </p:nvSpPr>
          <p:spPr>
            <a:xfrm>
              <a:off x="5269762"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102"/>
            <p:cNvSpPr/>
            <p:nvPr/>
          </p:nvSpPr>
          <p:spPr>
            <a:xfrm>
              <a:off x="5233420"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102"/>
            <p:cNvSpPr/>
            <p:nvPr/>
          </p:nvSpPr>
          <p:spPr>
            <a:xfrm>
              <a:off x="5847373"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102"/>
            <p:cNvSpPr/>
            <p:nvPr/>
          </p:nvSpPr>
          <p:spPr>
            <a:xfrm>
              <a:off x="5810804"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102"/>
            <p:cNvSpPr/>
            <p:nvPr/>
          </p:nvSpPr>
          <p:spPr>
            <a:xfrm>
              <a:off x="5900069"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102"/>
            <p:cNvSpPr/>
            <p:nvPr/>
          </p:nvSpPr>
          <p:spPr>
            <a:xfrm>
              <a:off x="5900069" y="3255194"/>
              <a:ext cx="105395" cy="928382"/>
            </a:xfrm>
            <a:custGeom>
              <a:rect b="b" l="l" r="r" t="t"/>
              <a:pathLst>
                <a:path extrusionOk="0" h="4087" w="464">
                  <a:moveTo>
                    <a:pt x="0" y="1"/>
                  </a:moveTo>
                  <a:lnTo>
                    <a:pt x="0"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102"/>
            <p:cNvSpPr/>
            <p:nvPr/>
          </p:nvSpPr>
          <p:spPr>
            <a:xfrm>
              <a:off x="5847373"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102"/>
            <p:cNvSpPr/>
            <p:nvPr/>
          </p:nvSpPr>
          <p:spPr>
            <a:xfrm>
              <a:off x="5810804"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102"/>
            <p:cNvSpPr/>
            <p:nvPr/>
          </p:nvSpPr>
          <p:spPr>
            <a:xfrm>
              <a:off x="6424757"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102"/>
            <p:cNvSpPr/>
            <p:nvPr/>
          </p:nvSpPr>
          <p:spPr>
            <a:xfrm>
              <a:off x="6388415"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102"/>
            <p:cNvSpPr/>
            <p:nvPr/>
          </p:nvSpPr>
          <p:spPr>
            <a:xfrm>
              <a:off x="6477453"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102"/>
            <p:cNvSpPr/>
            <p:nvPr/>
          </p:nvSpPr>
          <p:spPr>
            <a:xfrm>
              <a:off x="6477453"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102"/>
            <p:cNvSpPr/>
            <p:nvPr/>
          </p:nvSpPr>
          <p:spPr>
            <a:xfrm>
              <a:off x="6424757"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102"/>
            <p:cNvSpPr/>
            <p:nvPr/>
          </p:nvSpPr>
          <p:spPr>
            <a:xfrm>
              <a:off x="6388415"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102"/>
            <p:cNvSpPr/>
            <p:nvPr/>
          </p:nvSpPr>
          <p:spPr>
            <a:xfrm>
              <a:off x="7002368"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102"/>
            <p:cNvSpPr/>
            <p:nvPr/>
          </p:nvSpPr>
          <p:spPr>
            <a:xfrm>
              <a:off x="6967843" y="3127536"/>
              <a:ext cx="389327" cy="63149"/>
            </a:xfrm>
            <a:custGeom>
              <a:rect b="b" l="l" r="r" t="t"/>
              <a:pathLst>
                <a:path extrusionOk="0" h="278" w="1714">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102"/>
            <p:cNvSpPr/>
            <p:nvPr/>
          </p:nvSpPr>
          <p:spPr>
            <a:xfrm>
              <a:off x="7055064"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102"/>
            <p:cNvSpPr/>
            <p:nvPr/>
          </p:nvSpPr>
          <p:spPr>
            <a:xfrm>
              <a:off x="7055064" y="3255194"/>
              <a:ext cx="107440" cy="928382"/>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102"/>
            <p:cNvSpPr/>
            <p:nvPr/>
          </p:nvSpPr>
          <p:spPr>
            <a:xfrm>
              <a:off x="7002368"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102"/>
            <p:cNvSpPr/>
            <p:nvPr/>
          </p:nvSpPr>
          <p:spPr>
            <a:xfrm>
              <a:off x="6967843" y="4248285"/>
              <a:ext cx="389327" cy="64966"/>
            </a:xfrm>
            <a:custGeom>
              <a:rect b="b" l="l" r="r" t="t"/>
              <a:pathLst>
                <a:path extrusionOk="0" h="286" w="1714">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102"/>
            <p:cNvSpPr/>
            <p:nvPr/>
          </p:nvSpPr>
          <p:spPr>
            <a:xfrm>
              <a:off x="7579752"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102"/>
            <p:cNvSpPr/>
            <p:nvPr/>
          </p:nvSpPr>
          <p:spPr>
            <a:xfrm>
              <a:off x="7545227" y="3127536"/>
              <a:ext cx="389327" cy="63149"/>
            </a:xfrm>
            <a:custGeom>
              <a:rect b="b" l="l" r="r" t="t"/>
              <a:pathLst>
                <a:path extrusionOk="0" h="278" w="1714">
                  <a:moveTo>
                    <a:pt x="1" y="1"/>
                  </a:moveTo>
                  <a:lnTo>
                    <a:pt x="1" y="277"/>
                  </a:lnTo>
                  <a:lnTo>
                    <a:pt x="1714" y="277"/>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102"/>
            <p:cNvSpPr/>
            <p:nvPr/>
          </p:nvSpPr>
          <p:spPr>
            <a:xfrm>
              <a:off x="7632448"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102"/>
            <p:cNvSpPr/>
            <p:nvPr/>
          </p:nvSpPr>
          <p:spPr>
            <a:xfrm>
              <a:off x="7632448" y="3255194"/>
              <a:ext cx="107667" cy="928382"/>
            </a:xfrm>
            <a:custGeom>
              <a:rect b="b" l="l" r="r" t="t"/>
              <a:pathLst>
                <a:path extrusionOk="0" h="4087" w="474">
                  <a:moveTo>
                    <a:pt x="1" y="1"/>
                  </a:moveTo>
                  <a:lnTo>
                    <a:pt x="1"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102"/>
            <p:cNvSpPr/>
            <p:nvPr/>
          </p:nvSpPr>
          <p:spPr>
            <a:xfrm>
              <a:off x="7579752"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102"/>
            <p:cNvSpPr/>
            <p:nvPr/>
          </p:nvSpPr>
          <p:spPr>
            <a:xfrm>
              <a:off x="7545227" y="4248285"/>
              <a:ext cx="389327" cy="64966"/>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102"/>
            <p:cNvSpPr/>
            <p:nvPr/>
          </p:nvSpPr>
          <p:spPr>
            <a:xfrm>
              <a:off x="5625306" y="4376851"/>
              <a:ext cx="1574796" cy="84275"/>
            </a:xfrm>
            <a:custGeom>
              <a:rect b="b" l="l" r="r" t="t"/>
              <a:pathLst>
                <a:path extrusionOk="0" h="371" w="6933">
                  <a:moveTo>
                    <a:pt x="1854" y="1"/>
                  </a:moveTo>
                  <a:cubicBezTo>
                    <a:pt x="1640" y="1"/>
                    <a:pt x="1437" y="14"/>
                    <a:pt x="1437" y="14"/>
                  </a:cubicBezTo>
                  <a:cubicBezTo>
                    <a:pt x="1437" y="14"/>
                    <a:pt x="1306" y="26"/>
                    <a:pt x="1193" y="26"/>
                  </a:cubicBezTo>
                  <a:cubicBezTo>
                    <a:pt x="1136" y="26"/>
                    <a:pt x="1083" y="23"/>
                    <a:pt x="1054" y="14"/>
                  </a:cubicBezTo>
                  <a:cubicBezTo>
                    <a:pt x="1049" y="13"/>
                    <a:pt x="1044" y="12"/>
                    <a:pt x="1039" y="12"/>
                  </a:cubicBezTo>
                  <a:cubicBezTo>
                    <a:pt x="966" y="12"/>
                    <a:pt x="911" y="130"/>
                    <a:pt x="911" y="130"/>
                  </a:cubicBezTo>
                  <a:lnTo>
                    <a:pt x="813" y="112"/>
                  </a:lnTo>
                  <a:cubicBezTo>
                    <a:pt x="813" y="112"/>
                    <a:pt x="608" y="148"/>
                    <a:pt x="590" y="157"/>
                  </a:cubicBezTo>
                  <a:cubicBezTo>
                    <a:pt x="572" y="157"/>
                    <a:pt x="509" y="193"/>
                    <a:pt x="509" y="193"/>
                  </a:cubicBezTo>
                  <a:lnTo>
                    <a:pt x="1" y="371"/>
                  </a:lnTo>
                  <a:lnTo>
                    <a:pt x="6933" y="317"/>
                  </a:lnTo>
                  <a:lnTo>
                    <a:pt x="6522" y="157"/>
                  </a:lnTo>
                  <a:lnTo>
                    <a:pt x="5942" y="139"/>
                  </a:lnTo>
                  <a:lnTo>
                    <a:pt x="5487" y="228"/>
                  </a:lnTo>
                  <a:cubicBezTo>
                    <a:pt x="5487" y="228"/>
                    <a:pt x="5077" y="228"/>
                    <a:pt x="4818" y="193"/>
                  </a:cubicBezTo>
                  <a:cubicBezTo>
                    <a:pt x="4551" y="157"/>
                    <a:pt x="4515" y="184"/>
                    <a:pt x="4354" y="112"/>
                  </a:cubicBezTo>
                  <a:cubicBezTo>
                    <a:pt x="4258" y="72"/>
                    <a:pt x="4161" y="65"/>
                    <a:pt x="4104" y="65"/>
                  </a:cubicBezTo>
                  <a:cubicBezTo>
                    <a:pt x="4071" y="65"/>
                    <a:pt x="4051" y="68"/>
                    <a:pt x="4051" y="68"/>
                  </a:cubicBezTo>
                  <a:lnTo>
                    <a:pt x="3846" y="68"/>
                  </a:lnTo>
                  <a:lnTo>
                    <a:pt x="3569" y="77"/>
                  </a:lnTo>
                  <a:lnTo>
                    <a:pt x="3346" y="68"/>
                  </a:lnTo>
                  <a:lnTo>
                    <a:pt x="2963" y="94"/>
                  </a:lnTo>
                  <a:lnTo>
                    <a:pt x="2650" y="193"/>
                  </a:lnTo>
                  <a:cubicBezTo>
                    <a:pt x="2650" y="193"/>
                    <a:pt x="2436" y="175"/>
                    <a:pt x="2338" y="68"/>
                  </a:cubicBezTo>
                  <a:cubicBezTo>
                    <a:pt x="2294" y="14"/>
                    <a:pt x="2068" y="1"/>
                    <a:pt x="18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0" name="Google Shape;6240;p102"/>
            <p:cNvGrpSpPr/>
            <p:nvPr/>
          </p:nvGrpSpPr>
          <p:grpSpPr>
            <a:xfrm>
              <a:off x="613339" y="3127728"/>
              <a:ext cx="389354" cy="1185780"/>
              <a:chOff x="1491295" y="3180738"/>
              <a:chExt cx="354635" cy="1080043"/>
            </a:xfrm>
          </p:grpSpPr>
          <p:sp>
            <p:nvSpPr>
              <p:cNvPr id="6241" name="Google Shape;6241;p102"/>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102"/>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102"/>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102"/>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102"/>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102"/>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7" name="Google Shape;6247;p102"/>
            <p:cNvGrpSpPr/>
            <p:nvPr/>
          </p:nvGrpSpPr>
          <p:grpSpPr>
            <a:xfrm>
              <a:off x="35745" y="3127728"/>
              <a:ext cx="389354" cy="1185780"/>
              <a:chOff x="1491295" y="3180738"/>
              <a:chExt cx="354635" cy="1080043"/>
            </a:xfrm>
          </p:grpSpPr>
          <p:sp>
            <p:nvSpPr>
              <p:cNvPr id="6248" name="Google Shape;6248;p102"/>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102"/>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102"/>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102"/>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102"/>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102"/>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4" name="Google Shape;6254;p102"/>
            <p:cNvGrpSpPr/>
            <p:nvPr/>
          </p:nvGrpSpPr>
          <p:grpSpPr>
            <a:xfrm>
              <a:off x="8122725" y="3127728"/>
              <a:ext cx="389354" cy="1185780"/>
              <a:chOff x="1491295" y="3180738"/>
              <a:chExt cx="354635" cy="1080043"/>
            </a:xfrm>
          </p:grpSpPr>
          <p:sp>
            <p:nvSpPr>
              <p:cNvPr id="6255" name="Google Shape;6255;p102"/>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102"/>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102"/>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102"/>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102"/>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102"/>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1" name="Google Shape;6261;p102"/>
            <p:cNvGrpSpPr/>
            <p:nvPr/>
          </p:nvGrpSpPr>
          <p:grpSpPr>
            <a:xfrm>
              <a:off x="8700100" y="3127728"/>
              <a:ext cx="389354" cy="1185780"/>
              <a:chOff x="1491295" y="3180738"/>
              <a:chExt cx="354635" cy="1080043"/>
            </a:xfrm>
          </p:grpSpPr>
          <p:sp>
            <p:nvSpPr>
              <p:cNvPr id="6262" name="Google Shape;6262;p102"/>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102"/>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102"/>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102"/>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102"/>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102"/>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268" name="Google Shape;6268;p102"/>
          <p:cNvSpPr/>
          <p:nvPr/>
        </p:nvSpPr>
        <p:spPr>
          <a:xfrm>
            <a:off x="1850546" y="4519646"/>
            <a:ext cx="2045463" cy="127457"/>
          </a:xfrm>
          <a:custGeom>
            <a:rect b="b" l="l" r="r" t="t"/>
            <a:pathLst>
              <a:path extrusionOk="0" h="616" w="9886">
                <a:moveTo>
                  <a:pt x="2418" y="0"/>
                </a:moveTo>
                <a:lnTo>
                  <a:pt x="2142" y="99"/>
                </a:lnTo>
                <a:lnTo>
                  <a:pt x="1919" y="188"/>
                </a:lnTo>
                <a:lnTo>
                  <a:pt x="1740" y="295"/>
                </a:lnTo>
                <a:cubicBezTo>
                  <a:pt x="1740" y="295"/>
                  <a:pt x="1571" y="188"/>
                  <a:pt x="1339" y="161"/>
                </a:cubicBezTo>
                <a:cubicBezTo>
                  <a:pt x="1290" y="155"/>
                  <a:pt x="1256" y="153"/>
                  <a:pt x="1234" y="153"/>
                </a:cubicBezTo>
                <a:cubicBezTo>
                  <a:pt x="1210" y="153"/>
                  <a:pt x="1199" y="156"/>
                  <a:pt x="1194" y="158"/>
                </a:cubicBezTo>
                <a:lnTo>
                  <a:pt x="1194" y="158"/>
                </a:lnTo>
                <a:cubicBezTo>
                  <a:pt x="1194" y="158"/>
                  <a:pt x="1194" y="158"/>
                  <a:pt x="1194" y="158"/>
                </a:cubicBezTo>
                <a:cubicBezTo>
                  <a:pt x="1108" y="158"/>
                  <a:pt x="558" y="327"/>
                  <a:pt x="483" y="402"/>
                </a:cubicBezTo>
                <a:lnTo>
                  <a:pt x="1" y="616"/>
                </a:lnTo>
                <a:lnTo>
                  <a:pt x="9885" y="616"/>
                </a:lnTo>
                <a:lnTo>
                  <a:pt x="9537" y="473"/>
                </a:lnTo>
                <a:lnTo>
                  <a:pt x="9261" y="402"/>
                </a:lnTo>
                <a:cubicBezTo>
                  <a:pt x="9261" y="402"/>
                  <a:pt x="9100" y="429"/>
                  <a:pt x="8833" y="473"/>
                </a:cubicBezTo>
                <a:cubicBezTo>
                  <a:pt x="8791" y="480"/>
                  <a:pt x="8757" y="483"/>
                  <a:pt x="8729" y="483"/>
                </a:cubicBezTo>
                <a:cubicBezTo>
                  <a:pt x="8584" y="483"/>
                  <a:pt x="8610" y="402"/>
                  <a:pt x="8610" y="402"/>
                </a:cubicBezTo>
                <a:cubicBezTo>
                  <a:pt x="8610" y="402"/>
                  <a:pt x="8306" y="188"/>
                  <a:pt x="8199" y="188"/>
                </a:cubicBezTo>
                <a:cubicBezTo>
                  <a:pt x="8083" y="188"/>
                  <a:pt x="7949" y="188"/>
                  <a:pt x="7816" y="206"/>
                </a:cubicBezTo>
                <a:cubicBezTo>
                  <a:pt x="7682" y="223"/>
                  <a:pt x="7575" y="295"/>
                  <a:pt x="7486" y="295"/>
                </a:cubicBezTo>
                <a:cubicBezTo>
                  <a:pt x="7396" y="287"/>
                  <a:pt x="7306" y="203"/>
                  <a:pt x="7154" y="203"/>
                </a:cubicBezTo>
                <a:cubicBezTo>
                  <a:pt x="7140" y="203"/>
                  <a:pt x="7126" y="204"/>
                  <a:pt x="7111" y="206"/>
                </a:cubicBezTo>
                <a:cubicBezTo>
                  <a:pt x="7048" y="212"/>
                  <a:pt x="6995" y="213"/>
                  <a:pt x="6951" y="213"/>
                </a:cubicBezTo>
                <a:cubicBezTo>
                  <a:pt x="6864" y="213"/>
                  <a:pt x="6816" y="206"/>
                  <a:pt x="6816" y="206"/>
                </a:cubicBezTo>
                <a:lnTo>
                  <a:pt x="6486" y="295"/>
                </a:lnTo>
                <a:lnTo>
                  <a:pt x="6147" y="473"/>
                </a:lnTo>
                <a:lnTo>
                  <a:pt x="5853" y="402"/>
                </a:lnTo>
                <a:lnTo>
                  <a:pt x="5425" y="206"/>
                </a:lnTo>
                <a:lnTo>
                  <a:pt x="4863" y="99"/>
                </a:lnTo>
                <a:cubicBezTo>
                  <a:pt x="4863" y="99"/>
                  <a:pt x="4435" y="161"/>
                  <a:pt x="4256" y="161"/>
                </a:cubicBezTo>
                <a:cubicBezTo>
                  <a:pt x="4078" y="161"/>
                  <a:pt x="4033" y="206"/>
                  <a:pt x="4033" y="206"/>
                </a:cubicBezTo>
                <a:cubicBezTo>
                  <a:pt x="4033" y="206"/>
                  <a:pt x="3699" y="297"/>
                  <a:pt x="3514" y="297"/>
                </a:cubicBezTo>
                <a:cubicBezTo>
                  <a:pt x="3498" y="297"/>
                  <a:pt x="3484" y="296"/>
                  <a:pt x="3471" y="295"/>
                </a:cubicBezTo>
                <a:cubicBezTo>
                  <a:pt x="3293" y="268"/>
                  <a:pt x="3159" y="99"/>
                  <a:pt x="3159" y="99"/>
                </a:cubicBezTo>
                <a:cubicBezTo>
                  <a:pt x="3159" y="99"/>
                  <a:pt x="3111" y="138"/>
                  <a:pt x="3050" y="138"/>
                </a:cubicBezTo>
                <a:cubicBezTo>
                  <a:pt x="3020" y="138"/>
                  <a:pt x="2986" y="128"/>
                  <a:pt x="2954" y="99"/>
                </a:cubicBezTo>
                <a:cubicBezTo>
                  <a:pt x="2919" y="67"/>
                  <a:pt x="2890" y="57"/>
                  <a:pt x="2864" y="57"/>
                </a:cubicBezTo>
                <a:cubicBezTo>
                  <a:pt x="2815" y="57"/>
                  <a:pt x="2774" y="93"/>
                  <a:pt x="2722" y="99"/>
                </a:cubicBezTo>
                <a:cubicBezTo>
                  <a:pt x="2718" y="99"/>
                  <a:pt x="2714" y="99"/>
                  <a:pt x="2710" y="99"/>
                </a:cubicBezTo>
                <a:cubicBezTo>
                  <a:pt x="2616" y="99"/>
                  <a:pt x="2418" y="0"/>
                  <a:pt x="2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9" name="Google Shape;6269;p102"/>
          <p:cNvGrpSpPr/>
          <p:nvPr/>
        </p:nvGrpSpPr>
        <p:grpSpPr>
          <a:xfrm>
            <a:off x="-440352" y="4372550"/>
            <a:ext cx="2183372" cy="583072"/>
            <a:chOff x="379848" y="4111600"/>
            <a:chExt cx="2183372" cy="583072"/>
          </a:xfrm>
        </p:grpSpPr>
        <p:sp>
          <p:nvSpPr>
            <p:cNvPr id="6270" name="Google Shape;6270;p102"/>
            <p:cNvSpPr/>
            <p:nvPr/>
          </p:nvSpPr>
          <p:spPr>
            <a:xfrm>
              <a:off x="379848" y="4111600"/>
              <a:ext cx="2183372" cy="583072"/>
            </a:xfrm>
            <a:custGeom>
              <a:rect b="b" l="l" r="r" t="t"/>
              <a:pathLst>
                <a:path extrusionOk="0" h="2818" w="7397">
                  <a:moveTo>
                    <a:pt x="1584" y="1"/>
                  </a:moveTo>
                  <a:cubicBezTo>
                    <a:pt x="1376" y="1"/>
                    <a:pt x="1196" y="52"/>
                    <a:pt x="1196" y="52"/>
                  </a:cubicBezTo>
                  <a:lnTo>
                    <a:pt x="0" y="2817"/>
                  </a:lnTo>
                  <a:lnTo>
                    <a:pt x="7396" y="2817"/>
                  </a:lnTo>
                  <a:cubicBezTo>
                    <a:pt x="7292" y="2500"/>
                    <a:pt x="7094" y="2422"/>
                    <a:pt x="6924" y="2422"/>
                  </a:cubicBezTo>
                  <a:cubicBezTo>
                    <a:pt x="6759" y="2422"/>
                    <a:pt x="6620" y="2496"/>
                    <a:pt x="6620" y="2496"/>
                  </a:cubicBezTo>
                  <a:cubicBezTo>
                    <a:pt x="6496" y="2241"/>
                    <a:pt x="6327" y="2167"/>
                    <a:pt x="6172" y="2167"/>
                  </a:cubicBezTo>
                  <a:cubicBezTo>
                    <a:pt x="5959" y="2167"/>
                    <a:pt x="5772" y="2309"/>
                    <a:pt x="5772" y="2309"/>
                  </a:cubicBezTo>
                  <a:cubicBezTo>
                    <a:pt x="5688" y="1947"/>
                    <a:pt x="5515" y="1848"/>
                    <a:pt x="5351" y="1848"/>
                  </a:cubicBezTo>
                  <a:cubicBezTo>
                    <a:pt x="5149" y="1848"/>
                    <a:pt x="4961" y="1996"/>
                    <a:pt x="4961" y="1996"/>
                  </a:cubicBezTo>
                  <a:cubicBezTo>
                    <a:pt x="4890" y="1622"/>
                    <a:pt x="4712" y="1517"/>
                    <a:pt x="4537" y="1517"/>
                  </a:cubicBezTo>
                  <a:cubicBezTo>
                    <a:pt x="4315" y="1517"/>
                    <a:pt x="4095" y="1684"/>
                    <a:pt x="4095" y="1684"/>
                  </a:cubicBezTo>
                  <a:cubicBezTo>
                    <a:pt x="4067" y="1207"/>
                    <a:pt x="3877" y="1076"/>
                    <a:pt x="3676" y="1076"/>
                  </a:cubicBezTo>
                  <a:cubicBezTo>
                    <a:pt x="3430" y="1076"/>
                    <a:pt x="3167" y="1274"/>
                    <a:pt x="3167" y="1274"/>
                  </a:cubicBezTo>
                  <a:cubicBezTo>
                    <a:pt x="3202" y="765"/>
                    <a:pt x="2976" y="633"/>
                    <a:pt x="2733" y="633"/>
                  </a:cubicBezTo>
                  <a:cubicBezTo>
                    <a:pt x="2473" y="633"/>
                    <a:pt x="2195" y="783"/>
                    <a:pt x="2195" y="783"/>
                  </a:cubicBezTo>
                  <a:cubicBezTo>
                    <a:pt x="2315" y="128"/>
                    <a:pt x="1914" y="1"/>
                    <a:pt x="1584"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102"/>
            <p:cNvSpPr/>
            <p:nvPr/>
          </p:nvSpPr>
          <p:spPr>
            <a:xfrm>
              <a:off x="514145" y="4335678"/>
              <a:ext cx="1340662" cy="358989"/>
            </a:xfrm>
            <a:custGeom>
              <a:rect b="b" l="l" r="r" t="t"/>
              <a:pathLst>
                <a:path extrusionOk="0" h="1735" w="4542">
                  <a:moveTo>
                    <a:pt x="974" y="0"/>
                  </a:moveTo>
                  <a:cubicBezTo>
                    <a:pt x="848" y="0"/>
                    <a:pt x="741" y="30"/>
                    <a:pt x="741" y="30"/>
                  </a:cubicBezTo>
                  <a:lnTo>
                    <a:pt x="0" y="1734"/>
                  </a:lnTo>
                  <a:lnTo>
                    <a:pt x="4541" y="1734"/>
                  </a:lnTo>
                  <a:cubicBezTo>
                    <a:pt x="4478" y="1540"/>
                    <a:pt x="4358" y="1492"/>
                    <a:pt x="4254" y="1492"/>
                  </a:cubicBezTo>
                  <a:cubicBezTo>
                    <a:pt x="4153" y="1492"/>
                    <a:pt x="4068" y="1538"/>
                    <a:pt x="4068" y="1538"/>
                  </a:cubicBezTo>
                  <a:cubicBezTo>
                    <a:pt x="3994" y="1381"/>
                    <a:pt x="3889" y="1335"/>
                    <a:pt x="3792" y="1335"/>
                  </a:cubicBezTo>
                  <a:cubicBezTo>
                    <a:pt x="3659" y="1335"/>
                    <a:pt x="3542" y="1422"/>
                    <a:pt x="3542" y="1422"/>
                  </a:cubicBezTo>
                  <a:cubicBezTo>
                    <a:pt x="3494" y="1202"/>
                    <a:pt x="3391" y="1142"/>
                    <a:pt x="3292" y="1142"/>
                  </a:cubicBezTo>
                  <a:cubicBezTo>
                    <a:pt x="3169" y="1142"/>
                    <a:pt x="3051" y="1235"/>
                    <a:pt x="3051" y="1235"/>
                  </a:cubicBezTo>
                  <a:cubicBezTo>
                    <a:pt x="3004" y="1001"/>
                    <a:pt x="2893" y="936"/>
                    <a:pt x="2785" y="936"/>
                  </a:cubicBezTo>
                  <a:cubicBezTo>
                    <a:pt x="2649" y="936"/>
                    <a:pt x="2516" y="1038"/>
                    <a:pt x="2516" y="1038"/>
                  </a:cubicBezTo>
                  <a:cubicBezTo>
                    <a:pt x="2500" y="747"/>
                    <a:pt x="2384" y="666"/>
                    <a:pt x="2261" y="666"/>
                  </a:cubicBezTo>
                  <a:cubicBezTo>
                    <a:pt x="2108" y="666"/>
                    <a:pt x="1945" y="789"/>
                    <a:pt x="1945" y="789"/>
                  </a:cubicBezTo>
                  <a:cubicBezTo>
                    <a:pt x="1967" y="474"/>
                    <a:pt x="1828" y="392"/>
                    <a:pt x="1679" y="392"/>
                  </a:cubicBezTo>
                  <a:cubicBezTo>
                    <a:pt x="1519" y="392"/>
                    <a:pt x="1348" y="485"/>
                    <a:pt x="1348" y="485"/>
                  </a:cubicBezTo>
                  <a:cubicBezTo>
                    <a:pt x="1425" y="78"/>
                    <a:pt x="1176" y="0"/>
                    <a:pt x="9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2" name="Google Shape;6272;p102"/>
          <p:cNvGrpSpPr/>
          <p:nvPr/>
        </p:nvGrpSpPr>
        <p:grpSpPr>
          <a:xfrm>
            <a:off x="7400797" y="4372550"/>
            <a:ext cx="2183077" cy="583072"/>
            <a:chOff x="6551897" y="4111600"/>
            <a:chExt cx="2183077" cy="583072"/>
          </a:xfrm>
        </p:grpSpPr>
        <p:sp>
          <p:nvSpPr>
            <p:cNvPr id="6273" name="Google Shape;6273;p102"/>
            <p:cNvSpPr/>
            <p:nvPr/>
          </p:nvSpPr>
          <p:spPr>
            <a:xfrm>
              <a:off x="6551897" y="4111600"/>
              <a:ext cx="2183077" cy="583072"/>
            </a:xfrm>
            <a:custGeom>
              <a:rect b="b" l="l" r="r" t="t"/>
              <a:pathLst>
                <a:path extrusionOk="0" h="2818" w="7396">
                  <a:moveTo>
                    <a:pt x="5812" y="1"/>
                  </a:moveTo>
                  <a:cubicBezTo>
                    <a:pt x="5483" y="1"/>
                    <a:pt x="5081" y="128"/>
                    <a:pt x="5201" y="783"/>
                  </a:cubicBezTo>
                  <a:cubicBezTo>
                    <a:pt x="5201" y="783"/>
                    <a:pt x="4925" y="633"/>
                    <a:pt x="4667" y="633"/>
                  </a:cubicBezTo>
                  <a:cubicBezTo>
                    <a:pt x="4425" y="633"/>
                    <a:pt x="4199" y="765"/>
                    <a:pt x="4229" y="1274"/>
                  </a:cubicBezTo>
                  <a:cubicBezTo>
                    <a:pt x="4229" y="1274"/>
                    <a:pt x="3966" y="1076"/>
                    <a:pt x="3720" y="1076"/>
                  </a:cubicBezTo>
                  <a:cubicBezTo>
                    <a:pt x="3519" y="1076"/>
                    <a:pt x="3329" y="1207"/>
                    <a:pt x="3301" y="1684"/>
                  </a:cubicBezTo>
                  <a:cubicBezTo>
                    <a:pt x="3301" y="1684"/>
                    <a:pt x="3082" y="1517"/>
                    <a:pt x="2860" y="1517"/>
                  </a:cubicBezTo>
                  <a:cubicBezTo>
                    <a:pt x="2684" y="1517"/>
                    <a:pt x="2507" y="1622"/>
                    <a:pt x="2436" y="1996"/>
                  </a:cubicBezTo>
                  <a:cubicBezTo>
                    <a:pt x="2436" y="1996"/>
                    <a:pt x="2247" y="1848"/>
                    <a:pt x="2047" y="1848"/>
                  </a:cubicBezTo>
                  <a:cubicBezTo>
                    <a:pt x="1884" y="1848"/>
                    <a:pt x="1713" y="1947"/>
                    <a:pt x="1633" y="2309"/>
                  </a:cubicBezTo>
                  <a:cubicBezTo>
                    <a:pt x="1633" y="2309"/>
                    <a:pt x="1444" y="2167"/>
                    <a:pt x="1227" y="2167"/>
                  </a:cubicBezTo>
                  <a:cubicBezTo>
                    <a:pt x="1071" y="2167"/>
                    <a:pt x="900" y="2241"/>
                    <a:pt x="777" y="2496"/>
                  </a:cubicBezTo>
                  <a:cubicBezTo>
                    <a:pt x="777" y="2496"/>
                    <a:pt x="640" y="2422"/>
                    <a:pt x="476" y="2422"/>
                  </a:cubicBezTo>
                  <a:cubicBezTo>
                    <a:pt x="307" y="2422"/>
                    <a:pt x="109" y="2500"/>
                    <a:pt x="0" y="2817"/>
                  </a:cubicBezTo>
                  <a:lnTo>
                    <a:pt x="7396" y="2817"/>
                  </a:lnTo>
                  <a:lnTo>
                    <a:pt x="6201" y="52"/>
                  </a:lnTo>
                  <a:cubicBezTo>
                    <a:pt x="6201" y="52"/>
                    <a:pt x="6021" y="1"/>
                    <a:pt x="5812"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102"/>
            <p:cNvSpPr/>
            <p:nvPr/>
          </p:nvSpPr>
          <p:spPr>
            <a:xfrm>
              <a:off x="7260276" y="4335678"/>
              <a:ext cx="1340367" cy="358989"/>
            </a:xfrm>
            <a:custGeom>
              <a:rect b="b" l="l" r="r" t="t"/>
              <a:pathLst>
                <a:path extrusionOk="0" h="1735" w="4541">
                  <a:moveTo>
                    <a:pt x="3574" y="0"/>
                  </a:moveTo>
                  <a:cubicBezTo>
                    <a:pt x="3369" y="0"/>
                    <a:pt x="3117" y="78"/>
                    <a:pt x="3194" y="485"/>
                  </a:cubicBezTo>
                  <a:cubicBezTo>
                    <a:pt x="3194" y="485"/>
                    <a:pt x="3023" y="392"/>
                    <a:pt x="2863" y="392"/>
                  </a:cubicBezTo>
                  <a:cubicBezTo>
                    <a:pt x="2714" y="392"/>
                    <a:pt x="2575" y="474"/>
                    <a:pt x="2596" y="789"/>
                  </a:cubicBezTo>
                  <a:cubicBezTo>
                    <a:pt x="2596" y="789"/>
                    <a:pt x="2433" y="666"/>
                    <a:pt x="2281" y="666"/>
                  </a:cubicBezTo>
                  <a:cubicBezTo>
                    <a:pt x="2157" y="666"/>
                    <a:pt x="2041" y="747"/>
                    <a:pt x="2025" y="1038"/>
                  </a:cubicBezTo>
                  <a:cubicBezTo>
                    <a:pt x="2025" y="1038"/>
                    <a:pt x="1893" y="936"/>
                    <a:pt x="1758" y="936"/>
                  </a:cubicBezTo>
                  <a:cubicBezTo>
                    <a:pt x="1651" y="936"/>
                    <a:pt x="1542" y="1001"/>
                    <a:pt x="1499" y="1235"/>
                  </a:cubicBezTo>
                  <a:cubicBezTo>
                    <a:pt x="1499" y="1235"/>
                    <a:pt x="1379" y="1142"/>
                    <a:pt x="1254" y="1142"/>
                  </a:cubicBezTo>
                  <a:cubicBezTo>
                    <a:pt x="1152" y="1142"/>
                    <a:pt x="1047" y="1202"/>
                    <a:pt x="999" y="1422"/>
                  </a:cubicBezTo>
                  <a:cubicBezTo>
                    <a:pt x="999" y="1422"/>
                    <a:pt x="885" y="1335"/>
                    <a:pt x="753" y="1335"/>
                  </a:cubicBezTo>
                  <a:cubicBezTo>
                    <a:pt x="657" y="1335"/>
                    <a:pt x="552" y="1381"/>
                    <a:pt x="473" y="1538"/>
                  </a:cubicBezTo>
                  <a:cubicBezTo>
                    <a:pt x="473" y="1538"/>
                    <a:pt x="388" y="1492"/>
                    <a:pt x="287" y="1492"/>
                  </a:cubicBezTo>
                  <a:cubicBezTo>
                    <a:pt x="184" y="1492"/>
                    <a:pt x="63" y="1540"/>
                    <a:pt x="0" y="1734"/>
                  </a:cubicBezTo>
                  <a:lnTo>
                    <a:pt x="4541" y="1734"/>
                  </a:lnTo>
                  <a:lnTo>
                    <a:pt x="3809" y="30"/>
                  </a:lnTo>
                  <a:cubicBezTo>
                    <a:pt x="3809" y="30"/>
                    <a:pt x="3701" y="0"/>
                    <a:pt x="35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5" name="Google Shape;6275;p102"/>
          <p:cNvGrpSpPr/>
          <p:nvPr/>
        </p:nvGrpSpPr>
        <p:grpSpPr>
          <a:xfrm>
            <a:off x="-301731" y="2688291"/>
            <a:ext cx="942613" cy="2225784"/>
            <a:chOff x="1214466" y="2918796"/>
            <a:chExt cx="786428" cy="1856987"/>
          </a:xfrm>
        </p:grpSpPr>
        <p:sp>
          <p:nvSpPr>
            <p:cNvPr id="6276" name="Google Shape;6276;p102"/>
            <p:cNvSpPr/>
            <p:nvPr/>
          </p:nvSpPr>
          <p:spPr>
            <a:xfrm>
              <a:off x="1718262" y="3276741"/>
              <a:ext cx="282632" cy="1052344"/>
            </a:xfrm>
            <a:custGeom>
              <a:rect b="b" l="l" r="r" t="t"/>
              <a:pathLst>
                <a:path extrusionOk="0" h="5086" w="1366">
                  <a:moveTo>
                    <a:pt x="1366" y="1"/>
                  </a:moveTo>
                  <a:lnTo>
                    <a:pt x="1" y="5005"/>
                  </a:lnTo>
                  <a:lnTo>
                    <a:pt x="99" y="5086"/>
                  </a:lnTo>
                  <a:cubicBezTo>
                    <a:pt x="1294" y="2321"/>
                    <a:pt x="1366" y="1"/>
                    <a:pt x="13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102"/>
            <p:cNvSpPr/>
            <p:nvPr/>
          </p:nvSpPr>
          <p:spPr>
            <a:xfrm>
              <a:off x="1696123" y="3276741"/>
              <a:ext cx="304771" cy="1035791"/>
            </a:xfrm>
            <a:custGeom>
              <a:rect b="b" l="l" r="r" t="t"/>
              <a:pathLst>
                <a:path extrusionOk="0" h="5006" w="1473">
                  <a:moveTo>
                    <a:pt x="1473" y="1"/>
                  </a:moveTo>
                  <a:cubicBezTo>
                    <a:pt x="1473" y="1"/>
                    <a:pt x="483" y="1553"/>
                    <a:pt x="1" y="4916"/>
                  </a:cubicBezTo>
                  <a:lnTo>
                    <a:pt x="108" y="5005"/>
                  </a:lnTo>
                  <a:lnTo>
                    <a:pt x="1473"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102"/>
            <p:cNvSpPr/>
            <p:nvPr/>
          </p:nvSpPr>
          <p:spPr>
            <a:xfrm>
              <a:off x="1687020" y="3134598"/>
              <a:ext cx="227182" cy="1069104"/>
            </a:xfrm>
            <a:custGeom>
              <a:rect b="b" l="l" r="r" t="t"/>
              <a:pathLst>
                <a:path extrusionOk="0" h="5167" w="1098">
                  <a:moveTo>
                    <a:pt x="999" y="1"/>
                  </a:moveTo>
                  <a:lnTo>
                    <a:pt x="0" y="5086"/>
                  </a:lnTo>
                  <a:lnTo>
                    <a:pt x="107" y="5166"/>
                  </a:lnTo>
                  <a:cubicBezTo>
                    <a:pt x="1097" y="2321"/>
                    <a:pt x="999" y="1"/>
                    <a:pt x="9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102"/>
            <p:cNvSpPr/>
            <p:nvPr/>
          </p:nvSpPr>
          <p:spPr>
            <a:xfrm>
              <a:off x="1664882" y="3134598"/>
              <a:ext cx="229044" cy="1052344"/>
            </a:xfrm>
            <a:custGeom>
              <a:rect b="b" l="l" r="r" t="t"/>
              <a:pathLst>
                <a:path extrusionOk="0" h="5086" w="1107">
                  <a:moveTo>
                    <a:pt x="1106" y="1"/>
                  </a:moveTo>
                  <a:cubicBezTo>
                    <a:pt x="1106" y="1"/>
                    <a:pt x="232" y="1625"/>
                    <a:pt x="0" y="5014"/>
                  </a:cubicBezTo>
                  <a:lnTo>
                    <a:pt x="107" y="5086"/>
                  </a:lnTo>
                  <a:lnTo>
                    <a:pt x="1106"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102"/>
            <p:cNvSpPr/>
            <p:nvPr/>
          </p:nvSpPr>
          <p:spPr>
            <a:xfrm>
              <a:off x="1648123" y="3007352"/>
              <a:ext cx="171938" cy="1118762"/>
            </a:xfrm>
            <a:custGeom>
              <a:rect b="b" l="l" r="r" t="t"/>
              <a:pathLst>
                <a:path extrusionOk="0" h="5407" w="831">
                  <a:moveTo>
                    <a:pt x="527" y="0"/>
                  </a:moveTo>
                  <a:lnTo>
                    <a:pt x="1" y="5362"/>
                  </a:lnTo>
                  <a:lnTo>
                    <a:pt x="108" y="5406"/>
                  </a:lnTo>
                  <a:cubicBezTo>
                    <a:pt x="830" y="2258"/>
                    <a:pt x="527" y="1"/>
                    <a:pt x="5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102"/>
            <p:cNvSpPr/>
            <p:nvPr/>
          </p:nvSpPr>
          <p:spPr>
            <a:xfrm>
              <a:off x="1609434" y="3007352"/>
              <a:ext cx="147937" cy="1109451"/>
            </a:xfrm>
            <a:custGeom>
              <a:rect b="b" l="l" r="r" t="t"/>
              <a:pathLst>
                <a:path extrusionOk="0" h="5362" w="715">
                  <a:moveTo>
                    <a:pt x="714" y="0"/>
                  </a:moveTo>
                  <a:lnTo>
                    <a:pt x="714" y="0"/>
                  </a:lnTo>
                  <a:cubicBezTo>
                    <a:pt x="714" y="1"/>
                    <a:pt x="1" y="1910"/>
                    <a:pt x="72" y="5326"/>
                  </a:cubicBezTo>
                  <a:lnTo>
                    <a:pt x="188" y="5362"/>
                  </a:lnTo>
                  <a:lnTo>
                    <a:pt x="71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102"/>
            <p:cNvSpPr/>
            <p:nvPr/>
          </p:nvSpPr>
          <p:spPr>
            <a:xfrm>
              <a:off x="1607571" y="2918796"/>
              <a:ext cx="109039" cy="1127866"/>
            </a:xfrm>
            <a:custGeom>
              <a:rect b="b" l="l" r="r" t="t"/>
              <a:pathLst>
                <a:path extrusionOk="0" h="5451" w="527">
                  <a:moveTo>
                    <a:pt x="1" y="0"/>
                  </a:moveTo>
                  <a:lnTo>
                    <a:pt x="1" y="5451"/>
                  </a:lnTo>
                  <a:lnTo>
                    <a:pt x="117" y="5451"/>
                  </a:lnTo>
                  <a:cubicBezTo>
                    <a:pt x="527" y="2114"/>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102"/>
            <p:cNvSpPr/>
            <p:nvPr/>
          </p:nvSpPr>
          <p:spPr>
            <a:xfrm>
              <a:off x="1500605" y="2918796"/>
              <a:ext cx="107177" cy="1127866"/>
            </a:xfrm>
            <a:custGeom>
              <a:rect b="b" l="l" r="r" t="t"/>
              <a:pathLst>
                <a:path extrusionOk="0" h="5451" w="518">
                  <a:moveTo>
                    <a:pt x="518" y="0"/>
                  </a:moveTo>
                  <a:cubicBezTo>
                    <a:pt x="518" y="0"/>
                    <a:pt x="0" y="2114"/>
                    <a:pt x="402" y="5451"/>
                  </a:cubicBezTo>
                  <a:lnTo>
                    <a:pt x="518" y="5451"/>
                  </a:lnTo>
                  <a:lnTo>
                    <a:pt x="51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102"/>
            <p:cNvSpPr/>
            <p:nvPr/>
          </p:nvSpPr>
          <p:spPr>
            <a:xfrm>
              <a:off x="1214466" y="3276741"/>
              <a:ext cx="284494" cy="1052344"/>
            </a:xfrm>
            <a:custGeom>
              <a:rect b="b" l="l" r="r" t="t"/>
              <a:pathLst>
                <a:path extrusionOk="0" h="5086" w="1375">
                  <a:moveTo>
                    <a:pt x="0" y="1"/>
                  </a:moveTo>
                  <a:cubicBezTo>
                    <a:pt x="0" y="1"/>
                    <a:pt x="72" y="2321"/>
                    <a:pt x="1276" y="5086"/>
                  </a:cubicBezTo>
                  <a:lnTo>
                    <a:pt x="1374" y="5005"/>
                  </a:lnTo>
                  <a:lnTo>
                    <a:pt x="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102"/>
            <p:cNvSpPr/>
            <p:nvPr/>
          </p:nvSpPr>
          <p:spPr>
            <a:xfrm>
              <a:off x="1214466" y="3276741"/>
              <a:ext cx="304771" cy="1035791"/>
            </a:xfrm>
            <a:custGeom>
              <a:rect b="b" l="l" r="r" t="t"/>
              <a:pathLst>
                <a:path extrusionOk="0" h="5006" w="1473">
                  <a:moveTo>
                    <a:pt x="0" y="1"/>
                  </a:moveTo>
                  <a:lnTo>
                    <a:pt x="1374" y="5005"/>
                  </a:lnTo>
                  <a:lnTo>
                    <a:pt x="1472" y="4916"/>
                  </a:lnTo>
                  <a:cubicBezTo>
                    <a:pt x="1000" y="1553"/>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102"/>
            <p:cNvSpPr/>
            <p:nvPr/>
          </p:nvSpPr>
          <p:spPr>
            <a:xfrm>
              <a:off x="1301156" y="3134598"/>
              <a:ext cx="229044" cy="1069104"/>
            </a:xfrm>
            <a:custGeom>
              <a:rect b="b" l="l" r="r" t="t"/>
              <a:pathLst>
                <a:path extrusionOk="0" h="5167" w="1107">
                  <a:moveTo>
                    <a:pt x="108" y="1"/>
                  </a:moveTo>
                  <a:cubicBezTo>
                    <a:pt x="108" y="1"/>
                    <a:pt x="1" y="2321"/>
                    <a:pt x="1000" y="5166"/>
                  </a:cubicBezTo>
                  <a:lnTo>
                    <a:pt x="1107" y="5086"/>
                  </a:lnTo>
                  <a:lnTo>
                    <a:pt x="10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102"/>
            <p:cNvSpPr/>
            <p:nvPr/>
          </p:nvSpPr>
          <p:spPr>
            <a:xfrm>
              <a:off x="1323294" y="3134598"/>
              <a:ext cx="229044" cy="1052344"/>
            </a:xfrm>
            <a:custGeom>
              <a:rect b="b" l="l" r="r" t="t"/>
              <a:pathLst>
                <a:path extrusionOk="0" h="5086" w="1107">
                  <a:moveTo>
                    <a:pt x="1" y="1"/>
                  </a:moveTo>
                  <a:lnTo>
                    <a:pt x="1000" y="5086"/>
                  </a:lnTo>
                  <a:lnTo>
                    <a:pt x="1107" y="5014"/>
                  </a:lnTo>
                  <a:cubicBezTo>
                    <a:pt x="875" y="1625"/>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102"/>
            <p:cNvSpPr/>
            <p:nvPr/>
          </p:nvSpPr>
          <p:spPr>
            <a:xfrm>
              <a:off x="1395295" y="3007352"/>
              <a:ext cx="173800" cy="1118762"/>
            </a:xfrm>
            <a:custGeom>
              <a:rect b="b" l="l" r="r" t="t"/>
              <a:pathLst>
                <a:path extrusionOk="0" h="5407" w="840">
                  <a:moveTo>
                    <a:pt x="313" y="0"/>
                  </a:moveTo>
                  <a:cubicBezTo>
                    <a:pt x="313" y="1"/>
                    <a:pt x="1" y="2258"/>
                    <a:pt x="723" y="5406"/>
                  </a:cubicBezTo>
                  <a:lnTo>
                    <a:pt x="839" y="5362"/>
                  </a:lnTo>
                  <a:lnTo>
                    <a:pt x="313"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102"/>
            <p:cNvSpPr/>
            <p:nvPr/>
          </p:nvSpPr>
          <p:spPr>
            <a:xfrm>
              <a:off x="1459847" y="3007352"/>
              <a:ext cx="147937" cy="1109451"/>
            </a:xfrm>
            <a:custGeom>
              <a:rect b="b" l="l" r="r" t="t"/>
              <a:pathLst>
                <a:path extrusionOk="0" h="5362" w="715">
                  <a:moveTo>
                    <a:pt x="1" y="0"/>
                  </a:moveTo>
                  <a:lnTo>
                    <a:pt x="527" y="5362"/>
                  </a:lnTo>
                  <a:lnTo>
                    <a:pt x="634" y="5326"/>
                  </a:lnTo>
                  <a:cubicBezTo>
                    <a:pt x="715" y="1910"/>
                    <a:pt x="1" y="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102"/>
            <p:cNvSpPr/>
            <p:nvPr/>
          </p:nvSpPr>
          <p:spPr>
            <a:xfrm>
              <a:off x="1268053" y="3994907"/>
              <a:ext cx="681131" cy="86902"/>
            </a:xfrm>
            <a:custGeom>
              <a:rect b="b" l="l" r="r" t="t"/>
              <a:pathLst>
                <a:path extrusionOk="0" h="420" w="3292">
                  <a:moveTo>
                    <a:pt x="0" y="0"/>
                  </a:moveTo>
                  <a:lnTo>
                    <a:pt x="0" y="419"/>
                  </a:lnTo>
                  <a:lnTo>
                    <a:pt x="3292" y="419"/>
                  </a:lnTo>
                  <a:lnTo>
                    <a:pt x="3292"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102"/>
            <p:cNvSpPr/>
            <p:nvPr/>
          </p:nvSpPr>
          <p:spPr>
            <a:xfrm>
              <a:off x="1308605" y="4081600"/>
              <a:ext cx="598162" cy="694183"/>
            </a:xfrm>
            <a:custGeom>
              <a:rect b="b" l="l" r="r" t="t"/>
              <a:pathLst>
                <a:path extrusionOk="0" h="3355" w="2891">
                  <a:moveTo>
                    <a:pt x="0" y="0"/>
                  </a:moveTo>
                  <a:lnTo>
                    <a:pt x="250" y="3355"/>
                  </a:lnTo>
                  <a:lnTo>
                    <a:pt x="2650" y="3355"/>
                  </a:lnTo>
                  <a:lnTo>
                    <a:pt x="289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102"/>
            <p:cNvSpPr/>
            <p:nvPr/>
          </p:nvSpPr>
          <p:spPr>
            <a:xfrm>
              <a:off x="1308605" y="4081600"/>
              <a:ext cx="598162" cy="51934"/>
            </a:xfrm>
            <a:custGeom>
              <a:rect b="b" l="l" r="r" t="t"/>
              <a:pathLst>
                <a:path extrusionOk="0" h="251" w="2891">
                  <a:moveTo>
                    <a:pt x="0" y="0"/>
                  </a:moveTo>
                  <a:lnTo>
                    <a:pt x="18" y="250"/>
                  </a:lnTo>
                  <a:lnTo>
                    <a:pt x="2873" y="250"/>
                  </a:lnTo>
                  <a:lnTo>
                    <a:pt x="289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3" name="Google Shape;6293;p102"/>
          <p:cNvSpPr/>
          <p:nvPr/>
        </p:nvSpPr>
        <p:spPr>
          <a:xfrm>
            <a:off x="3335900" y="4668671"/>
            <a:ext cx="638923" cy="98075"/>
          </a:xfrm>
          <a:custGeom>
            <a:rect b="b" l="l" r="r" t="t"/>
            <a:pathLst>
              <a:path extrusionOk="0" h="474" w="3088">
                <a:moveTo>
                  <a:pt x="1544" y="1"/>
                </a:moveTo>
                <a:cubicBezTo>
                  <a:pt x="688" y="1"/>
                  <a:pt x="1" y="108"/>
                  <a:pt x="1" y="233"/>
                </a:cubicBezTo>
                <a:cubicBezTo>
                  <a:pt x="1" y="366"/>
                  <a:pt x="688" y="474"/>
                  <a:pt x="1544" y="474"/>
                </a:cubicBezTo>
                <a:cubicBezTo>
                  <a:pt x="2400" y="474"/>
                  <a:pt x="3087" y="366"/>
                  <a:pt x="3087" y="233"/>
                </a:cubicBezTo>
                <a:cubicBezTo>
                  <a:pt x="3087" y="108"/>
                  <a:pt x="2400" y="1"/>
                  <a:pt x="1544" y="1"/>
                </a:cubicBez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94" name="Google Shape;6294;p102"/>
          <p:cNvGrpSpPr/>
          <p:nvPr/>
        </p:nvGrpSpPr>
        <p:grpSpPr>
          <a:xfrm>
            <a:off x="3281612" y="2848135"/>
            <a:ext cx="769416" cy="1873929"/>
            <a:chOff x="3455165" y="2902037"/>
            <a:chExt cx="635198" cy="1547039"/>
          </a:xfrm>
        </p:grpSpPr>
        <p:sp>
          <p:nvSpPr>
            <p:cNvPr id="6295" name="Google Shape;6295;p102"/>
            <p:cNvSpPr/>
            <p:nvPr/>
          </p:nvSpPr>
          <p:spPr>
            <a:xfrm>
              <a:off x="3477303" y="2902037"/>
              <a:ext cx="590921" cy="956338"/>
            </a:xfrm>
            <a:custGeom>
              <a:rect b="b" l="l" r="r" t="t"/>
              <a:pathLst>
                <a:path extrusionOk="0" h="4622" w="2856">
                  <a:moveTo>
                    <a:pt x="1428" y="1"/>
                  </a:moveTo>
                  <a:cubicBezTo>
                    <a:pt x="1428" y="1"/>
                    <a:pt x="1330" y="90"/>
                    <a:pt x="1339" y="144"/>
                  </a:cubicBezTo>
                  <a:cubicBezTo>
                    <a:pt x="1348" y="206"/>
                    <a:pt x="1383" y="277"/>
                    <a:pt x="1330" y="295"/>
                  </a:cubicBezTo>
                  <a:cubicBezTo>
                    <a:pt x="1285" y="304"/>
                    <a:pt x="1285" y="331"/>
                    <a:pt x="1214" y="358"/>
                  </a:cubicBezTo>
                  <a:cubicBezTo>
                    <a:pt x="1143" y="376"/>
                    <a:pt x="1214" y="456"/>
                    <a:pt x="1214" y="509"/>
                  </a:cubicBezTo>
                  <a:cubicBezTo>
                    <a:pt x="1214" y="563"/>
                    <a:pt x="1107" y="857"/>
                    <a:pt x="1107" y="857"/>
                  </a:cubicBezTo>
                  <a:lnTo>
                    <a:pt x="1027" y="973"/>
                  </a:lnTo>
                  <a:cubicBezTo>
                    <a:pt x="1027" y="973"/>
                    <a:pt x="812" y="1152"/>
                    <a:pt x="812" y="1232"/>
                  </a:cubicBezTo>
                  <a:cubicBezTo>
                    <a:pt x="812" y="1312"/>
                    <a:pt x="830" y="1312"/>
                    <a:pt x="857" y="1410"/>
                  </a:cubicBezTo>
                  <a:cubicBezTo>
                    <a:pt x="884" y="1517"/>
                    <a:pt x="848" y="1491"/>
                    <a:pt x="812" y="1553"/>
                  </a:cubicBezTo>
                  <a:cubicBezTo>
                    <a:pt x="777" y="1616"/>
                    <a:pt x="465" y="1767"/>
                    <a:pt x="465" y="1767"/>
                  </a:cubicBezTo>
                  <a:cubicBezTo>
                    <a:pt x="465" y="1767"/>
                    <a:pt x="366" y="1856"/>
                    <a:pt x="366" y="1883"/>
                  </a:cubicBezTo>
                  <a:cubicBezTo>
                    <a:pt x="366" y="1910"/>
                    <a:pt x="465" y="2106"/>
                    <a:pt x="465" y="2106"/>
                  </a:cubicBezTo>
                  <a:lnTo>
                    <a:pt x="491" y="2222"/>
                  </a:lnTo>
                  <a:lnTo>
                    <a:pt x="366" y="2347"/>
                  </a:lnTo>
                  <a:cubicBezTo>
                    <a:pt x="366" y="2347"/>
                    <a:pt x="313" y="2410"/>
                    <a:pt x="313" y="2454"/>
                  </a:cubicBezTo>
                  <a:cubicBezTo>
                    <a:pt x="322" y="2499"/>
                    <a:pt x="313" y="2454"/>
                    <a:pt x="420" y="2659"/>
                  </a:cubicBezTo>
                  <a:cubicBezTo>
                    <a:pt x="483" y="2786"/>
                    <a:pt x="465" y="2809"/>
                    <a:pt x="444" y="2809"/>
                  </a:cubicBezTo>
                  <a:cubicBezTo>
                    <a:pt x="432" y="2809"/>
                    <a:pt x="420" y="2802"/>
                    <a:pt x="420" y="2802"/>
                  </a:cubicBezTo>
                  <a:lnTo>
                    <a:pt x="90" y="2963"/>
                  </a:lnTo>
                  <a:cubicBezTo>
                    <a:pt x="90" y="2963"/>
                    <a:pt x="126" y="3016"/>
                    <a:pt x="126" y="3034"/>
                  </a:cubicBezTo>
                  <a:cubicBezTo>
                    <a:pt x="134" y="3052"/>
                    <a:pt x="188" y="3114"/>
                    <a:pt x="250" y="3177"/>
                  </a:cubicBezTo>
                  <a:cubicBezTo>
                    <a:pt x="304" y="3239"/>
                    <a:pt x="152" y="3328"/>
                    <a:pt x="152" y="3328"/>
                  </a:cubicBezTo>
                  <a:lnTo>
                    <a:pt x="1" y="3605"/>
                  </a:lnTo>
                  <a:lnTo>
                    <a:pt x="90" y="3783"/>
                  </a:lnTo>
                  <a:lnTo>
                    <a:pt x="215" y="3953"/>
                  </a:lnTo>
                  <a:cubicBezTo>
                    <a:pt x="215" y="3953"/>
                    <a:pt x="188" y="3989"/>
                    <a:pt x="188" y="4042"/>
                  </a:cubicBezTo>
                  <a:cubicBezTo>
                    <a:pt x="188" y="4105"/>
                    <a:pt x="250" y="4399"/>
                    <a:pt x="250" y="4399"/>
                  </a:cubicBezTo>
                  <a:lnTo>
                    <a:pt x="366" y="4622"/>
                  </a:lnTo>
                  <a:lnTo>
                    <a:pt x="1428" y="4595"/>
                  </a:lnTo>
                  <a:lnTo>
                    <a:pt x="2490" y="4622"/>
                  </a:lnTo>
                  <a:lnTo>
                    <a:pt x="2606" y="4399"/>
                  </a:lnTo>
                  <a:cubicBezTo>
                    <a:pt x="2606" y="4399"/>
                    <a:pt x="2668" y="4105"/>
                    <a:pt x="2668" y="4042"/>
                  </a:cubicBezTo>
                  <a:cubicBezTo>
                    <a:pt x="2668" y="3989"/>
                    <a:pt x="2641" y="3953"/>
                    <a:pt x="2641" y="3953"/>
                  </a:cubicBezTo>
                  <a:lnTo>
                    <a:pt x="2766" y="3783"/>
                  </a:lnTo>
                  <a:lnTo>
                    <a:pt x="2855" y="3605"/>
                  </a:lnTo>
                  <a:lnTo>
                    <a:pt x="2704" y="3328"/>
                  </a:lnTo>
                  <a:cubicBezTo>
                    <a:pt x="2704" y="3328"/>
                    <a:pt x="2552" y="3239"/>
                    <a:pt x="2606" y="3177"/>
                  </a:cubicBezTo>
                  <a:cubicBezTo>
                    <a:pt x="2668" y="3114"/>
                    <a:pt x="2722" y="3052"/>
                    <a:pt x="2730" y="3034"/>
                  </a:cubicBezTo>
                  <a:cubicBezTo>
                    <a:pt x="2730" y="3016"/>
                    <a:pt x="2766" y="2963"/>
                    <a:pt x="2766" y="2963"/>
                  </a:cubicBezTo>
                  <a:lnTo>
                    <a:pt x="2436" y="2802"/>
                  </a:lnTo>
                  <a:cubicBezTo>
                    <a:pt x="2436" y="2802"/>
                    <a:pt x="2424" y="2809"/>
                    <a:pt x="2412" y="2809"/>
                  </a:cubicBezTo>
                  <a:cubicBezTo>
                    <a:pt x="2391" y="2809"/>
                    <a:pt x="2373" y="2786"/>
                    <a:pt x="2436" y="2659"/>
                  </a:cubicBezTo>
                  <a:cubicBezTo>
                    <a:pt x="2543" y="2454"/>
                    <a:pt x="2534" y="2499"/>
                    <a:pt x="2543" y="2454"/>
                  </a:cubicBezTo>
                  <a:cubicBezTo>
                    <a:pt x="2543" y="2410"/>
                    <a:pt x="2490" y="2347"/>
                    <a:pt x="2490" y="2347"/>
                  </a:cubicBezTo>
                  <a:lnTo>
                    <a:pt x="2365" y="2222"/>
                  </a:lnTo>
                  <a:lnTo>
                    <a:pt x="2391" y="2106"/>
                  </a:lnTo>
                  <a:cubicBezTo>
                    <a:pt x="2391" y="2106"/>
                    <a:pt x="2490" y="1910"/>
                    <a:pt x="2490" y="1883"/>
                  </a:cubicBezTo>
                  <a:cubicBezTo>
                    <a:pt x="2490" y="1856"/>
                    <a:pt x="2391" y="1767"/>
                    <a:pt x="2391" y="1767"/>
                  </a:cubicBezTo>
                  <a:cubicBezTo>
                    <a:pt x="2391" y="1767"/>
                    <a:pt x="2079" y="1616"/>
                    <a:pt x="2044" y="1553"/>
                  </a:cubicBezTo>
                  <a:cubicBezTo>
                    <a:pt x="2008" y="1491"/>
                    <a:pt x="1972" y="1517"/>
                    <a:pt x="1999" y="1410"/>
                  </a:cubicBezTo>
                  <a:cubicBezTo>
                    <a:pt x="2026" y="1312"/>
                    <a:pt x="2044" y="1312"/>
                    <a:pt x="2044" y="1232"/>
                  </a:cubicBezTo>
                  <a:cubicBezTo>
                    <a:pt x="2044" y="1152"/>
                    <a:pt x="1829" y="973"/>
                    <a:pt x="1829" y="973"/>
                  </a:cubicBezTo>
                  <a:lnTo>
                    <a:pt x="1749" y="857"/>
                  </a:lnTo>
                  <a:cubicBezTo>
                    <a:pt x="1749" y="857"/>
                    <a:pt x="1642" y="563"/>
                    <a:pt x="1642" y="509"/>
                  </a:cubicBezTo>
                  <a:cubicBezTo>
                    <a:pt x="1642" y="456"/>
                    <a:pt x="1713" y="376"/>
                    <a:pt x="1642" y="358"/>
                  </a:cubicBezTo>
                  <a:cubicBezTo>
                    <a:pt x="1571" y="331"/>
                    <a:pt x="1571" y="304"/>
                    <a:pt x="1526" y="295"/>
                  </a:cubicBezTo>
                  <a:cubicBezTo>
                    <a:pt x="1473" y="277"/>
                    <a:pt x="1508" y="206"/>
                    <a:pt x="1517" y="144"/>
                  </a:cubicBezTo>
                  <a:cubicBezTo>
                    <a:pt x="1526" y="90"/>
                    <a:pt x="1428" y="1"/>
                    <a:pt x="142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102"/>
            <p:cNvSpPr/>
            <p:nvPr/>
          </p:nvSpPr>
          <p:spPr>
            <a:xfrm>
              <a:off x="3584476" y="3249016"/>
              <a:ext cx="376567" cy="609350"/>
            </a:xfrm>
            <a:custGeom>
              <a:rect b="b" l="l" r="r" t="t"/>
              <a:pathLst>
                <a:path extrusionOk="0" h="2945" w="1820">
                  <a:moveTo>
                    <a:pt x="910" y="1"/>
                  </a:moveTo>
                  <a:cubicBezTo>
                    <a:pt x="910" y="1"/>
                    <a:pt x="848" y="63"/>
                    <a:pt x="856" y="99"/>
                  </a:cubicBezTo>
                  <a:cubicBezTo>
                    <a:pt x="856" y="135"/>
                    <a:pt x="883" y="179"/>
                    <a:pt x="848" y="188"/>
                  </a:cubicBezTo>
                  <a:cubicBezTo>
                    <a:pt x="821" y="197"/>
                    <a:pt x="821" y="215"/>
                    <a:pt x="776" y="233"/>
                  </a:cubicBezTo>
                  <a:cubicBezTo>
                    <a:pt x="732" y="242"/>
                    <a:pt x="776" y="286"/>
                    <a:pt x="776" y="322"/>
                  </a:cubicBezTo>
                  <a:cubicBezTo>
                    <a:pt x="776" y="358"/>
                    <a:pt x="705" y="545"/>
                    <a:pt x="705" y="545"/>
                  </a:cubicBezTo>
                  <a:lnTo>
                    <a:pt x="651" y="625"/>
                  </a:lnTo>
                  <a:cubicBezTo>
                    <a:pt x="651" y="625"/>
                    <a:pt x="517" y="741"/>
                    <a:pt x="517" y="786"/>
                  </a:cubicBezTo>
                  <a:cubicBezTo>
                    <a:pt x="517" y="840"/>
                    <a:pt x="526" y="840"/>
                    <a:pt x="544" y="902"/>
                  </a:cubicBezTo>
                  <a:cubicBezTo>
                    <a:pt x="562" y="964"/>
                    <a:pt x="544" y="947"/>
                    <a:pt x="517" y="991"/>
                  </a:cubicBezTo>
                  <a:cubicBezTo>
                    <a:pt x="500" y="1027"/>
                    <a:pt x="294" y="1125"/>
                    <a:pt x="294" y="1125"/>
                  </a:cubicBezTo>
                  <a:cubicBezTo>
                    <a:pt x="294" y="1125"/>
                    <a:pt x="241" y="1179"/>
                    <a:pt x="241" y="1196"/>
                  </a:cubicBezTo>
                  <a:cubicBezTo>
                    <a:pt x="241" y="1214"/>
                    <a:pt x="294" y="1348"/>
                    <a:pt x="294" y="1348"/>
                  </a:cubicBezTo>
                  <a:lnTo>
                    <a:pt x="312" y="1419"/>
                  </a:lnTo>
                  <a:lnTo>
                    <a:pt x="232" y="1491"/>
                  </a:lnTo>
                  <a:cubicBezTo>
                    <a:pt x="232" y="1491"/>
                    <a:pt x="196" y="1535"/>
                    <a:pt x="205" y="1562"/>
                  </a:cubicBezTo>
                  <a:cubicBezTo>
                    <a:pt x="205" y="1598"/>
                    <a:pt x="205" y="1562"/>
                    <a:pt x="268" y="1696"/>
                  </a:cubicBezTo>
                  <a:cubicBezTo>
                    <a:pt x="307" y="1775"/>
                    <a:pt x="297" y="1790"/>
                    <a:pt x="283" y="1790"/>
                  </a:cubicBezTo>
                  <a:cubicBezTo>
                    <a:pt x="276" y="1790"/>
                    <a:pt x="268" y="1785"/>
                    <a:pt x="268" y="1785"/>
                  </a:cubicBezTo>
                  <a:lnTo>
                    <a:pt x="62" y="1883"/>
                  </a:lnTo>
                  <a:cubicBezTo>
                    <a:pt x="62" y="1883"/>
                    <a:pt x="80" y="1919"/>
                    <a:pt x="80" y="1937"/>
                  </a:cubicBezTo>
                  <a:cubicBezTo>
                    <a:pt x="89" y="1946"/>
                    <a:pt x="116" y="1990"/>
                    <a:pt x="161" y="2026"/>
                  </a:cubicBezTo>
                  <a:cubicBezTo>
                    <a:pt x="196" y="2071"/>
                    <a:pt x="98" y="2124"/>
                    <a:pt x="98" y="2124"/>
                  </a:cubicBezTo>
                  <a:lnTo>
                    <a:pt x="0" y="2303"/>
                  </a:lnTo>
                  <a:lnTo>
                    <a:pt x="62" y="2410"/>
                  </a:lnTo>
                  <a:lnTo>
                    <a:pt x="134" y="2517"/>
                  </a:lnTo>
                  <a:cubicBezTo>
                    <a:pt x="134" y="2517"/>
                    <a:pt x="116" y="2543"/>
                    <a:pt x="116" y="2579"/>
                  </a:cubicBezTo>
                  <a:cubicBezTo>
                    <a:pt x="116" y="2615"/>
                    <a:pt x="161" y="2802"/>
                    <a:pt x="161" y="2802"/>
                  </a:cubicBezTo>
                  <a:lnTo>
                    <a:pt x="232" y="2945"/>
                  </a:lnTo>
                  <a:lnTo>
                    <a:pt x="910" y="2927"/>
                  </a:lnTo>
                  <a:lnTo>
                    <a:pt x="1588" y="2945"/>
                  </a:lnTo>
                  <a:lnTo>
                    <a:pt x="1659" y="2802"/>
                  </a:lnTo>
                  <a:cubicBezTo>
                    <a:pt x="1659" y="2802"/>
                    <a:pt x="1704" y="2615"/>
                    <a:pt x="1704" y="2579"/>
                  </a:cubicBezTo>
                  <a:cubicBezTo>
                    <a:pt x="1704" y="2543"/>
                    <a:pt x="1686" y="2517"/>
                    <a:pt x="1686" y="2517"/>
                  </a:cubicBezTo>
                  <a:lnTo>
                    <a:pt x="1757" y="2410"/>
                  </a:lnTo>
                  <a:lnTo>
                    <a:pt x="1820" y="2303"/>
                  </a:lnTo>
                  <a:lnTo>
                    <a:pt x="1722" y="2124"/>
                  </a:lnTo>
                  <a:cubicBezTo>
                    <a:pt x="1722" y="2124"/>
                    <a:pt x="1624" y="2071"/>
                    <a:pt x="1659" y="2026"/>
                  </a:cubicBezTo>
                  <a:cubicBezTo>
                    <a:pt x="1704" y="1990"/>
                    <a:pt x="1731" y="1946"/>
                    <a:pt x="1740" y="1937"/>
                  </a:cubicBezTo>
                  <a:cubicBezTo>
                    <a:pt x="1740" y="1919"/>
                    <a:pt x="1757" y="1883"/>
                    <a:pt x="1757" y="1883"/>
                  </a:cubicBezTo>
                  <a:lnTo>
                    <a:pt x="1552" y="1785"/>
                  </a:lnTo>
                  <a:cubicBezTo>
                    <a:pt x="1552" y="1785"/>
                    <a:pt x="1544" y="1790"/>
                    <a:pt x="1537" y="1790"/>
                  </a:cubicBezTo>
                  <a:cubicBezTo>
                    <a:pt x="1523" y="1790"/>
                    <a:pt x="1513" y="1775"/>
                    <a:pt x="1552" y="1696"/>
                  </a:cubicBezTo>
                  <a:cubicBezTo>
                    <a:pt x="1615" y="1562"/>
                    <a:pt x="1615" y="1598"/>
                    <a:pt x="1615" y="1562"/>
                  </a:cubicBezTo>
                  <a:cubicBezTo>
                    <a:pt x="1624" y="1535"/>
                    <a:pt x="1588" y="1491"/>
                    <a:pt x="1588" y="1491"/>
                  </a:cubicBezTo>
                  <a:lnTo>
                    <a:pt x="1508" y="1419"/>
                  </a:lnTo>
                  <a:lnTo>
                    <a:pt x="1526" y="1348"/>
                  </a:lnTo>
                  <a:cubicBezTo>
                    <a:pt x="1526" y="1348"/>
                    <a:pt x="1579" y="1214"/>
                    <a:pt x="1579" y="1196"/>
                  </a:cubicBezTo>
                  <a:cubicBezTo>
                    <a:pt x="1579" y="1179"/>
                    <a:pt x="1526" y="1125"/>
                    <a:pt x="1526" y="1125"/>
                  </a:cubicBezTo>
                  <a:cubicBezTo>
                    <a:pt x="1526" y="1125"/>
                    <a:pt x="1320" y="1027"/>
                    <a:pt x="1303" y="991"/>
                  </a:cubicBezTo>
                  <a:cubicBezTo>
                    <a:pt x="1276" y="947"/>
                    <a:pt x="1258" y="964"/>
                    <a:pt x="1276" y="902"/>
                  </a:cubicBezTo>
                  <a:cubicBezTo>
                    <a:pt x="1294" y="840"/>
                    <a:pt x="1303" y="840"/>
                    <a:pt x="1303" y="786"/>
                  </a:cubicBezTo>
                  <a:cubicBezTo>
                    <a:pt x="1303" y="741"/>
                    <a:pt x="1169" y="625"/>
                    <a:pt x="1169" y="625"/>
                  </a:cubicBezTo>
                  <a:lnTo>
                    <a:pt x="1115" y="545"/>
                  </a:lnTo>
                  <a:cubicBezTo>
                    <a:pt x="1115" y="545"/>
                    <a:pt x="1044" y="358"/>
                    <a:pt x="1044" y="322"/>
                  </a:cubicBezTo>
                  <a:cubicBezTo>
                    <a:pt x="1044" y="286"/>
                    <a:pt x="1088" y="242"/>
                    <a:pt x="1044" y="233"/>
                  </a:cubicBezTo>
                  <a:cubicBezTo>
                    <a:pt x="999" y="215"/>
                    <a:pt x="999" y="197"/>
                    <a:pt x="972" y="188"/>
                  </a:cubicBezTo>
                  <a:cubicBezTo>
                    <a:pt x="937" y="179"/>
                    <a:pt x="964" y="135"/>
                    <a:pt x="964" y="99"/>
                  </a:cubicBezTo>
                  <a:cubicBezTo>
                    <a:pt x="972" y="63"/>
                    <a:pt x="91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102"/>
            <p:cNvSpPr/>
            <p:nvPr/>
          </p:nvSpPr>
          <p:spPr>
            <a:xfrm>
              <a:off x="3468200" y="3647721"/>
              <a:ext cx="234423" cy="129733"/>
            </a:xfrm>
            <a:custGeom>
              <a:rect b="b" l="l" r="r" t="t"/>
              <a:pathLst>
                <a:path extrusionOk="0" h="627" w="1133">
                  <a:moveTo>
                    <a:pt x="800" y="503"/>
                  </a:moveTo>
                  <a:lnTo>
                    <a:pt x="785" y="518"/>
                  </a:lnTo>
                  <a:cubicBezTo>
                    <a:pt x="785" y="518"/>
                    <a:pt x="808" y="505"/>
                    <a:pt x="800" y="503"/>
                  </a:cubicBezTo>
                  <a:close/>
                  <a:moveTo>
                    <a:pt x="696" y="1"/>
                  </a:moveTo>
                  <a:cubicBezTo>
                    <a:pt x="624" y="1"/>
                    <a:pt x="277" y="117"/>
                    <a:pt x="170" y="117"/>
                  </a:cubicBezTo>
                  <a:cubicBezTo>
                    <a:pt x="54" y="117"/>
                    <a:pt x="0" y="224"/>
                    <a:pt x="0" y="224"/>
                  </a:cubicBezTo>
                  <a:lnTo>
                    <a:pt x="0" y="349"/>
                  </a:lnTo>
                  <a:lnTo>
                    <a:pt x="71" y="518"/>
                  </a:lnTo>
                  <a:lnTo>
                    <a:pt x="205" y="518"/>
                  </a:lnTo>
                  <a:lnTo>
                    <a:pt x="294" y="590"/>
                  </a:lnTo>
                  <a:cubicBezTo>
                    <a:pt x="294" y="590"/>
                    <a:pt x="390" y="627"/>
                    <a:pt x="448" y="627"/>
                  </a:cubicBezTo>
                  <a:cubicBezTo>
                    <a:pt x="454" y="627"/>
                    <a:pt x="459" y="626"/>
                    <a:pt x="464" y="625"/>
                  </a:cubicBezTo>
                  <a:cubicBezTo>
                    <a:pt x="517" y="616"/>
                    <a:pt x="491" y="616"/>
                    <a:pt x="509" y="599"/>
                  </a:cubicBezTo>
                  <a:cubicBezTo>
                    <a:pt x="535" y="581"/>
                    <a:pt x="616" y="545"/>
                    <a:pt x="732" y="518"/>
                  </a:cubicBezTo>
                  <a:cubicBezTo>
                    <a:pt x="770" y="506"/>
                    <a:pt x="789" y="502"/>
                    <a:pt x="797" y="502"/>
                  </a:cubicBezTo>
                  <a:cubicBezTo>
                    <a:pt x="799" y="502"/>
                    <a:pt x="800" y="503"/>
                    <a:pt x="800" y="503"/>
                  </a:cubicBezTo>
                  <a:lnTo>
                    <a:pt x="800" y="503"/>
                  </a:lnTo>
                  <a:lnTo>
                    <a:pt x="865" y="438"/>
                  </a:lnTo>
                  <a:cubicBezTo>
                    <a:pt x="865" y="438"/>
                    <a:pt x="869" y="439"/>
                    <a:pt x="875" y="439"/>
                  </a:cubicBezTo>
                  <a:cubicBezTo>
                    <a:pt x="891" y="439"/>
                    <a:pt x="923" y="434"/>
                    <a:pt x="955" y="402"/>
                  </a:cubicBezTo>
                  <a:cubicBezTo>
                    <a:pt x="999" y="367"/>
                    <a:pt x="955" y="313"/>
                    <a:pt x="955" y="313"/>
                  </a:cubicBezTo>
                  <a:cubicBezTo>
                    <a:pt x="955" y="313"/>
                    <a:pt x="981" y="313"/>
                    <a:pt x="1053" y="269"/>
                  </a:cubicBezTo>
                  <a:cubicBezTo>
                    <a:pt x="1133" y="233"/>
                    <a:pt x="1106" y="215"/>
                    <a:pt x="1106" y="215"/>
                  </a:cubicBezTo>
                  <a:lnTo>
                    <a:pt x="1106" y="170"/>
                  </a:lnTo>
                  <a:lnTo>
                    <a:pt x="1053" y="126"/>
                  </a:lnTo>
                  <a:cubicBezTo>
                    <a:pt x="1053" y="126"/>
                    <a:pt x="767" y="1"/>
                    <a:pt x="696"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102"/>
            <p:cNvSpPr/>
            <p:nvPr/>
          </p:nvSpPr>
          <p:spPr>
            <a:xfrm>
              <a:off x="3800270" y="3535165"/>
              <a:ext cx="206284" cy="138837"/>
            </a:xfrm>
            <a:custGeom>
              <a:rect b="b" l="l" r="r" t="t"/>
              <a:pathLst>
                <a:path extrusionOk="0" h="671" w="997">
                  <a:moveTo>
                    <a:pt x="643" y="1"/>
                  </a:moveTo>
                  <a:lnTo>
                    <a:pt x="411" y="152"/>
                  </a:lnTo>
                  <a:cubicBezTo>
                    <a:pt x="411" y="152"/>
                    <a:pt x="277" y="206"/>
                    <a:pt x="161" y="206"/>
                  </a:cubicBezTo>
                  <a:cubicBezTo>
                    <a:pt x="150" y="205"/>
                    <a:pt x="140" y="205"/>
                    <a:pt x="130" y="205"/>
                  </a:cubicBezTo>
                  <a:cubicBezTo>
                    <a:pt x="49" y="205"/>
                    <a:pt x="25" y="236"/>
                    <a:pt x="1" y="268"/>
                  </a:cubicBezTo>
                  <a:lnTo>
                    <a:pt x="1" y="465"/>
                  </a:lnTo>
                  <a:lnTo>
                    <a:pt x="197" y="545"/>
                  </a:lnTo>
                  <a:lnTo>
                    <a:pt x="340" y="652"/>
                  </a:lnTo>
                  <a:cubicBezTo>
                    <a:pt x="340" y="652"/>
                    <a:pt x="453" y="671"/>
                    <a:pt x="525" y="671"/>
                  </a:cubicBezTo>
                  <a:cubicBezTo>
                    <a:pt x="552" y="671"/>
                    <a:pt x="573" y="668"/>
                    <a:pt x="581" y="661"/>
                  </a:cubicBezTo>
                  <a:cubicBezTo>
                    <a:pt x="599" y="643"/>
                    <a:pt x="670" y="482"/>
                    <a:pt x="670" y="482"/>
                  </a:cubicBezTo>
                  <a:cubicBezTo>
                    <a:pt x="670" y="482"/>
                    <a:pt x="741" y="420"/>
                    <a:pt x="902" y="268"/>
                  </a:cubicBezTo>
                  <a:cubicBezTo>
                    <a:pt x="987" y="178"/>
                    <a:pt x="996" y="158"/>
                    <a:pt x="988" y="158"/>
                  </a:cubicBezTo>
                  <a:cubicBezTo>
                    <a:pt x="981" y="158"/>
                    <a:pt x="964" y="170"/>
                    <a:pt x="964" y="170"/>
                  </a:cubicBezTo>
                  <a:lnTo>
                    <a:pt x="902" y="54"/>
                  </a:lnTo>
                  <a:lnTo>
                    <a:pt x="643" y="1"/>
                  </a:ln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102"/>
            <p:cNvSpPr/>
            <p:nvPr/>
          </p:nvSpPr>
          <p:spPr>
            <a:xfrm>
              <a:off x="3554890" y="3458610"/>
              <a:ext cx="181042" cy="95179"/>
            </a:xfrm>
            <a:custGeom>
              <a:rect b="b" l="l" r="r" t="t"/>
              <a:pathLst>
                <a:path extrusionOk="0" h="460" w="875">
                  <a:moveTo>
                    <a:pt x="450" y="0"/>
                  </a:moveTo>
                  <a:cubicBezTo>
                    <a:pt x="415" y="0"/>
                    <a:pt x="386" y="7"/>
                    <a:pt x="366" y="23"/>
                  </a:cubicBezTo>
                  <a:cubicBezTo>
                    <a:pt x="313" y="59"/>
                    <a:pt x="277" y="192"/>
                    <a:pt x="277" y="192"/>
                  </a:cubicBezTo>
                  <a:lnTo>
                    <a:pt x="134" y="210"/>
                  </a:lnTo>
                  <a:cubicBezTo>
                    <a:pt x="134" y="210"/>
                    <a:pt x="126" y="209"/>
                    <a:pt x="113" y="209"/>
                  </a:cubicBezTo>
                  <a:cubicBezTo>
                    <a:pt x="94" y="209"/>
                    <a:pt x="66" y="212"/>
                    <a:pt x="45" y="228"/>
                  </a:cubicBezTo>
                  <a:cubicBezTo>
                    <a:pt x="0" y="255"/>
                    <a:pt x="0" y="371"/>
                    <a:pt x="0" y="371"/>
                  </a:cubicBezTo>
                  <a:lnTo>
                    <a:pt x="90" y="415"/>
                  </a:lnTo>
                  <a:lnTo>
                    <a:pt x="455" y="460"/>
                  </a:lnTo>
                  <a:lnTo>
                    <a:pt x="634" y="371"/>
                  </a:lnTo>
                  <a:lnTo>
                    <a:pt x="812" y="308"/>
                  </a:lnTo>
                  <a:cubicBezTo>
                    <a:pt x="812" y="308"/>
                    <a:pt x="875" y="237"/>
                    <a:pt x="839" y="201"/>
                  </a:cubicBezTo>
                  <a:cubicBezTo>
                    <a:pt x="803" y="166"/>
                    <a:pt x="741" y="76"/>
                    <a:pt x="741" y="76"/>
                  </a:cubicBezTo>
                  <a:cubicBezTo>
                    <a:pt x="741" y="76"/>
                    <a:pt x="687" y="59"/>
                    <a:pt x="598" y="32"/>
                  </a:cubicBezTo>
                  <a:cubicBezTo>
                    <a:pt x="548" y="12"/>
                    <a:pt x="495" y="0"/>
                    <a:pt x="450"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102"/>
            <p:cNvSpPr/>
            <p:nvPr/>
          </p:nvSpPr>
          <p:spPr>
            <a:xfrm>
              <a:off x="3785580" y="3225222"/>
              <a:ext cx="251183" cy="118146"/>
            </a:xfrm>
            <a:custGeom>
              <a:rect b="b" l="l" r="r" t="t"/>
              <a:pathLst>
                <a:path extrusionOk="0" h="571" w="1214">
                  <a:moveTo>
                    <a:pt x="794" y="0"/>
                  </a:moveTo>
                  <a:cubicBezTo>
                    <a:pt x="794" y="0"/>
                    <a:pt x="696" y="0"/>
                    <a:pt x="500" y="80"/>
                  </a:cubicBezTo>
                  <a:cubicBezTo>
                    <a:pt x="397" y="116"/>
                    <a:pt x="351" y="125"/>
                    <a:pt x="329" y="125"/>
                  </a:cubicBezTo>
                  <a:cubicBezTo>
                    <a:pt x="308" y="125"/>
                    <a:pt x="313" y="116"/>
                    <a:pt x="313" y="116"/>
                  </a:cubicBezTo>
                  <a:lnTo>
                    <a:pt x="313" y="116"/>
                  </a:lnTo>
                  <a:lnTo>
                    <a:pt x="250" y="196"/>
                  </a:lnTo>
                  <a:lnTo>
                    <a:pt x="0" y="303"/>
                  </a:lnTo>
                  <a:lnTo>
                    <a:pt x="72" y="544"/>
                  </a:lnTo>
                  <a:cubicBezTo>
                    <a:pt x="72" y="544"/>
                    <a:pt x="99" y="535"/>
                    <a:pt x="215" y="526"/>
                  </a:cubicBezTo>
                  <a:cubicBezTo>
                    <a:pt x="227" y="525"/>
                    <a:pt x="240" y="525"/>
                    <a:pt x="252" y="525"/>
                  </a:cubicBezTo>
                  <a:cubicBezTo>
                    <a:pt x="347" y="525"/>
                    <a:pt x="411" y="553"/>
                    <a:pt x="411" y="553"/>
                  </a:cubicBezTo>
                  <a:lnTo>
                    <a:pt x="598" y="571"/>
                  </a:lnTo>
                  <a:cubicBezTo>
                    <a:pt x="598" y="571"/>
                    <a:pt x="705" y="437"/>
                    <a:pt x="803" y="393"/>
                  </a:cubicBezTo>
                  <a:cubicBezTo>
                    <a:pt x="839" y="375"/>
                    <a:pt x="862" y="369"/>
                    <a:pt x="882" y="369"/>
                  </a:cubicBezTo>
                  <a:cubicBezTo>
                    <a:pt x="923" y="369"/>
                    <a:pt x="955" y="393"/>
                    <a:pt x="1062" y="393"/>
                  </a:cubicBezTo>
                  <a:cubicBezTo>
                    <a:pt x="1214" y="384"/>
                    <a:pt x="1196" y="285"/>
                    <a:pt x="1196" y="285"/>
                  </a:cubicBezTo>
                  <a:lnTo>
                    <a:pt x="1196" y="205"/>
                  </a:lnTo>
                  <a:cubicBezTo>
                    <a:pt x="1196" y="205"/>
                    <a:pt x="1124" y="62"/>
                    <a:pt x="1124" y="62"/>
                  </a:cubicBezTo>
                  <a:cubicBezTo>
                    <a:pt x="1124" y="62"/>
                    <a:pt x="973" y="27"/>
                    <a:pt x="973" y="27"/>
                  </a:cubicBezTo>
                  <a:lnTo>
                    <a:pt x="794" y="0"/>
                  </a:ln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102"/>
            <p:cNvSpPr/>
            <p:nvPr/>
          </p:nvSpPr>
          <p:spPr>
            <a:xfrm>
              <a:off x="3586131" y="3105217"/>
              <a:ext cx="214354" cy="86902"/>
            </a:xfrm>
            <a:custGeom>
              <a:rect b="b" l="l" r="r" t="t"/>
              <a:pathLst>
                <a:path extrusionOk="0" h="420" w="1036">
                  <a:moveTo>
                    <a:pt x="583" y="1"/>
                  </a:moveTo>
                  <a:cubicBezTo>
                    <a:pt x="570" y="1"/>
                    <a:pt x="554" y="3"/>
                    <a:pt x="536" y="9"/>
                  </a:cubicBezTo>
                  <a:cubicBezTo>
                    <a:pt x="438" y="45"/>
                    <a:pt x="278" y="63"/>
                    <a:pt x="278" y="63"/>
                  </a:cubicBezTo>
                  <a:lnTo>
                    <a:pt x="126" y="63"/>
                  </a:lnTo>
                  <a:cubicBezTo>
                    <a:pt x="126" y="63"/>
                    <a:pt x="1" y="152"/>
                    <a:pt x="28" y="223"/>
                  </a:cubicBezTo>
                  <a:cubicBezTo>
                    <a:pt x="54" y="295"/>
                    <a:pt x="126" y="366"/>
                    <a:pt x="126" y="366"/>
                  </a:cubicBezTo>
                  <a:cubicBezTo>
                    <a:pt x="126" y="366"/>
                    <a:pt x="518" y="411"/>
                    <a:pt x="536" y="411"/>
                  </a:cubicBezTo>
                  <a:cubicBezTo>
                    <a:pt x="563" y="411"/>
                    <a:pt x="732" y="419"/>
                    <a:pt x="732" y="419"/>
                  </a:cubicBezTo>
                  <a:lnTo>
                    <a:pt x="964" y="366"/>
                  </a:lnTo>
                  <a:lnTo>
                    <a:pt x="1036" y="286"/>
                  </a:lnTo>
                  <a:lnTo>
                    <a:pt x="822" y="143"/>
                  </a:lnTo>
                  <a:cubicBezTo>
                    <a:pt x="759" y="107"/>
                    <a:pt x="670" y="63"/>
                    <a:pt x="670" y="63"/>
                  </a:cubicBezTo>
                  <a:cubicBezTo>
                    <a:pt x="670" y="63"/>
                    <a:pt x="651" y="1"/>
                    <a:pt x="583"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102"/>
            <p:cNvSpPr/>
            <p:nvPr/>
          </p:nvSpPr>
          <p:spPr>
            <a:xfrm>
              <a:off x="3847649" y="3360331"/>
              <a:ext cx="159524" cy="73660"/>
            </a:xfrm>
            <a:custGeom>
              <a:rect b="b" l="l" r="r" t="t"/>
              <a:pathLst>
                <a:path extrusionOk="0" h="356" w="771">
                  <a:moveTo>
                    <a:pt x="370" y="0"/>
                  </a:moveTo>
                  <a:cubicBezTo>
                    <a:pt x="352" y="0"/>
                    <a:pt x="331" y="4"/>
                    <a:pt x="298" y="16"/>
                  </a:cubicBezTo>
                  <a:cubicBezTo>
                    <a:pt x="200" y="61"/>
                    <a:pt x="164" y="25"/>
                    <a:pt x="129" y="87"/>
                  </a:cubicBezTo>
                  <a:cubicBezTo>
                    <a:pt x="102" y="150"/>
                    <a:pt x="48" y="239"/>
                    <a:pt x="48" y="239"/>
                  </a:cubicBezTo>
                  <a:cubicBezTo>
                    <a:pt x="48" y="239"/>
                    <a:pt x="41" y="238"/>
                    <a:pt x="34" y="238"/>
                  </a:cubicBezTo>
                  <a:cubicBezTo>
                    <a:pt x="19" y="238"/>
                    <a:pt x="1" y="242"/>
                    <a:pt x="31" y="266"/>
                  </a:cubicBezTo>
                  <a:cubicBezTo>
                    <a:pt x="66" y="310"/>
                    <a:pt x="218" y="355"/>
                    <a:pt x="218" y="355"/>
                  </a:cubicBezTo>
                  <a:lnTo>
                    <a:pt x="414" y="346"/>
                  </a:lnTo>
                  <a:lnTo>
                    <a:pt x="610" y="328"/>
                  </a:lnTo>
                  <a:lnTo>
                    <a:pt x="753" y="239"/>
                  </a:lnTo>
                  <a:lnTo>
                    <a:pt x="771" y="141"/>
                  </a:lnTo>
                  <a:lnTo>
                    <a:pt x="762" y="52"/>
                  </a:lnTo>
                  <a:cubicBezTo>
                    <a:pt x="726" y="43"/>
                    <a:pt x="628" y="16"/>
                    <a:pt x="512" y="16"/>
                  </a:cubicBezTo>
                  <a:cubicBezTo>
                    <a:pt x="429" y="16"/>
                    <a:pt x="405" y="0"/>
                    <a:pt x="370" y="0"/>
                  </a:cubicBez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102"/>
            <p:cNvSpPr/>
            <p:nvPr/>
          </p:nvSpPr>
          <p:spPr>
            <a:xfrm>
              <a:off x="3541855" y="3438954"/>
              <a:ext cx="118350" cy="72418"/>
            </a:xfrm>
            <a:custGeom>
              <a:rect b="b" l="l" r="r" t="t"/>
              <a:pathLst>
                <a:path extrusionOk="0" h="350" w="572">
                  <a:moveTo>
                    <a:pt x="379" y="1"/>
                  </a:moveTo>
                  <a:cubicBezTo>
                    <a:pt x="371" y="1"/>
                    <a:pt x="364" y="1"/>
                    <a:pt x="358" y="2"/>
                  </a:cubicBezTo>
                  <a:cubicBezTo>
                    <a:pt x="286" y="11"/>
                    <a:pt x="197" y="11"/>
                    <a:pt x="197" y="11"/>
                  </a:cubicBezTo>
                  <a:cubicBezTo>
                    <a:pt x="170" y="11"/>
                    <a:pt x="54" y="29"/>
                    <a:pt x="37" y="55"/>
                  </a:cubicBezTo>
                  <a:cubicBezTo>
                    <a:pt x="19" y="82"/>
                    <a:pt x="1" y="91"/>
                    <a:pt x="10" y="145"/>
                  </a:cubicBezTo>
                  <a:cubicBezTo>
                    <a:pt x="28" y="198"/>
                    <a:pt x="81" y="269"/>
                    <a:pt x="81" y="269"/>
                  </a:cubicBezTo>
                  <a:lnTo>
                    <a:pt x="233" y="323"/>
                  </a:lnTo>
                  <a:lnTo>
                    <a:pt x="376" y="350"/>
                  </a:lnTo>
                  <a:cubicBezTo>
                    <a:pt x="376" y="350"/>
                    <a:pt x="518" y="252"/>
                    <a:pt x="536" y="198"/>
                  </a:cubicBezTo>
                  <a:cubicBezTo>
                    <a:pt x="554" y="136"/>
                    <a:pt x="572" y="64"/>
                    <a:pt x="572" y="64"/>
                  </a:cubicBezTo>
                  <a:lnTo>
                    <a:pt x="563" y="38"/>
                  </a:lnTo>
                  <a:cubicBezTo>
                    <a:pt x="563" y="38"/>
                    <a:pt x="452" y="1"/>
                    <a:pt x="379"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102"/>
            <p:cNvSpPr/>
            <p:nvPr/>
          </p:nvSpPr>
          <p:spPr>
            <a:xfrm>
              <a:off x="3536476" y="3616272"/>
              <a:ext cx="201319" cy="104076"/>
            </a:xfrm>
            <a:custGeom>
              <a:rect b="b" l="l" r="r" t="t"/>
              <a:pathLst>
                <a:path extrusionOk="0" h="503" w="973">
                  <a:moveTo>
                    <a:pt x="455" y="0"/>
                  </a:moveTo>
                  <a:cubicBezTo>
                    <a:pt x="446" y="0"/>
                    <a:pt x="437" y="0"/>
                    <a:pt x="428" y="1"/>
                  </a:cubicBezTo>
                  <a:cubicBezTo>
                    <a:pt x="330" y="10"/>
                    <a:pt x="205" y="73"/>
                    <a:pt x="205" y="73"/>
                  </a:cubicBezTo>
                  <a:lnTo>
                    <a:pt x="89" y="108"/>
                  </a:lnTo>
                  <a:cubicBezTo>
                    <a:pt x="89" y="108"/>
                    <a:pt x="73" y="100"/>
                    <a:pt x="58" y="100"/>
                  </a:cubicBezTo>
                  <a:cubicBezTo>
                    <a:pt x="50" y="100"/>
                    <a:pt x="42" y="102"/>
                    <a:pt x="36" y="108"/>
                  </a:cubicBezTo>
                  <a:cubicBezTo>
                    <a:pt x="18" y="117"/>
                    <a:pt x="0" y="206"/>
                    <a:pt x="0" y="206"/>
                  </a:cubicBezTo>
                  <a:lnTo>
                    <a:pt x="89" y="305"/>
                  </a:lnTo>
                  <a:cubicBezTo>
                    <a:pt x="89" y="305"/>
                    <a:pt x="98" y="314"/>
                    <a:pt x="134" y="340"/>
                  </a:cubicBezTo>
                  <a:cubicBezTo>
                    <a:pt x="156" y="362"/>
                    <a:pt x="171" y="401"/>
                    <a:pt x="205" y="401"/>
                  </a:cubicBezTo>
                  <a:cubicBezTo>
                    <a:pt x="213" y="401"/>
                    <a:pt x="222" y="399"/>
                    <a:pt x="232" y="394"/>
                  </a:cubicBezTo>
                  <a:cubicBezTo>
                    <a:pt x="286" y="367"/>
                    <a:pt x="321" y="358"/>
                    <a:pt x="321" y="358"/>
                  </a:cubicBezTo>
                  <a:cubicBezTo>
                    <a:pt x="321" y="358"/>
                    <a:pt x="375" y="403"/>
                    <a:pt x="410" y="438"/>
                  </a:cubicBezTo>
                  <a:cubicBezTo>
                    <a:pt x="446" y="474"/>
                    <a:pt x="428" y="465"/>
                    <a:pt x="518" y="483"/>
                  </a:cubicBezTo>
                  <a:cubicBezTo>
                    <a:pt x="566" y="499"/>
                    <a:pt x="601" y="502"/>
                    <a:pt x="622" y="502"/>
                  </a:cubicBezTo>
                  <a:cubicBezTo>
                    <a:pt x="635" y="502"/>
                    <a:pt x="642" y="501"/>
                    <a:pt x="642" y="501"/>
                  </a:cubicBezTo>
                  <a:lnTo>
                    <a:pt x="776" y="474"/>
                  </a:lnTo>
                  <a:lnTo>
                    <a:pt x="865" y="367"/>
                  </a:lnTo>
                  <a:cubicBezTo>
                    <a:pt x="865" y="367"/>
                    <a:pt x="972" y="305"/>
                    <a:pt x="919" y="251"/>
                  </a:cubicBezTo>
                  <a:cubicBezTo>
                    <a:pt x="874" y="189"/>
                    <a:pt x="794" y="126"/>
                    <a:pt x="758" y="108"/>
                  </a:cubicBezTo>
                  <a:cubicBezTo>
                    <a:pt x="723" y="90"/>
                    <a:pt x="625" y="37"/>
                    <a:pt x="625" y="37"/>
                  </a:cubicBezTo>
                  <a:cubicBezTo>
                    <a:pt x="625" y="37"/>
                    <a:pt x="543" y="0"/>
                    <a:pt x="455"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102"/>
            <p:cNvSpPr/>
            <p:nvPr/>
          </p:nvSpPr>
          <p:spPr>
            <a:xfrm>
              <a:off x="3815166" y="3716207"/>
              <a:ext cx="252424" cy="97868"/>
            </a:xfrm>
            <a:custGeom>
              <a:rect b="b" l="l" r="r" t="t"/>
              <a:pathLst>
                <a:path extrusionOk="0" h="473" w="1220">
                  <a:moveTo>
                    <a:pt x="170" y="0"/>
                  </a:moveTo>
                  <a:lnTo>
                    <a:pt x="54" y="80"/>
                  </a:lnTo>
                  <a:lnTo>
                    <a:pt x="0" y="250"/>
                  </a:lnTo>
                  <a:lnTo>
                    <a:pt x="54" y="339"/>
                  </a:lnTo>
                  <a:lnTo>
                    <a:pt x="107" y="410"/>
                  </a:lnTo>
                  <a:lnTo>
                    <a:pt x="286" y="446"/>
                  </a:lnTo>
                  <a:cubicBezTo>
                    <a:pt x="286" y="446"/>
                    <a:pt x="354" y="472"/>
                    <a:pt x="422" y="472"/>
                  </a:cubicBezTo>
                  <a:cubicBezTo>
                    <a:pt x="443" y="472"/>
                    <a:pt x="463" y="470"/>
                    <a:pt x="482" y="464"/>
                  </a:cubicBezTo>
                  <a:cubicBezTo>
                    <a:pt x="527" y="455"/>
                    <a:pt x="571" y="453"/>
                    <a:pt x="605" y="453"/>
                  </a:cubicBezTo>
                  <a:cubicBezTo>
                    <a:pt x="638" y="453"/>
                    <a:pt x="660" y="455"/>
                    <a:pt x="660" y="455"/>
                  </a:cubicBezTo>
                  <a:cubicBezTo>
                    <a:pt x="660" y="455"/>
                    <a:pt x="750" y="401"/>
                    <a:pt x="999" y="330"/>
                  </a:cubicBezTo>
                  <a:cubicBezTo>
                    <a:pt x="1211" y="264"/>
                    <a:pt x="1220" y="258"/>
                    <a:pt x="1216" y="258"/>
                  </a:cubicBezTo>
                  <a:cubicBezTo>
                    <a:pt x="1215" y="258"/>
                    <a:pt x="1213" y="259"/>
                    <a:pt x="1213" y="259"/>
                  </a:cubicBezTo>
                  <a:lnTo>
                    <a:pt x="1053" y="187"/>
                  </a:lnTo>
                  <a:cubicBezTo>
                    <a:pt x="1053" y="187"/>
                    <a:pt x="999" y="161"/>
                    <a:pt x="928" y="143"/>
                  </a:cubicBezTo>
                  <a:cubicBezTo>
                    <a:pt x="857" y="125"/>
                    <a:pt x="830" y="18"/>
                    <a:pt x="830" y="18"/>
                  </a:cubicBezTo>
                  <a:lnTo>
                    <a:pt x="687" y="0"/>
                  </a:lnTo>
                  <a:lnTo>
                    <a:pt x="455" y="62"/>
                  </a:lnTo>
                  <a:lnTo>
                    <a:pt x="170" y="0"/>
                  </a:ln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102"/>
            <p:cNvSpPr/>
            <p:nvPr/>
          </p:nvSpPr>
          <p:spPr>
            <a:xfrm>
              <a:off x="3763442" y="3300742"/>
              <a:ext cx="179180" cy="87109"/>
            </a:xfrm>
            <a:custGeom>
              <a:rect b="b" l="l" r="r" t="t"/>
              <a:pathLst>
                <a:path extrusionOk="0" h="421" w="866">
                  <a:moveTo>
                    <a:pt x="732" y="1"/>
                  </a:moveTo>
                  <a:lnTo>
                    <a:pt x="598" y="19"/>
                  </a:lnTo>
                  <a:cubicBezTo>
                    <a:pt x="598" y="19"/>
                    <a:pt x="523" y="34"/>
                    <a:pt x="474" y="34"/>
                  </a:cubicBezTo>
                  <a:cubicBezTo>
                    <a:pt x="458" y="34"/>
                    <a:pt x="444" y="32"/>
                    <a:pt x="438" y="28"/>
                  </a:cubicBezTo>
                  <a:cubicBezTo>
                    <a:pt x="432" y="22"/>
                    <a:pt x="419" y="20"/>
                    <a:pt x="401" y="20"/>
                  </a:cubicBezTo>
                  <a:cubicBezTo>
                    <a:pt x="330" y="20"/>
                    <a:pt x="188" y="54"/>
                    <a:pt x="188" y="54"/>
                  </a:cubicBezTo>
                  <a:cubicBezTo>
                    <a:pt x="188" y="54"/>
                    <a:pt x="63" y="170"/>
                    <a:pt x="45" y="215"/>
                  </a:cubicBezTo>
                  <a:lnTo>
                    <a:pt x="0" y="322"/>
                  </a:lnTo>
                  <a:lnTo>
                    <a:pt x="45" y="402"/>
                  </a:lnTo>
                  <a:lnTo>
                    <a:pt x="268" y="420"/>
                  </a:lnTo>
                  <a:cubicBezTo>
                    <a:pt x="268" y="420"/>
                    <a:pt x="375" y="411"/>
                    <a:pt x="420" y="367"/>
                  </a:cubicBezTo>
                  <a:cubicBezTo>
                    <a:pt x="441" y="345"/>
                    <a:pt x="468" y="336"/>
                    <a:pt x="506" y="336"/>
                  </a:cubicBezTo>
                  <a:cubicBezTo>
                    <a:pt x="548" y="336"/>
                    <a:pt x="603" y="348"/>
                    <a:pt x="678" y="367"/>
                  </a:cubicBezTo>
                  <a:cubicBezTo>
                    <a:pt x="702" y="371"/>
                    <a:pt x="723" y="373"/>
                    <a:pt x="741" y="373"/>
                  </a:cubicBezTo>
                  <a:cubicBezTo>
                    <a:pt x="827" y="373"/>
                    <a:pt x="857" y="331"/>
                    <a:pt x="857" y="331"/>
                  </a:cubicBezTo>
                  <a:cubicBezTo>
                    <a:pt x="857" y="331"/>
                    <a:pt x="866" y="170"/>
                    <a:pt x="857" y="144"/>
                  </a:cubicBezTo>
                  <a:cubicBezTo>
                    <a:pt x="839" y="117"/>
                    <a:pt x="732" y="1"/>
                    <a:pt x="732"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102"/>
            <p:cNvSpPr/>
            <p:nvPr/>
          </p:nvSpPr>
          <p:spPr>
            <a:xfrm>
              <a:off x="3455165" y="3852764"/>
              <a:ext cx="635198" cy="64763"/>
            </a:xfrm>
            <a:custGeom>
              <a:rect b="b" l="l" r="r" t="t"/>
              <a:pathLst>
                <a:path extrusionOk="0" h="313" w="3070">
                  <a:moveTo>
                    <a:pt x="1" y="0"/>
                  </a:moveTo>
                  <a:lnTo>
                    <a:pt x="1" y="312"/>
                  </a:lnTo>
                  <a:lnTo>
                    <a:pt x="3069" y="312"/>
                  </a:lnTo>
                  <a:lnTo>
                    <a:pt x="3069"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102"/>
            <p:cNvSpPr/>
            <p:nvPr/>
          </p:nvSpPr>
          <p:spPr>
            <a:xfrm>
              <a:off x="3493855" y="3917318"/>
              <a:ext cx="557816" cy="531759"/>
            </a:xfrm>
            <a:custGeom>
              <a:rect b="b" l="l" r="r" t="t"/>
              <a:pathLst>
                <a:path extrusionOk="0" h="2570" w="2696">
                  <a:moveTo>
                    <a:pt x="1" y="0"/>
                  </a:moveTo>
                  <a:lnTo>
                    <a:pt x="233" y="2570"/>
                  </a:lnTo>
                  <a:lnTo>
                    <a:pt x="2463" y="2570"/>
                  </a:lnTo>
                  <a:lnTo>
                    <a:pt x="269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102"/>
            <p:cNvSpPr/>
            <p:nvPr/>
          </p:nvSpPr>
          <p:spPr>
            <a:xfrm>
              <a:off x="3493855" y="3917318"/>
              <a:ext cx="557816" cy="40761"/>
            </a:xfrm>
            <a:custGeom>
              <a:rect b="b" l="l" r="r" t="t"/>
              <a:pathLst>
                <a:path extrusionOk="0" h="197" w="2696">
                  <a:moveTo>
                    <a:pt x="1" y="0"/>
                  </a:moveTo>
                  <a:lnTo>
                    <a:pt x="19" y="197"/>
                  </a:lnTo>
                  <a:lnTo>
                    <a:pt x="2677" y="197"/>
                  </a:lnTo>
                  <a:lnTo>
                    <a:pt x="269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10" name="Google Shape;6310;p102"/>
          <p:cNvSpPr/>
          <p:nvPr/>
        </p:nvSpPr>
        <p:spPr>
          <a:xfrm>
            <a:off x="5161992" y="4675538"/>
            <a:ext cx="638716" cy="98075"/>
          </a:xfrm>
          <a:custGeom>
            <a:rect b="b" l="l" r="r" t="t"/>
            <a:pathLst>
              <a:path extrusionOk="0" h="474" w="3087">
                <a:moveTo>
                  <a:pt x="1543" y="1"/>
                </a:moveTo>
                <a:cubicBezTo>
                  <a:pt x="696" y="1"/>
                  <a:pt x="0" y="108"/>
                  <a:pt x="0" y="233"/>
                </a:cubicBezTo>
                <a:cubicBezTo>
                  <a:pt x="0" y="366"/>
                  <a:pt x="696" y="474"/>
                  <a:pt x="1543" y="474"/>
                </a:cubicBezTo>
                <a:cubicBezTo>
                  <a:pt x="2400" y="474"/>
                  <a:pt x="3087" y="366"/>
                  <a:pt x="3087" y="233"/>
                </a:cubicBezTo>
                <a:cubicBezTo>
                  <a:pt x="3087" y="108"/>
                  <a:pt x="2400" y="1"/>
                  <a:pt x="1543" y="1"/>
                </a:cubicBez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1" name="Google Shape;6311;p102"/>
          <p:cNvGrpSpPr/>
          <p:nvPr/>
        </p:nvGrpSpPr>
        <p:grpSpPr>
          <a:xfrm>
            <a:off x="5105677" y="2848135"/>
            <a:ext cx="769165" cy="1873929"/>
            <a:chOff x="5033378" y="2902037"/>
            <a:chExt cx="634991" cy="1547039"/>
          </a:xfrm>
        </p:grpSpPr>
        <p:sp>
          <p:nvSpPr>
            <p:cNvPr id="6312" name="Google Shape;6312;p102"/>
            <p:cNvSpPr/>
            <p:nvPr/>
          </p:nvSpPr>
          <p:spPr>
            <a:xfrm>
              <a:off x="5055516" y="2902037"/>
              <a:ext cx="592576" cy="956338"/>
            </a:xfrm>
            <a:custGeom>
              <a:rect b="b" l="l" r="r" t="t"/>
              <a:pathLst>
                <a:path extrusionOk="0" h="4622" w="2864">
                  <a:moveTo>
                    <a:pt x="1427" y="1"/>
                  </a:moveTo>
                  <a:cubicBezTo>
                    <a:pt x="1427" y="1"/>
                    <a:pt x="1329" y="90"/>
                    <a:pt x="1338" y="144"/>
                  </a:cubicBezTo>
                  <a:cubicBezTo>
                    <a:pt x="1347" y="206"/>
                    <a:pt x="1383" y="277"/>
                    <a:pt x="1338" y="295"/>
                  </a:cubicBezTo>
                  <a:cubicBezTo>
                    <a:pt x="1285" y="304"/>
                    <a:pt x="1285" y="331"/>
                    <a:pt x="1213" y="358"/>
                  </a:cubicBezTo>
                  <a:cubicBezTo>
                    <a:pt x="1142" y="376"/>
                    <a:pt x="1213" y="456"/>
                    <a:pt x="1213" y="509"/>
                  </a:cubicBezTo>
                  <a:cubicBezTo>
                    <a:pt x="1213" y="563"/>
                    <a:pt x="1115" y="857"/>
                    <a:pt x="1115" y="857"/>
                  </a:cubicBezTo>
                  <a:lnTo>
                    <a:pt x="1026" y="973"/>
                  </a:lnTo>
                  <a:cubicBezTo>
                    <a:pt x="1026" y="973"/>
                    <a:pt x="812" y="1152"/>
                    <a:pt x="812" y="1232"/>
                  </a:cubicBezTo>
                  <a:cubicBezTo>
                    <a:pt x="821" y="1312"/>
                    <a:pt x="830" y="1312"/>
                    <a:pt x="857" y="1410"/>
                  </a:cubicBezTo>
                  <a:cubicBezTo>
                    <a:pt x="883" y="1517"/>
                    <a:pt x="848" y="1491"/>
                    <a:pt x="812" y="1553"/>
                  </a:cubicBezTo>
                  <a:cubicBezTo>
                    <a:pt x="776" y="1616"/>
                    <a:pt x="464" y="1767"/>
                    <a:pt x="464" y="1767"/>
                  </a:cubicBezTo>
                  <a:cubicBezTo>
                    <a:pt x="464" y="1767"/>
                    <a:pt x="375" y="1856"/>
                    <a:pt x="375" y="1883"/>
                  </a:cubicBezTo>
                  <a:cubicBezTo>
                    <a:pt x="375" y="1910"/>
                    <a:pt x="464" y="2106"/>
                    <a:pt x="464" y="2106"/>
                  </a:cubicBezTo>
                  <a:lnTo>
                    <a:pt x="500" y="2222"/>
                  </a:lnTo>
                  <a:lnTo>
                    <a:pt x="366" y="2347"/>
                  </a:lnTo>
                  <a:cubicBezTo>
                    <a:pt x="366" y="2347"/>
                    <a:pt x="312" y="2410"/>
                    <a:pt x="321" y="2454"/>
                  </a:cubicBezTo>
                  <a:cubicBezTo>
                    <a:pt x="321" y="2499"/>
                    <a:pt x="321" y="2454"/>
                    <a:pt x="419" y="2659"/>
                  </a:cubicBezTo>
                  <a:cubicBezTo>
                    <a:pt x="489" y="2786"/>
                    <a:pt x="468" y="2809"/>
                    <a:pt x="445" y="2809"/>
                  </a:cubicBezTo>
                  <a:cubicBezTo>
                    <a:pt x="433" y="2809"/>
                    <a:pt x="419" y="2802"/>
                    <a:pt x="419" y="2802"/>
                  </a:cubicBezTo>
                  <a:lnTo>
                    <a:pt x="89" y="2963"/>
                  </a:lnTo>
                  <a:cubicBezTo>
                    <a:pt x="89" y="2963"/>
                    <a:pt x="125" y="3016"/>
                    <a:pt x="134" y="3034"/>
                  </a:cubicBezTo>
                  <a:cubicBezTo>
                    <a:pt x="134" y="3052"/>
                    <a:pt x="187" y="3114"/>
                    <a:pt x="250" y="3177"/>
                  </a:cubicBezTo>
                  <a:cubicBezTo>
                    <a:pt x="312" y="3239"/>
                    <a:pt x="152" y="3328"/>
                    <a:pt x="152" y="3328"/>
                  </a:cubicBezTo>
                  <a:lnTo>
                    <a:pt x="0" y="3605"/>
                  </a:lnTo>
                  <a:lnTo>
                    <a:pt x="89" y="3783"/>
                  </a:lnTo>
                  <a:lnTo>
                    <a:pt x="214" y="3953"/>
                  </a:lnTo>
                  <a:cubicBezTo>
                    <a:pt x="214" y="3953"/>
                    <a:pt x="187" y="3989"/>
                    <a:pt x="187" y="4042"/>
                  </a:cubicBezTo>
                  <a:cubicBezTo>
                    <a:pt x="187" y="4105"/>
                    <a:pt x="250" y="4399"/>
                    <a:pt x="250" y="4399"/>
                  </a:cubicBezTo>
                  <a:lnTo>
                    <a:pt x="366" y="4622"/>
                  </a:lnTo>
                  <a:lnTo>
                    <a:pt x="1427" y="4595"/>
                  </a:lnTo>
                  <a:lnTo>
                    <a:pt x="2498" y="4622"/>
                  </a:lnTo>
                  <a:lnTo>
                    <a:pt x="2614" y="4399"/>
                  </a:lnTo>
                  <a:cubicBezTo>
                    <a:pt x="2614" y="4399"/>
                    <a:pt x="2676" y="4105"/>
                    <a:pt x="2676" y="4042"/>
                  </a:cubicBezTo>
                  <a:cubicBezTo>
                    <a:pt x="2676" y="3989"/>
                    <a:pt x="2650" y="3953"/>
                    <a:pt x="2650" y="3953"/>
                  </a:cubicBezTo>
                  <a:lnTo>
                    <a:pt x="2766" y="3783"/>
                  </a:lnTo>
                  <a:lnTo>
                    <a:pt x="2864" y="3605"/>
                  </a:lnTo>
                  <a:lnTo>
                    <a:pt x="2712" y="3328"/>
                  </a:lnTo>
                  <a:cubicBezTo>
                    <a:pt x="2712" y="3328"/>
                    <a:pt x="2552" y="3239"/>
                    <a:pt x="2614" y="3177"/>
                  </a:cubicBezTo>
                  <a:cubicBezTo>
                    <a:pt x="2676" y="3114"/>
                    <a:pt x="2721" y="3052"/>
                    <a:pt x="2730" y="3034"/>
                  </a:cubicBezTo>
                  <a:cubicBezTo>
                    <a:pt x="2739" y="3016"/>
                    <a:pt x="2766" y="2963"/>
                    <a:pt x="2766" y="2963"/>
                  </a:cubicBezTo>
                  <a:lnTo>
                    <a:pt x="2436" y="2802"/>
                  </a:lnTo>
                  <a:cubicBezTo>
                    <a:pt x="2436" y="2802"/>
                    <a:pt x="2423" y="2809"/>
                    <a:pt x="2412" y="2809"/>
                  </a:cubicBezTo>
                  <a:cubicBezTo>
                    <a:pt x="2391" y="2809"/>
                    <a:pt x="2372" y="2786"/>
                    <a:pt x="2436" y="2659"/>
                  </a:cubicBezTo>
                  <a:cubicBezTo>
                    <a:pt x="2543" y="2454"/>
                    <a:pt x="2534" y="2499"/>
                    <a:pt x="2543" y="2454"/>
                  </a:cubicBezTo>
                  <a:cubicBezTo>
                    <a:pt x="2552" y="2410"/>
                    <a:pt x="2498" y="2347"/>
                    <a:pt x="2498" y="2347"/>
                  </a:cubicBezTo>
                  <a:lnTo>
                    <a:pt x="2364" y="2222"/>
                  </a:lnTo>
                  <a:lnTo>
                    <a:pt x="2391" y="2106"/>
                  </a:lnTo>
                  <a:cubicBezTo>
                    <a:pt x="2391" y="2106"/>
                    <a:pt x="2489" y="1910"/>
                    <a:pt x="2489" y="1883"/>
                  </a:cubicBezTo>
                  <a:cubicBezTo>
                    <a:pt x="2489" y="1856"/>
                    <a:pt x="2391" y="1767"/>
                    <a:pt x="2391" y="1767"/>
                  </a:cubicBezTo>
                  <a:cubicBezTo>
                    <a:pt x="2391" y="1767"/>
                    <a:pt x="2079" y="1616"/>
                    <a:pt x="2043" y="1553"/>
                  </a:cubicBezTo>
                  <a:cubicBezTo>
                    <a:pt x="2007" y="1491"/>
                    <a:pt x="1981" y="1517"/>
                    <a:pt x="2007" y="1410"/>
                  </a:cubicBezTo>
                  <a:cubicBezTo>
                    <a:pt x="2034" y="1312"/>
                    <a:pt x="2043" y="1312"/>
                    <a:pt x="2043" y="1232"/>
                  </a:cubicBezTo>
                  <a:cubicBezTo>
                    <a:pt x="2052" y="1152"/>
                    <a:pt x="1829" y="973"/>
                    <a:pt x="1829" y="973"/>
                  </a:cubicBezTo>
                  <a:lnTo>
                    <a:pt x="1749" y="857"/>
                  </a:lnTo>
                  <a:cubicBezTo>
                    <a:pt x="1749" y="857"/>
                    <a:pt x="1642" y="563"/>
                    <a:pt x="1642" y="509"/>
                  </a:cubicBezTo>
                  <a:cubicBezTo>
                    <a:pt x="1642" y="456"/>
                    <a:pt x="1713" y="376"/>
                    <a:pt x="1642" y="358"/>
                  </a:cubicBezTo>
                  <a:cubicBezTo>
                    <a:pt x="1579" y="331"/>
                    <a:pt x="1570" y="304"/>
                    <a:pt x="1526" y="295"/>
                  </a:cubicBezTo>
                  <a:cubicBezTo>
                    <a:pt x="1481" y="277"/>
                    <a:pt x="1517" y="206"/>
                    <a:pt x="1517" y="144"/>
                  </a:cubicBezTo>
                  <a:cubicBezTo>
                    <a:pt x="1526" y="90"/>
                    <a:pt x="1427" y="1"/>
                    <a:pt x="1427"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102"/>
            <p:cNvSpPr/>
            <p:nvPr/>
          </p:nvSpPr>
          <p:spPr>
            <a:xfrm>
              <a:off x="5162482" y="3249016"/>
              <a:ext cx="376774" cy="609350"/>
            </a:xfrm>
            <a:custGeom>
              <a:rect b="b" l="l" r="r" t="t"/>
              <a:pathLst>
                <a:path extrusionOk="0" h="2945" w="1821">
                  <a:moveTo>
                    <a:pt x="910" y="1"/>
                  </a:moveTo>
                  <a:cubicBezTo>
                    <a:pt x="910" y="1"/>
                    <a:pt x="848" y="63"/>
                    <a:pt x="857" y="99"/>
                  </a:cubicBezTo>
                  <a:cubicBezTo>
                    <a:pt x="857" y="135"/>
                    <a:pt x="884" y="179"/>
                    <a:pt x="848" y="188"/>
                  </a:cubicBezTo>
                  <a:cubicBezTo>
                    <a:pt x="821" y="197"/>
                    <a:pt x="821" y="215"/>
                    <a:pt x="777" y="233"/>
                  </a:cubicBezTo>
                  <a:cubicBezTo>
                    <a:pt x="732" y="242"/>
                    <a:pt x="777" y="286"/>
                    <a:pt x="777" y="322"/>
                  </a:cubicBezTo>
                  <a:cubicBezTo>
                    <a:pt x="777" y="358"/>
                    <a:pt x="714" y="545"/>
                    <a:pt x="714" y="545"/>
                  </a:cubicBezTo>
                  <a:lnTo>
                    <a:pt x="661" y="625"/>
                  </a:lnTo>
                  <a:cubicBezTo>
                    <a:pt x="661" y="625"/>
                    <a:pt x="518" y="741"/>
                    <a:pt x="518" y="786"/>
                  </a:cubicBezTo>
                  <a:cubicBezTo>
                    <a:pt x="527" y="840"/>
                    <a:pt x="527" y="840"/>
                    <a:pt x="545" y="902"/>
                  </a:cubicBezTo>
                  <a:cubicBezTo>
                    <a:pt x="563" y="964"/>
                    <a:pt x="545" y="947"/>
                    <a:pt x="518" y="991"/>
                  </a:cubicBezTo>
                  <a:cubicBezTo>
                    <a:pt x="500" y="1027"/>
                    <a:pt x="295" y="1125"/>
                    <a:pt x="295" y="1125"/>
                  </a:cubicBezTo>
                  <a:cubicBezTo>
                    <a:pt x="295" y="1125"/>
                    <a:pt x="241" y="1179"/>
                    <a:pt x="241" y="1196"/>
                  </a:cubicBezTo>
                  <a:cubicBezTo>
                    <a:pt x="241" y="1214"/>
                    <a:pt x="295" y="1348"/>
                    <a:pt x="295" y="1348"/>
                  </a:cubicBezTo>
                  <a:lnTo>
                    <a:pt x="322" y="1419"/>
                  </a:lnTo>
                  <a:lnTo>
                    <a:pt x="232" y="1491"/>
                  </a:lnTo>
                  <a:cubicBezTo>
                    <a:pt x="232" y="1491"/>
                    <a:pt x="197" y="1535"/>
                    <a:pt x="206" y="1562"/>
                  </a:cubicBezTo>
                  <a:cubicBezTo>
                    <a:pt x="206" y="1598"/>
                    <a:pt x="206" y="1562"/>
                    <a:pt x="268" y="1696"/>
                  </a:cubicBezTo>
                  <a:cubicBezTo>
                    <a:pt x="314" y="1775"/>
                    <a:pt x="301" y="1790"/>
                    <a:pt x="286" y="1790"/>
                  </a:cubicBezTo>
                  <a:cubicBezTo>
                    <a:pt x="278" y="1790"/>
                    <a:pt x="268" y="1785"/>
                    <a:pt x="268" y="1785"/>
                  </a:cubicBezTo>
                  <a:lnTo>
                    <a:pt x="63" y="1883"/>
                  </a:lnTo>
                  <a:cubicBezTo>
                    <a:pt x="63" y="1883"/>
                    <a:pt x="81" y="1919"/>
                    <a:pt x="90" y="1937"/>
                  </a:cubicBezTo>
                  <a:cubicBezTo>
                    <a:pt x="90" y="1946"/>
                    <a:pt x="125" y="1990"/>
                    <a:pt x="161" y="2026"/>
                  </a:cubicBezTo>
                  <a:cubicBezTo>
                    <a:pt x="197" y="2071"/>
                    <a:pt x="99" y="2124"/>
                    <a:pt x="99" y="2124"/>
                  </a:cubicBezTo>
                  <a:lnTo>
                    <a:pt x="1" y="2303"/>
                  </a:lnTo>
                  <a:lnTo>
                    <a:pt x="63" y="2410"/>
                  </a:lnTo>
                  <a:lnTo>
                    <a:pt x="134" y="2517"/>
                  </a:lnTo>
                  <a:cubicBezTo>
                    <a:pt x="134" y="2517"/>
                    <a:pt x="125" y="2543"/>
                    <a:pt x="125" y="2579"/>
                  </a:cubicBezTo>
                  <a:cubicBezTo>
                    <a:pt x="125" y="2615"/>
                    <a:pt x="161" y="2802"/>
                    <a:pt x="161" y="2802"/>
                  </a:cubicBezTo>
                  <a:lnTo>
                    <a:pt x="232" y="2945"/>
                  </a:lnTo>
                  <a:lnTo>
                    <a:pt x="910" y="2927"/>
                  </a:lnTo>
                  <a:lnTo>
                    <a:pt x="1588" y="2945"/>
                  </a:lnTo>
                  <a:lnTo>
                    <a:pt x="1669" y="2802"/>
                  </a:lnTo>
                  <a:cubicBezTo>
                    <a:pt x="1669" y="2802"/>
                    <a:pt x="1704" y="2615"/>
                    <a:pt x="1704" y="2579"/>
                  </a:cubicBezTo>
                  <a:cubicBezTo>
                    <a:pt x="1704" y="2543"/>
                    <a:pt x="1687" y="2517"/>
                    <a:pt x="1687" y="2517"/>
                  </a:cubicBezTo>
                  <a:lnTo>
                    <a:pt x="1767" y="2410"/>
                  </a:lnTo>
                  <a:lnTo>
                    <a:pt x="1820" y="2303"/>
                  </a:lnTo>
                  <a:lnTo>
                    <a:pt x="1731" y="2124"/>
                  </a:lnTo>
                  <a:cubicBezTo>
                    <a:pt x="1731" y="2124"/>
                    <a:pt x="1624" y="2071"/>
                    <a:pt x="1669" y="2026"/>
                  </a:cubicBezTo>
                  <a:cubicBezTo>
                    <a:pt x="1704" y="1990"/>
                    <a:pt x="1731" y="1946"/>
                    <a:pt x="1740" y="1937"/>
                  </a:cubicBezTo>
                  <a:cubicBezTo>
                    <a:pt x="1740" y="1919"/>
                    <a:pt x="1767" y="1883"/>
                    <a:pt x="1767" y="1883"/>
                  </a:cubicBezTo>
                  <a:lnTo>
                    <a:pt x="1553" y="1785"/>
                  </a:lnTo>
                  <a:cubicBezTo>
                    <a:pt x="1553" y="1785"/>
                    <a:pt x="1545" y="1790"/>
                    <a:pt x="1537" y="1790"/>
                  </a:cubicBezTo>
                  <a:cubicBezTo>
                    <a:pt x="1524" y="1790"/>
                    <a:pt x="1513" y="1775"/>
                    <a:pt x="1553" y="1696"/>
                  </a:cubicBezTo>
                  <a:cubicBezTo>
                    <a:pt x="1624" y="1562"/>
                    <a:pt x="1615" y="1598"/>
                    <a:pt x="1624" y="1562"/>
                  </a:cubicBezTo>
                  <a:cubicBezTo>
                    <a:pt x="1624" y="1535"/>
                    <a:pt x="1588" y="1491"/>
                    <a:pt x="1588" y="1491"/>
                  </a:cubicBezTo>
                  <a:lnTo>
                    <a:pt x="1508" y="1419"/>
                  </a:lnTo>
                  <a:lnTo>
                    <a:pt x="1526" y="1348"/>
                  </a:lnTo>
                  <a:cubicBezTo>
                    <a:pt x="1526" y="1348"/>
                    <a:pt x="1588" y="1214"/>
                    <a:pt x="1588" y="1196"/>
                  </a:cubicBezTo>
                  <a:cubicBezTo>
                    <a:pt x="1588" y="1179"/>
                    <a:pt x="1526" y="1125"/>
                    <a:pt x="1526" y="1125"/>
                  </a:cubicBezTo>
                  <a:cubicBezTo>
                    <a:pt x="1526" y="1125"/>
                    <a:pt x="1330" y="1027"/>
                    <a:pt x="1303" y="991"/>
                  </a:cubicBezTo>
                  <a:cubicBezTo>
                    <a:pt x="1285" y="947"/>
                    <a:pt x="1258" y="964"/>
                    <a:pt x="1276" y="902"/>
                  </a:cubicBezTo>
                  <a:cubicBezTo>
                    <a:pt x="1294" y="840"/>
                    <a:pt x="1303" y="840"/>
                    <a:pt x="1303" y="786"/>
                  </a:cubicBezTo>
                  <a:cubicBezTo>
                    <a:pt x="1303" y="741"/>
                    <a:pt x="1169" y="625"/>
                    <a:pt x="1169" y="625"/>
                  </a:cubicBezTo>
                  <a:lnTo>
                    <a:pt x="1116" y="545"/>
                  </a:lnTo>
                  <a:cubicBezTo>
                    <a:pt x="1116" y="545"/>
                    <a:pt x="1053" y="358"/>
                    <a:pt x="1053" y="322"/>
                  </a:cubicBezTo>
                  <a:cubicBezTo>
                    <a:pt x="1053" y="286"/>
                    <a:pt x="1098" y="242"/>
                    <a:pt x="1053" y="233"/>
                  </a:cubicBezTo>
                  <a:cubicBezTo>
                    <a:pt x="1009" y="215"/>
                    <a:pt x="1000" y="197"/>
                    <a:pt x="973" y="188"/>
                  </a:cubicBezTo>
                  <a:cubicBezTo>
                    <a:pt x="946" y="179"/>
                    <a:pt x="964" y="135"/>
                    <a:pt x="973" y="99"/>
                  </a:cubicBezTo>
                  <a:cubicBezTo>
                    <a:pt x="973" y="63"/>
                    <a:pt x="91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102"/>
            <p:cNvSpPr/>
            <p:nvPr/>
          </p:nvSpPr>
          <p:spPr>
            <a:xfrm>
              <a:off x="5046206" y="3647721"/>
              <a:ext cx="234630" cy="129733"/>
            </a:xfrm>
            <a:custGeom>
              <a:rect b="b" l="l" r="r" t="t"/>
              <a:pathLst>
                <a:path extrusionOk="0" h="627" w="1134">
                  <a:moveTo>
                    <a:pt x="801" y="502"/>
                  </a:moveTo>
                  <a:lnTo>
                    <a:pt x="786" y="518"/>
                  </a:lnTo>
                  <a:cubicBezTo>
                    <a:pt x="786" y="518"/>
                    <a:pt x="817" y="502"/>
                    <a:pt x="801" y="502"/>
                  </a:cubicBezTo>
                  <a:close/>
                  <a:moveTo>
                    <a:pt x="696" y="1"/>
                  </a:moveTo>
                  <a:cubicBezTo>
                    <a:pt x="625" y="1"/>
                    <a:pt x="277" y="117"/>
                    <a:pt x="170" y="117"/>
                  </a:cubicBezTo>
                  <a:cubicBezTo>
                    <a:pt x="63" y="117"/>
                    <a:pt x="1" y="224"/>
                    <a:pt x="1" y="224"/>
                  </a:cubicBezTo>
                  <a:lnTo>
                    <a:pt x="1" y="349"/>
                  </a:lnTo>
                  <a:lnTo>
                    <a:pt x="72" y="518"/>
                  </a:lnTo>
                  <a:lnTo>
                    <a:pt x="206" y="518"/>
                  </a:lnTo>
                  <a:lnTo>
                    <a:pt x="304" y="590"/>
                  </a:lnTo>
                  <a:cubicBezTo>
                    <a:pt x="304" y="590"/>
                    <a:pt x="392" y="627"/>
                    <a:pt x="449" y="627"/>
                  </a:cubicBezTo>
                  <a:cubicBezTo>
                    <a:pt x="454" y="627"/>
                    <a:pt x="460" y="626"/>
                    <a:pt x="464" y="625"/>
                  </a:cubicBezTo>
                  <a:cubicBezTo>
                    <a:pt x="518" y="616"/>
                    <a:pt x="491" y="616"/>
                    <a:pt x="518" y="599"/>
                  </a:cubicBezTo>
                  <a:cubicBezTo>
                    <a:pt x="536" y="581"/>
                    <a:pt x="616" y="545"/>
                    <a:pt x="732" y="518"/>
                  </a:cubicBezTo>
                  <a:cubicBezTo>
                    <a:pt x="774" y="506"/>
                    <a:pt x="793" y="502"/>
                    <a:pt x="801" y="502"/>
                  </a:cubicBezTo>
                  <a:lnTo>
                    <a:pt x="866" y="438"/>
                  </a:lnTo>
                  <a:cubicBezTo>
                    <a:pt x="866" y="438"/>
                    <a:pt x="869" y="439"/>
                    <a:pt x="876" y="439"/>
                  </a:cubicBezTo>
                  <a:cubicBezTo>
                    <a:pt x="891" y="439"/>
                    <a:pt x="923" y="434"/>
                    <a:pt x="955" y="402"/>
                  </a:cubicBezTo>
                  <a:cubicBezTo>
                    <a:pt x="1000" y="367"/>
                    <a:pt x="955" y="313"/>
                    <a:pt x="955" y="313"/>
                  </a:cubicBezTo>
                  <a:cubicBezTo>
                    <a:pt x="955" y="313"/>
                    <a:pt x="982" y="313"/>
                    <a:pt x="1062" y="269"/>
                  </a:cubicBezTo>
                  <a:cubicBezTo>
                    <a:pt x="1133" y="233"/>
                    <a:pt x="1107" y="215"/>
                    <a:pt x="1107" y="215"/>
                  </a:cubicBezTo>
                  <a:lnTo>
                    <a:pt x="1107" y="170"/>
                  </a:lnTo>
                  <a:lnTo>
                    <a:pt x="1053" y="126"/>
                  </a:lnTo>
                  <a:cubicBezTo>
                    <a:pt x="1053" y="126"/>
                    <a:pt x="768" y="1"/>
                    <a:pt x="696"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102"/>
            <p:cNvSpPr/>
            <p:nvPr/>
          </p:nvSpPr>
          <p:spPr>
            <a:xfrm>
              <a:off x="5380345" y="3535165"/>
              <a:ext cx="204215" cy="138837"/>
            </a:xfrm>
            <a:custGeom>
              <a:rect b="b" l="l" r="r" t="t"/>
              <a:pathLst>
                <a:path extrusionOk="0" h="671" w="987">
                  <a:moveTo>
                    <a:pt x="643" y="1"/>
                  </a:moveTo>
                  <a:lnTo>
                    <a:pt x="402" y="152"/>
                  </a:lnTo>
                  <a:cubicBezTo>
                    <a:pt x="402" y="152"/>
                    <a:pt x="268" y="206"/>
                    <a:pt x="152" y="206"/>
                  </a:cubicBezTo>
                  <a:cubicBezTo>
                    <a:pt x="141" y="205"/>
                    <a:pt x="130" y="205"/>
                    <a:pt x="121" y="205"/>
                  </a:cubicBezTo>
                  <a:cubicBezTo>
                    <a:pt x="41" y="205"/>
                    <a:pt x="24" y="236"/>
                    <a:pt x="0" y="268"/>
                  </a:cubicBezTo>
                  <a:lnTo>
                    <a:pt x="0" y="465"/>
                  </a:lnTo>
                  <a:lnTo>
                    <a:pt x="188" y="545"/>
                  </a:lnTo>
                  <a:lnTo>
                    <a:pt x="330" y="652"/>
                  </a:lnTo>
                  <a:cubicBezTo>
                    <a:pt x="330" y="652"/>
                    <a:pt x="448" y="671"/>
                    <a:pt x="519" y="671"/>
                  </a:cubicBezTo>
                  <a:cubicBezTo>
                    <a:pt x="546" y="671"/>
                    <a:pt x="566" y="668"/>
                    <a:pt x="571" y="661"/>
                  </a:cubicBezTo>
                  <a:cubicBezTo>
                    <a:pt x="589" y="643"/>
                    <a:pt x="660" y="482"/>
                    <a:pt x="660" y="482"/>
                  </a:cubicBezTo>
                  <a:cubicBezTo>
                    <a:pt x="660" y="482"/>
                    <a:pt x="732" y="420"/>
                    <a:pt x="892" y="268"/>
                  </a:cubicBezTo>
                  <a:cubicBezTo>
                    <a:pt x="978" y="178"/>
                    <a:pt x="987" y="158"/>
                    <a:pt x="978" y="158"/>
                  </a:cubicBezTo>
                  <a:cubicBezTo>
                    <a:pt x="972" y="158"/>
                    <a:pt x="955" y="170"/>
                    <a:pt x="955" y="170"/>
                  </a:cubicBezTo>
                  <a:lnTo>
                    <a:pt x="892" y="54"/>
                  </a:lnTo>
                  <a:lnTo>
                    <a:pt x="643" y="1"/>
                  </a:ln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102"/>
            <p:cNvSpPr/>
            <p:nvPr/>
          </p:nvSpPr>
          <p:spPr>
            <a:xfrm>
              <a:off x="5134758" y="3458610"/>
              <a:ext cx="179387" cy="95179"/>
            </a:xfrm>
            <a:custGeom>
              <a:rect b="b" l="l" r="r" t="t"/>
              <a:pathLst>
                <a:path extrusionOk="0" h="460" w="867">
                  <a:moveTo>
                    <a:pt x="442" y="0"/>
                  </a:moveTo>
                  <a:cubicBezTo>
                    <a:pt x="407" y="0"/>
                    <a:pt x="377" y="7"/>
                    <a:pt x="358" y="23"/>
                  </a:cubicBezTo>
                  <a:cubicBezTo>
                    <a:pt x="304" y="59"/>
                    <a:pt x="268" y="192"/>
                    <a:pt x="268" y="192"/>
                  </a:cubicBezTo>
                  <a:lnTo>
                    <a:pt x="126" y="210"/>
                  </a:lnTo>
                  <a:cubicBezTo>
                    <a:pt x="126" y="210"/>
                    <a:pt x="118" y="209"/>
                    <a:pt x="107" y="209"/>
                  </a:cubicBezTo>
                  <a:cubicBezTo>
                    <a:pt x="90" y="209"/>
                    <a:pt x="63" y="212"/>
                    <a:pt x="36" y="228"/>
                  </a:cubicBezTo>
                  <a:cubicBezTo>
                    <a:pt x="1" y="255"/>
                    <a:pt x="1" y="371"/>
                    <a:pt x="1" y="371"/>
                  </a:cubicBezTo>
                  <a:lnTo>
                    <a:pt x="90" y="415"/>
                  </a:lnTo>
                  <a:lnTo>
                    <a:pt x="456" y="460"/>
                  </a:lnTo>
                  <a:lnTo>
                    <a:pt x="625" y="371"/>
                  </a:lnTo>
                  <a:lnTo>
                    <a:pt x="804" y="308"/>
                  </a:lnTo>
                  <a:cubicBezTo>
                    <a:pt x="804" y="308"/>
                    <a:pt x="866" y="237"/>
                    <a:pt x="830" y="201"/>
                  </a:cubicBezTo>
                  <a:cubicBezTo>
                    <a:pt x="795" y="166"/>
                    <a:pt x="732" y="76"/>
                    <a:pt x="732" y="76"/>
                  </a:cubicBezTo>
                  <a:cubicBezTo>
                    <a:pt x="732" y="76"/>
                    <a:pt x="679" y="59"/>
                    <a:pt x="590" y="32"/>
                  </a:cubicBezTo>
                  <a:cubicBezTo>
                    <a:pt x="539" y="12"/>
                    <a:pt x="487" y="0"/>
                    <a:pt x="442"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102"/>
            <p:cNvSpPr/>
            <p:nvPr/>
          </p:nvSpPr>
          <p:spPr>
            <a:xfrm>
              <a:off x="5363586" y="3225222"/>
              <a:ext cx="253252" cy="118146"/>
            </a:xfrm>
            <a:custGeom>
              <a:rect b="b" l="l" r="r" t="t"/>
              <a:pathLst>
                <a:path extrusionOk="0" h="571" w="1224">
                  <a:moveTo>
                    <a:pt x="795" y="0"/>
                  </a:moveTo>
                  <a:cubicBezTo>
                    <a:pt x="795" y="0"/>
                    <a:pt x="697" y="0"/>
                    <a:pt x="501" y="80"/>
                  </a:cubicBezTo>
                  <a:cubicBezTo>
                    <a:pt x="398" y="116"/>
                    <a:pt x="351" y="125"/>
                    <a:pt x="330" y="125"/>
                  </a:cubicBezTo>
                  <a:cubicBezTo>
                    <a:pt x="309" y="125"/>
                    <a:pt x="313" y="116"/>
                    <a:pt x="313" y="116"/>
                  </a:cubicBezTo>
                  <a:lnTo>
                    <a:pt x="313" y="116"/>
                  </a:lnTo>
                  <a:lnTo>
                    <a:pt x="251" y="196"/>
                  </a:lnTo>
                  <a:lnTo>
                    <a:pt x="1" y="303"/>
                  </a:lnTo>
                  <a:lnTo>
                    <a:pt x="81" y="544"/>
                  </a:lnTo>
                  <a:cubicBezTo>
                    <a:pt x="81" y="544"/>
                    <a:pt x="99" y="535"/>
                    <a:pt x="215" y="526"/>
                  </a:cubicBezTo>
                  <a:cubicBezTo>
                    <a:pt x="228" y="525"/>
                    <a:pt x="240" y="525"/>
                    <a:pt x="253" y="525"/>
                  </a:cubicBezTo>
                  <a:cubicBezTo>
                    <a:pt x="350" y="525"/>
                    <a:pt x="420" y="553"/>
                    <a:pt x="420" y="553"/>
                  </a:cubicBezTo>
                  <a:lnTo>
                    <a:pt x="599" y="571"/>
                  </a:lnTo>
                  <a:cubicBezTo>
                    <a:pt x="599" y="571"/>
                    <a:pt x="706" y="437"/>
                    <a:pt x="813" y="393"/>
                  </a:cubicBezTo>
                  <a:cubicBezTo>
                    <a:pt x="845" y="375"/>
                    <a:pt x="867" y="369"/>
                    <a:pt x="887" y="369"/>
                  </a:cubicBezTo>
                  <a:cubicBezTo>
                    <a:pt x="928" y="369"/>
                    <a:pt x="961" y="393"/>
                    <a:pt x="1063" y="393"/>
                  </a:cubicBezTo>
                  <a:cubicBezTo>
                    <a:pt x="1223" y="384"/>
                    <a:pt x="1196" y="285"/>
                    <a:pt x="1196" y="285"/>
                  </a:cubicBezTo>
                  <a:lnTo>
                    <a:pt x="1196" y="205"/>
                  </a:lnTo>
                  <a:cubicBezTo>
                    <a:pt x="1196" y="205"/>
                    <a:pt x="1125" y="62"/>
                    <a:pt x="1125" y="62"/>
                  </a:cubicBezTo>
                  <a:cubicBezTo>
                    <a:pt x="1125" y="62"/>
                    <a:pt x="973" y="27"/>
                    <a:pt x="973" y="27"/>
                  </a:cubicBezTo>
                  <a:lnTo>
                    <a:pt x="795" y="0"/>
                  </a:ln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102"/>
            <p:cNvSpPr/>
            <p:nvPr/>
          </p:nvSpPr>
          <p:spPr>
            <a:xfrm>
              <a:off x="5164344" y="3105217"/>
              <a:ext cx="216216" cy="86902"/>
            </a:xfrm>
            <a:custGeom>
              <a:rect b="b" l="l" r="r" t="t"/>
              <a:pathLst>
                <a:path extrusionOk="0" h="420" w="1045">
                  <a:moveTo>
                    <a:pt x="588" y="1"/>
                  </a:moveTo>
                  <a:cubicBezTo>
                    <a:pt x="575" y="1"/>
                    <a:pt x="561" y="3"/>
                    <a:pt x="545" y="9"/>
                  </a:cubicBezTo>
                  <a:cubicBezTo>
                    <a:pt x="447" y="45"/>
                    <a:pt x="277" y="63"/>
                    <a:pt x="277" y="63"/>
                  </a:cubicBezTo>
                  <a:lnTo>
                    <a:pt x="125" y="63"/>
                  </a:lnTo>
                  <a:cubicBezTo>
                    <a:pt x="125" y="63"/>
                    <a:pt x="0" y="152"/>
                    <a:pt x="27" y="223"/>
                  </a:cubicBezTo>
                  <a:cubicBezTo>
                    <a:pt x="54" y="295"/>
                    <a:pt x="125" y="366"/>
                    <a:pt x="125" y="366"/>
                  </a:cubicBezTo>
                  <a:cubicBezTo>
                    <a:pt x="125" y="366"/>
                    <a:pt x="518" y="411"/>
                    <a:pt x="545" y="411"/>
                  </a:cubicBezTo>
                  <a:cubicBezTo>
                    <a:pt x="562" y="411"/>
                    <a:pt x="732" y="419"/>
                    <a:pt x="732" y="419"/>
                  </a:cubicBezTo>
                  <a:lnTo>
                    <a:pt x="964" y="366"/>
                  </a:lnTo>
                  <a:lnTo>
                    <a:pt x="1044" y="286"/>
                  </a:lnTo>
                  <a:lnTo>
                    <a:pt x="830" y="143"/>
                  </a:lnTo>
                  <a:cubicBezTo>
                    <a:pt x="759" y="107"/>
                    <a:pt x="670" y="63"/>
                    <a:pt x="670" y="63"/>
                  </a:cubicBezTo>
                  <a:cubicBezTo>
                    <a:pt x="670" y="63"/>
                    <a:pt x="651" y="1"/>
                    <a:pt x="588"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102"/>
            <p:cNvSpPr/>
            <p:nvPr/>
          </p:nvSpPr>
          <p:spPr>
            <a:xfrm>
              <a:off x="5425863" y="3360331"/>
              <a:ext cx="159524" cy="73660"/>
            </a:xfrm>
            <a:custGeom>
              <a:rect b="b" l="l" r="r" t="t"/>
              <a:pathLst>
                <a:path extrusionOk="0" h="356" w="771">
                  <a:moveTo>
                    <a:pt x="369" y="0"/>
                  </a:moveTo>
                  <a:cubicBezTo>
                    <a:pt x="351" y="0"/>
                    <a:pt x="330" y="4"/>
                    <a:pt x="298" y="16"/>
                  </a:cubicBezTo>
                  <a:cubicBezTo>
                    <a:pt x="200" y="61"/>
                    <a:pt x="164" y="25"/>
                    <a:pt x="137" y="87"/>
                  </a:cubicBezTo>
                  <a:cubicBezTo>
                    <a:pt x="101" y="150"/>
                    <a:pt x="48" y="239"/>
                    <a:pt x="48" y="239"/>
                  </a:cubicBezTo>
                  <a:cubicBezTo>
                    <a:pt x="48" y="239"/>
                    <a:pt x="41" y="238"/>
                    <a:pt x="33" y="238"/>
                  </a:cubicBezTo>
                  <a:cubicBezTo>
                    <a:pt x="18" y="238"/>
                    <a:pt x="0" y="242"/>
                    <a:pt x="30" y="266"/>
                  </a:cubicBezTo>
                  <a:cubicBezTo>
                    <a:pt x="75" y="310"/>
                    <a:pt x="226" y="355"/>
                    <a:pt x="226" y="355"/>
                  </a:cubicBezTo>
                  <a:lnTo>
                    <a:pt x="414" y="346"/>
                  </a:lnTo>
                  <a:lnTo>
                    <a:pt x="610" y="328"/>
                  </a:lnTo>
                  <a:lnTo>
                    <a:pt x="753" y="239"/>
                  </a:lnTo>
                  <a:lnTo>
                    <a:pt x="770" y="141"/>
                  </a:lnTo>
                  <a:lnTo>
                    <a:pt x="762" y="52"/>
                  </a:lnTo>
                  <a:cubicBezTo>
                    <a:pt x="726" y="43"/>
                    <a:pt x="637" y="16"/>
                    <a:pt x="512" y="16"/>
                  </a:cubicBezTo>
                  <a:cubicBezTo>
                    <a:pt x="428" y="16"/>
                    <a:pt x="405" y="0"/>
                    <a:pt x="369" y="0"/>
                  </a:cubicBez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102"/>
            <p:cNvSpPr/>
            <p:nvPr/>
          </p:nvSpPr>
          <p:spPr>
            <a:xfrm>
              <a:off x="5120068" y="3438954"/>
              <a:ext cx="118350" cy="72418"/>
            </a:xfrm>
            <a:custGeom>
              <a:rect b="b" l="l" r="r" t="t"/>
              <a:pathLst>
                <a:path extrusionOk="0" h="350" w="572">
                  <a:moveTo>
                    <a:pt x="378" y="1"/>
                  </a:moveTo>
                  <a:cubicBezTo>
                    <a:pt x="371" y="1"/>
                    <a:pt x="364" y="1"/>
                    <a:pt x="357" y="2"/>
                  </a:cubicBezTo>
                  <a:cubicBezTo>
                    <a:pt x="286" y="11"/>
                    <a:pt x="197" y="11"/>
                    <a:pt x="197" y="11"/>
                  </a:cubicBezTo>
                  <a:cubicBezTo>
                    <a:pt x="170" y="11"/>
                    <a:pt x="54" y="29"/>
                    <a:pt x="36" y="55"/>
                  </a:cubicBezTo>
                  <a:cubicBezTo>
                    <a:pt x="27" y="82"/>
                    <a:pt x="0" y="91"/>
                    <a:pt x="18" y="145"/>
                  </a:cubicBezTo>
                  <a:cubicBezTo>
                    <a:pt x="27" y="198"/>
                    <a:pt x="81" y="269"/>
                    <a:pt x="81" y="269"/>
                  </a:cubicBezTo>
                  <a:lnTo>
                    <a:pt x="232" y="323"/>
                  </a:lnTo>
                  <a:lnTo>
                    <a:pt x="384" y="350"/>
                  </a:lnTo>
                  <a:cubicBezTo>
                    <a:pt x="384" y="350"/>
                    <a:pt x="527" y="252"/>
                    <a:pt x="536" y="198"/>
                  </a:cubicBezTo>
                  <a:cubicBezTo>
                    <a:pt x="553" y="136"/>
                    <a:pt x="571" y="64"/>
                    <a:pt x="571" y="64"/>
                  </a:cubicBezTo>
                  <a:lnTo>
                    <a:pt x="571" y="38"/>
                  </a:lnTo>
                  <a:cubicBezTo>
                    <a:pt x="571" y="38"/>
                    <a:pt x="453" y="1"/>
                    <a:pt x="378"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102"/>
            <p:cNvSpPr/>
            <p:nvPr/>
          </p:nvSpPr>
          <p:spPr>
            <a:xfrm>
              <a:off x="5114482" y="3616272"/>
              <a:ext cx="201319" cy="104076"/>
            </a:xfrm>
            <a:custGeom>
              <a:rect b="b" l="l" r="r" t="t"/>
              <a:pathLst>
                <a:path extrusionOk="0" h="503" w="973">
                  <a:moveTo>
                    <a:pt x="456" y="0"/>
                  </a:moveTo>
                  <a:cubicBezTo>
                    <a:pt x="447" y="0"/>
                    <a:pt x="438" y="0"/>
                    <a:pt x="429" y="1"/>
                  </a:cubicBezTo>
                  <a:cubicBezTo>
                    <a:pt x="331" y="10"/>
                    <a:pt x="206" y="73"/>
                    <a:pt x="206" y="73"/>
                  </a:cubicBezTo>
                  <a:lnTo>
                    <a:pt x="99" y="108"/>
                  </a:lnTo>
                  <a:cubicBezTo>
                    <a:pt x="99" y="108"/>
                    <a:pt x="79" y="100"/>
                    <a:pt x="60" y="100"/>
                  </a:cubicBezTo>
                  <a:cubicBezTo>
                    <a:pt x="51" y="100"/>
                    <a:pt x="42" y="102"/>
                    <a:pt x="36" y="108"/>
                  </a:cubicBezTo>
                  <a:cubicBezTo>
                    <a:pt x="18" y="117"/>
                    <a:pt x="1" y="206"/>
                    <a:pt x="1" y="206"/>
                  </a:cubicBezTo>
                  <a:lnTo>
                    <a:pt x="99" y="305"/>
                  </a:lnTo>
                  <a:cubicBezTo>
                    <a:pt x="99" y="305"/>
                    <a:pt x="108" y="314"/>
                    <a:pt x="134" y="340"/>
                  </a:cubicBezTo>
                  <a:cubicBezTo>
                    <a:pt x="163" y="362"/>
                    <a:pt x="175" y="401"/>
                    <a:pt x="206" y="401"/>
                  </a:cubicBezTo>
                  <a:cubicBezTo>
                    <a:pt x="214" y="401"/>
                    <a:pt x="222" y="399"/>
                    <a:pt x="233" y="394"/>
                  </a:cubicBezTo>
                  <a:cubicBezTo>
                    <a:pt x="286" y="367"/>
                    <a:pt x="322" y="358"/>
                    <a:pt x="322" y="358"/>
                  </a:cubicBezTo>
                  <a:cubicBezTo>
                    <a:pt x="322" y="358"/>
                    <a:pt x="375" y="403"/>
                    <a:pt x="411" y="438"/>
                  </a:cubicBezTo>
                  <a:cubicBezTo>
                    <a:pt x="447" y="474"/>
                    <a:pt x="438" y="465"/>
                    <a:pt x="518" y="483"/>
                  </a:cubicBezTo>
                  <a:cubicBezTo>
                    <a:pt x="566" y="499"/>
                    <a:pt x="602" y="502"/>
                    <a:pt x="622" y="502"/>
                  </a:cubicBezTo>
                  <a:cubicBezTo>
                    <a:pt x="636" y="502"/>
                    <a:pt x="643" y="501"/>
                    <a:pt x="643" y="501"/>
                  </a:cubicBezTo>
                  <a:lnTo>
                    <a:pt x="786" y="474"/>
                  </a:lnTo>
                  <a:lnTo>
                    <a:pt x="875" y="367"/>
                  </a:lnTo>
                  <a:cubicBezTo>
                    <a:pt x="875" y="367"/>
                    <a:pt x="973" y="305"/>
                    <a:pt x="928" y="251"/>
                  </a:cubicBezTo>
                  <a:cubicBezTo>
                    <a:pt x="875" y="189"/>
                    <a:pt x="795" y="126"/>
                    <a:pt x="759" y="108"/>
                  </a:cubicBezTo>
                  <a:cubicBezTo>
                    <a:pt x="723" y="90"/>
                    <a:pt x="634" y="37"/>
                    <a:pt x="634" y="37"/>
                  </a:cubicBezTo>
                  <a:cubicBezTo>
                    <a:pt x="634" y="37"/>
                    <a:pt x="546" y="0"/>
                    <a:pt x="456"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102"/>
            <p:cNvSpPr/>
            <p:nvPr/>
          </p:nvSpPr>
          <p:spPr>
            <a:xfrm>
              <a:off x="5393173" y="3716207"/>
              <a:ext cx="252631" cy="97868"/>
            </a:xfrm>
            <a:custGeom>
              <a:rect b="b" l="l" r="r" t="t"/>
              <a:pathLst>
                <a:path extrusionOk="0" h="473" w="1221">
                  <a:moveTo>
                    <a:pt x="170" y="0"/>
                  </a:moveTo>
                  <a:lnTo>
                    <a:pt x="54" y="80"/>
                  </a:lnTo>
                  <a:lnTo>
                    <a:pt x="1" y="250"/>
                  </a:lnTo>
                  <a:lnTo>
                    <a:pt x="54" y="339"/>
                  </a:lnTo>
                  <a:lnTo>
                    <a:pt x="108" y="410"/>
                  </a:lnTo>
                  <a:lnTo>
                    <a:pt x="295" y="446"/>
                  </a:lnTo>
                  <a:cubicBezTo>
                    <a:pt x="295" y="446"/>
                    <a:pt x="358" y="472"/>
                    <a:pt x="428" y="472"/>
                  </a:cubicBezTo>
                  <a:cubicBezTo>
                    <a:pt x="449" y="472"/>
                    <a:pt x="471" y="470"/>
                    <a:pt x="491" y="464"/>
                  </a:cubicBezTo>
                  <a:cubicBezTo>
                    <a:pt x="531" y="455"/>
                    <a:pt x="574" y="453"/>
                    <a:pt x="606" y="453"/>
                  </a:cubicBezTo>
                  <a:cubicBezTo>
                    <a:pt x="639" y="453"/>
                    <a:pt x="661" y="455"/>
                    <a:pt x="661" y="455"/>
                  </a:cubicBezTo>
                  <a:cubicBezTo>
                    <a:pt x="661" y="455"/>
                    <a:pt x="750" y="401"/>
                    <a:pt x="1009" y="330"/>
                  </a:cubicBezTo>
                  <a:cubicBezTo>
                    <a:pt x="1213" y="264"/>
                    <a:pt x="1220" y="258"/>
                    <a:pt x="1216" y="258"/>
                  </a:cubicBezTo>
                  <a:cubicBezTo>
                    <a:pt x="1215" y="258"/>
                    <a:pt x="1214" y="259"/>
                    <a:pt x="1214" y="259"/>
                  </a:cubicBezTo>
                  <a:lnTo>
                    <a:pt x="1053" y="187"/>
                  </a:lnTo>
                  <a:cubicBezTo>
                    <a:pt x="1053" y="187"/>
                    <a:pt x="1000" y="161"/>
                    <a:pt x="928" y="143"/>
                  </a:cubicBezTo>
                  <a:cubicBezTo>
                    <a:pt x="866" y="125"/>
                    <a:pt x="830" y="18"/>
                    <a:pt x="830" y="18"/>
                  </a:cubicBezTo>
                  <a:lnTo>
                    <a:pt x="688" y="0"/>
                  </a:lnTo>
                  <a:lnTo>
                    <a:pt x="456" y="62"/>
                  </a:lnTo>
                  <a:lnTo>
                    <a:pt x="170" y="0"/>
                  </a:ln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102"/>
            <p:cNvSpPr/>
            <p:nvPr/>
          </p:nvSpPr>
          <p:spPr>
            <a:xfrm>
              <a:off x="5341448" y="3300742"/>
              <a:ext cx="179387" cy="87109"/>
            </a:xfrm>
            <a:custGeom>
              <a:rect b="b" l="l" r="r" t="t"/>
              <a:pathLst>
                <a:path extrusionOk="0" h="421" w="867">
                  <a:moveTo>
                    <a:pt x="732" y="1"/>
                  </a:moveTo>
                  <a:lnTo>
                    <a:pt x="608" y="19"/>
                  </a:lnTo>
                  <a:cubicBezTo>
                    <a:pt x="608" y="19"/>
                    <a:pt x="527" y="34"/>
                    <a:pt x="476" y="34"/>
                  </a:cubicBezTo>
                  <a:cubicBezTo>
                    <a:pt x="459" y="34"/>
                    <a:pt x="445" y="32"/>
                    <a:pt x="438" y="28"/>
                  </a:cubicBezTo>
                  <a:cubicBezTo>
                    <a:pt x="433" y="22"/>
                    <a:pt x="419" y="20"/>
                    <a:pt x="402" y="20"/>
                  </a:cubicBezTo>
                  <a:cubicBezTo>
                    <a:pt x="331" y="20"/>
                    <a:pt x="188" y="54"/>
                    <a:pt x="188" y="54"/>
                  </a:cubicBezTo>
                  <a:cubicBezTo>
                    <a:pt x="188" y="54"/>
                    <a:pt x="63" y="170"/>
                    <a:pt x="45" y="215"/>
                  </a:cubicBezTo>
                  <a:lnTo>
                    <a:pt x="1" y="322"/>
                  </a:lnTo>
                  <a:lnTo>
                    <a:pt x="45" y="402"/>
                  </a:lnTo>
                  <a:lnTo>
                    <a:pt x="269" y="420"/>
                  </a:lnTo>
                  <a:cubicBezTo>
                    <a:pt x="269" y="420"/>
                    <a:pt x="384" y="411"/>
                    <a:pt x="429" y="367"/>
                  </a:cubicBezTo>
                  <a:cubicBezTo>
                    <a:pt x="450" y="345"/>
                    <a:pt x="475" y="336"/>
                    <a:pt x="511" y="336"/>
                  </a:cubicBezTo>
                  <a:cubicBezTo>
                    <a:pt x="551" y="336"/>
                    <a:pt x="604" y="348"/>
                    <a:pt x="679" y="367"/>
                  </a:cubicBezTo>
                  <a:cubicBezTo>
                    <a:pt x="704" y="371"/>
                    <a:pt x="726" y="373"/>
                    <a:pt x="745" y="373"/>
                  </a:cubicBezTo>
                  <a:cubicBezTo>
                    <a:pt x="833" y="373"/>
                    <a:pt x="857" y="331"/>
                    <a:pt x="857" y="331"/>
                  </a:cubicBezTo>
                  <a:cubicBezTo>
                    <a:pt x="857" y="331"/>
                    <a:pt x="866" y="170"/>
                    <a:pt x="857" y="144"/>
                  </a:cubicBezTo>
                  <a:cubicBezTo>
                    <a:pt x="848" y="117"/>
                    <a:pt x="732" y="1"/>
                    <a:pt x="732"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102"/>
            <p:cNvSpPr/>
            <p:nvPr/>
          </p:nvSpPr>
          <p:spPr>
            <a:xfrm>
              <a:off x="5033378" y="3852764"/>
              <a:ext cx="634991" cy="64763"/>
            </a:xfrm>
            <a:custGeom>
              <a:rect b="b" l="l" r="r" t="t"/>
              <a:pathLst>
                <a:path extrusionOk="0" h="313" w="3069">
                  <a:moveTo>
                    <a:pt x="0" y="0"/>
                  </a:moveTo>
                  <a:lnTo>
                    <a:pt x="0" y="312"/>
                  </a:lnTo>
                  <a:lnTo>
                    <a:pt x="3069" y="312"/>
                  </a:lnTo>
                  <a:lnTo>
                    <a:pt x="3069"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102"/>
            <p:cNvSpPr/>
            <p:nvPr/>
          </p:nvSpPr>
          <p:spPr>
            <a:xfrm>
              <a:off x="5072068" y="3917318"/>
              <a:ext cx="557609" cy="531759"/>
            </a:xfrm>
            <a:custGeom>
              <a:rect b="b" l="l" r="r" t="t"/>
              <a:pathLst>
                <a:path extrusionOk="0" h="2570" w="2695">
                  <a:moveTo>
                    <a:pt x="0" y="0"/>
                  </a:moveTo>
                  <a:lnTo>
                    <a:pt x="232" y="2570"/>
                  </a:lnTo>
                  <a:lnTo>
                    <a:pt x="2472" y="2570"/>
                  </a:lnTo>
                  <a:lnTo>
                    <a:pt x="269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102"/>
            <p:cNvSpPr/>
            <p:nvPr/>
          </p:nvSpPr>
          <p:spPr>
            <a:xfrm>
              <a:off x="5072068" y="3917318"/>
              <a:ext cx="557609" cy="40761"/>
            </a:xfrm>
            <a:custGeom>
              <a:rect b="b" l="l" r="r" t="t"/>
              <a:pathLst>
                <a:path extrusionOk="0" h="197" w="2695">
                  <a:moveTo>
                    <a:pt x="0" y="0"/>
                  </a:moveTo>
                  <a:lnTo>
                    <a:pt x="18" y="197"/>
                  </a:lnTo>
                  <a:lnTo>
                    <a:pt x="2677" y="197"/>
                  </a:lnTo>
                  <a:lnTo>
                    <a:pt x="269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7" name="Google Shape;6327;p102"/>
          <p:cNvGrpSpPr/>
          <p:nvPr/>
        </p:nvGrpSpPr>
        <p:grpSpPr>
          <a:xfrm>
            <a:off x="8430894" y="2688291"/>
            <a:ext cx="942613" cy="2225784"/>
            <a:chOff x="1214466" y="2918796"/>
            <a:chExt cx="786428" cy="1856987"/>
          </a:xfrm>
        </p:grpSpPr>
        <p:sp>
          <p:nvSpPr>
            <p:cNvPr id="6328" name="Google Shape;6328;p102"/>
            <p:cNvSpPr/>
            <p:nvPr/>
          </p:nvSpPr>
          <p:spPr>
            <a:xfrm>
              <a:off x="1718262" y="3276741"/>
              <a:ext cx="282632" cy="1052344"/>
            </a:xfrm>
            <a:custGeom>
              <a:rect b="b" l="l" r="r" t="t"/>
              <a:pathLst>
                <a:path extrusionOk="0" h="5086" w="1366">
                  <a:moveTo>
                    <a:pt x="1366" y="1"/>
                  </a:moveTo>
                  <a:lnTo>
                    <a:pt x="1" y="5005"/>
                  </a:lnTo>
                  <a:lnTo>
                    <a:pt x="99" y="5086"/>
                  </a:lnTo>
                  <a:cubicBezTo>
                    <a:pt x="1294" y="2321"/>
                    <a:pt x="1366" y="1"/>
                    <a:pt x="13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102"/>
            <p:cNvSpPr/>
            <p:nvPr/>
          </p:nvSpPr>
          <p:spPr>
            <a:xfrm>
              <a:off x="1696123" y="3276741"/>
              <a:ext cx="304771" cy="1035791"/>
            </a:xfrm>
            <a:custGeom>
              <a:rect b="b" l="l" r="r" t="t"/>
              <a:pathLst>
                <a:path extrusionOk="0" h="5006" w="1473">
                  <a:moveTo>
                    <a:pt x="1473" y="1"/>
                  </a:moveTo>
                  <a:cubicBezTo>
                    <a:pt x="1473" y="1"/>
                    <a:pt x="483" y="1553"/>
                    <a:pt x="1" y="4916"/>
                  </a:cubicBezTo>
                  <a:lnTo>
                    <a:pt x="108" y="5005"/>
                  </a:lnTo>
                  <a:lnTo>
                    <a:pt x="1473"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102"/>
            <p:cNvSpPr/>
            <p:nvPr/>
          </p:nvSpPr>
          <p:spPr>
            <a:xfrm>
              <a:off x="1687020" y="3134598"/>
              <a:ext cx="227182" cy="1069104"/>
            </a:xfrm>
            <a:custGeom>
              <a:rect b="b" l="l" r="r" t="t"/>
              <a:pathLst>
                <a:path extrusionOk="0" h="5167" w="1098">
                  <a:moveTo>
                    <a:pt x="999" y="1"/>
                  </a:moveTo>
                  <a:lnTo>
                    <a:pt x="0" y="5086"/>
                  </a:lnTo>
                  <a:lnTo>
                    <a:pt x="107" y="5166"/>
                  </a:lnTo>
                  <a:cubicBezTo>
                    <a:pt x="1097" y="2321"/>
                    <a:pt x="999" y="1"/>
                    <a:pt x="9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102"/>
            <p:cNvSpPr/>
            <p:nvPr/>
          </p:nvSpPr>
          <p:spPr>
            <a:xfrm>
              <a:off x="1664882" y="3134598"/>
              <a:ext cx="229044" cy="1052344"/>
            </a:xfrm>
            <a:custGeom>
              <a:rect b="b" l="l" r="r" t="t"/>
              <a:pathLst>
                <a:path extrusionOk="0" h="5086" w="1107">
                  <a:moveTo>
                    <a:pt x="1106" y="1"/>
                  </a:moveTo>
                  <a:cubicBezTo>
                    <a:pt x="1106" y="1"/>
                    <a:pt x="232" y="1625"/>
                    <a:pt x="0" y="5014"/>
                  </a:cubicBezTo>
                  <a:lnTo>
                    <a:pt x="107" y="5086"/>
                  </a:lnTo>
                  <a:lnTo>
                    <a:pt x="1106"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102"/>
            <p:cNvSpPr/>
            <p:nvPr/>
          </p:nvSpPr>
          <p:spPr>
            <a:xfrm>
              <a:off x="1648123" y="3007352"/>
              <a:ext cx="171938" cy="1118762"/>
            </a:xfrm>
            <a:custGeom>
              <a:rect b="b" l="l" r="r" t="t"/>
              <a:pathLst>
                <a:path extrusionOk="0" h="5407" w="831">
                  <a:moveTo>
                    <a:pt x="527" y="0"/>
                  </a:moveTo>
                  <a:lnTo>
                    <a:pt x="1" y="5362"/>
                  </a:lnTo>
                  <a:lnTo>
                    <a:pt x="108" y="5406"/>
                  </a:lnTo>
                  <a:cubicBezTo>
                    <a:pt x="830" y="2258"/>
                    <a:pt x="527" y="1"/>
                    <a:pt x="5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102"/>
            <p:cNvSpPr/>
            <p:nvPr/>
          </p:nvSpPr>
          <p:spPr>
            <a:xfrm>
              <a:off x="1609434" y="3007352"/>
              <a:ext cx="147937" cy="1109451"/>
            </a:xfrm>
            <a:custGeom>
              <a:rect b="b" l="l" r="r" t="t"/>
              <a:pathLst>
                <a:path extrusionOk="0" h="5362" w="715">
                  <a:moveTo>
                    <a:pt x="714" y="0"/>
                  </a:moveTo>
                  <a:lnTo>
                    <a:pt x="714" y="0"/>
                  </a:lnTo>
                  <a:cubicBezTo>
                    <a:pt x="714" y="1"/>
                    <a:pt x="1" y="1910"/>
                    <a:pt x="72" y="5326"/>
                  </a:cubicBezTo>
                  <a:lnTo>
                    <a:pt x="188" y="5362"/>
                  </a:lnTo>
                  <a:lnTo>
                    <a:pt x="71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102"/>
            <p:cNvSpPr/>
            <p:nvPr/>
          </p:nvSpPr>
          <p:spPr>
            <a:xfrm>
              <a:off x="1607571" y="2918796"/>
              <a:ext cx="109039" cy="1127866"/>
            </a:xfrm>
            <a:custGeom>
              <a:rect b="b" l="l" r="r" t="t"/>
              <a:pathLst>
                <a:path extrusionOk="0" h="5451" w="527">
                  <a:moveTo>
                    <a:pt x="1" y="0"/>
                  </a:moveTo>
                  <a:lnTo>
                    <a:pt x="1" y="5451"/>
                  </a:lnTo>
                  <a:lnTo>
                    <a:pt x="117" y="5451"/>
                  </a:lnTo>
                  <a:cubicBezTo>
                    <a:pt x="527" y="2114"/>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102"/>
            <p:cNvSpPr/>
            <p:nvPr/>
          </p:nvSpPr>
          <p:spPr>
            <a:xfrm>
              <a:off x="1500605" y="2918796"/>
              <a:ext cx="107177" cy="1127866"/>
            </a:xfrm>
            <a:custGeom>
              <a:rect b="b" l="l" r="r" t="t"/>
              <a:pathLst>
                <a:path extrusionOk="0" h="5451" w="518">
                  <a:moveTo>
                    <a:pt x="518" y="0"/>
                  </a:moveTo>
                  <a:cubicBezTo>
                    <a:pt x="518" y="0"/>
                    <a:pt x="0" y="2114"/>
                    <a:pt x="402" y="5451"/>
                  </a:cubicBezTo>
                  <a:lnTo>
                    <a:pt x="518" y="5451"/>
                  </a:lnTo>
                  <a:lnTo>
                    <a:pt x="51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102"/>
            <p:cNvSpPr/>
            <p:nvPr/>
          </p:nvSpPr>
          <p:spPr>
            <a:xfrm>
              <a:off x="1214466" y="3276741"/>
              <a:ext cx="284494" cy="1052344"/>
            </a:xfrm>
            <a:custGeom>
              <a:rect b="b" l="l" r="r" t="t"/>
              <a:pathLst>
                <a:path extrusionOk="0" h="5086" w="1375">
                  <a:moveTo>
                    <a:pt x="0" y="1"/>
                  </a:moveTo>
                  <a:cubicBezTo>
                    <a:pt x="0" y="1"/>
                    <a:pt x="72" y="2321"/>
                    <a:pt x="1276" y="5086"/>
                  </a:cubicBezTo>
                  <a:lnTo>
                    <a:pt x="1374" y="5005"/>
                  </a:lnTo>
                  <a:lnTo>
                    <a:pt x="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102"/>
            <p:cNvSpPr/>
            <p:nvPr/>
          </p:nvSpPr>
          <p:spPr>
            <a:xfrm>
              <a:off x="1214466" y="3276741"/>
              <a:ext cx="304771" cy="1035791"/>
            </a:xfrm>
            <a:custGeom>
              <a:rect b="b" l="l" r="r" t="t"/>
              <a:pathLst>
                <a:path extrusionOk="0" h="5006" w="1473">
                  <a:moveTo>
                    <a:pt x="0" y="1"/>
                  </a:moveTo>
                  <a:lnTo>
                    <a:pt x="1374" y="5005"/>
                  </a:lnTo>
                  <a:lnTo>
                    <a:pt x="1472" y="4916"/>
                  </a:lnTo>
                  <a:cubicBezTo>
                    <a:pt x="1000" y="1553"/>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102"/>
            <p:cNvSpPr/>
            <p:nvPr/>
          </p:nvSpPr>
          <p:spPr>
            <a:xfrm>
              <a:off x="1301156" y="3134598"/>
              <a:ext cx="229044" cy="1069104"/>
            </a:xfrm>
            <a:custGeom>
              <a:rect b="b" l="l" r="r" t="t"/>
              <a:pathLst>
                <a:path extrusionOk="0" h="5167" w="1107">
                  <a:moveTo>
                    <a:pt x="108" y="1"/>
                  </a:moveTo>
                  <a:cubicBezTo>
                    <a:pt x="108" y="1"/>
                    <a:pt x="1" y="2321"/>
                    <a:pt x="1000" y="5166"/>
                  </a:cubicBezTo>
                  <a:lnTo>
                    <a:pt x="1107" y="5086"/>
                  </a:lnTo>
                  <a:lnTo>
                    <a:pt x="10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102"/>
            <p:cNvSpPr/>
            <p:nvPr/>
          </p:nvSpPr>
          <p:spPr>
            <a:xfrm>
              <a:off x="1323294" y="3134598"/>
              <a:ext cx="229044" cy="1052344"/>
            </a:xfrm>
            <a:custGeom>
              <a:rect b="b" l="l" r="r" t="t"/>
              <a:pathLst>
                <a:path extrusionOk="0" h="5086" w="1107">
                  <a:moveTo>
                    <a:pt x="1" y="1"/>
                  </a:moveTo>
                  <a:lnTo>
                    <a:pt x="1000" y="5086"/>
                  </a:lnTo>
                  <a:lnTo>
                    <a:pt x="1107" y="5014"/>
                  </a:lnTo>
                  <a:cubicBezTo>
                    <a:pt x="875" y="1625"/>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102"/>
            <p:cNvSpPr/>
            <p:nvPr/>
          </p:nvSpPr>
          <p:spPr>
            <a:xfrm>
              <a:off x="1395295" y="3007352"/>
              <a:ext cx="173800" cy="1118762"/>
            </a:xfrm>
            <a:custGeom>
              <a:rect b="b" l="l" r="r" t="t"/>
              <a:pathLst>
                <a:path extrusionOk="0" h="5407" w="840">
                  <a:moveTo>
                    <a:pt x="313" y="0"/>
                  </a:moveTo>
                  <a:cubicBezTo>
                    <a:pt x="313" y="1"/>
                    <a:pt x="1" y="2258"/>
                    <a:pt x="723" y="5406"/>
                  </a:cubicBezTo>
                  <a:lnTo>
                    <a:pt x="839" y="5362"/>
                  </a:lnTo>
                  <a:lnTo>
                    <a:pt x="313"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102"/>
            <p:cNvSpPr/>
            <p:nvPr/>
          </p:nvSpPr>
          <p:spPr>
            <a:xfrm>
              <a:off x="1459847" y="3007352"/>
              <a:ext cx="147937" cy="1109451"/>
            </a:xfrm>
            <a:custGeom>
              <a:rect b="b" l="l" r="r" t="t"/>
              <a:pathLst>
                <a:path extrusionOk="0" h="5362" w="715">
                  <a:moveTo>
                    <a:pt x="1" y="0"/>
                  </a:moveTo>
                  <a:lnTo>
                    <a:pt x="527" y="5362"/>
                  </a:lnTo>
                  <a:lnTo>
                    <a:pt x="634" y="5326"/>
                  </a:lnTo>
                  <a:cubicBezTo>
                    <a:pt x="715" y="1910"/>
                    <a:pt x="1" y="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102"/>
            <p:cNvSpPr/>
            <p:nvPr/>
          </p:nvSpPr>
          <p:spPr>
            <a:xfrm>
              <a:off x="1268053" y="3994907"/>
              <a:ext cx="681131" cy="86902"/>
            </a:xfrm>
            <a:custGeom>
              <a:rect b="b" l="l" r="r" t="t"/>
              <a:pathLst>
                <a:path extrusionOk="0" h="420" w="3292">
                  <a:moveTo>
                    <a:pt x="0" y="0"/>
                  </a:moveTo>
                  <a:lnTo>
                    <a:pt x="0" y="419"/>
                  </a:lnTo>
                  <a:lnTo>
                    <a:pt x="3292" y="419"/>
                  </a:lnTo>
                  <a:lnTo>
                    <a:pt x="3292"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102"/>
            <p:cNvSpPr/>
            <p:nvPr/>
          </p:nvSpPr>
          <p:spPr>
            <a:xfrm>
              <a:off x="1308605" y="4081600"/>
              <a:ext cx="598162" cy="694183"/>
            </a:xfrm>
            <a:custGeom>
              <a:rect b="b" l="l" r="r" t="t"/>
              <a:pathLst>
                <a:path extrusionOk="0" h="3355" w="2891">
                  <a:moveTo>
                    <a:pt x="0" y="0"/>
                  </a:moveTo>
                  <a:lnTo>
                    <a:pt x="250" y="3355"/>
                  </a:lnTo>
                  <a:lnTo>
                    <a:pt x="2650" y="3355"/>
                  </a:lnTo>
                  <a:lnTo>
                    <a:pt x="289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102"/>
            <p:cNvSpPr/>
            <p:nvPr/>
          </p:nvSpPr>
          <p:spPr>
            <a:xfrm>
              <a:off x="1308605" y="4081600"/>
              <a:ext cx="598162" cy="51934"/>
            </a:xfrm>
            <a:custGeom>
              <a:rect b="b" l="l" r="r" t="t"/>
              <a:pathLst>
                <a:path extrusionOk="0" h="251" w="2891">
                  <a:moveTo>
                    <a:pt x="0" y="0"/>
                  </a:moveTo>
                  <a:lnTo>
                    <a:pt x="18" y="250"/>
                  </a:lnTo>
                  <a:lnTo>
                    <a:pt x="2873" y="250"/>
                  </a:lnTo>
                  <a:lnTo>
                    <a:pt x="289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45" name="Google Shape;6345;p102"/>
          <p:cNvSpPr/>
          <p:nvPr/>
        </p:nvSpPr>
        <p:spPr>
          <a:xfrm>
            <a:off x="8274941" y="294388"/>
            <a:ext cx="1254515" cy="174375"/>
          </a:xfrm>
          <a:custGeom>
            <a:rect b="b" l="l" r="r" t="t"/>
            <a:pathLst>
              <a:path extrusionOk="0" h="759" w="5461">
                <a:moveTo>
                  <a:pt x="2793" y="0"/>
                </a:moveTo>
                <a:cubicBezTo>
                  <a:pt x="2177" y="0"/>
                  <a:pt x="1865" y="375"/>
                  <a:pt x="1865" y="375"/>
                </a:cubicBezTo>
                <a:cubicBezTo>
                  <a:pt x="1798" y="352"/>
                  <a:pt x="1736" y="342"/>
                  <a:pt x="1680" y="342"/>
                </a:cubicBezTo>
                <a:cubicBezTo>
                  <a:pt x="1433" y="342"/>
                  <a:pt x="1303" y="526"/>
                  <a:pt x="1303" y="526"/>
                </a:cubicBezTo>
                <a:cubicBezTo>
                  <a:pt x="1120" y="454"/>
                  <a:pt x="954" y="426"/>
                  <a:pt x="806" y="426"/>
                </a:cubicBezTo>
                <a:cubicBezTo>
                  <a:pt x="295" y="426"/>
                  <a:pt x="0" y="758"/>
                  <a:pt x="0" y="758"/>
                </a:cubicBezTo>
                <a:lnTo>
                  <a:pt x="5460" y="758"/>
                </a:lnTo>
                <a:cubicBezTo>
                  <a:pt x="5270" y="491"/>
                  <a:pt x="4996" y="421"/>
                  <a:pt x="4764" y="421"/>
                </a:cubicBezTo>
                <a:cubicBezTo>
                  <a:pt x="4517" y="421"/>
                  <a:pt x="4318" y="500"/>
                  <a:pt x="4318" y="500"/>
                </a:cubicBezTo>
                <a:cubicBezTo>
                  <a:pt x="4212" y="383"/>
                  <a:pt x="4084" y="347"/>
                  <a:pt x="3969" y="347"/>
                </a:cubicBezTo>
                <a:cubicBezTo>
                  <a:pt x="3795" y="347"/>
                  <a:pt x="3649" y="428"/>
                  <a:pt x="3649" y="428"/>
                </a:cubicBezTo>
                <a:cubicBezTo>
                  <a:pt x="3649" y="428"/>
                  <a:pt x="3408" y="0"/>
                  <a:pt x="27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102"/>
          <p:cNvSpPr/>
          <p:nvPr/>
        </p:nvSpPr>
        <p:spPr>
          <a:xfrm>
            <a:off x="-336509" y="539388"/>
            <a:ext cx="1254515" cy="174375"/>
          </a:xfrm>
          <a:custGeom>
            <a:rect b="b" l="l" r="r" t="t"/>
            <a:pathLst>
              <a:path extrusionOk="0" h="759" w="5461">
                <a:moveTo>
                  <a:pt x="2793" y="0"/>
                </a:moveTo>
                <a:cubicBezTo>
                  <a:pt x="2177" y="0"/>
                  <a:pt x="1865" y="375"/>
                  <a:pt x="1865" y="375"/>
                </a:cubicBezTo>
                <a:cubicBezTo>
                  <a:pt x="1798" y="352"/>
                  <a:pt x="1736" y="342"/>
                  <a:pt x="1680" y="342"/>
                </a:cubicBezTo>
                <a:cubicBezTo>
                  <a:pt x="1433" y="342"/>
                  <a:pt x="1303" y="526"/>
                  <a:pt x="1303" y="526"/>
                </a:cubicBezTo>
                <a:cubicBezTo>
                  <a:pt x="1120" y="454"/>
                  <a:pt x="954" y="426"/>
                  <a:pt x="806" y="426"/>
                </a:cubicBezTo>
                <a:cubicBezTo>
                  <a:pt x="295" y="426"/>
                  <a:pt x="0" y="758"/>
                  <a:pt x="0" y="758"/>
                </a:cubicBezTo>
                <a:lnTo>
                  <a:pt x="5460" y="758"/>
                </a:lnTo>
                <a:cubicBezTo>
                  <a:pt x="5270" y="491"/>
                  <a:pt x="4996" y="421"/>
                  <a:pt x="4764" y="421"/>
                </a:cubicBezTo>
                <a:cubicBezTo>
                  <a:pt x="4517" y="421"/>
                  <a:pt x="4318" y="500"/>
                  <a:pt x="4318" y="500"/>
                </a:cubicBezTo>
                <a:cubicBezTo>
                  <a:pt x="4212" y="383"/>
                  <a:pt x="4084" y="347"/>
                  <a:pt x="3969" y="347"/>
                </a:cubicBezTo>
                <a:cubicBezTo>
                  <a:pt x="3795" y="347"/>
                  <a:pt x="3649" y="428"/>
                  <a:pt x="3649" y="428"/>
                </a:cubicBezTo>
                <a:cubicBezTo>
                  <a:pt x="3649" y="428"/>
                  <a:pt x="3408" y="0"/>
                  <a:pt x="27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6347" name="Shape 6347"/>
        <p:cNvGrpSpPr/>
        <p:nvPr/>
      </p:nvGrpSpPr>
      <p:grpSpPr>
        <a:xfrm>
          <a:off x="0" y="0"/>
          <a:ext cx="0" cy="0"/>
          <a:chOff x="0" y="0"/>
          <a:chExt cx="0" cy="0"/>
        </a:xfrm>
      </p:grpSpPr>
      <p:sp>
        <p:nvSpPr>
          <p:cNvPr id="6348" name="Google Shape;6348;p103"/>
          <p:cNvSpPr/>
          <p:nvPr/>
        </p:nvSpPr>
        <p:spPr>
          <a:xfrm flipH="1">
            <a:off x="-1" y="4762490"/>
            <a:ext cx="9173906"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103"/>
          <p:cNvSpPr/>
          <p:nvPr/>
        </p:nvSpPr>
        <p:spPr>
          <a:xfrm rot="238332">
            <a:off x="-3594095" y="4242315"/>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50" name="Google Shape;6350;p103"/>
          <p:cNvGrpSpPr/>
          <p:nvPr/>
        </p:nvGrpSpPr>
        <p:grpSpPr>
          <a:xfrm>
            <a:off x="-12751" y="2647408"/>
            <a:ext cx="2737383" cy="2109215"/>
            <a:chOff x="3363545" y="1191568"/>
            <a:chExt cx="384038" cy="295876"/>
          </a:xfrm>
        </p:grpSpPr>
        <p:sp>
          <p:nvSpPr>
            <p:cNvPr id="6351" name="Google Shape;6351;p103"/>
            <p:cNvSpPr/>
            <p:nvPr/>
          </p:nvSpPr>
          <p:spPr>
            <a:xfrm>
              <a:off x="3363545"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103"/>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103"/>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103"/>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103"/>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103"/>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103"/>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8" name="Google Shape;6358;p103"/>
          <p:cNvSpPr/>
          <p:nvPr/>
        </p:nvSpPr>
        <p:spPr>
          <a:xfrm flipH="1" rot="-238332">
            <a:off x="7203298" y="4242312"/>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59" name="Google Shape;6359;p103"/>
          <p:cNvGrpSpPr/>
          <p:nvPr/>
        </p:nvGrpSpPr>
        <p:grpSpPr>
          <a:xfrm flipH="1">
            <a:off x="6438566" y="2647368"/>
            <a:ext cx="2737383" cy="2109215"/>
            <a:chOff x="3363545" y="1191568"/>
            <a:chExt cx="384038" cy="295876"/>
          </a:xfrm>
        </p:grpSpPr>
        <p:sp>
          <p:nvSpPr>
            <p:cNvPr id="6360" name="Google Shape;6360;p103"/>
            <p:cNvSpPr/>
            <p:nvPr/>
          </p:nvSpPr>
          <p:spPr>
            <a:xfrm>
              <a:off x="3363545"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103"/>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103"/>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103"/>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103"/>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103"/>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103"/>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67" name="Google Shape;6367;p103"/>
          <p:cNvSpPr/>
          <p:nvPr/>
        </p:nvSpPr>
        <p:spPr>
          <a:xfrm flipH="1">
            <a:off x="-334053" y="8650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103"/>
          <p:cNvSpPr/>
          <p:nvPr/>
        </p:nvSpPr>
        <p:spPr>
          <a:xfrm flipH="1">
            <a:off x="8430904" y="158472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9_2">
    <p:spTree>
      <p:nvGrpSpPr>
        <p:cNvPr id="6369" name="Shape 6369"/>
        <p:cNvGrpSpPr/>
        <p:nvPr/>
      </p:nvGrpSpPr>
      <p:grpSpPr>
        <a:xfrm>
          <a:off x="0" y="0"/>
          <a:ext cx="0" cy="0"/>
          <a:chOff x="0" y="0"/>
          <a:chExt cx="0" cy="0"/>
        </a:xfrm>
      </p:grpSpPr>
      <p:sp>
        <p:nvSpPr>
          <p:cNvPr id="6370" name="Google Shape;6370;p104"/>
          <p:cNvSpPr/>
          <p:nvPr/>
        </p:nvSpPr>
        <p:spPr>
          <a:xfrm flipH="1">
            <a:off x="-6" y="3996398"/>
            <a:ext cx="9173906" cy="1147080"/>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104"/>
          <p:cNvSpPr/>
          <p:nvPr/>
        </p:nvSpPr>
        <p:spPr>
          <a:xfrm flipH="1">
            <a:off x="-459104" y="3775428"/>
            <a:ext cx="6683105" cy="2534470"/>
          </a:xfrm>
          <a:custGeom>
            <a:rect b="b" l="l" r="r" t="t"/>
            <a:pathLst>
              <a:path extrusionOk="0" h="13052" w="30413">
                <a:moveTo>
                  <a:pt x="22990" y="1"/>
                </a:moveTo>
                <a:lnTo>
                  <a:pt x="13801" y="1071"/>
                </a:lnTo>
                <a:lnTo>
                  <a:pt x="13596" y="1071"/>
                </a:lnTo>
                <a:cubicBezTo>
                  <a:pt x="13596" y="1071"/>
                  <a:pt x="9965" y="1437"/>
                  <a:pt x="11027" y="1856"/>
                </a:cubicBezTo>
                <a:cubicBezTo>
                  <a:pt x="12080" y="2275"/>
                  <a:pt x="12570" y="2552"/>
                  <a:pt x="10447" y="2918"/>
                </a:cubicBezTo>
                <a:cubicBezTo>
                  <a:pt x="8333" y="3275"/>
                  <a:pt x="5960" y="3560"/>
                  <a:pt x="7610" y="4184"/>
                </a:cubicBezTo>
                <a:cubicBezTo>
                  <a:pt x="9260" y="4800"/>
                  <a:pt x="6575" y="5549"/>
                  <a:pt x="3694" y="5755"/>
                </a:cubicBezTo>
                <a:cubicBezTo>
                  <a:pt x="2427" y="5844"/>
                  <a:pt x="1098" y="6450"/>
                  <a:pt x="0" y="7102"/>
                </a:cubicBezTo>
                <a:lnTo>
                  <a:pt x="0" y="13052"/>
                </a:lnTo>
                <a:lnTo>
                  <a:pt x="28869" y="13052"/>
                </a:lnTo>
                <a:lnTo>
                  <a:pt x="30412" y="12704"/>
                </a:lnTo>
                <a:lnTo>
                  <a:pt x="30412" y="81"/>
                </a:lnTo>
                <a:lnTo>
                  <a:pt x="30038"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104"/>
          <p:cNvSpPr/>
          <p:nvPr/>
        </p:nvSpPr>
        <p:spPr>
          <a:xfrm flipH="1">
            <a:off x="-459104" y="3775428"/>
            <a:ext cx="6683105" cy="2534470"/>
          </a:xfrm>
          <a:custGeom>
            <a:rect b="b" l="l" r="r" t="t"/>
            <a:pathLst>
              <a:path extrusionOk="0" h="13052" w="30413">
                <a:moveTo>
                  <a:pt x="22990" y="1"/>
                </a:moveTo>
                <a:lnTo>
                  <a:pt x="15728" y="848"/>
                </a:lnTo>
                <a:lnTo>
                  <a:pt x="13569" y="1749"/>
                </a:lnTo>
                <a:cubicBezTo>
                  <a:pt x="13569" y="1749"/>
                  <a:pt x="15666" y="2409"/>
                  <a:pt x="12766" y="2909"/>
                </a:cubicBezTo>
                <a:cubicBezTo>
                  <a:pt x="9867" y="3417"/>
                  <a:pt x="12017" y="3997"/>
                  <a:pt x="13337" y="4184"/>
                </a:cubicBezTo>
                <a:cubicBezTo>
                  <a:pt x="14649" y="4372"/>
                  <a:pt x="15407" y="5210"/>
                  <a:pt x="8939" y="6236"/>
                </a:cubicBezTo>
                <a:cubicBezTo>
                  <a:pt x="2480" y="7271"/>
                  <a:pt x="4684" y="7789"/>
                  <a:pt x="5888" y="8029"/>
                </a:cubicBezTo>
                <a:cubicBezTo>
                  <a:pt x="7030" y="8252"/>
                  <a:pt x="5291" y="8725"/>
                  <a:pt x="0" y="9555"/>
                </a:cubicBezTo>
                <a:lnTo>
                  <a:pt x="0" y="13052"/>
                </a:lnTo>
                <a:lnTo>
                  <a:pt x="28494" y="13052"/>
                </a:lnTo>
                <a:lnTo>
                  <a:pt x="28155" y="7887"/>
                </a:lnTo>
                <a:cubicBezTo>
                  <a:pt x="28155" y="7887"/>
                  <a:pt x="25953" y="8060"/>
                  <a:pt x="24567" y="8060"/>
                </a:cubicBezTo>
                <a:cubicBezTo>
                  <a:pt x="24042" y="8060"/>
                  <a:pt x="23635" y="8036"/>
                  <a:pt x="23507" y="7967"/>
                </a:cubicBezTo>
                <a:cubicBezTo>
                  <a:pt x="23035" y="7726"/>
                  <a:pt x="26639" y="7664"/>
                  <a:pt x="25104" y="6888"/>
                </a:cubicBezTo>
                <a:cubicBezTo>
                  <a:pt x="23579" y="6111"/>
                  <a:pt x="18413" y="6067"/>
                  <a:pt x="20233" y="5317"/>
                </a:cubicBezTo>
                <a:cubicBezTo>
                  <a:pt x="22062" y="4577"/>
                  <a:pt x="20028" y="4220"/>
                  <a:pt x="18333" y="3640"/>
                </a:cubicBezTo>
                <a:cubicBezTo>
                  <a:pt x="16638" y="3060"/>
                  <a:pt x="17236" y="2543"/>
                  <a:pt x="18770" y="2525"/>
                </a:cubicBezTo>
                <a:cubicBezTo>
                  <a:pt x="18807" y="2525"/>
                  <a:pt x="18842" y="2525"/>
                  <a:pt x="18876" y="2525"/>
                </a:cubicBezTo>
                <a:cubicBezTo>
                  <a:pt x="20301" y="2525"/>
                  <a:pt x="20215" y="2879"/>
                  <a:pt x="19832" y="3105"/>
                </a:cubicBezTo>
                <a:cubicBezTo>
                  <a:pt x="19586" y="3247"/>
                  <a:pt x="19856" y="3386"/>
                  <a:pt x="20555" y="3386"/>
                </a:cubicBezTo>
                <a:cubicBezTo>
                  <a:pt x="20997" y="3386"/>
                  <a:pt x="21611" y="3330"/>
                  <a:pt x="22374" y="3185"/>
                </a:cubicBezTo>
                <a:cubicBezTo>
                  <a:pt x="22844" y="3098"/>
                  <a:pt x="23275" y="3061"/>
                  <a:pt x="23640" y="3061"/>
                </a:cubicBezTo>
                <a:cubicBezTo>
                  <a:pt x="24807" y="3061"/>
                  <a:pt x="25303" y="3439"/>
                  <a:pt x="24257" y="3765"/>
                </a:cubicBezTo>
                <a:cubicBezTo>
                  <a:pt x="23293" y="4074"/>
                  <a:pt x="23579" y="4205"/>
                  <a:pt x="24624" y="4205"/>
                </a:cubicBezTo>
                <a:cubicBezTo>
                  <a:pt x="25060" y="4205"/>
                  <a:pt x="25627" y="4182"/>
                  <a:pt x="26291" y="4140"/>
                </a:cubicBezTo>
                <a:cubicBezTo>
                  <a:pt x="26778" y="4109"/>
                  <a:pt x="27185" y="4094"/>
                  <a:pt x="27510" y="4094"/>
                </a:cubicBezTo>
                <a:cubicBezTo>
                  <a:pt x="28693" y="4094"/>
                  <a:pt x="28808" y="4287"/>
                  <a:pt x="27843" y="4595"/>
                </a:cubicBezTo>
                <a:cubicBezTo>
                  <a:pt x="27072" y="4842"/>
                  <a:pt x="27244" y="5114"/>
                  <a:pt x="28358" y="5114"/>
                </a:cubicBezTo>
                <a:cubicBezTo>
                  <a:pt x="28855" y="5114"/>
                  <a:pt x="29540" y="5060"/>
                  <a:pt x="30412" y="4925"/>
                </a:cubicBezTo>
                <a:lnTo>
                  <a:pt x="30412" y="179"/>
                </a:lnTo>
                <a:cubicBezTo>
                  <a:pt x="29547" y="108"/>
                  <a:pt x="28494" y="45"/>
                  <a:pt x="27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73" name="Google Shape;6373;p104"/>
          <p:cNvGrpSpPr/>
          <p:nvPr/>
        </p:nvGrpSpPr>
        <p:grpSpPr>
          <a:xfrm flipH="1">
            <a:off x="-760212" y="1663728"/>
            <a:ext cx="4484281" cy="2708498"/>
            <a:chOff x="6244119" y="1698941"/>
            <a:chExt cx="760628" cy="457625"/>
          </a:xfrm>
        </p:grpSpPr>
        <p:sp>
          <p:nvSpPr>
            <p:cNvPr id="6374" name="Google Shape;6374;p104"/>
            <p:cNvSpPr/>
            <p:nvPr/>
          </p:nvSpPr>
          <p:spPr>
            <a:xfrm>
              <a:off x="6462191" y="1698941"/>
              <a:ext cx="542556" cy="308882"/>
            </a:xfrm>
            <a:custGeom>
              <a:rect b="b" l="l" r="r" t="t"/>
              <a:pathLst>
                <a:path extrusionOk="0" h="6522" w="11456">
                  <a:moveTo>
                    <a:pt x="9502" y="0"/>
                  </a:moveTo>
                  <a:cubicBezTo>
                    <a:pt x="8699" y="0"/>
                    <a:pt x="8708" y="848"/>
                    <a:pt x="8708" y="848"/>
                  </a:cubicBezTo>
                  <a:cubicBezTo>
                    <a:pt x="8671" y="845"/>
                    <a:pt x="8636" y="844"/>
                    <a:pt x="8602" y="844"/>
                  </a:cubicBezTo>
                  <a:cubicBezTo>
                    <a:pt x="7656" y="844"/>
                    <a:pt x="7664" y="1775"/>
                    <a:pt x="7664" y="1775"/>
                  </a:cubicBezTo>
                  <a:cubicBezTo>
                    <a:pt x="7631" y="1773"/>
                    <a:pt x="7600" y="1772"/>
                    <a:pt x="7570" y="1772"/>
                  </a:cubicBezTo>
                  <a:cubicBezTo>
                    <a:pt x="6944" y="1772"/>
                    <a:pt x="6977" y="2284"/>
                    <a:pt x="6977" y="2284"/>
                  </a:cubicBezTo>
                  <a:cubicBezTo>
                    <a:pt x="6883" y="2268"/>
                    <a:pt x="6797" y="2261"/>
                    <a:pt x="6719" y="2261"/>
                  </a:cubicBezTo>
                  <a:cubicBezTo>
                    <a:pt x="5978" y="2261"/>
                    <a:pt x="5897" y="2882"/>
                    <a:pt x="5897" y="2882"/>
                  </a:cubicBezTo>
                  <a:cubicBezTo>
                    <a:pt x="5785" y="2868"/>
                    <a:pt x="5681" y="2861"/>
                    <a:pt x="5583" y="2861"/>
                  </a:cubicBezTo>
                  <a:cubicBezTo>
                    <a:pt x="4370" y="2861"/>
                    <a:pt x="4202" y="3854"/>
                    <a:pt x="4202" y="3854"/>
                  </a:cubicBezTo>
                  <a:cubicBezTo>
                    <a:pt x="4113" y="3833"/>
                    <a:pt x="4032" y="3823"/>
                    <a:pt x="3959" y="3823"/>
                  </a:cubicBezTo>
                  <a:cubicBezTo>
                    <a:pt x="3453" y="3823"/>
                    <a:pt x="3337" y="4273"/>
                    <a:pt x="3337" y="4273"/>
                  </a:cubicBezTo>
                  <a:cubicBezTo>
                    <a:pt x="3145" y="4199"/>
                    <a:pt x="2971" y="4168"/>
                    <a:pt x="2815" y="4168"/>
                  </a:cubicBezTo>
                  <a:cubicBezTo>
                    <a:pt x="2108" y="4168"/>
                    <a:pt x="1767" y="4791"/>
                    <a:pt x="1767" y="4791"/>
                  </a:cubicBezTo>
                  <a:cubicBezTo>
                    <a:pt x="1649" y="4743"/>
                    <a:pt x="1540" y="4724"/>
                    <a:pt x="1440" y="4724"/>
                  </a:cubicBezTo>
                  <a:cubicBezTo>
                    <a:pt x="1014" y="4724"/>
                    <a:pt x="768" y="5076"/>
                    <a:pt x="768" y="5076"/>
                  </a:cubicBezTo>
                  <a:lnTo>
                    <a:pt x="1" y="6521"/>
                  </a:lnTo>
                  <a:lnTo>
                    <a:pt x="11455" y="6521"/>
                  </a:lnTo>
                  <a:lnTo>
                    <a:pt x="1145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104"/>
            <p:cNvSpPr/>
            <p:nvPr/>
          </p:nvSpPr>
          <p:spPr>
            <a:xfrm>
              <a:off x="6401936" y="1925441"/>
              <a:ext cx="24990" cy="29240"/>
            </a:xfrm>
            <a:custGeom>
              <a:rect b="b" l="l" r="r" t="t"/>
              <a:pathLst>
                <a:path extrusionOk="0" h="805" w="688">
                  <a:moveTo>
                    <a:pt x="669" y="0"/>
                  </a:moveTo>
                  <a:cubicBezTo>
                    <a:pt x="619" y="0"/>
                    <a:pt x="477" y="18"/>
                    <a:pt x="455" y="215"/>
                  </a:cubicBezTo>
                  <a:cubicBezTo>
                    <a:pt x="455" y="215"/>
                    <a:pt x="437" y="208"/>
                    <a:pt x="413" y="208"/>
                  </a:cubicBezTo>
                  <a:cubicBezTo>
                    <a:pt x="378" y="208"/>
                    <a:pt x="332" y="224"/>
                    <a:pt x="322" y="305"/>
                  </a:cubicBezTo>
                  <a:cubicBezTo>
                    <a:pt x="322" y="305"/>
                    <a:pt x="274" y="288"/>
                    <a:pt x="215" y="288"/>
                  </a:cubicBezTo>
                  <a:cubicBezTo>
                    <a:pt x="132" y="288"/>
                    <a:pt x="26" y="321"/>
                    <a:pt x="0" y="483"/>
                  </a:cubicBezTo>
                  <a:lnTo>
                    <a:pt x="687" y="804"/>
                  </a:lnTo>
                  <a:lnTo>
                    <a:pt x="687" y="1"/>
                  </a:lnTo>
                  <a:cubicBezTo>
                    <a:pt x="687" y="1"/>
                    <a:pt x="680" y="0"/>
                    <a:pt x="669"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104"/>
            <p:cNvSpPr/>
            <p:nvPr/>
          </p:nvSpPr>
          <p:spPr>
            <a:xfrm>
              <a:off x="6780077" y="1840885"/>
              <a:ext cx="47328" cy="114452"/>
            </a:xfrm>
            <a:custGeom>
              <a:rect b="b" l="l" r="r" t="t"/>
              <a:pathLst>
                <a:path extrusionOk="0" h="3151" w="1303">
                  <a:moveTo>
                    <a:pt x="0" y="1"/>
                  </a:moveTo>
                  <a:lnTo>
                    <a:pt x="0" y="3150"/>
                  </a:lnTo>
                  <a:lnTo>
                    <a:pt x="1303" y="3150"/>
                  </a:lnTo>
                  <a:lnTo>
                    <a:pt x="1303"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104"/>
            <p:cNvSpPr/>
            <p:nvPr/>
          </p:nvSpPr>
          <p:spPr>
            <a:xfrm>
              <a:off x="6804376" y="1859373"/>
              <a:ext cx="5848" cy="1038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104"/>
            <p:cNvSpPr/>
            <p:nvPr/>
          </p:nvSpPr>
          <p:spPr>
            <a:xfrm>
              <a:off x="6790756" y="1848694"/>
              <a:ext cx="5884" cy="10715"/>
            </a:xfrm>
            <a:custGeom>
              <a:rect b="b" l="l" r="r" t="t"/>
              <a:pathLst>
                <a:path extrusionOk="0" h="295" w="162">
                  <a:moveTo>
                    <a:pt x="1" y="0"/>
                  </a:moveTo>
                  <a:lnTo>
                    <a:pt x="1" y="294"/>
                  </a:lnTo>
                  <a:lnTo>
                    <a:pt x="161" y="294"/>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104"/>
            <p:cNvSpPr/>
            <p:nvPr/>
          </p:nvSpPr>
          <p:spPr>
            <a:xfrm>
              <a:off x="6816689" y="1871359"/>
              <a:ext cx="5848" cy="10715"/>
            </a:xfrm>
            <a:custGeom>
              <a:rect b="b" l="l" r="r" t="t"/>
              <a:pathLst>
                <a:path extrusionOk="0" h="295" w="161">
                  <a:moveTo>
                    <a:pt x="0" y="1"/>
                  </a:moveTo>
                  <a:lnTo>
                    <a:pt x="0"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104"/>
            <p:cNvSpPr/>
            <p:nvPr/>
          </p:nvSpPr>
          <p:spPr>
            <a:xfrm>
              <a:off x="6808590" y="1896965"/>
              <a:ext cx="5848" cy="10715"/>
            </a:xfrm>
            <a:custGeom>
              <a:rect b="b" l="l" r="r" t="t"/>
              <a:pathLst>
                <a:path extrusionOk="0" h="295" w="161">
                  <a:moveTo>
                    <a:pt x="0" y="0"/>
                  </a:moveTo>
                  <a:lnTo>
                    <a:pt x="0"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104"/>
            <p:cNvSpPr/>
            <p:nvPr/>
          </p:nvSpPr>
          <p:spPr>
            <a:xfrm>
              <a:off x="6817343" y="1912838"/>
              <a:ext cx="5848" cy="10715"/>
            </a:xfrm>
            <a:custGeom>
              <a:rect b="b" l="l" r="r" t="t"/>
              <a:pathLst>
                <a:path extrusionOk="0" h="295" w="161">
                  <a:moveTo>
                    <a:pt x="0" y="0"/>
                  </a:moveTo>
                  <a:lnTo>
                    <a:pt x="0"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104"/>
            <p:cNvSpPr/>
            <p:nvPr/>
          </p:nvSpPr>
          <p:spPr>
            <a:xfrm>
              <a:off x="6787850" y="1870051"/>
              <a:ext cx="5848" cy="10751"/>
            </a:xfrm>
            <a:custGeom>
              <a:rect b="b" l="l" r="r" t="t"/>
              <a:pathLst>
                <a:path extrusionOk="0" h="296" w="161">
                  <a:moveTo>
                    <a:pt x="0" y="1"/>
                  </a:moveTo>
                  <a:lnTo>
                    <a:pt x="0"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104"/>
            <p:cNvSpPr/>
            <p:nvPr/>
          </p:nvSpPr>
          <p:spPr>
            <a:xfrm>
              <a:off x="6800817" y="1930671"/>
              <a:ext cx="11696" cy="24663"/>
            </a:xfrm>
            <a:custGeom>
              <a:rect b="b" l="l" r="r" t="t"/>
              <a:pathLst>
                <a:path extrusionOk="0" h="679" w="322">
                  <a:moveTo>
                    <a:pt x="0" y="0"/>
                  </a:moveTo>
                  <a:lnTo>
                    <a:pt x="0" y="678"/>
                  </a:lnTo>
                  <a:lnTo>
                    <a:pt x="321" y="678"/>
                  </a:lnTo>
                  <a:lnTo>
                    <a:pt x="32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104"/>
            <p:cNvSpPr/>
            <p:nvPr/>
          </p:nvSpPr>
          <p:spPr>
            <a:xfrm>
              <a:off x="6780077" y="1829553"/>
              <a:ext cx="47328" cy="11369"/>
            </a:xfrm>
            <a:custGeom>
              <a:rect b="b" l="l" r="r" t="t"/>
              <a:pathLst>
                <a:path extrusionOk="0" h="313" w="1303">
                  <a:moveTo>
                    <a:pt x="312" y="1"/>
                  </a:moveTo>
                  <a:lnTo>
                    <a:pt x="0" y="313"/>
                  </a:lnTo>
                  <a:lnTo>
                    <a:pt x="1303" y="313"/>
                  </a:lnTo>
                  <a:lnTo>
                    <a:pt x="130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104"/>
            <p:cNvSpPr/>
            <p:nvPr/>
          </p:nvSpPr>
          <p:spPr>
            <a:xfrm>
              <a:off x="6426235" y="1898563"/>
              <a:ext cx="32109" cy="56118"/>
            </a:xfrm>
            <a:custGeom>
              <a:rect b="b" l="l" r="r" t="t"/>
              <a:pathLst>
                <a:path extrusionOk="0" h="1545" w="884">
                  <a:moveTo>
                    <a:pt x="0" y="1"/>
                  </a:moveTo>
                  <a:lnTo>
                    <a:pt x="0" y="1544"/>
                  </a:lnTo>
                  <a:lnTo>
                    <a:pt x="884" y="1544"/>
                  </a:lnTo>
                  <a:lnTo>
                    <a:pt x="884"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104"/>
            <p:cNvSpPr/>
            <p:nvPr/>
          </p:nvSpPr>
          <p:spPr>
            <a:xfrm>
              <a:off x="6458306" y="1890791"/>
              <a:ext cx="7482" cy="63891"/>
            </a:xfrm>
            <a:custGeom>
              <a:rect b="b" l="l" r="r" t="t"/>
              <a:pathLst>
                <a:path extrusionOk="0" h="1759" w="206">
                  <a:moveTo>
                    <a:pt x="206" y="1"/>
                  </a:moveTo>
                  <a:lnTo>
                    <a:pt x="1" y="215"/>
                  </a:lnTo>
                  <a:lnTo>
                    <a:pt x="1" y="1758"/>
                  </a:lnTo>
                  <a:lnTo>
                    <a:pt x="206" y="1758"/>
                  </a:lnTo>
                  <a:lnTo>
                    <a:pt x="206"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104"/>
            <p:cNvSpPr/>
            <p:nvPr/>
          </p:nvSpPr>
          <p:spPr>
            <a:xfrm>
              <a:off x="6430121" y="1903757"/>
              <a:ext cx="4250" cy="7156"/>
            </a:xfrm>
            <a:custGeom>
              <a:rect b="b" l="l" r="r" t="t"/>
              <a:pathLst>
                <a:path extrusionOk="0" h="197" w="117">
                  <a:moveTo>
                    <a:pt x="0" y="1"/>
                  </a:moveTo>
                  <a:lnTo>
                    <a:pt x="0" y="197"/>
                  </a:lnTo>
                  <a:lnTo>
                    <a:pt x="116" y="197"/>
                  </a:lnTo>
                  <a:lnTo>
                    <a:pt x="11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104"/>
            <p:cNvSpPr/>
            <p:nvPr/>
          </p:nvSpPr>
          <p:spPr>
            <a:xfrm>
              <a:off x="6449553" y="1905719"/>
              <a:ext cx="4250" cy="7156"/>
            </a:xfrm>
            <a:custGeom>
              <a:rect b="b" l="l" r="r" t="t"/>
              <a:pathLst>
                <a:path extrusionOk="0" h="197" w="117">
                  <a:moveTo>
                    <a:pt x="1" y="0"/>
                  </a:moveTo>
                  <a:lnTo>
                    <a:pt x="1" y="196"/>
                  </a:lnTo>
                  <a:lnTo>
                    <a:pt x="117" y="196"/>
                  </a:lnTo>
                  <a:lnTo>
                    <a:pt x="117"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104"/>
            <p:cNvSpPr/>
            <p:nvPr/>
          </p:nvSpPr>
          <p:spPr>
            <a:xfrm>
              <a:off x="6439528" y="1911857"/>
              <a:ext cx="4250" cy="7156"/>
            </a:xfrm>
            <a:custGeom>
              <a:rect b="b" l="l" r="r" t="t"/>
              <a:pathLst>
                <a:path extrusionOk="0" h="197" w="117">
                  <a:moveTo>
                    <a:pt x="0" y="1"/>
                  </a:moveTo>
                  <a:lnTo>
                    <a:pt x="0" y="197"/>
                  </a:lnTo>
                  <a:lnTo>
                    <a:pt x="116" y="197"/>
                  </a:lnTo>
                  <a:lnTo>
                    <a:pt x="11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104"/>
            <p:cNvSpPr/>
            <p:nvPr/>
          </p:nvSpPr>
          <p:spPr>
            <a:xfrm>
              <a:off x="6448282" y="1925151"/>
              <a:ext cx="4250" cy="7156"/>
            </a:xfrm>
            <a:custGeom>
              <a:rect b="b" l="l" r="r" t="t"/>
              <a:pathLst>
                <a:path extrusionOk="0" h="197" w="117">
                  <a:moveTo>
                    <a:pt x="0" y="0"/>
                  </a:moveTo>
                  <a:lnTo>
                    <a:pt x="0" y="197"/>
                  </a:lnTo>
                  <a:lnTo>
                    <a:pt x="116" y="197"/>
                  </a:lnTo>
                  <a:lnTo>
                    <a:pt x="11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104"/>
            <p:cNvSpPr/>
            <p:nvPr/>
          </p:nvSpPr>
          <p:spPr>
            <a:xfrm>
              <a:off x="6433027" y="1923843"/>
              <a:ext cx="4250" cy="7192"/>
            </a:xfrm>
            <a:custGeom>
              <a:rect b="b" l="l" r="r" t="t"/>
              <a:pathLst>
                <a:path extrusionOk="0" h="198" w="117">
                  <a:moveTo>
                    <a:pt x="1" y="1"/>
                  </a:moveTo>
                  <a:lnTo>
                    <a:pt x="1" y="197"/>
                  </a:lnTo>
                  <a:lnTo>
                    <a:pt x="117" y="197"/>
                  </a:lnTo>
                  <a:lnTo>
                    <a:pt x="11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104"/>
            <p:cNvSpPr/>
            <p:nvPr/>
          </p:nvSpPr>
          <p:spPr>
            <a:xfrm>
              <a:off x="6436259" y="1939389"/>
              <a:ext cx="8136" cy="15292"/>
            </a:xfrm>
            <a:custGeom>
              <a:rect b="b" l="l" r="r" t="t"/>
              <a:pathLst>
                <a:path extrusionOk="0" h="421" w="224">
                  <a:moveTo>
                    <a:pt x="1" y="1"/>
                  </a:moveTo>
                  <a:lnTo>
                    <a:pt x="1" y="420"/>
                  </a:lnTo>
                  <a:lnTo>
                    <a:pt x="224" y="420"/>
                  </a:lnTo>
                  <a:lnTo>
                    <a:pt x="22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104"/>
            <p:cNvSpPr/>
            <p:nvPr/>
          </p:nvSpPr>
          <p:spPr>
            <a:xfrm>
              <a:off x="6426235" y="1890791"/>
              <a:ext cx="39555" cy="7809"/>
            </a:xfrm>
            <a:custGeom>
              <a:rect b="b" l="l" r="r" t="t"/>
              <a:pathLst>
                <a:path extrusionOk="0" h="215" w="1089">
                  <a:moveTo>
                    <a:pt x="215" y="1"/>
                  </a:moveTo>
                  <a:lnTo>
                    <a:pt x="0" y="215"/>
                  </a:lnTo>
                  <a:lnTo>
                    <a:pt x="884" y="215"/>
                  </a:lnTo>
                  <a:lnTo>
                    <a:pt x="108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104"/>
            <p:cNvSpPr/>
            <p:nvPr/>
          </p:nvSpPr>
          <p:spPr>
            <a:xfrm>
              <a:off x="6577549" y="1906990"/>
              <a:ext cx="52849" cy="85285"/>
            </a:xfrm>
            <a:custGeom>
              <a:rect b="b" l="l" r="r" t="t"/>
              <a:pathLst>
                <a:path extrusionOk="0" h="2348" w="1455">
                  <a:moveTo>
                    <a:pt x="1" y="1"/>
                  </a:moveTo>
                  <a:lnTo>
                    <a:pt x="1" y="2347"/>
                  </a:lnTo>
                  <a:lnTo>
                    <a:pt x="1455" y="2347"/>
                  </a:lnTo>
                  <a:lnTo>
                    <a:pt x="1455"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104"/>
            <p:cNvSpPr/>
            <p:nvPr/>
          </p:nvSpPr>
          <p:spPr>
            <a:xfrm>
              <a:off x="6616450" y="1913491"/>
              <a:ext cx="5521" cy="9734"/>
            </a:xfrm>
            <a:custGeom>
              <a:rect b="b" l="l" r="r" t="t"/>
              <a:pathLst>
                <a:path extrusionOk="0" h="268" w="152">
                  <a:moveTo>
                    <a:pt x="0" y="0"/>
                  </a:moveTo>
                  <a:lnTo>
                    <a:pt x="0" y="268"/>
                  </a:lnTo>
                  <a:lnTo>
                    <a:pt x="152" y="268"/>
                  </a:lnTo>
                  <a:lnTo>
                    <a:pt x="15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104"/>
            <p:cNvSpPr/>
            <p:nvPr/>
          </p:nvSpPr>
          <p:spPr>
            <a:xfrm>
              <a:off x="6602502" y="1925804"/>
              <a:ext cx="5230" cy="9734"/>
            </a:xfrm>
            <a:custGeom>
              <a:rect b="b" l="l" r="r" t="t"/>
              <a:pathLst>
                <a:path extrusionOk="0" h="268" w="144">
                  <a:moveTo>
                    <a:pt x="0" y="0"/>
                  </a:moveTo>
                  <a:lnTo>
                    <a:pt x="0" y="268"/>
                  </a:lnTo>
                  <a:lnTo>
                    <a:pt x="143" y="268"/>
                  </a:lnTo>
                  <a:lnTo>
                    <a:pt x="14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104"/>
            <p:cNvSpPr/>
            <p:nvPr/>
          </p:nvSpPr>
          <p:spPr>
            <a:xfrm>
              <a:off x="6584668" y="1915743"/>
              <a:ext cx="5230" cy="9444"/>
            </a:xfrm>
            <a:custGeom>
              <a:rect b="b" l="l" r="r" t="t"/>
              <a:pathLst>
                <a:path extrusionOk="0" h="260" w="144">
                  <a:moveTo>
                    <a:pt x="1" y="1"/>
                  </a:moveTo>
                  <a:lnTo>
                    <a:pt x="1" y="259"/>
                  </a:lnTo>
                  <a:lnTo>
                    <a:pt x="144" y="259"/>
                  </a:lnTo>
                  <a:lnTo>
                    <a:pt x="14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104"/>
            <p:cNvSpPr/>
            <p:nvPr/>
          </p:nvSpPr>
          <p:spPr>
            <a:xfrm>
              <a:off x="6613834" y="1936483"/>
              <a:ext cx="5557" cy="9444"/>
            </a:xfrm>
            <a:custGeom>
              <a:rect b="b" l="l" r="r" t="t"/>
              <a:pathLst>
                <a:path extrusionOk="0" h="260" w="153">
                  <a:moveTo>
                    <a:pt x="1" y="1"/>
                  </a:moveTo>
                  <a:lnTo>
                    <a:pt x="1" y="259"/>
                  </a:lnTo>
                  <a:lnTo>
                    <a:pt x="152" y="259"/>
                  </a:lnTo>
                  <a:lnTo>
                    <a:pt x="15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104"/>
            <p:cNvSpPr/>
            <p:nvPr/>
          </p:nvSpPr>
          <p:spPr>
            <a:xfrm>
              <a:off x="6588228" y="1935502"/>
              <a:ext cx="5557" cy="9771"/>
            </a:xfrm>
            <a:custGeom>
              <a:rect b="b" l="l" r="r" t="t"/>
              <a:pathLst>
                <a:path extrusionOk="0" h="269" w="153">
                  <a:moveTo>
                    <a:pt x="1" y="1"/>
                  </a:moveTo>
                  <a:lnTo>
                    <a:pt x="1" y="269"/>
                  </a:lnTo>
                  <a:lnTo>
                    <a:pt x="153" y="269"/>
                  </a:lnTo>
                  <a:lnTo>
                    <a:pt x="15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104"/>
            <p:cNvSpPr/>
            <p:nvPr/>
          </p:nvSpPr>
          <p:spPr>
            <a:xfrm>
              <a:off x="6602502" y="1964668"/>
              <a:ext cx="13330" cy="27605"/>
            </a:xfrm>
            <a:custGeom>
              <a:rect b="b" l="l" r="r" t="t"/>
              <a:pathLst>
                <a:path extrusionOk="0" h="760" w="367">
                  <a:moveTo>
                    <a:pt x="0" y="1"/>
                  </a:moveTo>
                  <a:lnTo>
                    <a:pt x="0" y="759"/>
                  </a:lnTo>
                  <a:lnTo>
                    <a:pt x="366" y="759"/>
                  </a:lnTo>
                  <a:lnTo>
                    <a:pt x="36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104"/>
            <p:cNvSpPr/>
            <p:nvPr/>
          </p:nvSpPr>
          <p:spPr>
            <a:xfrm>
              <a:off x="6577549" y="1894350"/>
              <a:ext cx="52849" cy="12677"/>
            </a:xfrm>
            <a:custGeom>
              <a:rect b="b" l="l" r="r" t="t"/>
              <a:pathLst>
                <a:path extrusionOk="0" h="349" w="1455">
                  <a:moveTo>
                    <a:pt x="1" y="1"/>
                  </a:moveTo>
                  <a:lnTo>
                    <a:pt x="1" y="349"/>
                  </a:lnTo>
                  <a:lnTo>
                    <a:pt x="1455" y="349"/>
                  </a:lnTo>
                  <a:lnTo>
                    <a:pt x="145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104"/>
            <p:cNvSpPr/>
            <p:nvPr/>
          </p:nvSpPr>
          <p:spPr>
            <a:xfrm>
              <a:off x="6560369" y="1980214"/>
              <a:ext cx="17217" cy="12059"/>
            </a:xfrm>
            <a:custGeom>
              <a:rect b="b" l="l" r="r" t="t"/>
              <a:pathLst>
                <a:path extrusionOk="0" h="332" w="474">
                  <a:moveTo>
                    <a:pt x="460" y="0"/>
                  </a:moveTo>
                  <a:cubicBezTo>
                    <a:pt x="423" y="0"/>
                    <a:pt x="320" y="12"/>
                    <a:pt x="313" y="144"/>
                  </a:cubicBezTo>
                  <a:cubicBezTo>
                    <a:pt x="313" y="144"/>
                    <a:pt x="300" y="140"/>
                    <a:pt x="284" y="140"/>
                  </a:cubicBezTo>
                  <a:cubicBezTo>
                    <a:pt x="257" y="140"/>
                    <a:pt x="220" y="150"/>
                    <a:pt x="215" y="206"/>
                  </a:cubicBezTo>
                  <a:cubicBezTo>
                    <a:pt x="215" y="206"/>
                    <a:pt x="182" y="194"/>
                    <a:pt x="141" y="194"/>
                  </a:cubicBezTo>
                  <a:cubicBezTo>
                    <a:pt x="86" y="194"/>
                    <a:pt x="16" y="217"/>
                    <a:pt x="1" y="331"/>
                  </a:cubicBezTo>
                  <a:lnTo>
                    <a:pt x="474" y="331"/>
                  </a:lnTo>
                  <a:lnTo>
                    <a:pt x="474" y="1"/>
                  </a:lnTo>
                  <a:cubicBezTo>
                    <a:pt x="474" y="1"/>
                    <a:pt x="469" y="0"/>
                    <a:pt x="46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104"/>
            <p:cNvSpPr/>
            <p:nvPr/>
          </p:nvSpPr>
          <p:spPr>
            <a:xfrm>
              <a:off x="6671186" y="1975637"/>
              <a:ext cx="24663" cy="17253"/>
            </a:xfrm>
            <a:custGeom>
              <a:rect b="b" l="l" r="r" t="t"/>
              <a:pathLst>
                <a:path extrusionOk="0" h="475" w="679">
                  <a:moveTo>
                    <a:pt x="651" y="0"/>
                  </a:moveTo>
                  <a:cubicBezTo>
                    <a:pt x="594" y="0"/>
                    <a:pt x="467" y="21"/>
                    <a:pt x="447" y="207"/>
                  </a:cubicBezTo>
                  <a:cubicBezTo>
                    <a:pt x="447" y="207"/>
                    <a:pt x="431" y="203"/>
                    <a:pt x="411" y="203"/>
                  </a:cubicBezTo>
                  <a:cubicBezTo>
                    <a:pt x="375" y="203"/>
                    <a:pt x="324" y="217"/>
                    <a:pt x="313" y="297"/>
                  </a:cubicBezTo>
                  <a:cubicBezTo>
                    <a:pt x="313" y="297"/>
                    <a:pt x="265" y="280"/>
                    <a:pt x="207" y="280"/>
                  </a:cubicBezTo>
                  <a:cubicBezTo>
                    <a:pt x="125" y="280"/>
                    <a:pt x="22" y="313"/>
                    <a:pt x="1" y="475"/>
                  </a:cubicBezTo>
                  <a:lnTo>
                    <a:pt x="679" y="475"/>
                  </a:lnTo>
                  <a:lnTo>
                    <a:pt x="679" y="2"/>
                  </a:lnTo>
                  <a:cubicBezTo>
                    <a:pt x="679" y="2"/>
                    <a:pt x="668" y="0"/>
                    <a:pt x="65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104"/>
            <p:cNvSpPr/>
            <p:nvPr/>
          </p:nvSpPr>
          <p:spPr>
            <a:xfrm>
              <a:off x="6552597" y="1940950"/>
              <a:ext cx="24990" cy="17290"/>
            </a:xfrm>
            <a:custGeom>
              <a:rect b="b" l="l" r="r" t="t"/>
              <a:pathLst>
                <a:path extrusionOk="0" h="476" w="688">
                  <a:moveTo>
                    <a:pt x="659" y="1"/>
                  </a:moveTo>
                  <a:cubicBezTo>
                    <a:pt x="599" y="1"/>
                    <a:pt x="467" y="22"/>
                    <a:pt x="447" y="208"/>
                  </a:cubicBezTo>
                  <a:cubicBezTo>
                    <a:pt x="447" y="208"/>
                    <a:pt x="431" y="203"/>
                    <a:pt x="411" y="203"/>
                  </a:cubicBezTo>
                  <a:cubicBezTo>
                    <a:pt x="375" y="203"/>
                    <a:pt x="324" y="217"/>
                    <a:pt x="313" y="297"/>
                  </a:cubicBezTo>
                  <a:cubicBezTo>
                    <a:pt x="313" y="297"/>
                    <a:pt x="265" y="280"/>
                    <a:pt x="207" y="280"/>
                  </a:cubicBezTo>
                  <a:cubicBezTo>
                    <a:pt x="125" y="280"/>
                    <a:pt x="22" y="314"/>
                    <a:pt x="1" y="475"/>
                  </a:cubicBezTo>
                  <a:lnTo>
                    <a:pt x="688" y="475"/>
                  </a:lnTo>
                  <a:lnTo>
                    <a:pt x="688" y="3"/>
                  </a:lnTo>
                  <a:cubicBezTo>
                    <a:pt x="688" y="3"/>
                    <a:pt x="676" y="1"/>
                    <a:pt x="659"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104"/>
            <p:cNvSpPr/>
            <p:nvPr/>
          </p:nvSpPr>
          <p:spPr>
            <a:xfrm>
              <a:off x="6510464" y="1968809"/>
              <a:ext cx="24990" cy="17290"/>
            </a:xfrm>
            <a:custGeom>
              <a:rect b="b" l="l" r="r" t="t"/>
              <a:pathLst>
                <a:path extrusionOk="0" h="476" w="688">
                  <a:moveTo>
                    <a:pt x="659" y="1"/>
                  </a:moveTo>
                  <a:cubicBezTo>
                    <a:pt x="600" y="1"/>
                    <a:pt x="470" y="22"/>
                    <a:pt x="456" y="208"/>
                  </a:cubicBezTo>
                  <a:cubicBezTo>
                    <a:pt x="456" y="208"/>
                    <a:pt x="441" y="204"/>
                    <a:pt x="420" y="204"/>
                  </a:cubicBezTo>
                  <a:cubicBezTo>
                    <a:pt x="382" y="204"/>
                    <a:pt x="325" y="219"/>
                    <a:pt x="313" y="306"/>
                  </a:cubicBezTo>
                  <a:cubicBezTo>
                    <a:pt x="313" y="306"/>
                    <a:pt x="260" y="286"/>
                    <a:pt x="198" y="286"/>
                  </a:cubicBezTo>
                  <a:cubicBezTo>
                    <a:pt x="118" y="286"/>
                    <a:pt x="21" y="320"/>
                    <a:pt x="1" y="476"/>
                  </a:cubicBezTo>
                  <a:lnTo>
                    <a:pt x="688" y="476"/>
                  </a:lnTo>
                  <a:lnTo>
                    <a:pt x="688" y="3"/>
                  </a:lnTo>
                  <a:cubicBezTo>
                    <a:pt x="688" y="3"/>
                    <a:pt x="677" y="1"/>
                    <a:pt x="659"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104"/>
            <p:cNvSpPr/>
            <p:nvPr/>
          </p:nvSpPr>
          <p:spPr>
            <a:xfrm>
              <a:off x="6458306" y="1938408"/>
              <a:ext cx="24990" cy="17253"/>
            </a:xfrm>
            <a:custGeom>
              <a:rect b="b" l="l" r="r" t="t"/>
              <a:pathLst>
                <a:path extrusionOk="0" h="475" w="688">
                  <a:moveTo>
                    <a:pt x="668" y="0"/>
                  </a:moveTo>
                  <a:cubicBezTo>
                    <a:pt x="614" y="0"/>
                    <a:pt x="470" y="18"/>
                    <a:pt x="456" y="206"/>
                  </a:cubicBezTo>
                  <a:cubicBezTo>
                    <a:pt x="456" y="206"/>
                    <a:pt x="440" y="202"/>
                    <a:pt x="420" y="202"/>
                  </a:cubicBezTo>
                  <a:cubicBezTo>
                    <a:pt x="382" y="202"/>
                    <a:pt x="324" y="217"/>
                    <a:pt x="313" y="305"/>
                  </a:cubicBezTo>
                  <a:cubicBezTo>
                    <a:pt x="313" y="305"/>
                    <a:pt x="265" y="287"/>
                    <a:pt x="206" y="287"/>
                  </a:cubicBezTo>
                  <a:cubicBezTo>
                    <a:pt x="126" y="287"/>
                    <a:pt x="26" y="320"/>
                    <a:pt x="1" y="474"/>
                  </a:cubicBezTo>
                  <a:lnTo>
                    <a:pt x="688" y="474"/>
                  </a:lnTo>
                  <a:lnTo>
                    <a:pt x="688" y="1"/>
                  </a:lnTo>
                  <a:cubicBezTo>
                    <a:pt x="688" y="1"/>
                    <a:pt x="680" y="0"/>
                    <a:pt x="668"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104"/>
            <p:cNvSpPr/>
            <p:nvPr/>
          </p:nvSpPr>
          <p:spPr>
            <a:xfrm>
              <a:off x="6537705" y="1951411"/>
              <a:ext cx="39882" cy="31128"/>
            </a:xfrm>
            <a:custGeom>
              <a:rect b="b" l="l" r="r" t="t"/>
              <a:pathLst>
                <a:path extrusionOk="0" h="857" w="1098">
                  <a:moveTo>
                    <a:pt x="955" y="0"/>
                  </a:moveTo>
                  <a:lnTo>
                    <a:pt x="411" y="187"/>
                  </a:lnTo>
                  <a:cubicBezTo>
                    <a:pt x="411" y="187"/>
                    <a:pt x="363" y="169"/>
                    <a:pt x="302" y="169"/>
                  </a:cubicBezTo>
                  <a:cubicBezTo>
                    <a:pt x="229" y="169"/>
                    <a:pt x="138" y="195"/>
                    <a:pt x="89" y="312"/>
                  </a:cubicBezTo>
                  <a:cubicBezTo>
                    <a:pt x="0" y="535"/>
                    <a:pt x="223" y="848"/>
                    <a:pt x="250" y="848"/>
                  </a:cubicBezTo>
                  <a:cubicBezTo>
                    <a:pt x="277" y="856"/>
                    <a:pt x="553" y="856"/>
                    <a:pt x="553" y="856"/>
                  </a:cubicBezTo>
                  <a:cubicBezTo>
                    <a:pt x="553" y="856"/>
                    <a:pt x="678" y="785"/>
                    <a:pt x="839" y="678"/>
                  </a:cubicBezTo>
                  <a:cubicBezTo>
                    <a:pt x="990" y="571"/>
                    <a:pt x="1098" y="339"/>
                    <a:pt x="1098" y="339"/>
                  </a:cubicBezTo>
                  <a:lnTo>
                    <a:pt x="1071" y="9"/>
                  </a:lnTo>
                  <a:lnTo>
                    <a:pt x="95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104"/>
            <p:cNvSpPr/>
            <p:nvPr/>
          </p:nvSpPr>
          <p:spPr>
            <a:xfrm>
              <a:off x="6714626" y="1924134"/>
              <a:ext cx="41807" cy="14674"/>
            </a:xfrm>
            <a:custGeom>
              <a:rect b="b" l="l" r="r" t="t"/>
              <a:pathLst>
                <a:path extrusionOk="0" h="404" w="1151">
                  <a:moveTo>
                    <a:pt x="552" y="1"/>
                  </a:moveTo>
                  <a:cubicBezTo>
                    <a:pt x="507" y="1"/>
                    <a:pt x="398" y="17"/>
                    <a:pt x="384" y="180"/>
                  </a:cubicBezTo>
                  <a:cubicBezTo>
                    <a:pt x="384" y="180"/>
                    <a:pt x="367" y="174"/>
                    <a:pt x="346" y="174"/>
                  </a:cubicBezTo>
                  <a:cubicBezTo>
                    <a:pt x="314" y="174"/>
                    <a:pt x="273" y="187"/>
                    <a:pt x="268" y="251"/>
                  </a:cubicBezTo>
                  <a:cubicBezTo>
                    <a:pt x="268" y="251"/>
                    <a:pt x="229" y="238"/>
                    <a:pt x="181" y="238"/>
                  </a:cubicBezTo>
                  <a:cubicBezTo>
                    <a:pt x="111" y="238"/>
                    <a:pt x="21" y="266"/>
                    <a:pt x="0" y="403"/>
                  </a:cubicBezTo>
                  <a:lnTo>
                    <a:pt x="1151" y="403"/>
                  </a:lnTo>
                  <a:cubicBezTo>
                    <a:pt x="1130" y="266"/>
                    <a:pt x="1040" y="238"/>
                    <a:pt x="970" y="238"/>
                  </a:cubicBezTo>
                  <a:cubicBezTo>
                    <a:pt x="922" y="238"/>
                    <a:pt x="883" y="251"/>
                    <a:pt x="883" y="251"/>
                  </a:cubicBezTo>
                  <a:cubicBezTo>
                    <a:pt x="873" y="187"/>
                    <a:pt x="833" y="174"/>
                    <a:pt x="803" y="174"/>
                  </a:cubicBezTo>
                  <a:cubicBezTo>
                    <a:pt x="783" y="174"/>
                    <a:pt x="767" y="180"/>
                    <a:pt x="767" y="180"/>
                  </a:cubicBezTo>
                  <a:cubicBezTo>
                    <a:pt x="753" y="17"/>
                    <a:pt x="638" y="1"/>
                    <a:pt x="591" y="1"/>
                  </a:cubicBezTo>
                  <a:cubicBezTo>
                    <a:pt x="579" y="1"/>
                    <a:pt x="571" y="2"/>
                    <a:pt x="571" y="2"/>
                  </a:cubicBezTo>
                  <a:cubicBezTo>
                    <a:pt x="571" y="2"/>
                    <a:pt x="564" y="1"/>
                    <a:pt x="552"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104"/>
            <p:cNvSpPr/>
            <p:nvPr/>
          </p:nvSpPr>
          <p:spPr>
            <a:xfrm>
              <a:off x="6695812" y="1893079"/>
              <a:ext cx="32109" cy="104028"/>
            </a:xfrm>
            <a:custGeom>
              <a:rect b="b" l="l" r="r" t="t"/>
              <a:pathLst>
                <a:path extrusionOk="0" h="2864" w="884">
                  <a:moveTo>
                    <a:pt x="1" y="0"/>
                  </a:moveTo>
                  <a:lnTo>
                    <a:pt x="1" y="2864"/>
                  </a:lnTo>
                  <a:lnTo>
                    <a:pt x="884" y="2864"/>
                  </a:lnTo>
                  <a:lnTo>
                    <a:pt x="88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104"/>
            <p:cNvSpPr/>
            <p:nvPr/>
          </p:nvSpPr>
          <p:spPr>
            <a:xfrm>
              <a:off x="6727884" y="1885306"/>
              <a:ext cx="7519" cy="111801"/>
            </a:xfrm>
            <a:custGeom>
              <a:rect b="b" l="l" r="r" t="t"/>
              <a:pathLst>
                <a:path extrusionOk="0" h="3078" w="207">
                  <a:moveTo>
                    <a:pt x="206" y="0"/>
                  </a:moveTo>
                  <a:lnTo>
                    <a:pt x="1" y="214"/>
                  </a:lnTo>
                  <a:lnTo>
                    <a:pt x="1" y="3078"/>
                  </a:lnTo>
                  <a:lnTo>
                    <a:pt x="206" y="3078"/>
                  </a:lnTo>
                  <a:lnTo>
                    <a:pt x="206"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104"/>
            <p:cNvSpPr/>
            <p:nvPr/>
          </p:nvSpPr>
          <p:spPr>
            <a:xfrm>
              <a:off x="6701006" y="1898236"/>
              <a:ext cx="3923" cy="7192"/>
            </a:xfrm>
            <a:custGeom>
              <a:rect b="b" l="l" r="r" t="t"/>
              <a:pathLst>
                <a:path extrusionOk="0" h="198" w="108">
                  <a:moveTo>
                    <a:pt x="0" y="1"/>
                  </a:moveTo>
                  <a:lnTo>
                    <a:pt x="0"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104"/>
            <p:cNvSpPr/>
            <p:nvPr/>
          </p:nvSpPr>
          <p:spPr>
            <a:xfrm>
              <a:off x="6710086" y="1911530"/>
              <a:ext cx="3923" cy="7192"/>
            </a:xfrm>
            <a:custGeom>
              <a:rect b="b" l="l" r="r" t="t"/>
              <a:pathLst>
                <a:path extrusionOk="0" h="198"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104"/>
            <p:cNvSpPr/>
            <p:nvPr/>
          </p:nvSpPr>
          <p:spPr>
            <a:xfrm>
              <a:off x="6718513" y="1900198"/>
              <a:ext cx="3923" cy="7156"/>
            </a:xfrm>
            <a:custGeom>
              <a:rect b="b" l="l" r="r" t="t"/>
              <a:pathLst>
                <a:path extrusionOk="0" h="197"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104"/>
            <p:cNvSpPr/>
            <p:nvPr/>
          </p:nvSpPr>
          <p:spPr>
            <a:xfrm>
              <a:off x="6700025" y="1919303"/>
              <a:ext cx="3923" cy="7192"/>
            </a:xfrm>
            <a:custGeom>
              <a:rect b="b" l="l" r="r" t="t"/>
              <a:pathLst>
                <a:path extrusionOk="0" h="198"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104"/>
            <p:cNvSpPr/>
            <p:nvPr/>
          </p:nvSpPr>
          <p:spPr>
            <a:xfrm>
              <a:off x="6720438" y="1923516"/>
              <a:ext cx="3923" cy="7192"/>
            </a:xfrm>
            <a:custGeom>
              <a:rect b="b" l="l" r="r" t="t"/>
              <a:pathLst>
                <a:path extrusionOk="0" h="198"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104"/>
            <p:cNvSpPr/>
            <p:nvPr/>
          </p:nvSpPr>
          <p:spPr>
            <a:xfrm>
              <a:off x="6709432" y="1932923"/>
              <a:ext cx="3923" cy="7156"/>
            </a:xfrm>
            <a:custGeom>
              <a:rect b="b" l="l" r="r" t="t"/>
              <a:pathLst>
                <a:path extrusionOk="0" h="197"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104"/>
            <p:cNvSpPr/>
            <p:nvPr/>
          </p:nvSpPr>
          <p:spPr>
            <a:xfrm>
              <a:off x="6699371" y="1944909"/>
              <a:ext cx="3923" cy="7156"/>
            </a:xfrm>
            <a:custGeom>
              <a:rect b="b" l="l" r="r" t="t"/>
              <a:pathLst>
                <a:path extrusionOk="0" h="197"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104"/>
            <p:cNvSpPr/>
            <p:nvPr/>
          </p:nvSpPr>
          <p:spPr>
            <a:xfrm>
              <a:off x="6702931" y="1963070"/>
              <a:ext cx="3959" cy="7156"/>
            </a:xfrm>
            <a:custGeom>
              <a:rect b="b" l="l" r="r" t="t"/>
              <a:pathLst>
                <a:path extrusionOk="0" h="197" w="109">
                  <a:moveTo>
                    <a:pt x="1" y="0"/>
                  </a:moveTo>
                  <a:lnTo>
                    <a:pt x="1" y="196"/>
                  </a:lnTo>
                  <a:lnTo>
                    <a:pt x="108" y="196"/>
                  </a:lnTo>
                  <a:lnTo>
                    <a:pt x="10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104"/>
            <p:cNvSpPr/>
            <p:nvPr/>
          </p:nvSpPr>
          <p:spPr>
            <a:xfrm>
              <a:off x="6695812" y="1885306"/>
              <a:ext cx="39592" cy="7809"/>
            </a:xfrm>
            <a:custGeom>
              <a:rect b="b" l="l" r="r" t="t"/>
              <a:pathLst>
                <a:path extrusionOk="0" h="215" w="1090">
                  <a:moveTo>
                    <a:pt x="215" y="0"/>
                  </a:moveTo>
                  <a:lnTo>
                    <a:pt x="1" y="214"/>
                  </a:lnTo>
                  <a:lnTo>
                    <a:pt x="884" y="214"/>
                  </a:lnTo>
                  <a:lnTo>
                    <a:pt x="10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104"/>
            <p:cNvSpPr/>
            <p:nvPr/>
          </p:nvSpPr>
          <p:spPr>
            <a:xfrm>
              <a:off x="6634901" y="1859373"/>
              <a:ext cx="15909" cy="139696"/>
            </a:xfrm>
            <a:custGeom>
              <a:rect b="b" l="l" r="r" t="t"/>
              <a:pathLst>
                <a:path extrusionOk="0" h="3846" w="438">
                  <a:moveTo>
                    <a:pt x="438" y="0"/>
                  </a:moveTo>
                  <a:cubicBezTo>
                    <a:pt x="438" y="0"/>
                    <a:pt x="384" y="63"/>
                    <a:pt x="393" y="143"/>
                  </a:cubicBezTo>
                  <a:cubicBezTo>
                    <a:pt x="402" y="215"/>
                    <a:pt x="322" y="250"/>
                    <a:pt x="357" y="313"/>
                  </a:cubicBezTo>
                  <a:cubicBezTo>
                    <a:pt x="384" y="384"/>
                    <a:pt x="286" y="402"/>
                    <a:pt x="331" y="491"/>
                  </a:cubicBezTo>
                  <a:cubicBezTo>
                    <a:pt x="375" y="571"/>
                    <a:pt x="268" y="670"/>
                    <a:pt x="304" y="759"/>
                  </a:cubicBezTo>
                  <a:cubicBezTo>
                    <a:pt x="348" y="857"/>
                    <a:pt x="259" y="893"/>
                    <a:pt x="295" y="973"/>
                  </a:cubicBezTo>
                  <a:cubicBezTo>
                    <a:pt x="340" y="1053"/>
                    <a:pt x="206" y="1142"/>
                    <a:pt x="268" y="1276"/>
                  </a:cubicBezTo>
                  <a:cubicBezTo>
                    <a:pt x="340" y="1401"/>
                    <a:pt x="206" y="1472"/>
                    <a:pt x="250" y="1562"/>
                  </a:cubicBezTo>
                  <a:cubicBezTo>
                    <a:pt x="295" y="1660"/>
                    <a:pt x="134" y="1767"/>
                    <a:pt x="206" y="1865"/>
                  </a:cubicBezTo>
                  <a:cubicBezTo>
                    <a:pt x="277" y="1972"/>
                    <a:pt x="143" y="2061"/>
                    <a:pt x="188" y="2142"/>
                  </a:cubicBezTo>
                  <a:cubicBezTo>
                    <a:pt x="233" y="2222"/>
                    <a:pt x="108" y="2338"/>
                    <a:pt x="179" y="2427"/>
                  </a:cubicBezTo>
                  <a:cubicBezTo>
                    <a:pt x="241" y="2516"/>
                    <a:pt x="90" y="2623"/>
                    <a:pt x="134" y="2739"/>
                  </a:cubicBezTo>
                  <a:cubicBezTo>
                    <a:pt x="188" y="2864"/>
                    <a:pt x="63" y="2998"/>
                    <a:pt x="125" y="3105"/>
                  </a:cubicBezTo>
                  <a:cubicBezTo>
                    <a:pt x="188" y="3212"/>
                    <a:pt x="36" y="3239"/>
                    <a:pt x="108" y="3355"/>
                  </a:cubicBezTo>
                  <a:cubicBezTo>
                    <a:pt x="179" y="3480"/>
                    <a:pt x="1" y="3631"/>
                    <a:pt x="1" y="3845"/>
                  </a:cubicBezTo>
                  <a:lnTo>
                    <a:pt x="438" y="3845"/>
                  </a:lnTo>
                  <a:lnTo>
                    <a:pt x="4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104"/>
            <p:cNvSpPr/>
            <p:nvPr/>
          </p:nvSpPr>
          <p:spPr>
            <a:xfrm>
              <a:off x="6650773" y="1859373"/>
              <a:ext cx="15909" cy="139696"/>
            </a:xfrm>
            <a:custGeom>
              <a:rect b="b" l="l" r="r" t="t"/>
              <a:pathLst>
                <a:path extrusionOk="0" h="3846" w="438">
                  <a:moveTo>
                    <a:pt x="1" y="0"/>
                  </a:moveTo>
                  <a:lnTo>
                    <a:pt x="1" y="3845"/>
                  </a:lnTo>
                  <a:lnTo>
                    <a:pt x="438" y="3845"/>
                  </a:lnTo>
                  <a:cubicBezTo>
                    <a:pt x="438" y="3631"/>
                    <a:pt x="259" y="3480"/>
                    <a:pt x="331" y="3355"/>
                  </a:cubicBezTo>
                  <a:cubicBezTo>
                    <a:pt x="402" y="3239"/>
                    <a:pt x="250" y="3212"/>
                    <a:pt x="313" y="3105"/>
                  </a:cubicBezTo>
                  <a:cubicBezTo>
                    <a:pt x="375" y="2998"/>
                    <a:pt x="250" y="2864"/>
                    <a:pt x="304" y="2739"/>
                  </a:cubicBezTo>
                  <a:cubicBezTo>
                    <a:pt x="358" y="2623"/>
                    <a:pt x="197" y="2516"/>
                    <a:pt x="268" y="2427"/>
                  </a:cubicBezTo>
                  <a:cubicBezTo>
                    <a:pt x="331" y="2338"/>
                    <a:pt x="206" y="2222"/>
                    <a:pt x="250" y="2142"/>
                  </a:cubicBezTo>
                  <a:cubicBezTo>
                    <a:pt x="295" y="2061"/>
                    <a:pt x="170" y="1972"/>
                    <a:pt x="233" y="1865"/>
                  </a:cubicBezTo>
                  <a:cubicBezTo>
                    <a:pt x="304" y="1767"/>
                    <a:pt x="152" y="1660"/>
                    <a:pt x="188" y="1562"/>
                  </a:cubicBezTo>
                  <a:cubicBezTo>
                    <a:pt x="233" y="1472"/>
                    <a:pt x="108" y="1401"/>
                    <a:pt x="170" y="1276"/>
                  </a:cubicBezTo>
                  <a:cubicBezTo>
                    <a:pt x="242" y="1142"/>
                    <a:pt x="99" y="1053"/>
                    <a:pt x="143" y="973"/>
                  </a:cubicBezTo>
                  <a:cubicBezTo>
                    <a:pt x="188" y="893"/>
                    <a:pt x="90" y="857"/>
                    <a:pt x="135" y="759"/>
                  </a:cubicBezTo>
                  <a:cubicBezTo>
                    <a:pt x="179" y="670"/>
                    <a:pt x="63" y="571"/>
                    <a:pt x="108" y="491"/>
                  </a:cubicBezTo>
                  <a:cubicBezTo>
                    <a:pt x="161" y="402"/>
                    <a:pt x="54" y="384"/>
                    <a:pt x="90" y="313"/>
                  </a:cubicBezTo>
                  <a:cubicBezTo>
                    <a:pt x="117" y="250"/>
                    <a:pt x="45" y="215"/>
                    <a:pt x="54" y="143"/>
                  </a:cubicBezTo>
                  <a:cubicBezTo>
                    <a:pt x="63" y="63"/>
                    <a:pt x="1" y="0"/>
                    <a:pt x="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104"/>
            <p:cNvSpPr/>
            <p:nvPr/>
          </p:nvSpPr>
          <p:spPr>
            <a:xfrm>
              <a:off x="6474179" y="1859373"/>
              <a:ext cx="15909" cy="139696"/>
            </a:xfrm>
            <a:custGeom>
              <a:rect b="b" l="l" r="r" t="t"/>
              <a:pathLst>
                <a:path extrusionOk="0" h="3846" w="438">
                  <a:moveTo>
                    <a:pt x="438" y="0"/>
                  </a:moveTo>
                  <a:cubicBezTo>
                    <a:pt x="438" y="0"/>
                    <a:pt x="375" y="63"/>
                    <a:pt x="384" y="143"/>
                  </a:cubicBezTo>
                  <a:cubicBezTo>
                    <a:pt x="393" y="215"/>
                    <a:pt x="322" y="250"/>
                    <a:pt x="349" y="313"/>
                  </a:cubicBezTo>
                  <a:cubicBezTo>
                    <a:pt x="384" y="384"/>
                    <a:pt x="277" y="402"/>
                    <a:pt x="331" y="491"/>
                  </a:cubicBezTo>
                  <a:cubicBezTo>
                    <a:pt x="375" y="571"/>
                    <a:pt x="259" y="670"/>
                    <a:pt x="304" y="759"/>
                  </a:cubicBezTo>
                  <a:cubicBezTo>
                    <a:pt x="349" y="857"/>
                    <a:pt x="251" y="893"/>
                    <a:pt x="295" y="973"/>
                  </a:cubicBezTo>
                  <a:cubicBezTo>
                    <a:pt x="340" y="1053"/>
                    <a:pt x="197" y="1142"/>
                    <a:pt x="268" y="1276"/>
                  </a:cubicBezTo>
                  <a:cubicBezTo>
                    <a:pt x="331" y="1401"/>
                    <a:pt x="206" y="1472"/>
                    <a:pt x="251" y="1562"/>
                  </a:cubicBezTo>
                  <a:cubicBezTo>
                    <a:pt x="286" y="1660"/>
                    <a:pt x="135" y="1767"/>
                    <a:pt x="206" y="1865"/>
                  </a:cubicBezTo>
                  <a:cubicBezTo>
                    <a:pt x="268" y="1972"/>
                    <a:pt x="143" y="2061"/>
                    <a:pt x="188" y="2142"/>
                  </a:cubicBezTo>
                  <a:cubicBezTo>
                    <a:pt x="233" y="2222"/>
                    <a:pt x="108" y="2338"/>
                    <a:pt x="170" y="2427"/>
                  </a:cubicBezTo>
                  <a:cubicBezTo>
                    <a:pt x="242" y="2516"/>
                    <a:pt x="81" y="2623"/>
                    <a:pt x="135" y="2739"/>
                  </a:cubicBezTo>
                  <a:cubicBezTo>
                    <a:pt x="188" y="2864"/>
                    <a:pt x="63" y="2998"/>
                    <a:pt x="126" y="3105"/>
                  </a:cubicBezTo>
                  <a:cubicBezTo>
                    <a:pt x="188" y="3212"/>
                    <a:pt x="36" y="3239"/>
                    <a:pt x="108" y="3355"/>
                  </a:cubicBezTo>
                  <a:cubicBezTo>
                    <a:pt x="179" y="3480"/>
                    <a:pt x="1" y="3631"/>
                    <a:pt x="1" y="3845"/>
                  </a:cubicBezTo>
                  <a:lnTo>
                    <a:pt x="438" y="3845"/>
                  </a:lnTo>
                  <a:lnTo>
                    <a:pt x="4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104"/>
            <p:cNvSpPr/>
            <p:nvPr/>
          </p:nvSpPr>
          <p:spPr>
            <a:xfrm>
              <a:off x="6490051" y="1859373"/>
              <a:ext cx="15909" cy="139696"/>
            </a:xfrm>
            <a:custGeom>
              <a:rect b="b" l="l" r="r" t="t"/>
              <a:pathLst>
                <a:path extrusionOk="0" h="3846" w="438">
                  <a:moveTo>
                    <a:pt x="1" y="0"/>
                  </a:moveTo>
                  <a:lnTo>
                    <a:pt x="1" y="3845"/>
                  </a:lnTo>
                  <a:lnTo>
                    <a:pt x="438" y="3845"/>
                  </a:lnTo>
                  <a:cubicBezTo>
                    <a:pt x="438" y="3631"/>
                    <a:pt x="260" y="3480"/>
                    <a:pt x="331" y="3355"/>
                  </a:cubicBezTo>
                  <a:cubicBezTo>
                    <a:pt x="402" y="3239"/>
                    <a:pt x="251" y="3212"/>
                    <a:pt x="313" y="3105"/>
                  </a:cubicBezTo>
                  <a:cubicBezTo>
                    <a:pt x="376" y="2998"/>
                    <a:pt x="251" y="2864"/>
                    <a:pt x="304" y="2739"/>
                  </a:cubicBezTo>
                  <a:cubicBezTo>
                    <a:pt x="358" y="2623"/>
                    <a:pt x="197" y="2516"/>
                    <a:pt x="260" y="2427"/>
                  </a:cubicBezTo>
                  <a:cubicBezTo>
                    <a:pt x="331" y="2338"/>
                    <a:pt x="206" y="2222"/>
                    <a:pt x="251" y="2142"/>
                  </a:cubicBezTo>
                  <a:cubicBezTo>
                    <a:pt x="295" y="2061"/>
                    <a:pt x="161" y="1972"/>
                    <a:pt x="233" y="1865"/>
                  </a:cubicBezTo>
                  <a:cubicBezTo>
                    <a:pt x="304" y="1767"/>
                    <a:pt x="144" y="1660"/>
                    <a:pt x="188" y="1562"/>
                  </a:cubicBezTo>
                  <a:cubicBezTo>
                    <a:pt x="233" y="1472"/>
                    <a:pt x="99" y="1401"/>
                    <a:pt x="170" y="1276"/>
                  </a:cubicBezTo>
                  <a:cubicBezTo>
                    <a:pt x="233" y="1142"/>
                    <a:pt x="99" y="1053"/>
                    <a:pt x="144" y="973"/>
                  </a:cubicBezTo>
                  <a:cubicBezTo>
                    <a:pt x="179" y="893"/>
                    <a:pt x="90" y="857"/>
                    <a:pt x="135" y="759"/>
                  </a:cubicBezTo>
                  <a:cubicBezTo>
                    <a:pt x="170" y="670"/>
                    <a:pt x="63" y="571"/>
                    <a:pt x="108" y="491"/>
                  </a:cubicBezTo>
                  <a:cubicBezTo>
                    <a:pt x="153" y="402"/>
                    <a:pt x="54" y="384"/>
                    <a:pt x="81" y="313"/>
                  </a:cubicBezTo>
                  <a:cubicBezTo>
                    <a:pt x="117" y="250"/>
                    <a:pt x="37" y="215"/>
                    <a:pt x="45" y="143"/>
                  </a:cubicBezTo>
                  <a:cubicBezTo>
                    <a:pt x="54" y="63"/>
                    <a:pt x="1" y="0"/>
                    <a:pt x="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104"/>
            <p:cNvSpPr/>
            <p:nvPr/>
          </p:nvSpPr>
          <p:spPr>
            <a:xfrm>
              <a:off x="6654987" y="1902450"/>
              <a:ext cx="12677" cy="111510"/>
            </a:xfrm>
            <a:custGeom>
              <a:rect b="b" l="l" r="r" t="t"/>
              <a:pathLst>
                <a:path extrusionOk="0" h="3070" w="349">
                  <a:moveTo>
                    <a:pt x="349" y="1"/>
                  </a:moveTo>
                  <a:cubicBezTo>
                    <a:pt x="349" y="1"/>
                    <a:pt x="304" y="54"/>
                    <a:pt x="313" y="117"/>
                  </a:cubicBezTo>
                  <a:cubicBezTo>
                    <a:pt x="322" y="179"/>
                    <a:pt x="259" y="206"/>
                    <a:pt x="277" y="251"/>
                  </a:cubicBezTo>
                  <a:cubicBezTo>
                    <a:pt x="304" y="304"/>
                    <a:pt x="224" y="331"/>
                    <a:pt x="259" y="393"/>
                  </a:cubicBezTo>
                  <a:cubicBezTo>
                    <a:pt x="295" y="456"/>
                    <a:pt x="206" y="536"/>
                    <a:pt x="242" y="608"/>
                  </a:cubicBezTo>
                  <a:cubicBezTo>
                    <a:pt x="277" y="688"/>
                    <a:pt x="206" y="715"/>
                    <a:pt x="233" y="777"/>
                  </a:cubicBezTo>
                  <a:cubicBezTo>
                    <a:pt x="268" y="848"/>
                    <a:pt x="161" y="911"/>
                    <a:pt x="215" y="1018"/>
                  </a:cubicBezTo>
                  <a:cubicBezTo>
                    <a:pt x="268" y="1125"/>
                    <a:pt x="161" y="1179"/>
                    <a:pt x="197" y="1250"/>
                  </a:cubicBezTo>
                  <a:cubicBezTo>
                    <a:pt x="233" y="1321"/>
                    <a:pt x="108" y="1410"/>
                    <a:pt x="161" y="1491"/>
                  </a:cubicBezTo>
                  <a:cubicBezTo>
                    <a:pt x="215" y="1580"/>
                    <a:pt x="117" y="1651"/>
                    <a:pt x="143" y="1714"/>
                  </a:cubicBezTo>
                  <a:cubicBezTo>
                    <a:pt x="179" y="1776"/>
                    <a:pt x="90" y="1865"/>
                    <a:pt x="143" y="1937"/>
                  </a:cubicBezTo>
                  <a:cubicBezTo>
                    <a:pt x="197" y="2008"/>
                    <a:pt x="63" y="2097"/>
                    <a:pt x="108" y="2187"/>
                  </a:cubicBezTo>
                  <a:cubicBezTo>
                    <a:pt x="152" y="2285"/>
                    <a:pt x="45" y="2392"/>
                    <a:pt x="99" y="2481"/>
                  </a:cubicBezTo>
                  <a:cubicBezTo>
                    <a:pt x="152" y="2561"/>
                    <a:pt x="27" y="2588"/>
                    <a:pt x="90" y="2686"/>
                  </a:cubicBezTo>
                  <a:cubicBezTo>
                    <a:pt x="143" y="2775"/>
                    <a:pt x="1" y="2900"/>
                    <a:pt x="1" y="3070"/>
                  </a:cubicBezTo>
                  <a:lnTo>
                    <a:pt x="349" y="3070"/>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104"/>
            <p:cNvSpPr/>
            <p:nvPr/>
          </p:nvSpPr>
          <p:spPr>
            <a:xfrm>
              <a:off x="6667626" y="1902450"/>
              <a:ext cx="12677" cy="111510"/>
            </a:xfrm>
            <a:custGeom>
              <a:rect b="b" l="l" r="r" t="t"/>
              <a:pathLst>
                <a:path extrusionOk="0" h="3070" w="349">
                  <a:moveTo>
                    <a:pt x="1" y="1"/>
                  </a:moveTo>
                  <a:lnTo>
                    <a:pt x="1" y="3070"/>
                  </a:lnTo>
                  <a:lnTo>
                    <a:pt x="349" y="3070"/>
                  </a:lnTo>
                  <a:cubicBezTo>
                    <a:pt x="349" y="2900"/>
                    <a:pt x="206" y="2775"/>
                    <a:pt x="268" y="2686"/>
                  </a:cubicBezTo>
                  <a:cubicBezTo>
                    <a:pt x="322" y="2588"/>
                    <a:pt x="197" y="2561"/>
                    <a:pt x="250" y="2481"/>
                  </a:cubicBezTo>
                  <a:cubicBezTo>
                    <a:pt x="304" y="2392"/>
                    <a:pt x="197" y="2285"/>
                    <a:pt x="241" y="2187"/>
                  </a:cubicBezTo>
                  <a:cubicBezTo>
                    <a:pt x="286" y="2097"/>
                    <a:pt x="161" y="2008"/>
                    <a:pt x="206" y="1937"/>
                  </a:cubicBezTo>
                  <a:cubicBezTo>
                    <a:pt x="259" y="1865"/>
                    <a:pt x="170" y="1776"/>
                    <a:pt x="206" y="1714"/>
                  </a:cubicBezTo>
                  <a:cubicBezTo>
                    <a:pt x="241" y="1651"/>
                    <a:pt x="134" y="1580"/>
                    <a:pt x="188" y="1491"/>
                  </a:cubicBezTo>
                  <a:cubicBezTo>
                    <a:pt x="241" y="1410"/>
                    <a:pt x="117" y="1321"/>
                    <a:pt x="152" y="1250"/>
                  </a:cubicBezTo>
                  <a:cubicBezTo>
                    <a:pt x="188" y="1179"/>
                    <a:pt x="81" y="1125"/>
                    <a:pt x="134" y="1018"/>
                  </a:cubicBezTo>
                  <a:cubicBezTo>
                    <a:pt x="188" y="911"/>
                    <a:pt x="81" y="848"/>
                    <a:pt x="117" y="777"/>
                  </a:cubicBezTo>
                  <a:cubicBezTo>
                    <a:pt x="152" y="715"/>
                    <a:pt x="72" y="688"/>
                    <a:pt x="108" y="608"/>
                  </a:cubicBezTo>
                  <a:cubicBezTo>
                    <a:pt x="143" y="536"/>
                    <a:pt x="54" y="456"/>
                    <a:pt x="90" y="393"/>
                  </a:cubicBezTo>
                  <a:cubicBezTo>
                    <a:pt x="125" y="331"/>
                    <a:pt x="45" y="304"/>
                    <a:pt x="72" y="251"/>
                  </a:cubicBezTo>
                  <a:cubicBezTo>
                    <a:pt x="90" y="206"/>
                    <a:pt x="36" y="179"/>
                    <a:pt x="36" y="117"/>
                  </a:cubicBezTo>
                  <a:cubicBezTo>
                    <a:pt x="45" y="54"/>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104"/>
            <p:cNvSpPr/>
            <p:nvPr/>
          </p:nvSpPr>
          <p:spPr>
            <a:xfrm>
              <a:off x="6389296" y="1882037"/>
              <a:ext cx="12677" cy="111183"/>
            </a:xfrm>
            <a:custGeom>
              <a:rect b="b" l="l" r="r" t="t"/>
              <a:pathLst>
                <a:path extrusionOk="0" h="3061" w="349">
                  <a:moveTo>
                    <a:pt x="348" y="1"/>
                  </a:moveTo>
                  <a:cubicBezTo>
                    <a:pt x="348" y="1"/>
                    <a:pt x="304" y="46"/>
                    <a:pt x="304" y="108"/>
                  </a:cubicBezTo>
                  <a:cubicBezTo>
                    <a:pt x="313" y="170"/>
                    <a:pt x="250" y="197"/>
                    <a:pt x="277" y="251"/>
                  </a:cubicBezTo>
                  <a:cubicBezTo>
                    <a:pt x="304" y="304"/>
                    <a:pt x="223" y="322"/>
                    <a:pt x="259" y="385"/>
                  </a:cubicBezTo>
                  <a:cubicBezTo>
                    <a:pt x="295" y="456"/>
                    <a:pt x="206" y="527"/>
                    <a:pt x="241" y="608"/>
                  </a:cubicBezTo>
                  <a:cubicBezTo>
                    <a:pt x="277" y="679"/>
                    <a:pt x="197" y="715"/>
                    <a:pt x="232" y="777"/>
                  </a:cubicBezTo>
                  <a:cubicBezTo>
                    <a:pt x="268" y="840"/>
                    <a:pt x="161" y="911"/>
                    <a:pt x="215" y="1009"/>
                  </a:cubicBezTo>
                  <a:cubicBezTo>
                    <a:pt x="268" y="1116"/>
                    <a:pt x="161" y="1170"/>
                    <a:pt x="197" y="1241"/>
                  </a:cubicBezTo>
                  <a:cubicBezTo>
                    <a:pt x="232" y="1321"/>
                    <a:pt x="99" y="1402"/>
                    <a:pt x="161" y="1491"/>
                  </a:cubicBezTo>
                  <a:cubicBezTo>
                    <a:pt x="215" y="1571"/>
                    <a:pt x="107" y="1642"/>
                    <a:pt x="143" y="1705"/>
                  </a:cubicBezTo>
                  <a:cubicBezTo>
                    <a:pt x="179" y="1776"/>
                    <a:pt x="81" y="1865"/>
                    <a:pt x="134" y="1937"/>
                  </a:cubicBezTo>
                  <a:cubicBezTo>
                    <a:pt x="188" y="2008"/>
                    <a:pt x="63" y="2088"/>
                    <a:pt x="107" y="2187"/>
                  </a:cubicBezTo>
                  <a:cubicBezTo>
                    <a:pt x="143" y="2285"/>
                    <a:pt x="45" y="2392"/>
                    <a:pt x="99" y="2472"/>
                  </a:cubicBezTo>
                  <a:cubicBezTo>
                    <a:pt x="143" y="2561"/>
                    <a:pt x="27" y="2579"/>
                    <a:pt x="81" y="2677"/>
                  </a:cubicBezTo>
                  <a:cubicBezTo>
                    <a:pt x="134" y="2766"/>
                    <a:pt x="0" y="2891"/>
                    <a:pt x="0" y="3061"/>
                  </a:cubicBezTo>
                  <a:lnTo>
                    <a:pt x="348" y="3061"/>
                  </a:lnTo>
                  <a:lnTo>
                    <a:pt x="3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104"/>
            <p:cNvSpPr/>
            <p:nvPr/>
          </p:nvSpPr>
          <p:spPr>
            <a:xfrm>
              <a:off x="6401936" y="1882037"/>
              <a:ext cx="12677" cy="111183"/>
            </a:xfrm>
            <a:custGeom>
              <a:rect b="b" l="l" r="r" t="t"/>
              <a:pathLst>
                <a:path extrusionOk="0" h="3061" w="349">
                  <a:moveTo>
                    <a:pt x="0" y="1"/>
                  </a:moveTo>
                  <a:lnTo>
                    <a:pt x="0" y="3061"/>
                  </a:lnTo>
                  <a:lnTo>
                    <a:pt x="348" y="3061"/>
                  </a:lnTo>
                  <a:cubicBezTo>
                    <a:pt x="348" y="2891"/>
                    <a:pt x="206" y="2766"/>
                    <a:pt x="259" y="2677"/>
                  </a:cubicBezTo>
                  <a:cubicBezTo>
                    <a:pt x="313" y="2579"/>
                    <a:pt x="197" y="2561"/>
                    <a:pt x="250" y="2472"/>
                  </a:cubicBezTo>
                  <a:cubicBezTo>
                    <a:pt x="295" y="2392"/>
                    <a:pt x="197" y="2285"/>
                    <a:pt x="241" y="2187"/>
                  </a:cubicBezTo>
                  <a:cubicBezTo>
                    <a:pt x="277" y="2088"/>
                    <a:pt x="152" y="2008"/>
                    <a:pt x="206" y="1937"/>
                  </a:cubicBezTo>
                  <a:cubicBezTo>
                    <a:pt x="259" y="1865"/>
                    <a:pt x="161" y="1776"/>
                    <a:pt x="197" y="1705"/>
                  </a:cubicBezTo>
                  <a:cubicBezTo>
                    <a:pt x="232" y="1642"/>
                    <a:pt x="125" y="1571"/>
                    <a:pt x="188" y="1491"/>
                  </a:cubicBezTo>
                  <a:cubicBezTo>
                    <a:pt x="241" y="1402"/>
                    <a:pt x="116" y="1321"/>
                    <a:pt x="152" y="1241"/>
                  </a:cubicBezTo>
                  <a:cubicBezTo>
                    <a:pt x="179" y="1170"/>
                    <a:pt x="81" y="1116"/>
                    <a:pt x="134" y="1009"/>
                  </a:cubicBezTo>
                  <a:cubicBezTo>
                    <a:pt x="188" y="911"/>
                    <a:pt x="81" y="840"/>
                    <a:pt x="107" y="777"/>
                  </a:cubicBezTo>
                  <a:cubicBezTo>
                    <a:pt x="143" y="715"/>
                    <a:pt x="72" y="679"/>
                    <a:pt x="107" y="608"/>
                  </a:cubicBezTo>
                  <a:cubicBezTo>
                    <a:pt x="134" y="527"/>
                    <a:pt x="45" y="456"/>
                    <a:pt x="81" y="385"/>
                  </a:cubicBezTo>
                  <a:cubicBezTo>
                    <a:pt x="125" y="322"/>
                    <a:pt x="45" y="304"/>
                    <a:pt x="63" y="251"/>
                  </a:cubicBezTo>
                  <a:cubicBezTo>
                    <a:pt x="90" y="197"/>
                    <a:pt x="27" y="170"/>
                    <a:pt x="36" y="108"/>
                  </a:cubicBezTo>
                  <a:cubicBezTo>
                    <a:pt x="45" y="46"/>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104"/>
            <p:cNvSpPr/>
            <p:nvPr/>
          </p:nvSpPr>
          <p:spPr>
            <a:xfrm>
              <a:off x="6528951" y="1902450"/>
              <a:ext cx="12677" cy="111510"/>
            </a:xfrm>
            <a:custGeom>
              <a:rect b="b" l="l" r="r" t="t"/>
              <a:pathLst>
                <a:path extrusionOk="0" h="3070" w="349">
                  <a:moveTo>
                    <a:pt x="348" y="1"/>
                  </a:moveTo>
                  <a:cubicBezTo>
                    <a:pt x="348" y="1"/>
                    <a:pt x="304" y="46"/>
                    <a:pt x="313" y="117"/>
                  </a:cubicBezTo>
                  <a:cubicBezTo>
                    <a:pt x="322" y="179"/>
                    <a:pt x="259" y="206"/>
                    <a:pt x="286" y="251"/>
                  </a:cubicBezTo>
                  <a:cubicBezTo>
                    <a:pt x="304" y="304"/>
                    <a:pt x="223" y="322"/>
                    <a:pt x="259" y="393"/>
                  </a:cubicBezTo>
                  <a:cubicBezTo>
                    <a:pt x="304" y="456"/>
                    <a:pt x="214" y="536"/>
                    <a:pt x="241" y="608"/>
                  </a:cubicBezTo>
                  <a:cubicBezTo>
                    <a:pt x="277" y="688"/>
                    <a:pt x="206" y="715"/>
                    <a:pt x="232" y="777"/>
                  </a:cubicBezTo>
                  <a:cubicBezTo>
                    <a:pt x="268" y="840"/>
                    <a:pt x="161" y="911"/>
                    <a:pt x="214" y="1018"/>
                  </a:cubicBezTo>
                  <a:cubicBezTo>
                    <a:pt x="268" y="1125"/>
                    <a:pt x="170" y="1179"/>
                    <a:pt x="197" y="1250"/>
                  </a:cubicBezTo>
                  <a:cubicBezTo>
                    <a:pt x="232" y="1321"/>
                    <a:pt x="107" y="1410"/>
                    <a:pt x="161" y="1491"/>
                  </a:cubicBezTo>
                  <a:cubicBezTo>
                    <a:pt x="214" y="1580"/>
                    <a:pt x="116" y="1651"/>
                    <a:pt x="152" y="1714"/>
                  </a:cubicBezTo>
                  <a:cubicBezTo>
                    <a:pt x="188" y="1776"/>
                    <a:pt x="90" y="1865"/>
                    <a:pt x="143" y="1937"/>
                  </a:cubicBezTo>
                  <a:cubicBezTo>
                    <a:pt x="197" y="2008"/>
                    <a:pt x="72" y="2088"/>
                    <a:pt x="107" y="2187"/>
                  </a:cubicBezTo>
                  <a:cubicBezTo>
                    <a:pt x="152" y="2285"/>
                    <a:pt x="54" y="2392"/>
                    <a:pt x="99" y="2481"/>
                  </a:cubicBezTo>
                  <a:cubicBezTo>
                    <a:pt x="152" y="2561"/>
                    <a:pt x="27" y="2588"/>
                    <a:pt x="90" y="2677"/>
                  </a:cubicBezTo>
                  <a:cubicBezTo>
                    <a:pt x="143" y="2775"/>
                    <a:pt x="0" y="2891"/>
                    <a:pt x="0" y="3070"/>
                  </a:cubicBezTo>
                  <a:lnTo>
                    <a:pt x="348" y="3070"/>
                  </a:lnTo>
                  <a:lnTo>
                    <a:pt x="3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104"/>
            <p:cNvSpPr/>
            <p:nvPr/>
          </p:nvSpPr>
          <p:spPr>
            <a:xfrm>
              <a:off x="6541591" y="1902450"/>
              <a:ext cx="12677" cy="111510"/>
            </a:xfrm>
            <a:custGeom>
              <a:rect b="b" l="l" r="r" t="t"/>
              <a:pathLst>
                <a:path extrusionOk="0" h="3070" w="349">
                  <a:moveTo>
                    <a:pt x="0" y="1"/>
                  </a:moveTo>
                  <a:lnTo>
                    <a:pt x="0" y="3070"/>
                  </a:lnTo>
                  <a:lnTo>
                    <a:pt x="348" y="3070"/>
                  </a:lnTo>
                  <a:cubicBezTo>
                    <a:pt x="348" y="2891"/>
                    <a:pt x="214" y="2775"/>
                    <a:pt x="268" y="2677"/>
                  </a:cubicBezTo>
                  <a:cubicBezTo>
                    <a:pt x="321" y="2588"/>
                    <a:pt x="197" y="2561"/>
                    <a:pt x="250" y="2481"/>
                  </a:cubicBezTo>
                  <a:cubicBezTo>
                    <a:pt x="304" y="2392"/>
                    <a:pt x="197" y="2285"/>
                    <a:pt x="241" y="2187"/>
                  </a:cubicBezTo>
                  <a:cubicBezTo>
                    <a:pt x="286" y="2088"/>
                    <a:pt x="161" y="2008"/>
                    <a:pt x="214" y="1937"/>
                  </a:cubicBezTo>
                  <a:cubicBezTo>
                    <a:pt x="268" y="1865"/>
                    <a:pt x="170" y="1776"/>
                    <a:pt x="205" y="1714"/>
                  </a:cubicBezTo>
                  <a:cubicBezTo>
                    <a:pt x="241" y="1651"/>
                    <a:pt x="134" y="1580"/>
                    <a:pt x="188" y="1491"/>
                  </a:cubicBezTo>
                  <a:cubicBezTo>
                    <a:pt x="241" y="1410"/>
                    <a:pt x="116" y="1321"/>
                    <a:pt x="152" y="1250"/>
                  </a:cubicBezTo>
                  <a:cubicBezTo>
                    <a:pt x="188" y="1179"/>
                    <a:pt x="81" y="1125"/>
                    <a:pt x="134" y="1018"/>
                  </a:cubicBezTo>
                  <a:cubicBezTo>
                    <a:pt x="188" y="911"/>
                    <a:pt x="81" y="840"/>
                    <a:pt x="116" y="777"/>
                  </a:cubicBezTo>
                  <a:cubicBezTo>
                    <a:pt x="152" y="715"/>
                    <a:pt x="72" y="688"/>
                    <a:pt x="107" y="608"/>
                  </a:cubicBezTo>
                  <a:cubicBezTo>
                    <a:pt x="143" y="536"/>
                    <a:pt x="54" y="456"/>
                    <a:pt x="90" y="393"/>
                  </a:cubicBezTo>
                  <a:cubicBezTo>
                    <a:pt x="125" y="322"/>
                    <a:pt x="45" y="304"/>
                    <a:pt x="72" y="251"/>
                  </a:cubicBezTo>
                  <a:cubicBezTo>
                    <a:pt x="98" y="206"/>
                    <a:pt x="36" y="179"/>
                    <a:pt x="45" y="117"/>
                  </a:cubicBezTo>
                  <a:cubicBezTo>
                    <a:pt x="45" y="46"/>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104"/>
            <p:cNvSpPr/>
            <p:nvPr/>
          </p:nvSpPr>
          <p:spPr>
            <a:xfrm>
              <a:off x="6244119" y="1770930"/>
              <a:ext cx="634191" cy="385636"/>
            </a:xfrm>
            <a:custGeom>
              <a:rect b="b" l="l" r="r" t="t"/>
              <a:pathLst>
                <a:path extrusionOk="0" h="10617" w="17460">
                  <a:moveTo>
                    <a:pt x="17459" y="0"/>
                  </a:moveTo>
                  <a:lnTo>
                    <a:pt x="16094" y="1472"/>
                  </a:lnTo>
                  <a:lnTo>
                    <a:pt x="15711" y="2953"/>
                  </a:lnTo>
                  <a:lnTo>
                    <a:pt x="14266" y="3774"/>
                  </a:lnTo>
                  <a:lnTo>
                    <a:pt x="13855" y="4478"/>
                  </a:lnTo>
                  <a:lnTo>
                    <a:pt x="13052" y="4719"/>
                  </a:lnTo>
                  <a:lnTo>
                    <a:pt x="12687" y="5995"/>
                  </a:lnTo>
                  <a:lnTo>
                    <a:pt x="11304" y="6164"/>
                  </a:lnTo>
                  <a:lnTo>
                    <a:pt x="10519" y="5692"/>
                  </a:lnTo>
                  <a:lnTo>
                    <a:pt x="10153" y="4951"/>
                  </a:lnTo>
                  <a:lnTo>
                    <a:pt x="8806" y="5112"/>
                  </a:lnTo>
                  <a:lnTo>
                    <a:pt x="8253" y="5879"/>
                  </a:lnTo>
                  <a:lnTo>
                    <a:pt x="7370" y="5897"/>
                  </a:lnTo>
                  <a:lnTo>
                    <a:pt x="6130" y="4701"/>
                  </a:lnTo>
                  <a:lnTo>
                    <a:pt x="5059" y="4496"/>
                  </a:lnTo>
                  <a:lnTo>
                    <a:pt x="4363" y="4889"/>
                  </a:lnTo>
                  <a:lnTo>
                    <a:pt x="3596" y="3836"/>
                  </a:lnTo>
                  <a:lnTo>
                    <a:pt x="2748" y="3444"/>
                  </a:lnTo>
                  <a:lnTo>
                    <a:pt x="1749" y="5308"/>
                  </a:lnTo>
                  <a:lnTo>
                    <a:pt x="938" y="6075"/>
                  </a:lnTo>
                  <a:lnTo>
                    <a:pt x="777" y="7271"/>
                  </a:lnTo>
                  <a:lnTo>
                    <a:pt x="1" y="7868"/>
                  </a:lnTo>
                  <a:lnTo>
                    <a:pt x="1" y="8975"/>
                  </a:lnTo>
                  <a:lnTo>
                    <a:pt x="938" y="8983"/>
                  </a:lnTo>
                  <a:lnTo>
                    <a:pt x="2053" y="9091"/>
                  </a:lnTo>
                  <a:lnTo>
                    <a:pt x="2918" y="8859"/>
                  </a:lnTo>
                  <a:lnTo>
                    <a:pt x="5220" y="8859"/>
                  </a:lnTo>
                  <a:lnTo>
                    <a:pt x="5844" y="9091"/>
                  </a:lnTo>
                  <a:lnTo>
                    <a:pt x="7343" y="8903"/>
                  </a:lnTo>
                  <a:lnTo>
                    <a:pt x="8190" y="9091"/>
                  </a:lnTo>
                  <a:lnTo>
                    <a:pt x="7655" y="9813"/>
                  </a:lnTo>
                  <a:lnTo>
                    <a:pt x="9073" y="9974"/>
                  </a:lnTo>
                  <a:lnTo>
                    <a:pt x="10867" y="9626"/>
                  </a:lnTo>
                  <a:lnTo>
                    <a:pt x="11901" y="9626"/>
                  </a:lnTo>
                  <a:lnTo>
                    <a:pt x="12865" y="9974"/>
                  </a:lnTo>
                  <a:lnTo>
                    <a:pt x="14970" y="9974"/>
                  </a:lnTo>
                  <a:lnTo>
                    <a:pt x="15693" y="10616"/>
                  </a:lnTo>
                  <a:lnTo>
                    <a:pt x="17459" y="10616"/>
                  </a:lnTo>
                  <a:lnTo>
                    <a:pt x="1745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104"/>
            <p:cNvSpPr/>
            <p:nvPr/>
          </p:nvSpPr>
          <p:spPr>
            <a:xfrm>
              <a:off x="6704892" y="1770930"/>
              <a:ext cx="173404" cy="243034"/>
            </a:xfrm>
            <a:custGeom>
              <a:rect b="b" l="l" r="r" t="t"/>
              <a:pathLst>
                <a:path extrusionOk="0" h="6691" w="4774">
                  <a:moveTo>
                    <a:pt x="4773" y="0"/>
                  </a:moveTo>
                  <a:lnTo>
                    <a:pt x="3408" y="1472"/>
                  </a:lnTo>
                  <a:lnTo>
                    <a:pt x="3025" y="2953"/>
                  </a:lnTo>
                  <a:lnTo>
                    <a:pt x="1588" y="3774"/>
                  </a:lnTo>
                  <a:lnTo>
                    <a:pt x="1169" y="4478"/>
                  </a:lnTo>
                  <a:lnTo>
                    <a:pt x="366" y="4719"/>
                  </a:lnTo>
                  <a:lnTo>
                    <a:pt x="1" y="5995"/>
                  </a:lnTo>
                  <a:lnTo>
                    <a:pt x="1722" y="6691"/>
                  </a:lnTo>
                  <a:lnTo>
                    <a:pt x="580" y="5727"/>
                  </a:lnTo>
                  <a:lnTo>
                    <a:pt x="759" y="5255"/>
                  </a:lnTo>
                  <a:lnTo>
                    <a:pt x="1321" y="4844"/>
                  </a:lnTo>
                  <a:lnTo>
                    <a:pt x="1901" y="4692"/>
                  </a:lnTo>
                  <a:lnTo>
                    <a:pt x="2097" y="3916"/>
                  </a:lnTo>
                  <a:lnTo>
                    <a:pt x="3212" y="3765"/>
                  </a:lnTo>
                  <a:lnTo>
                    <a:pt x="3310" y="3015"/>
                  </a:lnTo>
                  <a:lnTo>
                    <a:pt x="3614" y="2373"/>
                  </a:lnTo>
                  <a:lnTo>
                    <a:pt x="4015" y="3916"/>
                  </a:lnTo>
                  <a:lnTo>
                    <a:pt x="3890" y="1490"/>
                  </a:lnTo>
                  <a:lnTo>
                    <a:pt x="4773"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104"/>
            <p:cNvSpPr/>
            <p:nvPr/>
          </p:nvSpPr>
          <p:spPr>
            <a:xfrm>
              <a:off x="6612854" y="1950757"/>
              <a:ext cx="92078" cy="79728"/>
            </a:xfrm>
            <a:custGeom>
              <a:rect b="b" l="l" r="r" t="t"/>
              <a:pathLst>
                <a:path extrusionOk="0" h="2195" w="2535">
                  <a:moveTo>
                    <a:pt x="1" y="0"/>
                  </a:moveTo>
                  <a:lnTo>
                    <a:pt x="170" y="1178"/>
                  </a:lnTo>
                  <a:lnTo>
                    <a:pt x="724" y="1454"/>
                  </a:lnTo>
                  <a:lnTo>
                    <a:pt x="724" y="2195"/>
                  </a:lnTo>
                  <a:lnTo>
                    <a:pt x="1089" y="1820"/>
                  </a:lnTo>
                  <a:lnTo>
                    <a:pt x="2535" y="1044"/>
                  </a:lnTo>
                  <a:lnTo>
                    <a:pt x="2535" y="1044"/>
                  </a:lnTo>
                  <a:lnTo>
                    <a:pt x="1152" y="1213"/>
                  </a:lnTo>
                  <a:lnTo>
                    <a:pt x="367" y="741"/>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104"/>
            <p:cNvSpPr/>
            <p:nvPr/>
          </p:nvSpPr>
          <p:spPr>
            <a:xfrm>
              <a:off x="6676380" y="2039200"/>
              <a:ext cx="64182" cy="94003"/>
            </a:xfrm>
            <a:custGeom>
              <a:rect b="b" l="l" r="r" t="t"/>
              <a:pathLst>
                <a:path extrusionOk="0" h="2588" w="1767">
                  <a:moveTo>
                    <a:pt x="1767" y="1"/>
                  </a:moveTo>
                  <a:lnTo>
                    <a:pt x="1276" y="652"/>
                  </a:lnTo>
                  <a:lnTo>
                    <a:pt x="786" y="1794"/>
                  </a:lnTo>
                  <a:lnTo>
                    <a:pt x="0" y="2240"/>
                  </a:lnTo>
                  <a:lnTo>
                    <a:pt x="964" y="2588"/>
                  </a:lnTo>
                  <a:lnTo>
                    <a:pt x="1410" y="1758"/>
                  </a:lnTo>
                  <a:lnTo>
                    <a:pt x="1410" y="1027"/>
                  </a:lnTo>
                  <a:lnTo>
                    <a:pt x="176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104"/>
            <p:cNvSpPr/>
            <p:nvPr/>
          </p:nvSpPr>
          <p:spPr>
            <a:xfrm>
              <a:off x="6778443" y="1943311"/>
              <a:ext cx="99851" cy="213249"/>
            </a:xfrm>
            <a:custGeom>
              <a:rect b="b" l="l" r="r" t="t"/>
              <a:pathLst>
                <a:path extrusionOk="0" h="5871" w="2749">
                  <a:moveTo>
                    <a:pt x="1089" y="0"/>
                  </a:moveTo>
                  <a:lnTo>
                    <a:pt x="661" y="1115"/>
                  </a:lnTo>
                  <a:lnTo>
                    <a:pt x="482" y="3212"/>
                  </a:lnTo>
                  <a:lnTo>
                    <a:pt x="1" y="4514"/>
                  </a:lnTo>
                  <a:lnTo>
                    <a:pt x="259" y="5228"/>
                  </a:lnTo>
                  <a:lnTo>
                    <a:pt x="982" y="5870"/>
                  </a:lnTo>
                  <a:lnTo>
                    <a:pt x="2748" y="5870"/>
                  </a:lnTo>
                  <a:lnTo>
                    <a:pt x="2748" y="3105"/>
                  </a:lnTo>
                  <a:lnTo>
                    <a:pt x="2133" y="4737"/>
                  </a:lnTo>
                  <a:lnTo>
                    <a:pt x="1678" y="4086"/>
                  </a:lnTo>
                  <a:lnTo>
                    <a:pt x="1544" y="2480"/>
                  </a:lnTo>
                  <a:lnTo>
                    <a:pt x="1071" y="1302"/>
                  </a:lnTo>
                  <a:lnTo>
                    <a:pt x="108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104"/>
            <p:cNvSpPr/>
            <p:nvPr/>
          </p:nvSpPr>
          <p:spPr>
            <a:xfrm>
              <a:off x="6787850" y="2079044"/>
              <a:ext cx="26261" cy="77512"/>
            </a:xfrm>
            <a:custGeom>
              <a:rect b="b" l="l" r="r" t="t"/>
              <a:pathLst>
                <a:path extrusionOk="0" h="2134" w="723">
                  <a:moveTo>
                    <a:pt x="607" y="1"/>
                  </a:moveTo>
                  <a:lnTo>
                    <a:pt x="437" y="1455"/>
                  </a:lnTo>
                  <a:lnTo>
                    <a:pt x="205" y="875"/>
                  </a:lnTo>
                  <a:lnTo>
                    <a:pt x="0" y="1491"/>
                  </a:lnTo>
                  <a:lnTo>
                    <a:pt x="723" y="2133"/>
                  </a:lnTo>
                  <a:lnTo>
                    <a:pt x="607"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104"/>
            <p:cNvSpPr/>
            <p:nvPr/>
          </p:nvSpPr>
          <p:spPr>
            <a:xfrm>
              <a:off x="6743139" y="2044067"/>
              <a:ext cx="23355" cy="89135"/>
            </a:xfrm>
            <a:custGeom>
              <a:rect b="b" l="l" r="r" t="t"/>
              <a:pathLst>
                <a:path extrusionOk="0" h="2454" w="643">
                  <a:moveTo>
                    <a:pt x="419" y="0"/>
                  </a:moveTo>
                  <a:lnTo>
                    <a:pt x="98" y="1410"/>
                  </a:lnTo>
                  <a:lnTo>
                    <a:pt x="188" y="1883"/>
                  </a:lnTo>
                  <a:lnTo>
                    <a:pt x="0" y="2454"/>
                  </a:lnTo>
                  <a:lnTo>
                    <a:pt x="643" y="2454"/>
                  </a:lnTo>
                  <a:lnTo>
                    <a:pt x="366" y="1232"/>
                  </a:lnTo>
                  <a:lnTo>
                    <a:pt x="419"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104"/>
            <p:cNvSpPr/>
            <p:nvPr/>
          </p:nvSpPr>
          <p:spPr>
            <a:xfrm>
              <a:off x="6522159" y="2039200"/>
              <a:ext cx="54447" cy="94003"/>
            </a:xfrm>
            <a:custGeom>
              <a:rect b="b" l="l" r="r" t="t"/>
              <a:pathLst>
                <a:path extrusionOk="0" h="2588" w="1499">
                  <a:moveTo>
                    <a:pt x="1187" y="1"/>
                  </a:moveTo>
                  <a:lnTo>
                    <a:pt x="1187" y="1455"/>
                  </a:lnTo>
                  <a:lnTo>
                    <a:pt x="0" y="2427"/>
                  </a:lnTo>
                  <a:lnTo>
                    <a:pt x="1418" y="2588"/>
                  </a:lnTo>
                  <a:lnTo>
                    <a:pt x="1499" y="1151"/>
                  </a:lnTo>
                  <a:lnTo>
                    <a:pt x="118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104"/>
            <p:cNvSpPr/>
            <p:nvPr/>
          </p:nvSpPr>
          <p:spPr>
            <a:xfrm>
              <a:off x="6573663" y="2047299"/>
              <a:ext cx="73262" cy="85903"/>
            </a:xfrm>
            <a:custGeom>
              <a:rect b="b" l="l" r="r" t="t"/>
              <a:pathLst>
                <a:path extrusionOk="0" h="2365" w="2017">
                  <a:moveTo>
                    <a:pt x="2017" y="1"/>
                  </a:moveTo>
                  <a:lnTo>
                    <a:pt x="1321" y="1214"/>
                  </a:lnTo>
                  <a:lnTo>
                    <a:pt x="1160" y="1785"/>
                  </a:lnTo>
                  <a:lnTo>
                    <a:pt x="0" y="2365"/>
                  </a:lnTo>
                  <a:lnTo>
                    <a:pt x="1794" y="2017"/>
                  </a:lnTo>
                  <a:lnTo>
                    <a:pt x="1695" y="1259"/>
                  </a:lnTo>
                  <a:lnTo>
                    <a:pt x="2017"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104"/>
            <p:cNvSpPr/>
            <p:nvPr/>
          </p:nvSpPr>
          <p:spPr>
            <a:xfrm>
              <a:off x="6510791" y="2044067"/>
              <a:ext cx="30838" cy="57063"/>
            </a:xfrm>
            <a:custGeom>
              <a:rect b="b" l="l" r="r" t="t"/>
              <a:pathLst>
                <a:path extrusionOk="0" h="1571" w="849">
                  <a:moveTo>
                    <a:pt x="545" y="0"/>
                  </a:moveTo>
                  <a:lnTo>
                    <a:pt x="393" y="848"/>
                  </a:lnTo>
                  <a:lnTo>
                    <a:pt x="1" y="1383"/>
                  </a:lnTo>
                  <a:lnTo>
                    <a:pt x="848" y="1571"/>
                  </a:lnTo>
                  <a:lnTo>
                    <a:pt x="54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104"/>
            <p:cNvSpPr/>
            <p:nvPr/>
          </p:nvSpPr>
          <p:spPr>
            <a:xfrm>
              <a:off x="6410362" y="1934231"/>
              <a:ext cx="133522" cy="94656"/>
            </a:xfrm>
            <a:custGeom>
              <a:rect b="b" l="l" r="r" t="t"/>
              <a:pathLst>
                <a:path extrusionOk="0" h="2606" w="3676">
                  <a:moveTo>
                    <a:pt x="482" y="0"/>
                  </a:moveTo>
                  <a:lnTo>
                    <a:pt x="901" y="375"/>
                  </a:lnTo>
                  <a:lnTo>
                    <a:pt x="955" y="812"/>
                  </a:lnTo>
                  <a:lnTo>
                    <a:pt x="1321" y="518"/>
                  </a:lnTo>
                  <a:lnTo>
                    <a:pt x="2061" y="1142"/>
                  </a:lnTo>
                  <a:lnTo>
                    <a:pt x="1267" y="1401"/>
                  </a:lnTo>
                  <a:lnTo>
                    <a:pt x="0" y="2605"/>
                  </a:lnTo>
                  <a:lnTo>
                    <a:pt x="1642" y="1677"/>
                  </a:lnTo>
                  <a:lnTo>
                    <a:pt x="2462" y="1481"/>
                  </a:lnTo>
                  <a:lnTo>
                    <a:pt x="2766" y="1909"/>
                  </a:lnTo>
                  <a:lnTo>
                    <a:pt x="2578" y="2605"/>
                  </a:lnTo>
                  <a:lnTo>
                    <a:pt x="3676" y="1383"/>
                  </a:lnTo>
                  <a:lnTo>
                    <a:pt x="2793" y="1401"/>
                  </a:lnTo>
                  <a:lnTo>
                    <a:pt x="1553" y="205"/>
                  </a:lnTo>
                  <a:lnTo>
                    <a:pt x="482"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104"/>
            <p:cNvSpPr/>
            <p:nvPr/>
          </p:nvSpPr>
          <p:spPr>
            <a:xfrm>
              <a:off x="6343930" y="1895985"/>
              <a:ext cx="58697" cy="52522"/>
            </a:xfrm>
            <a:custGeom>
              <a:rect b="b" l="l" r="r" t="t"/>
              <a:pathLst>
                <a:path extrusionOk="0" h="1446" w="1616">
                  <a:moveTo>
                    <a:pt x="0" y="1"/>
                  </a:moveTo>
                  <a:lnTo>
                    <a:pt x="1615" y="1446"/>
                  </a:lnTo>
                  <a:lnTo>
                    <a:pt x="848" y="393"/>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104"/>
            <p:cNvSpPr/>
            <p:nvPr/>
          </p:nvSpPr>
          <p:spPr>
            <a:xfrm>
              <a:off x="6244119" y="1963724"/>
              <a:ext cx="116704" cy="137408"/>
            </a:xfrm>
            <a:custGeom>
              <a:rect b="b" l="l" r="r" t="t"/>
              <a:pathLst>
                <a:path extrusionOk="0" h="3783" w="3213">
                  <a:moveTo>
                    <a:pt x="1749" y="0"/>
                  </a:moveTo>
                  <a:lnTo>
                    <a:pt x="938" y="767"/>
                  </a:lnTo>
                  <a:lnTo>
                    <a:pt x="777" y="1963"/>
                  </a:lnTo>
                  <a:lnTo>
                    <a:pt x="1" y="2560"/>
                  </a:lnTo>
                  <a:lnTo>
                    <a:pt x="1" y="3667"/>
                  </a:lnTo>
                  <a:lnTo>
                    <a:pt x="938" y="3675"/>
                  </a:lnTo>
                  <a:lnTo>
                    <a:pt x="2053" y="3783"/>
                  </a:lnTo>
                  <a:lnTo>
                    <a:pt x="2186" y="2212"/>
                  </a:lnTo>
                  <a:lnTo>
                    <a:pt x="1687" y="3426"/>
                  </a:lnTo>
                  <a:lnTo>
                    <a:pt x="688" y="3488"/>
                  </a:lnTo>
                  <a:lnTo>
                    <a:pt x="304" y="2917"/>
                  </a:lnTo>
                  <a:lnTo>
                    <a:pt x="1223" y="1963"/>
                  </a:lnTo>
                  <a:lnTo>
                    <a:pt x="1419" y="1258"/>
                  </a:lnTo>
                  <a:lnTo>
                    <a:pt x="2427" y="740"/>
                  </a:lnTo>
                  <a:lnTo>
                    <a:pt x="3212" y="54"/>
                  </a:lnTo>
                  <a:lnTo>
                    <a:pt x="2133" y="544"/>
                  </a:lnTo>
                  <a:lnTo>
                    <a:pt x="1348" y="669"/>
                  </a:lnTo>
                  <a:lnTo>
                    <a:pt x="174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104"/>
            <p:cNvSpPr/>
            <p:nvPr/>
          </p:nvSpPr>
          <p:spPr>
            <a:xfrm>
              <a:off x="6343930" y="2023654"/>
              <a:ext cx="31128" cy="69049"/>
            </a:xfrm>
            <a:custGeom>
              <a:rect b="b" l="l" r="r" t="t"/>
              <a:pathLst>
                <a:path extrusionOk="0" h="1901" w="857">
                  <a:moveTo>
                    <a:pt x="0" y="0"/>
                  </a:moveTo>
                  <a:lnTo>
                    <a:pt x="170" y="1901"/>
                  </a:lnTo>
                  <a:lnTo>
                    <a:pt x="857" y="190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104"/>
            <p:cNvSpPr/>
            <p:nvPr/>
          </p:nvSpPr>
          <p:spPr>
            <a:xfrm>
              <a:off x="6433681" y="2028848"/>
              <a:ext cx="26624" cy="72282"/>
            </a:xfrm>
            <a:custGeom>
              <a:rect b="b" l="l" r="r" t="t"/>
              <a:pathLst>
                <a:path extrusionOk="0" h="1990" w="733">
                  <a:moveTo>
                    <a:pt x="465" y="0"/>
                  </a:moveTo>
                  <a:lnTo>
                    <a:pt x="268" y="901"/>
                  </a:lnTo>
                  <a:lnTo>
                    <a:pt x="331" y="1303"/>
                  </a:lnTo>
                  <a:lnTo>
                    <a:pt x="1" y="1758"/>
                  </a:lnTo>
                  <a:lnTo>
                    <a:pt x="625" y="1990"/>
                  </a:lnTo>
                  <a:lnTo>
                    <a:pt x="732" y="1472"/>
                  </a:lnTo>
                  <a:lnTo>
                    <a:pt x="500" y="839"/>
                  </a:lnTo>
                  <a:lnTo>
                    <a:pt x="46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5" name="Google Shape;6445;p104"/>
          <p:cNvGrpSpPr/>
          <p:nvPr/>
        </p:nvGrpSpPr>
        <p:grpSpPr>
          <a:xfrm>
            <a:off x="1694749" y="-132157"/>
            <a:ext cx="1151601" cy="1147072"/>
            <a:chOff x="6089572" y="1894059"/>
            <a:chExt cx="91097" cy="90734"/>
          </a:xfrm>
        </p:grpSpPr>
        <p:sp>
          <p:nvSpPr>
            <p:cNvPr id="6446" name="Google Shape;6446;p104"/>
            <p:cNvSpPr/>
            <p:nvPr/>
          </p:nvSpPr>
          <p:spPr>
            <a:xfrm>
              <a:off x="6089572" y="1894059"/>
              <a:ext cx="91097" cy="90734"/>
            </a:xfrm>
            <a:custGeom>
              <a:rect b="b" l="l" r="r" t="t"/>
              <a:pathLst>
                <a:path extrusionOk="0" h="2498" w="2508">
                  <a:moveTo>
                    <a:pt x="1258" y="0"/>
                  </a:moveTo>
                  <a:cubicBezTo>
                    <a:pt x="562" y="0"/>
                    <a:pt x="0" y="553"/>
                    <a:pt x="0" y="1249"/>
                  </a:cubicBezTo>
                  <a:cubicBezTo>
                    <a:pt x="0" y="1936"/>
                    <a:pt x="562" y="2498"/>
                    <a:pt x="1258" y="2498"/>
                  </a:cubicBezTo>
                  <a:cubicBezTo>
                    <a:pt x="1945" y="2498"/>
                    <a:pt x="2507" y="1936"/>
                    <a:pt x="2507" y="1249"/>
                  </a:cubicBezTo>
                  <a:cubicBezTo>
                    <a:pt x="2507" y="553"/>
                    <a:pt x="1945" y="0"/>
                    <a:pt x="12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104"/>
            <p:cNvSpPr/>
            <p:nvPr/>
          </p:nvSpPr>
          <p:spPr>
            <a:xfrm>
              <a:off x="6096037" y="1900525"/>
              <a:ext cx="78130" cy="77803"/>
            </a:xfrm>
            <a:custGeom>
              <a:rect b="b" l="l" r="r" t="t"/>
              <a:pathLst>
                <a:path extrusionOk="0" h="2142" w="2151">
                  <a:moveTo>
                    <a:pt x="1080" y="0"/>
                  </a:moveTo>
                  <a:cubicBezTo>
                    <a:pt x="483" y="0"/>
                    <a:pt x="1" y="482"/>
                    <a:pt x="1" y="1071"/>
                  </a:cubicBezTo>
                  <a:cubicBezTo>
                    <a:pt x="1" y="1660"/>
                    <a:pt x="483" y="2141"/>
                    <a:pt x="1080" y="2141"/>
                  </a:cubicBezTo>
                  <a:cubicBezTo>
                    <a:pt x="1669" y="2141"/>
                    <a:pt x="2151" y="1660"/>
                    <a:pt x="2151" y="1071"/>
                  </a:cubicBezTo>
                  <a:cubicBezTo>
                    <a:pt x="2151" y="482"/>
                    <a:pt x="1669" y="0"/>
                    <a:pt x="1080" y="0"/>
                  </a:cubicBezTo>
                  <a:close/>
                </a:path>
              </a:pathLst>
            </a:custGeom>
            <a:solidFill>
              <a:srgbClr val="EA9B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CUSTOM_9_3">
    <p:spTree>
      <p:nvGrpSpPr>
        <p:cNvPr id="6448" name="Shape 6448"/>
        <p:cNvGrpSpPr/>
        <p:nvPr/>
      </p:nvGrpSpPr>
      <p:grpSpPr>
        <a:xfrm>
          <a:off x="0" y="0"/>
          <a:ext cx="0" cy="0"/>
          <a:chOff x="0" y="0"/>
          <a:chExt cx="0" cy="0"/>
        </a:xfrm>
      </p:grpSpPr>
      <p:sp>
        <p:nvSpPr>
          <p:cNvPr id="6449" name="Google Shape;6449;p105"/>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105"/>
          <p:cNvSpPr/>
          <p:nvPr/>
        </p:nvSpPr>
        <p:spPr>
          <a:xfrm flipH="1" rot="-27">
            <a:off x="6928297" y="4535828"/>
            <a:ext cx="5553997" cy="166108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105"/>
          <p:cNvSpPr/>
          <p:nvPr/>
        </p:nvSpPr>
        <p:spPr>
          <a:xfrm>
            <a:off x="-281248" y="4723350"/>
            <a:ext cx="1872395" cy="736075"/>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52" name="Google Shape;6452;p105"/>
          <p:cNvGrpSpPr/>
          <p:nvPr/>
        </p:nvGrpSpPr>
        <p:grpSpPr>
          <a:xfrm>
            <a:off x="-107222" y="3866483"/>
            <a:ext cx="1587377" cy="1306567"/>
            <a:chOff x="1352322" y="1338997"/>
            <a:chExt cx="415457" cy="676942"/>
          </a:xfrm>
        </p:grpSpPr>
        <p:sp>
          <p:nvSpPr>
            <p:cNvPr id="6453" name="Google Shape;6453;p105"/>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105"/>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105"/>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105"/>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105"/>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105"/>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105"/>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105"/>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105"/>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105"/>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105"/>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105"/>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105"/>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6" name="Google Shape;6466;p105"/>
          <p:cNvGrpSpPr/>
          <p:nvPr/>
        </p:nvGrpSpPr>
        <p:grpSpPr>
          <a:xfrm flipH="1">
            <a:off x="6989366" y="3989002"/>
            <a:ext cx="2154611" cy="785401"/>
            <a:chOff x="3363545" y="1399908"/>
            <a:chExt cx="240164" cy="87537"/>
          </a:xfrm>
        </p:grpSpPr>
        <p:sp>
          <p:nvSpPr>
            <p:cNvPr id="6467" name="Google Shape;6467;p105"/>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105"/>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105"/>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105"/>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105"/>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2" name="Google Shape;6472;p105"/>
          <p:cNvSpPr/>
          <p:nvPr/>
        </p:nvSpPr>
        <p:spPr>
          <a:xfrm flipH="1">
            <a:off x="-281246" y="195779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105"/>
          <p:cNvSpPr/>
          <p:nvPr/>
        </p:nvSpPr>
        <p:spPr>
          <a:xfrm flipH="1">
            <a:off x="7784522" y="8946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105"/>
          <p:cNvSpPr/>
          <p:nvPr/>
        </p:nvSpPr>
        <p:spPr>
          <a:xfrm flipH="1">
            <a:off x="8430904" y="1991707"/>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105"/>
          <p:cNvSpPr/>
          <p:nvPr/>
        </p:nvSpPr>
        <p:spPr>
          <a:xfrm flipH="1">
            <a:off x="-145626" y="239627"/>
            <a:ext cx="1255728" cy="238749"/>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6479" name="Shape 6479"/>
        <p:cNvGrpSpPr/>
        <p:nvPr/>
      </p:nvGrpSpPr>
      <p:grpSpPr>
        <a:xfrm>
          <a:off x="0" y="0"/>
          <a:ext cx="0" cy="0"/>
          <a:chOff x="0" y="0"/>
          <a:chExt cx="0" cy="0"/>
        </a:xfrm>
      </p:grpSpPr>
      <p:grpSp>
        <p:nvGrpSpPr>
          <p:cNvPr id="6480" name="Google Shape;6480;p107"/>
          <p:cNvGrpSpPr/>
          <p:nvPr/>
        </p:nvGrpSpPr>
        <p:grpSpPr>
          <a:xfrm>
            <a:off x="3949534" y="3203615"/>
            <a:ext cx="1363077" cy="1365145"/>
            <a:chOff x="3892384" y="3203615"/>
            <a:chExt cx="1363077" cy="1365145"/>
          </a:xfrm>
        </p:grpSpPr>
        <p:sp>
          <p:nvSpPr>
            <p:cNvPr id="6481" name="Google Shape;6481;p107"/>
            <p:cNvSpPr/>
            <p:nvPr/>
          </p:nvSpPr>
          <p:spPr>
            <a:xfrm>
              <a:off x="3892384" y="3203615"/>
              <a:ext cx="1363077" cy="1365145"/>
            </a:xfrm>
            <a:custGeom>
              <a:rect b="b" l="l" r="r" t="t"/>
              <a:pathLst>
                <a:path extrusionOk="0" h="5942" w="5933">
                  <a:moveTo>
                    <a:pt x="2971" y="0"/>
                  </a:moveTo>
                  <a:cubicBezTo>
                    <a:pt x="1330" y="0"/>
                    <a:pt x="0" y="1330"/>
                    <a:pt x="0" y="2971"/>
                  </a:cubicBezTo>
                  <a:cubicBezTo>
                    <a:pt x="0" y="4612"/>
                    <a:pt x="1330" y="5942"/>
                    <a:pt x="2971" y="5942"/>
                  </a:cubicBezTo>
                  <a:cubicBezTo>
                    <a:pt x="4604" y="5942"/>
                    <a:pt x="5933" y="4612"/>
                    <a:pt x="5933" y="2971"/>
                  </a:cubicBezTo>
                  <a:cubicBezTo>
                    <a:pt x="5933" y="1330"/>
                    <a:pt x="4604" y="0"/>
                    <a:pt x="29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107"/>
            <p:cNvSpPr/>
            <p:nvPr/>
          </p:nvSpPr>
          <p:spPr>
            <a:xfrm>
              <a:off x="3988647" y="3301946"/>
              <a:ext cx="1170551" cy="1168483"/>
            </a:xfrm>
            <a:custGeom>
              <a:rect b="b" l="l" r="r" t="t"/>
              <a:pathLst>
                <a:path extrusionOk="0" h="5086" w="5095">
                  <a:moveTo>
                    <a:pt x="2552" y="1"/>
                  </a:moveTo>
                  <a:cubicBezTo>
                    <a:pt x="1142" y="1"/>
                    <a:pt x="1" y="1142"/>
                    <a:pt x="1" y="2543"/>
                  </a:cubicBezTo>
                  <a:cubicBezTo>
                    <a:pt x="1" y="3953"/>
                    <a:pt x="1142" y="5085"/>
                    <a:pt x="2552" y="5085"/>
                  </a:cubicBezTo>
                  <a:cubicBezTo>
                    <a:pt x="3953" y="5085"/>
                    <a:pt x="5095" y="3953"/>
                    <a:pt x="5095" y="2543"/>
                  </a:cubicBezTo>
                  <a:cubicBezTo>
                    <a:pt x="5095" y="1142"/>
                    <a:pt x="3953" y="1"/>
                    <a:pt x="25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83" name="Google Shape;6483;p107"/>
          <p:cNvSpPr/>
          <p:nvPr/>
        </p:nvSpPr>
        <p:spPr>
          <a:xfrm>
            <a:off x="1900" y="3911424"/>
            <a:ext cx="9144017" cy="841679"/>
          </a:xfrm>
          <a:custGeom>
            <a:rect b="b" l="l" r="r" t="t"/>
            <a:pathLst>
              <a:path extrusionOk="0" h="9234" w="30422">
                <a:moveTo>
                  <a:pt x="1" y="0"/>
                </a:moveTo>
                <a:lnTo>
                  <a:pt x="1" y="9233"/>
                </a:lnTo>
                <a:lnTo>
                  <a:pt x="30422" y="9233"/>
                </a:lnTo>
                <a:lnTo>
                  <a:pt x="3042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107"/>
          <p:cNvSpPr/>
          <p:nvPr/>
        </p:nvSpPr>
        <p:spPr>
          <a:xfrm>
            <a:off x="-1276349" y="3911425"/>
            <a:ext cx="10422249" cy="841679"/>
          </a:xfrm>
          <a:custGeom>
            <a:rect b="b" l="l" r="r" t="t"/>
            <a:pathLst>
              <a:path extrusionOk="0" h="9234" w="27897">
                <a:moveTo>
                  <a:pt x="14337" y="0"/>
                </a:moveTo>
                <a:cubicBezTo>
                  <a:pt x="14337" y="0"/>
                  <a:pt x="12053" y="402"/>
                  <a:pt x="13222" y="633"/>
                </a:cubicBezTo>
                <a:cubicBezTo>
                  <a:pt x="14391" y="857"/>
                  <a:pt x="13704" y="1276"/>
                  <a:pt x="11001" y="1419"/>
                </a:cubicBezTo>
                <a:cubicBezTo>
                  <a:pt x="8289" y="1561"/>
                  <a:pt x="8164" y="2204"/>
                  <a:pt x="9529" y="2346"/>
                </a:cubicBezTo>
                <a:cubicBezTo>
                  <a:pt x="10885" y="2489"/>
                  <a:pt x="4131" y="3470"/>
                  <a:pt x="5808" y="4006"/>
                </a:cubicBezTo>
                <a:cubicBezTo>
                  <a:pt x="7495" y="4550"/>
                  <a:pt x="4961" y="5040"/>
                  <a:pt x="3257" y="5272"/>
                </a:cubicBezTo>
                <a:cubicBezTo>
                  <a:pt x="1553" y="5504"/>
                  <a:pt x="1375" y="6040"/>
                  <a:pt x="2365" y="6227"/>
                </a:cubicBezTo>
                <a:cubicBezTo>
                  <a:pt x="3355" y="6414"/>
                  <a:pt x="1" y="7271"/>
                  <a:pt x="1" y="7271"/>
                </a:cubicBezTo>
                <a:lnTo>
                  <a:pt x="1" y="9233"/>
                </a:lnTo>
                <a:lnTo>
                  <a:pt x="27897" y="9233"/>
                </a:lnTo>
                <a:lnTo>
                  <a:pt x="27897" y="7137"/>
                </a:lnTo>
                <a:cubicBezTo>
                  <a:pt x="27897" y="7137"/>
                  <a:pt x="23472" y="6361"/>
                  <a:pt x="24445" y="5504"/>
                </a:cubicBezTo>
                <a:cubicBezTo>
                  <a:pt x="25417" y="4648"/>
                  <a:pt x="20171" y="4434"/>
                  <a:pt x="21340" y="3925"/>
                </a:cubicBezTo>
                <a:cubicBezTo>
                  <a:pt x="22500" y="3417"/>
                  <a:pt x="21893" y="2917"/>
                  <a:pt x="20912" y="2721"/>
                </a:cubicBezTo>
                <a:cubicBezTo>
                  <a:pt x="19939" y="2534"/>
                  <a:pt x="18780" y="2034"/>
                  <a:pt x="19422" y="1481"/>
                </a:cubicBezTo>
                <a:cubicBezTo>
                  <a:pt x="20055" y="928"/>
                  <a:pt x="19288" y="732"/>
                  <a:pt x="18512" y="491"/>
                </a:cubicBezTo>
                <a:cubicBezTo>
                  <a:pt x="17727" y="259"/>
                  <a:pt x="18637" y="0"/>
                  <a:pt x="18637"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107"/>
          <p:cNvSpPr/>
          <p:nvPr/>
        </p:nvSpPr>
        <p:spPr>
          <a:xfrm>
            <a:off x="-16347" y="3911494"/>
            <a:ext cx="6351715" cy="796742"/>
          </a:xfrm>
          <a:custGeom>
            <a:rect b="b" l="l" r="r" t="t"/>
            <a:pathLst>
              <a:path extrusionOk="0" h="8741" w="19984">
                <a:moveTo>
                  <a:pt x="15406" y="1"/>
                </a:moveTo>
                <a:cubicBezTo>
                  <a:pt x="14566" y="1"/>
                  <a:pt x="13350" y="213"/>
                  <a:pt x="13953" y="506"/>
                </a:cubicBezTo>
                <a:cubicBezTo>
                  <a:pt x="14604" y="818"/>
                  <a:pt x="15033" y="1452"/>
                  <a:pt x="12722" y="1711"/>
                </a:cubicBezTo>
                <a:cubicBezTo>
                  <a:pt x="10420" y="1960"/>
                  <a:pt x="10304" y="2683"/>
                  <a:pt x="12347" y="3111"/>
                </a:cubicBezTo>
                <a:cubicBezTo>
                  <a:pt x="13739" y="3406"/>
                  <a:pt x="11669" y="4512"/>
                  <a:pt x="9635" y="4512"/>
                </a:cubicBezTo>
                <a:cubicBezTo>
                  <a:pt x="7601" y="4512"/>
                  <a:pt x="7245" y="4994"/>
                  <a:pt x="8413" y="5315"/>
                </a:cubicBezTo>
                <a:cubicBezTo>
                  <a:pt x="9350" y="5573"/>
                  <a:pt x="8922" y="6100"/>
                  <a:pt x="4827" y="6358"/>
                </a:cubicBezTo>
                <a:cubicBezTo>
                  <a:pt x="723" y="6617"/>
                  <a:pt x="3069" y="7670"/>
                  <a:pt x="4060" y="7866"/>
                </a:cubicBezTo>
                <a:cubicBezTo>
                  <a:pt x="4390" y="7929"/>
                  <a:pt x="4747" y="8125"/>
                  <a:pt x="3319" y="8339"/>
                </a:cubicBezTo>
                <a:cubicBezTo>
                  <a:pt x="1892" y="8544"/>
                  <a:pt x="1" y="8740"/>
                  <a:pt x="1" y="8740"/>
                </a:cubicBezTo>
                <a:lnTo>
                  <a:pt x="19984" y="8740"/>
                </a:lnTo>
                <a:cubicBezTo>
                  <a:pt x="19984" y="8740"/>
                  <a:pt x="17985" y="8464"/>
                  <a:pt x="18895" y="8000"/>
                </a:cubicBezTo>
                <a:cubicBezTo>
                  <a:pt x="19805" y="7527"/>
                  <a:pt x="19181" y="7393"/>
                  <a:pt x="17174" y="7143"/>
                </a:cubicBezTo>
                <a:cubicBezTo>
                  <a:pt x="15158" y="6903"/>
                  <a:pt x="15728" y="6358"/>
                  <a:pt x="17638" y="5877"/>
                </a:cubicBezTo>
                <a:cubicBezTo>
                  <a:pt x="19556" y="5395"/>
                  <a:pt x="18173" y="4735"/>
                  <a:pt x="16888" y="4512"/>
                </a:cubicBezTo>
                <a:cubicBezTo>
                  <a:pt x="15604" y="4289"/>
                  <a:pt x="15363" y="4084"/>
                  <a:pt x="16826" y="3513"/>
                </a:cubicBezTo>
                <a:cubicBezTo>
                  <a:pt x="18298" y="2951"/>
                  <a:pt x="17495" y="2344"/>
                  <a:pt x="16576" y="2121"/>
                </a:cubicBezTo>
                <a:cubicBezTo>
                  <a:pt x="15648" y="1898"/>
                  <a:pt x="15273" y="1532"/>
                  <a:pt x="16166" y="1211"/>
                </a:cubicBezTo>
                <a:cubicBezTo>
                  <a:pt x="17067" y="890"/>
                  <a:pt x="15639" y="604"/>
                  <a:pt x="15282" y="435"/>
                </a:cubicBezTo>
                <a:cubicBezTo>
                  <a:pt x="14926" y="274"/>
                  <a:pt x="16451" y="51"/>
                  <a:pt x="15630" y="7"/>
                </a:cubicBezTo>
                <a:cubicBezTo>
                  <a:pt x="15560" y="3"/>
                  <a:pt x="15485" y="1"/>
                  <a:pt x="15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107"/>
          <p:cNvSpPr/>
          <p:nvPr/>
        </p:nvSpPr>
        <p:spPr>
          <a:xfrm>
            <a:off x="6173255" y="493981"/>
            <a:ext cx="3505100" cy="3224379"/>
          </a:xfrm>
          <a:custGeom>
            <a:rect b="b" l="l" r="r" t="t"/>
            <a:pathLst>
              <a:path extrusionOk="0" h="10570" w="11491">
                <a:moveTo>
                  <a:pt x="9689" y="1"/>
                </a:moveTo>
                <a:cubicBezTo>
                  <a:pt x="9689" y="1"/>
                  <a:pt x="8226" y="242"/>
                  <a:pt x="8226" y="2374"/>
                </a:cubicBezTo>
                <a:cubicBezTo>
                  <a:pt x="8226" y="2374"/>
                  <a:pt x="7574" y="2499"/>
                  <a:pt x="7646" y="3230"/>
                </a:cubicBezTo>
                <a:cubicBezTo>
                  <a:pt x="7646" y="3230"/>
                  <a:pt x="7604" y="3225"/>
                  <a:pt x="7535" y="3225"/>
                </a:cubicBezTo>
                <a:cubicBezTo>
                  <a:pt x="7197" y="3225"/>
                  <a:pt x="6208" y="3348"/>
                  <a:pt x="6290" y="4800"/>
                </a:cubicBezTo>
                <a:cubicBezTo>
                  <a:pt x="6290" y="4800"/>
                  <a:pt x="6279" y="4800"/>
                  <a:pt x="6260" y="4800"/>
                </a:cubicBezTo>
                <a:cubicBezTo>
                  <a:pt x="6122" y="4800"/>
                  <a:pt x="5549" y="4841"/>
                  <a:pt x="5612" y="5532"/>
                </a:cubicBezTo>
                <a:cubicBezTo>
                  <a:pt x="5612" y="5532"/>
                  <a:pt x="5570" y="5526"/>
                  <a:pt x="5501" y="5526"/>
                </a:cubicBezTo>
                <a:cubicBezTo>
                  <a:pt x="5231" y="5526"/>
                  <a:pt x="4544" y="5617"/>
                  <a:pt x="4416" y="6522"/>
                </a:cubicBezTo>
                <a:cubicBezTo>
                  <a:pt x="4416" y="6522"/>
                  <a:pt x="4399" y="6521"/>
                  <a:pt x="4369" y="6521"/>
                </a:cubicBezTo>
                <a:cubicBezTo>
                  <a:pt x="4196" y="6521"/>
                  <a:pt x="3602" y="6573"/>
                  <a:pt x="3533" y="7280"/>
                </a:cubicBezTo>
                <a:cubicBezTo>
                  <a:pt x="3533" y="7280"/>
                  <a:pt x="3516" y="7279"/>
                  <a:pt x="3486" y="7279"/>
                </a:cubicBezTo>
                <a:cubicBezTo>
                  <a:pt x="3240" y="7279"/>
                  <a:pt x="2115" y="7350"/>
                  <a:pt x="1900" y="8627"/>
                </a:cubicBezTo>
                <a:cubicBezTo>
                  <a:pt x="1900" y="8627"/>
                  <a:pt x="1805" y="8601"/>
                  <a:pt x="1671" y="8601"/>
                </a:cubicBezTo>
                <a:cubicBezTo>
                  <a:pt x="1435" y="8601"/>
                  <a:pt x="1082" y="8684"/>
                  <a:pt x="928" y="9145"/>
                </a:cubicBezTo>
                <a:cubicBezTo>
                  <a:pt x="928" y="9145"/>
                  <a:pt x="891" y="9139"/>
                  <a:pt x="832" y="9139"/>
                </a:cubicBezTo>
                <a:cubicBezTo>
                  <a:pt x="599" y="9139"/>
                  <a:pt x="23" y="9224"/>
                  <a:pt x="9" y="10064"/>
                </a:cubicBezTo>
                <a:cubicBezTo>
                  <a:pt x="1" y="10429"/>
                  <a:pt x="309" y="10569"/>
                  <a:pt x="787" y="10569"/>
                </a:cubicBezTo>
                <a:cubicBezTo>
                  <a:pt x="2365" y="10569"/>
                  <a:pt x="5799" y="9045"/>
                  <a:pt x="5888" y="9038"/>
                </a:cubicBezTo>
                <a:cubicBezTo>
                  <a:pt x="6004" y="9029"/>
                  <a:pt x="8993" y="7530"/>
                  <a:pt x="8993" y="7530"/>
                </a:cubicBezTo>
                <a:lnTo>
                  <a:pt x="11491" y="5621"/>
                </a:lnTo>
                <a:lnTo>
                  <a:pt x="1149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87" name="Google Shape;6487;p107"/>
          <p:cNvGrpSpPr/>
          <p:nvPr/>
        </p:nvGrpSpPr>
        <p:grpSpPr>
          <a:xfrm>
            <a:off x="5981797" y="1158353"/>
            <a:ext cx="3174913" cy="2923743"/>
            <a:chOff x="6215098" y="1384881"/>
            <a:chExt cx="2928887" cy="2697429"/>
          </a:xfrm>
        </p:grpSpPr>
        <p:sp>
          <p:nvSpPr>
            <p:cNvPr id="6488" name="Google Shape;6488;p107"/>
            <p:cNvSpPr/>
            <p:nvPr/>
          </p:nvSpPr>
          <p:spPr>
            <a:xfrm>
              <a:off x="7190527" y="2719231"/>
              <a:ext cx="1039321" cy="619176"/>
            </a:xfrm>
            <a:custGeom>
              <a:rect b="b" l="l" r="r" t="t"/>
              <a:pathLst>
                <a:path extrusionOk="0" h="2695" w="4524">
                  <a:moveTo>
                    <a:pt x="3543" y="0"/>
                  </a:moveTo>
                  <a:cubicBezTo>
                    <a:pt x="2570" y="0"/>
                    <a:pt x="2508" y="848"/>
                    <a:pt x="2508" y="848"/>
                  </a:cubicBezTo>
                  <a:cubicBezTo>
                    <a:pt x="2482" y="845"/>
                    <a:pt x="2458" y="843"/>
                    <a:pt x="2435" y="843"/>
                  </a:cubicBezTo>
                  <a:cubicBezTo>
                    <a:pt x="2061" y="843"/>
                    <a:pt x="2053" y="1232"/>
                    <a:pt x="2053" y="1232"/>
                  </a:cubicBezTo>
                  <a:cubicBezTo>
                    <a:pt x="1979" y="1219"/>
                    <a:pt x="1910" y="1213"/>
                    <a:pt x="1845" y="1213"/>
                  </a:cubicBezTo>
                  <a:cubicBezTo>
                    <a:pt x="1122" y="1213"/>
                    <a:pt x="964" y="1927"/>
                    <a:pt x="964" y="1927"/>
                  </a:cubicBezTo>
                  <a:cubicBezTo>
                    <a:pt x="959" y="1927"/>
                    <a:pt x="954" y="1927"/>
                    <a:pt x="948" y="1927"/>
                  </a:cubicBezTo>
                  <a:cubicBezTo>
                    <a:pt x="27" y="1927"/>
                    <a:pt x="1" y="2695"/>
                    <a:pt x="1" y="2695"/>
                  </a:cubicBezTo>
                  <a:lnTo>
                    <a:pt x="946" y="2695"/>
                  </a:lnTo>
                  <a:cubicBezTo>
                    <a:pt x="946" y="2695"/>
                    <a:pt x="1901" y="2588"/>
                    <a:pt x="2151" y="2507"/>
                  </a:cubicBezTo>
                  <a:cubicBezTo>
                    <a:pt x="2392" y="2427"/>
                    <a:pt x="3739" y="1615"/>
                    <a:pt x="3739" y="1615"/>
                  </a:cubicBezTo>
                  <a:cubicBezTo>
                    <a:pt x="3739" y="1615"/>
                    <a:pt x="4524" y="0"/>
                    <a:pt x="35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107"/>
            <p:cNvSpPr/>
            <p:nvPr/>
          </p:nvSpPr>
          <p:spPr>
            <a:xfrm>
              <a:off x="8094511" y="1384881"/>
              <a:ext cx="1049429" cy="1855231"/>
            </a:xfrm>
            <a:custGeom>
              <a:rect b="b" l="l" r="r" t="t"/>
              <a:pathLst>
                <a:path extrusionOk="0" h="8075" w="4568">
                  <a:moveTo>
                    <a:pt x="4568" y="1"/>
                  </a:moveTo>
                  <a:cubicBezTo>
                    <a:pt x="4568" y="1"/>
                    <a:pt x="3042" y="224"/>
                    <a:pt x="2989" y="1803"/>
                  </a:cubicBezTo>
                  <a:cubicBezTo>
                    <a:pt x="2989" y="1803"/>
                    <a:pt x="2976" y="1802"/>
                    <a:pt x="2953" y="1802"/>
                  </a:cubicBezTo>
                  <a:cubicBezTo>
                    <a:pt x="2832" y="1802"/>
                    <a:pt x="2437" y="1840"/>
                    <a:pt x="2444" y="2338"/>
                  </a:cubicBezTo>
                  <a:cubicBezTo>
                    <a:pt x="2444" y="2338"/>
                    <a:pt x="2423" y="2336"/>
                    <a:pt x="2386" y="2336"/>
                  </a:cubicBezTo>
                  <a:cubicBezTo>
                    <a:pt x="2173" y="2336"/>
                    <a:pt x="1440" y="2414"/>
                    <a:pt x="1410" y="3480"/>
                  </a:cubicBezTo>
                  <a:cubicBezTo>
                    <a:pt x="1410" y="3480"/>
                    <a:pt x="553" y="3516"/>
                    <a:pt x="580" y="4604"/>
                  </a:cubicBezTo>
                  <a:cubicBezTo>
                    <a:pt x="606" y="5396"/>
                    <a:pt x="364" y="5501"/>
                    <a:pt x="232" y="5501"/>
                  </a:cubicBezTo>
                  <a:cubicBezTo>
                    <a:pt x="185" y="5501"/>
                    <a:pt x="152" y="5487"/>
                    <a:pt x="152" y="5487"/>
                  </a:cubicBezTo>
                  <a:lnTo>
                    <a:pt x="0" y="8074"/>
                  </a:lnTo>
                  <a:lnTo>
                    <a:pt x="4568" y="6433"/>
                  </a:lnTo>
                  <a:lnTo>
                    <a:pt x="456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107"/>
            <p:cNvSpPr/>
            <p:nvPr/>
          </p:nvSpPr>
          <p:spPr>
            <a:xfrm>
              <a:off x="6405773" y="1817488"/>
              <a:ext cx="2738211" cy="2144027"/>
            </a:xfrm>
            <a:custGeom>
              <a:rect b="b" l="l" r="r" t="t"/>
              <a:pathLst>
                <a:path extrusionOk="0" h="9332" w="11919">
                  <a:moveTo>
                    <a:pt x="11919" y="0"/>
                  </a:moveTo>
                  <a:lnTo>
                    <a:pt x="7217" y="3488"/>
                  </a:lnTo>
                  <a:lnTo>
                    <a:pt x="6004" y="5380"/>
                  </a:lnTo>
                  <a:lnTo>
                    <a:pt x="3997" y="6236"/>
                  </a:lnTo>
                  <a:lnTo>
                    <a:pt x="2837" y="7021"/>
                  </a:lnTo>
                  <a:lnTo>
                    <a:pt x="0" y="8092"/>
                  </a:lnTo>
                  <a:lnTo>
                    <a:pt x="1311" y="8868"/>
                  </a:lnTo>
                  <a:lnTo>
                    <a:pt x="5513" y="8698"/>
                  </a:lnTo>
                  <a:lnTo>
                    <a:pt x="8199" y="9010"/>
                  </a:lnTo>
                  <a:lnTo>
                    <a:pt x="11919" y="9332"/>
                  </a:lnTo>
                  <a:lnTo>
                    <a:pt x="119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107"/>
            <p:cNvSpPr/>
            <p:nvPr/>
          </p:nvSpPr>
          <p:spPr>
            <a:xfrm>
              <a:off x="7057284" y="3250168"/>
              <a:ext cx="1133742" cy="303500"/>
            </a:xfrm>
            <a:custGeom>
              <a:rect b="b" l="l" r="r" t="t"/>
              <a:pathLst>
                <a:path extrusionOk="0" h="1321" w="4935">
                  <a:moveTo>
                    <a:pt x="1161" y="0"/>
                  </a:moveTo>
                  <a:lnTo>
                    <a:pt x="1" y="785"/>
                  </a:lnTo>
                  <a:lnTo>
                    <a:pt x="4934" y="1320"/>
                  </a:lnTo>
                  <a:lnTo>
                    <a:pt x="116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107"/>
            <p:cNvSpPr/>
            <p:nvPr/>
          </p:nvSpPr>
          <p:spPr>
            <a:xfrm>
              <a:off x="7784836" y="2618833"/>
              <a:ext cx="1205420" cy="600796"/>
            </a:xfrm>
            <a:custGeom>
              <a:rect b="b" l="l" r="r" t="t"/>
              <a:pathLst>
                <a:path extrusionOk="0" h="2615" w="5247">
                  <a:moveTo>
                    <a:pt x="1214" y="0"/>
                  </a:moveTo>
                  <a:lnTo>
                    <a:pt x="1" y="1892"/>
                  </a:lnTo>
                  <a:lnTo>
                    <a:pt x="2526" y="2614"/>
                  </a:lnTo>
                  <a:lnTo>
                    <a:pt x="5247" y="875"/>
                  </a:lnTo>
                  <a:lnTo>
                    <a:pt x="121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107"/>
            <p:cNvSpPr/>
            <p:nvPr/>
          </p:nvSpPr>
          <p:spPr>
            <a:xfrm>
              <a:off x="6215098" y="3676342"/>
              <a:ext cx="492092" cy="405968"/>
            </a:xfrm>
            <a:custGeom>
              <a:rect b="b" l="l" r="r" t="t"/>
              <a:pathLst>
                <a:path extrusionOk="0" h="1767" w="2142">
                  <a:moveTo>
                    <a:pt x="830" y="1"/>
                  </a:moveTo>
                  <a:lnTo>
                    <a:pt x="0" y="1026"/>
                  </a:lnTo>
                  <a:lnTo>
                    <a:pt x="1918" y="1767"/>
                  </a:lnTo>
                  <a:lnTo>
                    <a:pt x="2141" y="777"/>
                  </a:lnTo>
                  <a:lnTo>
                    <a:pt x="83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107"/>
            <p:cNvSpPr/>
            <p:nvPr/>
          </p:nvSpPr>
          <p:spPr>
            <a:xfrm>
              <a:off x="6655718" y="3815796"/>
              <a:ext cx="1016807" cy="266510"/>
            </a:xfrm>
            <a:custGeom>
              <a:rect b="b" l="l" r="r" t="t"/>
              <a:pathLst>
                <a:path extrusionOk="0" h="1160" w="4426">
                  <a:moveTo>
                    <a:pt x="4425" y="0"/>
                  </a:moveTo>
                  <a:lnTo>
                    <a:pt x="223" y="170"/>
                  </a:lnTo>
                  <a:lnTo>
                    <a:pt x="0" y="1160"/>
                  </a:lnTo>
                  <a:lnTo>
                    <a:pt x="3105" y="1026"/>
                  </a:lnTo>
                  <a:lnTo>
                    <a:pt x="442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107"/>
            <p:cNvSpPr/>
            <p:nvPr/>
          </p:nvSpPr>
          <p:spPr>
            <a:xfrm>
              <a:off x="8614847" y="2395293"/>
              <a:ext cx="80178" cy="207235"/>
            </a:xfrm>
            <a:custGeom>
              <a:rect b="b" l="l" r="r" t="t"/>
              <a:pathLst>
                <a:path extrusionOk="0" h="902" w="349">
                  <a:moveTo>
                    <a:pt x="170" y="1"/>
                  </a:moveTo>
                  <a:lnTo>
                    <a:pt x="90" y="447"/>
                  </a:lnTo>
                  <a:lnTo>
                    <a:pt x="1" y="902"/>
                  </a:lnTo>
                  <a:lnTo>
                    <a:pt x="349" y="902"/>
                  </a:lnTo>
                  <a:lnTo>
                    <a:pt x="260" y="447"/>
                  </a:lnTo>
                  <a:lnTo>
                    <a:pt x="17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107"/>
            <p:cNvSpPr/>
            <p:nvPr/>
          </p:nvSpPr>
          <p:spPr>
            <a:xfrm>
              <a:off x="7543161" y="3042940"/>
              <a:ext cx="80178" cy="207235"/>
            </a:xfrm>
            <a:custGeom>
              <a:rect b="b" l="l" r="r" t="t"/>
              <a:pathLst>
                <a:path extrusionOk="0" h="902" w="349">
                  <a:moveTo>
                    <a:pt x="179" y="1"/>
                  </a:moveTo>
                  <a:lnTo>
                    <a:pt x="89" y="447"/>
                  </a:lnTo>
                  <a:lnTo>
                    <a:pt x="0" y="902"/>
                  </a:lnTo>
                  <a:lnTo>
                    <a:pt x="348" y="902"/>
                  </a:lnTo>
                  <a:lnTo>
                    <a:pt x="268" y="447"/>
                  </a:lnTo>
                  <a:lnTo>
                    <a:pt x="17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107"/>
            <p:cNvSpPr/>
            <p:nvPr/>
          </p:nvSpPr>
          <p:spPr>
            <a:xfrm>
              <a:off x="6876947" y="3420178"/>
              <a:ext cx="80178" cy="207235"/>
            </a:xfrm>
            <a:custGeom>
              <a:rect b="b" l="l" r="r" t="t"/>
              <a:pathLst>
                <a:path extrusionOk="0" h="902" w="349">
                  <a:moveTo>
                    <a:pt x="179" y="0"/>
                  </a:moveTo>
                  <a:lnTo>
                    <a:pt x="90" y="446"/>
                  </a:lnTo>
                  <a:lnTo>
                    <a:pt x="1" y="901"/>
                  </a:lnTo>
                  <a:lnTo>
                    <a:pt x="349" y="901"/>
                  </a:lnTo>
                  <a:lnTo>
                    <a:pt x="269" y="446"/>
                  </a:lnTo>
                  <a:lnTo>
                    <a:pt x="17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107"/>
            <p:cNvSpPr/>
            <p:nvPr/>
          </p:nvSpPr>
          <p:spPr>
            <a:xfrm>
              <a:off x="8985859" y="2497758"/>
              <a:ext cx="82245" cy="207464"/>
            </a:xfrm>
            <a:custGeom>
              <a:rect b="b" l="l" r="r" t="t"/>
              <a:pathLst>
                <a:path extrusionOk="0" h="903" w="358">
                  <a:moveTo>
                    <a:pt x="179" y="1"/>
                  </a:moveTo>
                  <a:lnTo>
                    <a:pt x="90" y="456"/>
                  </a:lnTo>
                  <a:lnTo>
                    <a:pt x="1" y="902"/>
                  </a:lnTo>
                  <a:lnTo>
                    <a:pt x="358" y="902"/>
                  </a:lnTo>
                  <a:lnTo>
                    <a:pt x="268" y="456"/>
                  </a:lnTo>
                  <a:lnTo>
                    <a:pt x="17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107"/>
            <p:cNvSpPr/>
            <p:nvPr/>
          </p:nvSpPr>
          <p:spPr>
            <a:xfrm>
              <a:off x="8985859" y="1964983"/>
              <a:ext cx="82245" cy="207235"/>
            </a:xfrm>
            <a:custGeom>
              <a:rect b="b" l="l" r="r" t="t"/>
              <a:pathLst>
                <a:path extrusionOk="0" h="902" w="358">
                  <a:moveTo>
                    <a:pt x="179" y="1"/>
                  </a:moveTo>
                  <a:lnTo>
                    <a:pt x="90" y="456"/>
                  </a:lnTo>
                  <a:lnTo>
                    <a:pt x="1" y="902"/>
                  </a:lnTo>
                  <a:lnTo>
                    <a:pt x="358" y="902"/>
                  </a:lnTo>
                  <a:lnTo>
                    <a:pt x="268" y="456"/>
                  </a:lnTo>
                  <a:lnTo>
                    <a:pt x="17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107"/>
            <p:cNvSpPr/>
            <p:nvPr/>
          </p:nvSpPr>
          <p:spPr>
            <a:xfrm>
              <a:off x="8729712" y="2460999"/>
              <a:ext cx="61799" cy="158068"/>
            </a:xfrm>
            <a:custGeom>
              <a:rect b="b" l="l" r="r" t="t"/>
              <a:pathLst>
                <a:path extrusionOk="0" h="688" w="269">
                  <a:moveTo>
                    <a:pt x="134" y="0"/>
                  </a:moveTo>
                  <a:lnTo>
                    <a:pt x="72" y="348"/>
                  </a:lnTo>
                  <a:lnTo>
                    <a:pt x="1" y="687"/>
                  </a:lnTo>
                  <a:lnTo>
                    <a:pt x="268" y="687"/>
                  </a:lnTo>
                  <a:lnTo>
                    <a:pt x="206" y="348"/>
                  </a:lnTo>
                  <a:lnTo>
                    <a:pt x="13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107"/>
            <p:cNvSpPr/>
            <p:nvPr/>
          </p:nvSpPr>
          <p:spPr>
            <a:xfrm>
              <a:off x="7778863" y="3096240"/>
              <a:ext cx="61569" cy="160136"/>
            </a:xfrm>
            <a:custGeom>
              <a:rect b="b" l="l" r="r" t="t"/>
              <a:pathLst>
                <a:path extrusionOk="0" h="697" w="268">
                  <a:moveTo>
                    <a:pt x="134" y="1"/>
                  </a:moveTo>
                  <a:lnTo>
                    <a:pt x="63" y="349"/>
                  </a:lnTo>
                  <a:lnTo>
                    <a:pt x="0" y="697"/>
                  </a:lnTo>
                  <a:lnTo>
                    <a:pt x="268" y="697"/>
                  </a:lnTo>
                  <a:lnTo>
                    <a:pt x="196" y="349"/>
                  </a:lnTo>
                  <a:lnTo>
                    <a:pt x="134"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107"/>
            <p:cNvSpPr/>
            <p:nvPr/>
          </p:nvSpPr>
          <p:spPr>
            <a:xfrm>
              <a:off x="8653901" y="2102370"/>
              <a:ext cx="61799" cy="158068"/>
            </a:xfrm>
            <a:custGeom>
              <a:rect b="b" l="l" r="r" t="t"/>
              <a:pathLst>
                <a:path extrusionOk="0" h="688" w="269">
                  <a:moveTo>
                    <a:pt x="134" y="0"/>
                  </a:moveTo>
                  <a:lnTo>
                    <a:pt x="63" y="339"/>
                  </a:lnTo>
                  <a:lnTo>
                    <a:pt x="0" y="687"/>
                  </a:lnTo>
                  <a:lnTo>
                    <a:pt x="268" y="687"/>
                  </a:lnTo>
                  <a:lnTo>
                    <a:pt x="197" y="339"/>
                  </a:lnTo>
                  <a:lnTo>
                    <a:pt x="13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107"/>
            <p:cNvSpPr/>
            <p:nvPr/>
          </p:nvSpPr>
          <p:spPr>
            <a:xfrm>
              <a:off x="8037079" y="3276589"/>
              <a:ext cx="61569" cy="160136"/>
            </a:xfrm>
            <a:custGeom>
              <a:rect b="b" l="l" r="r" t="t"/>
              <a:pathLst>
                <a:path extrusionOk="0" h="697" w="268">
                  <a:moveTo>
                    <a:pt x="134" y="1"/>
                  </a:moveTo>
                  <a:lnTo>
                    <a:pt x="63" y="349"/>
                  </a:lnTo>
                  <a:lnTo>
                    <a:pt x="0" y="697"/>
                  </a:lnTo>
                  <a:lnTo>
                    <a:pt x="268" y="697"/>
                  </a:lnTo>
                  <a:lnTo>
                    <a:pt x="197" y="349"/>
                  </a:lnTo>
                  <a:lnTo>
                    <a:pt x="134"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107"/>
            <p:cNvSpPr/>
            <p:nvPr/>
          </p:nvSpPr>
          <p:spPr>
            <a:xfrm>
              <a:off x="7512378" y="3553429"/>
              <a:ext cx="61799" cy="158068"/>
            </a:xfrm>
            <a:custGeom>
              <a:rect b="b" l="l" r="r" t="t"/>
              <a:pathLst>
                <a:path extrusionOk="0" h="688" w="269">
                  <a:moveTo>
                    <a:pt x="134" y="0"/>
                  </a:moveTo>
                  <a:lnTo>
                    <a:pt x="72" y="348"/>
                  </a:lnTo>
                  <a:lnTo>
                    <a:pt x="0" y="687"/>
                  </a:lnTo>
                  <a:lnTo>
                    <a:pt x="268" y="687"/>
                  </a:lnTo>
                  <a:lnTo>
                    <a:pt x="206" y="348"/>
                  </a:lnTo>
                  <a:lnTo>
                    <a:pt x="13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107"/>
            <p:cNvSpPr/>
            <p:nvPr/>
          </p:nvSpPr>
          <p:spPr>
            <a:xfrm>
              <a:off x="8842508" y="2415970"/>
              <a:ext cx="43190" cy="108672"/>
            </a:xfrm>
            <a:custGeom>
              <a:rect b="b" l="l" r="r" t="t"/>
              <a:pathLst>
                <a:path extrusionOk="0" h="473" w="188">
                  <a:moveTo>
                    <a:pt x="89" y="0"/>
                  </a:moveTo>
                  <a:lnTo>
                    <a:pt x="45" y="232"/>
                  </a:lnTo>
                  <a:lnTo>
                    <a:pt x="0" y="473"/>
                  </a:lnTo>
                  <a:lnTo>
                    <a:pt x="188" y="473"/>
                  </a:lnTo>
                  <a:lnTo>
                    <a:pt x="143" y="232"/>
                  </a:lnTo>
                  <a:lnTo>
                    <a:pt x="8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107"/>
            <p:cNvSpPr/>
            <p:nvPr/>
          </p:nvSpPr>
          <p:spPr>
            <a:xfrm>
              <a:off x="8366969" y="2469270"/>
              <a:ext cx="43190" cy="108672"/>
            </a:xfrm>
            <a:custGeom>
              <a:rect b="b" l="l" r="r" t="t"/>
              <a:pathLst>
                <a:path extrusionOk="0" h="473" w="188">
                  <a:moveTo>
                    <a:pt x="90" y="0"/>
                  </a:moveTo>
                  <a:lnTo>
                    <a:pt x="45" y="241"/>
                  </a:lnTo>
                  <a:lnTo>
                    <a:pt x="1" y="473"/>
                  </a:lnTo>
                  <a:lnTo>
                    <a:pt x="188" y="473"/>
                  </a:lnTo>
                  <a:lnTo>
                    <a:pt x="143" y="241"/>
                  </a:lnTo>
                  <a:lnTo>
                    <a:pt x="9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107"/>
            <p:cNvSpPr/>
            <p:nvPr/>
          </p:nvSpPr>
          <p:spPr>
            <a:xfrm>
              <a:off x="7684445" y="3186529"/>
              <a:ext cx="43420" cy="108902"/>
            </a:xfrm>
            <a:custGeom>
              <a:rect b="b" l="l" r="r" t="t"/>
              <a:pathLst>
                <a:path extrusionOk="0" h="474" w="189">
                  <a:moveTo>
                    <a:pt x="90" y="0"/>
                  </a:moveTo>
                  <a:lnTo>
                    <a:pt x="45" y="241"/>
                  </a:lnTo>
                  <a:lnTo>
                    <a:pt x="1" y="473"/>
                  </a:lnTo>
                  <a:lnTo>
                    <a:pt x="188" y="473"/>
                  </a:lnTo>
                  <a:lnTo>
                    <a:pt x="135" y="241"/>
                  </a:lnTo>
                  <a:lnTo>
                    <a:pt x="9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107"/>
            <p:cNvSpPr/>
            <p:nvPr/>
          </p:nvSpPr>
          <p:spPr>
            <a:xfrm>
              <a:off x="8211213" y="3223518"/>
              <a:ext cx="41123" cy="108672"/>
            </a:xfrm>
            <a:custGeom>
              <a:rect b="b" l="l" r="r" t="t"/>
              <a:pathLst>
                <a:path extrusionOk="0" h="473" w="179">
                  <a:moveTo>
                    <a:pt x="90" y="0"/>
                  </a:moveTo>
                  <a:lnTo>
                    <a:pt x="45" y="232"/>
                  </a:lnTo>
                  <a:lnTo>
                    <a:pt x="1" y="473"/>
                  </a:lnTo>
                  <a:lnTo>
                    <a:pt x="179" y="473"/>
                  </a:lnTo>
                  <a:lnTo>
                    <a:pt x="134" y="232"/>
                  </a:lnTo>
                  <a:lnTo>
                    <a:pt x="9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107"/>
            <p:cNvSpPr/>
            <p:nvPr/>
          </p:nvSpPr>
          <p:spPr>
            <a:xfrm>
              <a:off x="7350419" y="3631312"/>
              <a:ext cx="43420" cy="108901"/>
            </a:xfrm>
            <a:custGeom>
              <a:rect b="b" l="l" r="r" t="t"/>
              <a:pathLst>
                <a:path extrusionOk="0" h="474" w="189">
                  <a:moveTo>
                    <a:pt x="90" y="0"/>
                  </a:moveTo>
                  <a:lnTo>
                    <a:pt x="45" y="232"/>
                  </a:lnTo>
                  <a:lnTo>
                    <a:pt x="1" y="473"/>
                  </a:lnTo>
                  <a:lnTo>
                    <a:pt x="188" y="473"/>
                  </a:lnTo>
                  <a:lnTo>
                    <a:pt x="143" y="232"/>
                  </a:lnTo>
                  <a:lnTo>
                    <a:pt x="9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107"/>
            <p:cNvSpPr/>
            <p:nvPr/>
          </p:nvSpPr>
          <p:spPr>
            <a:xfrm>
              <a:off x="7192595" y="3481749"/>
              <a:ext cx="43420" cy="108672"/>
            </a:xfrm>
            <a:custGeom>
              <a:rect b="b" l="l" r="r" t="t"/>
              <a:pathLst>
                <a:path extrusionOk="0" h="473" w="189">
                  <a:moveTo>
                    <a:pt x="99" y="0"/>
                  </a:moveTo>
                  <a:lnTo>
                    <a:pt x="45" y="232"/>
                  </a:lnTo>
                  <a:lnTo>
                    <a:pt x="1" y="473"/>
                  </a:lnTo>
                  <a:lnTo>
                    <a:pt x="188" y="473"/>
                  </a:lnTo>
                  <a:lnTo>
                    <a:pt x="144" y="232"/>
                  </a:lnTo>
                  <a:lnTo>
                    <a:pt x="9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107"/>
            <p:cNvSpPr/>
            <p:nvPr/>
          </p:nvSpPr>
          <p:spPr>
            <a:xfrm>
              <a:off x="7057284" y="3535050"/>
              <a:ext cx="41352" cy="108672"/>
            </a:xfrm>
            <a:custGeom>
              <a:rect b="b" l="l" r="r" t="t"/>
              <a:pathLst>
                <a:path extrusionOk="0" h="473" w="180">
                  <a:moveTo>
                    <a:pt x="90" y="0"/>
                  </a:moveTo>
                  <a:lnTo>
                    <a:pt x="46" y="241"/>
                  </a:lnTo>
                  <a:lnTo>
                    <a:pt x="1" y="473"/>
                  </a:lnTo>
                  <a:lnTo>
                    <a:pt x="179" y="473"/>
                  </a:lnTo>
                  <a:lnTo>
                    <a:pt x="135" y="241"/>
                  </a:lnTo>
                  <a:lnTo>
                    <a:pt x="9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107"/>
            <p:cNvSpPr/>
            <p:nvPr/>
          </p:nvSpPr>
          <p:spPr>
            <a:xfrm>
              <a:off x="6635272" y="3623042"/>
              <a:ext cx="43190" cy="108901"/>
            </a:xfrm>
            <a:custGeom>
              <a:rect b="b" l="l" r="r" t="t"/>
              <a:pathLst>
                <a:path extrusionOk="0" h="474" w="188">
                  <a:moveTo>
                    <a:pt x="89" y="1"/>
                  </a:moveTo>
                  <a:lnTo>
                    <a:pt x="45" y="233"/>
                  </a:lnTo>
                  <a:lnTo>
                    <a:pt x="0" y="473"/>
                  </a:lnTo>
                  <a:lnTo>
                    <a:pt x="188" y="473"/>
                  </a:lnTo>
                  <a:lnTo>
                    <a:pt x="134" y="233"/>
                  </a:lnTo>
                  <a:lnTo>
                    <a:pt x="8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107"/>
            <p:cNvSpPr/>
            <p:nvPr/>
          </p:nvSpPr>
          <p:spPr>
            <a:xfrm>
              <a:off x="6791029" y="3684613"/>
              <a:ext cx="41123" cy="108901"/>
            </a:xfrm>
            <a:custGeom>
              <a:rect b="b" l="l" r="r" t="t"/>
              <a:pathLst>
                <a:path extrusionOk="0" h="474" w="179">
                  <a:moveTo>
                    <a:pt x="89" y="0"/>
                  </a:moveTo>
                  <a:lnTo>
                    <a:pt x="45" y="241"/>
                  </a:lnTo>
                  <a:lnTo>
                    <a:pt x="0" y="473"/>
                  </a:lnTo>
                  <a:lnTo>
                    <a:pt x="179" y="473"/>
                  </a:lnTo>
                  <a:lnTo>
                    <a:pt x="134" y="241"/>
                  </a:lnTo>
                  <a:lnTo>
                    <a:pt x="8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107"/>
            <p:cNvSpPr/>
            <p:nvPr/>
          </p:nvSpPr>
          <p:spPr>
            <a:xfrm>
              <a:off x="8832171" y="2180253"/>
              <a:ext cx="43190" cy="108901"/>
            </a:xfrm>
            <a:custGeom>
              <a:rect b="b" l="l" r="r" t="t"/>
              <a:pathLst>
                <a:path extrusionOk="0" h="474" w="188">
                  <a:moveTo>
                    <a:pt x="90" y="0"/>
                  </a:moveTo>
                  <a:lnTo>
                    <a:pt x="45" y="241"/>
                  </a:lnTo>
                  <a:lnTo>
                    <a:pt x="1" y="473"/>
                  </a:lnTo>
                  <a:lnTo>
                    <a:pt x="188" y="473"/>
                  </a:lnTo>
                  <a:lnTo>
                    <a:pt x="134" y="241"/>
                  </a:lnTo>
                  <a:lnTo>
                    <a:pt x="9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107"/>
            <p:cNvSpPr/>
            <p:nvPr/>
          </p:nvSpPr>
          <p:spPr>
            <a:xfrm>
              <a:off x="7737742" y="2782870"/>
              <a:ext cx="1406208" cy="1012508"/>
            </a:xfrm>
            <a:custGeom>
              <a:rect b="b" l="l" r="r" t="t"/>
              <a:pathLst>
                <a:path extrusionOk="0" h="4407" w="6121">
                  <a:moveTo>
                    <a:pt x="6121" y="0"/>
                  </a:moveTo>
                  <a:lnTo>
                    <a:pt x="3703" y="1650"/>
                  </a:lnTo>
                  <a:lnTo>
                    <a:pt x="3087" y="2542"/>
                  </a:lnTo>
                  <a:lnTo>
                    <a:pt x="2053" y="2944"/>
                  </a:lnTo>
                  <a:lnTo>
                    <a:pt x="1455" y="3310"/>
                  </a:lnTo>
                  <a:lnTo>
                    <a:pt x="1" y="3818"/>
                  </a:lnTo>
                  <a:lnTo>
                    <a:pt x="670" y="4184"/>
                  </a:lnTo>
                  <a:lnTo>
                    <a:pt x="2829" y="4104"/>
                  </a:lnTo>
                  <a:lnTo>
                    <a:pt x="4212" y="4255"/>
                  </a:lnTo>
                  <a:lnTo>
                    <a:pt x="6121" y="4407"/>
                  </a:lnTo>
                  <a:lnTo>
                    <a:pt x="6121" y="0"/>
                  </a:ln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107"/>
            <p:cNvSpPr/>
            <p:nvPr/>
          </p:nvSpPr>
          <p:spPr>
            <a:xfrm>
              <a:off x="8071768" y="3459005"/>
              <a:ext cx="582378" cy="143824"/>
            </a:xfrm>
            <a:custGeom>
              <a:rect b="b" l="l" r="r" t="t"/>
              <a:pathLst>
                <a:path extrusionOk="0" h="626" w="2535">
                  <a:moveTo>
                    <a:pt x="599" y="1"/>
                  </a:moveTo>
                  <a:lnTo>
                    <a:pt x="1" y="367"/>
                  </a:lnTo>
                  <a:lnTo>
                    <a:pt x="2534" y="625"/>
                  </a:lnTo>
                  <a:lnTo>
                    <a:pt x="59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107"/>
            <p:cNvSpPr/>
            <p:nvPr/>
          </p:nvSpPr>
          <p:spPr>
            <a:xfrm>
              <a:off x="8446915" y="3161947"/>
              <a:ext cx="379292" cy="291323"/>
            </a:xfrm>
            <a:custGeom>
              <a:rect b="b" l="l" r="r" t="t"/>
              <a:pathLst>
                <a:path extrusionOk="0" h="1268" w="1651">
                  <a:moveTo>
                    <a:pt x="616" y="0"/>
                  </a:moveTo>
                  <a:lnTo>
                    <a:pt x="0" y="892"/>
                  </a:lnTo>
                  <a:lnTo>
                    <a:pt x="1410" y="1267"/>
                  </a:lnTo>
                  <a:lnTo>
                    <a:pt x="1651" y="161"/>
                  </a:lnTo>
                  <a:lnTo>
                    <a:pt x="616"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107"/>
            <p:cNvSpPr/>
            <p:nvPr/>
          </p:nvSpPr>
          <p:spPr>
            <a:xfrm>
              <a:off x="8428537" y="3395596"/>
              <a:ext cx="32852" cy="80183"/>
            </a:xfrm>
            <a:custGeom>
              <a:rect b="b" l="l" r="r" t="t"/>
              <a:pathLst>
                <a:path extrusionOk="0" h="349" w="143">
                  <a:moveTo>
                    <a:pt x="72" y="0"/>
                  </a:moveTo>
                  <a:lnTo>
                    <a:pt x="36" y="170"/>
                  </a:lnTo>
                  <a:lnTo>
                    <a:pt x="0" y="348"/>
                  </a:lnTo>
                  <a:lnTo>
                    <a:pt x="143" y="348"/>
                  </a:lnTo>
                  <a:lnTo>
                    <a:pt x="107" y="170"/>
                  </a:lnTo>
                  <a:lnTo>
                    <a:pt x="72"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107"/>
            <p:cNvSpPr/>
            <p:nvPr/>
          </p:nvSpPr>
          <p:spPr>
            <a:xfrm>
              <a:off x="8799319" y="3073266"/>
              <a:ext cx="104759" cy="64330"/>
            </a:xfrm>
            <a:custGeom>
              <a:rect b="b" l="l" r="r" t="t"/>
              <a:pathLst>
                <a:path extrusionOk="0" h="280" w="456">
                  <a:moveTo>
                    <a:pt x="429" y="0"/>
                  </a:moveTo>
                  <a:cubicBezTo>
                    <a:pt x="394" y="0"/>
                    <a:pt x="335" y="13"/>
                    <a:pt x="304" y="92"/>
                  </a:cubicBezTo>
                  <a:cubicBezTo>
                    <a:pt x="304" y="92"/>
                    <a:pt x="293" y="89"/>
                    <a:pt x="278" y="89"/>
                  </a:cubicBezTo>
                  <a:cubicBezTo>
                    <a:pt x="256" y="89"/>
                    <a:pt x="226" y="96"/>
                    <a:pt x="215" y="128"/>
                  </a:cubicBezTo>
                  <a:cubicBezTo>
                    <a:pt x="215" y="128"/>
                    <a:pt x="182" y="114"/>
                    <a:pt x="140" y="114"/>
                  </a:cubicBezTo>
                  <a:cubicBezTo>
                    <a:pt x="93" y="114"/>
                    <a:pt x="34" y="132"/>
                    <a:pt x="1" y="208"/>
                  </a:cubicBezTo>
                  <a:lnTo>
                    <a:pt x="456" y="279"/>
                  </a:lnTo>
                  <a:lnTo>
                    <a:pt x="456" y="3"/>
                  </a:lnTo>
                  <a:cubicBezTo>
                    <a:pt x="456" y="3"/>
                    <a:pt x="445" y="0"/>
                    <a:pt x="429"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107"/>
            <p:cNvSpPr/>
            <p:nvPr/>
          </p:nvSpPr>
          <p:spPr>
            <a:xfrm>
              <a:off x="9047427" y="2868794"/>
              <a:ext cx="61569" cy="158068"/>
            </a:xfrm>
            <a:custGeom>
              <a:rect b="b" l="l" r="r" t="t"/>
              <a:pathLst>
                <a:path extrusionOk="0" h="688" w="268">
                  <a:moveTo>
                    <a:pt x="134" y="1"/>
                  </a:moveTo>
                  <a:lnTo>
                    <a:pt x="63" y="340"/>
                  </a:lnTo>
                  <a:lnTo>
                    <a:pt x="0" y="688"/>
                  </a:lnTo>
                  <a:lnTo>
                    <a:pt x="268" y="688"/>
                  </a:lnTo>
                  <a:lnTo>
                    <a:pt x="197" y="340"/>
                  </a:lnTo>
                  <a:lnTo>
                    <a:pt x="134"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107"/>
            <p:cNvSpPr/>
            <p:nvPr/>
          </p:nvSpPr>
          <p:spPr>
            <a:xfrm>
              <a:off x="8977819" y="2903715"/>
              <a:ext cx="61569" cy="158068"/>
            </a:xfrm>
            <a:custGeom>
              <a:rect b="b" l="l" r="r" t="t"/>
              <a:pathLst>
                <a:path extrusionOk="0" h="688" w="268">
                  <a:moveTo>
                    <a:pt x="134" y="0"/>
                  </a:moveTo>
                  <a:lnTo>
                    <a:pt x="71" y="339"/>
                  </a:lnTo>
                  <a:lnTo>
                    <a:pt x="0" y="687"/>
                  </a:lnTo>
                  <a:lnTo>
                    <a:pt x="268" y="687"/>
                  </a:lnTo>
                  <a:lnTo>
                    <a:pt x="205" y="339"/>
                  </a:lnTo>
                  <a:lnTo>
                    <a:pt x="13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107"/>
            <p:cNvSpPr/>
            <p:nvPr/>
          </p:nvSpPr>
          <p:spPr>
            <a:xfrm>
              <a:off x="8742117" y="3010316"/>
              <a:ext cx="61569" cy="158068"/>
            </a:xfrm>
            <a:custGeom>
              <a:rect b="b" l="l" r="r" t="t"/>
              <a:pathLst>
                <a:path extrusionOk="0" h="688" w="268">
                  <a:moveTo>
                    <a:pt x="134" y="0"/>
                  </a:moveTo>
                  <a:lnTo>
                    <a:pt x="71" y="348"/>
                  </a:lnTo>
                  <a:lnTo>
                    <a:pt x="0" y="687"/>
                  </a:lnTo>
                  <a:lnTo>
                    <a:pt x="268" y="687"/>
                  </a:lnTo>
                  <a:lnTo>
                    <a:pt x="205" y="348"/>
                  </a:lnTo>
                  <a:lnTo>
                    <a:pt x="13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107"/>
            <p:cNvSpPr/>
            <p:nvPr/>
          </p:nvSpPr>
          <p:spPr>
            <a:xfrm>
              <a:off x="8825968" y="2957015"/>
              <a:ext cx="35149" cy="90292"/>
            </a:xfrm>
            <a:custGeom>
              <a:rect b="b" l="l" r="r" t="t"/>
              <a:pathLst>
                <a:path extrusionOk="0" h="393" w="153">
                  <a:moveTo>
                    <a:pt x="81" y="0"/>
                  </a:moveTo>
                  <a:lnTo>
                    <a:pt x="37" y="197"/>
                  </a:lnTo>
                  <a:lnTo>
                    <a:pt x="1" y="393"/>
                  </a:lnTo>
                  <a:lnTo>
                    <a:pt x="153" y="393"/>
                  </a:lnTo>
                  <a:lnTo>
                    <a:pt x="117" y="197"/>
                  </a:lnTo>
                  <a:lnTo>
                    <a:pt x="8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107"/>
            <p:cNvSpPr/>
            <p:nvPr/>
          </p:nvSpPr>
          <p:spPr>
            <a:xfrm>
              <a:off x="8698928" y="3041102"/>
              <a:ext cx="61799" cy="159906"/>
            </a:xfrm>
            <a:custGeom>
              <a:rect b="b" l="l" r="r" t="t"/>
              <a:pathLst>
                <a:path extrusionOk="0" h="696" w="269">
                  <a:moveTo>
                    <a:pt x="135" y="0"/>
                  </a:moveTo>
                  <a:lnTo>
                    <a:pt x="63" y="348"/>
                  </a:lnTo>
                  <a:lnTo>
                    <a:pt x="1" y="696"/>
                  </a:lnTo>
                  <a:lnTo>
                    <a:pt x="268" y="696"/>
                  </a:lnTo>
                  <a:lnTo>
                    <a:pt x="197" y="348"/>
                  </a:lnTo>
                  <a:lnTo>
                    <a:pt x="13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107"/>
            <p:cNvSpPr/>
            <p:nvPr/>
          </p:nvSpPr>
          <p:spPr>
            <a:xfrm>
              <a:off x="8547307" y="3422246"/>
              <a:ext cx="57663" cy="121078"/>
            </a:xfrm>
            <a:custGeom>
              <a:rect b="b" l="l" r="r" t="t"/>
              <a:pathLst>
                <a:path extrusionOk="0" h="527" w="251">
                  <a:moveTo>
                    <a:pt x="125" y="0"/>
                  </a:moveTo>
                  <a:lnTo>
                    <a:pt x="63" y="259"/>
                  </a:lnTo>
                  <a:lnTo>
                    <a:pt x="1" y="527"/>
                  </a:lnTo>
                  <a:lnTo>
                    <a:pt x="250" y="527"/>
                  </a:lnTo>
                  <a:lnTo>
                    <a:pt x="188" y="259"/>
                  </a:lnTo>
                  <a:lnTo>
                    <a:pt x="12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107"/>
            <p:cNvSpPr/>
            <p:nvPr/>
          </p:nvSpPr>
          <p:spPr>
            <a:xfrm>
              <a:off x="8485739" y="3397663"/>
              <a:ext cx="47555" cy="121078"/>
            </a:xfrm>
            <a:custGeom>
              <a:rect b="b" l="l" r="r" t="t"/>
              <a:pathLst>
                <a:path extrusionOk="0" h="527" w="207">
                  <a:moveTo>
                    <a:pt x="108" y="0"/>
                  </a:moveTo>
                  <a:lnTo>
                    <a:pt x="54" y="268"/>
                  </a:lnTo>
                  <a:lnTo>
                    <a:pt x="1" y="527"/>
                  </a:lnTo>
                  <a:lnTo>
                    <a:pt x="206" y="527"/>
                  </a:lnTo>
                  <a:lnTo>
                    <a:pt x="162" y="268"/>
                  </a:lnTo>
                  <a:lnTo>
                    <a:pt x="10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107"/>
            <p:cNvSpPr/>
            <p:nvPr/>
          </p:nvSpPr>
          <p:spPr>
            <a:xfrm>
              <a:off x="8520658" y="3438558"/>
              <a:ext cx="47325" cy="121308"/>
            </a:xfrm>
            <a:custGeom>
              <a:rect b="b" l="l" r="r" t="t"/>
              <a:pathLst>
                <a:path extrusionOk="0" h="528" w="206">
                  <a:moveTo>
                    <a:pt x="99" y="1"/>
                  </a:moveTo>
                  <a:lnTo>
                    <a:pt x="54" y="268"/>
                  </a:lnTo>
                  <a:lnTo>
                    <a:pt x="1" y="527"/>
                  </a:lnTo>
                  <a:lnTo>
                    <a:pt x="206" y="527"/>
                  </a:lnTo>
                  <a:lnTo>
                    <a:pt x="152" y="268"/>
                  </a:lnTo>
                  <a:lnTo>
                    <a:pt x="9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107"/>
            <p:cNvSpPr/>
            <p:nvPr/>
          </p:nvSpPr>
          <p:spPr>
            <a:xfrm>
              <a:off x="8067862" y="3557565"/>
              <a:ext cx="47325" cy="121078"/>
            </a:xfrm>
            <a:custGeom>
              <a:rect b="b" l="l" r="r" t="t"/>
              <a:pathLst>
                <a:path extrusionOk="0" h="527" w="206">
                  <a:moveTo>
                    <a:pt x="98" y="0"/>
                  </a:moveTo>
                  <a:lnTo>
                    <a:pt x="54" y="268"/>
                  </a:lnTo>
                  <a:lnTo>
                    <a:pt x="0" y="526"/>
                  </a:lnTo>
                  <a:lnTo>
                    <a:pt x="205" y="526"/>
                  </a:lnTo>
                  <a:lnTo>
                    <a:pt x="152" y="268"/>
                  </a:lnTo>
                  <a:lnTo>
                    <a:pt x="9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107"/>
            <p:cNvSpPr/>
            <p:nvPr/>
          </p:nvSpPr>
          <p:spPr>
            <a:xfrm>
              <a:off x="8407861" y="3508400"/>
              <a:ext cx="211356" cy="170245"/>
            </a:xfrm>
            <a:custGeom>
              <a:rect b="b" l="l" r="r" t="t"/>
              <a:pathLst>
                <a:path extrusionOk="0" h="741" w="920">
                  <a:moveTo>
                    <a:pt x="1" y="0"/>
                  </a:moveTo>
                  <a:lnTo>
                    <a:pt x="1" y="740"/>
                  </a:lnTo>
                  <a:lnTo>
                    <a:pt x="920" y="740"/>
                  </a:lnTo>
                  <a:lnTo>
                    <a:pt x="920"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107"/>
            <p:cNvSpPr/>
            <p:nvPr/>
          </p:nvSpPr>
          <p:spPr>
            <a:xfrm>
              <a:off x="8407861" y="3508400"/>
              <a:ext cx="211356" cy="41125"/>
            </a:xfrm>
            <a:custGeom>
              <a:rect b="b" l="l" r="r" t="t"/>
              <a:pathLst>
                <a:path extrusionOk="0" h="179" w="920">
                  <a:moveTo>
                    <a:pt x="1" y="0"/>
                  </a:moveTo>
                  <a:lnTo>
                    <a:pt x="1" y="178"/>
                  </a:lnTo>
                  <a:lnTo>
                    <a:pt x="920" y="178"/>
                  </a:lnTo>
                  <a:lnTo>
                    <a:pt x="92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107"/>
            <p:cNvSpPr/>
            <p:nvPr/>
          </p:nvSpPr>
          <p:spPr>
            <a:xfrm>
              <a:off x="8092443" y="3586283"/>
              <a:ext cx="315656" cy="112807"/>
            </a:xfrm>
            <a:custGeom>
              <a:rect b="b" l="l" r="r" t="t"/>
              <a:pathLst>
                <a:path extrusionOk="0" h="491" w="1374">
                  <a:moveTo>
                    <a:pt x="0" y="0"/>
                  </a:moveTo>
                  <a:lnTo>
                    <a:pt x="0" y="491"/>
                  </a:lnTo>
                  <a:lnTo>
                    <a:pt x="1374" y="491"/>
                  </a:lnTo>
                  <a:lnTo>
                    <a:pt x="1374"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107"/>
            <p:cNvSpPr/>
            <p:nvPr/>
          </p:nvSpPr>
          <p:spPr>
            <a:xfrm>
              <a:off x="8092443" y="3553429"/>
              <a:ext cx="301412" cy="33084"/>
            </a:xfrm>
            <a:custGeom>
              <a:rect b="b" l="l" r="r" t="t"/>
              <a:pathLst>
                <a:path extrusionOk="0" h="144" w="1312">
                  <a:moveTo>
                    <a:pt x="143" y="0"/>
                  </a:moveTo>
                  <a:lnTo>
                    <a:pt x="0" y="143"/>
                  </a:lnTo>
                  <a:lnTo>
                    <a:pt x="1169" y="143"/>
                  </a:lnTo>
                  <a:lnTo>
                    <a:pt x="131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107"/>
            <p:cNvSpPr/>
            <p:nvPr/>
          </p:nvSpPr>
          <p:spPr>
            <a:xfrm>
              <a:off x="8502280" y="3698627"/>
              <a:ext cx="248114" cy="72142"/>
            </a:xfrm>
            <a:custGeom>
              <a:rect b="b" l="l" r="r" t="t"/>
              <a:pathLst>
                <a:path extrusionOk="0" h="314" w="1080">
                  <a:moveTo>
                    <a:pt x="1025" y="1"/>
                  </a:moveTo>
                  <a:cubicBezTo>
                    <a:pt x="988" y="1"/>
                    <a:pt x="906" y="11"/>
                    <a:pt x="892" y="100"/>
                  </a:cubicBezTo>
                  <a:cubicBezTo>
                    <a:pt x="892" y="100"/>
                    <a:pt x="884" y="97"/>
                    <a:pt x="873" y="97"/>
                  </a:cubicBezTo>
                  <a:cubicBezTo>
                    <a:pt x="853" y="97"/>
                    <a:pt x="824" y="105"/>
                    <a:pt x="812" y="144"/>
                  </a:cubicBezTo>
                  <a:cubicBezTo>
                    <a:pt x="812" y="144"/>
                    <a:pt x="766" y="108"/>
                    <a:pt x="703" y="108"/>
                  </a:cubicBezTo>
                  <a:cubicBezTo>
                    <a:pt x="663" y="108"/>
                    <a:pt x="616" y="123"/>
                    <a:pt x="571" y="171"/>
                  </a:cubicBezTo>
                  <a:cubicBezTo>
                    <a:pt x="571" y="171"/>
                    <a:pt x="536" y="126"/>
                    <a:pt x="477" y="126"/>
                  </a:cubicBezTo>
                  <a:cubicBezTo>
                    <a:pt x="458" y="126"/>
                    <a:pt x="435" y="131"/>
                    <a:pt x="411" y="144"/>
                  </a:cubicBezTo>
                  <a:cubicBezTo>
                    <a:pt x="411" y="144"/>
                    <a:pt x="325" y="80"/>
                    <a:pt x="213" y="80"/>
                  </a:cubicBezTo>
                  <a:cubicBezTo>
                    <a:pt x="147" y="80"/>
                    <a:pt x="73" y="102"/>
                    <a:pt x="0" y="171"/>
                  </a:cubicBezTo>
                  <a:lnTo>
                    <a:pt x="0" y="314"/>
                  </a:lnTo>
                  <a:lnTo>
                    <a:pt x="1080" y="314"/>
                  </a:lnTo>
                  <a:lnTo>
                    <a:pt x="1044" y="2"/>
                  </a:lnTo>
                  <a:cubicBezTo>
                    <a:pt x="1044" y="2"/>
                    <a:pt x="1037" y="1"/>
                    <a:pt x="1025"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107"/>
            <p:cNvSpPr/>
            <p:nvPr/>
          </p:nvSpPr>
          <p:spPr>
            <a:xfrm>
              <a:off x="8666306" y="3176191"/>
              <a:ext cx="237776" cy="383683"/>
            </a:xfrm>
            <a:custGeom>
              <a:rect b="b" l="l" r="r" t="t"/>
              <a:pathLst>
                <a:path extrusionOk="0" h="1670" w="1035">
                  <a:moveTo>
                    <a:pt x="0" y="1"/>
                  </a:moveTo>
                  <a:lnTo>
                    <a:pt x="0" y="1669"/>
                  </a:lnTo>
                  <a:lnTo>
                    <a:pt x="1035" y="1669"/>
                  </a:lnTo>
                  <a:lnTo>
                    <a:pt x="1035"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107"/>
            <p:cNvSpPr/>
            <p:nvPr/>
          </p:nvSpPr>
          <p:spPr>
            <a:xfrm>
              <a:off x="8838373" y="3215247"/>
              <a:ext cx="31014" cy="53532"/>
            </a:xfrm>
            <a:custGeom>
              <a:rect b="b" l="l" r="r" t="t"/>
              <a:pathLst>
                <a:path extrusionOk="0" h="233" w="135">
                  <a:moveTo>
                    <a:pt x="0" y="0"/>
                  </a:moveTo>
                  <a:lnTo>
                    <a:pt x="0" y="232"/>
                  </a:lnTo>
                  <a:lnTo>
                    <a:pt x="134" y="232"/>
                  </a:lnTo>
                  <a:lnTo>
                    <a:pt x="134"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107"/>
            <p:cNvSpPr/>
            <p:nvPr/>
          </p:nvSpPr>
          <p:spPr>
            <a:xfrm>
              <a:off x="8772671" y="3268548"/>
              <a:ext cx="28947" cy="53532"/>
            </a:xfrm>
            <a:custGeom>
              <a:rect b="b" l="l" r="r" t="t"/>
              <a:pathLst>
                <a:path extrusionOk="0" h="233" w="126">
                  <a:moveTo>
                    <a:pt x="1" y="0"/>
                  </a:moveTo>
                  <a:lnTo>
                    <a:pt x="1" y="232"/>
                  </a:lnTo>
                  <a:lnTo>
                    <a:pt x="126" y="232"/>
                  </a:lnTo>
                  <a:lnTo>
                    <a:pt x="12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107"/>
            <p:cNvSpPr/>
            <p:nvPr/>
          </p:nvSpPr>
          <p:spPr>
            <a:xfrm>
              <a:off x="8707198" y="3229491"/>
              <a:ext cx="31014" cy="53532"/>
            </a:xfrm>
            <a:custGeom>
              <a:rect b="b" l="l" r="r" t="t"/>
              <a:pathLst>
                <a:path extrusionOk="0" h="233" w="135">
                  <a:moveTo>
                    <a:pt x="0" y="1"/>
                  </a:moveTo>
                  <a:lnTo>
                    <a:pt x="0" y="233"/>
                  </a:lnTo>
                  <a:lnTo>
                    <a:pt x="134" y="233"/>
                  </a:lnTo>
                  <a:lnTo>
                    <a:pt x="13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107"/>
            <p:cNvSpPr/>
            <p:nvPr/>
          </p:nvSpPr>
          <p:spPr>
            <a:xfrm>
              <a:off x="8850549" y="3329889"/>
              <a:ext cx="28947" cy="53532"/>
            </a:xfrm>
            <a:custGeom>
              <a:rect b="b" l="l" r="r" t="t"/>
              <a:pathLst>
                <a:path extrusionOk="0" h="233" w="126">
                  <a:moveTo>
                    <a:pt x="1" y="1"/>
                  </a:moveTo>
                  <a:lnTo>
                    <a:pt x="1" y="233"/>
                  </a:lnTo>
                  <a:lnTo>
                    <a:pt x="126" y="233"/>
                  </a:lnTo>
                  <a:lnTo>
                    <a:pt x="12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107"/>
            <p:cNvSpPr/>
            <p:nvPr/>
          </p:nvSpPr>
          <p:spPr>
            <a:xfrm>
              <a:off x="8717536" y="3344363"/>
              <a:ext cx="28717" cy="53532"/>
            </a:xfrm>
            <a:custGeom>
              <a:rect b="b" l="l" r="r" t="t"/>
              <a:pathLst>
                <a:path extrusionOk="0" h="233" w="125">
                  <a:moveTo>
                    <a:pt x="0" y="0"/>
                  </a:moveTo>
                  <a:lnTo>
                    <a:pt x="0" y="232"/>
                  </a:lnTo>
                  <a:lnTo>
                    <a:pt x="125" y="232"/>
                  </a:lnTo>
                  <a:lnTo>
                    <a:pt x="12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107"/>
            <p:cNvSpPr/>
            <p:nvPr/>
          </p:nvSpPr>
          <p:spPr>
            <a:xfrm>
              <a:off x="8770603" y="3434422"/>
              <a:ext cx="59731" cy="115105"/>
            </a:xfrm>
            <a:custGeom>
              <a:rect b="b" l="l" r="r" t="t"/>
              <a:pathLst>
                <a:path extrusionOk="0" h="501" w="260">
                  <a:moveTo>
                    <a:pt x="1" y="1"/>
                  </a:moveTo>
                  <a:lnTo>
                    <a:pt x="1" y="500"/>
                  </a:lnTo>
                  <a:lnTo>
                    <a:pt x="260" y="500"/>
                  </a:lnTo>
                  <a:lnTo>
                    <a:pt x="260"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107"/>
            <p:cNvSpPr/>
            <p:nvPr/>
          </p:nvSpPr>
          <p:spPr>
            <a:xfrm>
              <a:off x="8635523" y="3118985"/>
              <a:ext cx="268560" cy="57438"/>
            </a:xfrm>
            <a:custGeom>
              <a:rect b="b" l="l" r="r" t="t"/>
              <a:pathLst>
                <a:path extrusionOk="0" h="250" w="1169">
                  <a:moveTo>
                    <a:pt x="250" y="0"/>
                  </a:moveTo>
                  <a:lnTo>
                    <a:pt x="0" y="250"/>
                  </a:lnTo>
                  <a:lnTo>
                    <a:pt x="1169" y="250"/>
                  </a:lnTo>
                  <a:lnTo>
                    <a:pt x="116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107"/>
            <p:cNvSpPr/>
            <p:nvPr/>
          </p:nvSpPr>
          <p:spPr>
            <a:xfrm>
              <a:off x="8625185" y="3377216"/>
              <a:ext cx="162193" cy="301432"/>
            </a:xfrm>
            <a:custGeom>
              <a:rect b="b" l="l" r="r" t="t"/>
              <a:pathLst>
                <a:path extrusionOk="0" h="1312" w="706">
                  <a:moveTo>
                    <a:pt x="1" y="0"/>
                  </a:moveTo>
                  <a:lnTo>
                    <a:pt x="1" y="1311"/>
                  </a:lnTo>
                  <a:lnTo>
                    <a:pt x="705" y="1311"/>
                  </a:lnTo>
                  <a:lnTo>
                    <a:pt x="705"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107"/>
            <p:cNvSpPr/>
            <p:nvPr/>
          </p:nvSpPr>
          <p:spPr>
            <a:xfrm>
              <a:off x="8588428" y="3338160"/>
              <a:ext cx="36987" cy="340489"/>
            </a:xfrm>
            <a:custGeom>
              <a:rect b="b" l="l" r="r" t="t"/>
              <a:pathLst>
                <a:path extrusionOk="0" h="1482" w="161">
                  <a:moveTo>
                    <a:pt x="0" y="1"/>
                  </a:moveTo>
                  <a:lnTo>
                    <a:pt x="0" y="1481"/>
                  </a:lnTo>
                  <a:lnTo>
                    <a:pt x="161" y="1481"/>
                  </a:lnTo>
                  <a:lnTo>
                    <a:pt x="161" y="170"/>
                  </a:lnTo>
                  <a:lnTo>
                    <a:pt x="0"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107"/>
            <p:cNvSpPr/>
            <p:nvPr/>
          </p:nvSpPr>
          <p:spPr>
            <a:xfrm>
              <a:off x="8742117" y="3403866"/>
              <a:ext cx="20676" cy="36990"/>
            </a:xfrm>
            <a:custGeom>
              <a:rect b="b" l="l" r="r" t="t"/>
              <a:pathLst>
                <a:path extrusionOk="0" h="161" w="90">
                  <a:moveTo>
                    <a:pt x="0" y="0"/>
                  </a:moveTo>
                  <a:lnTo>
                    <a:pt x="0" y="161"/>
                  </a:lnTo>
                  <a:lnTo>
                    <a:pt x="89" y="161"/>
                  </a:lnTo>
                  <a:lnTo>
                    <a:pt x="89"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107"/>
            <p:cNvSpPr/>
            <p:nvPr/>
          </p:nvSpPr>
          <p:spPr>
            <a:xfrm>
              <a:off x="8698928" y="3440625"/>
              <a:ext cx="20676" cy="35152"/>
            </a:xfrm>
            <a:custGeom>
              <a:rect b="b" l="l" r="r" t="t"/>
              <a:pathLst>
                <a:path extrusionOk="0" h="153" w="90">
                  <a:moveTo>
                    <a:pt x="1" y="1"/>
                  </a:moveTo>
                  <a:lnTo>
                    <a:pt x="1" y="152"/>
                  </a:lnTo>
                  <a:lnTo>
                    <a:pt x="90" y="152"/>
                  </a:lnTo>
                  <a:lnTo>
                    <a:pt x="90"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107"/>
            <p:cNvSpPr/>
            <p:nvPr/>
          </p:nvSpPr>
          <p:spPr>
            <a:xfrm>
              <a:off x="8653901" y="3413975"/>
              <a:ext cx="20676" cy="37219"/>
            </a:xfrm>
            <a:custGeom>
              <a:rect b="b" l="l" r="r" t="t"/>
              <a:pathLst>
                <a:path extrusionOk="0" h="162" w="90">
                  <a:moveTo>
                    <a:pt x="0" y="1"/>
                  </a:moveTo>
                  <a:lnTo>
                    <a:pt x="0" y="161"/>
                  </a:lnTo>
                  <a:lnTo>
                    <a:pt x="90" y="161"/>
                  </a:lnTo>
                  <a:lnTo>
                    <a:pt x="90"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107"/>
            <p:cNvSpPr/>
            <p:nvPr/>
          </p:nvSpPr>
          <p:spPr>
            <a:xfrm>
              <a:off x="8750157" y="3498061"/>
              <a:ext cx="20676" cy="35152"/>
            </a:xfrm>
            <a:custGeom>
              <a:rect b="b" l="l" r="r" t="t"/>
              <a:pathLst>
                <a:path extrusionOk="0" h="153" w="90">
                  <a:moveTo>
                    <a:pt x="1" y="0"/>
                  </a:moveTo>
                  <a:lnTo>
                    <a:pt x="1" y="152"/>
                  </a:lnTo>
                  <a:lnTo>
                    <a:pt x="90" y="152"/>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107"/>
            <p:cNvSpPr/>
            <p:nvPr/>
          </p:nvSpPr>
          <p:spPr>
            <a:xfrm>
              <a:off x="8643563" y="3481749"/>
              <a:ext cx="20906" cy="36990"/>
            </a:xfrm>
            <a:custGeom>
              <a:rect b="b" l="l" r="r" t="t"/>
              <a:pathLst>
                <a:path extrusionOk="0" h="161" w="91">
                  <a:moveTo>
                    <a:pt x="1" y="0"/>
                  </a:moveTo>
                  <a:lnTo>
                    <a:pt x="1" y="161"/>
                  </a:lnTo>
                  <a:lnTo>
                    <a:pt x="90" y="161"/>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107"/>
            <p:cNvSpPr/>
            <p:nvPr/>
          </p:nvSpPr>
          <p:spPr>
            <a:xfrm>
              <a:off x="8682617" y="3532982"/>
              <a:ext cx="20676" cy="34922"/>
            </a:xfrm>
            <a:custGeom>
              <a:rect b="b" l="l" r="r" t="t"/>
              <a:pathLst>
                <a:path extrusionOk="0" h="152" w="90">
                  <a:moveTo>
                    <a:pt x="0" y="0"/>
                  </a:moveTo>
                  <a:lnTo>
                    <a:pt x="0" y="152"/>
                  </a:lnTo>
                  <a:lnTo>
                    <a:pt x="90" y="152"/>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107"/>
            <p:cNvSpPr/>
            <p:nvPr/>
          </p:nvSpPr>
          <p:spPr>
            <a:xfrm>
              <a:off x="8662171" y="3602594"/>
              <a:ext cx="41123" cy="76047"/>
            </a:xfrm>
            <a:custGeom>
              <a:rect b="b" l="l" r="r" t="t"/>
              <a:pathLst>
                <a:path extrusionOk="0" h="331" w="179">
                  <a:moveTo>
                    <a:pt x="0" y="0"/>
                  </a:moveTo>
                  <a:lnTo>
                    <a:pt x="0" y="330"/>
                  </a:lnTo>
                  <a:lnTo>
                    <a:pt x="179" y="330"/>
                  </a:lnTo>
                  <a:lnTo>
                    <a:pt x="179"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107"/>
            <p:cNvSpPr/>
            <p:nvPr/>
          </p:nvSpPr>
          <p:spPr>
            <a:xfrm>
              <a:off x="8588428" y="3338160"/>
              <a:ext cx="198951" cy="39287"/>
            </a:xfrm>
            <a:custGeom>
              <a:rect b="b" l="l" r="r" t="t"/>
              <a:pathLst>
                <a:path extrusionOk="0" h="171" w="866">
                  <a:moveTo>
                    <a:pt x="0" y="1"/>
                  </a:moveTo>
                  <a:lnTo>
                    <a:pt x="161" y="170"/>
                  </a:lnTo>
                  <a:lnTo>
                    <a:pt x="865" y="170"/>
                  </a:lnTo>
                  <a:lnTo>
                    <a:pt x="69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107"/>
            <p:cNvSpPr/>
            <p:nvPr/>
          </p:nvSpPr>
          <p:spPr>
            <a:xfrm>
              <a:off x="8903846" y="3036966"/>
              <a:ext cx="240073" cy="383453"/>
            </a:xfrm>
            <a:custGeom>
              <a:rect b="b" l="l" r="r" t="t"/>
              <a:pathLst>
                <a:path extrusionOk="0" h="1669" w="1045">
                  <a:moveTo>
                    <a:pt x="1" y="0"/>
                  </a:moveTo>
                  <a:lnTo>
                    <a:pt x="1" y="1668"/>
                  </a:lnTo>
                  <a:lnTo>
                    <a:pt x="1045" y="1668"/>
                  </a:lnTo>
                  <a:lnTo>
                    <a:pt x="1045"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107"/>
            <p:cNvSpPr/>
            <p:nvPr/>
          </p:nvSpPr>
          <p:spPr>
            <a:xfrm>
              <a:off x="9078210" y="3075793"/>
              <a:ext cx="28947" cy="53532"/>
            </a:xfrm>
            <a:custGeom>
              <a:rect b="b" l="l" r="r" t="t"/>
              <a:pathLst>
                <a:path extrusionOk="0" h="233" w="126">
                  <a:moveTo>
                    <a:pt x="0" y="1"/>
                  </a:moveTo>
                  <a:lnTo>
                    <a:pt x="0" y="233"/>
                  </a:lnTo>
                  <a:lnTo>
                    <a:pt x="125" y="233"/>
                  </a:lnTo>
                  <a:lnTo>
                    <a:pt x="12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107"/>
            <p:cNvSpPr/>
            <p:nvPr/>
          </p:nvSpPr>
          <p:spPr>
            <a:xfrm>
              <a:off x="9012508" y="3127026"/>
              <a:ext cx="28947" cy="53532"/>
            </a:xfrm>
            <a:custGeom>
              <a:rect b="b" l="l" r="r" t="t"/>
              <a:pathLst>
                <a:path extrusionOk="0" h="233" w="126">
                  <a:moveTo>
                    <a:pt x="1" y="1"/>
                  </a:moveTo>
                  <a:lnTo>
                    <a:pt x="1" y="233"/>
                  </a:lnTo>
                  <a:lnTo>
                    <a:pt x="126" y="233"/>
                  </a:lnTo>
                  <a:lnTo>
                    <a:pt x="12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107"/>
            <p:cNvSpPr/>
            <p:nvPr/>
          </p:nvSpPr>
          <p:spPr>
            <a:xfrm>
              <a:off x="8947035" y="3088199"/>
              <a:ext cx="28947" cy="53532"/>
            </a:xfrm>
            <a:custGeom>
              <a:rect b="b" l="l" r="r" t="t"/>
              <a:pathLst>
                <a:path extrusionOk="0" h="233" w="126">
                  <a:moveTo>
                    <a:pt x="0" y="0"/>
                  </a:moveTo>
                  <a:lnTo>
                    <a:pt x="0" y="232"/>
                  </a:lnTo>
                  <a:lnTo>
                    <a:pt x="125" y="232"/>
                  </a:lnTo>
                  <a:lnTo>
                    <a:pt x="12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107"/>
            <p:cNvSpPr/>
            <p:nvPr/>
          </p:nvSpPr>
          <p:spPr>
            <a:xfrm>
              <a:off x="9090386" y="3190665"/>
              <a:ext cx="28947" cy="53532"/>
            </a:xfrm>
            <a:custGeom>
              <a:rect b="b" l="l" r="r" t="t"/>
              <a:pathLst>
                <a:path extrusionOk="0" h="233" w="126">
                  <a:moveTo>
                    <a:pt x="1" y="0"/>
                  </a:moveTo>
                  <a:lnTo>
                    <a:pt x="1" y="232"/>
                  </a:lnTo>
                  <a:lnTo>
                    <a:pt x="126" y="232"/>
                  </a:lnTo>
                  <a:lnTo>
                    <a:pt x="12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107"/>
            <p:cNvSpPr/>
            <p:nvPr/>
          </p:nvSpPr>
          <p:spPr>
            <a:xfrm>
              <a:off x="8955076" y="3204909"/>
              <a:ext cx="31014" cy="53532"/>
            </a:xfrm>
            <a:custGeom>
              <a:rect b="b" l="l" r="r" t="t"/>
              <a:pathLst>
                <a:path extrusionOk="0" h="233" w="135">
                  <a:moveTo>
                    <a:pt x="1" y="1"/>
                  </a:moveTo>
                  <a:lnTo>
                    <a:pt x="1" y="233"/>
                  </a:lnTo>
                  <a:lnTo>
                    <a:pt x="135" y="233"/>
                  </a:lnTo>
                  <a:lnTo>
                    <a:pt x="13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107"/>
            <p:cNvSpPr/>
            <p:nvPr/>
          </p:nvSpPr>
          <p:spPr>
            <a:xfrm>
              <a:off x="9008373" y="3295198"/>
              <a:ext cx="59731" cy="114875"/>
            </a:xfrm>
            <a:custGeom>
              <a:rect b="b" l="l" r="r" t="t"/>
              <a:pathLst>
                <a:path extrusionOk="0" h="500" w="260">
                  <a:moveTo>
                    <a:pt x="1" y="0"/>
                  </a:moveTo>
                  <a:lnTo>
                    <a:pt x="1" y="500"/>
                  </a:lnTo>
                  <a:lnTo>
                    <a:pt x="260" y="500"/>
                  </a:lnTo>
                  <a:lnTo>
                    <a:pt x="26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107"/>
            <p:cNvSpPr/>
            <p:nvPr/>
          </p:nvSpPr>
          <p:spPr>
            <a:xfrm>
              <a:off x="9039157" y="3327592"/>
              <a:ext cx="104759" cy="64100"/>
            </a:xfrm>
            <a:custGeom>
              <a:rect b="b" l="l" r="r" t="t"/>
              <a:pathLst>
                <a:path extrusionOk="0" h="279" w="456">
                  <a:moveTo>
                    <a:pt x="437" y="1"/>
                  </a:moveTo>
                  <a:cubicBezTo>
                    <a:pt x="403" y="1"/>
                    <a:pt x="331" y="11"/>
                    <a:pt x="304" y="91"/>
                  </a:cubicBezTo>
                  <a:cubicBezTo>
                    <a:pt x="304" y="91"/>
                    <a:pt x="293" y="88"/>
                    <a:pt x="277" y="88"/>
                  </a:cubicBezTo>
                  <a:cubicBezTo>
                    <a:pt x="254" y="88"/>
                    <a:pt x="222" y="95"/>
                    <a:pt x="206" y="127"/>
                  </a:cubicBezTo>
                  <a:cubicBezTo>
                    <a:pt x="206" y="127"/>
                    <a:pt x="173" y="113"/>
                    <a:pt x="132" y="113"/>
                  </a:cubicBezTo>
                  <a:cubicBezTo>
                    <a:pt x="86" y="113"/>
                    <a:pt x="29" y="131"/>
                    <a:pt x="1" y="207"/>
                  </a:cubicBezTo>
                  <a:lnTo>
                    <a:pt x="456" y="279"/>
                  </a:lnTo>
                  <a:lnTo>
                    <a:pt x="456" y="2"/>
                  </a:lnTo>
                  <a:cubicBezTo>
                    <a:pt x="456" y="2"/>
                    <a:pt x="448" y="1"/>
                    <a:pt x="437"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107"/>
            <p:cNvSpPr/>
            <p:nvPr/>
          </p:nvSpPr>
          <p:spPr>
            <a:xfrm>
              <a:off x="8875130" y="2979530"/>
              <a:ext cx="268790" cy="57667"/>
            </a:xfrm>
            <a:custGeom>
              <a:rect b="b" l="l" r="r" t="t"/>
              <a:pathLst>
                <a:path extrusionOk="0" h="251" w="1170">
                  <a:moveTo>
                    <a:pt x="251" y="0"/>
                  </a:moveTo>
                  <a:lnTo>
                    <a:pt x="1" y="250"/>
                  </a:lnTo>
                  <a:lnTo>
                    <a:pt x="1170" y="250"/>
                  </a:lnTo>
                  <a:lnTo>
                    <a:pt x="11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107"/>
            <p:cNvSpPr/>
            <p:nvPr/>
          </p:nvSpPr>
          <p:spPr>
            <a:xfrm>
              <a:off x="8862954" y="3237762"/>
              <a:ext cx="162193" cy="260537"/>
            </a:xfrm>
            <a:custGeom>
              <a:rect b="b" l="l" r="r" t="t"/>
              <a:pathLst>
                <a:path extrusionOk="0" h="1134" w="706">
                  <a:moveTo>
                    <a:pt x="0" y="0"/>
                  </a:moveTo>
                  <a:lnTo>
                    <a:pt x="0" y="1133"/>
                  </a:lnTo>
                  <a:lnTo>
                    <a:pt x="705" y="1133"/>
                  </a:lnTo>
                  <a:lnTo>
                    <a:pt x="705"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107"/>
            <p:cNvSpPr/>
            <p:nvPr/>
          </p:nvSpPr>
          <p:spPr>
            <a:xfrm>
              <a:off x="8825968" y="3198706"/>
              <a:ext cx="37217" cy="299594"/>
            </a:xfrm>
            <a:custGeom>
              <a:rect b="b" l="l" r="r" t="t"/>
              <a:pathLst>
                <a:path extrusionOk="0" h="1304" w="162">
                  <a:moveTo>
                    <a:pt x="1" y="1"/>
                  </a:moveTo>
                  <a:lnTo>
                    <a:pt x="1" y="1303"/>
                  </a:lnTo>
                  <a:lnTo>
                    <a:pt x="161" y="1303"/>
                  </a:lnTo>
                  <a:lnTo>
                    <a:pt x="161" y="170"/>
                  </a:lnTo>
                  <a:lnTo>
                    <a:pt x="1"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107"/>
            <p:cNvSpPr/>
            <p:nvPr/>
          </p:nvSpPr>
          <p:spPr>
            <a:xfrm>
              <a:off x="8981724" y="3264412"/>
              <a:ext cx="18838" cy="35152"/>
            </a:xfrm>
            <a:custGeom>
              <a:rect b="b" l="l" r="r" t="t"/>
              <a:pathLst>
                <a:path extrusionOk="0" h="153" w="82">
                  <a:moveTo>
                    <a:pt x="1" y="0"/>
                  </a:moveTo>
                  <a:lnTo>
                    <a:pt x="1" y="152"/>
                  </a:lnTo>
                  <a:lnTo>
                    <a:pt x="81" y="152"/>
                  </a:lnTo>
                  <a:lnTo>
                    <a:pt x="8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107"/>
            <p:cNvSpPr/>
            <p:nvPr/>
          </p:nvSpPr>
          <p:spPr>
            <a:xfrm>
              <a:off x="8936697" y="3299333"/>
              <a:ext cx="20676" cy="36990"/>
            </a:xfrm>
            <a:custGeom>
              <a:rect b="b" l="l" r="r" t="t"/>
              <a:pathLst>
                <a:path extrusionOk="0" h="161" w="90">
                  <a:moveTo>
                    <a:pt x="1" y="0"/>
                  </a:moveTo>
                  <a:lnTo>
                    <a:pt x="1" y="161"/>
                  </a:lnTo>
                  <a:lnTo>
                    <a:pt x="90" y="161"/>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107"/>
            <p:cNvSpPr/>
            <p:nvPr/>
          </p:nvSpPr>
          <p:spPr>
            <a:xfrm>
              <a:off x="8891670" y="3274751"/>
              <a:ext cx="20676" cy="34922"/>
            </a:xfrm>
            <a:custGeom>
              <a:rect b="b" l="l" r="r" t="t"/>
              <a:pathLst>
                <a:path extrusionOk="0" h="152" w="90">
                  <a:moveTo>
                    <a:pt x="0" y="0"/>
                  </a:moveTo>
                  <a:lnTo>
                    <a:pt x="0" y="152"/>
                  </a:lnTo>
                  <a:lnTo>
                    <a:pt x="90" y="152"/>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107"/>
            <p:cNvSpPr/>
            <p:nvPr/>
          </p:nvSpPr>
          <p:spPr>
            <a:xfrm>
              <a:off x="8987927" y="3342295"/>
              <a:ext cx="20676" cy="35152"/>
            </a:xfrm>
            <a:custGeom>
              <a:rect b="b" l="l" r="r" t="t"/>
              <a:pathLst>
                <a:path extrusionOk="0" h="153" w="90">
                  <a:moveTo>
                    <a:pt x="1" y="0"/>
                  </a:moveTo>
                  <a:lnTo>
                    <a:pt x="1" y="152"/>
                  </a:lnTo>
                  <a:lnTo>
                    <a:pt x="90" y="152"/>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107"/>
            <p:cNvSpPr/>
            <p:nvPr/>
          </p:nvSpPr>
          <p:spPr>
            <a:xfrm>
              <a:off x="8883400" y="3342295"/>
              <a:ext cx="18609" cy="35152"/>
            </a:xfrm>
            <a:custGeom>
              <a:rect b="b" l="l" r="r" t="t"/>
              <a:pathLst>
                <a:path extrusionOk="0" h="153" w="81">
                  <a:moveTo>
                    <a:pt x="1" y="0"/>
                  </a:moveTo>
                  <a:lnTo>
                    <a:pt x="1" y="152"/>
                  </a:lnTo>
                  <a:lnTo>
                    <a:pt x="81" y="152"/>
                  </a:lnTo>
                  <a:lnTo>
                    <a:pt x="8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107"/>
            <p:cNvSpPr/>
            <p:nvPr/>
          </p:nvSpPr>
          <p:spPr>
            <a:xfrm>
              <a:off x="8934630" y="3413975"/>
              <a:ext cx="41352" cy="76047"/>
            </a:xfrm>
            <a:custGeom>
              <a:rect b="b" l="l" r="r" t="t"/>
              <a:pathLst>
                <a:path extrusionOk="0" h="331" w="180">
                  <a:moveTo>
                    <a:pt x="1" y="1"/>
                  </a:moveTo>
                  <a:lnTo>
                    <a:pt x="1" y="331"/>
                  </a:lnTo>
                  <a:lnTo>
                    <a:pt x="179" y="331"/>
                  </a:lnTo>
                  <a:lnTo>
                    <a:pt x="179"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107"/>
            <p:cNvSpPr/>
            <p:nvPr/>
          </p:nvSpPr>
          <p:spPr>
            <a:xfrm>
              <a:off x="8825968" y="3198706"/>
              <a:ext cx="199180" cy="39287"/>
            </a:xfrm>
            <a:custGeom>
              <a:rect b="b" l="l" r="r" t="t"/>
              <a:pathLst>
                <a:path extrusionOk="0" h="171" w="867">
                  <a:moveTo>
                    <a:pt x="1" y="1"/>
                  </a:moveTo>
                  <a:lnTo>
                    <a:pt x="161" y="170"/>
                  </a:lnTo>
                  <a:lnTo>
                    <a:pt x="866" y="170"/>
                  </a:lnTo>
                  <a:lnTo>
                    <a:pt x="69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107"/>
            <p:cNvSpPr/>
            <p:nvPr/>
          </p:nvSpPr>
          <p:spPr>
            <a:xfrm>
              <a:off x="8807590" y="3440396"/>
              <a:ext cx="104759" cy="64100"/>
            </a:xfrm>
            <a:custGeom>
              <a:rect b="b" l="l" r="r" t="t"/>
              <a:pathLst>
                <a:path extrusionOk="0" h="279" w="456">
                  <a:moveTo>
                    <a:pt x="437" y="1"/>
                  </a:moveTo>
                  <a:cubicBezTo>
                    <a:pt x="403" y="1"/>
                    <a:pt x="331" y="11"/>
                    <a:pt x="304" y="91"/>
                  </a:cubicBezTo>
                  <a:cubicBezTo>
                    <a:pt x="304" y="91"/>
                    <a:pt x="292" y="88"/>
                    <a:pt x="277" y="88"/>
                  </a:cubicBezTo>
                  <a:cubicBezTo>
                    <a:pt x="254" y="88"/>
                    <a:pt x="222" y="94"/>
                    <a:pt x="206" y="127"/>
                  </a:cubicBezTo>
                  <a:cubicBezTo>
                    <a:pt x="206" y="127"/>
                    <a:pt x="173" y="113"/>
                    <a:pt x="132" y="113"/>
                  </a:cubicBezTo>
                  <a:cubicBezTo>
                    <a:pt x="86" y="113"/>
                    <a:pt x="29" y="131"/>
                    <a:pt x="1" y="207"/>
                  </a:cubicBezTo>
                  <a:lnTo>
                    <a:pt x="456" y="278"/>
                  </a:lnTo>
                  <a:lnTo>
                    <a:pt x="456" y="2"/>
                  </a:lnTo>
                  <a:cubicBezTo>
                    <a:pt x="456" y="2"/>
                    <a:pt x="448" y="1"/>
                    <a:pt x="437"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107"/>
            <p:cNvSpPr/>
            <p:nvPr/>
          </p:nvSpPr>
          <p:spPr>
            <a:xfrm>
              <a:off x="8742117" y="3522644"/>
              <a:ext cx="161963" cy="260536"/>
            </a:xfrm>
            <a:custGeom>
              <a:rect b="b" l="l" r="r" t="t"/>
              <a:pathLst>
                <a:path extrusionOk="0" h="1134" w="705">
                  <a:moveTo>
                    <a:pt x="0" y="0"/>
                  </a:moveTo>
                  <a:lnTo>
                    <a:pt x="0" y="1133"/>
                  </a:lnTo>
                  <a:lnTo>
                    <a:pt x="705" y="1133"/>
                  </a:lnTo>
                  <a:lnTo>
                    <a:pt x="705"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107"/>
            <p:cNvSpPr/>
            <p:nvPr/>
          </p:nvSpPr>
          <p:spPr>
            <a:xfrm>
              <a:off x="8860887" y="3549294"/>
              <a:ext cx="18609" cy="37219"/>
            </a:xfrm>
            <a:custGeom>
              <a:rect b="b" l="l" r="r" t="t"/>
              <a:pathLst>
                <a:path extrusionOk="0" h="162" w="81">
                  <a:moveTo>
                    <a:pt x="1" y="0"/>
                  </a:moveTo>
                  <a:lnTo>
                    <a:pt x="1" y="161"/>
                  </a:lnTo>
                  <a:lnTo>
                    <a:pt x="81" y="161"/>
                  </a:lnTo>
                  <a:lnTo>
                    <a:pt x="8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107"/>
            <p:cNvSpPr/>
            <p:nvPr/>
          </p:nvSpPr>
          <p:spPr>
            <a:xfrm>
              <a:off x="8815860" y="3586283"/>
              <a:ext cx="20676" cy="34922"/>
            </a:xfrm>
            <a:custGeom>
              <a:rect b="b" l="l" r="r" t="t"/>
              <a:pathLst>
                <a:path extrusionOk="0" h="152" w="90">
                  <a:moveTo>
                    <a:pt x="0" y="0"/>
                  </a:moveTo>
                  <a:lnTo>
                    <a:pt x="0" y="152"/>
                  </a:lnTo>
                  <a:lnTo>
                    <a:pt x="89" y="152"/>
                  </a:lnTo>
                  <a:lnTo>
                    <a:pt x="89"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107"/>
            <p:cNvSpPr/>
            <p:nvPr/>
          </p:nvSpPr>
          <p:spPr>
            <a:xfrm>
              <a:off x="8770603" y="3559632"/>
              <a:ext cx="20906" cy="34922"/>
            </a:xfrm>
            <a:custGeom>
              <a:rect b="b" l="l" r="r" t="t"/>
              <a:pathLst>
                <a:path extrusionOk="0" h="152" w="91">
                  <a:moveTo>
                    <a:pt x="1" y="0"/>
                  </a:moveTo>
                  <a:lnTo>
                    <a:pt x="1" y="152"/>
                  </a:lnTo>
                  <a:lnTo>
                    <a:pt x="90" y="152"/>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107"/>
            <p:cNvSpPr/>
            <p:nvPr/>
          </p:nvSpPr>
          <p:spPr>
            <a:xfrm>
              <a:off x="8867089" y="3627177"/>
              <a:ext cx="20676" cy="35152"/>
            </a:xfrm>
            <a:custGeom>
              <a:rect b="b" l="l" r="r" t="t"/>
              <a:pathLst>
                <a:path extrusionOk="0" h="153" w="90">
                  <a:moveTo>
                    <a:pt x="0" y="0"/>
                  </a:moveTo>
                  <a:lnTo>
                    <a:pt x="0" y="152"/>
                  </a:lnTo>
                  <a:lnTo>
                    <a:pt x="89" y="152"/>
                  </a:lnTo>
                  <a:lnTo>
                    <a:pt x="89"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107"/>
            <p:cNvSpPr/>
            <p:nvPr/>
          </p:nvSpPr>
          <p:spPr>
            <a:xfrm>
              <a:off x="8776806" y="3637515"/>
              <a:ext cx="20676" cy="34922"/>
            </a:xfrm>
            <a:custGeom>
              <a:rect b="b" l="l" r="r" t="t"/>
              <a:pathLst>
                <a:path extrusionOk="0" h="152" w="90">
                  <a:moveTo>
                    <a:pt x="1" y="0"/>
                  </a:moveTo>
                  <a:lnTo>
                    <a:pt x="1" y="152"/>
                  </a:lnTo>
                  <a:lnTo>
                    <a:pt x="90" y="152"/>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107"/>
            <p:cNvSpPr/>
            <p:nvPr/>
          </p:nvSpPr>
          <p:spPr>
            <a:xfrm>
              <a:off x="8813792" y="3698857"/>
              <a:ext cx="41123" cy="76047"/>
            </a:xfrm>
            <a:custGeom>
              <a:rect b="b" l="l" r="r" t="t"/>
              <a:pathLst>
                <a:path extrusionOk="0" h="331" w="179">
                  <a:moveTo>
                    <a:pt x="0" y="1"/>
                  </a:moveTo>
                  <a:lnTo>
                    <a:pt x="0" y="331"/>
                  </a:lnTo>
                  <a:lnTo>
                    <a:pt x="179" y="331"/>
                  </a:lnTo>
                  <a:lnTo>
                    <a:pt x="179"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107"/>
            <p:cNvSpPr/>
            <p:nvPr/>
          </p:nvSpPr>
          <p:spPr>
            <a:xfrm>
              <a:off x="8721441" y="3483587"/>
              <a:ext cx="182639" cy="39287"/>
            </a:xfrm>
            <a:custGeom>
              <a:rect b="b" l="l" r="r" t="t"/>
              <a:pathLst>
                <a:path extrusionOk="0" h="171" w="795">
                  <a:moveTo>
                    <a:pt x="170" y="1"/>
                  </a:moveTo>
                  <a:lnTo>
                    <a:pt x="1" y="170"/>
                  </a:lnTo>
                  <a:lnTo>
                    <a:pt x="795" y="170"/>
                  </a:lnTo>
                  <a:lnTo>
                    <a:pt x="79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107"/>
            <p:cNvSpPr/>
            <p:nvPr/>
          </p:nvSpPr>
          <p:spPr>
            <a:xfrm>
              <a:off x="8342388" y="3483587"/>
              <a:ext cx="135544" cy="215506"/>
            </a:xfrm>
            <a:custGeom>
              <a:rect b="b" l="l" r="r" t="t"/>
              <a:pathLst>
                <a:path extrusionOk="0" h="938" w="590">
                  <a:moveTo>
                    <a:pt x="0" y="1"/>
                  </a:moveTo>
                  <a:lnTo>
                    <a:pt x="0" y="938"/>
                  </a:lnTo>
                  <a:lnTo>
                    <a:pt x="589" y="938"/>
                  </a:lnTo>
                  <a:lnTo>
                    <a:pt x="589"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107"/>
            <p:cNvSpPr/>
            <p:nvPr/>
          </p:nvSpPr>
          <p:spPr>
            <a:xfrm>
              <a:off x="8477699" y="3450964"/>
              <a:ext cx="31014" cy="248130"/>
            </a:xfrm>
            <a:custGeom>
              <a:rect b="b" l="l" r="r" t="t"/>
              <a:pathLst>
                <a:path extrusionOk="0" h="1080" w="135">
                  <a:moveTo>
                    <a:pt x="134" y="0"/>
                  </a:moveTo>
                  <a:lnTo>
                    <a:pt x="0" y="143"/>
                  </a:lnTo>
                  <a:lnTo>
                    <a:pt x="0" y="1080"/>
                  </a:lnTo>
                  <a:lnTo>
                    <a:pt x="134" y="1080"/>
                  </a:lnTo>
                  <a:lnTo>
                    <a:pt x="134"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107"/>
            <p:cNvSpPr/>
            <p:nvPr/>
          </p:nvSpPr>
          <p:spPr>
            <a:xfrm>
              <a:off x="8362834" y="3506332"/>
              <a:ext cx="16771" cy="28949"/>
            </a:xfrm>
            <a:custGeom>
              <a:rect b="b" l="l" r="r" t="t"/>
              <a:pathLst>
                <a:path extrusionOk="0" h="126" w="73">
                  <a:moveTo>
                    <a:pt x="1" y="0"/>
                  </a:moveTo>
                  <a:lnTo>
                    <a:pt x="1" y="125"/>
                  </a:lnTo>
                  <a:lnTo>
                    <a:pt x="72" y="125"/>
                  </a:lnTo>
                  <a:lnTo>
                    <a:pt x="7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107"/>
            <p:cNvSpPr/>
            <p:nvPr/>
          </p:nvSpPr>
          <p:spPr>
            <a:xfrm>
              <a:off x="8399821" y="3535050"/>
              <a:ext cx="16541" cy="30786"/>
            </a:xfrm>
            <a:custGeom>
              <a:rect b="b" l="l" r="r" t="t"/>
              <a:pathLst>
                <a:path extrusionOk="0" h="134" w="72">
                  <a:moveTo>
                    <a:pt x="0" y="0"/>
                  </a:moveTo>
                  <a:lnTo>
                    <a:pt x="0" y="134"/>
                  </a:lnTo>
                  <a:lnTo>
                    <a:pt x="72" y="134"/>
                  </a:lnTo>
                  <a:lnTo>
                    <a:pt x="7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107"/>
            <p:cNvSpPr/>
            <p:nvPr/>
          </p:nvSpPr>
          <p:spPr>
            <a:xfrm>
              <a:off x="8436577" y="3514373"/>
              <a:ext cx="16771" cy="28949"/>
            </a:xfrm>
            <a:custGeom>
              <a:rect b="b" l="l" r="r" t="t"/>
              <a:pathLst>
                <a:path extrusionOk="0" h="126" w="73">
                  <a:moveTo>
                    <a:pt x="1" y="1"/>
                  </a:moveTo>
                  <a:lnTo>
                    <a:pt x="1" y="126"/>
                  </a:lnTo>
                  <a:lnTo>
                    <a:pt x="72" y="126"/>
                  </a:lnTo>
                  <a:lnTo>
                    <a:pt x="7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107"/>
            <p:cNvSpPr/>
            <p:nvPr/>
          </p:nvSpPr>
          <p:spPr>
            <a:xfrm>
              <a:off x="8356632" y="3569741"/>
              <a:ext cx="16771" cy="31016"/>
            </a:xfrm>
            <a:custGeom>
              <a:rect b="b" l="l" r="r" t="t"/>
              <a:pathLst>
                <a:path extrusionOk="0" h="135" w="73">
                  <a:moveTo>
                    <a:pt x="1" y="1"/>
                  </a:moveTo>
                  <a:lnTo>
                    <a:pt x="1" y="134"/>
                  </a:lnTo>
                  <a:lnTo>
                    <a:pt x="72" y="134"/>
                  </a:lnTo>
                  <a:lnTo>
                    <a:pt x="7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107"/>
            <p:cNvSpPr/>
            <p:nvPr/>
          </p:nvSpPr>
          <p:spPr>
            <a:xfrm>
              <a:off x="8559712" y="3598459"/>
              <a:ext cx="16541" cy="28949"/>
            </a:xfrm>
            <a:custGeom>
              <a:rect b="b" l="l" r="r" t="t"/>
              <a:pathLst>
                <a:path extrusionOk="0" h="126" w="72">
                  <a:moveTo>
                    <a:pt x="0" y="1"/>
                  </a:moveTo>
                  <a:lnTo>
                    <a:pt x="0" y="125"/>
                  </a:lnTo>
                  <a:lnTo>
                    <a:pt x="71" y="125"/>
                  </a:lnTo>
                  <a:lnTo>
                    <a:pt x="7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107"/>
            <p:cNvSpPr/>
            <p:nvPr/>
          </p:nvSpPr>
          <p:spPr>
            <a:xfrm>
              <a:off x="8524793" y="3567673"/>
              <a:ext cx="16541" cy="28949"/>
            </a:xfrm>
            <a:custGeom>
              <a:rect b="b" l="l" r="r" t="t"/>
              <a:pathLst>
                <a:path extrusionOk="0" h="126" w="72">
                  <a:moveTo>
                    <a:pt x="0" y="1"/>
                  </a:moveTo>
                  <a:lnTo>
                    <a:pt x="0" y="126"/>
                  </a:lnTo>
                  <a:lnTo>
                    <a:pt x="72" y="126"/>
                  </a:lnTo>
                  <a:lnTo>
                    <a:pt x="7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107"/>
            <p:cNvSpPr/>
            <p:nvPr/>
          </p:nvSpPr>
          <p:spPr>
            <a:xfrm>
              <a:off x="8305402" y="3606730"/>
              <a:ext cx="16771" cy="28949"/>
            </a:xfrm>
            <a:custGeom>
              <a:rect b="b" l="l" r="r" t="t"/>
              <a:pathLst>
                <a:path extrusionOk="0" h="126" w="73">
                  <a:moveTo>
                    <a:pt x="1" y="0"/>
                  </a:moveTo>
                  <a:lnTo>
                    <a:pt x="1" y="125"/>
                  </a:lnTo>
                  <a:lnTo>
                    <a:pt x="72" y="125"/>
                  </a:lnTo>
                  <a:lnTo>
                    <a:pt x="7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107"/>
            <p:cNvSpPr/>
            <p:nvPr/>
          </p:nvSpPr>
          <p:spPr>
            <a:xfrm>
              <a:off x="8172389" y="3598459"/>
              <a:ext cx="16541" cy="28949"/>
            </a:xfrm>
            <a:custGeom>
              <a:rect b="b" l="l" r="r" t="t"/>
              <a:pathLst>
                <a:path extrusionOk="0" h="126" w="72">
                  <a:moveTo>
                    <a:pt x="0" y="1"/>
                  </a:moveTo>
                  <a:lnTo>
                    <a:pt x="0" y="125"/>
                  </a:lnTo>
                  <a:lnTo>
                    <a:pt x="71" y="125"/>
                  </a:lnTo>
                  <a:lnTo>
                    <a:pt x="7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107"/>
            <p:cNvSpPr/>
            <p:nvPr/>
          </p:nvSpPr>
          <p:spPr>
            <a:xfrm>
              <a:off x="8262443" y="3635448"/>
              <a:ext cx="16541" cy="28949"/>
            </a:xfrm>
            <a:custGeom>
              <a:rect b="b" l="l" r="r" t="t"/>
              <a:pathLst>
                <a:path extrusionOk="0" h="126" w="72">
                  <a:moveTo>
                    <a:pt x="1" y="0"/>
                  </a:moveTo>
                  <a:lnTo>
                    <a:pt x="1" y="125"/>
                  </a:lnTo>
                  <a:lnTo>
                    <a:pt x="72" y="125"/>
                  </a:lnTo>
                  <a:lnTo>
                    <a:pt x="7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107"/>
            <p:cNvSpPr/>
            <p:nvPr/>
          </p:nvSpPr>
          <p:spPr>
            <a:xfrm>
              <a:off x="8119092" y="3602594"/>
              <a:ext cx="16541" cy="31016"/>
            </a:xfrm>
            <a:custGeom>
              <a:rect b="b" l="l" r="r" t="t"/>
              <a:pathLst>
                <a:path extrusionOk="0" h="135" w="72">
                  <a:moveTo>
                    <a:pt x="0" y="0"/>
                  </a:moveTo>
                  <a:lnTo>
                    <a:pt x="0" y="134"/>
                  </a:lnTo>
                  <a:lnTo>
                    <a:pt x="71" y="134"/>
                  </a:lnTo>
                  <a:lnTo>
                    <a:pt x="7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107"/>
            <p:cNvSpPr/>
            <p:nvPr/>
          </p:nvSpPr>
          <p:spPr>
            <a:xfrm>
              <a:off x="8145740" y="3649692"/>
              <a:ext cx="16541" cy="31016"/>
            </a:xfrm>
            <a:custGeom>
              <a:rect b="b" l="l" r="r" t="t"/>
              <a:pathLst>
                <a:path extrusionOk="0" h="135" w="72">
                  <a:moveTo>
                    <a:pt x="0" y="1"/>
                  </a:moveTo>
                  <a:lnTo>
                    <a:pt x="0" y="134"/>
                  </a:lnTo>
                  <a:lnTo>
                    <a:pt x="71" y="134"/>
                  </a:lnTo>
                  <a:lnTo>
                    <a:pt x="7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107"/>
            <p:cNvSpPr/>
            <p:nvPr/>
          </p:nvSpPr>
          <p:spPr>
            <a:xfrm>
              <a:off x="8444848" y="3569741"/>
              <a:ext cx="16541" cy="31016"/>
            </a:xfrm>
            <a:custGeom>
              <a:rect b="b" l="l" r="r" t="t"/>
              <a:pathLst>
                <a:path extrusionOk="0" h="135" w="72">
                  <a:moveTo>
                    <a:pt x="1" y="1"/>
                  </a:moveTo>
                  <a:lnTo>
                    <a:pt x="1" y="134"/>
                  </a:lnTo>
                  <a:lnTo>
                    <a:pt x="72" y="134"/>
                  </a:lnTo>
                  <a:lnTo>
                    <a:pt x="7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107"/>
            <p:cNvSpPr/>
            <p:nvPr/>
          </p:nvSpPr>
          <p:spPr>
            <a:xfrm>
              <a:off x="8385348" y="3635448"/>
              <a:ext cx="33082" cy="63641"/>
            </a:xfrm>
            <a:custGeom>
              <a:rect b="b" l="l" r="r" t="t"/>
              <a:pathLst>
                <a:path extrusionOk="0" h="277" w="144">
                  <a:moveTo>
                    <a:pt x="1" y="0"/>
                  </a:moveTo>
                  <a:lnTo>
                    <a:pt x="1" y="277"/>
                  </a:lnTo>
                  <a:lnTo>
                    <a:pt x="144" y="277"/>
                  </a:lnTo>
                  <a:lnTo>
                    <a:pt x="144"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107"/>
            <p:cNvSpPr/>
            <p:nvPr/>
          </p:nvSpPr>
          <p:spPr>
            <a:xfrm>
              <a:off x="8200875" y="3635448"/>
              <a:ext cx="33082" cy="63641"/>
            </a:xfrm>
            <a:custGeom>
              <a:rect b="b" l="l" r="r" t="t"/>
              <a:pathLst>
                <a:path extrusionOk="0" h="277" w="144">
                  <a:moveTo>
                    <a:pt x="1" y="0"/>
                  </a:moveTo>
                  <a:lnTo>
                    <a:pt x="1" y="277"/>
                  </a:lnTo>
                  <a:lnTo>
                    <a:pt x="144" y="277"/>
                  </a:lnTo>
                  <a:lnTo>
                    <a:pt x="144"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107"/>
            <p:cNvSpPr/>
            <p:nvPr/>
          </p:nvSpPr>
          <p:spPr>
            <a:xfrm>
              <a:off x="8342388" y="3450964"/>
              <a:ext cx="166328" cy="32854"/>
            </a:xfrm>
            <a:custGeom>
              <a:rect b="b" l="l" r="r" t="t"/>
              <a:pathLst>
                <a:path extrusionOk="0" h="143" w="724">
                  <a:moveTo>
                    <a:pt x="143" y="0"/>
                  </a:moveTo>
                  <a:lnTo>
                    <a:pt x="0" y="143"/>
                  </a:lnTo>
                  <a:lnTo>
                    <a:pt x="589" y="143"/>
                  </a:lnTo>
                  <a:lnTo>
                    <a:pt x="72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107"/>
            <p:cNvSpPr/>
            <p:nvPr/>
          </p:nvSpPr>
          <p:spPr>
            <a:xfrm>
              <a:off x="8319875" y="3618906"/>
              <a:ext cx="45258" cy="121308"/>
            </a:xfrm>
            <a:custGeom>
              <a:rect b="b" l="l" r="r" t="t"/>
              <a:pathLst>
                <a:path extrusionOk="0" h="528" w="197">
                  <a:moveTo>
                    <a:pt x="98" y="1"/>
                  </a:moveTo>
                  <a:lnTo>
                    <a:pt x="45" y="259"/>
                  </a:lnTo>
                  <a:lnTo>
                    <a:pt x="0" y="527"/>
                  </a:lnTo>
                  <a:lnTo>
                    <a:pt x="197" y="527"/>
                  </a:lnTo>
                  <a:lnTo>
                    <a:pt x="152" y="259"/>
                  </a:lnTo>
                  <a:lnTo>
                    <a:pt x="9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107"/>
            <p:cNvSpPr/>
            <p:nvPr/>
          </p:nvSpPr>
          <p:spPr>
            <a:xfrm>
              <a:off x="8010430" y="3518508"/>
              <a:ext cx="47325" cy="121078"/>
            </a:xfrm>
            <a:custGeom>
              <a:rect b="b" l="l" r="r" t="t"/>
              <a:pathLst>
                <a:path extrusionOk="0" h="527" w="206">
                  <a:moveTo>
                    <a:pt x="98" y="1"/>
                  </a:moveTo>
                  <a:lnTo>
                    <a:pt x="54" y="268"/>
                  </a:lnTo>
                  <a:lnTo>
                    <a:pt x="0" y="527"/>
                  </a:lnTo>
                  <a:lnTo>
                    <a:pt x="205" y="527"/>
                  </a:lnTo>
                  <a:lnTo>
                    <a:pt x="152" y="268"/>
                  </a:lnTo>
                  <a:lnTo>
                    <a:pt x="9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107"/>
            <p:cNvSpPr/>
            <p:nvPr/>
          </p:nvSpPr>
          <p:spPr>
            <a:xfrm>
              <a:off x="7944728" y="3602594"/>
              <a:ext cx="59731" cy="153932"/>
            </a:xfrm>
            <a:custGeom>
              <a:rect b="b" l="l" r="r" t="t"/>
              <a:pathLst>
                <a:path extrusionOk="0" h="670" w="260">
                  <a:moveTo>
                    <a:pt x="135" y="0"/>
                  </a:moveTo>
                  <a:lnTo>
                    <a:pt x="63" y="330"/>
                  </a:lnTo>
                  <a:lnTo>
                    <a:pt x="1" y="669"/>
                  </a:lnTo>
                  <a:lnTo>
                    <a:pt x="260" y="669"/>
                  </a:lnTo>
                  <a:lnTo>
                    <a:pt x="197" y="330"/>
                  </a:lnTo>
                  <a:lnTo>
                    <a:pt x="13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107"/>
            <p:cNvSpPr/>
            <p:nvPr/>
          </p:nvSpPr>
          <p:spPr>
            <a:xfrm>
              <a:off x="7840201" y="3569741"/>
              <a:ext cx="43420" cy="108901"/>
            </a:xfrm>
            <a:custGeom>
              <a:rect b="b" l="l" r="r" t="t"/>
              <a:pathLst>
                <a:path extrusionOk="0" h="474" w="189">
                  <a:moveTo>
                    <a:pt x="90" y="1"/>
                  </a:moveTo>
                  <a:lnTo>
                    <a:pt x="45" y="233"/>
                  </a:lnTo>
                  <a:lnTo>
                    <a:pt x="1" y="473"/>
                  </a:lnTo>
                  <a:lnTo>
                    <a:pt x="188" y="473"/>
                  </a:lnTo>
                  <a:lnTo>
                    <a:pt x="135" y="233"/>
                  </a:lnTo>
                  <a:lnTo>
                    <a:pt x="9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107"/>
            <p:cNvSpPr/>
            <p:nvPr/>
          </p:nvSpPr>
          <p:spPr>
            <a:xfrm>
              <a:off x="8287024" y="3346431"/>
              <a:ext cx="47325" cy="121078"/>
            </a:xfrm>
            <a:custGeom>
              <a:rect b="b" l="l" r="r" t="t"/>
              <a:pathLst>
                <a:path extrusionOk="0" h="527" w="206">
                  <a:moveTo>
                    <a:pt x="99" y="0"/>
                  </a:moveTo>
                  <a:lnTo>
                    <a:pt x="54" y="268"/>
                  </a:lnTo>
                  <a:lnTo>
                    <a:pt x="1" y="527"/>
                  </a:lnTo>
                  <a:lnTo>
                    <a:pt x="206" y="527"/>
                  </a:lnTo>
                  <a:lnTo>
                    <a:pt x="152" y="268"/>
                  </a:lnTo>
                  <a:lnTo>
                    <a:pt x="9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107"/>
            <p:cNvSpPr/>
            <p:nvPr/>
          </p:nvSpPr>
          <p:spPr>
            <a:xfrm>
              <a:off x="8344456" y="3360675"/>
              <a:ext cx="31014" cy="82250"/>
            </a:xfrm>
            <a:custGeom>
              <a:rect b="b" l="l" r="r" t="t"/>
              <a:pathLst>
                <a:path extrusionOk="0" h="358" w="135">
                  <a:moveTo>
                    <a:pt x="72" y="1"/>
                  </a:moveTo>
                  <a:lnTo>
                    <a:pt x="36" y="179"/>
                  </a:lnTo>
                  <a:lnTo>
                    <a:pt x="0" y="358"/>
                  </a:lnTo>
                  <a:lnTo>
                    <a:pt x="134" y="358"/>
                  </a:lnTo>
                  <a:lnTo>
                    <a:pt x="99" y="179"/>
                  </a:lnTo>
                  <a:lnTo>
                    <a:pt x="72"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107"/>
            <p:cNvSpPr/>
            <p:nvPr/>
          </p:nvSpPr>
          <p:spPr>
            <a:xfrm>
              <a:off x="8903846" y="3426381"/>
              <a:ext cx="240073" cy="383453"/>
            </a:xfrm>
            <a:custGeom>
              <a:rect b="b" l="l" r="r" t="t"/>
              <a:pathLst>
                <a:path extrusionOk="0" h="1669" w="1045">
                  <a:moveTo>
                    <a:pt x="1" y="0"/>
                  </a:moveTo>
                  <a:lnTo>
                    <a:pt x="1" y="1668"/>
                  </a:lnTo>
                  <a:lnTo>
                    <a:pt x="1045" y="1668"/>
                  </a:lnTo>
                  <a:lnTo>
                    <a:pt x="1045"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107"/>
            <p:cNvSpPr/>
            <p:nvPr/>
          </p:nvSpPr>
          <p:spPr>
            <a:xfrm>
              <a:off x="9078210" y="3465208"/>
              <a:ext cx="28947" cy="53532"/>
            </a:xfrm>
            <a:custGeom>
              <a:rect b="b" l="l" r="r" t="t"/>
              <a:pathLst>
                <a:path extrusionOk="0" h="233" w="126">
                  <a:moveTo>
                    <a:pt x="0" y="1"/>
                  </a:moveTo>
                  <a:lnTo>
                    <a:pt x="0" y="233"/>
                  </a:lnTo>
                  <a:lnTo>
                    <a:pt x="125" y="233"/>
                  </a:lnTo>
                  <a:lnTo>
                    <a:pt x="12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107"/>
            <p:cNvSpPr/>
            <p:nvPr/>
          </p:nvSpPr>
          <p:spPr>
            <a:xfrm>
              <a:off x="9012508" y="3518508"/>
              <a:ext cx="28947" cy="53532"/>
            </a:xfrm>
            <a:custGeom>
              <a:rect b="b" l="l" r="r" t="t"/>
              <a:pathLst>
                <a:path extrusionOk="0" h="233" w="126">
                  <a:moveTo>
                    <a:pt x="1" y="1"/>
                  </a:moveTo>
                  <a:lnTo>
                    <a:pt x="1" y="233"/>
                  </a:lnTo>
                  <a:lnTo>
                    <a:pt x="126" y="233"/>
                  </a:lnTo>
                  <a:lnTo>
                    <a:pt x="12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107"/>
            <p:cNvSpPr/>
            <p:nvPr/>
          </p:nvSpPr>
          <p:spPr>
            <a:xfrm>
              <a:off x="8947035" y="3479682"/>
              <a:ext cx="28947" cy="53532"/>
            </a:xfrm>
            <a:custGeom>
              <a:rect b="b" l="l" r="r" t="t"/>
              <a:pathLst>
                <a:path extrusionOk="0" h="233" w="126">
                  <a:moveTo>
                    <a:pt x="0" y="0"/>
                  </a:moveTo>
                  <a:lnTo>
                    <a:pt x="0" y="232"/>
                  </a:lnTo>
                  <a:lnTo>
                    <a:pt x="125" y="232"/>
                  </a:lnTo>
                  <a:lnTo>
                    <a:pt x="12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107"/>
            <p:cNvSpPr/>
            <p:nvPr/>
          </p:nvSpPr>
          <p:spPr>
            <a:xfrm>
              <a:off x="9090386" y="3580080"/>
              <a:ext cx="28947" cy="53532"/>
            </a:xfrm>
            <a:custGeom>
              <a:rect b="b" l="l" r="r" t="t"/>
              <a:pathLst>
                <a:path extrusionOk="0" h="233" w="126">
                  <a:moveTo>
                    <a:pt x="1" y="0"/>
                  </a:moveTo>
                  <a:lnTo>
                    <a:pt x="1" y="232"/>
                  </a:lnTo>
                  <a:lnTo>
                    <a:pt x="126" y="232"/>
                  </a:lnTo>
                  <a:lnTo>
                    <a:pt x="12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107"/>
            <p:cNvSpPr/>
            <p:nvPr/>
          </p:nvSpPr>
          <p:spPr>
            <a:xfrm>
              <a:off x="8955076" y="3594324"/>
              <a:ext cx="31014" cy="53532"/>
            </a:xfrm>
            <a:custGeom>
              <a:rect b="b" l="l" r="r" t="t"/>
              <a:pathLst>
                <a:path extrusionOk="0" h="233" w="135">
                  <a:moveTo>
                    <a:pt x="1" y="1"/>
                  </a:moveTo>
                  <a:lnTo>
                    <a:pt x="1" y="233"/>
                  </a:lnTo>
                  <a:lnTo>
                    <a:pt x="135" y="233"/>
                  </a:lnTo>
                  <a:lnTo>
                    <a:pt x="13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107"/>
            <p:cNvSpPr/>
            <p:nvPr/>
          </p:nvSpPr>
          <p:spPr>
            <a:xfrm>
              <a:off x="9008373" y="3684613"/>
              <a:ext cx="59731" cy="114875"/>
            </a:xfrm>
            <a:custGeom>
              <a:rect b="b" l="l" r="r" t="t"/>
              <a:pathLst>
                <a:path extrusionOk="0" h="500" w="260">
                  <a:moveTo>
                    <a:pt x="1" y="0"/>
                  </a:moveTo>
                  <a:lnTo>
                    <a:pt x="1" y="500"/>
                  </a:lnTo>
                  <a:lnTo>
                    <a:pt x="260" y="500"/>
                  </a:lnTo>
                  <a:lnTo>
                    <a:pt x="26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107"/>
            <p:cNvSpPr/>
            <p:nvPr/>
          </p:nvSpPr>
          <p:spPr>
            <a:xfrm>
              <a:off x="8875130" y="3368945"/>
              <a:ext cx="268790" cy="57667"/>
            </a:xfrm>
            <a:custGeom>
              <a:rect b="b" l="l" r="r" t="t"/>
              <a:pathLst>
                <a:path extrusionOk="0" h="251" w="1170">
                  <a:moveTo>
                    <a:pt x="251" y="0"/>
                  </a:moveTo>
                  <a:lnTo>
                    <a:pt x="1" y="250"/>
                  </a:lnTo>
                  <a:lnTo>
                    <a:pt x="1170" y="250"/>
                  </a:lnTo>
                  <a:lnTo>
                    <a:pt x="11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107"/>
            <p:cNvSpPr/>
            <p:nvPr/>
          </p:nvSpPr>
          <p:spPr>
            <a:xfrm>
              <a:off x="9039157" y="3739751"/>
              <a:ext cx="104759" cy="63871"/>
            </a:xfrm>
            <a:custGeom>
              <a:rect b="b" l="l" r="r" t="t"/>
              <a:pathLst>
                <a:path extrusionOk="0" h="278" w="456">
                  <a:moveTo>
                    <a:pt x="437" y="0"/>
                  </a:moveTo>
                  <a:cubicBezTo>
                    <a:pt x="403" y="0"/>
                    <a:pt x="331" y="10"/>
                    <a:pt x="304" y="90"/>
                  </a:cubicBezTo>
                  <a:cubicBezTo>
                    <a:pt x="304" y="90"/>
                    <a:pt x="293" y="87"/>
                    <a:pt x="277" y="87"/>
                  </a:cubicBezTo>
                  <a:cubicBezTo>
                    <a:pt x="254" y="87"/>
                    <a:pt x="222" y="94"/>
                    <a:pt x="206" y="126"/>
                  </a:cubicBezTo>
                  <a:cubicBezTo>
                    <a:pt x="206" y="126"/>
                    <a:pt x="173" y="112"/>
                    <a:pt x="132" y="112"/>
                  </a:cubicBezTo>
                  <a:cubicBezTo>
                    <a:pt x="86" y="112"/>
                    <a:pt x="29" y="130"/>
                    <a:pt x="1" y="206"/>
                  </a:cubicBezTo>
                  <a:lnTo>
                    <a:pt x="456" y="278"/>
                  </a:lnTo>
                  <a:lnTo>
                    <a:pt x="456" y="1"/>
                  </a:lnTo>
                  <a:cubicBezTo>
                    <a:pt x="456" y="1"/>
                    <a:pt x="448" y="0"/>
                    <a:pt x="437"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107"/>
            <p:cNvSpPr/>
            <p:nvPr/>
          </p:nvSpPr>
          <p:spPr>
            <a:xfrm>
              <a:off x="7852606" y="3694262"/>
              <a:ext cx="104759" cy="64330"/>
            </a:xfrm>
            <a:custGeom>
              <a:rect b="b" l="l" r="r" t="t"/>
              <a:pathLst>
                <a:path extrusionOk="0" h="280" w="456">
                  <a:moveTo>
                    <a:pt x="427" y="0"/>
                  </a:moveTo>
                  <a:cubicBezTo>
                    <a:pt x="390" y="0"/>
                    <a:pt x="328" y="13"/>
                    <a:pt x="304" y="92"/>
                  </a:cubicBezTo>
                  <a:cubicBezTo>
                    <a:pt x="304" y="92"/>
                    <a:pt x="288" y="86"/>
                    <a:pt x="269" y="86"/>
                  </a:cubicBezTo>
                  <a:cubicBezTo>
                    <a:pt x="247" y="86"/>
                    <a:pt x="220" y="94"/>
                    <a:pt x="206" y="128"/>
                  </a:cubicBezTo>
                  <a:cubicBezTo>
                    <a:pt x="206" y="128"/>
                    <a:pt x="173" y="114"/>
                    <a:pt x="132" y="114"/>
                  </a:cubicBezTo>
                  <a:cubicBezTo>
                    <a:pt x="85" y="114"/>
                    <a:pt x="29" y="132"/>
                    <a:pt x="0" y="208"/>
                  </a:cubicBezTo>
                  <a:lnTo>
                    <a:pt x="455" y="279"/>
                  </a:lnTo>
                  <a:lnTo>
                    <a:pt x="455" y="3"/>
                  </a:lnTo>
                  <a:cubicBezTo>
                    <a:pt x="455" y="3"/>
                    <a:pt x="444" y="0"/>
                    <a:pt x="427"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107"/>
            <p:cNvSpPr/>
            <p:nvPr/>
          </p:nvSpPr>
          <p:spPr>
            <a:xfrm>
              <a:off x="8879265" y="3674274"/>
              <a:ext cx="47325" cy="121078"/>
            </a:xfrm>
            <a:custGeom>
              <a:rect b="b" l="l" r="r" t="t"/>
              <a:pathLst>
                <a:path extrusionOk="0" h="527" w="206">
                  <a:moveTo>
                    <a:pt x="99" y="1"/>
                  </a:moveTo>
                  <a:lnTo>
                    <a:pt x="54" y="259"/>
                  </a:lnTo>
                  <a:lnTo>
                    <a:pt x="1" y="527"/>
                  </a:lnTo>
                  <a:lnTo>
                    <a:pt x="206" y="527"/>
                  </a:lnTo>
                  <a:lnTo>
                    <a:pt x="152" y="259"/>
                  </a:lnTo>
                  <a:lnTo>
                    <a:pt x="9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107"/>
            <p:cNvSpPr/>
            <p:nvPr/>
          </p:nvSpPr>
          <p:spPr>
            <a:xfrm>
              <a:off x="9112900" y="2819629"/>
              <a:ext cx="31014" cy="160136"/>
            </a:xfrm>
            <a:custGeom>
              <a:rect b="b" l="l" r="r" t="t"/>
              <a:pathLst>
                <a:path extrusionOk="0" h="697" w="135">
                  <a:moveTo>
                    <a:pt x="135" y="1"/>
                  </a:moveTo>
                  <a:lnTo>
                    <a:pt x="72" y="349"/>
                  </a:lnTo>
                  <a:lnTo>
                    <a:pt x="1" y="696"/>
                  </a:lnTo>
                  <a:lnTo>
                    <a:pt x="135" y="696"/>
                  </a:lnTo>
                  <a:lnTo>
                    <a:pt x="135"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107"/>
            <p:cNvSpPr/>
            <p:nvPr/>
          </p:nvSpPr>
          <p:spPr>
            <a:xfrm>
              <a:off x="7639418" y="3660030"/>
              <a:ext cx="252249" cy="192760"/>
            </a:xfrm>
            <a:custGeom>
              <a:rect b="b" l="l" r="r" t="t"/>
              <a:pathLst>
                <a:path extrusionOk="0" h="839" w="1098">
                  <a:moveTo>
                    <a:pt x="429" y="0"/>
                  </a:moveTo>
                  <a:lnTo>
                    <a:pt x="1" y="491"/>
                  </a:lnTo>
                  <a:lnTo>
                    <a:pt x="991" y="839"/>
                  </a:lnTo>
                  <a:lnTo>
                    <a:pt x="1098" y="366"/>
                  </a:lnTo>
                  <a:lnTo>
                    <a:pt x="42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107"/>
            <p:cNvSpPr/>
            <p:nvPr/>
          </p:nvSpPr>
          <p:spPr>
            <a:xfrm>
              <a:off x="7866849" y="3725507"/>
              <a:ext cx="520809" cy="127282"/>
            </a:xfrm>
            <a:custGeom>
              <a:rect b="b" l="l" r="r" t="t"/>
              <a:pathLst>
                <a:path extrusionOk="0" h="554" w="2267">
                  <a:moveTo>
                    <a:pt x="2267" y="1"/>
                  </a:moveTo>
                  <a:lnTo>
                    <a:pt x="108" y="81"/>
                  </a:lnTo>
                  <a:lnTo>
                    <a:pt x="1" y="554"/>
                  </a:lnTo>
                  <a:lnTo>
                    <a:pt x="1589" y="491"/>
                  </a:lnTo>
                  <a:lnTo>
                    <a:pt x="2267"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107"/>
            <p:cNvSpPr/>
            <p:nvPr/>
          </p:nvSpPr>
          <p:spPr>
            <a:xfrm>
              <a:off x="7350419" y="3725507"/>
              <a:ext cx="1793541" cy="197125"/>
            </a:xfrm>
            <a:custGeom>
              <a:rect b="b" l="l" r="r" t="t"/>
              <a:pathLst>
                <a:path extrusionOk="0" h="858" w="7807">
                  <a:moveTo>
                    <a:pt x="4515" y="1"/>
                  </a:moveTo>
                  <a:lnTo>
                    <a:pt x="3837" y="491"/>
                  </a:lnTo>
                  <a:lnTo>
                    <a:pt x="2249" y="554"/>
                  </a:lnTo>
                  <a:lnTo>
                    <a:pt x="1259" y="206"/>
                  </a:lnTo>
                  <a:lnTo>
                    <a:pt x="384" y="366"/>
                  </a:lnTo>
                  <a:lnTo>
                    <a:pt x="1" y="857"/>
                  </a:lnTo>
                  <a:lnTo>
                    <a:pt x="7807" y="857"/>
                  </a:lnTo>
                  <a:lnTo>
                    <a:pt x="7807" y="554"/>
                  </a:lnTo>
                  <a:lnTo>
                    <a:pt x="7807" y="304"/>
                  </a:lnTo>
                  <a:lnTo>
                    <a:pt x="5898" y="152"/>
                  </a:lnTo>
                  <a:lnTo>
                    <a:pt x="451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107"/>
            <p:cNvSpPr/>
            <p:nvPr/>
          </p:nvSpPr>
          <p:spPr>
            <a:xfrm>
              <a:off x="8684685" y="3659801"/>
              <a:ext cx="57663" cy="18839"/>
            </a:xfrm>
            <a:custGeom>
              <a:rect b="b" l="l" r="r" t="t"/>
              <a:pathLst>
                <a:path extrusionOk="0" h="82" w="251">
                  <a:moveTo>
                    <a:pt x="143" y="0"/>
                  </a:moveTo>
                  <a:cubicBezTo>
                    <a:pt x="100" y="0"/>
                    <a:pt x="48" y="19"/>
                    <a:pt x="0" y="81"/>
                  </a:cubicBezTo>
                  <a:lnTo>
                    <a:pt x="250" y="81"/>
                  </a:lnTo>
                  <a:lnTo>
                    <a:pt x="250" y="37"/>
                  </a:lnTo>
                  <a:cubicBezTo>
                    <a:pt x="250" y="37"/>
                    <a:pt x="204" y="0"/>
                    <a:pt x="143"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107"/>
            <p:cNvSpPr/>
            <p:nvPr/>
          </p:nvSpPr>
          <p:spPr>
            <a:xfrm>
              <a:off x="8498145" y="3645556"/>
              <a:ext cx="145652" cy="33084"/>
            </a:xfrm>
            <a:custGeom>
              <a:rect b="b" l="l" r="r" t="t"/>
              <a:pathLst>
                <a:path extrusionOk="0" h="144" w="634">
                  <a:moveTo>
                    <a:pt x="313" y="1"/>
                  </a:moveTo>
                  <a:cubicBezTo>
                    <a:pt x="197" y="1"/>
                    <a:pt x="152" y="81"/>
                    <a:pt x="152" y="81"/>
                  </a:cubicBezTo>
                  <a:cubicBezTo>
                    <a:pt x="152" y="81"/>
                    <a:pt x="136" y="77"/>
                    <a:pt x="114" y="77"/>
                  </a:cubicBezTo>
                  <a:cubicBezTo>
                    <a:pt x="76" y="77"/>
                    <a:pt x="23" y="88"/>
                    <a:pt x="0" y="143"/>
                  </a:cubicBezTo>
                  <a:lnTo>
                    <a:pt x="634" y="143"/>
                  </a:lnTo>
                  <a:cubicBezTo>
                    <a:pt x="634" y="143"/>
                    <a:pt x="607" y="94"/>
                    <a:pt x="548" y="94"/>
                  </a:cubicBezTo>
                  <a:cubicBezTo>
                    <a:pt x="531" y="94"/>
                    <a:pt x="512" y="98"/>
                    <a:pt x="491" y="108"/>
                  </a:cubicBezTo>
                  <a:cubicBezTo>
                    <a:pt x="491" y="108"/>
                    <a:pt x="438" y="1"/>
                    <a:pt x="313"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107"/>
            <p:cNvSpPr/>
            <p:nvPr/>
          </p:nvSpPr>
          <p:spPr>
            <a:xfrm>
              <a:off x="8016633" y="3666004"/>
              <a:ext cx="147720" cy="33084"/>
            </a:xfrm>
            <a:custGeom>
              <a:rect b="b" l="l" r="r" t="t"/>
              <a:pathLst>
                <a:path extrusionOk="0" h="144" w="643">
                  <a:moveTo>
                    <a:pt x="321" y="1"/>
                  </a:moveTo>
                  <a:cubicBezTo>
                    <a:pt x="205" y="1"/>
                    <a:pt x="161" y="81"/>
                    <a:pt x="161" y="81"/>
                  </a:cubicBezTo>
                  <a:cubicBezTo>
                    <a:pt x="161" y="81"/>
                    <a:pt x="144" y="77"/>
                    <a:pt x="122" y="77"/>
                  </a:cubicBezTo>
                  <a:cubicBezTo>
                    <a:pt x="84" y="77"/>
                    <a:pt x="28" y="88"/>
                    <a:pt x="0" y="144"/>
                  </a:cubicBezTo>
                  <a:lnTo>
                    <a:pt x="642" y="144"/>
                  </a:lnTo>
                  <a:cubicBezTo>
                    <a:pt x="642" y="144"/>
                    <a:pt x="615" y="95"/>
                    <a:pt x="556" y="95"/>
                  </a:cubicBezTo>
                  <a:cubicBezTo>
                    <a:pt x="540" y="95"/>
                    <a:pt x="521" y="98"/>
                    <a:pt x="500" y="108"/>
                  </a:cubicBezTo>
                  <a:cubicBezTo>
                    <a:pt x="500" y="108"/>
                    <a:pt x="437" y="1"/>
                    <a:pt x="32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107"/>
            <p:cNvSpPr/>
            <p:nvPr/>
          </p:nvSpPr>
          <p:spPr>
            <a:xfrm>
              <a:off x="8424402" y="3672207"/>
              <a:ext cx="123138" cy="26881"/>
            </a:xfrm>
            <a:custGeom>
              <a:rect b="b" l="l" r="r" t="t"/>
              <a:pathLst>
                <a:path extrusionOk="0" h="117" w="536">
                  <a:moveTo>
                    <a:pt x="268" y="1"/>
                  </a:moveTo>
                  <a:cubicBezTo>
                    <a:pt x="161" y="1"/>
                    <a:pt x="125" y="72"/>
                    <a:pt x="125" y="72"/>
                  </a:cubicBezTo>
                  <a:cubicBezTo>
                    <a:pt x="125" y="72"/>
                    <a:pt x="107" y="67"/>
                    <a:pt x="85" y="67"/>
                  </a:cubicBezTo>
                  <a:cubicBezTo>
                    <a:pt x="54" y="67"/>
                    <a:pt x="16" y="76"/>
                    <a:pt x="0" y="117"/>
                  </a:cubicBezTo>
                  <a:lnTo>
                    <a:pt x="536" y="117"/>
                  </a:lnTo>
                  <a:cubicBezTo>
                    <a:pt x="536" y="117"/>
                    <a:pt x="505" y="74"/>
                    <a:pt x="450" y="74"/>
                  </a:cubicBezTo>
                  <a:cubicBezTo>
                    <a:pt x="438" y="74"/>
                    <a:pt x="425" y="76"/>
                    <a:pt x="411" y="81"/>
                  </a:cubicBezTo>
                  <a:cubicBezTo>
                    <a:pt x="411" y="81"/>
                    <a:pt x="366" y="1"/>
                    <a:pt x="26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107"/>
            <p:cNvSpPr/>
            <p:nvPr/>
          </p:nvSpPr>
          <p:spPr>
            <a:xfrm>
              <a:off x="7440702" y="3725507"/>
              <a:ext cx="1703255" cy="164271"/>
            </a:xfrm>
            <a:custGeom>
              <a:rect b="b" l="l" r="r" t="t"/>
              <a:pathLst>
                <a:path extrusionOk="0" h="715" w="7414">
                  <a:moveTo>
                    <a:pt x="4122" y="1"/>
                  </a:moveTo>
                  <a:lnTo>
                    <a:pt x="3444" y="491"/>
                  </a:lnTo>
                  <a:lnTo>
                    <a:pt x="1856" y="554"/>
                  </a:lnTo>
                  <a:lnTo>
                    <a:pt x="866" y="206"/>
                  </a:lnTo>
                  <a:lnTo>
                    <a:pt x="0" y="366"/>
                  </a:lnTo>
                  <a:cubicBezTo>
                    <a:pt x="9" y="366"/>
                    <a:pt x="45" y="375"/>
                    <a:pt x="161" y="429"/>
                  </a:cubicBezTo>
                  <a:cubicBezTo>
                    <a:pt x="312" y="509"/>
                    <a:pt x="402" y="509"/>
                    <a:pt x="402" y="509"/>
                  </a:cubicBezTo>
                  <a:lnTo>
                    <a:pt x="580" y="429"/>
                  </a:lnTo>
                  <a:cubicBezTo>
                    <a:pt x="580" y="429"/>
                    <a:pt x="509" y="402"/>
                    <a:pt x="678" y="402"/>
                  </a:cubicBezTo>
                  <a:cubicBezTo>
                    <a:pt x="848" y="402"/>
                    <a:pt x="928" y="393"/>
                    <a:pt x="928" y="393"/>
                  </a:cubicBezTo>
                  <a:lnTo>
                    <a:pt x="1106" y="482"/>
                  </a:lnTo>
                  <a:lnTo>
                    <a:pt x="1249" y="482"/>
                  </a:lnTo>
                  <a:cubicBezTo>
                    <a:pt x="1249" y="482"/>
                    <a:pt x="1338" y="491"/>
                    <a:pt x="1419" y="554"/>
                  </a:cubicBezTo>
                  <a:cubicBezTo>
                    <a:pt x="1499" y="607"/>
                    <a:pt x="1588" y="670"/>
                    <a:pt x="1588" y="670"/>
                  </a:cubicBezTo>
                  <a:lnTo>
                    <a:pt x="2123" y="714"/>
                  </a:lnTo>
                  <a:lnTo>
                    <a:pt x="3355" y="714"/>
                  </a:lnTo>
                  <a:lnTo>
                    <a:pt x="3649" y="670"/>
                  </a:lnTo>
                  <a:cubicBezTo>
                    <a:pt x="3649" y="670"/>
                    <a:pt x="3702" y="616"/>
                    <a:pt x="3836" y="536"/>
                  </a:cubicBezTo>
                  <a:cubicBezTo>
                    <a:pt x="3970" y="465"/>
                    <a:pt x="4086" y="366"/>
                    <a:pt x="4086" y="366"/>
                  </a:cubicBezTo>
                  <a:lnTo>
                    <a:pt x="4282" y="250"/>
                  </a:lnTo>
                  <a:cubicBezTo>
                    <a:pt x="4282" y="250"/>
                    <a:pt x="4479" y="259"/>
                    <a:pt x="4702" y="295"/>
                  </a:cubicBezTo>
                  <a:cubicBezTo>
                    <a:pt x="4925" y="331"/>
                    <a:pt x="4996" y="340"/>
                    <a:pt x="4996" y="340"/>
                  </a:cubicBezTo>
                  <a:cubicBezTo>
                    <a:pt x="4996" y="340"/>
                    <a:pt x="4916" y="393"/>
                    <a:pt x="5326" y="429"/>
                  </a:cubicBezTo>
                  <a:cubicBezTo>
                    <a:pt x="5466" y="441"/>
                    <a:pt x="5571" y="445"/>
                    <a:pt x="5649" y="445"/>
                  </a:cubicBezTo>
                  <a:cubicBezTo>
                    <a:pt x="5805" y="445"/>
                    <a:pt x="5852" y="429"/>
                    <a:pt x="5852" y="429"/>
                  </a:cubicBezTo>
                  <a:cubicBezTo>
                    <a:pt x="5852" y="429"/>
                    <a:pt x="5913" y="338"/>
                    <a:pt x="5965" y="338"/>
                  </a:cubicBezTo>
                  <a:cubicBezTo>
                    <a:pt x="5969" y="338"/>
                    <a:pt x="5973" y="338"/>
                    <a:pt x="5977" y="340"/>
                  </a:cubicBezTo>
                  <a:cubicBezTo>
                    <a:pt x="6031" y="358"/>
                    <a:pt x="6263" y="482"/>
                    <a:pt x="6361" y="482"/>
                  </a:cubicBezTo>
                  <a:cubicBezTo>
                    <a:pt x="6397" y="479"/>
                    <a:pt x="6429" y="478"/>
                    <a:pt x="6457" y="478"/>
                  </a:cubicBezTo>
                  <a:cubicBezTo>
                    <a:pt x="6513" y="478"/>
                    <a:pt x="6548" y="482"/>
                    <a:pt x="6548" y="482"/>
                  </a:cubicBezTo>
                  <a:lnTo>
                    <a:pt x="7191" y="554"/>
                  </a:lnTo>
                  <a:lnTo>
                    <a:pt x="7414" y="482"/>
                  </a:lnTo>
                  <a:lnTo>
                    <a:pt x="7414" y="304"/>
                  </a:lnTo>
                  <a:lnTo>
                    <a:pt x="5505" y="152"/>
                  </a:lnTo>
                  <a:lnTo>
                    <a:pt x="412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107"/>
            <p:cNvSpPr/>
            <p:nvPr/>
          </p:nvSpPr>
          <p:spPr>
            <a:xfrm>
              <a:off x="8356632" y="3869097"/>
              <a:ext cx="453267" cy="53532"/>
            </a:xfrm>
            <a:custGeom>
              <a:rect b="b" l="l" r="r" t="t"/>
              <a:pathLst>
                <a:path extrusionOk="0" h="233" w="1973">
                  <a:moveTo>
                    <a:pt x="670" y="0"/>
                  </a:moveTo>
                  <a:cubicBezTo>
                    <a:pt x="670" y="0"/>
                    <a:pt x="634" y="0"/>
                    <a:pt x="590" y="9"/>
                  </a:cubicBezTo>
                  <a:cubicBezTo>
                    <a:pt x="554" y="18"/>
                    <a:pt x="385" y="89"/>
                    <a:pt x="385" y="89"/>
                  </a:cubicBezTo>
                  <a:cubicBezTo>
                    <a:pt x="385" y="89"/>
                    <a:pt x="331" y="116"/>
                    <a:pt x="233" y="125"/>
                  </a:cubicBezTo>
                  <a:cubicBezTo>
                    <a:pt x="144" y="134"/>
                    <a:pt x="28" y="223"/>
                    <a:pt x="1" y="232"/>
                  </a:cubicBezTo>
                  <a:lnTo>
                    <a:pt x="1972" y="232"/>
                  </a:lnTo>
                  <a:cubicBezTo>
                    <a:pt x="1928" y="232"/>
                    <a:pt x="1812" y="179"/>
                    <a:pt x="1812" y="179"/>
                  </a:cubicBezTo>
                  <a:cubicBezTo>
                    <a:pt x="1812" y="179"/>
                    <a:pt x="1776" y="170"/>
                    <a:pt x="1678" y="116"/>
                  </a:cubicBezTo>
                  <a:cubicBezTo>
                    <a:pt x="1648" y="101"/>
                    <a:pt x="1606" y="96"/>
                    <a:pt x="1562" y="96"/>
                  </a:cubicBezTo>
                  <a:cubicBezTo>
                    <a:pt x="1475" y="96"/>
                    <a:pt x="1384" y="116"/>
                    <a:pt x="1384" y="116"/>
                  </a:cubicBezTo>
                  <a:cubicBezTo>
                    <a:pt x="1384" y="116"/>
                    <a:pt x="1340" y="120"/>
                    <a:pt x="1277" y="120"/>
                  </a:cubicBezTo>
                  <a:cubicBezTo>
                    <a:pt x="1245" y="120"/>
                    <a:pt x="1208" y="119"/>
                    <a:pt x="1170" y="116"/>
                  </a:cubicBezTo>
                  <a:cubicBezTo>
                    <a:pt x="1063" y="107"/>
                    <a:pt x="1098" y="98"/>
                    <a:pt x="902" y="89"/>
                  </a:cubicBezTo>
                  <a:cubicBezTo>
                    <a:pt x="706" y="80"/>
                    <a:pt x="670" y="0"/>
                    <a:pt x="670" y="0"/>
                  </a:cubicBez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107"/>
            <p:cNvSpPr/>
            <p:nvPr/>
          </p:nvSpPr>
          <p:spPr>
            <a:xfrm>
              <a:off x="8809657" y="3888625"/>
              <a:ext cx="334264" cy="34003"/>
            </a:xfrm>
            <a:custGeom>
              <a:rect b="b" l="l" r="r" t="t"/>
              <a:pathLst>
                <a:path extrusionOk="0" h="148" w="1455">
                  <a:moveTo>
                    <a:pt x="716" y="0"/>
                  </a:moveTo>
                  <a:cubicBezTo>
                    <a:pt x="681" y="0"/>
                    <a:pt x="705" y="4"/>
                    <a:pt x="705" y="4"/>
                  </a:cubicBezTo>
                  <a:lnTo>
                    <a:pt x="589" y="4"/>
                  </a:lnTo>
                  <a:cubicBezTo>
                    <a:pt x="589" y="4"/>
                    <a:pt x="45" y="147"/>
                    <a:pt x="0" y="147"/>
                  </a:cubicBezTo>
                  <a:lnTo>
                    <a:pt x="1455" y="147"/>
                  </a:lnTo>
                  <a:lnTo>
                    <a:pt x="1455" y="31"/>
                  </a:lnTo>
                  <a:lnTo>
                    <a:pt x="1312" y="31"/>
                  </a:lnTo>
                  <a:cubicBezTo>
                    <a:pt x="1296" y="34"/>
                    <a:pt x="1277" y="35"/>
                    <a:pt x="1259" y="35"/>
                  </a:cubicBezTo>
                  <a:cubicBezTo>
                    <a:pt x="1165" y="35"/>
                    <a:pt x="1053" y="4"/>
                    <a:pt x="1053" y="4"/>
                  </a:cubicBezTo>
                  <a:cubicBezTo>
                    <a:pt x="1053" y="4"/>
                    <a:pt x="1029" y="8"/>
                    <a:pt x="961" y="8"/>
                  </a:cubicBezTo>
                  <a:cubicBezTo>
                    <a:pt x="926" y="8"/>
                    <a:pt x="881" y="7"/>
                    <a:pt x="821" y="4"/>
                  </a:cubicBezTo>
                  <a:cubicBezTo>
                    <a:pt x="765" y="1"/>
                    <a:pt x="733" y="0"/>
                    <a:pt x="716" y="0"/>
                  </a:cubicBez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107"/>
            <p:cNvSpPr/>
            <p:nvPr/>
          </p:nvSpPr>
          <p:spPr>
            <a:xfrm>
              <a:off x="6844326" y="1852179"/>
              <a:ext cx="1190946" cy="174610"/>
            </a:xfrm>
            <a:custGeom>
              <a:rect b="b" l="l" r="r" t="t"/>
              <a:pathLst>
                <a:path extrusionOk="0" h="760" w="5184">
                  <a:moveTo>
                    <a:pt x="2650" y="1"/>
                  </a:moveTo>
                  <a:cubicBezTo>
                    <a:pt x="2070" y="1"/>
                    <a:pt x="1767" y="376"/>
                    <a:pt x="1767" y="376"/>
                  </a:cubicBezTo>
                  <a:cubicBezTo>
                    <a:pt x="1701" y="352"/>
                    <a:pt x="1641" y="342"/>
                    <a:pt x="1587" y="342"/>
                  </a:cubicBezTo>
                  <a:cubicBezTo>
                    <a:pt x="1358" y="342"/>
                    <a:pt x="1240" y="518"/>
                    <a:pt x="1240" y="518"/>
                  </a:cubicBezTo>
                  <a:cubicBezTo>
                    <a:pt x="1069" y="450"/>
                    <a:pt x="914" y="423"/>
                    <a:pt x="775" y="423"/>
                  </a:cubicBezTo>
                  <a:cubicBezTo>
                    <a:pt x="282" y="423"/>
                    <a:pt x="0" y="759"/>
                    <a:pt x="0" y="759"/>
                  </a:cubicBezTo>
                  <a:lnTo>
                    <a:pt x="5183" y="759"/>
                  </a:lnTo>
                  <a:cubicBezTo>
                    <a:pt x="5002" y="491"/>
                    <a:pt x="4743" y="422"/>
                    <a:pt x="4524" y="422"/>
                  </a:cubicBezTo>
                  <a:cubicBezTo>
                    <a:pt x="4291" y="422"/>
                    <a:pt x="4104" y="500"/>
                    <a:pt x="4104" y="500"/>
                  </a:cubicBezTo>
                  <a:cubicBezTo>
                    <a:pt x="3997" y="383"/>
                    <a:pt x="3876" y="348"/>
                    <a:pt x="3767" y="348"/>
                  </a:cubicBezTo>
                  <a:cubicBezTo>
                    <a:pt x="3603" y="348"/>
                    <a:pt x="3470" y="429"/>
                    <a:pt x="3470" y="429"/>
                  </a:cubicBezTo>
                  <a:cubicBezTo>
                    <a:pt x="3470" y="429"/>
                    <a:pt x="3239" y="1"/>
                    <a:pt x="2650" y="1"/>
                  </a:cubicBezTo>
                  <a:close/>
                </a:path>
              </a:pathLst>
            </a:custGeom>
            <a:solidFill>
              <a:srgbClr val="6BC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5" name="Google Shape;6625;p107"/>
          <p:cNvSpPr/>
          <p:nvPr/>
        </p:nvSpPr>
        <p:spPr>
          <a:xfrm>
            <a:off x="-782526" y="627749"/>
            <a:ext cx="3564955" cy="3010780"/>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26" name="Google Shape;6626;p107"/>
          <p:cNvGrpSpPr/>
          <p:nvPr/>
        </p:nvGrpSpPr>
        <p:grpSpPr>
          <a:xfrm>
            <a:off x="-76302" y="1381098"/>
            <a:ext cx="3312319" cy="2537760"/>
            <a:chOff x="-102" y="1381098"/>
            <a:chExt cx="3312319" cy="2537760"/>
          </a:xfrm>
        </p:grpSpPr>
        <p:sp>
          <p:nvSpPr>
            <p:cNvPr id="6627" name="Google Shape;6627;p107"/>
            <p:cNvSpPr/>
            <p:nvPr/>
          </p:nvSpPr>
          <p:spPr>
            <a:xfrm>
              <a:off x="-102" y="1381098"/>
              <a:ext cx="2150090" cy="2042707"/>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107"/>
            <p:cNvSpPr/>
            <p:nvPr/>
          </p:nvSpPr>
          <p:spPr>
            <a:xfrm>
              <a:off x="-102" y="1813705"/>
              <a:ext cx="2596924" cy="1869476"/>
            </a:xfrm>
            <a:custGeom>
              <a:rect b="b" l="l" r="r" t="t"/>
              <a:pathLst>
                <a:path extrusionOk="0" h="8137" w="11304">
                  <a:moveTo>
                    <a:pt x="1" y="0"/>
                  </a:moveTo>
                  <a:lnTo>
                    <a:pt x="1" y="8136"/>
                  </a:lnTo>
                  <a:lnTo>
                    <a:pt x="3534" y="7860"/>
                  </a:lnTo>
                  <a:lnTo>
                    <a:pt x="6076" y="7583"/>
                  </a:lnTo>
                  <a:lnTo>
                    <a:pt x="10064" y="7735"/>
                  </a:lnTo>
                  <a:lnTo>
                    <a:pt x="11304" y="7057"/>
                  </a:lnTo>
                  <a:lnTo>
                    <a:pt x="8619" y="6120"/>
                  </a:lnTo>
                  <a:lnTo>
                    <a:pt x="7512" y="5433"/>
                  </a:lnTo>
                  <a:lnTo>
                    <a:pt x="5612" y="4693"/>
                  </a:lnTo>
                  <a:lnTo>
                    <a:pt x="4470" y="3042"/>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107"/>
            <p:cNvSpPr/>
            <p:nvPr/>
          </p:nvSpPr>
          <p:spPr>
            <a:xfrm>
              <a:off x="903881" y="3061901"/>
              <a:ext cx="1076079" cy="264442"/>
            </a:xfrm>
            <a:custGeom>
              <a:rect b="b" l="l" r="r" t="t"/>
              <a:pathLst>
                <a:path extrusionOk="0" h="1151" w="4684">
                  <a:moveTo>
                    <a:pt x="3577" y="0"/>
                  </a:moveTo>
                  <a:lnTo>
                    <a:pt x="0" y="1151"/>
                  </a:lnTo>
                  <a:lnTo>
                    <a:pt x="4684" y="687"/>
                  </a:lnTo>
                  <a:lnTo>
                    <a:pt x="3577"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107"/>
            <p:cNvSpPr/>
            <p:nvPr/>
          </p:nvSpPr>
          <p:spPr>
            <a:xfrm>
              <a:off x="588234" y="2512584"/>
              <a:ext cx="701151" cy="537156"/>
            </a:xfrm>
            <a:custGeom>
              <a:rect b="b" l="l" r="r" t="t"/>
              <a:pathLst>
                <a:path extrusionOk="0" h="2338" w="3052">
                  <a:moveTo>
                    <a:pt x="1909" y="0"/>
                  </a:moveTo>
                  <a:lnTo>
                    <a:pt x="0" y="304"/>
                  </a:lnTo>
                  <a:lnTo>
                    <a:pt x="437" y="2338"/>
                  </a:lnTo>
                  <a:lnTo>
                    <a:pt x="3051" y="1651"/>
                  </a:lnTo>
                  <a:lnTo>
                    <a:pt x="190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107"/>
            <p:cNvSpPr/>
            <p:nvPr/>
          </p:nvSpPr>
          <p:spPr>
            <a:xfrm>
              <a:off x="1262488" y="2944961"/>
              <a:ext cx="57434" cy="147729"/>
            </a:xfrm>
            <a:custGeom>
              <a:rect b="b" l="l" r="r" t="t"/>
              <a:pathLst>
                <a:path extrusionOk="0" h="643" w="250">
                  <a:moveTo>
                    <a:pt x="125" y="1"/>
                  </a:moveTo>
                  <a:lnTo>
                    <a:pt x="63" y="322"/>
                  </a:lnTo>
                  <a:lnTo>
                    <a:pt x="0" y="643"/>
                  </a:lnTo>
                  <a:lnTo>
                    <a:pt x="250" y="643"/>
                  </a:lnTo>
                  <a:lnTo>
                    <a:pt x="188" y="322"/>
                  </a:lnTo>
                  <a:lnTo>
                    <a:pt x="125"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107"/>
            <p:cNvSpPr/>
            <p:nvPr/>
          </p:nvSpPr>
          <p:spPr>
            <a:xfrm>
              <a:off x="442585" y="2349926"/>
              <a:ext cx="195045" cy="119700"/>
            </a:xfrm>
            <a:custGeom>
              <a:rect b="b" l="l" r="r" t="t"/>
              <a:pathLst>
                <a:path extrusionOk="0" h="521" w="849">
                  <a:moveTo>
                    <a:pt x="38" y="1"/>
                  </a:moveTo>
                  <a:cubicBezTo>
                    <a:pt x="15" y="1"/>
                    <a:pt x="1" y="4"/>
                    <a:pt x="1" y="4"/>
                  </a:cubicBezTo>
                  <a:lnTo>
                    <a:pt x="1" y="521"/>
                  </a:lnTo>
                  <a:lnTo>
                    <a:pt x="848" y="378"/>
                  </a:lnTo>
                  <a:cubicBezTo>
                    <a:pt x="792" y="242"/>
                    <a:pt x="686" y="210"/>
                    <a:pt x="598" y="210"/>
                  </a:cubicBezTo>
                  <a:cubicBezTo>
                    <a:pt x="520" y="210"/>
                    <a:pt x="456" y="235"/>
                    <a:pt x="456" y="235"/>
                  </a:cubicBezTo>
                  <a:cubicBezTo>
                    <a:pt x="434" y="171"/>
                    <a:pt x="378" y="158"/>
                    <a:pt x="336" y="158"/>
                  </a:cubicBezTo>
                  <a:cubicBezTo>
                    <a:pt x="308" y="158"/>
                    <a:pt x="286" y="164"/>
                    <a:pt x="286" y="164"/>
                  </a:cubicBezTo>
                  <a:cubicBezTo>
                    <a:pt x="227" y="20"/>
                    <a:pt x="101" y="1"/>
                    <a:pt x="3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107"/>
            <p:cNvSpPr/>
            <p:nvPr/>
          </p:nvSpPr>
          <p:spPr>
            <a:xfrm>
              <a:off x="65600" y="1971539"/>
              <a:ext cx="114868" cy="293161"/>
            </a:xfrm>
            <a:custGeom>
              <a:rect b="b" l="l" r="r" t="t"/>
              <a:pathLst>
                <a:path extrusionOk="0" h="1276" w="500">
                  <a:moveTo>
                    <a:pt x="250" y="0"/>
                  </a:moveTo>
                  <a:lnTo>
                    <a:pt x="125" y="642"/>
                  </a:lnTo>
                  <a:lnTo>
                    <a:pt x="0" y="1276"/>
                  </a:lnTo>
                  <a:lnTo>
                    <a:pt x="500" y="1276"/>
                  </a:lnTo>
                  <a:lnTo>
                    <a:pt x="375" y="642"/>
                  </a:lnTo>
                  <a:lnTo>
                    <a:pt x="25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107"/>
            <p:cNvSpPr/>
            <p:nvPr/>
          </p:nvSpPr>
          <p:spPr>
            <a:xfrm>
              <a:off x="192640" y="2034948"/>
              <a:ext cx="113030" cy="293391"/>
            </a:xfrm>
            <a:custGeom>
              <a:rect b="b" l="l" r="r" t="t"/>
              <a:pathLst>
                <a:path extrusionOk="0" h="1277" w="492">
                  <a:moveTo>
                    <a:pt x="250" y="1"/>
                  </a:moveTo>
                  <a:lnTo>
                    <a:pt x="125" y="634"/>
                  </a:lnTo>
                  <a:lnTo>
                    <a:pt x="0" y="1276"/>
                  </a:lnTo>
                  <a:lnTo>
                    <a:pt x="491" y="1276"/>
                  </a:lnTo>
                  <a:lnTo>
                    <a:pt x="375" y="634"/>
                  </a:lnTo>
                  <a:lnTo>
                    <a:pt x="25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107"/>
            <p:cNvSpPr/>
            <p:nvPr/>
          </p:nvSpPr>
          <p:spPr>
            <a:xfrm>
              <a:off x="629125" y="2233906"/>
              <a:ext cx="113030" cy="293161"/>
            </a:xfrm>
            <a:custGeom>
              <a:rect b="b" l="l" r="r" t="t"/>
              <a:pathLst>
                <a:path extrusionOk="0" h="1276" w="492">
                  <a:moveTo>
                    <a:pt x="241" y="0"/>
                  </a:moveTo>
                  <a:lnTo>
                    <a:pt x="117" y="642"/>
                  </a:lnTo>
                  <a:lnTo>
                    <a:pt x="1" y="1276"/>
                  </a:lnTo>
                  <a:lnTo>
                    <a:pt x="491" y="1276"/>
                  </a:lnTo>
                  <a:lnTo>
                    <a:pt x="366" y="642"/>
                  </a:lnTo>
                  <a:lnTo>
                    <a:pt x="24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107"/>
            <p:cNvSpPr/>
            <p:nvPr/>
          </p:nvSpPr>
          <p:spPr>
            <a:xfrm>
              <a:off x="522531" y="2135346"/>
              <a:ext cx="65934" cy="166339"/>
            </a:xfrm>
            <a:custGeom>
              <a:rect b="b" l="l" r="r" t="t"/>
              <a:pathLst>
                <a:path extrusionOk="0" h="724" w="287">
                  <a:moveTo>
                    <a:pt x="143" y="1"/>
                  </a:moveTo>
                  <a:lnTo>
                    <a:pt x="72" y="358"/>
                  </a:lnTo>
                  <a:lnTo>
                    <a:pt x="1" y="723"/>
                  </a:lnTo>
                  <a:lnTo>
                    <a:pt x="286" y="723"/>
                  </a:lnTo>
                  <a:lnTo>
                    <a:pt x="215" y="358"/>
                  </a:lnTo>
                  <a:lnTo>
                    <a:pt x="143"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107"/>
            <p:cNvSpPr/>
            <p:nvPr/>
          </p:nvSpPr>
          <p:spPr>
            <a:xfrm>
              <a:off x="711139" y="2291112"/>
              <a:ext cx="113030" cy="293391"/>
            </a:xfrm>
            <a:custGeom>
              <a:rect b="b" l="l" r="r" t="t"/>
              <a:pathLst>
                <a:path extrusionOk="0" h="1277" w="492">
                  <a:moveTo>
                    <a:pt x="241" y="1"/>
                  </a:moveTo>
                  <a:lnTo>
                    <a:pt x="125" y="643"/>
                  </a:lnTo>
                  <a:lnTo>
                    <a:pt x="0" y="1277"/>
                  </a:lnTo>
                  <a:lnTo>
                    <a:pt x="491" y="1277"/>
                  </a:lnTo>
                  <a:lnTo>
                    <a:pt x="366" y="643"/>
                  </a:lnTo>
                  <a:lnTo>
                    <a:pt x="241"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107"/>
            <p:cNvSpPr/>
            <p:nvPr/>
          </p:nvSpPr>
          <p:spPr>
            <a:xfrm>
              <a:off x="996002" y="2994127"/>
              <a:ext cx="108894" cy="223776"/>
            </a:xfrm>
            <a:custGeom>
              <a:rect b="b" l="l" r="r" t="t"/>
              <a:pathLst>
                <a:path extrusionOk="0" h="974" w="474">
                  <a:moveTo>
                    <a:pt x="232" y="1"/>
                  </a:moveTo>
                  <a:lnTo>
                    <a:pt x="116" y="491"/>
                  </a:lnTo>
                  <a:lnTo>
                    <a:pt x="0" y="973"/>
                  </a:lnTo>
                  <a:lnTo>
                    <a:pt x="473" y="973"/>
                  </a:lnTo>
                  <a:lnTo>
                    <a:pt x="348" y="491"/>
                  </a:lnTo>
                  <a:lnTo>
                    <a:pt x="232"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107"/>
            <p:cNvSpPr/>
            <p:nvPr/>
          </p:nvSpPr>
          <p:spPr>
            <a:xfrm>
              <a:off x="1127178" y="2951165"/>
              <a:ext cx="88448" cy="223547"/>
            </a:xfrm>
            <a:custGeom>
              <a:rect b="b" l="l" r="r" t="t"/>
              <a:pathLst>
                <a:path extrusionOk="0" h="973" w="385">
                  <a:moveTo>
                    <a:pt x="188" y="0"/>
                  </a:moveTo>
                  <a:lnTo>
                    <a:pt x="99" y="482"/>
                  </a:lnTo>
                  <a:lnTo>
                    <a:pt x="0" y="973"/>
                  </a:lnTo>
                  <a:lnTo>
                    <a:pt x="384" y="973"/>
                  </a:lnTo>
                  <a:lnTo>
                    <a:pt x="286" y="482"/>
                  </a:lnTo>
                  <a:lnTo>
                    <a:pt x="18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107"/>
            <p:cNvSpPr/>
            <p:nvPr/>
          </p:nvSpPr>
          <p:spPr>
            <a:xfrm>
              <a:off x="1065610" y="3026980"/>
              <a:ext cx="86380" cy="223547"/>
            </a:xfrm>
            <a:custGeom>
              <a:rect b="b" l="l" r="r" t="t"/>
              <a:pathLst>
                <a:path extrusionOk="0" h="973" w="376">
                  <a:moveTo>
                    <a:pt x="188" y="0"/>
                  </a:moveTo>
                  <a:lnTo>
                    <a:pt x="90" y="482"/>
                  </a:lnTo>
                  <a:lnTo>
                    <a:pt x="1" y="973"/>
                  </a:lnTo>
                  <a:lnTo>
                    <a:pt x="375" y="973"/>
                  </a:lnTo>
                  <a:lnTo>
                    <a:pt x="286" y="482"/>
                  </a:lnTo>
                  <a:lnTo>
                    <a:pt x="18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107"/>
            <p:cNvSpPr/>
            <p:nvPr/>
          </p:nvSpPr>
          <p:spPr>
            <a:xfrm>
              <a:off x="1901824" y="3244317"/>
              <a:ext cx="86380" cy="223547"/>
            </a:xfrm>
            <a:custGeom>
              <a:rect b="b" l="l" r="r" t="t"/>
              <a:pathLst>
                <a:path extrusionOk="0" h="973" w="376">
                  <a:moveTo>
                    <a:pt x="188" y="0"/>
                  </a:moveTo>
                  <a:lnTo>
                    <a:pt x="99" y="491"/>
                  </a:lnTo>
                  <a:lnTo>
                    <a:pt x="1" y="972"/>
                  </a:lnTo>
                  <a:lnTo>
                    <a:pt x="375" y="972"/>
                  </a:lnTo>
                  <a:lnTo>
                    <a:pt x="286" y="491"/>
                  </a:lnTo>
                  <a:lnTo>
                    <a:pt x="18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107"/>
            <p:cNvSpPr/>
            <p:nvPr/>
          </p:nvSpPr>
          <p:spPr>
            <a:xfrm>
              <a:off x="971421" y="3156096"/>
              <a:ext cx="387563" cy="313838"/>
            </a:xfrm>
            <a:custGeom>
              <a:rect b="b" l="l" r="r" t="t"/>
              <a:pathLst>
                <a:path extrusionOk="0" h="1366" w="1687">
                  <a:moveTo>
                    <a:pt x="0" y="0"/>
                  </a:moveTo>
                  <a:lnTo>
                    <a:pt x="0" y="1365"/>
                  </a:lnTo>
                  <a:lnTo>
                    <a:pt x="1687" y="1365"/>
                  </a:lnTo>
                  <a:lnTo>
                    <a:pt x="1687"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107"/>
            <p:cNvSpPr/>
            <p:nvPr/>
          </p:nvSpPr>
          <p:spPr>
            <a:xfrm>
              <a:off x="971421" y="3156096"/>
              <a:ext cx="387563" cy="73979"/>
            </a:xfrm>
            <a:custGeom>
              <a:rect b="b" l="l" r="r" t="t"/>
              <a:pathLst>
                <a:path extrusionOk="0" h="322" w="1687">
                  <a:moveTo>
                    <a:pt x="0" y="0"/>
                  </a:moveTo>
                  <a:lnTo>
                    <a:pt x="0" y="322"/>
                  </a:lnTo>
                  <a:lnTo>
                    <a:pt x="1687" y="322"/>
                  </a:lnTo>
                  <a:lnTo>
                    <a:pt x="16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107"/>
            <p:cNvSpPr/>
            <p:nvPr/>
          </p:nvSpPr>
          <p:spPr>
            <a:xfrm>
              <a:off x="1358745" y="3295550"/>
              <a:ext cx="584216" cy="211140"/>
            </a:xfrm>
            <a:custGeom>
              <a:rect b="b" l="l" r="r" t="t"/>
              <a:pathLst>
                <a:path extrusionOk="0" h="919" w="2543">
                  <a:moveTo>
                    <a:pt x="1" y="0"/>
                  </a:moveTo>
                  <a:lnTo>
                    <a:pt x="1" y="919"/>
                  </a:lnTo>
                  <a:lnTo>
                    <a:pt x="2543" y="919"/>
                  </a:lnTo>
                  <a:lnTo>
                    <a:pt x="2543"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107"/>
            <p:cNvSpPr/>
            <p:nvPr/>
          </p:nvSpPr>
          <p:spPr>
            <a:xfrm>
              <a:off x="1387461" y="3236046"/>
              <a:ext cx="555499" cy="59735"/>
            </a:xfrm>
            <a:custGeom>
              <a:rect b="b" l="l" r="r" t="t"/>
              <a:pathLst>
                <a:path extrusionOk="0" h="260" w="2418">
                  <a:moveTo>
                    <a:pt x="0" y="0"/>
                  </a:moveTo>
                  <a:lnTo>
                    <a:pt x="259" y="259"/>
                  </a:lnTo>
                  <a:lnTo>
                    <a:pt x="2418" y="259"/>
                  </a:lnTo>
                  <a:lnTo>
                    <a:pt x="215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107"/>
            <p:cNvSpPr/>
            <p:nvPr/>
          </p:nvSpPr>
          <p:spPr>
            <a:xfrm>
              <a:off x="725382" y="3504157"/>
              <a:ext cx="459470" cy="135782"/>
            </a:xfrm>
            <a:custGeom>
              <a:rect b="b" l="l" r="r" t="t"/>
              <a:pathLst>
                <a:path extrusionOk="0" h="591" w="2000">
                  <a:moveTo>
                    <a:pt x="100" y="1"/>
                  </a:moveTo>
                  <a:cubicBezTo>
                    <a:pt x="83" y="1"/>
                    <a:pt x="72" y="2"/>
                    <a:pt x="72" y="2"/>
                  </a:cubicBezTo>
                  <a:lnTo>
                    <a:pt x="1" y="591"/>
                  </a:lnTo>
                  <a:lnTo>
                    <a:pt x="1999" y="591"/>
                  </a:lnTo>
                  <a:lnTo>
                    <a:pt x="1999" y="323"/>
                  </a:lnTo>
                  <a:cubicBezTo>
                    <a:pt x="1867" y="194"/>
                    <a:pt x="1728" y="153"/>
                    <a:pt x="1606" y="153"/>
                  </a:cubicBezTo>
                  <a:cubicBezTo>
                    <a:pt x="1400" y="153"/>
                    <a:pt x="1241" y="270"/>
                    <a:pt x="1241" y="270"/>
                  </a:cubicBezTo>
                  <a:cubicBezTo>
                    <a:pt x="1199" y="247"/>
                    <a:pt x="1160" y="239"/>
                    <a:pt x="1125" y="239"/>
                  </a:cubicBezTo>
                  <a:cubicBezTo>
                    <a:pt x="1021" y="239"/>
                    <a:pt x="955" y="314"/>
                    <a:pt x="955" y="314"/>
                  </a:cubicBezTo>
                  <a:cubicBezTo>
                    <a:pt x="873" y="229"/>
                    <a:pt x="787" y="202"/>
                    <a:pt x="712" y="202"/>
                  </a:cubicBezTo>
                  <a:cubicBezTo>
                    <a:pt x="592" y="202"/>
                    <a:pt x="500" y="270"/>
                    <a:pt x="500" y="270"/>
                  </a:cubicBezTo>
                  <a:cubicBezTo>
                    <a:pt x="487" y="189"/>
                    <a:pt x="414" y="179"/>
                    <a:pt x="378" y="179"/>
                  </a:cubicBezTo>
                  <a:cubicBezTo>
                    <a:pt x="366" y="179"/>
                    <a:pt x="358" y="180"/>
                    <a:pt x="358" y="180"/>
                  </a:cubicBezTo>
                  <a:cubicBezTo>
                    <a:pt x="329" y="18"/>
                    <a:pt x="166" y="1"/>
                    <a:pt x="1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107"/>
            <p:cNvSpPr/>
            <p:nvPr/>
          </p:nvSpPr>
          <p:spPr>
            <a:xfrm>
              <a:off x="442585" y="2541302"/>
              <a:ext cx="442929" cy="707170"/>
            </a:xfrm>
            <a:custGeom>
              <a:rect b="b" l="l" r="r" t="t"/>
              <a:pathLst>
                <a:path extrusionOk="0" h="3078" w="1928">
                  <a:moveTo>
                    <a:pt x="1" y="0"/>
                  </a:moveTo>
                  <a:lnTo>
                    <a:pt x="1" y="3078"/>
                  </a:lnTo>
                  <a:lnTo>
                    <a:pt x="1928" y="3078"/>
                  </a:lnTo>
                  <a:lnTo>
                    <a:pt x="1928"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107"/>
            <p:cNvSpPr/>
            <p:nvPr/>
          </p:nvSpPr>
          <p:spPr>
            <a:xfrm>
              <a:off x="510355" y="2612982"/>
              <a:ext cx="55596" cy="96495"/>
            </a:xfrm>
            <a:custGeom>
              <a:rect b="b" l="l" r="r" t="t"/>
              <a:pathLst>
                <a:path extrusionOk="0" h="420" w="242">
                  <a:moveTo>
                    <a:pt x="0" y="0"/>
                  </a:moveTo>
                  <a:lnTo>
                    <a:pt x="0" y="420"/>
                  </a:lnTo>
                  <a:lnTo>
                    <a:pt x="241" y="420"/>
                  </a:lnTo>
                  <a:lnTo>
                    <a:pt x="24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107"/>
            <p:cNvSpPr/>
            <p:nvPr/>
          </p:nvSpPr>
          <p:spPr>
            <a:xfrm>
              <a:off x="631193" y="2709245"/>
              <a:ext cx="55596" cy="98563"/>
            </a:xfrm>
            <a:custGeom>
              <a:rect b="b" l="l" r="r" t="t"/>
              <a:pathLst>
                <a:path extrusionOk="0" h="429" w="242">
                  <a:moveTo>
                    <a:pt x="1" y="1"/>
                  </a:moveTo>
                  <a:lnTo>
                    <a:pt x="1" y="429"/>
                  </a:lnTo>
                  <a:lnTo>
                    <a:pt x="241" y="429"/>
                  </a:lnTo>
                  <a:lnTo>
                    <a:pt x="24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107"/>
            <p:cNvSpPr/>
            <p:nvPr/>
          </p:nvSpPr>
          <p:spPr>
            <a:xfrm>
              <a:off x="752030" y="2637565"/>
              <a:ext cx="55596" cy="98563"/>
            </a:xfrm>
            <a:custGeom>
              <a:rect b="b" l="l" r="r" t="t"/>
              <a:pathLst>
                <a:path extrusionOk="0" h="429" w="242">
                  <a:moveTo>
                    <a:pt x="1" y="0"/>
                  </a:moveTo>
                  <a:lnTo>
                    <a:pt x="1" y="429"/>
                  </a:lnTo>
                  <a:lnTo>
                    <a:pt x="242" y="429"/>
                  </a:lnTo>
                  <a:lnTo>
                    <a:pt x="24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107"/>
            <p:cNvSpPr/>
            <p:nvPr/>
          </p:nvSpPr>
          <p:spPr>
            <a:xfrm>
              <a:off x="487842" y="2824116"/>
              <a:ext cx="55366" cy="98563"/>
            </a:xfrm>
            <a:custGeom>
              <a:rect b="b" l="l" r="r" t="t"/>
              <a:pathLst>
                <a:path extrusionOk="0" h="429" w="241">
                  <a:moveTo>
                    <a:pt x="0" y="0"/>
                  </a:moveTo>
                  <a:lnTo>
                    <a:pt x="0" y="428"/>
                  </a:lnTo>
                  <a:lnTo>
                    <a:pt x="241" y="428"/>
                  </a:lnTo>
                  <a:lnTo>
                    <a:pt x="24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107"/>
            <p:cNvSpPr/>
            <p:nvPr/>
          </p:nvSpPr>
          <p:spPr>
            <a:xfrm>
              <a:off x="735720" y="2850767"/>
              <a:ext cx="55596" cy="98563"/>
            </a:xfrm>
            <a:custGeom>
              <a:rect b="b" l="l" r="r" t="t"/>
              <a:pathLst>
                <a:path extrusionOk="0" h="429" w="242">
                  <a:moveTo>
                    <a:pt x="1" y="0"/>
                  </a:moveTo>
                  <a:lnTo>
                    <a:pt x="1" y="428"/>
                  </a:lnTo>
                  <a:lnTo>
                    <a:pt x="241" y="428"/>
                  </a:lnTo>
                  <a:lnTo>
                    <a:pt x="24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107"/>
            <p:cNvSpPr/>
            <p:nvPr/>
          </p:nvSpPr>
          <p:spPr>
            <a:xfrm>
              <a:off x="582031" y="3018709"/>
              <a:ext cx="108894" cy="211370"/>
            </a:xfrm>
            <a:custGeom>
              <a:rect b="b" l="l" r="r" t="t"/>
              <a:pathLst>
                <a:path extrusionOk="0" h="920" w="474">
                  <a:moveTo>
                    <a:pt x="0" y="1"/>
                  </a:moveTo>
                  <a:lnTo>
                    <a:pt x="0" y="920"/>
                  </a:lnTo>
                  <a:lnTo>
                    <a:pt x="473" y="920"/>
                  </a:lnTo>
                  <a:lnTo>
                    <a:pt x="47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107"/>
            <p:cNvSpPr/>
            <p:nvPr/>
          </p:nvSpPr>
          <p:spPr>
            <a:xfrm>
              <a:off x="442585" y="2434701"/>
              <a:ext cx="498295" cy="106834"/>
            </a:xfrm>
            <a:custGeom>
              <a:rect b="b" l="l" r="r" t="t"/>
              <a:pathLst>
                <a:path extrusionOk="0" h="465" w="2169">
                  <a:moveTo>
                    <a:pt x="1" y="0"/>
                  </a:moveTo>
                  <a:lnTo>
                    <a:pt x="1" y="464"/>
                  </a:lnTo>
                  <a:lnTo>
                    <a:pt x="2169" y="464"/>
                  </a:lnTo>
                  <a:lnTo>
                    <a:pt x="170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107"/>
            <p:cNvSpPr/>
            <p:nvPr/>
          </p:nvSpPr>
          <p:spPr>
            <a:xfrm>
              <a:off x="657841" y="2914176"/>
              <a:ext cx="299345" cy="555765"/>
            </a:xfrm>
            <a:custGeom>
              <a:rect b="b" l="l" r="r" t="t"/>
              <a:pathLst>
                <a:path extrusionOk="0" h="2419" w="1303">
                  <a:moveTo>
                    <a:pt x="1" y="1"/>
                  </a:moveTo>
                  <a:lnTo>
                    <a:pt x="1" y="2418"/>
                  </a:lnTo>
                  <a:lnTo>
                    <a:pt x="1303" y="2418"/>
                  </a:lnTo>
                  <a:lnTo>
                    <a:pt x="1303"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107"/>
            <p:cNvSpPr/>
            <p:nvPr/>
          </p:nvSpPr>
          <p:spPr>
            <a:xfrm>
              <a:off x="956949" y="2840428"/>
              <a:ext cx="70069" cy="629515"/>
            </a:xfrm>
            <a:custGeom>
              <a:rect b="b" l="l" r="r" t="t"/>
              <a:pathLst>
                <a:path extrusionOk="0" h="2740" w="305">
                  <a:moveTo>
                    <a:pt x="304" y="1"/>
                  </a:moveTo>
                  <a:lnTo>
                    <a:pt x="1" y="322"/>
                  </a:lnTo>
                  <a:lnTo>
                    <a:pt x="1" y="2739"/>
                  </a:lnTo>
                  <a:lnTo>
                    <a:pt x="304" y="2739"/>
                  </a:lnTo>
                  <a:lnTo>
                    <a:pt x="304"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107"/>
            <p:cNvSpPr/>
            <p:nvPr/>
          </p:nvSpPr>
          <p:spPr>
            <a:xfrm>
              <a:off x="704936" y="2961273"/>
              <a:ext cx="37217" cy="68006"/>
            </a:xfrm>
            <a:custGeom>
              <a:rect b="b" l="l" r="r" t="t"/>
              <a:pathLst>
                <a:path extrusionOk="0" h="296" w="162">
                  <a:moveTo>
                    <a:pt x="1" y="1"/>
                  </a:moveTo>
                  <a:lnTo>
                    <a:pt x="1"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107"/>
            <p:cNvSpPr/>
            <p:nvPr/>
          </p:nvSpPr>
          <p:spPr>
            <a:xfrm>
              <a:off x="786949" y="3029048"/>
              <a:ext cx="37217" cy="65708"/>
            </a:xfrm>
            <a:custGeom>
              <a:rect b="b" l="l" r="r" t="t"/>
              <a:pathLst>
                <a:path extrusionOk="0" h="286" w="162">
                  <a:moveTo>
                    <a:pt x="1" y="0"/>
                  </a:moveTo>
                  <a:lnTo>
                    <a:pt x="1"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107"/>
            <p:cNvSpPr/>
            <p:nvPr/>
          </p:nvSpPr>
          <p:spPr>
            <a:xfrm>
              <a:off x="866895" y="2979882"/>
              <a:ext cx="37217" cy="65708"/>
            </a:xfrm>
            <a:custGeom>
              <a:rect b="b" l="l" r="r" t="t"/>
              <a:pathLst>
                <a:path extrusionOk="0" h="286" w="162">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107"/>
            <p:cNvSpPr/>
            <p:nvPr/>
          </p:nvSpPr>
          <p:spPr>
            <a:xfrm>
              <a:off x="688625" y="3133581"/>
              <a:ext cx="36987" cy="6570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107"/>
            <p:cNvSpPr/>
            <p:nvPr/>
          </p:nvSpPr>
          <p:spPr>
            <a:xfrm>
              <a:off x="885273" y="3104863"/>
              <a:ext cx="37217" cy="67776"/>
            </a:xfrm>
            <a:custGeom>
              <a:rect b="b" l="l" r="r" t="t"/>
              <a:pathLst>
                <a:path extrusionOk="0" h="295" w="162">
                  <a:moveTo>
                    <a:pt x="1" y="0"/>
                  </a:moveTo>
                  <a:lnTo>
                    <a:pt x="1"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107"/>
            <p:cNvSpPr/>
            <p:nvPr/>
          </p:nvSpPr>
          <p:spPr>
            <a:xfrm>
              <a:off x="815665" y="3199058"/>
              <a:ext cx="36987" cy="65938"/>
            </a:xfrm>
            <a:custGeom>
              <a:rect b="b" l="l" r="r" t="t"/>
              <a:pathLst>
                <a:path extrusionOk="0" h="287" w="161">
                  <a:moveTo>
                    <a:pt x="0" y="1"/>
                  </a:moveTo>
                  <a:lnTo>
                    <a:pt x="0" y="286"/>
                  </a:lnTo>
                  <a:lnTo>
                    <a:pt x="161" y="286"/>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107"/>
            <p:cNvSpPr/>
            <p:nvPr/>
          </p:nvSpPr>
          <p:spPr>
            <a:xfrm>
              <a:off x="815665" y="3326106"/>
              <a:ext cx="73975" cy="143824"/>
            </a:xfrm>
            <a:custGeom>
              <a:rect b="b" l="l" r="r" t="t"/>
              <a:pathLst>
                <a:path extrusionOk="0" h="626" w="322">
                  <a:moveTo>
                    <a:pt x="0" y="1"/>
                  </a:moveTo>
                  <a:lnTo>
                    <a:pt x="0" y="625"/>
                  </a:lnTo>
                  <a:lnTo>
                    <a:pt x="322" y="625"/>
                  </a:lnTo>
                  <a:lnTo>
                    <a:pt x="32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107"/>
            <p:cNvSpPr/>
            <p:nvPr/>
          </p:nvSpPr>
          <p:spPr>
            <a:xfrm>
              <a:off x="657841" y="2840428"/>
              <a:ext cx="369184" cy="73979"/>
            </a:xfrm>
            <a:custGeom>
              <a:rect b="b" l="l" r="r" t="t"/>
              <a:pathLst>
                <a:path extrusionOk="0" h="322" w="1607">
                  <a:moveTo>
                    <a:pt x="313" y="1"/>
                  </a:moveTo>
                  <a:lnTo>
                    <a:pt x="1" y="322"/>
                  </a:lnTo>
                  <a:lnTo>
                    <a:pt x="1303" y="322"/>
                  </a:lnTo>
                  <a:lnTo>
                    <a:pt x="160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107"/>
            <p:cNvSpPr/>
            <p:nvPr/>
          </p:nvSpPr>
          <p:spPr>
            <a:xfrm>
              <a:off x="-102" y="2281003"/>
              <a:ext cx="442929" cy="709238"/>
            </a:xfrm>
            <a:custGeom>
              <a:rect b="b" l="l" r="r" t="t"/>
              <a:pathLst>
                <a:path extrusionOk="0" h="3087" w="1928">
                  <a:moveTo>
                    <a:pt x="1" y="0"/>
                  </a:moveTo>
                  <a:lnTo>
                    <a:pt x="1" y="3087"/>
                  </a:lnTo>
                  <a:lnTo>
                    <a:pt x="1928" y="3087"/>
                  </a:lnTo>
                  <a:lnTo>
                    <a:pt x="1928"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107"/>
            <p:cNvSpPr/>
            <p:nvPr/>
          </p:nvSpPr>
          <p:spPr>
            <a:xfrm>
              <a:off x="67668" y="2352683"/>
              <a:ext cx="55596" cy="98563"/>
            </a:xfrm>
            <a:custGeom>
              <a:rect b="b" l="l" r="r" t="t"/>
              <a:pathLst>
                <a:path extrusionOk="0" h="429" w="242">
                  <a:moveTo>
                    <a:pt x="0" y="0"/>
                  </a:moveTo>
                  <a:lnTo>
                    <a:pt x="0" y="429"/>
                  </a:lnTo>
                  <a:lnTo>
                    <a:pt x="241" y="429"/>
                  </a:lnTo>
                  <a:lnTo>
                    <a:pt x="24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107"/>
            <p:cNvSpPr/>
            <p:nvPr/>
          </p:nvSpPr>
          <p:spPr>
            <a:xfrm>
              <a:off x="190573" y="2451013"/>
              <a:ext cx="53528" cy="98563"/>
            </a:xfrm>
            <a:custGeom>
              <a:rect b="b" l="l" r="r" t="t"/>
              <a:pathLst>
                <a:path extrusionOk="0" h="429" w="233">
                  <a:moveTo>
                    <a:pt x="1" y="1"/>
                  </a:moveTo>
                  <a:lnTo>
                    <a:pt x="1" y="429"/>
                  </a:lnTo>
                  <a:lnTo>
                    <a:pt x="232" y="429"/>
                  </a:lnTo>
                  <a:lnTo>
                    <a:pt x="23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107"/>
            <p:cNvSpPr/>
            <p:nvPr/>
          </p:nvSpPr>
          <p:spPr>
            <a:xfrm>
              <a:off x="309343" y="2379333"/>
              <a:ext cx="55596" cy="98563"/>
            </a:xfrm>
            <a:custGeom>
              <a:rect b="b" l="l" r="r" t="t"/>
              <a:pathLst>
                <a:path extrusionOk="0" h="429" w="242">
                  <a:moveTo>
                    <a:pt x="1" y="0"/>
                  </a:moveTo>
                  <a:lnTo>
                    <a:pt x="1" y="429"/>
                  </a:lnTo>
                  <a:lnTo>
                    <a:pt x="242" y="429"/>
                  </a:lnTo>
                  <a:lnTo>
                    <a:pt x="24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107"/>
            <p:cNvSpPr/>
            <p:nvPr/>
          </p:nvSpPr>
          <p:spPr>
            <a:xfrm>
              <a:off x="47222" y="2565885"/>
              <a:ext cx="53299" cy="98563"/>
            </a:xfrm>
            <a:custGeom>
              <a:rect b="b" l="l" r="r" t="t"/>
              <a:pathLst>
                <a:path extrusionOk="0" h="429" w="232">
                  <a:moveTo>
                    <a:pt x="0" y="0"/>
                  </a:moveTo>
                  <a:lnTo>
                    <a:pt x="0" y="428"/>
                  </a:lnTo>
                  <a:lnTo>
                    <a:pt x="232" y="428"/>
                  </a:lnTo>
                  <a:lnTo>
                    <a:pt x="23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107"/>
            <p:cNvSpPr/>
            <p:nvPr/>
          </p:nvSpPr>
          <p:spPr>
            <a:xfrm>
              <a:off x="293032" y="2592535"/>
              <a:ext cx="55596" cy="98563"/>
            </a:xfrm>
            <a:custGeom>
              <a:rect b="b" l="l" r="r" t="t"/>
              <a:pathLst>
                <a:path extrusionOk="0" h="429" w="242">
                  <a:moveTo>
                    <a:pt x="1" y="0"/>
                  </a:moveTo>
                  <a:lnTo>
                    <a:pt x="1" y="428"/>
                  </a:lnTo>
                  <a:lnTo>
                    <a:pt x="241" y="428"/>
                  </a:lnTo>
                  <a:lnTo>
                    <a:pt x="24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107"/>
            <p:cNvSpPr/>
            <p:nvPr/>
          </p:nvSpPr>
          <p:spPr>
            <a:xfrm>
              <a:off x="139343" y="2760477"/>
              <a:ext cx="110962" cy="211370"/>
            </a:xfrm>
            <a:custGeom>
              <a:rect b="b" l="l" r="r" t="t"/>
              <a:pathLst>
                <a:path extrusionOk="0" h="920" w="483">
                  <a:moveTo>
                    <a:pt x="0" y="1"/>
                  </a:moveTo>
                  <a:lnTo>
                    <a:pt x="0" y="920"/>
                  </a:lnTo>
                  <a:lnTo>
                    <a:pt x="482" y="920"/>
                  </a:lnTo>
                  <a:lnTo>
                    <a:pt x="48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107"/>
            <p:cNvSpPr/>
            <p:nvPr/>
          </p:nvSpPr>
          <p:spPr>
            <a:xfrm>
              <a:off x="-102" y="2819522"/>
              <a:ext cx="195045" cy="119470"/>
            </a:xfrm>
            <a:custGeom>
              <a:rect b="b" l="l" r="r" t="t"/>
              <a:pathLst>
                <a:path extrusionOk="0" h="520" w="849">
                  <a:moveTo>
                    <a:pt x="38" y="0"/>
                  </a:moveTo>
                  <a:cubicBezTo>
                    <a:pt x="15" y="0"/>
                    <a:pt x="1" y="2"/>
                    <a:pt x="1" y="2"/>
                  </a:cubicBezTo>
                  <a:lnTo>
                    <a:pt x="1" y="520"/>
                  </a:lnTo>
                  <a:lnTo>
                    <a:pt x="848" y="386"/>
                  </a:lnTo>
                  <a:cubicBezTo>
                    <a:pt x="792" y="250"/>
                    <a:pt x="688" y="217"/>
                    <a:pt x="603" y="217"/>
                  </a:cubicBezTo>
                  <a:cubicBezTo>
                    <a:pt x="527" y="217"/>
                    <a:pt x="465" y="243"/>
                    <a:pt x="465" y="243"/>
                  </a:cubicBezTo>
                  <a:cubicBezTo>
                    <a:pt x="438" y="179"/>
                    <a:pt x="379" y="166"/>
                    <a:pt x="336" y="166"/>
                  </a:cubicBezTo>
                  <a:cubicBezTo>
                    <a:pt x="308" y="166"/>
                    <a:pt x="286" y="172"/>
                    <a:pt x="286" y="172"/>
                  </a:cubicBezTo>
                  <a:cubicBezTo>
                    <a:pt x="233" y="20"/>
                    <a:pt x="102" y="0"/>
                    <a:pt x="38"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107"/>
            <p:cNvSpPr/>
            <p:nvPr/>
          </p:nvSpPr>
          <p:spPr>
            <a:xfrm>
              <a:off x="-102" y="2176470"/>
              <a:ext cx="498295" cy="104766"/>
            </a:xfrm>
            <a:custGeom>
              <a:rect b="b" l="l" r="r" t="t"/>
              <a:pathLst>
                <a:path extrusionOk="0" h="456" w="2169">
                  <a:moveTo>
                    <a:pt x="1" y="0"/>
                  </a:moveTo>
                  <a:lnTo>
                    <a:pt x="1" y="455"/>
                  </a:lnTo>
                  <a:lnTo>
                    <a:pt x="2169" y="455"/>
                  </a:lnTo>
                  <a:lnTo>
                    <a:pt x="170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107"/>
            <p:cNvSpPr/>
            <p:nvPr/>
          </p:nvSpPr>
          <p:spPr>
            <a:xfrm>
              <a:off x="219289" y="2653877"/>
              <a:ext cx="299345" cy="479948"/>
            </a:xfrm>
            <a:custGeom>
              <a:rect b="b" l="l" r="r" t="t"/>
              <a:pathLst>
                <a:path extrusionOk="0" h="2089" w="1303">
                  <a:moveTo>
                    <a:pt x="0" y="1"/>
                  </a:moveTo>
                  <a:lnTo>
                    <a:pt x="0" y="2088"/>
                  </a:lnTo>
                  <a:lnTo>
                    <a:pt x="1303" y="2088"/>
                  </a:lnTo>
                  <a:lnTo>
                    <a:pt x="1303"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107"/>
            <p:cNvSpPr/>
            <p:nvPr/>
          </p:nvSpPr>
          <p:spPr>
            <a:xfrm>
              <a:off x="518396" y="2582197"/>
              <a:ext cx="70069" cy="551630"/>
            </a:xfrm>
            <a:custGeom>
              <a:rect b="b" l="l" r="r" t="t"/>
              <a:pathLst>
                <a:path extrusionOk="0" h="2401" w="305">
                  <a:moveTo>
                    <a:pt x="304" y="1"/>
                  </a:moveTo>
                  <a:lnTo>
                    <a:pt x="1" y="313"/>
                  </a:lnTo>
                  <a:lnTo>
                    <a:pt x="1" y="2400"/>
                  </a:lnTo>
                  <a:lnTo>
                    <a:pt x="304" y="2400"/>
                  </a:lnTo>
                  <a:lnTo>
                    <a:pt x="304"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107"/>
            <p:cNvSpPr/>
            <p:nvPr/>
          </p:nvSpPr>
          <p:spPr>
            <a:xfrm>
              <a:off x="264316" y="2703042"/>
              <a:ext cx="37217" cy="65938"/>
            </a:xfrm>
            <a:custGeom>
              <a:rect b="b" l="l" r="r" t="t"/>
              <a:pathLst>
                <a:path extrusionOk="0" h="287" w="162">
                  <a:moveTo>
                    <a:pt x="1" y="1"/>
                  </a:moveTo>
                  <a:lnTo>
                    <a:pt x="1" y="286"/>
                  </a:lnTo>
                  <a:lnTo>
                    <a:pt x="161" y="286"/>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107"/>
            <p:cNvSpPr/>
            <p:nvPr/>
          </p:nvSpPr>
          <p:spPr>
            <a:xfrm>
              <a:off x="346329" y="2768748"/>
              <a:ext cx="37217" cy="67776"/>
            </a:xfrm>
            <a:custGeom>
              <a:rect b="b" l="l" r="r" t="t"/>
              <a:pathLst>
                <a:path extrusionOk="0" h="295" w="162">
                  <a:moveTo>
                    <a:pt x="1" y="0"/>
                  </a:moveTo>
                  <a:lnTo>
                    <a:pt x="1"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107"/>
            <p:cNvSpPr/>
            <p:nvPr/>
          </p:nvSpPr>
          <p:spPr>
            <a:xfrm>
              <a:off x="428342" y="2721651"/>
              <a:ext cx="36987" cy="6570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107"/>
            <p:cNvSpPr/>
            <p:nvPr/>
          </p:nvSpPr>
          <p:spPr>
            <a:xfrm>
              <a:off x="250072" y="2846631"/>
              <a:ext cx="36987" cy="6570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107"/>
            <p:cNvSpPr/>
            <p:nvPr/>
          </p:nvSpPr>
          <p:spPr>
            <a:xfrm>
              <a:off x="446720" y="2846631"/>
              <a:ext cx="37217" cy="65708"/>
            </a:xfrm>
            <a:custGeom>
              <a:rect b="b" l="l" r="r" t="t"/>
              <a:pathLst>
                <a:path extrusionOk="0" h="286" w="162">
                  <a:moveTo>
                    <a:pt x="1" y="0"/>
                  </a:moveTo>
                  <a:lnTo>
                    <a:pt x="1"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107"/>
            <p:cNvSpPr/>
            <p:nvPr/>
          </p:nvSpPr>
          <p:spPr>
            <a:xfrm>
              <a:off x="313478" y="2977815"/>
              <a:ext cx="73975" cy="143594"/>
            </a:xfrm>
            <a:custGeom>
              <a:rect b="b" l="l" r="r" t="t"/>
              <a:pathLst>
                <a:path extrusionOk="0" h="625" w="322">
                  <a:moveTo>
                    <a:pt x="1" y="0"/>
                  </a:moveTo>
                  <a:lnTo>
                    <a:pt x="1" y="625"/>
                  </a:lnTo>
                  <a:lnTo>
                    <a:pt x="322" y="625"/>
                  </a:lnTo>
                  <a:lnTo>
                    <a:pt x="32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107"/>
            <p:cNvSpPr/>
            <p:nvPr/>
          </p:nvSpPr>
          <p:spPr>
            <a:xfrm>
              <a:off x="219289" y="2582197"/>
              <a:ext cx="369184" cy="71912"/>
            </a:xfrm>
            <a:custGeom>
              <a:rect b="b" l="l" r="r" t="t"/>
              <a:pathLst>
                <a:path extrusionOk="0" h="313" w="1607">
                  <a:moveTo>
                    <a:pt x="313" y="1"/>
                  </a:moveTo>
                  <a:lnTo>
                    <a:pt x="0" y="313"/>
                  </a:lnTo>
                  <a:lnTo>
                    <a:pt x="1303" y="313"/>
                  </a:lnTo>
                  <a:lnTo>
                    <a:pt x="160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107"/>
            <p:cNvSpPr/>
            <p:nvPr/>
          </p:nvSpPr>
          <p:spPr>
            <a:xfrm>
              <a:off x="428342" y="3028358"/>
              <a:ext cx="194815" cy="119700"/>
            </a:xfrm>
            <a:custGeom>
              <a:rect b="b" l="l" r="r" t="t"/>
              <a:pathLst>
                <a:path extrusionOk="0" h="521" w="848">
                  <a:moveTo>
                    <a:pt x="38" y="1"/>
                  </a:moveTo>
                  <a:cubicBezTo>
                    <a:pt x="15" y="1"/>
                    <a:pt x="0" y="3"/>
                    <a:pt x="0" y="3"/>
                  </a:cubicBezTo>
                  <a:lnTo>
                    <a:pt x="0" y="521"/>
                  </a:lnTo>
                  <a:lnTo>
                    <a:pt x="848" y="378"/>
                  </a:lnTo>
                  <a:cubicBezTo>
                    <a:pt x="792" y="249"/>
                    <a:pt x="689" y="217"/>
                    <a:pt x="602" y="217"/>
                  </a:cubicBezTo>
                  <a:cubicBezTo>
                    <a:pt x="522" y="217"/>
                    <a:pt x="455" y="244"/>
                    <a:pt x="455" y="244"/>
                  </a:cubicBezTo>
                  <a:cubicBezTo>
                    <a:pt x="433" y="172"/>
                    <a:pt x="374" y="159"/>
                    <a:pt x="331" y="159"/>
                  </a:cubicBezTo>
                  <a:cubicBezTo>
                    <a:pt x="305" y="159"/>
                    <a:pt x="286" y="164"/>
                    <a:pt x="286" y="164"/>
                  </a:cubicBezTo>
                  <a:cubicBezTo>
                    <a:pt x="227" y="20"/>
                    <a:pt x="101" y="1"/>
                    <a:pt x="3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107"/>
            <p:cNvSpPr/>
            <p:nvPr/>
          </p:nvSpPr>
          <p:spPr>
            <a:xfrm>
              <a:off x="442585" y="3180678"/>
              <a:ext cx="299574" cy="479948"/>
            </a:xfrm>
            <a:custGeom>
              <a:rect b="b" l="l" r="r" t="t"/>
              <a:pathLst>
                <a:path extrusionOk="0" h="2089" w="1304">
                  <a:moveTo>
                    <a:pt x="1" y="1"/>
                  </a:moveTo>
                  <a:lnTo>
                    <a:pt x="1" y="2088"/>
                  </a:lnTo>
                  <a:lnTo>
                    <a:pt x="1303" y="2088"/>
                  </a:lnTo>
                  <a:lnTo>
                    <a:pt x="1303"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107"/>
            <p:cNvSpPr/>
            <p:nvPr/>
          </p:nvSpPr>
          <p:spPr>
            <a:xfrm>
              <a:off x="487842" y="3229843"/>
              <a:ext cx="36987" cy="65938"/>
            </a:xfrm>
            <a:custGeom>
              <a:rect b="b" l="l" r="r" t="t"/>
              <a:pathLst>
                <a:path extrusionOk="0" h="287" w="161">
                  <a:moveTo>
                    <a:pt x="0" y="1"/>
                  </a:moveTo>
                  <a:lnTo>
                    <a:pt x="0" y="286"/>
                  </a:lnTo>
                  <a:lnTo>
                    <a:pt x="161" y="286"/>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107"/>
            <p:cNvSpPr/>
            <p:nvPr/>
          </p:nvSpPr>
          <p:spPr>
            <a:xfrm>
              <a:off x="569625" y="3295550"/>
              <a:ext cx="37217" cy="67776"/>
            </a:xfrm>
            <a:custGeom>
              <a:rect b="b" l="l" r="r" t="t"/>
              <a:pathLst>
                <a:path extrusionOk="0" h="295" w="162">
                  <a:moveTo>
                    <a:pt x="1" y="0"/>
                  </a:moveTo>
                  <a:lnTo>
                    <a:pt x="1" y="294"/>
                  </a:lnTo>
                  <a:lnTo>
                    <a:pt x="161" y="294"/>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107"/>
            <p:cNvSpPr/>
            <p:nvPr/>
          </p:nvSpPr>
          <p:spPr>
            <a:xfrm>
              <a:off x="651639" y="3246385"/>
              <a:ext cx="37217" cy="67776"/>
            </a:xfrm>
            <a:custGeom>
              <a:rect b="b" l="l" r="r" t="t"/>
              <a:pathLst>
                <a:path extrusionOk="0" h="295" w="162">
                  <a:moveTo>
                    <a:pt x="1" y="0"/>
                  </a:moveTo>
                  <a:lnTo>
                    <a:pt x="1" y="294"/>
                  </a:lnTo>
                  <a:lnTo>
                    <a:pt x="161" y="294"/>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107"/>
            <p:cNvSpPr/>
            <p:nvPr/>
          </p:nvSpPr>
          <p:spPr>
            <a:xfrm>
              <a:off x="473369" y="3373433"/>
              <a:ext cx="37217" cy="65708"/>
            </a:xfrm>
            <a:custGeom>
              <a:rect b="b" l="l" r="r" t="t"/>
              <a:pathLst>
                <a:path extrusionOk="0" h="286" w="162">
                  <a:moveTo>
                    <a:pt x="1" y="0"/>
                  </a:moveTo>
                  <a:lnTo>
                    <a:pt x="1"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107"/>
            <p:cNvSpPr/>
            <p:nvPr/>
          </p:nvSpPr>
          <p:spPr>
            <a:xfrm>
              <a:off x="641531" y="3391812"/>
              <a:ext cx="36987" cy="6570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107"/>
            <p:cNvSpPr/>
            <p:nvPr/>
          </p:nvSpPr>
          <p:spPr>
            <a:xfrm>
              <a:off x="537004" y="3504616"/>
              <a:ext cx="73975" cy="143594"/>
            </a:xfrm>
            <a:custGeom>
              <a:rect b="b" l="l" r="r" t="t"/>
              <a:pathLst>
                <a:path extrusionOk="0" h="625" w="322">
                  <a:moveTo>
                    <a:pt x="0" y="0"/>
                  </a:moveTo>
                  <a:lnTo>
                    <a:pt x="0" y="625"/>
                  </a:lnTo>
                  <a:lnTo>
                    <a:pt x="321" y="625"/>
                  </a:lnTo>
                  <a:lnTo>
                    <a:pt x="32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107"/>
            <p:cNvSpPr/>
            <p:nvPr/>
          </p:nvSpPr>
          <p:spPr>
            <a:xfrm>
              <a:off x="442585" y="3108998"/>
              <a:ext cx="336332" cy="71912"/>
            </a:xfrm>
            <a:custGeom>
              <a:rect b="b" l="l" r="r" t="t"/>
              <a:pathLst>
                <a:path extrusionOk="0" h="313" w="1464">
                  <a:moveTo>
                    <a:pt x="1" y="0"/>
                  </a:moveTo>
                  <a:lnTo>
                    <a:pt x="1" y="313"/>
                  </a:lnTo>
                  <a:lnTo>
                    <a:pt x="1464" y="313"/>
                  </a:lnTo>
                  <a:lnTo>
                    <a:pt x="115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107"/>
            <p:cNvSpPr/>
            <p:nvPr/>
          </p:nvSpPr>
          <p:spPr>
            <a:xfrm>
              <a:off x="1231704" y="3108998"/>
              <a:ext cx="250181" cy="397697"/>
            </a:xfrm>
            <a:custGeom>
              <a:rect b="b" l="l" r="r" t="t"/>
              <a:pathLst>
                <a:path extrusionOk="0" h="1731" w="1089">
                  <a:moveTo>
                    <a:pt x="0" y="0"/>
                  </a:moveTo>
                  <a:lnTo>
                    <a:pt x="0" y="1731"/>
                  </a:lnTo>
                  <a:lnTo>
                    <a:pt x="1089" y="1731"/>
                  </a:lnTo>
                  <a:lnTo>
                    <a:pt x="1089"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107"/>
            <p:cNvSpPr/>
            <p:nvPr/>
          </p:nvSpPr>
          <p:spPr>
            <a:xfrm>
              <a:off x="1174272" y="3049495"/>
              <a:ext cx="57663" cy="457203"/>
            </a:xfrm>
            <a:custGeom>
              <a:rect b="b" l="l" r="r" t="t"/>
              <a:pathLst>
                <a:path extrusionOk="0" h="1990" w="251">
                  <a:moveTo>
                    <a:pt x="1" y="1"/>
                  </a:moveTo>
                  <a:lnTo>
                    <a:pt x="1" y="1990"/>
                  </a:lnTo>
                  <a:lnTo>
                    <a:pt x="250" y="1990"/>
                  </a:lnTo>
                  <a:lnTo>
                    <a:pt x="250" y="259"/>
                  </a:lnTo>
                  <a:lnTo>
                    <a:pt x="1"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107"/>
            <p:cNvSpPr/>
            <p:nvPr/>
          </p:nvSpPr>
          <p:spPr>
            <a:xfrm>
              <a:off x="1412042" y="3149893"/>
              <a:ext cx="31014" cy="55599"/>
            </a:xfrm>
            <a:custGeom>
              <a:rect b="b" l="l" r="r" t="t"/>
              <a:pathLst>
                <a:path extrusionOk="0" h="242" w="135">
                  <a:moveTo>
                    <a:pt x="0" y="1"/>
                  </a:moveTo>
                  <a:lnTo>
                    <a:pt x="0" y="242"/>
                  </a:lnTo>
                  <a:lnTo>
                    <a:pt x="134" y="242"/>
                  </a:lnTo>
                  <a:lnTo>
                    <a:pt x="13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107"/>
            <p:cNvSpPr/>
            <p:nvPr/>
          </p:nvSpPr>
          <p:spPr>
            <a:xfrm>
              <a:off x="1344501" y="3205261"/>
              <a:ext cx="30784" cy="53532"/>
            </a:xfrm>
            <a:custGeom>
              <a:rect b="b" l="l" r="r" t="t"/>
              <a:pathLst>
                <a:path extrusionOk="0" h="233" w="134">
                  <a:moveTo>
                    <a:pt x="0" y="1"/>
                  </a:moveTo>
                  <a:lnTo>
                    <a:pt x="0" y="233"/>
                  </a:lnTo>
                  <a:lnTo>
                    <a:pt x="134" y="233"/>
                  </a:lnTo>
                  <a:lnTo>
                    <a:pt x="13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107"/>
            <p:cNvSpPr/>
            <p:nvPr/>
          </p:nvSpPr>
          <p:spPr>
            <a:xfrm>
              <a:off x="1276731" y="3164366"/>
              <a:ext cx="31014" cy="55599"/>
            </a:xfrm>
            <a:custGeom>
              <a:rect b="b" l="l" r="r" t="t"/>
              <a:pathLst>
                <a:path extrusionOk="0" h="242" w="135">
                  <a:moveTo>
                    <a:pt x="1" y="0"/>
                  </a:moveTo>
                  <a:lnTo>
                    <a:pt x="1" y="241"/>
                  </a:lnTo>
                  <a:lnTo>
                    <a:pt x="134" y="241"/>
                  </a:lnTo>
                  <a:lnTo>
                    <a:pt x="134"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107"/>
            <p:cNvSpPr/>
            <p:nvPr/>
          </p:nvSpPr>
          <p:spPr>
            <a:xfrm>
              <a:off x="1424217" y="3268900"/>
              <a:ext cx="31014" cy="55370"/>
            </a:xfrm>
            <a:custGeom>
              <a:rect b="b" l="l" r="r" t="t"/>
              <a:pathLst>
                <a:path extrusionOk="0" h="241" w="135">
                  <a:moveTo>
                    <a:pt x="1" y="0"/>
                  </a:moveTo>
                  <a:lnTo>
                    <a:pt x="1" y="241"/>
                  </a:lnTo>
                  <a:lnTo>
                    <a:pt x="135" y="241"/>
                  </a:lnTo>
                  <a:lnTo>
                    <a:pt x="13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107"/>
            <p:cNvSpPr/>
            <p:nvPr/>
          </p:nvSpPr>
          <p:spPr>
            <a:xfrm>
              <a:off x="1049300" y="3320132"/>
              <a:ext cx="31014" cy="55600"/>
            </a:xfrm>
            <a:custGeom>
              <a:rect b="b" l="l" r="r" t="t"/>
              <a:pathLst>
                <a:path extrusionOk="0" h="242" w="135">
                  <a:moveTo>
                    <a:pt x="0" y="0"/>
                  </a:moveTo>
                  <a:lnTo>
                    <a:pt x="0" y="241"/>
                  </a:lnTo>
                  <a:lnTo>
                    <a:pt x="134" y="241"/>
                  </a:lnTo>
                  <a:lnTo>
                    <a:pt x="134"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107"/>
            <p:cNvSpPr/>
            <p:nvPr/>
          </p:nvSpPr>
          <p:spPr>
            <a:xfrm>
              <a:off x="1112705" y="3262697"/>
              <a:ext cx="31014" cy="55599"/>
            </a:xfrm>
            <a:custGeom>
              <a:rect b="b" l="l" r="r" t="t"/>
              <a:pathLst>
                <a:path extrusionOk="0" h="242" w="135">
                  <a:moveTo>
                    <a:pt x="1" y="0"/>
                  </a:moveTo>
                  <a:lnTo>
                    <a:pt x="1" y="241"/>
                  </a:lnTo>
                  <a:lnTo>
                    <a:pt x="135" y="241"/>
                  </a:lnTo>
                  <a:lnTo>
                    <a:pt x="13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107"/>
            <p:cNvSpPr/>
            <p:nvPr/>
          </p:nvSpPr>
          <p:spPr>
            <a:xfrm>
              <a:off x="1518636" y="3334377"/>
              <a:ext cx="31014" cy="55600"/>
            </a:xfrm>
            <a:custGeom>
              <a:rect b="b" l="l" r="r" t="t"/>
              <a:pathLst>
                <a:path extrusionOk="0" h="242" w="135">
                  <a:moveTo>
                    <a:pt x="0" y="1"/>
                  </a:moveTo>
                  <a:lnTo>
                    <a:pt x="0" y="241"/>
                  </a:lnTo>
                  <a:lnTo>
                    <a:pt x="134" y="241"/>
                  </a:lnTo>
                  <a:lnTo>
                    <a:pt x="13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107"/>
            <p:cNvSpPr/>
            <p:nvPr/>
          </p:nvSpPr>
          <p:spPr>
            <a:xfrm>
              <a:off x="1764446" y="3320132"/>
              <a:ext cx="31014" cy="55600"/>
            </a:xfrm>
            <a:custGeom>
              <a:rect b="b" l="l" r="r" t="t"/>
              <a:pathLst>
                <a:path extrusionOk="0" h="242" w="135">
                  <a:moveTo>
                    <a:pt x="1" y="0"/>
                  </a:moveTo>
                  <a:lnTo>
                    <a:pt x="1" y="241"/>
                  </a:lnTo>
                  <a:lnTo>
                    <a:pt x="135" y="241"/>
                  </a:lnTo>
                  <a:lnTo>
                    <a:pt x="13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107"/>
            <p:cNvSpPr/>
            <p:nvPr/>
          </p:nvSpPr>
          <p:spPr>
            <a:xfrm>
              <a:off x="1598582" y="3387677"/>
              <a:ext cx="31014" cy="55600"/>
            </a:xfrm>
            <a:custGeom>
              <a:rect b="b" l="l" r="r" t="t"/>
              <a:pathLst>
                <a:path extrusionOk="0" h="242" w="135">
                  <a:moveTo>
                    <a:pt x="0" y="1"/>
                  </a:moveTo>
                  <a:lnTo>
                    <a:pt x="0" y="241"/>
                  </a:lnTo>
                  <a:lnTo>
                    <a:pt x="134" y="241"/>
                  </a:lnTo>
                  <a:lnTo>
                    <a:pt x="13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107"/>
            <p:cNvSpPr/>
            <p:nvPr/>
          </p:nvSpPr>
          <p:spPr>
            <a:xfrm>
              <a:off x="1863000" y="3328173"/>
              <a:ext cx="30784" cy="55600"/>
            </a:xfrm>
            <a:custGeom>
              <a:rect b="b" l="l" r="r" t="t"/>
              <a:pathLst>
                <a:path extrusionOk="0" h="242" w="134">
                  <a:moveTo>
                    <a:pt x="0" y="1"/>
                  </a:moveTo>
                  <a:lnTo>
                    <a:pt x="0" y="242"/>
                  </a:lnTo>
                  <a:lnTo>
                    <a:pt x="134" y="242"/>
                  </a:lnTo>
                  <a:lnTo>
                    <a:pt x="13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107"/>
            <p:cNvSpPr/>
            <p:nvPr/>
          </p:nvSpPr>
          <p:spPr>
            <a:xfrm>
              <a:off x="1813608" y="3414327"/>
              <a:ext cx="31014" cy="55600"/>
            </a:xfrm>
            <a:custGeom>
              <a:rect b="b" l="l" r="r" t="t"/>
              <a:pathLst>
                <a:path extrusionOk="0" h="242" w="135">
                  <a:moveTo>
                    <a:pt x="1" y="1"/>
                  </a:moveTo>
                  <a:lnTo>
                    <a:pt x="1" y="241"/>
                  </a:lnTo>
                  <a:lnTo>
                    <a:pt x="135" y="241"/>
                  </a:lnTo>
                  <a:lnTo>
                    <a:pt x="13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107"/>
            <p:cNvSpPr/>
            <p:nvPr/>
          </p:nvSpPr>
          <p:spPr>
            <a:xfrm>
              <a:off x="1260421" y="3268900"/>
              <a:ext cx="31014" cy="55370"/>
            </a:xfrm>
            <a:custGeom>
              <a:rect b="b" l="l" r="r" t="t"/>
              <a:pathLst>
                <a:path extrusionOk="0" h="241" w="135">
                  <a:moveTo>
                    <a:pt x="0" y="0"/>
                  </a:moveTo>
                  <a:lnTo>
                    <a:pt x="0" y="241"/>
                  </a:lnTo>
                  <a:lnTo>
                    <a:pt x="134" y="241"/>
                  </a:lnTo>
                  <a:lnTo>
                    <a:pt x="134"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107"/>
            <p:cNvSpPr/>
            <p:nvPr/>
          </p:nvSpPr>
          <p:spPr>
            <a:xfrm>
              <a:off x="1340366" y="3387677"/>
              <a:ext cx="61569" cy="119011"/>
            </a:xfrm>
            <a:custGeom>
              <a:rect b="b" l="l" r="r" t="t"/>
              <a:pathLst>
                <a:path extrusionOk="0" h="518" w="268">
                  <a:moveTo>
                    <a:pt x="0" y="1"/>
                  </a:moveTo>
                  <a:lnTo>
                    <a:pt x="0" y="518"/>
                  </a:lnTo>
                  <a:lnTo>
                    <a:pt x="268" y="518"/>
                  </a:lnTo>
                  <a:lnTo>
                    <a:pt x="26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107"/>
            <p:cNvSpPr/>
            <p:nvPr/>
          </p:nvSpPr>
          <p:spPr>
            <a:xfrm>
              <a:off x="1680595" y="3387677"/>
              <a:ext cx="61569" cy="119011"/>
            </a:xfrm>
            <a:custGeom>
              <a:rect b="b" l="l" r="r" t="t"/>
              <a:pathLst>
                <a:path extrusionOk="0" h="518" w="268">
                  <a:moveTo>
                    <a:pt x="0" y="1"/>
                  </a:moveTo>
                  <a:lnTo>
                    <a:pt x="0" y="518"/>
                  </a:lnTo>
                  <a:lnTo>
                    <a:pt x="268" y="518"/>
                  </a:lnTo>
                  <a:lnTo>
                    <a:pt x="26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107"/>
            <p:cNvSpPr/>
            <p:nvPr/>
          </p:nvSpPr>
          <p:spPr>
            <a:xfrm>
              <a:off x="1174272" y="3049495"/>
              <a:ext cx="307615" cy="59735"/>
            </a:xfrm>
            <a:custGeom>
              <a:rect b="b" l="l" r="r" t="t"/>
              <a:pathLst>
                <a:path extrusionOk="0" h="260" w="1339">
                  <a:moveTo>
                    <a:pt x="1" y="1"/>
                  </a:moveTo>
                  <a:lnTo>
                    <a:pt x="250" y="259"/>
                  </a:lnTo>
                  <a:lnTo>
                    <a:pt x="1339" y="259"/>
                  </a:lnTo>
                  <a:lnTo>
                    <a:pt x="107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107"/>
            <p:cNvSpPr/>
            <p:nvPr/>
          </p:nvSpPr>
          <p:spPr>
            <a:xfrm>
              <a:off x="1436623" y="3356891"/>
              <a:ext cx="88448" cy="223776"/>
            </a:xfrm>
            <a:custGeom>
              <a:rect b="b" l="l" r="r" t="t"/>
              <a:pathLst>
                <a:path extrusionOk="0" h="974" w="385">
                  <a:moveTo>
                    <a:pt x="197" y="1"/>
                  </a:moveTo>
                  <a:lnTo>
                    <a:pt x="99" y="482"/>
                  </a:lnTo>
                  <a:lnTo>
                    <a:pt x="1" y="973"/>
                  </a:lnTo>
                  <a:lnTo>
                    <a:pt x="384" y="973"/>
                  </a:lnTo>
                  <a:lnTo>
                    <a:pt x="286" y="482"/>
                  </a:lnTo>
                  <a:lnTo>
                    <a:pt x="197"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107"/>
            <p:cNvSpPr/>
            <p:nvPr/>
          </p:nvSpPr>
          <p:spPr>
            <a:xfrm>
              <a:off x="2008418" y="3174475"/>
              <a:ext cx="86380" cy="223777"/>
            </a:xfrm>
            <a:custGeom>
              <a:rect b="b" l="l" r="r" t="t"/>
              <a:pathLst>
                <a:path extrusionOk="0" h="974" w="376">
                  <a:moveTo>
                    <a:pt x="188" y="1"/>
                  </a:moveTo>
                  <a:lnTo>
                    <a:pt x="90" y="483"/>
                  </a:lnTo>
                  <a:lnTo>
                    <a:pt x="0" y="973"/>
                  </a:lnTo>
                  <a:lnTo>
                    <a:pt x="375" y="973"/>
                  </a:lnTo>
                  <a:lnTo>
                    <a:pt x="277" y="483"/>
                  </a:lnTo>
                  <a:lnTo>
                    <a:pt x="18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107"/>
            <p:cNvSpPr/>
            <p:nvPr/>
          </p:nvSpPr>
          <p:spPr>
            <a:xfrm>
              <a:off x="2104675" y="3326106"/>
              <a:ext cx="110962" cy="285120"/>
            </a:xfrm>
            <a:custGeom>
              <a:rect b="b" l="l" r="r" t="t"/>
              <a:pathLst>
                <a:path extrusionOk="0" h="1241" w="483">
                  <a:moveTo>
                    <a:pt x="242" y="1"/>
                  </a:moveTo>
                  <a:lnTo>
                    <a:pt x="126" y="625"/>
                  </a:lnTo>
                  <a:lnTo>
                    <a:pt x="1" y="1241"/>
                  </a:lnTo>
                  <a:lnTo>
                    <a:pt x="483" y="1241"/>
                  </a:lnTo>
                  <a:lnTo>
                    <a:pt x="358" y="625"/>
                  </a:lnTo>
                  <a:lnTo>
                    <a:pt x="242"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107"/>
            <p:cNvSpPr/>
            <p:nvPr/>
          </p:nvSpPr>
          <p:spPr>
            <a:xfrm>
              <a:off x="2330268" y="3266832"/>
              <a:ext cx="78110" cy="203099"/>
            </a:xfrm>
            <a:custGeom>
              <a:rect b="b" l="l" r="r" t="t"/>
              <a:pathLst>
                <a:path extrusionOk="0" h="884" w="340">
                  <a:moveTo>
                    <a:pt x="170" y="0"/>
                  </a:moveTo>
                  <a:lnTo>
                    <a:pt x="80" y="437"/>
                  </a:lnTo>
                  <a:lnTo>
                    <a:pt x="0" y="883"/>
                  </a:lnTo>
                  <a:lnTo>
                    <a:pt x="339" y="883"/>
                  </a:lnTo>
                  <a:lnTo>
                    <a:pt x="259" y="437"/>
                  </a:lnTo>
                  <a:lnTo>
                    <a:pt x="17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107"/>
            <p:cNvSpPr/>
            <p:nvPr/>
          </p:nvSpPr>
          <p:spPr>
            <a:xfrm>
              <a:off x="1496122" y="2854902"/>
              <a:ext cx="88218" cy="223547"/>
            </a:xfrm>
            <a:custGeom>
              <a:rect b="b" l="l" r="r" t="t"/>
              <a:pathLst>
                <a:path extrusionOk="0" h="973" w="384">
                  <a:moveTo>
                    <a:pt x="196" y="0"/>
                  </a:moveTo>
                  <a:lnTo>
                    <a:pt x="98" y="491"/>
                  </a:lnTo>
                  <a:lnTo>
                    <a:pt x="0" y="972"/>
                  </a:lnTo>
                  <a:lnTo>
                    <a:pt x="384" y="972"/>
                  </a:lnTo>
                  <a:lnTo>
                    <a:pt x="286" y="491"/>
                  </a:lnTo>
                  <a:lnTo>
                    <a:pt x="196"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107"/>
            <p:cNvSpPr/>
            <p:nvPr/>
          </p:nvSpPr>
          <p:spPr>
            <a:xfrm>
              <a:off x="1420312" y="2883390"/>
              <a:ext cx="57434" cy="147959"/>
            </a:xfrm>
            <a:custGeom>
              <a:rect b="b" l="l" r="r" t="t"/>
              <a:pathLst>
                <a:path extrusionOk="0" h="644" w="250">
                  <a:moveTo>
                    <a:pt x="125" y="1"/>
                  </a:moveTo>
                  <a:lnTo>
                    <a:pt x="63" y="322"/>
                  </a:lnTo>
                  <a:lnTo>
                    <a:pt x="0" y="643"/>
                  </a:lnTo>
                  <a:lnTo>
                    <a:pt x="250" y="643"/>
                  </a:lnTo>
                  <a:lnTo>
                    <a:pt x="187" y="322"/>
                  </a:lnTo>
                  <a:lnTo>
                    <a:pt x="125"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107"/>
            <p:cNvSpPr/>
            <p:nvPr/>
          </p:nvSpPr>
          <p:spPr>
            <a:xfrm>
              <a:off x="-102" y="3002397"/>
              <a:ext cx="442929" cy="707400"/>
            </a:xfrm>
            <a:custGeom>
              <a:rect b="b" l="l" r="r" t="t"/>
              <a:pathLst>
                <a:path extrusionOk="0" h="3079" w="1928">
                  <a:moveTo>
                    <a:pt x="1" y="0"/>
                  </a:moveTo>
                  <a:lnTo>
                    <a:pt x="1" y="3078"/>
                  </a:lnTo>
                  <a:lnTo>
                    <a:pt x="1928" y="3078"/>
                  </a:lnTo>
                  <a:lnTo>
                    <a:pt x="1928"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107"/>
            <p:cNvSpPr/>
            <p:nvPr/>
          </p:nvSpPr>
          <p:spPr>
            <a:xfrm>
              <a:off x="67668" y="3074077"/>
              <a:ext cx="55596" cy="98563"/>
            </a:xfrm>
            <a:custGeom>
              <a:rect b="b" l="l" r="r" t="t"/>
              <a:pathLst>
                <a:path extrusionOk="0" h="429" w="242">
                  <a:moveTo>
                    <a:pt x="0" y="1"/>
                  </a:moveTo>
                  <a:lnTo>
                    <a:pt x="0" y="429"/>
                  </a:lnTo>
                  <a:lnTo>
                    <a:pt x="241" y="429"/>
                  </a:lnTo>
                  <a:lnTo>
                    <a:pt x="24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107"/>
            <p:cNvSpPr/>
            <p:nvPr/>
          </p:nvSpPr>
          <p:spPr>
            <a:xfrm>
              <a:off x="190573" y="3172407"/>
              <a:ext cx="53528" cy="98792"/>
            </a:xfrm>
            <a:custGeom>
              <a:rect b="b" l="l" r="r" t="t"/>
              <a:pathLst>
                <a:path extrusionOk="0" h="430" w="233">
                  <a:moveTo>
                    <a:pt x="1" y="1"/>
                  </a:moveTo>
                  <a:lnTo>
                    <a:pt x="1" y="429"/>
                  </a:lnTo>
                  <a:lnTo>
                    <a:pt x="232" y="429"/>
                  </a:lnTo>
                  <a:lnTo>
                    <a:pt x="23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107"/>
            <p:cNvSpPr/>
            <p:nvPr/>
          </p:nvSpPr>
          <p:spPr>
            <a:xfrm>
              <a:off x="309343" y="3100727"/>
              <a:ext cx="55596" cy="98563"/>
            </a:xfrm>
            <a:custGeom>
              <a:rect b="b" l="l" r="r" t="t"/>
              <a:pathLst>
                <a:path extrusionOk="0" h="429" w="242">
                  <a:moveTo>
                    <a:pt x="1" y="1"/>
                  </a:moveTo>
                  <a:lnTo>
                    <a:pt x="1" y="429"/>
                  </a:lnTo>
                  <a:lnTo>
                    <a:pt x="242" y="429"/>
                  </a:lnTo>
                  <a:lnTo>
                    <a:pt x="24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107"/>
            <p:cNvSpPr/>
            <p:nvPr/>
          </p:nvSpPr>
          <p:spPr>
            <a:xfrm>
              <a:off x="47222" y="3285211"/>
              <a:ext cx="53299" cy="98563"/>
            </a:xfrm>
            <a:custGeom>
              <a:rect b="b" l="l" r="r" t="t"/>
              <a:pathLst>
                <a:path extrusionOk="0" h="429" w="232">
                  <a:moveTo>
                    <a:pt x="0" y="1"/>
                  </a:moveTo>
                  <a:lnTo>
                    <a:pt x="0" y="429"/>
                  </a:lnTo>
                  <a:lnTo>
                    <a:pt x="232" y="429"/>
                  </a:lnTo>
                  <a:lnTo>
                    <a:pt x="23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107"/>
            <p:cNvSpPr/>
            <p:nvPr/>
          </p:nvSpPr>
          <p:spPr>
            <a:xfrm>
              <a:off x="293032" y="3313929"/>
              <a:ext cx="55596" cy="98563"/>
            </a:xfrm>
            <a:custGeom>
              <a:rect b="b" l="l" r="r" t="t"/>
              <a:pathLst>
                <a:path extrusionOk="0" h="429" w="242">
                  <a:moveTo>
                    <a:pt x="1" y="0"/>
                  </a:moveTo>
                  <a:lnTo>
                    <a:pt x="1" y="429"/>
                  </a:lnTo>
                  <a:lnTo>
                    <a:pt x="241" y="429"/>
                  </a:lnTo>
                  <a:lnTo>
                    <a:pt x="24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107"/>
            <p:cNvSpPr/>
            <p:nvPr/>
          </p:nvSpPr>
          <p:spPr>
            <a:xfrm>
              <a:off x="139343" y="3481872"/>
              <a:ext cx="110962" cy="209302"/>
            </a:xfrm>
            <a:custGeom>
              <a:rect b="b" l="l" r="r" t="t"/>
              <a:pathLst>
                <a:path extrusionOk="0" h="911" w="483">
                  <a:moveTo>
                    <a:pt x="0" y="1"/>
                  </a:moveTo>
                  <a:lnTo>
                    <a:pt x="0" y="911"/>
                  </a:lnTo>
                  <a:lnTo>
                    <a:pt x="482" y="911"/>
                  </a:lnTo>
                  <a:lnTo>
                    <a:pt x="48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107"/>
            <p:cNvSpPr/>
            <p:nvPr/>
          </p:nvSpPr>
          <p:spPr>
            <a:xfrm>
              <a:off x="-102" y="2895796"/>
              <a:ext cx="498295" cy="106834"/>
            </a:xfrm>
            <a:custGeom>
              <a:rect b="b" l="l" r="r" t="t"/>
              <a:pathLst>
                <a:path extrusionOk="0" h="465" w="2169">
                  <a:moveTo>
                    <a:pt x="1" y="1"/>
                  </a:moveTo>
                  <a:lnTo>
                    <a:pt x="1" y="464"/>
                  </a:lnTo>
                  <a:lnTo>
                    <a:pt x="2169" y="464"/>
                  </a:lnTo>
                  <a:lnTo>
                    <a:pt x="17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107"/>
            <p:cNvSpPr/>
            <p:nvPr/>
          </p:nvSpPr>
          <p:spPr>
            <a:xfrm>
              <a:off x="-102" y="3579742"/>
              <a:ext cx="195045" cy="119700"/>
            </a:xfrm>
            <a:custGeom>
              <a:rect b="b" l="l" r="r" t="t"/>
              <a:pathLst>
                <a:path extrusionOk="0" h="521" w="849">
                  <a:moveTo>
                    <a:pt x="38" y="1"/>
                  </a:moveTo>
                  <a:cubicBezTo>
                    <a:pt x="15" y="1"/>
                    <a:pt x="1" y="3"/>
                    <a:pt x="1" y="3"/>
                  </a:cubicBezTo>
                  <a:lnTo>
                    <a:pt x="1" y="521"/>
                  </a:lnTo>
                  <a:lnTo>
                    <a:pt x="848" y="387"/>
                  </a:lnTo>
                  <a:cubicBezTo>
                    <a:pt x="792" y="250"/>
                    <a:pt x="688" y="218"/>
                    <a:pt x="603" y="218"/>
                  </a:cubicBezTo>
                  <a:cubicBezTo>
                    <a:pt x="527" y="218"/>
                    <a:pt x="465" y="244"/>
                    <a:pt x="465" y="244"/>
                  </a:cubicBezTo>
                  <a:cubicBezTo>
                    <a:pt x="438" y="180"/>
                    <a:pt x="379" y="167"/>
                    <a:pt x="336" y="167"/>
                  </a:cubicBezTo>
                  <a:cubicBezTo>
                    <a:pt x="308" y="167"/>
                    <a:pt x="286" y="173"/>
                    <a:pt x="286" y="173"/>
                  </a:cubicBezTo>
                  <a:cubicBezTo>
                    <a:pt x="233" y="20"/>
                    <a:pt x="102" y="1"/>
                    <a:pt x="3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107"/>
            <p:cNvSpPr/>
            <p:nvPr/>
          </p:nvSpPr>
          <p:spPr>
            <a:xfrm>
              <a:off x="2192891" y="3495656"/>
              <a:ext cx="192748" cy="119700"/>
            </a:xfrm>
            <a:custGeom>
              <a:rect b="b" l="l" r="r" t="t"/>
              <a:pathLst>
                <a:path extrusionOk="0" h="521" w="839">
                  <a:moveTo>
                    <a:pt x="36" y="1"/>
                  </a:moveTo>
                  <a:cubicBezTo>
                    <a:pt x="14" y="1"/>
                    <a:pt x="0" y="3"/>
                    <a:pt x="0" y="3"/>
                  </a:cubicBezTo>
                  <a:lnTo>
                    <a:pt x="0" y="521"/>
                  </a:lnTo>
                  <a:lnTo>
                    <a:pt x="839" y="387"/>
                  </a:lnTo>
                  <a:cubicBezTo>
                    <a:pt x="783" y="251"/>
                    <a:pt x="679" y="218"/>
                    <a:pt x="594" y="218"/>
                  </a:cubicBezTo>
                  <a:cubicBezTo>
                    <a:pt x="517" y="218"/>
                    <a:pt x="455" y="244"/>
                    <a:pt x="455" y="244"/>
                  </a:cubicBezTo>
                  <a:cubicBezTo>
                    <a:pt x="429" y="180"/>
                    <a:pt x="373" y="167"/>
                    <a:pt x="333" y="167"/>
                  </a:cubicBezTo>
                  <a:cubicBezTo>
                    <a:pt x="306" y="167"/>
                    <a:pt x="286" y="173"/>
                    <a:pt x="286" y="173"/>
                  </a:cubicBezTo>
                  <a:cubicBezTo>
                    <a:pt x="226" y="21"/>
                    <a:pt x="98" y="1"/>
                    <a:pt x="36"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107"/>
            <p:cNvSpPr/>
            <p:nvPr/>
          </p:nvSpPr>
          <p:spPr>
            <a:xfrm>
              <a:off x="403761" y="3459357"/>
              <a:ext cx="86151" cy="223776"/>
            </a:xfrm>
            <a:custGeom>
              <a:rect b="b" l="l" r="r" t="t"/>
              <a:pathLst>
                <a:path extrusionOk="0" h="974" w="375">
                  <a:moveTo>
                    <a:pt x="188" y="1"/>
                  </a:moveTo>
                  <a:lnTo>
                    <a:pt x="90" y="491"/>
                  </a:lnTo>
                  <a:lnTo>
                    <a:pt x="0" y="973"/>
                  </a:lnTo>
                  <a:lnTo>
                    <a:pt x="375" y="973"/>
                  </a:lnTo>
                  <a:lnTo>
                    <a:pt x="277" y="491"/>
                  </a:lnTo>
                  <a:lnTo>
                    <a:pt x="18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107"/>
            <p:cNvSpPr/>
            <p:nvPr/>
          </p:nvSpPr>
          <p:spPr>
            <a:xfrm>
              <a:off x="-102" y="1883317"/>
              <a:ext cx="57663" cy="293391"/>
            </a:xfrm>
            <a:custGeom>
              <a:rect b="b" l="l" r="r" t="t"/>
              <a:pathLst>
                <a:path extrusionOk="0" h="1277" w="251">
                  <a:moveTo>
                    <a:pt x="1" y="1"/>
                  </a:moveTo>
                  <a:lnTo>
                    <a:pt x="1" y="1276"/>
                  </a:lnTo>
                  <a:lnTo>
                    <a:pt x="251" y="1276"/>
                  </a:lnTo>
                  <a:lnTo>
                    <a:pt x="126" y="634"/>
                  </a:lnTo>
                  <a:lnTo>
                    <a:pt x="1"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107"/>
            <p:cNvSpPr/>
            <p:nvPr/>
          </p:nvSpPr>
          <p:spPr>
            <a:xfrm>
              <a:off x="-102" y="3434774"/>
              <a:ext cx="3312319" cy="484083"/>
            </a:xfrm>
            <a:custGeom>
              <a:rect b="b" l="l" r="r" t="t"/>
              <a:pathLst>
                <a:path extrusionOk="0" h="2107" w="14418">
                  <a:moveTo>
                    <a:pt x="11304" y="1"/>
                  </a:moveTo>
                  <a:lnTo>
                    <a:pt x="10064" y="679"/>
                  </a:lnTo>
                  <a:lnTo>
                    <a:pt x="6076" y="527"/>
                  </a:lnTo>
                  <a:lnTo>
                    <a:pt x="3534" y="804"/>
                  </a:lnTo>
                  <a:lnTo>
                    <a:pt x="1" y="1080"/>
                  </a:lnTo>
                  <a:lnTo>
                    <a:pt x="1" y="1535"/>
                  </a:lnTo>
                  <a:lnTo>
                    <a:pt x="1" y="2106"/>
                  </a:lnTo>
                  <a:lnTo>
                    <a:pt x="14417" y="2106"/>
                  </a:lnTo>
                  <a:lnTo>
                    <a:pt x="13704" y="1196"/>
                  </a:lnTo>
                  <a:lnTo>
                    <a:pt x="12098" y="893"/>
                  </a:lnTo>
                  <a:lnTo>
                    <a:pt x="1130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107"/>
            <p:cNvSpPr/>
            <p:nvPr/>
          </p:nvSpPr>
          <p:spPr>
            <a:xfrm>
              <a:off x="741922" y="3433166"/>
              <a:ext cx="108894" cy="36760"/>
            </a:xfrm>
            <a:custGeom>
              <a:rect b="b" l="l" r="r" t="t"/>
              <a:pathLst>
                <a:path extrusionOk="0" h="160" w="474">
                  <a:moveTo>
                    <a:pt x="191" y="1"/>
                  </a:moveTo>
                  <a:cubicBezTo>
                    <a:pt x="81" y="1"/>
                    <a:pt x="0" y="61"/>
                    <a:pt x="0" y="61"/>
                  </a:cubicBezTo>
                  <a:lnTo>
                    <a:pt x="0" y="159"/>
                  </a:lnTo>
                  <a:lnTo>
                    <a:pt x="473" y="159"/>
                  </a:lnTo>
                  <a:cubicBezTo>
                    <a:pt x="377" y="36"/>
                    <a:pt x="275" y="1"/>
                    <a:pt x="19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107"/>
            <p:cNvSpPr/>
            <p:nvPr/>
          </p:nvSpPr>
          <p:spPr>
            <a:xfrm>
              <a:off x="922259" y="3406056"/>
              <a:ext cx="272695" cy="63871"/>
            </a:xfrm>
            <a:custGeom>
              <a:rect b="b" l="l" r="r" t="t"/>
              <a:pathLst>
                <a:path extrusionOk="0" h="278" w="1187">
                  <a:moveTo>
                    <a:pt x="598" y="1"/>
                  </a:moveTo>
                  <a:cubicBezTo>
                    <a:pt x="375" y="1"/>
                    <a:pt x="268" y="197"/>
                    <a:pt x="268" y="197"/>
                  </a:cubicBezTo>
                  <a:cubicBezTo>
                    <a:pt x="234" y="181"/>
                    <a:pt x="203" y="175"/>
                    <a:pt x="175" y="175"/>
                  </a:cubicBezTo>
                  <a:cubicBezTo>
                    <a:pt x="63" y="175"/>
                    <a:pt x="0" y="277"/>
                    <a:pt x="0" y="277"/>
                  </a:cubicBezTo>
                  <a:lnTo>
                    <a:pt x="1187" y="277"/>
                  </a:lnTo>
                  <a:cubicBezTo>
                    <a:pt x="1143" y="174"/>
                    <a:pt x="1046" y="153"/>
                    <a:pt x="977" y="153"/>
                  </a:cubicBezTo>
                  <a:cubicBezTo>
                    <a:pt x="933" y="153"/>
                    <a:pt x="901" y="161"/>
                    <a:pt x="901" y="161"/>
                  </a:cubicBezTo>
                  <a:cubicBezTo>
                    <a:pt x="901" y="161"/>
                    <a:pt x="821" y="1"/>
                    <a:pt x="59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107"/>
            <p:cNvSpPr/>
            <p:nvPr/>
          </p:nvSpPr>
          <p:spPr>
            <a:xfrm>
              <a:off x="1809703" y="3445113"/>
              <a:ext cx="270628" cy="61573"/>
            </a:xfrm>
            <a:custGeom>
              <a:rect b="b" l="l" r="r" t="t"/>
              <a:pathLst>
                <a:path extrusionOk="0" h="268" w="1178">
                  <a:moveTo>
                    <a:pt x="598" y="0"/>
                  </a:moveTo>
                  <a:cubicBezTo>
                    <a:pt x="375" y="0"/>
                    <a:pt x="268" y="197"/>
                    <a:pt x="268" y="197"/>
                  </a:cubicBezTo>
                  <a:cubicBezTo>
                    <a:pt x="230" y="180"/>
                    <a:pt x="197" y="173"/>
                    <a:pt x="167" y="173"/>
                  </a:cubicBezTo>
                  <a:cubicBezTo>
                    <a:pt x="56" y="173"/>
                    <a:pt x="0" y="268"/>
                    <a:pt x="0" y="268"/>
                  </a:cubicBezTo>
                  <a:lnTo>
                    <a:pt x="1178" y="268"/>
                  </a:lnTo>
                  <a:cubicBezTo>
                    <a:pt x="1138" y="165"/>
                    <a:pt x="1031" y="146"/>
                    <a:pt x="960" y="146"/>
                  </a:cubicBezTo>
                  <a:cubicBezTo>
                    <a:pt x="921" y="146"/>
                    <a:pt x="892" y="152"/>
                    <a:pt x="892" y="152"/>
                  </a:cubicBezTo>
                  <a:cubicBezTo>
                    <a:pt x="892" y="152"/>
                    <a:pt x="812" y="0"/>
                    <a:pt x="598"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107"/>
            <p:cNvSpPr/>
            <p:nvPr/>
          </p:nvSpPr>
          <p:spPr>
            <a:xfrm>
              <a:off x="1104664" y="3455222"/>
              <a:ext cx="225600" cy="51464"/>
            </a:xfrm>
            <a:custGeom>
              <a:rect b="b" l="l" r="r" t="t"/>
              <a:pathLst>
                <a:path extrusionOk="0" h="224" w="982">
                  <a:moveTo>
                    <a:pt x="491" y="1"/>
                  </a:moveTo>
                  <a:cubicBezTo>
                    <a:pt x="313" y="1"/>
                    <a:pt x="214" y="162"/>
                    <a:pt x="214" y="162"/>
                  </a:cubicBezTo>
                  <a:cubicBezTo>
                    <a:pt x="186" y="149"/>
                    <a:pt x="160" y="144"/>
                    <a:pt x="137" y="144"/>
                  </a:cubicBezTo>
                  <a:cubicBezTo>
                    <a:pt x="46" y="144"/>
                    <a:pt x="0" y="224"/>
                    <a:pt x="0" y="224"/>
                  </a:cubicBezTo>
                  <a:lnTo>
                    <a:pt x="982" y="224"/>
                  </a:lnTo>
                  <a:cubicBezTo>
                    <a:pt x="944" y="144"/>
                    <a:pt x="865" y="128"/>
                    <a:pt x="808" y="128"/>
                  </a:cubicBezTo>
                  <a:cubicBezTo>
                    <a:pt x="769" y="128"/>
                    <a:pt x="741" y="135"/>
                    <a:pt x="741" y="135"/>
                  </a:cubicBezTo>
                  <a:cubicBezTo>
                    <a:pt x="741" y="135"/>
                    <a:pt x="678" y="1"/>
                    <a:pt x="49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107"/>
            <p:cNvSpPr/>
            <p:nvPr/>
          </p:nvSpPr>
          <p:spPr>
            <a:xfrm>
              <a:off x="-102" y="3434774"/>
              <a:ext cx="3312319" cy="484083"/>
            </a:xfrm>
            <a:custGeom>
              <a:rect b="b" l="l" r="r" t="t"/>
              <a:pathLst>
                <a:path extrusionOk="0" h="2107" w="14418">
                  <a:moveTo>
                    <a:pt x="11304" y="1"/>
                  </a:moveTo>
                  <a:lnTo>
                    <a:pt x="10064" y="679"/>
                  </a:lnTo>
                  <a:lnTo>
                    <a:pt x="6076" y="527"/>
                  </a:lnTo>
                  <a:lnTo>
                    <a:pt x="3534" y="804"/>
                  </a:lnTo>
                  <a:lnTo>
                    <a:pt x="1" y="1080"/>
                  </a:lnTo>
                  <a:lnTo>
                    <a:pt x="1" y="1535"/>
                  </a:lnTo>
                  <a:lnTo>
                    <a:pt x="429" y="1392"/>
                  </a:lnTo>
                  <a:lnTo>
                    <a:pt x="688" y="1366"/>
                  </a:lnTo>
                  <a:cubicBezTo>
                    <a:pt x="688" y="1366"/>
                    <a:pt x="1022" y="1498"/>
                    <a:pt x="1137" y="1498"/>
                  </a:cubicBezTo>
                  <a:cubicBezTo>
                    <a:pt x="1152" y="1498"/>
                    <a:pt x="1163" y="1496"/>
                    <a:pt x="1170" y="1491"/>
                  </a:cubicBezTo>
                  <a:cubicBezTo>
                    <a:pt x="1223" y="1446"/>
                    <a:pt x="1312" y="1366"/>
                    <a:pt x="1312" y="1366"/>
                  </a:cubicBezTo>
                  <a:lnTo>
                    <a:pt x="1758" y="1214"/>
                  </a:lnTo>
                  <a:lnTo>
                    <a:pt x="3337" y="1214"/>
                  </a:lnTo>
                  <a:cubicBezTo>
                    <a:pt x="3337" y="1214"/>
                    <a:pt x="3712" y="1160"/>
                    <a:pt x="3935" y="1116"/>
                  </a:cubicBezTo>
                  <a:cubicBezTo>
                    <a:pt x="4167" y="1080"/>
                    <a:pt x="4470" y="1036"/>
                    <a:pt x="4470" y="1036"/>
                  </a:cubicBezTo>
                  <a:lnTo>
                    <a:pt x="5014" y="1036"/>
                  </a:lnTo>
                  <a:lnTo>
                    <a:pt x="5362" y="982"/>
                  </a:lnTo>
                  <a:lnTo>
                    <a:pt x="5969" y="786"/>
                  </a:lnTo>
                  <a:lnTo>
                    <a:pt x="6219" y="786"/>
                  </a:lnTo>
                  <a:lnTo>
                    <a:pt x="6790" y="1196"/>
                  </a:lnTo>
                  <a:cubicBezTo>
                    <a:pt x="6790" y="1196"/>
                    <a:pt x="6995" y="1089"/>
                    <a:pt x="7031" y="1053"/>
                  </a:cubicBezTo>
                  <a:cubicBezTo>
                    <a:pt x="7057" y="1018"/>
                    <a:pt x="8369" y="982"/>
                    <a:pt x="8369" y="982"/>
                  </a:cubicBezTo>
                  <a:lnTo>
                    <a:pt x="8851" y="929"/>
                  </a:lnTo>
                  <a:lnTo>
                    <a:pt x="9645" y="1116"/>
                  </a:lnTo>
                  <a:lnTo>
                    <a:pt x="9868" y="1116"/>
                  </a:lnTo>
                  <a:cubicBezTo>
                    <a:pt x="9868" y="1116"/>
                    <a:pt x="10135" y="1107"/>
                    <a:pt x="10287" y="1036"/>
                  </a:cubicBezTo>
                  <a:cubicBezTo>
                    <a:pt x="10447" y="973"/>
                    <a:pt x="10394" y="964"/>
                    <a:pt x="10572" y="786"/>
                  </a:cubicBezTo>
                  <a:cubicBezTo>
                    <a:pt x="10653" y="705"/>
                    <a:pt x="10720" y="683"/>
                    <a:pt x="10768" y="683"/>
                  </a:cubicBezTo>
                  <a:cubicBezTo>
                    <a:pt x="10826" y="683"/>
                    <a:pt x="10858" y="714"/>
                    <a:pt x="10858" y="714"/>
                  </a:cubicBezTo>
                  <a:lnTo>
                    <a:pt x="11161" y="527"/>
                  </a:lnTo>
                  <a:lnTo>
                    <a:pt x="11161" y="313"/>
                  </a:lnTo>
                  <a:lnTo>
                    <a:pt x="11455" y="447"/>
                  </a:lnTo>
                  <a:lnTo>
                    <a:pt x="11491" y="598"/>
                  </a:lnTo>
                  <a:lnTo>
                    <a:pt x="11536" y="786"/>
                  </a:lnTo>
                  <a:cubicBezTo>
                    <a:pt x="11536" y="786"/>
                    <a:pt x="11491" y="857"/>
                    <a:pt x="11598" y="893"/>
                  </a:cubicBezTo>
                  <a:cubicBezTo>
                    <a:pt x="11705" y="920"/>
                    <a:pt x="11777" y="982"/>
                    <a:pt x="11777" y="982"/>
                  </a:cubicBezTo>
                  <a:lnTo>
                    <a:pt x="11777" y="1143"/>
                  </a:lnTo>
                  <a:lnTo>
                    <a:pt x="11982" y="1276"/>
                  </a:lnTo>
                  <a:lnTo>
                    <a:pt x="12535" y="1276"/>
                  </a:lnTo>
                  <a:lnTo>
                    <a:pt x="12936" y="1312"/>
                  </a:lnTo>
                  <a:cubicBezTo>
                    <a:pt x="12936" y="1312"/>
                    <a:pt x="12951" y="1306"/>
                    <a:pt x="12974" y="1306"/>
                  </a:cubicBezTo>
                  <a:cubicBezTo>
                    <a:pt x="13006" y="1306"/>
                    <a:pt x="13054" y="1318"/>
                    <a:pt x="13106" y="1375"/>
                  </a:cubicBezTo>
                  <a:cubicBezTo>
                    <a:pt x="13186" y="1464"/>
                    <a:pt x="13177" y="1535"/>
                    <a:pt x="13284" y="1535"/>
                  </a:cubicBezTo>
                  <a:lnTo>
                    <a:pt x="13472" y="1535"/>
                  </a:lnTo>
                  <a:lnTo>
                    <a:pt x="14417" y="2106"/>
                  </a:lnTo>
                  <a:lnTo>
                    <a:pt x="13704" y="1196"/>
                  </a:lnTo>
                  <a:lnTo>
                    <a:pt x="12098" y="893"/>
                  </a:lnTo>
                  <a:lnTo>
                    <a:pt x="11304" y="1"/>
                  </a:lnTo>
                  <a:close/>
                  <a:moveTo>
                    <a:pt x="14417" y="2106"/>
                  </a:moveTo>
                  <a:lnTo>
                    <a:pt x="14417" y="2106"/>
                  </a:lnTo>
                  <a:lnTo>
                    <a:pt x="14417" y="2106"/>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107"/>
            <p:cNvSpPr/>
            <p:nvPr/>
          </p:nvSpPr>
          <p:spPr>
            <a:xfrm>
              <a:off x="-102" y="3717589"/>
              <a:ext cx="1836731" cy="201261"/>
            </a:xfrm>
            <a:custGeom>
              <a:rect b="b" l="l" r="r" t="t"/>
              <a:pathLst>
                <a:path extrusionOk="0" h="876" w="7995">
                  <a:moveTo>
                    <a:pt x="5501" y="1"/>
                  </a:moveTo>
                  <a:cubicBezTo>
                    <a:pt x="5473" y="1"/>
                    <a:pt x="5466" y="51"/>
                    <a:pt x="5457" y="51"/>
                  </a:cubicBezTo>
                  <a:cubicBezTo>
                    <a:pt x="5455" y="51"/>
                    <a:pt x="5454" y="49"/>
                    <a:pt x="5452" y="45"/>
                  </a:cubicBezTo>
                  <a:cubicBezTo>
                    <a:pt x="5451" y="43"/>
                    <a:pt x="5449" y="42"/>
                    <a:pt x="5445" y="42"/>
                  </a:cubicBezTo>
                  <a:cubicBezTo>
                    <a:pt x="5401" y="42"/>
                    <a:pt x="5131" y="246"/>
                    <a:pt x="5014" y="304"/>
                  </a:cubicBezTo>
                  <a:cubicBezTo>
                    <a:pt x="4919" y="348"/>
                    <a:pt x="4044" y="423"/>
                    <a:pt x="3563" y="423"/>
                  </a:cubicBezTo>
                  <a:cubicBezTo>
                    <a:pt x="3460" y="423"/>
                    <a:pt x="3375" y="419"/>
                    <a:pt x="3319" y="411"/>
                  </a:cubicBezTo>
                  <a:cubicBezTo>
                    <a:pt x="3289" y="407"/>
                    <a:pt x="3256" y="405"/>
                    <a:pt x="3222" y="405"/>
                  </a:cubicBezTo>
                  <a:cubicBezTo>
                    <a:pt x="2921" y="405"/>
                    <a:pt x="2526" y="563"/>
                    <a:pt x="2526" y="563"/>
                  </a:cubicBezTo>
                  <a:lnTo>
                    <a:pt x="1928" y="688"/>
                  </a:lnTo>
                  <a:lnTo>
                    <a:pt x="1401" y="759"/>
                  </a:lnTo>
                  <a:lnTo>
                    <a:pt x="1223" y="759"/>
                  </a:lnTo>
                  <a:lnTo>
                    <a:pt x="1" y="875"/>
                  </a:lnTo>
                  <a:lnTo>
                    <a:pt x="7994" y="875"/>
                  </a:lnTo>
                  <a:lnTo>
                    <a:pt x="7450" y="741"/>
                  </a:lnTo>
                  <a:lnTo>
                    <a:pt x="7164" y="688"/>
                  </a:lnTo>
                  <a:cubicBezTo>
                    <a:pt x="7164" y="688"/>
                    <a:pt x="6879" y="616"/>
                    <a:pt x="6763" y="616"/>
                  </a:cubicBezTo>
                  <a:cubicBezTo>
                    <a:pt x="6656" y="616"/>
                    <a:pt x="6433" y="688"/>
                    <a:pt x="6433" y="688"/>
                  </a:cubicBezTo>
                  <a:lnTo>
                    <a:pt x="6183" y="634"/>
                  </a:lnTo>
                  <a:lnTo>
                    <a:pt x="5791" y="411"/>
                  </a:lnTo>
                  <a:cubicBezTo>
                    <a:pt x="5791" y="411"/>
                    <a:pt x="5648" y="161"/>
                    <a:pt x="5559" y="45"/>
                  </a:cubicBezTo>
                  <a:cubicBezTo>
                    <a:pt x="5533" y="12"/>
                    <a:pt x="5515" y="1"/>
                    <a:pt x="5501" y="1"/>
                  </a:cubicBez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107"/>
            <p:cNvSpPr/>
            <p:nvPr/>
          </p:nvSpPr>
          <p:spPr>
            <a:xfrm>
              <a:off x="2160039" y="3770889"/>
              <a:ext cx="881493" cy="147959"/>
            </a:xfrm>
            <a:custGeom>
              <a:rect b="b" l="l" r="r" t="t"/>
              <a:pathLst>
                <a:path extrusionOk="0" h="644" w="3837">
                  <a:moveTo>
                    <a:pt x="1366" y="1"/>
                  </a:moveTo>
                  <a:lnTo>
                    <a:pt x="1" y="643"/>
                  </a:lnTo>
                  <a:lnTo>
                    <a:pt x="3837" y="643"/>
                  </a:lnTo>
                  <a:lnTo>
                    <a:pt x="3248" y="331"/>
                  </a:lnTo>
                  <a:lnTo>
                    <a:pt x="3114" y="286"/>
                  </a:lnTo>
                  <a:lnTo>
                    <a:pt x="2383" y="277"/>
                  </a:lnTo>
                  <a:cubicBezTo>
                    <a:pt x="2383" y="277"/>
                    <a:pt x="2219" y="169"/>
                    <a:pt x="2147" y="169"/>
                  </a:cubicBezTo>
                  <a:cubicBezTo>
                    <a:pt x="2142" y="169"/>
                    <a:pt x="2137" y="169"/>
                    <a:pt x="2133" y="170"/>
                  </a:cubicBezTo>
                  <a:cubicBezTo>
                    <a:pt x="2123" y="172"/>
                    <a:pt x="2113" y="172"/>
                    <a:pt x="2102" y="172"/>
                  </a:cubicBezTo>
                  <a:cubicBezTo>
                    <a:pt x="2060" y="172"/>
                    <a:pt x="2009" y="164"/>
                    <a:pt x="1961" y="164"/>
                  </a:cubicBezTo>
                  <a:cubicBezTo>
                    <a:pt x="1940" y="164"/>
                    <a:pt x="1919" y="166"/>
                    <a:pt x="1901" y="170"/>
                  </a:cubicBezTo>
                  <a:cubicBezTo>
                    <a:pt x="1897" y="171"/>
                    <a:pt x="1892" y="171"/>
                    <a:pt x="1888" y="171"/>
                  </a:cubicBezTo>
                  <a:cubicBezTo>
                    <a:pt x="1821" y="171"/>
                    <a:pt x="1758" y="108"/>
                    <a:pt x="1758" y="108"/>
                  </a:cubicBezTo>
                  <a:lnTo>
                    <a:pt x="145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35" name="Google Shape;6735;p107"/>
          <p:cNvSpPr txBox="1"/>
          <p:nvPr>
            <p:ph type="ctrTitle"/>
          </p:nvPr>
        </p:nvSpPr>
        <p:spPr>
          <a:xfrm>
            <a:off x="2307650" y="557775"/>
            <a:ext cx="4528800" cy="2177700"/>
          </a:xfrm>
          <a:prstGeom prst="rect">
            <a:avLst/>
          </a:prstGeom>
        </p:spPr>
        <p:txBody>
          <a:bodyPr anchorCtr="0" anchor="b" bIns="91425" lIns="91425" spcFirstLastPara="1" rIns="91425" wrap="square" tIns="91425">
            <a:noAutofit/>
          </a:bodyPr>
          <a:lstStyle>
            <a:lvl1pPr lvl="0" algn="ctr">
              <a:lnSpc>
                <a:spcPct val="90000"/>
              </a:lnSpc>
              <a:spcBef>
                <a:spcPts val="0"/>
              </a:spcBef>
              <a:spcAft>
                <a:spcPts val="0"/>
              </a:spcAft>
              <a:buSzPts val="5200"/>
              <a:buNone/>
              <a:defRPr sz="60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6736" name="Google Shape;6736;p107"/>
          <p:cNvSpPr txBox="1"/>
          <p:nvPr>
            <p:ph idx="1" type="subTitle"/>
          </p:nvPr>
        </p:nvSpPr>
        <p:spPr>
          <a:xfrm>
            <a:off x="2307550" y="2591825"/>
            <a:ext cx="4528800" cy="475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1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6737" name="Shape 6737"/>
        <p:cNvGrpSpPr/>
        <p:nvPr/>
      </p:nvGrpSpPr>
      <p:grpSpPr>
        <a:xfrm>
          <a:off x="0" y="0"/>
          <a:ext cx="0" cy="0"/>
          <a:chOff x="0" y="0"/>
          <a:chExt cx="0" cy="0"/>
        </a:xfrm>
      </p:grpSpPr>
      <p:grpSp>
        <p:nvGrpSpPr>
          <p:cNvPr id="6738" name="Google Shape;6738;p108"/>
          <p:cNvGrpSpPr/>
          <p:nvPr/>
        </p:nvGrpSpPr>
        <p:grpSpPr>
          <a:xfrm flipH="1">
            <a:off x="5450022" y="533274"/>
            <a:ext cx="1459252" cy="1306586"/>
            <a:chOff x="-1060420" y="-1293523"/>
            <a:chExt cx="4335270" cy="4271283"/>
          </a:xfrm>
        </p:grpSpPr>
        <p:sp>
          <p:nvSpPr>
            <p:cNvPr id="6739" name="Google Shape;6739;p108"/>
            <p:cNvSpPr/>
            <p:nvPr/>
          </p:nvSpPr>
          <p:spPr>
            <a:xfrm rot="-1453189">
              <a:off x="-701967" y="-644389"/>
              <a:ext cx="3618363" cy="2973015"/>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108"/>
            <p:cNvSpPr/>
            <p:nvPr/>
          </p:nvSpPr>
          <p:spPr>
            <a:xfrm rot="-1453179">
              <a:off x="-427456" y="-119118"/>
              <a:ext cx="2182302" cy="2017081"/>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1" name="Google Shape;6741;p108"/>
          <p:cNvGrpSpPr/>
          <p:nvPr/>
        </p:nvGrpSpPr>
        <p:grpSpPr>
          <a:xfrm flipH="1">
            <a:off x="6541668" y="-480735"/>
            <a:ext cx="2756067" cy="2115374"/>
            <a:chOff x="-675270" y="-663276"/>
            <a:chExt cx="3564955" cy="3010780"/>
          </a:xfrm>
        </p:grpSpPr>
        <p:sp>
          <p:nvSpPr>
            <p:cNvPr id="6742" name="Google Shape;6742;p108"/>
            <p:cNvSpPr/>
            <p:nvPr/>
          </p:nvSpPr>
          <p:spPr>
            <a:xfrm>
              <a:off x="-675270" y="-663276"/>
              <a:ext cx="3564955" cy="3010780"/>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108"/>
            <p:cNvSpPr/>
            <p:nvPr/>
          </p:nvSpPr>
          <p:spPr>
            <a:xfrm>
              <a:off x="-394641" y="-320127"/>
              <a:ext cx="2150090" cy="2042707"/>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44" name="Google Shape;6744;p108"/>
          <p:cNvSpPr/>
          <p:nvPr/>
        </p:nvSpPr>
        <p:spPr>
          <a:xfrm>
            <a:off x="0" y="1153675"/>
            <a:ext cx="9144017" cy="3989753"/>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45" name="Google Shape;6745;p108"/>
          <p:cNvGrpSpPr/>
          <p:nvPr/>
        </p:nvGrpSpPr>
        <p:grpSpPr>
          <a:xfrm>
            <a:off x="4687471" y="2856122"/>
            <a:ext cx="4978898" cy="2287219"/>
            <a:chOff x="3941272" y="2174315"/>
            <a:chExt cx="694107" cy="322470"/>
          </a:xfrm>
        </p:grpSpPr>
        <p:sp>
          <p:nvSpPr>
            <p:cNvPr id="6746" name="Google Shape;6746;p108"/>
            <p:cNvSpPr/>
            <p:nvPr/>
          </p:nvSpPr>
          <p:spPr>
            <a:xfrm>
              <a:off x="3941272" y="2269259"/>
              <a:ext cx="624456" cy="227524"/>
            </a:xfrm>
            <a:custGeom>
              <a:rect b="b" l="l" r="r" t="t"/>
              <a:pathLst>
                <a:path extrusionOk="0" h="6264" w="17192">
                  <a:moveTo>
                    <a:pt x="17192" y="1"/>
                  </a:moveTo>
                  <a:lnTo>
                    <a:pt x="14453" y="1178"/>
                  </a:lnTo>
                  <a:lnTo>
                    <a:pt x="13008" y="2454"/>
                  </a:lnTo>
                  <a:lnTo>
                    <a:pt x="10626" y="2989"/>
                  </a:lnTo>
                  <a:lnTo>
                    <a:pt x="9600" y="3364"/>
                  </a:lnTo>
                  <a:lnTo>
                    <a:pt x="7655" y="3569"/>
                  </a:lnTo>
                  <a:lnTo>
                    <a:pt x="6290" y="4648"/>
                  </a:lnTo>
                  <a:lnTo>
                    <a:pt x="2499" y="5103"/>
                  </a:lnTo>
                  <a:lnTo>
                    <a:pt x="1" y="6263"/>
                  </a:lnTo>
                  <a:lnTo>
                    <a:pt x="17192" y="6263"/>
                  </a:lnTo>
                  <a:lnTo>
                    <a:pt x="1719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108"/>
            <p:cNvSpPr/>
            <p:nvPr/>
          </p:nvSpPr>
          <p:spPr>
            <a:xfrm>
              <a:off x="4064111" y="2380402"/>
              <a:ext cx="501614" cy="116377"/>
            </a:xfrm>
            <a:custGeom>
              <a:rect b="b" l="l" r="r" t="t"/>
              <a:pathLst>
                <a:path extrusionOk="0" h="3204" w="13810">
                  <a:moveTo>
                    <a:pt x="12249" y="0"/>
                  </a:moveTo>
                  <a:lnTo>
                    <a:pt x="10268" y="250"/>
                  </a:lnTo>
                  <a:lnTo>
                    <a:pt x="7565" y="616"/>
                  </a:lnTo>
                  <a:lnTo>
                    <a:pt x="5647" y="1472"/>
                  </a:lnTo>
                  <a:lnTo>
                    <a:pt x="1133" y="2427"/>
                  </a:lnTo>
                  <a:lnTo>
                    <a:pt x="0" y="3203"/>
                  </a:lnTo>
                  <a:lnTo>
                    <a:pt x="3229" y="3203"/>
                  </a:lnTo>
                  <a:lnTo>
                    <a:pt x="5219" y="2704"/>
                  </a:lnTo>
                  <a:lnTo>
                    <a:pt x="6637" y="1927"/>
                  </a:lnTo>
                  <a:lnTo>
                    <a:pt x="7333" y="1687"/>
                  </a:lnTo>
                  <a:lnTo>
                    <a:pt x="7815" y="1472"/>
                  </a:lnTo>
                  <a:lnTo>
                    <a:pt x="9260" y="1954"/>
                  </a:lnTo>
                  <a:lnTo>
                    <a:pt x="10438" y="1838"/>
                  </a:lnTo>
                  <a:lnTo>
                    <a:pt x="10812" y="1767"/>
                  </a:lnTo>
                  <a:lnTo>
                    <a:pt x="11597" y="1472"/>
                  </a:lnTo>
                  <a:lnTo>
                    <a:pt x="13810" y="1562"/>
                  </a:lnTo>
                  <a:lnTo>
                    <a:pt x="13810" y="0"/>
                  </a:lnTo>
                  <a:lnTo>
                    <a:pt x="12989" y="72"/>
                  </a:lnTo>
                  <a:lnTo>
                    <a:pt x="1224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108"/>
            <p:cNvSpPr/>
            <p:nvPr/>
          </p:nvSpPr>
          <p:spPr>
            <a:xfrm>
              <a:off x="3941272" y="2269259"/>
              <a:ext cx="624456" cy="227524"/>
            </a:xfrm>
            <a:custGeom>
              <a:rect b="b" l="l" r="r" t="t"/>
              <a:pathLst>
                <a:path extrusionOk="0" h="6264" w="17192">
                  <a:moveTo>
                    <a:pt x="17192" y="1"/>
                  </a:moveTo>
                  <a:lnTo>
                    <a:pt x="14453" y="1178"/>
                  </a:lnTo>
                  <a:lnTo>
                    <a:pt x="13008" y="2454"/>
                  </a:lnTo>
                  <a:lnTo>
                    <a:pt x="10626" y="2989"/>
                  </a:lnTo>
                  <a:lnTo>
                    <a:pt x="9600" y="3364"/>
                  </a:lnTo>
                  <a:lnTo>
                    <a:pt x="7655" y="3569"/>
                  </a:lnTo>
                  <a:lnTo>
                    <a:pt x="6290" y="4648"/>
                  </a:lnTo>
                  <a:lnTo>
                    <a:pt x="2499" y="5103"/>
                  </a:lnTo>
                  <a:lnTo>
                    <a:pt x="1" y="6263"/>
                  </a:lnTo>
                  <a:lnTo>
                    <a:pt x="3614" y="6263"/>
                  </a:lnTo>
                  <a:lnTo>
                    <a:pt x="7718" y="5701"/>
                  </a:lnTo>
                  <a:lnTo>
                    <a:pt x="10947" y="4354"/>
                  </a:lnTo>
                  <a:lnTo>
                    <a:pt x="13632" y="4604"/>
                  </a:lnTo>
                  <a:lnTo>
                    <a:pt x="14819" y="4229"/>
                  </a:lnTo>
                  <a:lnTo>
                    <a:pt x="17192" y="4622"/>
                  </a:lnTo>
                  <a:lnTo>
                    <a:pt x="1719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108"/>
            <p:cNvSpPr/>
            <p:nvPr/>
          </p:nvSpPr>
          <p:spPr>
            <a:xfrm>
              <a:off x="4072501" y="2392061"/>
              <a:ext cx="493223" cy="104718"/>
            </a:xfrm>
            <a:custGeom>
              <a:rect b="b" l="l" r="r" t="t"/>
              <a:pathLst>
                <a:path extrusionOk="0" h="2883" w="13579">
                  <a:moveTo>
                    <a:pt x="13579" y="1"/>
                  </a:moveTo>
                  <a:lnTo>
                    <a:pt x="12392" y="357"/>
                  </a:lnTo>
                  <a:lnTo>
                    <a:pt x="11108" y="250"/>
                  </a:lnTo>
                  <a:lnTo>
                    <a:pt x="9100" y="848"/>
                  </a:lnTo>
                  <a:lnTo>
                    <a:pt x="7013" y="536"/>
                  </a:lnTo>
                  <a:lnTo>
                    <a:pt x="5354" y="1473"/>
                  </a:lnTo>
                  <a:lnTo>
                    <a:pt x="4105" y="2052"/>
                  </a:lnTo>
                  <a:lnTo>
                    <a:pt x="2499" y="2052"/>
                  </a:lnTo>
                  <a:lnTo>
                    <a:pt x="1" y="2882"/>
                  </a:lnTo>
                  <a:lnTo>
                    <a:pt x="4105" y="2320"/>
                  </a:lnTo>
                  <a:lnTo>
                    <a:pt x="7334" y="973"/>
                  </a:lnTo>
                  <a:lnTo>
                    <a:pt x="10019" y="1223"/>
                  </a:lnTo>
                  <a:lnTo>
                    <a:pt x="11206" y="848"/>
                  </a:lnTo>
                  <a:lnTo>
                    <a:pt x="13579" y="1241"/>
                  </a:lnTo>
                  <a:lnTo>
                    <a:pt x="1357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108"/>
            <p:cNvSpPr/>
            <p:nvPr/>
          </p:nvSpPr>
          <p:spPr>
            <a:xfrm>
              <a:off x="4314874" y="2449413"/>
              <a:ext cx="207765" cy="47365"/>
            </a:xfrm>
            <a:custGeom>
              <a:rect b="b" l="l" r="r" t="t"/>
              <a:pathLst>
                <a:path extrusionOk="0" h="1304" w="5720">
                  <a:moveTo>
                    <a:pt x="188" y="375"/>
                  </a:moveTo>
                  <a:lnTo>
                    <a:pt x="1" y="1303"/>
                  </a:lnTo>
                  <a:lnTo>
                    <a:pt x="304" y="1303"/>
                  </a:lnTo>
                  <a:lnTo>
                    <a:pt x="188" y="375"/>
                  </a:lnTo>
                  <a:close/>
                  <a:moveTo>
                    <a:pt x="4533" y="1"/>
                  </a:moveTo>
                  <a:lnTo>
                    <a:pt x="4167" y="1303"/>
                  </a:lnTo>
                  <a:lnTo>
                    <a:pt x="5719" y="1303"/>
                  </a:lnTo>
                  <a:lnTo>
                    <a:pt x="4845" y="857"/>
                  </a:lnTo>
                  <a:lnTo>
                    <a:pt x="4533"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108"/>
            <p:cNvSpPr/>
            <p:nvPr/>
          </p:nvSpPr>
          <p:spPr>
            <a:xfrm>
              <a:off x="4120809" y="2209002"/>
              <a:ext cx="444914" cy="22048"/>
            </a:xfrm>
            <a:custGeom>
              <a:rect b="b" l="l" r="r" t="t"/>
              <a:pathLst>
                <a:path extrusionOk="0" h="607" w="12249">
                  <a:moveTo>
                    <a:pt x="0" y="0"/>
                  </a:moveTo>
                  <a:lnTo>
                    <a:pt x="0" y="607"/>
                  </a:lnTo>
                  <a:lnTo>
                    <a:pt x="12249" y="607"/>
                  </a:lnTo>
                  <a:lnTo>
                    <a:pt x="12249"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108"/>
            <p:cNvSpPr/>
            <p:nvPr/>
          </p:nvSpPr>
          <p:spPr>
            <a:xfrm>
              <a:off x="4120809" y="2223240"/>
              <a:ext cx="444914" cy="7809"/>
            </a:xfrm>
            <a:custGeom>
              <a:rect b="b" l="l" r="r" t="t"/>
              <a:pathLst>
                <a:path extrusionOk="0" h="215" w="12249">
                  <a:moveTo>
                    <a:pt x="0" y="1"/>
                  </a:moveTo>
                  <a:lnTo>
                    <a:pt x="0" y="215"/>
                  </a:lnTo>
                  <a:lnTo>
                    <a:pt x="12249" y="215"/>
                  </a:lnTo>
                  <a:lnTo>
                    <a:pt x="12249"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108"/>
            <p:cNvSpPr/>
            <p:nvPr/>
          </p:nvSpPr>
          <p:spPr>
            <a:xfrm>
              <a:off x="4007377" y="2420901"/>
              <a:ext cx="558349" cy="22084"/>
            </a:xfrm>
            <a:custGeom>
              <a:rect b="b" l="l" r="r" t="t"/>
              <a:pathLst>
                <a:path extrusionOk="0" h="608" w="15372">
                  <a:moveTo>
                    <a:pt x="1" y="1"/>
                  </a:moveTo>
                  <a:lnTo>
                    <a:pt x="1" y="607"/>
                  </a:lnTo>
                  <a:lnTo>
                    <a:pt x="15372" y="607"/>
                  </a:lnTo>
                  <a:lnTo>
                    <a:pt x="15372"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108"/>
            <p:cNvSpPr/>
            <p:nvPr/>
          </p:nvSpPr>
          <p:spPr>
            <a:xfrm>
              <a:off x="4007377" y="2420901"/>
              <a:ext cx="558349" cy="4577"/>
            </a:xfrm>
            <a:custGeom>
              <a:rect b="b" l="l" r="r" t="t"/>
              <a:pathLst>
                <a:path extrusionOk="0" h="126" w="15372">
                  <a:moveTo>
                    <a:pt x="1" y="1"/>
                  </a:moveTo>
                  <a:lnTo>
                    <a:pt x="1" y="125"/>
                  </a:lnTo>
                  <a:lnTo>
                    <a:pt x="15372" y="125"/>
                  </a:lnTo>
                  <a:lnTo>
                    <a:pt x="1537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108"/>
            <p:cNvSpPr/>
            <p:nvPr/>
          </p:nvSpPr>
          <p:spPr>
            <a:xfrm>
              <a:off x="4007377" y="2442948"/>
              <a:ext cx="558349" cy="53830"/>
            </a:xfrm>
            <a:custGeom>
              <a:rect b="b" l="l" r="r" t="t"/>
              <a:pathLst>
                <a:path extrusionOk="0" h="1482" w="15372">
                  <a:moveTo>
                    <a:pt x="1" y="0"/>
                  </a:moveTo>
                  <a:lnTo>
                    <a:pt x="1" y="1481"/>
                  </a:lnTo>
                  <a:lnTo>
                    <a:pt x="15372" y="1481"/>
                  </a:lnTo>
                  <a:lnTo>
                    <a:pt x="1537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108"/>
            <p:cNvSpPr/>
            <p:nvPr/>
          </p:nvSpPr>
          <p:spPr>
            <a:xfrm>
              <a:off x="4007377" y="2434848"/>
              <a:ext cx="558349" cy="8136"/>
            </a:xfrm>
            <a:custGeom>
              <a:rect b="b" l="l" r="r" t="t"/>
              <a:pathLst>
                <a:path extrusionOk="0" h="224" w="15372">
                  <a:moveTo>
                    <a:pt x="1" y="0"/>
                  </a:moveTo>
                  <a:lnTo>
                    <a:pt x="1" y="223"/>
                  </a:lnTo>
                  <a:lnTo>
                    <a:pt x="15372" y="223"/>
                  </a:lnTo>
                  <a:lnTo>
                    <a:pt x="15372" y="0"/>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108"/>
            <p:cNvSpPr/>
            <p:nvPr/>
          </p:nvSpPr>
          <p:spPr>
            <a:xfrm>
              <a:off x="4139914" y="2241401"/>
              <a:ext cx="50597" cy="10388"/>
            </a:xfrm>
            <a:custGeom>
              <a:rect b="b" l="l" r="r" t="t"/>
              <a:pathLst>
                <a:path extrusionOk="0" h="286" w="1393">
                  <a:moveTo>
                    <a:pt x="1" y="0"/>
                  </a:moveTo>
                  <a:lnTo>
                    <a:pt x="1"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108"/>
            <p:cNvSpPr/>
            <p:nvPr/>
          </p:nvSpPr>
          <p:spPr>
            <a:xfrm>
              <a:off x="4165193" y="2251752"/>
              <a:ext cx="30801" cy="148450"/>
            </a:xfrm>
            <a:custGeom>
              <a:rect b="b" l="l" r="r" t="t"/>
              <a:pathLst>
                <a:path extrusionOk="0" h="4087" w="848">
                  <a:moveTo>
                    <a:pt x="0" y="1"/>
                  </a:moveTo>
                  <a:lnTo>
                    <a:pt x="0" y="4087"/>
                  </a:lnTo>
                  <a:lnTo>
                    <a:pt x="464" y="4087"/>
                  </a:lnTo>
                  <a:cubicBezTo>
                    <a:pt x="848" y="2927"/>
                    <a:pt x="536" y="2249"/>
                    <a:pt x="384" y="1473"/>
                  </a:cubicBezTo>
                  <a:cubicBezTo>
                    <a:pt x="232" y="706"/>
                    <a:pt x="464" y="1"/>
                    <a:pt x="464"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108"/>
            <p:cNvSpPr/>
            <p:nvPr/>
          </p:nvSpPr>
          <p:spPr>
            <a:xfrm>
              <a:off x="4134393" y="2251752"/>
              <a:ext cx="30838" cy="148450"/>
            </a:xfrm>
            <a:custGeom>
              <a:rect b="b" l="l" r="r" t="t"/>
              <a:pathLst>
                <a:path extrusionOk="0" h="4087" w="849">
                  <a:moveTo>
                    <a:pt x="384" y="1"/>
                  </a:moveTo>
                  <a:cubicBezTo>
                    <a:pt x="384" y="1"/>
                    <a:pt x="616" y="706"/>
                    <a:pt x="465" y="1473"/>
                  </a:cubicBezTo>
                  <a:cubicBezTo>
                    <a:pt x="313" y="2249"/>
                    <a:pt x="1"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108"/>
            <p:cNvSpPr/>
            <p:nvPr/>
          </p:nvSpPr>
          <p:spPr>
            <a:xfrm>
              <a:off x="4134066" y="2231013"/>
              <a:ext cx="62257" cy="10425"/>
            </a:xfrm>
            <a:custGeom>
              <a:rect b="b" l="l" r="r" t="t"/>
              <a:pathLst>
                <a:path extrusionOk="0" h="287" w="1714">
                  <a:moveTo>
                    <a:pt x="1" y="1"/>
                  </a:moveTo>
                  <a:lnTo>
                    <a:pt x="1" y="286"/>
                  </a:lnTo>
                  <a:lnTo>
                    <a:pt x="1714" y="286"/>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108"/>
            <p:cNvSpPr/>
            <p:nvPr/>
          </p:nvSpPr>
          <p:spPr>
            <a:xfrm>
              <a:off x="4013879" y="2174315"/>
              <a:ext cx="100141" cy="10425"/>
            </a:xfrm>
            <a:custGeom>
              <a:rect b="b" l="l" r="r" t="t"/>
              <a:pathLst>
                <a:path extrusionOk="0" h="287" w="2757">
                  <a:moveTo>
                    <a:pt x="0" y="1"/>
                  </a:moveTo>
                  <a:lnTo>
                    <a:pt x="0" y="286"/>
                  </a:lnTo>
                  <a:lnTo>
                    <a:pt x="2757" y="286"/>
                  </a:lnTo>
                  <a:lnTo>
                    <a:pt x="2757"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108"/>
            <p:cNvSpPr/>
            <p:nvPr/>
          </p:nvSpPr>
          <p:spPr>
            <a:xfrm>
              <a:off x="4002837" y="2184703"/>
              <a:ext cx="122552" cy="10388"/>
            </a:xfrm>
            <a:custGeom>
              <a:rect b="b" l="l" r="r" t="t"/>
              <a:pathLst>
                <a:path extrusionOk="0" h="286" w="3374">
                  <a:moveTo>
                    <a:pt x="1" y="0"/>
                  </a:moveTo>
                  <a:lnTo>
                    <a:pt x="1" y="286"/>
                  </a:lnTo>
                  <a:lnTo>
                    <a:pt x="3373" y="286"/>
                  </a:lnTo>
                  <a:lnTo>
                    <a:pt x="3373" y="0"/>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108"/>
            <p:cNvSpPr/>
            <p:nvPr/>
          </p:nvSpPr>
          <p:spPr>
            <a:xfrm>
              <a:off x="4139914" y="2400161"/>
              <a:ext cx="50597" cy="10425"/>
            </a:xfrm>
            <a:custGeom>
              <a:rect b="b" l="l" r="r" t="t"/>
              <a:pathLst>
                <a:path extrusionOk="0" h="287" w="1393">
                  <a:moveTo>
                    <a:pt x="1" y="1"/>
                  </a:moveTo>
                  <a:lnTo>
                    <a:pt x="1"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108"/>
            <p:cNvSpPr/>
            <p:nvPr/>
          </p:nvSpPr>
          <p:spPr>
            <a:xfrm>
              <a:off x="4134066" y="2410549"/>
              <a:ext cx="62257" cy="10388"/>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108"/>
            <p:cNvSpPr/>
            <p:nvPr/>
          </p:nvSpPr>
          <p:spPr>
            <a:xfrm>
              <a:off x="4232279" y="2241401"/>
              <a:ext cx="50561" cy="10388"/>
            </a:xfrm>
            <a:custGeom>
              <a:rect b="b" l="l" r="r" t="t"/>
              <a:pathLst>
                <a:path extrusionOk="0" h="286" w="1392">
                  <a:moveTo>
                    <a:pt x="0" y="0"/>
                  </a:moveTo>
                  <a:lnTo>
                    <a:pt x="0"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108"/>
            <p:cNvSpPr/>
            <p:nvPr/>
          </p:nvSpPr>
          <p:spPr>
            <a:xfrm>
              <a:off x="4257522" y="2251752"/>
              <a:ext cx="30838" cy="148450"/>
            </a:xfrm>
            <a:custGeom>
              <a:rect b="b" l="l" r="r" t="t"/>
              <a:pathLst>
                <a:path extrusionOk="0" h="4087" w="849">
                  <a:moveTo>
                    <a:pt x="1" y="1"/>
                  </a:moveTo>
                  <a:lnTo>
                    <a:pt x="1" y="4087"/>
                  </a:lnTo>
                  <a:lnTo>
                    <a:pt x="465" y="4087"/>
                  </a:lnTo>
                  <a:cubicBezTo>
                    <a:pt x="848" y="2927"/>
                    <a:pt x="536" y="2249"/>
                    <a:pt x="384" y="1473"/>
                  </a:cubicBezTo>
                  <a:cubicBezTo>
                    <a:pt x="233" y="706"/>
                    <a:pt x="465" y="1"/>
                    <a:pt x="465"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108"/>
            <p:cNvSpPr/>
            <p:nvPr/>
          </p:nvSpPr>
          <p:spPr>
            <a:xfrm>
              <a:off x="4226758" y="2251752"/>
              <a:ext cx="30801" cy="148450"/>
            </a:xfrm>
            <a:custGeom>
              <a:rect b="b" l="l" r="r" t="t"/>
              <a:pathLst>
                <a:path extrusionOk="0" h="4087" w="848">
                  <a:moveTo>
                    <a:pt x="384" y="1"/>
                  </a:moveTo>
                  <a:cubicBezTo>
                    <a:pt x="384" y="1"/>
                    <a:pt x="616" y="706"/>
                    <a:pt x="464" y="1473"/>
                  </a:cubicBezTo>
                  <a:cubicBezTo>
                    <a:pt x="313" y="2249"/>
                    <a:pt x="0"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108"/>
            <p:cNvSpPr/>
            <p:nvPr/>
          </p:nvSpPr>
          <p:spPr>
            <a:xfrm>
              <a:off x="4226431" y="2231013"/>
              <a:ext cx="62257" cy="10425"/>
            </a:xfrm>
            <a:custGeom>
              <a:rect b="b" l="l" r="r" t="t"/>
              <a:pathLst>
                <a:path extrusionOk="0" h="287" w="1714">
                  <a:moveTo>
                    <a:pt x="0" y="1"/>
                  </a:moveTo>
                  <a:lnTo>
                    <a:pt x="0" y="286"/>
                  </a:lnTo>
                  <a:lnTo>
                    <a:pt x="1713" y="286"/>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108"/>
            <p:cNvSpPr/>
            <p:nvPr/>
          </p:nvSpPr>
          <p:spPr>
            <a:xfrm>
              <a:off x="4232279" y="2400161"/>
              <a:ext cx="50561" cy="10425"/>
            </a:xfrm>
            <a:custGeom>
              <a:rect b="b" l="l" r="r" t="t"/>
              <a:pathLst>
                <a:path extrusionOk="0" h="287" w="1392">
                  <a:moveTo>
                    <a:pt x="0" y="1"/>
                  </a:moveTo>
                  <a:lnTo>
                    <a:pt x="0"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108"/>
            <p:cNvSpPr/>
            <p:nvPr/>
          </p:nvSpPr>
          <p:spPr>
            <a:xfrm>
              <a:off x="4226431" y="2410549"/>
              <a:ext cx="62257" cy="10388"/>
            </a:xfrm>
            <a:custGeom>
              <a:rect b="b" l="l" r="r" t="t"/>
              <a:pathLst>
                <a:path extrusionOk="0" h="286" w="1714">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108"/>
            <p:cNvSpPr/>
            <p:nvPr/>
          </p:nvSpPr>
          <p:spPr>
            <a:xfrm>
              <a:off x="4324608" y="2241401"/>
              <a:ext cx="50924" cy="10388"/>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108"/>
            <p:cNvSpPr/>
            <p:nvPr/>
          </p:nvSpPr>
          <p:spPr>
            <a:xfrm>
              <a:off x="4349888" y="2251752"/>
              <a:ext cx="31128" cy="148450"/>
            </a:xfrm>
            <a:custGeom>
              <a:rect b="b" l="l" r="r" t="t"/>
              <a:pathLst>
                <a:path extrusionOk="0" h="4087" w="857">
                  <a:moveTo>
                    <a:pt x="0" y="1"/>
                  </a:moveTo>
                  <a:lnTo>
                    <a:pt x="0" y="4087"/>
                  </a:lnTo>
                  <a:lnTo>
                    <a:pt x="473" y="4087"/>
                  </a:lnTo>
                  <a:cubicBezTo>
                    <a:pt x="857" y="2927"/>
                    <a:pt x="536" y="2249"/>
                    <a:pt x="384" y="1473"/>
                  </a:cubicBezTo>
                  <a:cubicBezTo>
                    <a:pt x="232" y="706"/>
                    <a:pt x="473" y="1"/>
                    <a:pt x="473"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108"/>
            <p:cNvSpPr/>
            <p:nvPr/>
          </p:nvSpPr>
          <p:spPr>
            <a:xfrm>
              <a:off x="4319087" y="2251752"/>
              <a:ext cx="30838" cy="148450"/>
            </a:xfrm>
            <a:custGeom>
              <a:rect b="b" l="l" r="r" t="t"/>
              <a:pathLst>
                <a:path extrusionOk="0" h="4087" w="849">
                  <a:moveTo>
                    <a:pt x="384" y="1"/>
                  </a:moveTo>
                  <a:cubicBezTo>
                    <a:pt x="384" y="1"/>
                    <a:pt x="616" y="706"/>
                    <a:pt x="465" y="1473"/>
                  </a:cubicBezTo>
                  <a:cubicBezTo>
                    <a:pt x="313" y="2249"/>
                    <a:pt x="1"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108"/>
            <p:cNvSpPr/>
            <p:nvPr/>
          </p:nvSpPr>
          <p:spPr>
            <a:xfrm>
              <a:off x="4318760" y="2231013"/>
              <a:ext cx="62257" cy="10425"/>
            </a:xfrm>
            <a:custGeom>
              <a:rect b="b" l="l" r="r" t="t"/>
              <a:pathLst>
                <a:path extrusionOk="0" h="287" w="1714">
                  <a:moveTo>
                    <a:pt x="1" y="1"/>
                  </a:moveTo>
                  <a:lnTo>
                    <a:pt x="1" y="286"/>
                  </a:lnTo>
                  <a:lnTo>
                    <a:pt x="1714" y="286"/>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108"/>
            <p:cNvSpPr/>
            <p:nvPr/>
          </p:nvSpPr>
          <p:spPr>
            <a:xfrm>
              <a:off x="4324608" y="2400161"/>
              <a:ext cx="50924" cy="10425"/>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108"/>
            <p:cNvSpPr/>
            <p:nvPr/>
          </p:nvSpPr>
          <p:spPr>
            <a:xfrm>
              <a:off x="4318760" y="2410549"/>
              <a:ext cx="62257" cy="10388"/>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108"/>
            <p:cNvSpPr/>
            <p:nvPr/>
          </p:nvSpPr>
          <p:spPr>
            <a:xfrm>
              <a:off x="4416973" y="2241401"/>
              <a:ext cx="50888" cy="10388"/>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108"/>
            <p:cNvSpPr/>
            <p:nvPr/>
          </p:nvSpPr>
          <p:spPr>
            <a:xfrm>
              <a:off x="4442216" y="2251752"/>
              <a:ext cx="31165" cy="148450"/>
            </a:xfrm>
            <a:custGeom>
              <a:rect b="b" l="l" r="r" t="t"/>
              <a:pathLst>
                <a:path extrusionOk="0" h="4087" w="858">
                  <a:moveTo>
                    <a:pt x="1" y="1"/>
                  </a:moveTo>
                  <a:lnTo>
                    <a:pt x="1" y="4087"/>
                  </a:lnTo>
                  <a:lnTo>
                    <a:pt x="474" y="4087"/>
                  </a:lnTo>
                  <a:cubicBezTo>
                    <a:pt x="857" y="2927"/>
                    <a:pt x="536" y="2249"/>
                    <a:pt x="384" y="1473"/>
                  </a:cubicBezTo>
                  <a:cubicBezTo>
                    <a:pt x="233" y="706"/>
                    <a:pt x="474" y="1"/>
                    <a:pt x="474"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108"/>
            <p:cNvSpPr/>
            <p:nvPr/>
          </p:nvSpPr>
          <p:spPr>
            <a:xfrm>
              <a:off x="4411452" y="2251752"/>
              <a:ext cx="30801" cy="148450"/>
            </a:xfrm>
            <a:custGeom>
              <a:rect b="b" l="l" r="r" t="t"/>
              <a:pathLst>
                <a:path extrusionOk="0" h="4087" w="848">
                  <a:moveTo>
                    <a:pt x="384" y="1"/>
                  </a:moveTo>
                  <a:cubicBezTo>
                    <a:pt x="384" y="1"/>
                    <a:pt x="625" y="706"/>
                    <a:pt x="473" y="1473"/>
                  </a:cubicBezTo>
                  <a:cubicBezTo>
                    <a:pt x="322" y="2249"/>
                    <a:pt x="0"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108"/>
            <p:cNvSpPr/>
            <p:nvPr/>
          </p:nvSpPr>
          <p:spPr>
            <a:xfrm>
              <a:off x="4411125" y="2231013"/>
              <a:ext cx="62257" cy="10425"/>
            </a:xfrm>
            <a:custGeom>
              <a:rect b="b" l="l" r="r" t="t"/>
              <a:pathLst>
                <a:path extrusionOk="0" h="287" w="1714">
                  <a:moveTo>
                    <a:pt x="0" y="1"/>
                  </a:moveTo>
                  <a:lnTo>
                    <a:pt x="0" y="286"/>
                  </a:lnTo>
                  <a:lnTo>
                    <a:pt x="1713" y="286"/>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108"/>
            <p:cNvSpPr/>
            <p:nvPr/>
          </p:nvSpPr>
          <p:spPr>
            <a:xfrm>
              <a:off x="4416973" y="2400161"/>
              <a:ext cx="50888" cy="10425"/>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108"/>
            <p:cNvSpPr/>
            <p:nvPr/>
          </p:nvSpPr>
          <p:spPr>
            <a:xfrm>
              <a:off x="4411125" y="2410549"/>
              <a:ext cx="62257" cy="10388"/>
            </a:xfrm>
            <a:custGeom>
              <a:rect b="b" l="l" r="r" t="t"/>
              <a:pathLst>
                <a:path extrusionOk="0" h="286" w="1714">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108"/>
            <p:cNvSpPr/>
            <p:nvPr/>
          </p:nvSpPr>
          <p:spPr>
            <a:xfrm>
              <a:off x="4509302" y="2241401"/>
              <a:ext cx="50924" cy="10388"/>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108"/>
            <p:cNvSpPr/>
            <p:nvPr/>
          </p:nvSpPr>
          <p:spPr>
            <a:xfrm>
              <a:off x="4534582" y="2251752"/>
              <a:ext cx="31128" cy="148450"/>
            </a:xfrm>
            <a:custGeom>
              <a:rect b="b" l="l" r="r" t="t"/>
              <a:pathLst>
                <a:path extrusionOk="0" h="4087" w="857">
                  <a:moveTo>
                    <a:pt x="0" y="1"/>
                  </a:moveTo>
                  <a:lnTo>
                    <a:pt x="0" y="4087"/>
                  </a:lnTo>
                  <a:lnTo>
                    <a:pt x="473" y="4087"/>
                  </a:lnTo>
                  <a:cubicBezTo>
                    <a:pt x="857" y="2927"/>
                    <a:pt x="536" y="2249"/>
                    <a:pt x="384" y="1473"/>
                  </a:cubicBezTo>
                  <a:cubicBezTo>
                    <a:pt x="232" y="706"/>
                    <a:pt x="473" y="1"/>
                    <a:pt x="473"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108"/>
            <p:cNvSpPr/>
            <p:nvPr/>
          </p:nvSpPr>
          <p:spPr>
            <a:xfrm>
              <a:off x="4503781" y="2251752"/>
              <a:ext cx="30838" cy="148450"/>
            </a:xfrm>
            <a:custGeom>
              <a:rect b="b" l="l" r="r" t="t"/>
              <a:pathLst>
                <a:path extrusionOk="0" h="4087" w="849">
                  <a:moveTo>
                    <a:pt x="384" y="1"/>
                  </a:moveTo>
                  <a:cubicBezTo>
                    <a:pt x="384" y="1"/>
                    <a:pt x="625" y="706"/>
                    <a:pt x="474" y="1473"/>
                  </a:cubicBezTo>
                  <a:cubicBezTo>
                    <a:pt x="322" y="2249"/>
                    <a:pt x="1"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108"/>
            <p:cNvSpPr/>
            <p:nvPr/>
          </p:nvSpPr>
          <p:spPr>
            <a:xfrm>
              <a:off x="4503454" y="2231013"/>
              <a:ext cx="62257" cy="10425"/>
            </a:xfrm>
            <a:custGeom>
              <a:rect b="b" l="l" r="r" t="t"/>
              <a:pathLst>
                <a:path extrusionOk="0" h="287" w="1714">
                  <a:moveTo>
                    <a:pt x="1" y="1"/>
                  </a:moveTo>
                  <a:lnTo>
                    <a:pt x="1" y="286"/>
                  </a:lnTo>
                  <a:lnTo>
                    <a:pt x="1714" y="286"/>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108"/>
            <p:cNvSpPr/>
            <p:nvPr/>
          </p:nvSpPr>
          <p:spPr>
            <a:xfrm>
              <a:off x="4509302" y="2400161"/>
              <a:ext cx="50924" cy="10425"/>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108"/>
            <p:cNvSpPr/>
            <p:nvPr/>
          </p:nvSpPr>
          <p:spPr>
            <a:xfrm>
              <a:off x="4503454" y="2410549"/>
              <a:ext cx="62257" cy="10388"/>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108"/>
            <p:cNvSpPr/>
            <p:nvPr/>
          </p:nvSpPr>
          <p:spPr>
            <a:xfrm>
              <a:off x="4007377" y="2195054"/>
              <a:ext cx="113471" cy="301731"/>
            </a:xfrm>
            <a:custGeom>
              <a:rect b="b" l="l" r="r" t="t"/>
              <a:pathLst>
                <a:path extrusionOk="0" h="8307" w="3124">
                  <a:moveTo>
                    <a:pt x="1" y="1"/>
                  </a:moveTo>
                  <a:lnTo>
                    <a:pt x="1" y="8306"/>
                  </a:lnTo>
                  <a:lnTo>
                    <a:pt x="3123" y="8306"/>
                  </a:lnTo>
                  <a:lnTo>
                    <a:pt x="3123" y="1"/>
                  </a:ln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108"/>
            <p:cNvSpPr/>
            <p:nvPr/>
          </p:nvSpPr>
          <p:spPr>
            <a:xfrm>
              <a:off x="4007377" y="2195054"/>
              <a:ext cx="56736" cy="301731"/>
            </a:xfrm>
            <a:custGeom>
              <a:rect b="b" l="l" r="r" t="t"/>
              <a:pathLst>
                <a:path extrusionOk="0" h="8307" w="1562">
                  <a:moveTo>
                    <a:pt x="1" y="1"/>
                  </a:moveTo>
                  <a:lnTo>
                    <a:pt x="1" y="8306"/>
                  </a:lnTo>
                  <a:lnTo>
                    <a:pt x="1562" y="8306"/>
                  </a:lnTo>
                  <a:lnTo>
                    <a:pt x="1562"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108"/>
            <p:cNvSpPr/>
            <p:nvPr/>
          </p:nvSpPr>
          <p:spPr>
            <a:xfrm>
              <a:off x="4190473" y="2289672"/>
              <a:ext cx="375248" cy="65163"/>
            </a:xfrm>
            <a:custGeom>
              <a:rect b="b" l="l" r="r" t="t"/>
              <a:pathLst>
                <a:path extrusionOk="0" h="1794" w="10331">
                  <a:moveTo>
                    <a:pt x="1891" y="1"/>
                  </a:moveTo>
                  <a:lnTo>
                    <a:pt x="0" y="1794"/>
                  </a:lnTo>
                  <a:lnTo>
                    <a:pt x="10331" y="1794"/>
                  </a:lnTo>
                  <a:lnTo>
                    <a:pt x="1033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108"/>
            <p:cNvSpPr/>
            <p:nvPr/>
          </p:nvSpPr>
          <p:spPr>
            <a:xfrm>
              <a:off x="4190473" y="2354796"/>
              <a:ext cx="375248" cy="10425"/>
            </a:xfrm>
            <a:custGeom>
              <a:rect b="b" l="l" r="r" t="t"/>
              <a:pathLst>
                <a:path extrusionOk="0" h="287" w="10331">
                  <a:moveTo>
                    <a:pt x="0" y="1"/>
                  </a:moveTo>
                  <a:lnTo>
                    <a:pt x="0" y="286"/>
                  </a:lnTo>
                  <a:lnTo>
                    <a:pt x="10331" y="286"/>
                  </a:lnTo>
                  <a:lnTo>
                    <a:pt x="1033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108"/>
            <p:cNvSpPr/>
            <p:nvPr/>
          </p:nvSpPr>
          <p:spPr>
            <a:xfrm>
              <a:off x="4463283" y="2429654"/>
              <a:ext cx="15582" cy="67124"/>
            </a:xfrm>
            <a:custGeom>
              <a:rect b="b" l="l" r="r" t="t"/>
              <a:pathLst>
                <a:path extrusionOk="0" h="1848" w="429">
                  <a:moveTo>
                    <a:pt x="1" y="0"/>
                  </a:moveTo>
                  <a:lnTo>
                    <a:pt x="1"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108"/>
            <p:cNvSpPr/>
            <p:nvPr/>
          </p:nvSpPr>
          <p:spPr>
            <a:xfrm>
              <a:off x="4473344" y="2429654"/>
              <a:ext cx="5521" cy="67124"/>
            </a:xfrm>
            <a:custGeom>
              <a:rect b="b" l="l" r="r" t="t"/>
              <a:pathLst>
                <a:path extrusionOk="0" h="1848" w="152">
                  <a:moveTo>
                    <a:pt x="0" y="0"/>
                  </a:moveTo>
                  <a:lnTo>
                    <a:pt x="0" y="1847"/>
                  </a:lnTo>
                  <a:lnTo>
                    <a:pt x="152" y="1847"/>
                  </a:lnTo>
                  <a:lnTo>
                    <a:pt x="152"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108"/>
            <p:cNvSpPr/>
            <p:nvPr/>
          </p:nvSpPr>
          <p:spPr>
            <a:xfrm>
              <a:off x="4457798" y="2415707"/>
              <a:ext cx="177581" cy="42824"/>
            </a:xfrm>
            <a:custGeom>
              <a:rect b="b" l="l" r="r" t="t"/>
              <a:pathLst>
                <a:path extrusionOk="0" h="1179" w="4889">
                  <a:moveTo>
                    <a:pt x="0" y="1"/>
                  </a:moveTo>
                  <a:lnTo>
                    <a:pt x="1240" y="1178"/>
                  </a:lnTo>
                  <a:lnTo>
                    <a:pt x="4889" y="1178"/>
                  </a:lnTo>
                  <a:lnTo>
                    <a:pt x="3649"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108"/>
            <p:cNvSpPr/>
            <p:nvPr/>
          </p:nvSpPr>
          <p:spPr>
            <a:xfrm>
              <a:off x="4605844" y="2469825"/>
              <a:ext cx="15619" cy="26951"/>
            </a:xfrm>
            <a:custGeom>
              <a:rect b="b" l="l" r="r" t="t"/>
              <a:pathLst>
                <a:path extrusionOk="0" h="742" w="430">
                  <a:moveTo>
                    <a:pt x="1" y="1"/>
                  </a:moveTo>
                  <a:lnTo>
                    <a:pt x="1" y="741"/>
                  </a:lnTo>
                  <a:lnTo>
                    <a:pt x="429" y="741"/>
                  </a:lnTo>
                  <a:lnTo>
                    <a:pt x="429"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108"/>
            <p:cNvSpPr/>
            <p:nvPr/>
          </p:nvSpPr>
          <p:spPr>
            <a:xfrm>
              <a:off x="4605844" y="2469825"/>
              <a:ext cx="5557" cy="26951"/>
            </a:xfrm>
            <a:custGeom>
              <a:rect b="b" l="l" r="r" t="t"/>
              <a:pathLst>
                <a:path extrusionOk="0" h="742" w="153">
                  <a:moveTo>
                    <a:pt x="1" y="1"/>
                  </a:moveTo>
                  <a:lnTo>
                    <a:pt x="1" y="741"/>
                  </a:lnTo>
                  <a:lnTo>
                    <a:pt x="153" y="741"/>
                  </a:lnTo>
                  <a:lnTo>
                    <a:pt x="153"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108"/>
            <p:cNvSpPr/>
            <p:nvPr/>
          </p:nvSpPr>
          <p:spPr>
            <a:xfrm>
              <a:off x="4516421" y="2469825"/>
              <a:ext cx="15582" cy="26951"/>
            </a:xfrm>
            <a:custGeom>
              <a:rect b="b" l="l" r="r" t="t"/>
              <a:pathLst>
                <a:path extrusionOk="0" h="742" w="429">
                  <a:moveTo>
                    <a:pt x="1" y="1"/>
                  </a:moveTo>
                  <a:lnTo>
                    <a:pt x="1" y="741"/>
                  </a:lnTo>
                  <a:lnTo>
                    <a:pt x="429" y="741"/>
                  </a:lnTo>
                  <a:lnTo>
                    <a:pt x="429"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108"/>
            <p:cNvSpPr/>
            <p:nvPr/>
          </p:nvSpPr>
          <p:spPr>
            <a:xfrm>
              <a:off x="4526482" y="2469825"/>
              <a:ext cx="5521" cy="26951"/>
            </a:xfrm>
            <a:custGeom>
              <a:rect b="b" l="l" r="r" t="t"/>
              <a:pathLst>
                <a:path extrusionOk="0" h="742" w="152">
                  <a:moveTo>
                    <a:pt x="0" y="1"/>
                  </a:moveTo>
                  <a:lnTo>
                    <a:pt x="0" y="741"/>
                  </a:lnTo>
                  <a:lnTo>
                    <a:pt x="152" y="741"/>
                  </a:lnTo>
                  <a:lnTo>
                    <a:pt x="152"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108"/>
            <p:cNvSpPr/>
            <p:nvPr/>
          </p:nvSpPr>
          <p:spPr>
            <a:xfrm>
              <a:off x="4561133" y="2429654"/>
              <a:ext cx="15619" cy="67124"/>
            </a:xfrm>
            <a:custGeom>
              <a:rect b="b" l="l" r="r" t="t"/>
              <a:pathLst>
                <a:path extrusionOk="0" h="1848" w="430">
                  <a:moveTo>
                    <a:pt x="1" y="0"/>
                  </a:moveTo>
                  <a:lnTo>
                    <a:pt x="1"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108"/>
            <p:cNvSpPr/>
            <p:nvPr/>
          </p:nvSpPr>
          <p:spPr>
            <a:xfrm>
              <a:off x="4571194" y="2429654"/>
              <a:ext cx="5557" cy="67124"/>
            </a:xfrm>
            <a:custGeom>
              <a:rect b="b" l="l" r="r" t="t"/>
              <a:pathLst>
                <a:path extrusionOk="0" h="1848" w="153">
                  <a:moveTo>
                    <a:pt x="0" y="0"/>
                  </a:moveTo>
                  <a:lnTo>
                    <a:pt x="0" y="1847"/>
                  </a:lnTo>
                  <a:lnTo>
                    <a:pt x="152" y="1847"/>
                  </a:lnTo>
                  <a:lnTo>
                    <a:pt x="152"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108"/>
            <p:cNvSpPr/>
            <p:nvPr/>
          </p:nvSpPr>
          <p:spPr>
            <a:xfrm>
              <a:off x="4508975" y="2319491"/>
              <a:ext cx="119937" cy="139043"/>
            </a:xfrm>
            <a:custGeom>
              <a:rect b="b" l="l" r="r" t="t"/>
              <a:pathLst>
                <a:path extrusionOk="0" h="3828" w="3302">
                  <a:moveTo>
                    <a:pt x="1" y="0"/>
                  </a:moveTo>
                  <a:lnTo>
                    <a:pt x="1" y="3827"/>
                  </a:lnTo>
                  <a:lnTo>
                    <a:pt x="3301" y="3827"/>
                  </a:lnTo>
                  <a:lnTo>
                    <a:pt x="3301"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108"/>
            <p:cNvSpPr/>
            <p:nvPr/>
          </p:nvSpPr>
          <p:spPr>
            <a:xfrm>
              <a:off x="4516421" y="2326937"/>
              <a:ext cx="105045" cy="131596"/>
            </a:xfrm>
            <a:custGeom>
              <a:rect b="b" l="l" r="r" t="t"/>
              <a:pathLst>
                <a:path extrusionOk="0" h="3623" w="2892">
                  <a:moveTo>
                    <a:pt x="1" y="0"/>
                  </a:moveTo>
                  <a:lnTo>
                    <a:pt x="1" y="3622"/>
                  </a:lnTo>
                  <a:lnTo>
                    <a:pt x="2891" y="3622"/>
                  </a:lnTo>
                  <a:lnTo>
                    <a:pt x="2891"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108"/>
            <p:cNvSpPr/>
            <p:nvPr/>
          </p:nvSpPr>
          <p:spPr>
            <a:xfrm>
              <a:off x="4502837" y="2458493"/>
              <a:ext cx="132541" cy="12023"/>
            </a:xfrm>
            <a:custGeom>
              <a:rect b="b" l="l" r="r" t="t"/>
              <a:pathLst>
                <a:path extrusionOk="0" h="331" w="3649">
                  <a:moveTo>
                    <a:pt x="0" y="0"/>
                  </a:moveTo>
                  <a:lnTo>
                    <a:pt x="0" y="330"/>
                  </a:lnTo>
                  <a:lnTo>
                    <a:pt x="3649" y="330"/>
                  </a:lnTo>
                  <a:lnTo>
                    <a:pt x="3649"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108"/>
            <p:cNvSpPr/>
            <p:nvPr/>
          </p:nvSpPr>
          <p:spPr>
            <a:xfrm>
              <a:off x="4457798" y="2415707"/>
              <a:ext cx="45076" cy="54811"/>
            </a:xfrm>
            <a:custGeom>
              <a:rect b="b" l="l" r="r" t="t"/>
              <a:pathLst>
                <a:path extrusionOk="0" h="1509" w="1241">
                  <a:moveTo>
                    <a:pt x="0" y="1"/>
                  </a:moveTo>
                  <a:lnTo>
                    <a:pt x="0" y="331"/>
                  </a:lnTo>
                  <a:lnTo>
                    <a:pt x="1240" y="1508"/>
                  </a:lnTo>
                  <a:lnTo>
                    <a:pt x="1240" y="1178"/>
                  </a:lnTo>
                  <a:lnTo>
                    <a:pt x="0"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108"/>
            <p:cNvSpPr/>
            <p:nvPr/>
          </p:nvSpPr>
          <p:spPr>
            <a:xfrm>
              <a:off x="4621426" y="2306198"/>
              <a:ext cx="7482" cy="152337"/>
            </a:xfrm>
            <a:custGeom>
              <a:rect b="b" l="l" r="r" t="t"/>
              <a:pathLst>
                <a:path extrusionOk="0" h="4194" w="206">
                  <a:moveTo>
                    <a:pt x="0" y="1"/>
                  </a:moveTo>
                  <a:lnTo>
                    <a:pt x="0" y="4193"/>
                  </a:lnTo>
                  <a:lnTo>
                    <a:pt x="205" y="4193"/>
                  </a:lnTo>
                  <a:lnTo>
                    <a:pt x="205"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108"/>
            <p:cNvSpPr/>
            <p:nvPr/>
          </p:nvSpPr>
          <p:spPr>
            <a:xfrm>
              <a:off x="4616232" y="2297117"/>
              <a:ext cx="17871" cy="18198"/>
            </a:xfrm>
            <a:custGeom>
              <a:rect b="b" l="l" r="r" t="t"/>
              <a:pathLst>
                <a:path extrusionOk="0" h="501" w="492">
                  <a:moveTo>
                    <a:pt x="241" y="1"/>
                  </a:moveTo>
                  <a:cubicBezTo>
                    <a:pt x="108" y="1"/>
                    <a:pt x="0" y="117"/>
                    <a:pt x="0" y="251"/>
                  </a:cubicBezTo>
                  <a:cubicBezTo>
                    <a:pt x="0" y="384"/>
                    <a:pt x="108" y="500"/>
                    <a:pt x="241" y="500"/>
                  </a:cubicBezTo>
                  <a:cubicBezTo>
                    <a:pt x="384" y="500"/>
                    <a:pt x="491" y="384"/>
                    <a:pt x="491" y="251"/>
                  </a:cubicBezTo>
                  <a:cubicBezTo>
                    <a:pt x="491" y="117"/>
                    <a:pt x="384" y="1"/>
                    <a:pt x="241"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108"/>
            <p:cNvSpPr/>
            <p:nvPr/>
          </p:nvSpPr>
          <p:spPr>
            <a:xfrm>
              <a:off x="4616232" y="2299733"/>
              <a:ext cx="17544" cy="15582"/>
            </a:xfrm>
            <a:custGeom>
              <a:rect b="b" l="l" r="r" t="t"/>
              <a:pathLst>
                <a:path extrusionOk="0" h="429" w="483">
                  <a:moveTo>
                    <a:pt x="72" y="0"/>
                  </a:moveTo>
                  <a:cubicBezTo>
                    <a:pt x="27" y="45"/>
                    <a:pt x="0" y="107"/>
                    <a:pt x="0" y="179"/>
                  </a:cubicBezTo>
                  <a:cubicBezTo>
                    <a:pt x="0" y="312"/>
                    <a:pt x="108" y="428"/>
                    <a:pt x="241" y="428"/>
                  </a:cubicBezTo>
                  <a:cubicBezTo>
                    <a:pt x="366" y="428"/>
                    <a:pt x="464" y="339"/>
                    <a:pt x="482" y="223"/>
                  </a:cubicBezTo>
                  <a:lnTo>
                    <a:pt x="482" y="223"/>
                  </a:lnTo>
                  <a:cubicBezTo>
                    <a:pt x="447" y="268"/>
                    <a:pt x="384" y="295"/>
                    <a:pt x="313" y="295"/>
                  </a:cubicBezTo>
                  <a:cubicBezTo>
                    <a:pt x="179" y="295"/>
                    <a:pt x="72" y="187"/>
                    <a:pt x="72" y="45"/>
                  </a:cubicBezTo>
                  <a:cubicBezTo>
                    <a:pt x="72" y="27"/>
                    <a:pt x="72" y="18"/>
                    <a:pt x="72"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108"/>
            <p:cNvSpPr/>
            <p:nvPr/>
          </p:nvSpPr>
          <p:spPr>
            <a:xfrm>
              <a:off x="4508975" y="2306198"/>
              <a:ext cx="7482" cy="152337"/>
            </a:xfrm>
            <a:custGeom>
              <a:rect b="b" l="l" r="r" t="t"/>
              <a:pathLst>
                <a:path extrusionOk="0" h="4194" w="206">
                  <a:moveTo>
                    <a:pt x="1" y="1"/>
                  </a:moveTo>
                  <a:lnTo>
                    <a:pt x="1" y="4193"/>
                  </a:lnTo>
                  <a:lnTo>
                    <a:pt x="206" y="4193"/>
                  </a:lnTo>
                  <a:lnTo>
                    <a:pt x="206"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108"/>
            <p:cNvSpPr/>
            <p:nvPr/>
          </p:nvSpPr>
          <p:spPr>
            <a:xfrm>
              <a:off x="4503781" y="2297117"/>
              <a:ext cx="17871" cy="18198"/>
            </a:xfrm>
            <a:custGeom>
              <a:rect b="b" l="l" r="r" t="t"/>
              <a:pathLst>
                <a:path extrusionOk="0" h="501" w="492">
                  <a:moveTo>
                    <a:pt x="242" y="1"/>
                  </a:moveTo>
                  <a:cubicBezTo>
                    <a:pt x="108" y="1"/>
                    <a:pt x="1" y="117"/>
                    <a:pt x="1" y="251"/>
                  </a:cubicBezTo>
                  <a:cubicBezTo>
                    <a:pt x="1" y="384"/>
                    <a:pt x="108" y="500"/>
                    <a:pt x="242" y="500"/>
                  </a:cubicBezTo>
                  <a:cubicBezTo>
                    <a:pt x="384" y="500"/>
                    <a:pt x="492" y="384"/>
                    <a:pt x="492" y="251"/>
                  </a:cubicBezTo>
                  <a:cubicBezTo>
                    <a:pt x="492" y="117"/>
                    <a:pt x="384" y="1"/>
                    <a:pt x="242"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108"/>
            <p:cNvSpPr/>
            <p:nvPr/>
          </p:nvSpPr>
          <p:spPr>
            <a:xfrm>
              <a:off x="4503781" y="2299733"/>
              <a:ext cx="17544" cy="15582"/>
            </a:xfrm>
            <a:custGeom>
              <a:rect b="b" l="l" r="r" t="t"/>
              <a:pathLst>
                <a:path extrusionOk="0" h="429" w="483">
                  <a:moveTo>
                    <a:pt x="72" y="0"/>
                  </a:moveTo>
                  <a:cubicBezTo>
                    <a:pt x="28" y="45"/>
                    <a:pt x="1" y="107"/>
                    <a:pt x="1" y="179"/>
                  </a:cubicBezTo>
                  <a:cubicBezTo>
                    <a:pt x="1" y="312"/>
                    <a:pt x="108" y="428"/>
                    <a:pt x="242" y="428"/>
                  </a:cubicBezTo>
                  <a:cubicBezTo>
                    <a:pt x="367" y="428"/>
                    <a:pt x="465" y="339"/>
                    <a:pt x="483" y="223"/>
                  </a:cubicBezTo>
                  <a:lnTo>
                    <a:pt x="483" y="223"/>
                  </a:lnTo>
                  <a:cubicBezTo>
                    <a:pt x="447" y="268"/>
                    <a:pt x="384" y="295"/>
                    <a:pt x="313" y="295"/>
                  </a:cubicBezTo>
                  <a:cubicBezTo>
                    <a:pt x="179" y="295"/>
                    <a:pt x="72" y="187"/>
                    <a:pt x="72" y="45"/>
                  </a:cubicBezTo>
                  <a:cubicBezTo>
                    <a:pt x="72" y="27"/>
                    <a:pt x="72" y="18"/>
                    <a:pt x="72"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108"/>
            <p:cNvSpPr/>
            <p:nvPr/>
          </p:nvSpPr>
          <p:spPr>
            <a:xfrm>
              <a:off x="4410799" y="2429654"/>
              <a:ext cx="15582" cy="67124"/>
            </a:xfrm>
            <a:custGeom>
              <a:rect b="b" l="l" r="r" t="t"/>
              <a:pathLst>
                <a:path extrusionOk="0" h="1848" w="429">
                  <a:moveTo>
                    <a:pt x="1" y="0"/>
                  </a:moveTo>
                  <a:lnTo>
                    <a:pt x="1"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108"/>
            <p:cNvSpPr/>
            <p:nvPr/>
          </p:nvSpPr>
          <p:spPr>
            <a:xfrm>
              <a:off x="4410799" y="2429654"/>
              <a:ext cx="5884" cy="67124"/>
            </a:xfrm>
            <a:custGeom>
              <a:rect b="b" l="l" r="r" t="t"/>
              <a:pathLst>
                <a:path extrusionOk="0" h="1848" w="162">
                  <a:moveTo>
                    <a:pt x="1" y="0"/>
                  </a:moveTo>
                  <a:lnTo>
                    <a:pt x="1" y="1847"/>
                  </a:lnTo>
                  <a:lnTo>
                    <a:pt x="161" y="1847"/>
                  </a:lnTo>
                  <a:lnTo>
                    <a:pt x="161"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108"/>
            <p:cNvSpPr/>
            <p:nvPr/>
          </p:nvSpPr>
          <p:spPr>
            <a:xfrm>
              <a:off x="4254617" y="2415707"/>
              <a:ext cx="177290" cy="42824"/>
            </a:xfrm>
            <a:custGeom>
              <a:rect b="b" l="l" r="r" t="t"/>
              <a:pathLst>
                <a:path extrusionOk="0" h="1179" w="4881">
                  <a:moveTo>
                    <a:pt x="1232" y="1"/>
                  </a:moveTo>
                  <a:lnTo>
                    <a:pt x="1" y="1178"/>
                  </a:lnTo>
                  <a:lnTo>
                    <a:pt x="3649" y="1178"/>
                  </a:lnTo>
                  <a:lnTo>
                    <a:pt x="4880"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108"/>
            <p:cNvSpPr/>
            <p:nvPr/>
          </p:nvSpPr>
          <p:spPr>
            <a:xfrm>
              <a:off x="4268237" y="2469825"/>
              <a:ext cx="15582" cy="26951"/>
            </a:xfrm>
            <a:custGeom>
              <a:rect b="b" l="l" r="r" t="t"/>
              <a:pathLst>
                <a:path extrusionOk="0" h="742" w="429">
                  <a:moveTo>
                    <a:pt x="0" y="1"/>
                  </a:moveTo>
                  <a:lnTo>
                    <a:pt x="0" y="741"/>
                  </a:lnTo>
                  <a:lnTo>
                    <a:pt x="428" y="741"/>
                  </a:lnTo>
                  <a:lnTo>
                    <a:pt x="428"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108"/>
            <p:cNvSpPr/>
            <p:nvPr/>
          </p:nvSpPr>
          <p:spPr>
            <a:xfrm>
              <a:off x="4278262" y="2469825"/>
              <a:ext cx="5557" cy="26951"/>
            </a:xfrm>
            <a:custGeom>
              <a:rect b="b" l="l" r="r" t="t"/>
              <a:pathLst>
                <a:path extrusionOk="0" h="742" w="153">
                  <a:moveTo>
                    <a:pt x="1" y="1"/>
                  </a:moveTo>
                  <a:lnTo>
                    <a:pt x="1" y="741"/>
                  </a:lnTo>
                  <a:lnTo>
                    <a:pt x="152" y="741"/>
                  </a:lnTo>
                  <a:lnTo>
                    <a:pt x="152"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108"/>
            <p:cNvSpPr/>
            <p:nvPr/>
          </p:nvSpPr>
          <p:spPr>
            <a:xfrm>
              <a:off x="4357660" y="2469825"/>
              <a:ext cx="15909" cy="26951"/>
            </a:xfrm>
            <a:custGeom>
              <a:rect b="b" l="l" r="r" t="t"/>
              <a:pathLst>
                <a:path extrusionOk="0" h="742" w="438">
                  <a:moveTo>
                    <a:pt x="0" y="1"/>
                  </a:moveTo>
                  <a:lnTo>
                    <a:pt x="0" y="741"/>
                  </a:lnTo>
                  <a:lnTo>
                    <a:pt x="438" y="741"/>
                  </a:lnTo>
                  <a:lnTo>
                    <a:pt x="438"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108"/>
            <p:cNvSpPr/>
            <p:nvPr/>
          </p:nvSpPr>
          <p:spPr>
            <a:xfrm>
              <a:off x="4357660" y="2469825"/>
              <a:ext cx="5884" cy="26951"/>
            </a:xfrm>
            <a:custGeom>
              <a:rect b="b" l="l" r="r" t="t"/>
              <a:pathLst>
                <a:path extrusionOk="0" h="742" w="162">
                  <a:moveTo>
                    <a:pt x="0" y="1"/>
                  </a:moveTo>
                  <a:lnTo>
                    <a:pt x="0" y="741"/>
                  </a:lnTo>
                  <a:lnTo>
                    <a:pt x="161" y="741"/>
                  </a:lnTo>
                  <a:lnTo>
                    <a:pt x="161"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108"/>
            <p:cNvSpPr/>
            <p:nvPr/>
          </p:nvSpPr>
          <p:spPr>
            <a:xfrm>
              <a:off x="4312949" y="2429654"/>
              <a:ext cx="15582" cy="67124"/>
            </a:xfrm>
            <a:custGeom>
              <a:rect b="b" l="l" r="r" t="t"/>
              <a:pathLst>
                <a:path extrusionOk="0" h="1848" w="429">
                  <a:moveTo>
                    <a:pt x="0" y="0"/>
                  </a:moveTo>
                  <a:lnTo>
                    <a:pt x="0"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108"/>
            <p:cNvSpPr/>
            <p:nvPr/>
          </p:nvSpPr>
          <p:spPr>
            <a:xfrm>
              <a:off x="4312949" y="2429654"/>
              <a:ext cx="5848" cy="67124"/>
            </a:xfrm>
            <a:custGeom>
              <a:rect b="b" l="l" r="r" t="t"/>
              <a:pathLst>
                <a:path extrusionOk="0" h="1848" w="161">
                  <a:moveTo>
                    <a:pt x="0" y="0"/>
                  </a:moveTo>
                  <a:lnTo>
                    <a:pt x="0" y="1847"/>
                  </a:lnTo>
                  <a:lnTo>
                    <a:pt x="161" y="1847"/>
                  </a:lnTo>
                  <a:lnTo>
                    <a:pt x="161"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108"/>
            <p:cNvSpPr/>
            <p:nvPr/>
          </p:nvSpPr>
          <p:spPr>
            <a:xfrm>
              <a:off x="4261082" y="2319491"/>
              <a:ext cx="119610" cy="139043"/>
            </a:xfrm>
            <a:custGeom>
              <a:rect b="b" l="l" r="r" t="t"/>
              <a:pathLst>
                <a:path extrusionOk="0" h="3828" w="3293">
                  <a:moveTo>
                    <a:pt x="1" y="0"/>
                  </a:moveTo>
                  <a:lnTo>
                    <a:pt x="1" y="3827"/>
                  </a:lnTo>
                  <a:lnTo>
                    <a:pt x="3293" y="3827"/>
                  </a:lnTo>
                  <a:lnTo>
                    <a:pt x="3293"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108"/>
            <p:cNvSpPr/>
            <p:nvPr/>
          </p:nvSpPr>
          <p:spPr>
            <a:xfrm>
              <a:off x="4268237" y="2326937"/>
              <a:ext cx="105335" cy="131596"/>
            </a:xfrm>
            <a:custGeom>
              <a:rect b="b" l="l" r="r" t="t"/>
              <a:pathLst>
                <a:path extrusionOk="0" h="3623" w="2900">
                  <a:moveTo>
                    <a:pt x="0" y="0"/>
                  </a:moveTo>
                  <a:lnTo>
                    <a:pt x="0" y="3622"/>
                  </a:lnTo>
                  <a:lnTo>
                    <a:pt x="2900" y="3622"/>
                  </a:lnTo>
                  <a:lnTo>
                    <a:pt x="2900"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108"/>
            <p:cNvSpPr/>
            <p:nvPr/>
          </p:nvSpPr>
          <p:spPr>
            <a:xfrm>
              <a:off x="4254617" y="2458493"/>
              <a:ext cx="132577" cy="12023"/>
            </a:xfrm>
            <a:custGeom>
              <a:rect b="b" l="l" r="r" t="t"/>
              <a:pathLst>
                <a:path extrusionOk="0" h="331" w="3650">
                  <a:moveTo>
                    <a:pt x="1" y="0"/>
                  </a:moveTo>
                  <a:lnTo>
                    <a:pt x="1" y="330"/>
                  </a:lnTo>
                  <a:lnTo>
                    <a:pt x="3649" y="330"/>
                  </a:lnTo>
                  <a:lnTo>
                    <a:pt x="3649"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108"/>
            <p:cNvSpPr/>
            <p:nvPr/>
          </p:nvSpPr>
          <p:spPr>
            <a:xfrm>
              <a:off x="4387153" y="2415707"/>
              <a:ext cx="44749" cy="54811"/>
            </a:xfrm>
            <a:custGeom>
              <a:rect b="b" l="l" r="r" t="t"/>
              <a:pathLst>
                <a:path extrusionOk="0" h="1509" w="1232">
                  <a:moveTo>
                    <a:pt x="1231" y="1"/>
                  </a:moveTo>
                  <a:lnTo>
                    <a:pt x="0" y="1178"/>
                  </a:lnTo>
                  <a:lnTo>
                    <a:pt x="0" y="1508"/>
                  </a:lnTo>
                  <a:lnTo>
                    <a:pt x="1231" y="331"/>
                  </a:lnTo>
                  <a:lnTo>
                    <a:pt x="1231"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108"/>
            <p:cNvSpPr/>
            <p:nvPr/>
          </p:nvSpPr>
          <p:spPr>
            <a:xfrm>
              <a:off x="4261082" y="2306198"/>
              <a:ext cx="7192" cy="152337"/>
            </a:xfrm>
            <a:custGeom>
              <a:rect b="b" l="l" r="r" t="t"/>
              <a:pathLst>
                <a:path extrusionOk="0" h="4194" w="198">
                  <a:moveTo>
                    <a:pt x="1" y="1"/>
                  </a:moveTo>
                  <a:lnTo>
                    <a:pt x="1" y="4193"/>
                  </a:lnTo>
                  <a:lnTo>
                    <a:pt x="197" y="4193"/>
                  </a:lnTo>
                  <a:lnTo>
                    <a:pt x="197"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108"/>
            <p:cNvSpPr/>
            <p:nvPr/>
          </p:nvSpPr>
          <p:spPr>
            <a:xfrm>
              <a:off x="4255597" y="2297117"/>
              <a:ext cx="18161" cy="18198"/>
            </a:xfrm>
            <a:custGeom>
              <a:rect b="b" l="l" r="r" t="t"/>
              <a:pathLst>
                <a:path extrusionOk="0" h="501" w="500">
                  <a:moveTo>
                    <a:pt x="250" y="1"/>
                  </a:moveTo>
                  <a:cubicBezTo>
                    <a:pt x="116" y="1"/>
                    <a:pt x="0" y="117"/>
                    <a:pt x="0" y="251"/>
                  </a:cubicBezTo>
                  <a:cubicBezTo>
                    <a:pt x="0" y="384"/>
                    <a:pt x="116" y="500"/>
                    <a:pt x="250" y="500"/>
                  </a:cubicBezTo>
                  <a:cubicBezTo>
                    <a:pt x="384" y="500"/>
                    <a:pt x="500" y="384"/>
                    <a:pt x="500" y="251"/>
                  </a:cubicBezTo>
                  <a:cubicBezTo>
                    <a:pt x="500" y="117"/>
                    <a:pt x="384" y="1"/>
                    <a:pt x="250"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108"/>
            <p:cNvSpPr/>
            <p:nvPr/>
          </p:nvSpPr>
          <p:spPr>
            <a:xfrm>
              <a:off x="4255924" y="2299733"/>
              <a:ext cx="17834" cy="15582"/>
            </a:xfrm>
            <a:custGeom>
              <a:rect b="b" l="l" r="r" t="t"/>
              <a:pathLst>
                <a:path extrusionOk="0" h="429" w="491">
                  <a:moveTo>
                    <a:pt x="411" y="0"/>
                  </a:moveTo>
                  <a:cubicBezTo>
                    <a:pt x="411" y="18"/>
                    <a:pt x="420" y="27"/>
                    <a:pt x="420" y="45"/>
                  </a:cubicBezTo>
                  <a:cubicBezTo>
                    <a:pt x="420" y="187"/>
                    <a:pt x="304" y="295"/>
                    <a:pt x="170" y="295"/>
                  </a:cubicBezTo>
                  <a:cubicBezTo>
                    <a:pt x="98" y="295"/>
                    <a:pt x="45" y="268"/>
                    <a:pt x="0" y="223"/>
                  </a:cubicBezTo>
                  <a:lnTo>
                    <a:pt x="0" y="223"/>
                  </a:lnTo>
                  <a:cubicBezTo>
                    <a:pt x="18" y="339"/>
                    <a:pt x="116" y="428"/>
                    <a:pt x="241" y="428"/>
                  </a:cubicBezTo>
                  <a:cubicBezTo>
                    <a:pt x="375" y="428"/>
                    <a:pt x="491" y="312"/>
                    <a:pt x="491" y="179"/>
                  </a:cubicBezTo>
                  <a:cubicBezTo>
                    <a:pt x="491" y="107"/>
                    <a:pt x="455" y="45"/>
                    <a:pt x="411"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108"/>
            <p:cNvSpPr/>
            <p:nvPr/>
          </p:nvSpPr>
          <p:spPr>
            <a:xfrm>
              <a:off x="4373533" y="2306198"/>
              <a:ext cx="7156" cy="152337"/>
            </a:xfrm>
            <a:custGeom>
              <a:rect b="b" l="l" r="r" t="t"/>
              <a:pathLst>
                <a:path extrusionOk="0" h="4194" w="197">
                  <a:moveTo>
                    <a:pt x="1" y="1"/>
                  </a:moveTo>
                  <a:lnTo>
                    <a:pt x="1" y="4193"/>
                  </a:lnTo>
                  <a:lnTo>
                    <a:pt x="197" y="4193"/>
                  </a:lnTo>
                  <a:lnTo>
                    <a:pt x="197"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108"/>
            <p:cNvSpPr/>
            <p:nvPr/>
          </p:nvSpPr>
          <p:spPr>
            <a:xfrm>
              <a:off x="4368012" y="2297117"/>
              <a:ext cx="18198" cy="18198"/>
            </a:xfrm>
            <a:custGeom>
              <a:rect b="b" l="l" r="r" t="t"/>
              <a:pathLst>
                <a:path extrusionOk="0" h="501" w="501">
                  <a:moveTo>
                    <a:pt x="251" y="1"/>
                  </a:moveTo>
                  <a:cubicBezTo>
                    <a:pt x="117" y="1"/>
                    <a:pt x="1" y="117"/>
                    <a:pt x="1" y="251"/>
                  </a:cubicBezTo>
                  <a:cubicBezTo>
                    <a:pt x="1" y="384"/>
                    <a:pt x="117" y="500"/>
                    <a:pt x="251" y="500"/>
                  </a:cubicBezTo>
                  <a:cubicBezTo>
                    <a:pt x="385" y="500"/>
                    <a:pt x="501" y="384"/>
                    <a:pt x="501" y="251"/>
                  </a:cubicBezTo>
                  <a:cubicBezTo>
                    <a:pt x="501" y="117"/>
                    <a:pt x="385" y="1"/>
                    <a:pt x="251"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108"/>
            <p:cNvSpPr/>
            <p:nvPr/>
          </p:nvSpPr>
          <p:spPr>
            <a:xfrm>
              <a:off x="4368339" y="2299733"/>
              <a:ext cx="17871" cy="15582"/>
            </a:xfrm>
            <a:custGeom>
              <a:rect b="b" l="l" r="r" t="t"/>
              <a:pathLst>
                <a:path extrusionOk="0" h="429" w="492">
                  <a:moveTo>
                    <a:pt x="411" y="0"/>
                  </a:moveTo>
                  <a:cubicBezTo>
                    <a:pt x="411" y="18"/>
                    <a:pt x="411" y="27"/>
                    <a:pt x="411" y="45"/>
                  </a:cubicBezTo>
                  <a:cubicBezTo>
                    <a:pt x="411" y="187"/>
                    <a:pt x="304" y="295"/>
                    <a:pt x="170" y="295"/>
                  </a:cubicBezTo>
                  <a:cubicBezTo>
                    <a:pt x="99" y="295"/>
                    <a:pt x="45" y="268"/>
                    <a:pt x="1" y="223"/>
                  </a:cubicBezTo>
                  <a:lnTo>
                    <a:pt x="1" y="223"/>
                  </a:lnTo>
                  <a:cubicBezTo>
                    <a:pt x="19" y="339"/>
                    <a:pt x="117" y="428"/>
                    <a:pt x="242" y="428"/>
                  </a:cubicBezTo>
                  <a:cubicBezTo>
                    <a:pt x="376" y="428"/>
                    <a:pt x="492" y="312"/>
                    <a:pt x="492" y="179"/>
                  </a:cubicBezTo>
                  <a:cubicBezTo>
                    <a:pt x="492" y="107"/>
                    <a:pt x="456" y="45"/>
                    <a:pt x="411"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108"/>
            <p:cNvSpPr/>
            <p:nvPr/>
          </p:nvSpPr>
          <p:spPr>
            <a:xfrm>
              <a:off x="4402372" y="2236207"/>
              <a:ext cx="21757" cy="43769"/>
            </a:xfrm>
            <a:custGeom>
              <a:rect b="b" l="l" r="r" t="t"/>
              <a:pathLst>
                <a:path extrusionOk="0" h="1205" w="599">
                  <a:moveTo>
                    <a:pt x="1" y="1"/>
                  </a:moveTo>
                  <a:lnTo>
                    <a:pt x="1" y="911"/>
                  </a:lnTo>
                  <a:cubicBezTo>
                    <a:pt x="1" y="1071"/>
                    <a:pt x="134" y="1205"/>
                    <a:pt x="304" y="1205"/>
                  </a:cubicBezTo>
                  <a:cubicBezTo>
                    <a:pt x="464" y="1205"/>
                    <a:pt x="598" y="1071"/>
                    <a:pt x="598" y="911"/>
                  </a:cubicBezTo>
                  <a:lnTo>
                    <a:pt x="5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108"/>
            <p:cNvSpPr/>
            <p:nvPr/>
          </p:nvSpPr>
          <p:spPr>
            <a:xfrm>
              <a:off x="4401064" y="2234572"/>
              <a:ext cx="24663" cy="47038"/>
            </a:xfrm>
            <a:custGeom>
              <a:rect b="b" l="l" r="r" t="t"/>
              <a:pathLst>
                <a:path extrusionOk="0" h="1295" w="679">
                  <a:moveTo>
                    <a:pt x="599" y="81"/>
                  </a:moveTo>
                  <a:lnTo>
                    <a:pt x="599" y="956"/>
                  </a:lnTo>
                  <a:cubicBezTo>
                    <a:pt x="599" y="1098"/>
                    <a:pt x="483" y="1214"/>
                    <a:pt x="340" y="1214"/>
                  </a:cubicBezTo>
                  <a:cubicBezTo>
                    <a:pt x="197" y="1214"/>
                    <a:pt x="81" y="1098"/>
                    <a:pt x="81" y="956"/>
                  </a:cubicBezTo>
                  <a:lnTo>
                    <a:pt x="81" y="81"/>
                  </a:lnTo>
                  <a:close/>
                  <a:moveTo>
                    <a:pt x="1" y="1"/>
                  </a:moveTo>
                  <a:lnTo>
                    <a:pt x="1" y="956"/>
                  </a:lnTo>
                  <a:cubicBezTo>
                    <a:pt x="1" y="1143"/>
                    <a:pt x="153" y="1295"/>
                    <a:pt x="340" y="1295"/>
                  </a:cubicBezTo>
                  <a:cubicBezTo>
                    <a:pt x="527" y="1295"/>
                    <a:pt x="679" y="1143"/>
                    <a:pt x="679" y="956"/>
                  </a:cubicBezTo>
                  <a:lnTo>
                    <a:pt x="67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108"/>
            <p:cNvSpPr/>
            <p:nvPr/>
          </p:nvSpPr>
          <p:spPr>
            <a:xfrm>
              <a:off x="4413377" y="2279937"/>
              <a:ext cx="36" cy="46711"/>
            </a:xfrm>
            <a:custGeom>
              <a:rect b="b" l="l" r="r" t="t"/>
              <a:pathLst>
                <a:path extrusionOk="0" h="1286" w="1">
                  <a:moveTo>
                    <a:pt x="1" y="1"/>
                  </a:moveTo>
                  <a:lnTo>
                    <a:pt x="1" y="1286"/>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108"/>
            <p:cNvSpPr/>
            <p:nvPr/>
          </p:nvSpPr>
          <p:spPr>
            <a:xfrm>
              <a:off x="4411779" y="2279937"/>
              <a:ext cx="2942" cy="46711"/>
            </a:xfrm>
            <a:custGeom>
              <a:rect b="b" l="l" r="r" t="t"/>
              <a:pathLst>
                <a:path extrusionOk="0" h="1286" w="81">
                  <a:moveTo>
                    <a:pt x="0" y="1"/>
                  </a:moveTo>
                  <a:lnTo>
                    <a:pt x="0" y="1286"/>
                  </a:lnTo>
                  <a:lnTo>
                    <a:pt x="81" y="1286"/>
                  </a:lnTo>
                  <a:lnTo>
                    <a:pt x="8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108"/>
            <p:cNvSpPr/>
            <p:nvPr/>
          </p:nvSpPr>
          <p:spPr>
            <a:xfrm>
              <a:off x="4402045" y="2325957"/>
              <a:ext cx="22084" cy="36"/>
            </a:xfrm>
            <a:custGeom>
              <a:rect b="b" l="l" r="r" t="t"/>
              <a:pathLst>
                <a:path extrusionOk="0" h="1" w="608">
                  <a:moveTo>
                    <a:pt x="1" y="1"/>
                  </a:moveTo>
                  <a:lnTo>
                    <a:pt x="607" y="1"/>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108"/>
            <p:cNvSpPr/>
            <p:nvPr/>
          </p:nvSpPr>
          <p:spPr>
            <a:xfrm>
              <a:off x="4402045" y="2324358"/>
              <a:ext cx="22084" cy="2942"/>
            </a:xfrm>
            <a:custGeom>
              <a:rect b="b" l="l" r="r" t="t"/>
              <a:pathLst>
                <a:path extrusionOk="0" h="81" w="608">
                  <a:moveTo>
                    <a:pt x="1" y="0"/>
                  </a:moveTo>
                  <a:lnTo>
                    <a:pt x="1" y="80"/>
                  </a:lnTo>
                  <a:lnTo>
                    <a:pt x="607" y="80"/>
                  </a:lnTo>
                  <a:lnTo>
                    <a:pt x="6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108"/>
            <p:cNvSpPr/>
            <p:nvPr/>
          </p:nvSpPr>
          <p:spPr>
            <a:xfrm>
              <a:off x="4460704" y="2236207"/>
              <a:ext cx="21757" cy="43769"/>
            </a:xfrm>
            <a:custGeom>
              <a:rect b="b" l="l" r="r" t="t"/>
              <a:pathLst>
                <a:path extrusionOk="0" h="1205" w="599">
                  <a:moveTo>
                    <a:pt x="0" y="1"/>
                  </a:moveTo>
                  <a:lnTo>
                    <a:pt x="0" y="911"/>
                  </a:lnTo>
                  <a:cubicBezTo>
                    <a:pt x="0" y="1071"/>
                    <a:pt x="134" y="1205"/>
                    <a:pt x="295" y="1205"/>
                  </a:cubicBezTo>
                  <a:cubicBezTo>
                    <a:pt x="464" y="1205"/>
                    <a:pt x="598" y="1071"/>
                    <a:pt x="598" y="911"/>
                  </a:cubicBezTo>
                  <a:lnTo>
                    <a:pt x="5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108"/>
            <p:cNvSpPr/>
            <p:nvPr/>
          </p:nvSpPr>
          <p:spPr>
            <a:xfrm>
              <a:off x="4459070" y="2234572"/>
              <a:ext cx="24990" cy="47038"/>
            </a:xfrm>
            <a:custGeom>
              <a:rect b="b" l="l" r="r" t="t"/>
              <a:pathLst>
                <a:path extrusionOk="0" h="1295" w="688">
                  <a:moveTo>
                    <a:pt x="598" y="81"/>
                  </a:moveTo>
                  <a:lnTo>
                    <a:pt x="598" y="956"/>
                  </a:lnTo>
                  <a:cubicBezTo>
                    <a:pt x="598" y="1098"/>
                    <a:pt x="482" y="1214"/>
                    <a:pt x="340" y="1214"/>
                  </a:cubicBezTo>
                  <a:cubicBezTo>
                    <a:pt x="197" y="1214"/>
                    <a:pt x="81" y="1098"/>
                    <a:pt x="81" y="956"/>
                  </a:cubicBezTo>
                  <a:lnTo>
                    <a:pt x="81" y="81"/>
                  </a:lnTo>
                  <a:close/>
                  <a:moveTo>
                    <a:pt x="1" y="1"/>
                  </a:moveTo>
                  <a:lnTo>
                    <a:pt x="1" y="956"/>
                  </a:lnTo>
                  <a:cubicBezTo>
                    <a:pt x="1" y="1143"/>
                    <a:pt x="152" y="1295"/>
                    <a:pt x="340" y="1295"/>
                  </a:cubicBezTo>
                  <a:cubicBezTo>
                    <a:pt x="527" y="1295"/>
                    <a:pt x="688" y="1143"/>
                    <a:pt x="688" y="956"/>
                  </a:cubicBezTo>
                  <a:lnTo>
                    <a:pt x="68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108"/>
            <p:cNvSpPr/>
            <p:nvPr/>
          </p:nvSpPr>
          <p:spPr>
            <a:xfrm>
              <a:off x="4471383" y="2279937"/>
              <a:ext cx="36" cy="46711"/>
            </a:xfrm>
            <a:custGeom>
              <a:rect b="b" l="l" r="r" t="t"/>
              <a:pathLst>
                <a:path extrusionOk="0" h="1286" w="1">
                  <a:moveTo>
                    <a:pt x="1" y="1"/>
                  </a:moveTo>
                  <a:lnTo>
                    <a:pt x="1" y="1286"/>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108"/>
            <p:cNvSpPr/>
            <p:nvPr/>
          </p:nvSpPr>
          <p:spPr>
            <a:xfrm>
              <a:off x="4470111" y="2279937"/>
              <a:ext cx="2942" cy="46711"/>
            </a:xfrm>
            <a:custGeom>
              <a:rect b="b" l="l" r="r" t="t"/>
              <a:pathLst>
                <a:path extrusionOk="0" h="1286" w="81">
                  <a:moveTo>
                    <a:pt x="0" y="1"/>
                  </a:moveTo>
                  <a:lnTo>
                    <a:pt x="0" y="1286"/>
                  </a:lnTo>
                  <a:lnTo>
                    <a:pt x="80" y="1286"/>
                  </a:lnTo>
                  <a:lnTo>
                    <a:pt x="8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108"/>
            <p:cNvSpPr/>
            <p:nvPr/>
          </p:nvSpPr>
          <p:spPr>
            <a:xfrm>
              <a:off x="4460377" y="2325957"/>
              <a:ext cx="22084" cy="36"/>
            </a:xfrm>
            <a:custGeom>
              <a:rect b="b" l="l" r="r" t="t"/>
              <a:pathLst>
                <a:path extrusionOk="0" h="1" w="608">
                  <a:moveTo>
                    <a:pt x="0" y="1"/>
                  </a:moveTo>
                  <a:lnTo>
                    <a:pt x="607" y="1"/>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108"/>
            <p:cNvSpPr/>
            <p:nvPr/>
          </p:nvSpPr>
          <p:spPr>
            <a:xfrm>
              <a:off x="4460377" y="2324358"/>
              <a:ext cx="22084" cy="2942"/>
            </a:xfrm>
            <a:custGeom>
              <a:rect b="b" l="l" r="r" t="t"/>
              <a:pathLst>
                <a:path extrusionOk="0" h="81" w="608">
                  <a:moveTo>
                    <a:pt x="0" y="0"/>
                  </a:moveTo>
                  <a:lnTo>
                    <a:pt x="0" y="80"/>
                  </a:lnTo>
                  <a:lnTo>
                    <a:pt x="607" y="80"/>
                  </a:lnTo>
                  <a:lnTo>
                    <a:pt x="6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3" name="Google Shape;6843;p108"/>
          <p:cNvGrpSpPr/>
          <p:nvPr/>
        </p:nvGrpSpPr>
        <p:grpSpPr>
          <a:xfrm>
            <a:off x="6" y="-563981"/>
            <a:ext cx="2234140" cy="1721439"/>
            <a:chOff x="3363545" y="1191568"/>
            <a:chExt cx="384038" cy="295876"/>
          </a:xfrm>
        </p:grpSpPr>
        <p:sp>
          <p:nvSpPr>
            <p:cNvPr id="6844" name="Google Shape;6844;p108"/>
            <p:cNvSpPr/>
            <p:nvPr/>
          </p:nvSpPr>
          <p:spPr>
            <a:xfrm>
              <a:off x="3363545"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108"/>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108"/>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108"/>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108"/>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108"/>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108"/>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51" name="Google Shape;6851;p108"/>
          <p:cNvSpPr/>
          <p:nvPr/>
        </p:nvSpPr>
        <p:spPr>
          <a:xfrm flipH="1">
            <a:off x="5789030" y="1415776"/>
            <a:ext cx="4663845" cy="1823457"/>
          </a:xfrm>
          <a:custGeom>
            <a:rect b="b" l="l" r="r" t="t"/>
            <a:pathLst>
              <a:path extrusionOk="0" h="7498" w="18102">
                <a:moveTo>
                  <a:pt x="13695" y="1"/>
                </a:moveTo>
                <a:cubicBezTo>
                  <a:pt x="13227" y="1"/>
                  <a:pt x="10064" y="334"/>
                  <a:pt x="10064" y="334"/>
                </a:cubicBezTo>
                <a:lnTo>
                  <a:pt x="7352" y="763"/>
                </a:lnTo>
                <a:lnTo>
                  <a:pt x="4497" y="2056"/>
                </a:lnTo>
                <a:lnTo>
                  <a:pt x="670" y="4420"/>
                </a:lnTo>
                <a:cubicBezTo>
                  <a:pt x="670" y="4420"/>
                  <a:pt x="269" y="5642"/>
                  <a:pt x="135" y="6552"/>
                </a:cubicBezTo>
                <a:cubicBezTo>
                  <a:pt x="1" y="7462"/>
                  <a:pt x="4756" y="7498"/>
                  <a:pt x="4756" y="7498"/>
                </a:cubicBezTo>
                <a:cubicBezTo>
                  <a:pt x="4756" y="7498"/>
                  <a:pt x="6542" y="5062"/>
                  <a:pt x="7773" y="5062"/>
                </a:cubicBezTo>
                <a:cubicBezTo>
                  <a:pt x="7776" y="5062"/>
                  <a:pt x="7778" y="5062"/>
                  <a:pt x="7780" y="5062"/>
                </a:cubicBezTo>
                <a:cubicBezTo>
                  <a:pt x="7810" y="5063"/>
                  <a:pt x="7839" y="5063"/>
                  <a:pt x="7869" y="5063"/>
                </a:cubicBezTo>
                <a:cubicBezTo>
                  <a:pt x="9064" y="5063"/>
                  <a:pt x="10272" y="4719"/>
                  <a:pt x="9323" y="4527"/>
                </a:cubicBezTo>
                <a:cubicBezTo>
                  <a:pt x="8351" y="4331"/>
                  <a:pt x="9609" y="4063"/>
                  <a:pt x="11063" y="3956"/>
                </a:cubicBezTo>
                <a:cubicBezTo>
                  <a:pt x="12508" y="3840"/>
                  <a:pt x="12562" y="3341"/>
                  <a:pt x="11884" y="3287"/>
                </a:cubicBezTo>
                <a:cubicBezTo>
                  <a:pt x="11197" y="3234"/>
                  <a:pt x="11447" y="2913"/>
                  <a:pt x="13275" y="2814"/>
                </a:cubicBezTo>
                <a:cubicBezTo>
                  <a:pt x="15104" y="2707"/>
                  <a:pt x="16228" y="2136"/>
                  <a:pt x="15390" y="2127"/>
                </a:cubicBezTo>
                <a:cubicBezTo>
                  <a:pt x="14551" y="2119"/>
                  <a:pt x="14979" y="1753"/>
                  <a:pt x="15515" y="1628"/>
                </a:cubicBezTo>
                <a:cubicBezTo>
                  <a:pt x="16059" y="1503"/>
                  <a:pt x="16514" y="1369"/>
                  <a:pt x="16023" y="1226"/>
                </a:cubicBezTo>
                <a:cubicBezTo>
                  <a:pt x="15541" y="1084"/>
                  <a:pt x="16656" y="1102"/>
                  <a:pt x="17379" y="789"/>
                </a:cubicBezTo>
                <a:cubicBezTo>
                  <a:pt x="18102" y="468"/>
                  <a:pt x="16888" y="272"/>
                  <a:pt x="16888" y="272"/>
                </a:cubicBezTo>
                <a:cubicBezTo>
                  <a:pt x="16888" y="272"/>
                  <a:pt x="13882" y="49"/>
                  <a:pt x="13748" y="4"/>
                </a:cubicBezTo>
                <a:cubicBezTo>
                  <a:pt x="13741" y="2"/>
                  <a:pt x="13722" y="1"/>
                  <a:pt x="136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108"/>
          <p:cNvSpPr/>
          <p:nvPr/>
        </p:nvSpPr>
        <p:spPr>
          <a:xfrm flipH="1">
            <a:off x="6056834" y="1230804"/>
            <a:ext cx="3179081" cy="1680765"/>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53" name="Google Shape;6853;p108"/>
          <p:cNvGrpSpPr/>
          <p:nvPr/>
        </p:nvGrpSpPr>
        <p:grpSpPr>
          <a:xfrm>
            <a:off x="7163263" y="-717771"/>
            <a:ext cx="2073052" cy="3334299"/>
            <a:chOff x="7163263" y="-717771"/>
            <a:chExt cx="2073052" cy="3334299"/>
          </a:xfrm>
        </p:grpSpPr>
        <p:sp>
          <p:nvSpPr>
            <p:cNvPr id="6854" name="Google Shape;6854;p108"/>
            <p:cNvSpPr/>
            <p:nvPr/>
          </p:nvSpPr>
          <p:spPr>
            <a:xfrm flipH="1">
              <a:off x="7163263" y="-717771"/>
              <a:ext cx="2073052" cy="3334299"/>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108"/>
            <p:cNvSpPr/>
            <p:nvPr/>
          </p:nvSpPr>
          <p:spPr>
            <a:xfrm flipH="1">
              <a:off x="8406586" y="-261395"/>
              <a:ext cx="829728" cy="2877906"/>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108"/>
            <p:cNvSpPr/>
            <p:nvPr/>
          </p:nvSpPr>
          <p:spPr>
            <a:xfrm flipH="1">
              <a:off x="7622547" y="-61921"/>
              <a:ext cx="1161039" cy="1390469"/>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108"/>
            <p:cNvSpPr/>
            <p:nvPr/>
          </p:nvSpPr>
          <p:spPr>
            <a:xfrm flipH="1">
              <a:off x="8490683" y="-717771"/>
              <a:ext cx="745632" cy="801327"/>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108"/>
            <p:cNvSpPr/>
            <p:nvPr/>
          </p:nvSpPr>
          <p:spPr>
            <a:xfrm flipH="1">
              <a:off x="9113251" y="2434282"/>
              <a:ext cx="123064" cy="182128"/>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108"/>
            <p:cNvSpPr/>
            <p:nvPr/>
          </p:nvSpPr>
          <p:spPr>
            <a:xfrm flipH="1">
              <a:off x="8288622" y="1771991"/>
              <a:ext cx="233078" cy="451741"/>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108"/>
            <p:cNvSpPr/>
            <p:nvPr/>
          </p:nvSpPr>
          <p:spPr>
            <a:xfrm flipH="1">
              <a:off x="7844017" y="97659"/>
              <a:ext cx="1169195" cy="1803745"/>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108"/>
            <p:cNvSpPr/>
            <p:nvPr/>
          </p:nvSpPr>
          <p:spPr>
            <a:xfrm flipH="1">
              <a:off x="8167371" y="1500599"/>
              <a:ext cx="323518" cy="598624"/>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108"/>
            <p:cNvSpPr/>
            <p:nvPr/>
          </p:nvSpPr>
          <p:spPr>
            <a:xfrm flipH="1">
              <a:off x="8869121" y="1732096"/>
              <a:ext cx="252290" cy="711873"/>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108"/>
            <p:cNvSpPr/>
            <p:nvPr/>
          </p:nvSpPr>
          <p:spPr>
            <a:xfrm flipH="1">
              <a:off x="8586024" y="1312216"/>
              <a:ext cx="427189" cy="1002598"/>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108"/>
            <p:cNvSpPr/>
            <p:nvPr/>
          </p:nvSpPr>
          <p:spPr>
            <a:xfrm flipH="1">
              <a:off x="7653201" y="1176610"/>
              <a:ext cx="425376" cy="664105"/>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108"/>
            <p:cNvSpPr/>
            <p:nvPr/>
          </p:nvSpPr>
          <p:spPr>
            <a:xfrm flipH="1">
              <a:off x="7530334" y="1519741"/>
              <a:ext cx="92434" cy="191789"/>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108"/>
            <p:cNvSpPr/>
            <p:nvPr/>
          </p:nvSpPr>
          <p:spPr>
            <a:xfrm flipH="1">
              <a:off x="7237631" y="1443172"/>
              <a:ext cx="270233" cy="147062"/>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7" name="Google Shape;6867;p108"/>
          <p:cNvGrpSpPr/>
          <p:nvPr/>
        </p:nvGrpSpPr>
        <p:grpSpPr>
          <a:xfrm>
            <a:off x="6265925" y="857009"/>
            <a:ext cx="897347" cy="659149"/>
            <a:chOff x="6123718" y="525411"/>
            <a:chExt cx="1395563" cy="1024955"/>
          </a:xfrm>
        </p:grpSpPr>
        <p:grpSp>
          <p:nvGrpSpPr>
            <p:cNvPr id="6868" name="Google Shape;6868;p108"/>
            <p:cNvGrpSpPr/>
            <p:nvPr/>
          </p:nvGrpSpPr>
          <p:grpSpPr>
            <a:xfrm flipH="1">
              <a:off x="6123718" y="525411"/>
              <a:ext cx="1395563" cy="1024955"/>
              <a:chOff x="1696430" y="1591394"/>
              <a:chExt cx="279683" cy="208092"/>
            </a:xfrm>
          </p:grpSpPr>
          <p:sp>
            <p:nvSpPr>
              <p:cNvPr id="6869" name="Google Shape;6869;p108"/>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108"/>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108"/>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108"/>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108"/>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108"/>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108"/>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108"/>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108"/>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108"/>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108"/>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80" name="Google Shape;6880;p108"/>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81" name="Google Shape;6881;p108"/>
          <p:cNvSpPr txBox="1"/>
          <p:nvPr>
            <p:ph type="title"/>
          </p:nvPr>
        </p:nvSpPr>
        <p:spPr>
          <a:xfrm>
            <a:off x="713100" y="2281313"/>
            <a:ext cx="3500100" cy="8418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6882" name="Google Shape;6882;p108"/>
          <p:cNvSpPr txBox="1"/>
          <p:nvPr>
            <p:ph hasCustomPrompt="1" idx="2" type="title"/>
          </p:nvPr>
        </p:nvSpPr>
        <p:spPr>
          <a:xfrm>
            <a:off x="1858800" y="1447686"/>
            <a:ext cx="1208700" cy="8418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6883" name="Google Shape;6883;p108"/>
          <p:cNvSpPr txBox="1"/>
          <p:nvPr>
            <p:ph idx="1" type="subTitle"/>
          </p:nvPr>
        </p:nvSpPr>
        <p:spPr>
          <a:xfrm>
            <a:off x="1180075" y="3110238"/>
            <a:ext cx="2565900" cy="659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1600"/>
              </a:spcBef>
              <a:spcAft>
                <a:spcPts val="0"/>
              </a:spcAft>
              <a:buSzPts val="1600"/>
              <a:buNone/>
              <a:defRPr sz="1600"/>
            </a:lvl2pPr>
            <a:lvl3pPr lvl="2" algn="ctr">
              <a:lnSpc>
                <a:spcPct val="100000"/>
              </a:lnSpc>
              <a:spcBef>
                <a:spcPts val="1600"/>
              </a:spcBef>
              <a:spcAft>
                <a:spcPts val="0"/>
              </a:spcAft>
              <a:buSzPts val="1600"/>
              <a:buNone/>
              <a:defRPr sz="1600"/>
            </a:lvl3pPr>
            <a:lvl4pPr lvl="3" algn="ctr">
              <a:lnSpc>
                <a:spcPct val="100000"/>
              </a:lnSpc>
              <a:spcBef>
                <a:spcPts val="1600"/>
              </a:spcBef>
              <a:spcAft>
                <a:spcPts val="0"/>
              </a:spcAft>
              <a:buSzPts val="1600"/>
              <a:buNone/>
              <a:defRPr sz="1600"/>
            </a:lvl4pPr>
            <a:lvl5pPr lvl="4" algn="ctr">
              <a:lnSpc>
                <a:spcPct val="100000"/>
              </a:lnSpc>
              <a:spcBef>
                <a:spcPts val="1600"/>
              </a:spcBef>
              <a:spcAft>
                <a:spcPts val="0"/>
              </a:spcAft>
              <a:buSzPts val="1600"/>
              <a:buNone/>
              <a:defRPr sz="1600"/>
            </a:lvl5pPr>
            <a:lvl6pPr lvl="5" algn="ctr">
              <a:lnSpc>
                <a:spcPct val="100000"/>
              </a:lnSpc>
              <a:spcBef>
                <a:spcPts val="1600"/>
              </a:spcBef>
              <a:spcAft>
                <a:spcPts val="0"/>
              </a:spcAft>
              <a:buSzPts val="1600"/>
              <a:buNone/>
              <a:defRPr sz="1600"/>
            </a:lvl6pPr>
            <a:lvl7pPr lvl="6" algn="ctr">
              <a:lnSpc>
                <a:spcPct val="100000"/>
              </a:lnSpc>
              <a:spcBef>
                <a:spcPts val="1600"/>
              </a:spcBef>
              <a:spcAft>
                <a:spcPts val="0"/>
              </a:spcAft>
              <a:buSzPts val="1600"/>
              <a:buNone/>
              <a:defRPr sz="1600"/>
            </a:lvl7pPr>
            <a:lvl8pPr lvl="7" algn="ctr">
              <a:lnSpc>
                <a:spcPct val="100000"/>
              </a:lnSpc>
              <a:spcBef>
                <a:spcPts val="1600"/>
              </a:spcBef>
              <a:spcAft>
                <a:spcPts val="0"/>
              </a:spcAft>
              <a:buSzPts val="1600"/>
              <a:buNone/>
              <a:defRPr sz="1600"/>
            </a:lvl8pPr>
            <a:lvl9pPr lvl="8" algn="ctr">
              <a:lnSpc>
                <a:spcPct val="100000"/>
              </a:lnSpc>
              <a:spcBef>
                <a:spcPts val="1600"/>
              </a:spcBef>
              <a:spcAft>
                <a:spcPts val="1600"/>
              </a:spcAft>
              <a:buSzPts val="1600"/>
              <a:buNone/>
              <a:defRPr sz="1600"/>
            </a:lvl9pPr>
          </a:lstStyle>
          <a:p/>
        </p:txBody>
      </p:sp>
    </p:spTree>
  </p:cSld>
  <p:clrMapOvr>
    <a:masterClrMapping/>
  </p:clrMapOvr>
</p:sldLayout>
</file>

<file path=ppt/slideLayouts/slideLayout1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6884" name="Shape 6884"/>
        <p:cNvGrpSpPr/>
        <p:nvPr/>
      </p:nvGrpSpPr>
      <p:grpSpPr>
        <a:xfrm>
          <a:off x="0" y="0"/>
          <a:ext cx="0" cy="0"/>
          <a:chOff x="0" y="0"/>
          <a:chExt cx="0" cy="0"/>
        </a:xfrm>
      </p:grpSpPr>
      <p:sp>
        <p:nvSpPr>
          <p:cNvPr id="6885" name="Google Shape;6885;p109"/>
          <p:cNvSpPr/>
          <p:nvPr/>
        </p:nvSpPr>
        <p:spPr>
          <a:xfrm flipH="1">
            <a:off x="-1" y="4762490"/>
            <a:ext cx="9173906"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109"/>
          <p:cNvSpPr/>
          <p:nvPr/>
        </p:nvSpPr>
        <p:spPr>
          <a:xfrm flipH="1" rot="-238332">
            <a:off x="6822298" y="4242312"/>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87" name="Google Shape;6887;p109"/>
          <p:cNvGrpSpPr/>
          <p:nvPr/>
        </p:nvGrpSpPr>
        <p:grpSpPr>
          <a:xfrm flipH="1">
            <a:off x="5788734" y="1911751"/>
            <a:ext cx="3692024" cy="2844763"/>
            <a:chOff x="3331840" y="1191568"/>
            <a:chExt cx="384038" cy="295876"/>
          </a:xfrm>
        </p:grpSpPr>
        <p:sp>
          <p:nvSpPr>
            <p:cNvPr id="6888" name="Google Shape;6888;p109"/>
            <p:cNvSpPr/>
            <p:nvPr/>
          </p:nvSpPr>
          <p:spPr>
            <a:xfrm>
              <a:off x="3331840"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109"/>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109"/>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109"/>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109"/>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109"/>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109"/>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95" name="Google Shape;6895;p109"/>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6896" name="Google Shape;6896;p109"/>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SzPts val="1200"/>
              <a:buAutoNum type="arabicPeriod"/>
              <a:defRPr sz="1200"/>
            </a:lvl1pPr>
            <a:lvl2pPr indent="-304800" lvl="1" marL="914400">
              <a:lnSpc>
                <a:spcPct val="115000"/>
              </a:lnSpc>
              <a:spcBef>
                <a:spcPts val="1600"/>
              </a:spcBef>
              <a:spcAft>
                <a:spcPts val="0"/>
              </a:spcAft>
              <a:buSzPts val="1200"/>
              <a:buFont typeface="Roboto Condensed Light"/>
              <a:buAutoNum type="alphaLcPeriod"/>
              <a:defRPr/>
            </a:lvl2pPr>
            <a:lvl3pPr indent="-304800" lvl="2" marL="1371600">
              <a:lnSpc>
                <a:spcPct val="115000"/>
              </a:lnSpc>
              <a:spcBef>
                <a:spcPts val="1600"/>
              </a:spcBef>
              <a:spcAft>
                <a:spcPts val="0"/>
              </a:spcAft>
              <a:buSzPts val="1200"/>
              <a:buFont typeface="Roboto Condensed Light"/>
              <a:buAutoNum type="romanLcPeriod"/>
              <a:defRPr/>
            </a:lvl3pPr>
            <a:lvl4pPr indent="-304800" lvl="3" marL="1828800">
              <a:lnSpc>
                <a:spcPct val="115000"/>
              </a:lnSpc>
              <a:spcBef>
                <a:spcPts val="1600"/>
              </a:spcBef>
              <a:spcAft>
                <a:spcPts val="0"/>
              </a:spcAft>
              <a:buSzPts val="1200"/>
              <a:buFont typeface="Roboto Condensed Light"/>
              <a:buAutoNum type="arabicPeriod"/>
              <a:defRPr/>
            </a:lvl4pPr>
            <a:lvl5pPr indent="-304800" lvl="4" marL="2286000">
              <a:lnSpc>
                <a:spcPct val="115000"/>
              </a:lnSpc>
              <a:spcBef>
                <a:spcPts val="1600"/>
              </a:spcBef>
              <a:spcAft>
                <a:spcPts val="0"/>
              </a:spcAft>
              <a:buSzPts val="1200"/>
              <a:buFont typeface="Roboto Condensed Light"/>
              <a:buAutoNum type="alphaLcPeriod"/>
              <a:defRPr/>
            </a:lvl5pPr>
            <a:lvl6pPr indent="-304800" lvl="5" marL="2743200">
              <a:lnSpc>
                <a:spcPct val="115000"/>
              </a:lnSpc>
              <a:spcBef>
                <a:spcPts val="1600"/>
              </a:spcBef>
              <a:spcAft>
                <a:spcPts val="0"/>
              </a:spcAft>
              <a:buSzPts val="1200"/>
              <a:buFont typeface="Roboto Condensed Light"/>
              <a:buAutoNum type="romanLcPeriod"/>
              <a:defRPr/>
            </a:lvl6pPr>
            <a:lvl7pPr indent="-304800" lvl="6" marL="3200400">
              <a:lnSpc>
                <a:spcPct val="115000"/>
              </a:lnSpc>
              <a:spcBef>
                <a:spcPts val="1600"/>
              </a:spcBef>
              <a:spcAft>
                <a:spcPts val="0"/>
              </a:spcAft>
              <a:buSzPts val="1200"/>
              <a:buFont typeface="Roboto Condensed Light"/>
              <a:buAutoNum type="arabicPeriod"/>
              <a:defRPr/>
            </a:lvl7pPr>
            <a:lvl8pPr indent="-304800" lvl="7" marL="3657600">
              <a:lnSpc>
                <a:spcPct val="115000"/>
              </a:lnSpc>
              <a:spcBef>
                <a:spcPts val="1600"/>
              </a:spcBef>
              <a:spcAft>
                <a:spcPts val="0"/>
              </a:spcAft>
              <a:buSzPts val="1200"/>
              <a:buFont typeface="Roboto Condensed Light"/>
              <a:buAutoNum type="alphaLcPeriod"/>
              <a:defRPr/>
            </a:lvl8pPr>
            <a:lvl9pPr indent="-304800" lvl="8" marL="4114800">
              <a:lnSpc>
                <a:spcPct val="115000"/>
              </a:lnSpc>
              <a:spcBef>
                <a:spcPts val="1600"/>
              </a:spcBef>
              <a:spcAft>
                <a:spcPts val="1600"/>
              </a:spcAft>
              <a:buSzPts val="1200"/>
              <a:buFont typeface="Roboto Condensed Light"/>
              <a:buAutoNum type="romanLcPeriod"/>
              <a:defRPr/>
            </a:lvl9pPr>
          </a:lstStyle>
          <a:p/>
        </p:txBody>
      </p:sp>
    </p:spTree>
  </p:cSld>
  <p:clrMapOvr>
    <a:masterClrMapping/>
  </p:clrMapOvr>
</p:sldLayout>
</file>

<file path=ppt/slideLayouts/slideLayout1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6897" name="Shape 6897"/>
        <p:cNvGrpSpPr/>
        <p:nvPr/>
      </p:nvGrpSpPr>
      <p:grpSpPr>
        <a:xfrm>
          <a:off x="0" y="0"/>
          <a:ext cx="0" cy="0"/>
          <a:chOff x="0" y="0"/>
          <a:chExt cx="0" cy="0"/>
        </a:xfrm>
      </p:grpSpPr>
      <p:sp>
        <p:nvSpPr>
          <p:cNvPr id="6898" name="Google Shape;6898;p110"/>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110"/>
          <p:cNvSpPr/>
          <p:nvPr/>
        </p:nvSpPr>
        <p:spPr>
          <a:xfrm flipH="1" rot="-238332">
            <a:off x="6971149" y="4242317"/>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110"/>
          <p:cNvSpPr/>
          <p:nvPr/>
        </p:nvSpPr>
        <p:spPr>
          <a:xfrm>
            <a:off x="4" y="4864136"/>
            <a:ext cx="1665423" cy="78539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110"/>
          <p:cNvSpPr/>
          <p:nvPr/>
        </p:nvSpPr>
        <p:spPr>
          <a:xfrm>
            <a:off x="96226" y="4775056"/>
            <a:ext cx="1043455" cy="549114"/>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02" name="Google Shape;6902;p110"/>
          <p:cNvGrpSpPr/>
          <p:nvPr/>
        </p:nvGrpSpPr>
        <p:grpSpPr>
          <a:xfrm>
            <a:off x="-114735" y="3498258"/>
            <a:ext cx="1159291" cy="1855702"/>
            <a:chOff x="1352322" y="1338997"/>
            <a:chExt cx="415457" cy="676942"/>
          </a:xfrm>
        </p:grpSpPr>
        <p:sp>
          <p:nvSpPr>
            <p:cNvPr id="6903" name="Google Shape;6903;p110"/>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110"/>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110"/>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110"/>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110"/>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110"/>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110"/>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110"/>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110"/>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110"/>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110"/>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110"/>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110"/>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6" name="Google Shape;6916;p110"/>
          <p:cNvGrpSpPr/>
          <p:nvPr/>
        </p:nvGrpSpPr>
        <p:grpSpPr>
          <a:xfrm flipH="1">
            <a:off x="939877" y="4497343"/>
            <a:ext cx="746626" cy="545891"/>
            <a:chOff x="6123718" y="525411"/>
            <a:chExt cx="1395563" cy="1024955"/>
          </a:xfrm>
        </p:grpSpPr>
        <p:grpSp>
          <p:nvGrpSpPr>
            <p:cNvPr id="6917" name="Google Shape;6917;p110"/>
            <p:cNvGrpSpPr/>
            <p:nvPr/>
          </p:nvGrpSpPr>
          <p:grpSpPr>
            <a:xfrm flipH="1">
              <a:off x="6123718" y="525411"/>
              <a:ext cx="1395563" cy="1024955"/>
              <a:chOff x="1696430" y="1591394"/>
              <a:chExt cx="279683" cy="208092"/>
            </a:xfrm>
          </p:grpSpPr>
          <p:sp>
            <p:nvSpPr>
              <p:cNvPr id="6918" name="Google Shape;6918;p110"/>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110"/>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110"/>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110"/>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110"/>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110"/>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110"/>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110"/>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110"/>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110"/>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110"/>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29" name="Google Shape;6929;p110"/>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0" name="Google Shape;6930;p110"/>
          <p:cNvGrpSpPr/>
          <p:nvPr/>
        </p:nvGrpSpPr>
        <p:grpSpPr>
          <a:xfrm flipH="1">
            <a:off x="6989366" y="3989002"/>
            <a:ext cx="2154611" cy="785401"/>
            <a:chOff x="3363545" y="1399908"/>
            <a:chExt cx="240164" cy="87537"/>
          </a:xfrm>
        </p:grpSpPr>
        <p:sp>
          <p:nvSpPr>
            <p:cNvPr id="6931" name="Google Shape;6931;p110"/>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110"/>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110"/>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110"/>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110"/>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36" name="Google Shape;6936;p110"/>
          <p:cNvSpPr/>
          <p:nvPr/>
        </p:nvSpPr>
        <p:spPr>
          <a:xfrm flipH="1">
            <a:off x="8527104" y="1855882"/>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110"/>
          <p:cNvSpPr/>
          <p:nvPr/>
        </p:nvSpPr>
        <p:spPr>
          <a:xfrm flipH="1">
            <a:off x="-367166" y="2571757"/>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110"/>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6939" name="Google Shape;6939;p110"/>
          <p:cNvSpPr txBox="1"/>
          <p:nvPr>
            <p:ph idx="2" type="title"/>
          </p:nvPr>
        </p:nvSpPr>
        <p:spPr>
          <a:xfrm>
            <a:off x="1686500" y="1772075"/>
            <a:ext cx="25056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b="0" sz="22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6940" name="Google Shape;6940;p110"/>
          <p:cNvSpPr txBox="1"/>
          <p:nvPr>
            <p:ph idx="3" type="title"/>
          </p:nvPr>
        </p:nvSpPr>
        <p:spPr>
          <a:xfrm>
            <a:off x="4951900" y="1772075"/>
            <a:ext cx="25056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b="0" sz="22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6941" name="Google Shape;6941;p110"/>
          <p:cNvSpPr txBox="1"/>
          <p:nvPr>
            <p:ph idx="1" type="subTitle"/>
          </p:nvPr>
        </p:nvSpPr>
        <p:spPr>
          <a:xfrm>
            <a:off x="4951897" y="2097310"/>
            <a:ext cx="2505600" cy="1010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b="0" sz="14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6942" name="Google Shape;6942;p110"/>
          <p:cNvSpPr txBox="1"/>
          <p:nvPr>
            <p:ph idx="4" type="subTitle"/>
          </p:nvPr>
        </p:nvSpPr>
        <p:spPr>
          <a:xfrm>
            <a:off x="1686500" y="2097310"/>
            <a:ext cx="2505600" cy="1010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b="0" sz="14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Tree>
  </p:cSld>
  <p:clrMapOvr>
    <a:masterClrMapping/>
  </p:clrMapOvr>
</p:sldLayout>
</file>

<file path=ppt/slideLayouts/slideLayout1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6943" name="Shape 6943"/>
        <p:cNvGrpSpPr/>
        <p:nvPr/>
      </p:nvGrpSpPr>
      <p:grpSpPr>
        <a:xfrm>
          <a:off x="0" y="0"/>
          <a:ext cx="0" cy="0"/>
          <a:chOff x="0" y="0"/>
          <a:chExt cx="0" cy="0"/>
        </a:xfrm>
      </p:grpSpPr>
      <p:sp>
        <p:nvSpPr>
          <p:cNvPr id="6944" name="Google Shape;6944;p111"/>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111"/>
          <p:cNvSpPr/>
          <p:nvPr/>
        </p:nvSpPr>
        <p:spPr>
          <a:xfrm flipH="1">
            <a:off x="8452048" y="4570199"/>
            <a:ext cx="2576451" cy="136094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111"/>
          <p:cNvSpPr/>
          <p:nvPr/>
        </p:nvSpPr>
        <p:spPr>
          <a:xfrm>
            <a:off x="0" y="4852503"/>
            <a:ext cx="9144009" cy="289809"/>
          </a:xfrm>
          <a:custGeom>
            <a:rect b="b" l="l" r="r" t="t"/>
            <a:pathLst>
              <a:path extrusionOk="0" h="9234" w="27897">
                <a:moveTo>
                  <a:pt x="14337" y="0"/>
                </a:moveTo>
                <a:cubicBezTo>
                  <a:pt x="14337" y="0"/>
                  <a:pt x="12053" y="402"/>
                  <a:pt x="13222" y="633"/>
                </a:cubicBezTo>
                <a:cubicBezTo>
                  <a:pt x="14391" y="857"/>
                  <a:pt x="13704" y="1276"/>
                  <a:pt x="11001" y="1419"/>
                </a:cubicBezTo>
                <a:cubicBezTo>
                  <a:pt x="8289" y="1561"/>
                  <a:pt x="8164" y="2204"/>
                  <a:pt x="9529" y="2346"/>
                </a:cubicBezTo>
                <a:cubicBezTo>
                  <a:pt x="10885" y="2489"/>
                  <a:pt x="4131" y="3470"/>
                  <a:pt x="5808" y="4006"/>
                </a:cubicBezTo>
                <a:cubicBezTo>
                  <a:pt x="7495" y="4550"/>
                  <a:pt x="4961" y="5040"/>
                  <a:pt x="3257" y="5272"/>
                </a:cubicBezTo>
                <a:cubicBezTo>
                  <a:pt x="1553" y="5504"/>
                  <a:pt x="1375" y="6040"/>
                  <a:pt x="2365" y="6227"/>
                </a:cubicBezTo>
                <a:cubicBezTo>
                  <a:pt x="3355" y="6414"/>
                  <a:pt x="1" y="7271"/>
                  <a:pt x="1" y="7271"/>
                </a:cubicBezTo>
                <a:lnTo>
                  <a:pt x="1" y="9233"/>
                </a:lnTo>
                <a:lnTo>
                  <a:pt x="27897" y="9233"/>
                </a:lnTo>
                <a:lnTo>
                  <a:pt x="27897" y="7137"/>
                </a:lnTo>
                <a:cubicBezTo>
                  <a:pt x="27897" y="7137"/>
                  <a:pt x="23472" y="6361"/>
                  <a:pt x="24445" y="5504"/>
                </a:cubicBezTo>
                <a:cubicBezTo>
                  <a:pt x="25417" y="4648"/>
                  <a:pt x="20171" y="4434"/>
                  <a:pt x="21340" y="3925"/>
                </a:cubicBezTo>
                <a:cubicBezTo>
                  <a:pt x="22500" y="3417"/>
                  <a:pt x="21893" y="2917"/>
                  <a:pt x="20912" y="2721"/>
                </a:cubicBezTo>
                <a:cubicBezTo>
                  <a:pt x="19939" y="2534"/>
                  <a:pt x="18780" y="2034"/>
                  <a:pt x="19422" y="1481"/>
                </a:cubicBezTo>
                <a:cubicBezTo>
                  <a:pt x="20055" y="928"/>
                  <a:pt x="19288" y="732"/>
                  <a:pt x="18512" y="491"/>
                </a:cubicBezTo>
                <a:cubicBezTo>
                  <a:pt x="17727" y="259"/>
                  <a:pt x="18637" y="0"/>
                  <a:pt x="18637"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47" name="Google Shape;6947;p111"/>
          <p:cNvGrpSpPr/>
          <p:nvPr/>
        </p:nvGrpSpPr>
        <p:grpSpPr>
          <a:xfrm>
            <a:off x="-409527" y="3734044"/>
            <a:ext cx="1176845" cy="1035418"/>
            <a:chOff x="3650956" y="1757963"/>
            <a:chExt cx="258943" cy="227815"/>
          </a:xfrm>
        </p:grpSpPr>
        <p:sp>
          <p:nvSpPr>
            <p:cNvPr id="6948" name="Google Shape;6948;p111"/>
            <p:cNvSpPr/>
            <p:nvPr/>
          </p:nvSpPr>
          <p:spPr>
            <a:xfrm>
              <a:off x="3650956" y="1757963"/>
              <a:ext cx="258943" cy="227815"/>
            </a:xfrm>
            <a:custGeom>
              <a:rect b="b" l="l" r="r" t="t"/>
              <a:pathLst>
                <a:path extrusionOk="0" h="6272" w="7129">
                  <a:moveTo>
                    <a:pt x="5416" y="0"/>
                  </a:moveTo>
                  <a:lnTo>
                    <a:pt x="3828" y="411"/>
                  </a:lnTo>
                  <a:lnTo>
                    <a:pt x="3337" y="1499"/>
                  </a:lnTo>
                  <a:lnTo>
                    <a:pt x="2320" y="1945"/>
                  </a:lnTo>
                  <a:lnTo>
                    <a:pt x="1642" y="3016"/>
                  </a:lnTo>
                  <a:lnTo>
                    <a:pt x="1535" y="4095"/>
                  </a:lnTo>
                  <a:lnTo>
                    <a:pt x="1018" y="5219"/>
                  </a:lnTo>
                  <a:lnTo>
                    <a:pt x="1" y="6272"/>
                  </a:lnTo>
                  <a:lnTo>
                    <a:pt x="3846" y="6272"/>
                  </a:lnTo>
                  <a:lnTo>
                    <a:pt x="3417" y="5255"/>
                  </a:lnTo>
                  <a:lnTo>
                    <a:pt x="3623" y="4461"/>
                  </a:lnTo>
                  <a:lnTo>
                    <a:pt x="4390" y="3408"/>
                  </a:lnTo>
                  <a:lnTo>
                    <a:pt x="4898" y="3533"/>
                  </a:lnTo>
                  <a:lnTo>
                    <a:pt x="5327" y="4505"/>
                  </a:lnTo>
                  <a:lnTo>
                    <a:pt x="5077" y="5522"/>
                  </a:lnTo>
                  <a:lnTo>
                    <a:pt x="5228" y="6272"/>
                  </a:lnTo>
                  <a:lnTo>
                    <a:pt x="7129" y="6272"/>
                  </a:lnTo>
                  <a:lnTo>
                    <a:pt x="6745" y="5174"/>
                  </a:lnTo>
                  <a:lnTo>
                    <a:pt x="7066" y="4211"/>
                  </a:lnTo>
                  <a:lnTo>
                    <a:pt x="6593" y="2837"/>
                  </a:lnTo>
                  <a:lnTo>
                    <a:pt x="6308" y="1196"/>
                  </a:lnTo>
                  <a:lnTo>
                    <a:pt x="54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111"/>
            <p:cNvSpPr/>
            <p:nvPr/>
          </p:nvSpPr>
          <p:spPr>
            <a:xfrm>
              <a:off x="3710595" y="1757963"/>
              <a:ext cx="169481" cy="109549"/>
            </a:xfrm>
            <a:custGeom>
              <a:rect b="b" l="l" r="r" t="t"/>
              <a:pathLst>
                <a:path extrusionOk="0" h="3016" w="4666">
                  <a:moveTo>
                    <a:pt x="3774" y="0"/>
                  </a:moveTo>
                  <a:lnTo>
                    <a:pt x="2186" y="411"/>
                  </a:lnTo>
                  <a:lnTo>
                    <a:pt x="1695" y="1499"/>
                  </a:lnTo>
                  <a:lnTo>
                    <a:pt x="678" y="1945"/>
                  </a:lnTo>
                  <a:lnTo>
                    <a:pt x="0" y="3016"/>
                  </a:lnTo>
                  <a:lnTo>
                    <a:pt x="0" y="3016"/>
                  </a:lnTo>
                  <a:lnTo>
                    <a:pt x="794" y="2346"/>
                  </a:lnTo>
                  <a:lnTo>
                    <a:pt x="1401" y="2257"/>
                  </a:lnTo>
                  <a:lnTo>
                    <a:pt x="1918" y="2552"/>
                  </a:lnTo>
                  <a:lnTo>
                    <a:pt x="1570" y="1927"/>
                  </a:lnTo>
                  <a:lnTo>
                    <a:pt x="2186" y="2061"/>
                  </a:lnTo>
                  <a:lnTo>
                    <a:pt x="2025" y="1579"/>
                  </a:lnTo>
                  <a:lnTo>
                    <a:pt x="2560" y="866"/>
                  </a:lnTo>
                  <a:lnTo>
                    <a:pt x="3649" y="803"/>
                  </a:lnTo>
                  <a:lnTo>
                    <a:pt x="4666" y="1196"/>
                  </a:lnTo>
                  <a:lnTo>
                    <a:pt x="3774"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111"/>
            <p:cNvSpPr/>
            <p:nvPr/>
          </p:nvSpPr>
          <p:spPr>
            <a:xfrm>
              <a:off x="3768600" y="1867472"/>
              <a:ext cx="141295" cy="118302"/>
            </a:xfrm>
            <a:custGeom>
              <a:rect b="b" l="l" r="r" t="t"/>
              <a:pathLst>
                <a:path extrusionOk="0" h="3257" w="3890">
                  <a:moveTo>
                    <a:pt x="1534" y="1"/>
                  </a:moveTo>
                  <a:lnTo>
                    <a:pt x="856" y="116"/>
                  </a:lnTo>
                  <a:lnTo>
                    <a:pt x="259" y="1196"/>
                  </a:lnTo>
                  <a:lnTo>
                    <a:pt x="71" y="447"/>
                  </a:lnTo>
                  <a:lnTo>
                    <a:pt x="0" y="1767"/>
                  </a:lnTo>
                  <a:lnTo>
                    <a:pt x="178" y="2240"/>
                  </a:lnTo>
                  <a:lnTo>
                    <a:pt x="384" y="1446"/>
                  </a:lnTo>
                  <a:lnTo>
                    <a:pt x="1151" y="393"/>
                  </a:lnTo>
                  <a:lnTo>
                    <a:pt x="1659" y="518"/>
                  </a:lnTo>
                  <a:lnTo>
                    <a:pt x="2088" y="1490"/>
                  </a:lnTo>
                  <a:lnTo>
                    <a:pt x="1838" y="2507"/>
                  </a:lnTo>
                  <a:lnTo>
                    <a:pt x="1989" y="3257"/>
                  </a:lnTo>
                  <a:lnTo>
                    <a:pt x="3890" y="3257"/>
                  </a:lnTo>
                  <a:lnTo>
                    <a:pt x="3506" y="2159"/>
                  </a:lnTo>
                  <a:lnTo>
                    <a:pt x="3488" y="3087"/>
                  </a:lnTo>
                  <a:lnTo>
                    <a:pt x="2935" y="2820"/>
                  </a:lnTo>
                  <a:lnTo>
                    <a:pt x="2882" y="1767"/>
                  </a:lnTo>
                  <a:lnTo>
                    <a:pt x="2614" y="2820"/>
                  </a:lnTo>
                  <a:lnTo>
                    <a:pt x="2177" y="2382"/>
                  </a:lnTo>
                  <a:lnTo>
                    <a:pt x="2543" y="973"/>
                  </a:lnTo>
                  <a:lnTo>
                    <a:pt x="1534"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111"/>
            <p:cNvSpPr/>
            <p:nvPr/>
          </p:nvSpPr>
          <p:spPr>
            <a:xfrm>
              <a:off x="3722908" y="1895331"/>
              <a:ext cx="23682" cy="90443"/>
            </a:xfrm>
            <a:custGeom>
              <a:rect b="b" l="l" r="r" t="t"/>
              <a:pathLst>
                <a:path extrusionOk="0" h="2490" w="652">
                  <a:moveTo>
                    <a:pt x="179" y="1"/>
                  </a:moveTo>
                  <a:lnTo>
                    <a:pt x="286" y="1856"/>
                  </a:lnTo>
                  <a:lnTo>
                    <a:pt x="0" y="2490"/>
                  </a:lnTo>
                  <a:lnTo>
                    <a:pt x="651" y="2490"/>
                  </a:lnTo>
                  <a:lnTo>
                    <a:pt x="598" y="1910"/>
                  </a:lnTo>
                  <a:lnTo>
                    <a:pt x="598" y="1348"/>
                  </a:lnTo>
                  <a:lnTo>
                    <a:pt x="179"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111"/>
            <p:cNvSpPr/>
            <p:nvPr/>
          </p:nvSpPr>
          <p:spPr>
            <a:xfrm>
              <a:off x="3650956" y="1906663"/>
              <a:ext cx="57390" cy="79110"/>
            </a:xfrm>
            <a:custGeom>
              <a:rect b="b" l="l" r="r" t="t"/>
              <a:pathLst>
                <a:path extrusionOk="0" h="2178" w="1580">
                  <a:moveTo>
                    <a:pt x="1535" y="1"/>
                  </a:moveTo>
                  <a:lnTo>
                    <a:pt x="1018" y="1125"/>
                  </a:lnTo>
                  <a:lnTo>
                    <a:pt x="1" y="2178"/>
                  </a:lnTo>
                  <a:lnTo>
                    <a:pt x="1250" y="2178"/>
                  </a:lnTo>
                  <a:lnTo>
                    <a:pt x="795" y="1839"/>
                  </a:lnTo>
                  <a:lnTo>
                    <a:pt x="1428" y="1303"/>
                  </a:lnTo>
                  <a:lnTo>
                    <a:pt x="1580" y="643"/>
                  </a:lnTo>
                  <a:lnTo>
                    <a:pt x="153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111"/>
            <p:cNvSpPr/>
            <p:nvPr/>
          </p:nvSpPr>
          <p:spPr>
            <a:xfrm>
              <a:off x="3857370" y="1801367"/>
              <a:ext cx="50270" cy="109549"/>
            </a:xfrm>
            <a:custGeom>
              <a:rect b="b" l="l" r="r" t="t"/>
              <a:pathLst>
                <a:path extrusionOk="0" h="3016" w="1384">
                  <a:moveTo>
                    <a:pt x="625" y="1"/>
                  </a:moveTo>
                  <a:lnTo>
                    <a:pt x="580" y="1357"/>
                  </a:lnTo>
                  <a:lnTo>
                    <a:pt x="0" y="402"/>
                  </a:lnTo>
                  <a:lnTo>
                    <a:pt x="411" y="1874"/>
                  </a:lnTo>
                  <a:lnTo>
                    <a:pt x="1383" y="3016"/>
                  </a:lnTo>
                  <a:lnTo>
                    <a:pt x="910" y="1642"/>
                  </a:lnTo>
                  <a:lnTo>
                    <a:pt x="62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4" name="Google Shape;6954;p111"/>
          <p:cNvGrpSpPr/>
          <p:nvPr/>
        </p:nvGrpSpPr>
        <p:grpSpPr>
          <a:xfrm>
            <a:off x="8481443" y="3817100"/>
            <a:ext cx="839321" cy="1035407"/>
            <a:chOff x="4171005" y="1331224"/>
            <a:chExt cx="356505" cy="439757"/>
          </a:xfrm>
        </p:grpSpPr>
        <p:sp>
          <p:nvSpPr>
            <p:cNvPr id="6955" name="Google Shape;6955;p111"/>
            <p:cNvSpPr/>
            <p:nvPr/>
          </p:nvSpPr>
          <p:spPr>
            <a:xfrm>
              <a:off x="4171005" y="1331224"/>
              <a:ext cx="356505" cy="439757"/>
            </a:xfrm>
            <a:custGeom>
              <a:rect b="b" l="l" r="r" t="t"/>
              <a:pathLst>
                <a:path extrusionOk="0" h="12107" w="9815">
                  <a:moveTo>
                    <a:pt x="3337" y="0"/>
                  </a:moveTo>
                  <a:lnTo>
                    <a:pt x="2320" y="464"/>
                  </a:lnTo>
                  <a:lnTo>
                    <a:pt x="2320" y="2525"/>
                  </a:lnTo>
                  <a:lnTo>
                    <a:pt x="1562" y="2257"/>
                  </a:lnTo>
                  <a:lnTo>
                    <a:pt x="964" y="2793"/>
                  </a:lnTo>
                  <a:lnTo>
                    <a:pt x="1152" y="5505"/>
                  </a:lnTo>
                  <a:lnTo>
                    <a:pt x="920" y="7182"/>
                  </a:lnTo>
                  <a:lnTo>
                    <a:pt x="1152" y="9510"/>
                  </a:lnTo>
                  <a:lnTo>
                    <a:pt x="1" y="11152"/>
                  </a:lnTo>
                  <a:lnTo>
                    <a:pt x="3266" y="11152"/>
                  </a:lnTo>
                  <a:lnTo>
                    <a:pt x="4238" y="11571"/>
                  </a:lnTo>
                  <a:lnTo>
                    <a:pt x="5282" y="11571"/>
                  </a:lnTo>
                  <a:lnTo>
                    <a:pt x="5452" y="12106"/>
                  </a:lnTo>
                  <a:lnTo>
                    <a:pt x="6522" y="12106"/>
                  </a:lnTo>
                  <a:lnTo>
                    <a:pt x="7352" y="11036"/>
                  </a:lnTo>
                  <a:lnTo>
                    <a:pt x="9814" y="11036"/>
                  </a:lnTo>
                  <a:lnTo>
                    <a:pt x="9814" y="9831"/>
                  </a:lnTo>
                  <a:lnTo>
                    <a:pt x="9341" y="9394"/>
                  </a:lnTo>
                  <a:lnTo>
                    <a:pt x="9341" y="8404"/>
                  </a:lnTo>
                  <a:lnTo>
                    <a:pt x="8467" y="6530"/>
                  </a:lnTo>
                  <a:lnTo>
                    <a:pt x="8369" y="5005"/>
                  </a:lnTo>
                  <a:lnTo>
                    <a:pt x="7138" y="3515"/>
                  </a:lnTo>
                  <a:lnTo>
                    <a:pt x="5407" y="304"/>
                  </a:lnTo>
                  <a:lnTo>
                    <a:pt x="4595" y="464"/>
                  </a:lnTo>
                  <a:lnTo>
                    <a:pt x="333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111"/>
            <p:cNvSpPr/>
            <p:nvPr/>
          </p:nvSpPr>
          <p:spPr>
            <a:xfrm>
              <a:off x="4345021" y="1403794"/>
              <a:ext cx="149431" cy="367184"/>
            </a:xfrm>
            <a:custGeom>
              <a:rect b="b" l="l" r="r" t="t"/>
              <a:pathLst>
                <a:path extrusionOk="0" h="10109" w="4114">
                  <a:moveTo>
                    <a:pt x="652" y="1"/>
                  </a:moveTo>
                  <a:lnTo>
                    <a:pt x="652" y="1669"/>
                  </a:lnTo>
                  <a:lnTo>
                    <a:pt x="1116" y="2266"/>
                  </a:lnTo>
                  <a:lnTo>
                    <a:pt x="741" y="2882"/>
                  </a:lnTo>
                  <a:lnTo>
                    <a:pt x="910" y="3890"/>
                  </a:lnTo>
                  <a:lnTo>
                    <a:pt x="812" y="5059"/>
                  </a:lnTo>
                  <a:lnTo>
                    <a:pt x="982" y="5862"/>
                  </a:lnTo>
                  <a:lnTo>
                    <a:pt x="812" y="6682"/>
                  </a:lnTo>
                  <a:lnTo>
                    <a:pt x="277" y="7325"/>
                  </a:lnTo>
                  <a:lnTo>
                    <a:pt x="224" y="9038"/>
                  </a:lnTo>
                  <a:lnTo>
                    <a:pt x="1" y="9573"/>
                  </a:lnTo>
                  <a:lnTo>
                    <a:pt x="491" y="9573"/>
                  </a:lnTo>
                  <a:lnTo>
                    <a:pt x="661" y="10108"/>
                  </a:lnTo>
                  <a:lnTo>
                    <a:pt x="1731" y="10108"/>
                  </a:lnTo>
                  <a:lnTo>
                    <a:pt x="2561" y="9038"/>
                  </a:lnTo>
                  <a:lnTo>
                    <a:pt x="4113" y="9038"/>
                  </a:lnTo>
                  <a:lnTo>
                    <a:pt x="3765" y="8172"/>
                  </a:lnTo>
                  <a:lnTo>
                    <a:pt x="3846" y="6798"/>
                  </a:lnTo>
                  <a:cubicBezTo>
                    <a:pt x="3846" y="6798"/>
                    <a:pt x="2855" y="5879"/>
                    <a:pt x="2846" y="5835"/>
                  </a:cubicBezTo>
                  <a:cubicBezTo>
                    <a:pt x="2837" y="5790"/>
                    <a:pt x="2846" y="4961"/>
                    <a:pt x="2846" y="4961"/>
                  </a:cubicBezTo>
                  <a:lnTo>
                    <a:pt x="2418" y="4185"/>
                  </a:lnTo>
                  <a:lnTo>
                    <a:pt x="1990" y="2391"/>
                  </a:lnTo>
                  <a:lnTo>
                    <a:pt x="946" y="1214"/>
                  </a:lnTo>
                  <a:lnTo>
                    <a:pt x="652"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111"/>
            <p:cNvSpPr/>
            <p:nvPr/>
          </p:nvSpPr>
          <p:spPr>
            <a:xfrm>
              <a:off x="4430230" y="1458893"/>
              <a:ext cx="97272" cy="237549"/>
            </a:xfrm>
            <a:custGeom>
              <a:rect b="b" l="l" r="r" t="t"/>
              <a:pathLst>
                <a:path extrusionOk="0" h="6540" w="2678">
                  <a:moveTo>
                    <a:pt x="1" y="0"/>
                  </a:moveTo>
                  <a:lnTo>
                    <a:pt x="661" y="1490"/>
                  </a:lnTo>
                  <a:lnTo>
                    <a:pt x="982" y="1775"/>
                  </a:lnTo>
                  <a:lnTo>
                    <a:pt x="697" y="2926"/>
                  </a:lnTo>
                  <a:lnTo>
                    <a:pt x="1401" y="3872"/>
                  </a:lnTo>
                  <a:lnTo>
                    <a:pt x="1357" y="4505"/>
                  </a:lnTo>
                  <a:lnTo>
                    <a:pt x="1803" y="4844"/>
                  </a:lnTo>
                  <a:lnTo>
                    <a:pt x="2035" y="5879"/>
                  </a:lnTo>
                  <a:lnTo>
                    <a:pt x="1999" y="6405"/>
                  </a:lnTo>
                  <a:lnTo>
                    <a:pt x="2677" y="6539"/>
                  </a:lnTo>
                  <a:lnTo>
                    <a:pt x="2677" y="6316"/>
                  </a:lnTo>
                  <a:lnTo>
                    <a:pt x="2204" y="5879"/>
                  </a:lnTo>
                  <a:lnTo>
                    <a:pt x="2204" y="4889"/>
                  </a:lnTo>
                  <a:lnTo>
                    <a:pt x="1330" y="3015"/>
                  </a:lnTo>
                  <a:lnTo>
                    <a:pt x="1276" y="2257"/>
                  </a:lnTo>
                  <a:lnTo>
                    <a:pt x="1232" y="1490"/>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111"/>
            <p:cNvSpPr/>
            <p:nvPr/>
          </p:nvSpPr>
          <p:spPr>
            <a:xfrm>
              <a:off x="4255270" y="1331224"/>
              <a:ext cx="112164" cy="220042"/>
            </a:xfrm>
            <a:custGeom>
              <a:rect b="b" l="l" r="r" t="t"/>
              <a:pathLst>
                <a:path extrusionOk="0" h="6058" w="3088">
                  <a:moveTo>
                    <a:pt x="1017" y="0"/>
                  </a:moveTo>
                  <a:lnTo>
                    <a:pt x="0" y="464"/>
                  </a:lnTo>
                  <a:lnTo>
                    <a:pt x="330" y="955"/>
                  </a:lnTo>
                  <a:lnTo>
                    <a:pt x="1008" y="1044"/>
                  </a:lnTo>
                  <a:lnTo>
                    <a:pt x="1740" y="2338"/>
                  </a:lnTo>
                  <a:lnTo>
                    <a:pt x="1571" y="3738"/>
                  </a:lnTo>
                  <a:cubicBezTo>
                    <a:pt x="1571" y="3738"/>
                    <a:pt x="2637" y="6058"/>
                    <a:pt x="2641" y="6058"/>
                  </a:cubicBezTo>
                  <a:cubicBezTo>
                    <a:pt x="2641" y="6058"/>
                    <a:pt x="2641" y="6058"/>
                    <a:pt x="2641" y="6058"/>
                  </a:cubicBezTo>
                  <a:cubicBezTo>
                    <a:pt x="2641" y="6040"/>
                    <a:pt x="2043" y="3631"/>
                    <a:pt x="2025" y="3542"/>
                  </a:cubicBezTo>
                  <a:cubicBezTo>
                    <a:pt x="2017" y="3453"/>
                    <a:pt x="2454" y="2320"/>
                    <a:pt x="2454" y="2320"/>
                  </a:cubicBezTo>
                  <a:lnTo>
                    <a:pt x="2382" y="1704"/>
                  </a:lnTo>
                  <a:lnTo>
                    <a:pt x="3087" y="304"/>
                  </a:lnTo>
                  <a:lnTo>
                    <a:pt x="2275" y="464"/>
                  </a:lnTo>
                  <a:lnTo>
                    <a:pt x="1017"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111"/>
            <p:cNvSpPr/>
            <p:nvPr/>
          </p:nvSpPr>
          <p:spPr>
            <a:xfrm>
              <a:off x="4206019" y="1413201"/>
              <a:ext cx="76495" cy="154915"/>
            </a:xfrm>
            <a:custGeom>
              <a:rect b="b" l="l" r="r" t="t"/>
              <a:pathLst>
                <a:path extrusionOk="0" h="4265" w="2106">
                  <a:moveTo>
                    <a:pt x="598" y="0"/>
                  </a:moveTo>
                  <a:lnTo>
                    <a:pt x="0" y="536"/>
                  </a:lnTo>
                  <a:lnTo>
                    <a:pt x="0" y="536"/>
                  </a:lnTo>
                  <a:lnTo>
                    <a:pt x="812" y="393"/>
                  </a:lnTo>
                  <a:lnTo>
                    <a:pt x="1740" y="1767"/>
                  </a:lnTo>
                  <a:lnTo>
                    <a:pt x="2106" y="4265"/>
                  </a:lnTo>
                  <a:lnTo>
                    <a:pt x="2106" y="1883"/>
                  </a:lnTo>
                  <a:lnTo>
                    <a:pt x="1356" y="268"/>
                  </a:lnTo>
                  <a:lnTo>
                    <a:pt x="598"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111"/>
            <p:cNvSpPr/>
            <p:nvPr/>
          </p:nvSpPr>
          <p:spPr>
            <a:xfrm>
              <a:off x="4367394" y="1342229"/>
              <a:ext cx="62874" cy="116704"/>
            </a:xfrm>
            <a:custGeom>
              <a:rect b="b" l="l" r="r" t="t"/>
              <a:pathLst>
                <a:path extrusionOk="0" h="3213" w="1731">
                  <a:moveTo>
                    <a:pt x="0" y="1"/>
                  </a:moveTo>
                  <a:lnTo>
                    <a:pt x="803" y="2605"/>
                  </a:lnTo>
                  <a:lnTo>
                    <a:pt x="1731" y="3212"/>
                  </a:lnTo>
                  <a:lnTo>
                    <a:pt x="0" y="1"/>
                  </a:lnTo>
                  <a:close/>
                  <a:moveTo>
                    <a:pt x="1731" y="3212"/>
                  </a:moveTo>
                  <a:lnTo>
                    <a:pt x="1731" y="3212"/>
                  </a:lnTo>
                  <a:lnTo>
                    <a:pt x="1731" y="3212"/>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111"/>
            <p:cNvSpPr/>
            <p:nvPr/>
          </p:nvSpPr>
          <p:spPr>
            <a:xfrm>
              <a:off x="4362854" y="1675659"/>
              <a:ext cx="11696" cy="95310"/>
            </a:xfrm>
            <a:custGeom>
              <a:rect b="b" l="l" r="r" t="t"/>
              <a:pathLst>
                <a:path extrusionOk="0" h="2624" w="322">
                  <a:moveTo>
                    <a:pt x="321" y="0"/>
                  </a:moveTo>
                  <a:lnTo>
                    <a:pt x="0" y="2088"/>
                  </a:lnTo>
                  <a:lnTo>
                    <a:pt x="170" y="2623"/>
                  </a:lnTo>
                  <a:lnTo>
                    <a:pt x="32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111"/>
            <p:cNvSpPr/>
            <p:nvPr/>
          </p:nvSpPr>
          <p:spPr>
            <a:xfrm>
              <a:off x="4385519" y="1551222"/>
              <a:ext cx="52522" cy="219751"/>
            </a:xfrm>
            <a:custGeom>
              <a:rect b="b" l="l" r="r" t="t"/>
              <a:pathLst>
                <a:path extrusionOk="0" h="6050" w="1446">
                  <a:moveTo>
                    <a:pt x="1" y="1"/>
                  </a:moveTo>
                  <a:lnTo>
                    <a:pt x="331" y="1642"/>
                  </a:lnTo>
                  <a:lnTo>
                    <a:pt x="366" y="2855"/>
                  </a:lnTo>
                  <a:lnTo>
                    <a:pt x="616" y="4880"/>
                  </a:lnTo>
                  <a:lnTo>
                    <a:pt x="545" y="5442"/>
                  </a:lnTo>
                  <a:lnTo>
                    <a:pt x="616" y="6049"/>
                  </a:lnTo>
                  <a:lnTo>
                    <a:pt x="1446" y="4979"/>
                  </a:lnTo>
                  <a:lnTo>
                    <a:pt x="670" y="2748"/>
                  </a:lnTo>
                  <a:lnTo>
                    <a:pt x="670" y="1901"/>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111"/>
            <p:cNvSpPr/>
            <p:nvPr/>
          </p:nvSpPr>
          <p:spPr>
            <a:xfrm>
              <a:off x="4251384" y="1576502"/>
              <a:ext cx="38284" cy="159783"/>
            </a:xfrm>
            <a:custGeom>
              <a:rect b="b" l="l" r="r" t="t"/>
              <a:pathLst>
                <a:path extrusionOk="0" h="4399" w="1054">
                  <a:moveTo>
                    <a:pt x="0" y="0"/>
                  </a:moveTo>
                  <a:lnTo>
                    <a:pt x="366" y="2918"/>
                  </a:lnTo>
                  <a:lnTo>
                    <a:pt x="54" y="4399"/>
                  </a:lnTo>
                  <a:lnTo>
                    <a:pt x="1053" y="4399"/>
                  </a:lnTo>
                  <a:lnTo>
                    <a:pt x="928" y="2730"/>
                  </a:lnTo>
                  <a:lnTo>
                    <a:pt x="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111"/>
            <p:cNvSpPr/>
            <p:nvPr/>
          </p:nvSpPr>
          <p:spPr>
            <a:xfrm>
              <a:off x="4455510" y="1650706"/>
              <a:ext cx="29203" cy="81362"/>
            </a:xfrm>
            <a:custGeom>
              <a:rect b="b" l="l" r="r" t="t"/>
              <a:pathLst>
                <a:path extrusionOk="0" h="2240" w="804">
                  <a:moveTo>
                    <a:pt x="90" y="0"/>
                  </a:moveTo>
                  <a:lnTo>
                    <a:pt x="1" y="1017"/>
                  </a:lnTo>
                  <a:lnTo>
                    <a:pt x="170" y="2240"/>
                  </a:lnTo>
                  <a:lnTo>
                    <a:pt x="804" y="2240"/>
                  </a:lnTo>
                  <a:lnTo>
                    <a:pt x="224" y="1035"/>
                  </a:lnTo>
                  <a:lnTo>
                    <a:pt x="9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111"/>
            <p:cNvSpPr/>
            <p:nvPr/>
          </p:nvSpPr>
          <p:spPr>
            <a:xfrm>
              <a:off x="4171005" y="1592047"/>
              <a:ext cx="82343" cy="144237"/>
            </a:xfrm>
            <a:custGeom>
              <a:rect b="b" l="l" r="r" t="t"/>
              <a:pathLst>
                <a:path extrusionOk="0" h="3971" w="2267">
                  <a:moveTo>
                    <a:pt x="920" y="1"/>
                  </a:moveTo>
                  <a:lnTo>
                    <a:pt x="1152" y="2329"/>
                  </a:lnTo>
                  <a:lnTo>
                    <a:pt x="1" y="3971"/>
                  </a:lnTo>
                  <a:lnTo>
                    <a:pt x="2267" y="3971"/>
                  </a:lnTo>
                  <a:lnTo>
                    <a:pt x="1366" y="3248"/>
                  </a:lnTo>
                  <a:lnTo>
                    <a:pt x="1607" y="2124"/>
                  </a:lnTo>
                  <a:lnTo>
                    <a:pt x="92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111"/>
            <p:cNvSpPr/>
            <p:nvPr/>
          </p:nvSpPr>
          <p:spPr>
            <a:xfrm>
              <a:off x="4289630" y="1649726"/>
              <a:ext cx="38248" cy="101776"/>
            </a:xfrm>
            <a:custGeom>
              <a:rect b="b" l="l" r="r" t="t"/>
              <a:pathLst>
                <a:path extrusionOk="0" h="2802" w="1053">
                  <a:moveTo>
                    <a:pt x="723" y="1"/>
                  </a:moveTo>
                  <a:lnTo>
                    <a:pt x="446" y="1490"/>
                  </a:lnTo>
                  <a:lnTo>
                    <a:pt x="0" y="2383"/>
                  </a:lnTo>
                  <a:lnTo>
                    <a:pt x="972" y="2802"/>
                  </a:lnTo>
                  <a:lnTo>
                    <a:pt x="1053" y="1357"/>
                  </a:lnTo>
                  <a:lnTo>
                    <a:pt x="758" y="2070"/>
                  </a:lnTo>
                  <a:lnTo>
                    <a:pt x="723"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67" name="Google Shape;6967;p111"/>
          <p:cNvSpPr/>
          <p:nvPr/>
        </p:nvSpPr>
        <p:spPr>
          <a:xfrm rot="557657">
            <a:off x="-310305" y="4705705"/>
            <a:ext cx="1351433" cy="380974"/>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111"/>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6969" name="Google Shape;6969;p111"/>
          <p:cNvSpPr/>
          <p:nvPr/>
        </p:nvSpPr>
        <p:spPr>
          <a:xfrm flipH="1">
            <a:off x="-494818" y="616313"/>
            <a:ext cx="1273905" cy="24222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111"/>
          <p:cNvSpPr/>
          <p:nvPr/>
        </p:nvSpPr>
        <p:spPr>
          <a:xfrm flipH="1">
            <a:off x="8488479" y="180342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111"/>
          <p:cNvSpPr/>
          <p:nvPr/>
        </p:nvSpPr>
        <p:spPr>
          <a:xfrm flipH="1">
            <a:off x="-302196" y="283509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6972" name="Shape 6972"/>
        <p:cNvGrpSpPr/>
        <p:nvPr/>
      </p:nvGrpSpPr>
      <p:grpSpPr>
        <a:xfrm>
          <a:off x="0" y="0"/>
          <a:ext cx="0" cy="0"/>
          <a:chOff x="0" y="0"/>
          <a:chExt cx="0" cy="0"/>
        </a:xfrm>
      </p:grpSpPr>
      <p:grpSp>
        <p:nvGrpSpPr>
          <p:cNvPr id="6973" name="Google Shape;6973;p112"/>
          <p:cNvGrpSpPr/>
          <p:nvPr/>
        </p:nvGrpSpPr>
        <p:grpSpPr>
          <a:xfrm>
            <a:off x="3" y="539392"/>
            <a:ext cx="1519945" cy="1171138"/>
            <a:chOff x="3363545" y="1191568"/>
            <a:chExt cx="384038" cy="295876"/>
          </a:xfrm>
        </p:grpSpPr>
        <p:sp>
          <p:nvSpPr>
            <p:cNvPr id="6974" name="Google Shape;6974;p112"/>
            <p:cNvSpPr/>
            <p:nvPr/>
          </p:nvSpPr>
          <p:spPr>
            <a:xfrm>
              <a:off x="3363545"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112"/>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112"/>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112"/>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112"/>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112"/>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112"/>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81" name="Google Shape;6981;p112"/>
          <p:cNvSpPr/>
          <p:nvPr/>
        </p:nvSpPr>
        <p:spPr>
          <a:xfrm>
            <a:off x="0" y="1690722"/>
            <a:ext cx="9144017" cy="3452722"/>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112"/>
          <p:cNvSpPr/>
          <p:nvPr/>
        </p:nvSpPr>
        <p:spPr>
          <a:xfrm flipH="1">
            <a:off x="-479041" y="2121950"/>
            <a:ext cx="5269441" cy="3021487"/>
          </a:xfrm>
          <a:custGeom>
            <a:rect b="b" l="l" r="r" t="t"/>
            <a:pathLst>
              <a:path extrusionOk="0" h="10225" w="22134">
                <a:moveTo>
                  <a:pt x="15068" y="1"/>
                </a:moveTo>
                <a:cubicBezTo>
                  <a:pt x="15068" y="1"/>
                  <a:pt x="10937" y="170"/>
                  <a:pt x="11678" y="813"/>
                </a:cubicBezTo>
                <a:cubicBezTo>
                  <a:pt x="12427" y="1464"/>
                  <a:pt x="10554" y="1615"/>
                  <a:pt x="9662" y="1714"/>
                </a:cubicBezTo>
                <a:cubicBezTo>
                  <a:pt x="8779" y="1812"/>
                  <a:pt x="6245" y="2240"/>
                  <a:pt x="7405" y="2739"/>
                </a:cubicBezTo>
                <a:cubicBezTo>
                  <a:pt x="8564" y="3230"/>
                  <a:pt x="5585" y="3525"/>
                  <a:pt x="4487" y="3551"/>
                </a:cubicBezTo>
                <a:cubicBezTo>
                  <a:pt x="3381" y="3578"/>
                  <a:pt x="0" y="3837"/>
                  <a:pt x="1080" y="5068"/>
                </a:cubicBezTo>
                <a:cubicBezTo>
                  <a:pt x="2150" y="6299"/>
                  <a:pt x="6281" y="10224"/>
                  <a:pt x="6281" y="10224"/>
                </a:cubicBezTo>
                <a:lnTo>
                  <a:pt x="8966" y="10224"/>
                </a:lnTo>
                <a:cubicBezTo>
                  <a:pt x="8966" y="10224"/>
                  <a:pt x="8368" y="8672"/>
                  <a:pt x="10536" y="8413"/>
                </a:cubicBezTo>
                <a:cubicBezTo>
                  <a:pt x="12695" y="8146"/>
                  <a:pt x="11446" y="7432"/>
                  <a:pt x="10786" y="7093"/>
                </a:cubicBezTo>
                <a:cubicBezTo>
                  <a:pt x="10126" y="6754"/>
                  <a:pt x="8734" y="6040"/>
                  <a:pt x="11972" y="5443"/>
                </a:cubicBezTo>
                <a:cubicBezTo>
                  <a:pt x="15211" y="4845"/>
                  <a:pt x="17735" y="4203"/>
                  <a:pt x="16415" y="3373"/>
                </a:cubicBezTo>
                <a:cubicBezTo>
                  <a:pt x="15095" y="2543"/>
                  <a:pt x="18859" y="2802"/>
                  <a:pt x="18351" y="2249"/>
                </a:cubicBezTo>
                <a:cubicBezTo>
                  <a:pt x="17842" y="1705"/>
                  <a:pt x="19555" y="1660"/>
                  <a:pt x="20670" y="1553"/>
                </a:cubicBezTo>
                <a:cubicBezTo>
                  <a:pt x="21785" y="1437"/>
                  <a:pt x="22133" y="884"/>
                  <a:pt x="21018" y="554"/>
                </a:cubicBezTo>
                <a:cubicBezTo>
                  <a:pt x="20233" y="323"/>
                  <a:pt x="18557" y="289"/>
                  <a:pt x="17617" y="289"/>
                </a:cubicBezTo>
                <a:cubicBezTo>
                  <a:pt x="17210" y="289"/>
                  <a:pt x="16941" y="295"/>
                  <a:pt x="16941" y="295"/>
                </a:cubicBezTo>
                <a:lnTo>
                  <a:pt x="15068"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112"/>
          <p:cNvSpPr/>
          <p:nvPr/>
        </p:nvSpPr>
        <p:spPr>
          <a:xfrm flipH="1">
            <a:off x="183754" y="2409469"/>
            <a:ext cx="3933393" cy="1949414"/>
          </a:xfrm>
          <a:custGeom>
            <a:rect b="b" l="l" r="r" t="t"/>
            <a:pathLst>
              <a:path extrusionOk="0" h="6597" w="16522">
                <a:moveTo>
                  <a:pt x="11294" y="0"/>
                </a:moveTo>
                <a:cubicBezTo>
                  <a:pt x="11294" y="0"/>
                  <a:pt x="9260" y="303"/>
                  <a:pt x="10126" y="491"/>
                </a:cubicBezTo>
                <a:cubicBezTo>
                  <a:pt x="10991" y="678"/>
                  <a:pt x="10839" y="1071"/>
                  <a:pt x="9207" y="1383"/>
                </a:cubicBezTo>
                <a:cubicBezTo>
                  <a:pt x="7565" y="1695"/>
                  <a:pt x="5638" y="1954"/>
                  <a:pt x="7021" y="2284"/>
                </a:cubicBezTo>
                <a:cubicBezTo>
                  <a:pt x="8395" y="2623"/>
                  <a:pt x="6254" y="3283"/>
                  <a:pt x="4443" y="3569"/>
                </a:cubicBezTo>
                <a:cubicBezTo>
                  <a:pt x="2641" y="3863"/>
                  <a:pt x="678" y="4309"/>
                  <a:pt x="2346" y="4746"/>
                </a:cubicBezTo>
                <a:cubicBezTo>
                  <a:pt x="4006" y="5183"/>
                  <a:pt x="0" y="5665"/>
                  <a:pt x="1401" y="6182"/>
                </a:cubicBezTo>
                <a:cubicBezTo>
                  <a:pt x="2073" y="6428"/>
                  <a:pt x="3408" y="6597"/>
                  <a:pt x="4495" y="6597"/>
                </a:cubicBezTo>
                <a:cubicBezTo>
                  <a:pt x="5658" y="6597"/>
                  <a:pt x="6538" y="6404"/>
                  <a:pt x="6022" y="5906"/>
                </a:cubicBezTo>
                <a:cubicBezTo>
                  <a:pt x="5032" y="4942"/>
                  <a:pt x="5085" y="3997"/>
                  <a:pt x="8118" y="3337"/>
                </a:cubicBezTo>
                <a:cubicBezTo>
                  <a:pt x="11160" y="2668"/>
                  <a:pt x="12989" y="2676"/>
                  <a:pt x="12088" y="2114"/>
                </a:cubicBezTo>
                <a:cubicBezTo>
                  <a:pt x="11187" y="1552"/>
                  <a:pt x="11294" y="1267"/>
                  <a:pt x="13203" y="1062"/>
                </a:cubicBezTo>
                <a:cubicBezTo>
                  <a:pt x="15112" y="848"/>
                  <a:pt x="15416" y="839"/>
                  <a:pt x="14747" y="535"/>
                </a:cubicBezTo>
                <a:cubicBezTo>
                  <a:pt x="14087" y="232"/>
                  <a:pt x="16522" y="0"/>
                  <a:pt x="1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84" name="Google Shape;6984;p112"/>
          <p:cNvGrpSpPr/>
          <p:nvPr/>
        </p:nvGrpSpPr>
        <p:grpSpPr>
          <a:xfrm>
            <a:off x="171" y="2384955"/>
            <a:ext cx="3193244" cy="2759461"/>
            <a:chOff x="3460777" y="2171409"/>
            <a:chExt cx="376544" cy="325374"/>
          </a:xfrm>
        </p:grpSpPr>
        <p:sp>
          <p:nvSpPr>
            <p:cNvPr id="6985" name="Google Shape;6985;p112"/>
            <p:cNvSpPr/>
            <p:nvPr/>
          </p:nvSpPr>
          <p:spPr>
            <a:xfrm>
              <a:off x="3467569" y="2171409"/>
              <a:ext cx="12677" cy="111510"/>
            </a:xfrm>
            <a:custGeom>
              <a:rect b="b" l="l" r="r" t="t"/>
              <a:pathLst>
                <a:path extrusionOk="0" h="3070" w="349">
                  <a:moveTo>
                    <a:pt x="348" y="0"/>
                  </a:moveTo>
                  <a:cubicBezTo>
                    <a:pt x="348" y="0"/>
                    <a:pt x="304" y="45"/>
                    <a:pt x="313" y="116"/>
                  </a:cubicBezTo>
                  <a:cubicBezTo>
                    <a:pt x="322" y="179"/>
                    <a:pt x="259" y="197"/>
                    <a:pt x="286" y="250"/>
                  </a:cubicBezTo>
                  <a:cubicBezTo>
                    <a:pt x="313" y="304"/>
                    <a:pt x="232" y="322"/>
                    <a:pt x="268" y="393"/>
                  </a:cubicBezTo>
                  <a:cubicBezTo>
                    <a:pt x="304" y="455"/>
                    <a:pt x="214" y="536"/>
                    <a:pt x="250" y="607"/>
                  </a:cubicBezTo>
                  <a:cubicBezTo>
                    <a:pt x="277" y="678"/>
                    <a:pt x="206" y="714"/>
                    <a:pt x="241" y="777"/>
                  </a:cubicBezTo>
                  <a:cubicBezTo>
                    <a:pt x="277" y="839"/>
                    <a:pt x="161" y="910"/>
                    <a:pt x="214" y="1017"/>
                  </a:cubicBezTo>
                  <a:cubicBezTo>
                    <a:pt x="268" y="1116"/>
                    <a:pt x="170" y="1169"/>
                    <a:pt x="206" y="1249"/>
                  </a:cubicBezTo>
                  <a:cubicBezTo>
                    <a:pt x="232" y="1321"/>
                    <a:pt x="107" y="1410"/>
                    <a:pt x="170" y="1490"/>
                  </a:cubicBezTo>
                  <a:cubicBezTo>
                    <a:pt x="223" y="1579"/>
                    <a:pt x="116" y="1651"/>
                    <a:pt x="152" y="1713"/>
                  </a:cubicBezTo>
                  <a:cubicBezTo>
                    <a:pt x="188" y="1776"/>
                    <a:pt x="90" y="1865"/>
                    <a:pt x="143" y="1936"/>
                  </a:cubicBezTo>
                  <a:cubicBezTo>
                    <a:pt x="197" y="2008"/>
                    <a:pt x="72" y="2088"/>
                    <a:pt x="116" y="2186"/>
                  </a:cubicBezTo>
                  <a:cubicBezTo>
                    <a:pt x="152" y="2284"/>
                    <a:pt x="54" y="2391"/>
                    <a:pt x="107" y="2480"/>
                  </a:cubicBezTo>
                  <a:cubicBezTo>
                    <a:pt x="152" y="2561"/>
                    <a:pt x="36" y="2587"/>
                    <a:pt x="90" y="2677"/>
                  </a:cubicBezTo>
                  <a:cubicBezTo>
                    <a:pt x="143" y="2775"/>
                    <a:pt x="0" y="2891"/>
                    <a:pt x="0" y="3069"/>
                  </a:cubicBezTo>
                  <a:lnTo>
                    <a:pt x="348" y="3069"/>
                  </a:lnTo>
                  <a:lnTo>
                    <a:pt x="3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112"/>
            <p:cNvSpPr/>
            <p:nvPr/>
          </p:nvSpPr>
          <p:spPr>
            <a:xfrm>
              <a:off x="3480209" y="2171409"/>
              <a:ext cx="13003" cy="111510"/>
            </a:xfrm>
            <a:custGeom>
              <a:rect b="b" l="l" r="r" t="t"/>
              <a:pathLst>
                <a:path extrusionOk="0" h="3070" w="358">
                  <a:moveTo>
                    <a:pt x="0" y="0"/>
                  </a:moveTo>
                  <a:lnTo>
                    <a:pt x="0" y="3069"/>
                  </a:lnTo>
                  <a:lnTo>
                    <a:pt x="357" y="3069"/>
                  </a:lnTo>
                  <a:cubicBezTo>
                    <a:pt x="357" y="2891"/>
                    <a:pt x="214" y="2775"/>
                    <a:pt x="268" y="2677"/>
                  </a:cubicBezTo>
                  <a:cubicBezTo>
                    <a:pt x="321" y="2587"/>
                    <a:pt x="205" y="2561"/>
                    <a:pt x="250" y="2480"/>
                  </a:cubicBezTo>
                  <a:cubicBezTo>
                    <a:pt x="304" y="2391"/>
                    <a:pt x="205" y="2284"/>
                    <a:pt x="241" y="2186"/>
                  </a:cubicBezTo>
                  <a:cubicBezTo>
                    <a:pt x="286" y="2088"/>
                    <a:pt x="161" y="2008"/>
                    <a:pt x="214" y="1936"/>
                  </a:cubicBezTo>
                  <a:cubicBezTo>
                    <a:pt x="268" y="1865"/>
                    <a:pt x="170" y="1776"/>
                    <a:pt x="205" y="1713"/>
                  </a:cubicBezTo>
                  <a:cubicBezTo>
                    <a:pt x="241" y="1651"/>
                    <a:pt x="134" y="1579"/>
                    <a:pt x="188" y="1490"/>
                  </a:cubicBezTo>
                  <a:cubicBezTo>
                    <a:pt x="250" y="1410"/>
                    <a:pt x="125" y="1321"/>
                    <a:pt x="152" y="1249"/>
                  </a:cubicBezTo>
                  <a:cubicBezTo>
                    <a:pt x="188" y="1169"/>
                    <a:pt x="89" y="1116"/>
                    <a:pt x="143" y="1017"/>
                  </a:cubicBezTo>
                  <a:cubicBezTo>
                    <a:pt x="197" y="910"/>
                    <a:pt x="81" y="839"/>
                    <a:pt x="116" y="777"/>
                  </a:cubicBezTo>
                  <a:cubicBezTo>
                    <a:pt x="152" y="714"/>
                    <a:pt x="81" y="678"/>
                    <a:pt x="107" y="607"/>
                  </a:cubicBezTo>
                  <a:cubicBezTo>
                    <a:pt x="143" y="536"/>
                    <a:pt x="54" y="455"/>
                    <a:pt x="89" y="393"/>
                  </a:cubicBezTo>
                  <a:cubicBezTo>
                    <a:pt x="125" y="322"/>
                    <a:pt x="45" y="304"/>
                    <a:pt x="72" y="250"/>
                  </a:cubicBezTo>
                  <a:cubicBezTo>
                    <a:pt x="98" y="197"/>
                    <a:pt x="36" y="179"/>
                    <a:pt x="45" y="116"/>
                  </a:cubicBezTo>
                  <a:cubicBezTo>
                    <a:pt x="54" y="45"/>
                    <a:pt x="0" y="0"/>
                    <a:pt x="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112"/>
            <p:cNvSpPr/>
            <p:nvPr/>
          </p:nvSpPr>
          <p:spPr>
            <a:xfrm>
              <a:off x="3560879" y="2222586"/>
              <a:ext cx="13003" cy="111510"/>
            </a:xfrm>
            <a:custGeom>
              <a:rect b="b" l="l" r="r" t="t"/>
              <a:pathLst>
                <a:path extrusionOk="0" h="3070" w="358">
                  <a:moveTo>
                    <a:pt x="357" y="1"/>
                  </a:moveTo>
                  <a:cubicBezTo>
                    <a:pt x="357" y="1"/>
                    <a:pt x="304" y="54"/>
                    <a:pt x="313" y="117"/>
                  </a:cubicBezTo>
                  <a:cubicBezTo>
                    <a:pt x="322" y="179"/>
                    <a:pt x="259" y="206"/>
                    <a:pt x="286" y="251"/>
                  </a:cubicBezTo>
                  <a:cubicBezTo>
                    <a:pt x="313" y="304"/>
                    <a:pt x="233" y="331"/>
                    <a:pt x="268" y="393"/>
                  </a:cubicBezTo>
                  <a:cubicBezTo>
                    <a:pt x="304" y="456"/>
                    <a:pt x="215" y="536"/>
                    <a:pt x="250" y="608"/>
                  </a:cubicBezTo>
                  <a:cubicBezTo>
                    <a:pt x="277" y="688"/>
                    <a:pt x="206" y="715"/>
                    <a:pt x="241" y="777"/>
                  </a:cubicBezTo>
                  <a:cubicBezTo>
                    <a:pt x="277" y="839"/>
                    <a:pt x="161" y="911"/>
                    <a:pt x="215" y="1018"/>
                  </a:cubicBezTo>
                  <a:cubicBezTo>
                    <a:pt x="268" y="1125"/>
                    <a:pt x="170" y="1178"/>
                    <a:pt x="206" y="1250"/>
                  </a:cubicBezTo>
                  <a:cubicBezTo>
                    <a:pt x="233" y="1321"/>
                    <a:pt x="108" y="1410"/>
                    <a:pt x="170" y="1491"/>
                  </a:cubicBezTo>
                  <a:cubicBezTo>
                    <a:pt x="224" y="1580"/>
                    <a:pt x="117" y="1651"/>
                    <a:pt x="152" y="1714"/>
                  </a:cubicBezTo>
                  <a:cubicBezTo>
                    <a:pt x="188" y="1776"/>
                    <a:pt x="90" y="1865"/>
                    <a:pt x="143" y="1937"/>
                  </a:cubicBezTo>
                  <a:cubicBezTo>
                    <a:pt x="197" y="2008"/>
                    <a:pt x="72" y="2097"/>
                    <a:pt x="117" y="2187"/>
                  </a:cubicBezTo>
                  <a:cubicBezTo>
                    <a:pt x="152" y="2285"/>
                    <a:pt x="54" y="2392"/>
                    <a:pt x="108" y="2481"/>
                  </a:cubicBezTo>
                  <a:cubicBezTo>
                    <a:pt x="152" y="2561"/>
                    <a:pt x="36" y="2588"/>
                    <a:pt x="90" y="2677"/>
                  </a:cubicBezTo>
                  <a:cubicBezTo>
                    <a:pt x="143" y="2775"/>
                    <a:pt x="1" y="2900"/>
                    <a:pt x="1" y="3070"/>
                  </a:cubicBezTo>
                  <a:lnTo>
                    <a:pt x="357" y="3070"/>
                  </a:lnTo>
                  <a:lnTo>
                    <a:pt x="35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112"/>
            <p:cNvSpPr/>
            <p:nvPr/>
          </p:nvSpPr>
          <p:spPr>
            <a:xfrm>
              <a:off x="3573845" y="2222586"/>
              <a:ext cx="12677" cy="111510"/>
            </a:xfrm>
            <a:custGeom>
              <a:rect b="b" l="l" r="r" t="t"/>
              <a:pathLst>
                <a:path extrusionOk="0" h="3070" w="349">
                  <a:moveTo>
                    <a:pt x="0" y="1"/>
                  </a:moveTo>
                  <a:lnTo>
                    <a:pt x="0" y="3070"/>
                  </a:lnTo>
                  <a:lnTo>
                    <a:pt x="348" y="3070"/>
                  </a:lnTo>
                  <a:cubicBezTo>
                    <a:pt x="348" y="2900"/>
                    <a:pt x="206" y="2775"/>
                    <a:pt x="259" y="2677"/>
                  </a:cubicBezTo>
                  <a:cubicBezTo>
                    <a:pt x="313" y="2588"/>
                    <a:pt x="197" y="2561"/>
                    <a:pt x="241" y="2481"/>
                  </a:cubicBezTo>
                  <a:cubicBezTo>
                    <a:pt x="295" y="2392"/>
                    <a:pt x="197" y="2285"/>
                    <a:pt x="232" y="2187"/>
                  </a:cubicBezTo>
                  <a:cubicBezTo>
                    <a:pt x="277" y="2097"/>
                    <a:pt x="152" y="2008"/>
                    <a:pt x="206" y="1937"/>
                  </a:cubicBezTo>
                  <a:cubicBezTo>
                    <a:pt x="259" y="1865"/>
                    <a:pt x="161" y="1776"/>
                    <a:pt x="197" y="1714"/>
                  </a:cubicBezTo>
                  <a:cubicBezTo>
                    <a:pt x="232" y="1651"/>
                    <a:pt x="125" y="1580"/>
                    <a:pt x="188" y="1491"/>
                  </a:cubicBezTo>
                  <a:cubicBezTo>
                    <a:pt x="241" y="1410"/>
                    <a:pt x="116" y="1321"/>
                    <a:pt x="143" y="1250"/>
                  </a:cubicBezTo>
                  <a:cubicBezTo>
                    <a:pt x="179" y="1178"/>
                    <a:pt x="81" y="1125"/>
                    <a:pt x="134" y="1018"/>
                  </a:cubicBezTo>
                  <a:cubicBezTo>
                    <a:pt x="188" y="911"/>
                    <a:pt x="72" y="839"/>
                    <a:pt x="108" y="777"/>
                  </a:cubicBezTo>
                  <a:cubicBezTo>
                    <a:pt x="143" y="715"/>
                    <a:pt x="72" y="688"/>
                    <a:pt x="99" y="608"/>
                  </a:cubicBezTo>
                  <a:cubicBezTo>
                    <a:pt x="134" y="536"/>
                    <a:pt x="45" y="456"/>
                    <a:pt x="81" y="393"/>
                  </a:cubicBezTo>
                  <a:cubicBezTo>
                    <a:pt x="116" y="331"/>
                    <a:pt x="45" y="304"/>
                    <a:pt x="63" y="251"/>
                  </a:cubicBezTo>
                  <a:cubicBezTo>
                    <a:pt x="90" y="206"/>
                    <a:pt x="27" y="179"/>
                    <a:pt x="36" y="117"/>
                  </a:cubicBezTo>
                  <a:cubicBezTo>
                    <a:pt x="45" y="54"/>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112"/>
            <p:cNvSpPr/>
            <p:nvPr/>
          </p:nvSpPr>
          <p:spPr>
            <a:xfrm>
              <a:off x="3487001" y="2207367"/>
              <a:ext cx="12677" cy="111183"/>
            </a:xfrm>
            <a:custGeom>
              <a:rect b="b" l="l" r="r" t="t"/>
              <a:pathLst>
                <a:path extrusionOk="0" h="3061" w="349">
                  <a:moveTo>
                    <a:pt x="349" y="1"/>
                  </a:moveTo>
                  <a:cubicBezTo>
                    <a:pt x="349" y="1"/>
                    <a:pt x="304" y="45"/>
                    <a:pt x="313" y="108"/>
                  </a:cubicBezTo>
                  <a:cubicBezTo>
                    <a:pt x="322" y="170"/>
                    <a:pt x="259" y="197"/>
                    <a:pt x="286" y="250"/>
                  </a:cubicBezTo>
                  <a:cubicBezTo>
                    <a:pt x="304" y="304"/>
                    <a:pt x="224" y="322"/>
                    <a:pt x="268" y="384"/>
                  </a:cubicBezTo>
                  <a:cubicBezTo>
                    <a:pt x="304" y="456"/>
                    <a:pt x="215" y="527"/>
                    <a:pt x="241" y="607"/>
                  </a:cubicBezTo>
                  <a:cubicBezTo>
                    <a:pt x="277" y="679"/>
                    <a:pt x="206" y="714"/>
                    <a:pt x="241" y="777"/>
                  </a:cubicBezTo>
                  <a:cubicBezTo>
                    <a:pt x="268" y="839"/>
                    <a:pt x="161" y="911"/>
                    <a:pt x="215" y="1009"/>
                  </a:cubicBezTo>
                  <a:cubicBezTo>
                    <a:pt x="268" y="1116"/>
                    <a:pt x="170" y="1169"/>
                    <a:pt x="197" y="1241"/>
                  </a:cubicBezTo>
                  <a:cubicBezTo>
                    <a:pt x="233" y="1321"/>
                    <a:pt x="108" y="1401"/>
                    <a:pt x="161" y="1490"/>
                  </a:cubicBezTo>
                  <a:cubicBezTo>
                    <a:pt x="224" y="1571"/>
                    <a:pt x="117" y="1642"/>
                    <a:pt x="152" y="1705"/>
                  </a:cubicBezTo>
                  <a:cubicBezTo>
                    <a:pt x="188" y="1776"/>
                    <a:pt x="90" y="1865"/>
                    <a:pt x="143" y="1936"/>
                  </a:cubicBezTo>
                  <a:cubicBezTo>
                    <a:pt x="197" y="2008"/>
                    <a:pt x="72" y="2088"/>
                    <a:pt x="108" y="2186"/>
                  </a:cubicBezTo>
                  <a:cubicBezTo>
                    <a:pt x="152" y="2284"/>
                    <a:pt x="54" y="2391"/>
                    <a:pt x="99" y="2472"/>
                  </a:cubicBezTo>
                  <a:cubicBezTo>
                    <a:pt x="152" y="2561"/>
                    <a:pt x="36" y="2579"/>
                    <a:pt x="90" y="2677"/>
                  </a:cubicBezTo>
                  <a:cubicBezTo>
                    <a:pt x="143" y="2766"/>
                    <a:pt x="1" y="2891"/>
                    <a:pt x="1" y="3061"/>
                  </a:cubicBezTo>
                  <a:lnTo>
                    <a:pt x="349" y="3061"/>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112"/>
            <p:cNvSpPr/>
            <p:nvPr/>
          </p:nvSpPr>
          <p:spPr>
            <a:xfrm>
              <a:off x="3499641" y="2207367"/>
              <a:ext cx="12677" cy="111183"/>
            </a:xfrm>
            <a:custGeom>
              <a:rect b="b" l="l" r="r" t="t"/>
              <a:pathLst>
                <a:path extrusionOk="0" h="3061" w="349">
                  <a:moveTo>
                    <a:pt x="1" y="1"/>
                  </a:moveTo>
                  <a:lnTo>
                    <a:pt x="1" y="3061"/>
                  </a:lnTo>
                  <a:lnTo>
                    <a:pt x="348" y="3061"/>
                  </a:lnTo>
                  <a:cubicBezTo>
                    <a:pt x="348" y="2891"/>
                    <a:pt x="215" y="2766"/>
                    <a:pt x="268" y="2677"/>
                  </a:cubicBezTo>
                  <a:cubicBezTo>
                    <a:pt x="322" y="2579"/>
                    <a:pt x="197" y="2561"/>
                    <a:pt x="250" y="2472"/>
                  </a:cubicBezTo>
                  <a:cubicBezTo>
                    <a:pt x="304" y="2391"/>
                    <a:pt x="197" y="2284"/>
                    <a:pt x="241" y="2186"/>
                  </a:cubicBezTo>
                  <a:cubicBezTo>
                    <a:pt x="286" y="2088"/>
                    <a:pt x="161" y="2008"/>
                    <a:pt x="215" y="1936"/>
                  </a:cubicBezTo>
                  <a:cubicBezTo>
                    <a:pt x="268" y="1865"/>
                    <a:pt x="170" y="1776"/>
                    <a:pt x="206" y="1705"/>
                  </a:cubicBezTo>
                  <a:cubicBezTo>
                    <a:pt x="241" y="1642"/>
                    <a:pt x="134" y="1571"/>
                    <a:pt x="188" y="1490"/>
                  </a:cubicBezTo>
                  <a:cubicBezTo>
                    <a:pt x="241" y="1401"/>
                    <a:pt x="117" y="1321"/>
                    <a:pt x="152" y="1241"/>
                  </a:cubicBezTo>
                  <a:cubicBezTo>
                    <a:pt x="188" y="1169"/>
                    <a:pt x="81" y="1116"/>
                    <a:pt x="134" y="1009"/>
                  </a:cubicBezTo>
                  <a:cubicBezTo>
                    <a:pt x="188" y="911"/>
                    <a:pt x="81" y="839"/>
                    <a:pt x="117" y="777"/>
                  </a:cubicBezTo>
                  <a:cubicBezTo>
                    <a:pt x="152" y="714"/>
                    <a:pt x="72" y="679"/>
                    <a:pt x="108" y="607"/>
                  </a:cubicBezTo>
                  <a:cubicBezTo>
                    <a:pt x="143" y="527"/>
                    <a:pt x="54" y="456"/>
                    <a:pt x="90" y="384"/>
                  </a:cubicBezTo>
                  <a:cubicBezTo>
                    <a:pt x="125" y="322"/>
                    <a:pt x="45" y="304"/>
                    <a:pt x="72" y="250"/>
                  </a:cubicBezTo>
                  <a:cubicBezTo>
                    <a:pt x="99" y="197"/>
                    <a:pt x="36" y="170"/>
                    <a:pt x="45" y="108"/>
                  </a:cubicBezTo>
                  <a:cubicBezTo>
                    <a:pt x="45" y="45"/>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112"/>
            <p:cNvSpPr/>
            <p:nvPr/>
          </p:nvSpPr>
          <p:spPr>
            <a:xfrm>
              <a:off x="3666174" y="2309104"/>
              <a:ext cx="12677" cy="111510"/>
            </a:xfrm>
            <a:custGeom>
              <a:rect b="b" l="l" r="r" t="t"/>
              <a:pathLst>
                <a:path extrusionOk="0" h="3070" w="349">
                  <a:moveTo>
                    <a:pt x="349" y="1"/>
                  </a:moveTo>
                  <a:cubicBezTo>
                    <a:pt x="349" y="1"/>
                    <a:pt x="304" y="54"/>
                    <a:pt x="304" y="117"/>
                  </a:cubicBezTo>
                  <a:cubicBezTo>
                    <a:pt x="313" y="179"/>
                    <a:pt x="251" y="206"/>
                    <a:pt x="278" y="251"/>
                  </a:cubicBezTo>
                  <a:cubicBezTo>
                    <a:pt x="304" y="304"/>
                    <a:pt x="224" y="322"/>
                    <a:pt x="260" y="393"/>
                  </a:cubicBezTo>
                  <a:cubicBezTo>
                    <a:pt x="295" y="456"/>
                    <a:pt x="206" y="536"/>
                    <a:pt x="242" y="607"/>
                  </a:cubicBezTo>
                  <a:cubicBezTo>
                    <a:pt x="278" y="688"/>
                    <a:pt x="197" y="715"/>
                    <a:pt x="233" y="777"/>
                  </a:cubicBezTo>
                  <a:cubicBezTo>
                    <a:pt x="269" y="839"/>
                    <a:pt x="162" y="911"/>
                    <a:pt x="215" y="1018"/>
                  </a:cubicBezTo>
                  <a:cubicBezTo>
                    <a:pt x="269" y="1125"/>
                    <a:pt x="162" y="1178"/>
                    <a:pt x="197" y="1250"/>
                  </a:cubicBezTo>
                  <a:cubicBezTo>
                    <a:pt x="233" y="1321"/>
                    <a:pt x="108" y="1410"/>
                    <a:pt x="162" y="1491"/>
                  </a:cubicBezTo>
                  <a:cubicBezTo>
                    <a:pt x="215" y="1580"/>
                    <a:pt x="108" y="1651"/>
                    <a:pt x="144" y="1714"/>
                  </a:cubicBezTo>
                  <a:cubicBezTo>
                    <a:pt x="179" y="1776"/>
                    <a:pt x="81" y="1865"/>
                    <a:pt x="135" y="1937"/>
                  </a:cubicBezTo>
                  <a:cubicBezTo>
                    <a:pt x="188" y="2008"/>
                    <a:pt x="63" y="2088"/>
                    <a:pt x="108" y="2186"/>
                  </a:cubicBezTo>
                  <a:cubicBezTo>
                    <a:pt x="153" y="2285"/>
                    <a:pt x="46" y="2392"/>
                    <a:pt x="99" y="2481"/>
                  </a:cubicBezTo>
                  <a:cubicBezTo>
                    <a:pt x="153" y="2561"/>
                    <a:pt x="28" y="2588"/>
                    <a:pt x="81" y="2677"/>
                  </a:cubicBezTo>
                  <a:cubicBezTo>
                    <a:pt x="135" y="2775"/>
                    <a:pt x="1" y="2891"/>
                    <a:pt x="1" y="3070"/>
                  </a:cubicBezTo>
                  <a:lnTo>
                    <a:pt x="349" y="3070"/>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112"/>
            <p:cNvSpPr/>
            <p:nvPr/>
          </p:nvSpPr>
          <p:spPr>
            <a:xfrm>
              <a:off x="3678814" y="2309104"/>
              <a:ext cx="12677" cy="111510"/>
            </a:xfrm>
            <a:custGeom>
              <a:rect b="b" l="l" r="r" t="t"/>
              <a:pathLst>
                <a:path extrusionOk="0" h="3070" w="349">
                  <a:moveTo>
                    <a:pt x="1" y="1"/>
                  </a:moveTo>
                  <a:lnTo>
                    <a:pt x="1" y="3070"/>
                  </a:lnTo>
                  <a:lnTo>
                    <a:pt x="349" y="3070"/>
                  </a:lnTo>
                  <a:cubicBezTo>
                    <a:pt x="349" y="2891"/>
                    <a:pt x="206" y="2775"/>
                    <a:pt x="260" y="2677"/>
                  </a:cubicBezTo>
                  <a:cubicBezTo>
                    <a:pt x="322" y="2588"/>
                    <a:pt x="197" y="2561"/>
                    <a:pt x="251" y="2481"/>
                  </a:cubicBezTo>
                  <a:cubicBezTo>
                    <a:pt x="295" y="2392"/>
                    <a:pt x="197" y="2285"/>
                    <a:pt x="242" y="2186"/>
                  </a:cubicBezTo>
                  <a:cubicBezTo>
                    <a:pt x="277" y="2088"/>
                    <a:pt x="153" y="2008"/>
                    <a:pt x="206" y="1937"/>
                  </a:cubicBezTo>
                  <a:cubicBezTo>
                    <a:pt x="260" y="1865"/>
                    <a:pt x="161" y="1776"/>
                    <a:pt x="197" y="1714"/>
                  </a:cubicBezTo>
                  <a:cubicBezTo>
                    <a:pt x="233" y="1651"/>
                    <a:pt x="135" y="1580"/>
                    <a:pt x="188" y="1491"/>
                  </a:cubicBezTo>
                  <a:cubicBezTo>
                    <a:pt x="242" y="1410"/>
                    <a:pt x="117" y="1321"/>
                    <a:pt x="153" y="1250"/>
                  </a:cubicBezTo>
                  <a:cubicBezTo>
                    <a:pt x="179" y="1178"/>
                    <a:pt x="81" y="1125"/>
                    <a:pt x="135" y="1018"/>
                  </a:cubicBezTo>
                  <a:cubicBezTo>
                    <a:pt x="188" y="911"/>
                    <a:pt x="81" y="839"/>
                    <a:pt x="117" y="777"/>
                  </a:cubicBezTo>
                  <a:cubicBezTo>
                    <a:pt x="144" y="715"/>
                    <a:pt x="72" y="688"/>
                    <a:pt x="108" y="607"/>
                  </a:cubicBezTo>
                  <a:cubicBezTo>
                    <a:pt x="135" y="536"/>
                    <a:pt x="45" y="456"/>
                    <a:pt x="90" y="393"/>
                  </a:cubicBezTo>
                  <a:cubicBezTo>
                    <a:pt x="126" y="322"/>
                    <a:pt x="45" y="304"/>
                    <a:pt x="63" y="251"/>
                  </a:cubicBezTo>
                  <a:cubicBezTo>
                    <a:pt x="90" y="206"/>
                    <a:pt x="28" y="179"/>
                    <a:pt x="37" y="117"/>
                  </a:cubicBezTo>
                  <a:cubicBezTo>
                    <a:pt x="45" y="54"/>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112"/>
            <p:cNvSpPr/>
            <p:nvPr/>
          </p:nvSpPr>
          <p:spPr>
            <a:xfrm>
              <a:off x="3666501" y="2389156"/>
              <a:ext cx="61276" cy="107624"/>
            </a:xfrm>
            <a:custGeom>
              <a:rect b="b" l="l" r="r" t="t"/>
              <a:pathLst>
                <a:path extrusionOk="0" h="2963" w="1687">
                  <a:moveTo>
                    <a:pt x="1" y="0"/>
                  </a:moveTo>
                  <a:lnTo>
                    <a:pt x="1" y="2962"/>
                  </a:lnTo>
                  <a:lnTo>
                    <a:pt x="1687" y="2962"/>
                  </a:lnTo>
                  <a:lnTo>
                    <a:pt x="1687"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112"/>
            <p:cNvSpPr/>
            <p:nvPr/>
          </p:nvSpPr>
          <p:spPr>
            <a:xfrm>
              <a:off x="3652263" y="2374555"/>
              <a:ext cx="14275" cy="122225"/>
            </a:xfrm>
            <a:custGeom>
              <a:rect b="b" l="l" r="r" t="t"/>
              <a:pathLst>
                <a:path extrusionOk="0" h="3365" w="393">
                  <a:moveTo>
                    <a:pt x="0" y="1"/>
                  </a:moveTo>
                  <a:lnTo>
                    <a:pt x="0" y="3364"/>
                  </a:lnTo>
                  <a:lnTo>
                    <a:pt x="393" y="3364"/>
                  </a:lnTo>
                  <a:lnTo>
                    <a:pt x="393" y="402"/>
                  </a:lnTo>
                  <a:lnTo>
                    <a:pt x="0"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112"/>
            <p:cNvSpPr/>
            <p:nvPr/>
          </p:nvSpPr>
          <p:spPr>
            <a:xfrm>
              <a:off x="3710922" y="2399180"/>
              <a:ext cx="7482" cy="13657"/>
            </a:xfrm>
            <a:custGeom>
              <a:rect b="b" l="l" r="r" t="t"/>
              <a:pathLst>
                <a:path extrusionOk="0" h="376" w="206">
                  <a:moveTo>
                    <a:pt x="0" y="1"/>
                  </a:moveTo>
                  <a:lnTo>
                    <a:pt x="0" y="376"/>
                  </a:lnTo>
                  <a:lnTo>
                    <a:pt x="205" y="376"/>
                  </a:lnTo>
                  <a:lnTo>
                    <a:pt x="20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112"/>
            <p:cNvSpPr/>
            <p:nvPr/>
          </p:nvSpPr>
          <p:spPr>
            <a:xfrm>
              <a:off x="3677216" y="2402740"/>
              <a:ext cx="7809" cy="13657"/>
            </a:xfrm>
            <a:custGeom>
              <a:rect b="b" l="l" r="r" t="t"/>
              <a:pathLst>
                <a:path extrusionOk="0" h="376" w="215">
                  <a:moveTo>
                    <a:pt x="0" y="1"/>
                  </a:moveTo>
                  <a:lnTo>
                    <a:pt x="0" y="376"/>
                  </a:lnTo>
                  <a:lnTo>
                    <a:pt x="214" y="376"/>
                  </a:lnTo>
                  <a:lnTo>
                    <a:pt x="21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112"/>
            <p:cNvSpPr/>
            <p:nvPr/>
          </p:nvSpPr>
          <p:spPr>
            <a:xfrm>
              <a:off x="3713828" y="2428673"/>
              <a:ext cx="7809" cy="13657"/>
            </a:xfrm>
            <a:custGeom>
              <a:rect b="b" l="l" r="r" t="t"/>
              <a:pathLst>
                <a:path extrusionOk="0" h="376" w="215">
                  <a:moveTo>
                    <a:pt x="0" y="1"/>
                  </a:moveTo>
                  <a:lnTo>
                    <a:pt x="0" y="375"/>
                  </a:lnTo>
                  <a:lnTo>
                    <a:pt x="214" y="375"/>
                  </a:lnTo>
                  <a:lnTo>
                    <a:pt x="21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112"/>
            <p:cNvSpPr/>
            <p:nvPr/>
          </p:nvSpPr>
          <p:spPr>
            <a:xfrm>
              <a:off x="3691454" y="2433214"/>
              <a:ext cx="7809" cy="13657"/>
            </a:xfrm>
            <a:custGeom>
              <a:rect b="b" l="l" r="r" t="t"/>
              <a:pathLst>
                <a:path extrusionOk="0" h="376" w="215">
                  <a:moveTo>
                    <a:pt x="1" y="1"/>
                  </a:moveTo>
                  <a:lnTo>
                    <a:pt x="1" y="375"/>
                  </a:lnTo>
                  <a:lnTo>
                    <a:pt x="215" y="375"/>
                  </a:lnTo>
                  <a:lnTo>
                    <a:pt x="21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112"/>
            <p:cNvSpPr/>
            <p:nvPr/>
          </p:nvSpPr>
          <p:spPr>
            <a:xfrm>
              <a:off x="3693415" y="2467574"/>
              <a:ext cx="15255" cy="29203"/>
            </a:xfrm>
            <a:custGeom>
              <a:rect b="b" l="l" r="r" t="t"/>
              <a:pathLst>
                <a:path extrusionOk="0" h="804" w="420">
                  <a:moveTo>
                    <a:pt x="0" y="0"/>
                  </a:moveTo>
                  <a:lnTo>
                    <a:pt x="0" y="803"/>
                  </a:lnTo>
                  <a:lnTo>
                    <a:pt x="420" y="803"/>
                  </a:lnTo>
                  <a:lnTo>
                    <a:pt x="42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112"/>
            <p:cNvSpPr/>
            <p:nvPr/>
          </p:nvSpPr>
          <p:spPr>
            <a:xfrm>
              <a:off x="3652263" y="2374555"/>
              <a:ext cx="75514" cy="14638"/>
            </a:xfrm>
            <a:custGeom>
              <a:rect b="b" l="l" r="r" t="t"/>
              <a:pathLst>
                <a:path extrusionOk="0" h="403" w="2079">
                  <a:moveTo>
                    <a:pt x="0" y="1"/>
                  </a:moveTo>
                  <a:lnTo>
                    <a:pt x="393" y="402"/>
                  </a:lnTo>
                  <a:lnTo>
                    <a:pt x="2079" y="402"/>
                  </a:lnTo>
                  <a:lnTo>
                    <a:pt x="16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112"/>
            <p:cNvSpPr/>
            <p:nvPr/>
          </p:nvSpPr>
          <p:spPr>
            <a:xfrm>
              <a:off x="3551471" y="2334056"/>
              <a:ext cx="101812" cy="162725"/>
            </a:xfrm>
            <a:custGeom>
              <a:rect b="b" l="l" r="r" t="t"/>
              <a:pathLst>
                <a:path extrusionOk="0" h="4480" w="2803">
                  <a:moveTo>
                    <a:pt x="1" y="1"/>
                  </a:moveTo>
                  <a:lnTo>
                    <a:pt x="1" y="4479"/>
                  </a:lnTo>
                  <a:lnTo>
                    <a:pt x="2802" y="4479"/>
                  </a:lnTo>
                  <a:lnTo>
                    <a:pt x="2802"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112"/>
            <p:cNvSpPr/>
            <p:nvPr/>
          </p:nvSpPr>
          <p:spPr>
            <a:xfrm>
              <a:off x="3567053" y="2350582"/>
              <a:ext cx="12677" cy="22411"/>
            </a:xfrm>
            <a:custGeom>
              <a:rect b="b" l="l" r="r" t="t"/>
              <a:pathLst>
                <a:path extrusionOk="0" h="617" w="349">
                  <a:moveTo>
                    <a:pt x="0" y="1"/>
                  </a:moveTo>
                  <a:lnTo>
                    <a:pt x="0" y="616"/>
                  </a:lnTo>
                  <a:lnTo>
                    <a:pt x="348" y="616"/>
                  </a:lnTo>
                  <a:lnTo>
                    <a:pt x="34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112"/>
            <p:cNvSpPr/>
            <p:nvPr/>
          </p:nvSpPr>
          <p:spPr>
            <a:xfrm>
              <a:off x="3581291" y="2372956"/>
              <a:ext cx="12677" cy="22702"/>
            </a:xfrm>
            <a:custGeom>
              <a:rect b="b" l="l" r="r" t="t"/>
              <a:pathLst>
                <a:path extrusionOk="0" h="625" w="349">
                  <a:moveTo>
                    <a:pt x="1" y="0"/>
                  </a:moveTo>
                  <a:lnTo>
                    <a:pt x="1" y="625"/>
                  </a:lnTo>
                  <a:lnTo>
                    <a:pt x="349" y="625"/>
                  </a:lnTo>
                  <a:lnTo>
                    <a:pt x="349"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112"/>
            <p:cNvSpPr/>
            <p:nvPr/>
          </p:nvSpPr>
          <p:spPr>
            <a:xfrm>
              <a:off x="3622770" y="2356430"/>
              <a:ext cx="12677" cy="22702"/>
            </a:xfrm>
            <a:custGeom>
              <a:rect b="b" l="l" r="r" t="t"/>
              <a:pathLst>
                <a:path extrusionOk="0" h="625" w="349">
                  <a:moveTo>
                    <a:pt x="1" y="0"/>
                  </a:moveTo>
                  <a:lnTo>
                    <a:pt x="1" y="625"/>
                  </a:lnTo>
                  <a:lnTo>
                    <a:pt x="348" y="625"/>
                  </a:lnTo>
                  <a:lnTo>
                    <a:pt x="34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112"/>
            <p:cNvSpPr/>
            <p:nvPr/>
          </p:nvSpPr>
          <p:spPr>
            <a:xfrm>
              <a:off x="3562186" y="2399180"/>
              <a:ext cx="12677" cy="22738"/>
            </a:xfrm>
            <a:custGeom>
              <a:rect b="b" l="l" r="r" t="t"/>
              <a:pathLst>
                <a:path extrusionOk="0" h="626" w="349">
                  <a:moveTo>
                    <a:pt x="0" y="1"/>
                  </a:moveTo>
                  <a:lnTo>
                    <a:pt x="0" y="625"/>
                  </a:lnTo>
                  <a:lnTo>
                    <a:pt x="348" y="625"/>
                  </a:lnTo>
                  <a:lnTo>
                    <a:pt x="34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112"/>
            <p:cNvSpPr/>
            <p:nvPr/>
          </p:nvSpPr>
          <p:spPr>
            <a:xfrm>
              <a:off x="3618884" y="2405682"/>
              <a:ext cx="12677" cy="22375"/>
            </a:xfrm>
            <a:custGeom>
              <a:rect b="b" l="l" r="r" t="t"/>
              <a:pathLst>
                <a:path extrusionOk="0" h="616" w="349">
                  <a:moveTo>
                    <a:pt x="0" y="0"/>
                  </a:moveTo>
                  <a:lnTo>
                    <a:pt x="0" y="616"/>
                  </a:lnTo>
                  <a:lnTo>
                    <a:pt x="348" y="616"/>
                  </a:lnTo>
                  <a:lnTo>
                    <a:pt x="34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112"/>
            <p:cNvSpPr/>
            <p:nvPr/>
          </p:nvSpPr>
          <p:spPr>
            <a:xfrm>
              <a:off x="3579693" y="2444219"/>
              <a:ext cx="25280" cy="52559"/>
            </a:xfrm>
            <a:custGeom>
              <a:rect b="b" l="l" r="r" t="t"/>
              <a:pathLst>
                <a:path extrusionOk="0" h="1447" w="696">
                  <a:moveTo>
                    <a:pt x="0" y="1"/>
                  </a:moveTo>
                  <a:lnTo>
                    <a:pt x="0" y="1446"/>
                  </a:lnTo>
                  <a:lnTo>
                    <a:pt x="696" y="1446"/>
                  </a:lnTo>
                  <a:lnTo>
                    <a:pt x="69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112"/>
            <p:cNvSpPr/>
            <p:nvPr/>
          </p:nvSpPr>
          <p:spPr>
            <a:xfrm>
              <a:off x="3551471" y="2309430"/>
              <a:ext cx="114743" cy="24663"/>
            </a:xfrm>
            <a:custGeom>
              <a:rect b="b" l="l" r="r" t="t"/>
              <a:pathLst>
                <a:path extrusionOk="0" h="679" w="3159">
                  <a:moveTo>
                    <a:pt x="1" y="1"/>
                  </a:moveTo>
                  <a:lnTo>
                    <a:pt x="1" y="679"/>
                  </a:lnTo>
                  <a:lnTo>
                    <a:pt x="3159" y="679"/>
                  </a:lnTo>
                  <a:lnTo>
                    <a:pt x="248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112"/>
            <p:cNvSpPr/>
            <p:nvPr/>
          </p:nvSpPr>
          <p:spPr>
            <a:xfrm>
              <a:off x="3460777" y="2278339"/>
              <a:ext cx="90734" cy="218444"/>
            </a:xfrm>
            <a:custGeom>
              <a:rect b="b" l="l" r="r" t="t"/>
              <a:pathLst>
                <a:path extrusionOk="0" h="6014" w="2498">
                  <a:moveTo>
                    <a:pt x="0" y="0"/>
                  </a:moveTo>
                  <a:lnTo>
                    <a:pt x="0" y="6013"/>
                  </a:lnTo>
                  <a:lnTo>
                    <a:pt x="2498" y="6013"/>
                  </a:lnTo>
                  <a:lnTo>
                    <a:pt x="2498"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112"/>
            <p:cNvSpPr/>
            <p:nvPr/>
          </p:nvSpPr>
          <p:spPr>
            <a:xfrm>
              <a:off x="3474688" y="2292904"/>
              <a:ext cx="11369" cy="20450"/>
            </a:xfrm>
            <a:custGeom>
              <a:rect b="b" l="l" r="r" t="t"/>
              <a:pathLst>
                <a:path extrusionOk="0" h="563" w="313">
                  <a:moveTo>
                    <a:pt x="1" y="1"/>
                  </a:moveTo>
                  <a:lnTo>
                    <a:pt x="1" y="563"/>
                  </a:lnTo>
                  <a:lnTo>
                    <a:pt x="313" y="563"/>
                  </a:lnTo>
                  <a:lnTo>
                    <a:pt x="31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112"/>
            <p:cNvSpPr/>
            <p:nvPr/>
          </p:nvSpPr>
          <p:spPr>
            <a:xfrm>
              <a:off x="3499641" y="2313317"/>
              <a:ext cx="11369" cy="20123"/>
            </a:xfrm>
            <a:custGeom>
              <a:rect b="b" l="l" r="r" t="t"/>
              <a:pathLst>
                <a:path extrusionOk="0" h="554" w="313">
                  <a:moveTo>
                    <a:pt x="1" y="1"/>
                  </a:moveTo>
                  <a:lnTo>
                    <a:pt x="1" y="554"/>
                  </a:lnTo>
                  <a:lnTo>
                    <a:pt x="313" y="554"/>
                  </a:lnTo>
                  <a:lnTo>
                    <a:pt x="31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112"/>
            <p:cNvSpPr/>
            <p:nvPr/>
          </p:nvSpPr>
          <p:spPr>
            <a:xfrm>
              <a:off x="3524267" y="2298425"/>
              <a:ext cx="11369" cy="20123"/>
            </a:xfrm>
            <a:custGeom>
              <a:rect b="b" l="l" r="r" t="t"/>
              <a:pathLst>
                <a:path extrusionOk="0" h="554" w="313">
                  <a:moveTo>
                    <a:pt x="1" y="0"/>
                  </a:moveTo>
                  <a:lnTo>
                    <a:pt x="1" y="554"/>
                  </a:lnTo>
                  <a:lnTo>
                    <a:pt x="313" y="554"/>
                  </a:lnTo>
                  <a:lnTo>
                    <a:pt x="31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112"/>
            <p:cNvSpPr/>
            <p:nvPr/>
          </p:nvSpPr>
          <p:spPr>
            <a:xfrm>
              <a:off x="3470148" y="2336671"/>
              <a:ext cx="11369" cy="20123"/>
            </a:xfrm>
            <a:custGeom>
              <a:rect b="b" l="l" r="r" t="t"/>
              <a:pathLst>
                <a:path extrusionOk="0" h="554" w="313">
                  <a:moveTo>
                    <a:pt x="1" y="0"/>
                  </a:moveTo>
                  <a:lnTo>
                    <a:pt x="1" y="553"/>
                  </a:lnTo>
                  <a:lnTo>
                    <a:pt x="313" y="553"/>
                  </a:lnTo>
                  <a:lnTo>
                    <a:pt x="31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112"/>
            <p:cNvSpPr/>
            <p:nvPr/>
          </p:nvSpPr>
          <p:spPr>
            <a:xfrm>
              <a:off x="3486020" y="2385596"/>
              <a:ext cx="11405" cy="20123"/>
            </a:xfrm>
            <a:custGeom>
              <a:rect b="b" l="l" r="r" t="t"/>
              <a:pathLst>
                <a:path extrusionOk="0" h="554" w="314">
                  <a:moveTo>
                    <a:pt x="1" y="0"/>
                  </a:moveTo>
                  <a:lnTo>
                    <a:pt x="1" y="553"/>
                  </a:lnTo>
                  <a:lnTo>
                    <a:pt x="313" y="553"/>
                  </a:lnTo>
                  <a:lnTo>
                    <a:pt x="31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112"/>
            <p:cNvSpPr/>
            <p:nvPr/>
          </p:nvSpPr>
          <p:spPr>
            <a:xfrm>
              <a:off x="3469167" y="2415707"/>
              <a:ext cx="11078" cy="20123"/>
            </a:xfrm>
            <a:custGeom>
              <a:rect b="b" l="l" r="r" t="t"/>
              <a:pathLst>
                <a:path extrusionOk="0" h="554" w="305">
                  <a:moveTo>
                    <a:pt x="1" y="1"/>
                  </a:moveTo>
                  <a:lnTo>
                    <a:pt x="1" y="554"/>
                  </a:lnTo>
                  <a:lnTo>
                    <a:pt x="304" y="554"/>
                  </a:lnTo>
                  <a:lnTo>
                    <a:pt x="30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112"/>
            <p:cNvSpPr/>
            <p:nvPr/>
          </p:nvSpPr>
          <p:spPr>
            <a:xfrm>
              <a:off x="3521034" y="2342156"/>
              <a:ext cx="11369" cy="20123"/>
            </a:xfrm>
            <a:custGeom>
              <a:rect b="b" l="l" r="r" t="t"/>
              <a:pathLst>
                <a:path extrusionOk="0" h="554" w="313">
                  <a:moveTo>
                    <a:pt x="0" y="1"/>
                  </a:moveTo>
                  <a:lnTo>
                    <a:pt x="0" y="554"/>
                  </a:lnTo>
                  <a:lnTo>
                    <a:pt x="313" y="554"/>
                  </a:lnTo>
                  <a:lnTo>
                    <a:pt x="31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112"/>
            <p:cNvSpPr/>
            <p:nvPr/>
          </p:nvSpPr>
          <p:spPr>
            <a:xfrm>
              <a:off x="3489289" y="2449740"/>
              <a:ext cx="22702" cy="47038"/>
            </a:xfrm>
            <a:custGeom>
              <a:rect b="b" l="l" r="r" t="t"/>
              <a:pathLst>
                <a:path extrusionOk="0" h="1295" w="625">
                  <a:moveTo>
                    <a:pt x="0" y="1"/>
                  </a:moveTo>
                  <a:lnTo>
                    <a:pt x="0" y="1294"/>
                  </a:lnTo>
                  <a:lnTo>
                    <a:pt x="625" y="1294"/>
                  </a:lnTo>
                  <a:lnTo>
                    <a:pt x="62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112"/>
            <p:cNvSpPr/>
            <p:nvPr/>
          </p:nvSpPr>
          <p:spPr>
            <a:xfrm>
              <a:off x="3460777" y="2469135"/>
              <a:ext cx="39882" cy="27641"/>
            </a:xfrm>
            <a:custGeom>
              <a:rect b="b" l="l" r="r" t="t"/>
              <a:pathLst>
                <a:path extrusionOk="0" h="761" w="1098">
                  <a:moveTo>
                    <a:pt x="32" y="0"/>
                  </a:moveTo>
                  <a:cubicBezTo>
                    <a:pt x="12" y="0"/>
                    <a:pt x="0" y="2"/>
                    <a:pt x="0" y="2"/>
                  </a:cubicBezTo>
                  <a:lnTo>
                    <a:pt x="0" y="760"/>
                  </a:lnTo>
                  <a:lnTo>
                    <a:pt x="1097" y="760"/>
                  </a:lnTo>
                  <a:cubicBezTo>
                    <a:pt x="1061" y="508"/>
                    <a:pt x="901" y="455"/>
                    <a:pt x="771" y="455"/>
                  </a:cubicBezTo>
                  <a:cubicBezTo>
                    <a:pt x="676" y="455"/>
                    <a:pt x="598" y="484"/>
                    <a:pt x="598" y="484"/>
                  </a:cubicBezTo>
                  <a:cubicBezTo>
                    <a:pt x="582" y="355"/>
                    <a:pt x="505" y="329"/>
                    <a:pt x="445" y="329"/>
                  </a:cubicBezTo>
                  <a:cubicBezTo>
                    <a:pt x="406" y="329"/>
                    <a:pt x="375" y="341"/>
                    <a:pt x="375" y="341"/>
                  </a:cubicBezTo>
                  <a:cubicBezTo>
                    <a:pt x="346" y="30"/>
                    <a:pt x="117" y="0"/>
                    <a:pt x="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112"/>
            <p:cNvSpPr/>
            <p:nvPr/>
          </p:nvSpPr>
          <p:spPr>
            <a:xfrm>
              <a:off x="3653244" y="2473966"/>
              <a:ext cx="33090" cy="22811"/>
            </a:xfrm>
            <a:custGeom>
              <a:rect b="b" l="l" r="r" t="t"/>
              <a:pathLst>
                <a:path extrusionOk="0" h="628" w="911">
                  <a:moveTo>
                    <a:pt x="34" y="0"/>
                  </a:moveTo>
                  <a:cubicBezTo>
                    <a:pt x="13" y="0"/>
                    <a:pt x="0" y="3"/>
                    <a:pt x="0" y="3"/>
                  </a:cubicBezTo>
                  <a:lnTo>
                    <a:pt x="0" y="627"/>
                  </a:lnTo>
                  <a:lnTo>
                    <a:pt x="910" y="627"/>
                  </a:lnTo>
                  <a:cubicBezTo>
                    <a:pt x="879" y="417"/>
                    <a:pt x="739" y="374"/>
                    <a:pt x="629" y="374"/>
                  </a:cubicBezTo>
                  <a:cubicBezTo>
                    <a:pt x="553" y="374"/>
                    <a:pt x="491" y="395"/>
                    <a:pt x="491" y="395"/>
                  </a:cubicBezTo>
                  <a:cubicBezTo>
                    <a:pt x="474" y="291"/>
                    <a:pt x="411" y="271"/>
                    <a:pt x="364" y="271"/>
                  </a:cubicBezTo>
                  <a:cubicBezTo>
                    <a:pt x="335" y="271"/>
                    <a:pt x="312" y="279"/>
                    <a:pt x="312" y="279"/>
                  </a:cubicBezTo>
                  <a:cubicBezTo>
                    <a:pt x="284" y="28"/>
                    <a:pt x="109" y="0"/>
                    <a:pt x="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112"/>
            <p:cNvSpPr/>
            <p:nvPr/>
          </p:nvSpPr>
          <p:spPr>
            <a:xfrm>
              <a:off x="3460777" y="2256292"/>
              <a:ext cx="102429" cy="22084"/>
            </a:xfrm>
            <a:custGeom>
              <a:rect b="b" l="l" r="r" t="t"/>
              <a:pathLst>
                <a:path extrusionOk="0" h="608" w="2820">
                  <a:moveTo>
                    <a:pt x="0" y="1"/>
                  </a:moveTo>
                  <a:lnTo>
                    <a:pt x="0" y="607"/>
                  </a:lnTo>
                  <a:lnTo>
                    <a:pt x="2819" y="607"/>
                  </a:lnTo>
                  <a:lnTo>
                    <a:pt x="221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112"/>
            <p:cNvSpPr/>
            <p:nvPr/>
          </p:nvSpPr>
          <p:spPr>
            <a:xfrm>
              <a:off x="3505815" y="2354796"/>
              <a:ext cx="61276" cy="141985"/>
            </a:xfrm>
            <a:custGeom>
              <a:rect b="b" l="l" r="r" t="t"/>
              <a:pathLst>
                <a:path extrusionOk="0" h="3909" w="1687">
                  <a:moveTo>
                    <a:pt x="0" y="1"/>
                  </a:moveTo>
                  <a:lnTo>
                    <a:pt x="0" y="3908"/>
                  </a:lnTo>
                  <a:lnTo>
                    <a:pt x="1686" y="3908"/>
                  </a:lnTo>
                  <a:lnTo>
                    <a:pt x="1686"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112"/>
            <p:cNvSpPr/>
            <p:nvPr/>
          </p:nvSpPr>
          <p:spPr>
            <a:xfrm>
              <a:off x="3567053" y="2340231"/>
              <a:ext cx="14275" cy="156550"/>
            </a:xfrm>
            <a:custGeom>
              <a:rect b="b" l="l" r="r" t="t"/>
              <a:pathLst>
                <a:path extrusionOk="0" h="4310" w="393">
                  <a:moveTo>
                    <a:pt x="393" y="0"/>
                  </a:moveTo>
                  <a:lnTo>
                    <a:pt x="0" y="402"/>
                  </a:lnTo>
                  <a:lnTo>
                    <a:pt x="0" y="4309"/>
                  </a:lnTo>
                  <a:lnTo>
                    <a:pt x="393" y="4309"/>
                  </a:lnTo>
                  <a:lnTo>
                    <a:pt x="393"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112"/>
            <p:cNvSpPr/>
            <p:nvPr/>
          </p:nvSpPr>
          <p:spPr>
            <a:xfrm>
              <a:off x="3515186" y="2364857"/>
              <a:ext cx="7482" cy="13621"/>
            </a:xfrm>
            <a:custGeom>
              <a:rect b="b" l="l" r="r" t="t"/>
              <a:pathLst>
                <a:path extrusionOk="0" h="375" w="206">
                  <a:moveTo>
                    <a:pt x="1" y="0"/>
                  </a:moveTo>
                  <a:lnTo>
                    <a:pt x="1" y="375"/>
                  </a:lnTo>
                  <a:lnTo>
                    <a:pt x="206" y="375"/>
                  </a:lnTo>
                  <a:lnTo>
                    <a:pt x="20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112"/>
            <p:cNvSpPr/>
            <p:nvPr/>
          </p:nvSpPr>
          <p:spPr>
            <a:xfrm>
              <a:off x="3532039" y="2378441"/>
              <a:ext cx="7482" cy="13657"/>
            </a:xfrm>
            <a:custGeom>
              <a:rect b="b" l="l" r="r" t="t"/>
              <a:pathLst>
                <a:path extrusionOk="0" h="376" w="206">
                  <a:moveTo>
                    <a:pt x="1" y="1"/>
                  </a:moveTo>
                  <a:lnTo>
                    <a:pt x="1" y="376"/>
                  </a:lnTo>
                  <a:lnTo>
                    <a:pt x="206" y="376"/>
                  </a:lnTo>
                  <a:lnTo>
                    <a:pt x="20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112"/>
            <p:cNvSpPr/>
            <p:nvPr/>
          </p:nvSpPr>
          <p:spPr>
            <a:xfrm>
              <a:off x="3545006" y="2438734"/>
              <a:ext cx="7482" cy="13621"/>
            </a:xfrm>
            <a:custGeom>
              <a:rect b="b" l="l" r="r" t="t"/>
              <a:pathLst>
                <a:path extrusionOk="0" h="375" w="206">
                  <a:moveTo>
                    <a:pt x="0" y="0"/>
                  </a:moveTo>
                  <a:lnTo>
                    <a:pt x="0" y="375"/>
                  </a:lnTo>
                  <a:lnTo>
                    <a:pt x="206" y="375"/>
                  </a:lnTo>
                  <a:lnTo>
                    <a:pt x="20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112"/>
            <p:cNvSpPr/>
            <p:nvPr/>
          </p:nvSpPr>
          <p:spPr>
            <a:xfrm>
              <a:off x="3548566" y="2368416"/>
              <a:ext cx="7809" cy="13657"/>
            </a:xfrm>
            <a:custGeom>
              <a:rect b="b" l="l" r="r" t="t"/>
              <a:pathLst>
                <a:path extrusionOk="0" h="376" w="215">
                  <a:moveTo>
                    <a:pt x="1" y="0"/>
                  </a:moveTo>
                  <a:lnTo>
                    <a:pt x="1" y="375"/>
                  </a:lnTo>
                  <a:lnTo>
                    <a:pt x="215" y="375"/>
                  </a:lnTo>
                  <a:lnTo>
                    <a:pt x="21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112"/>
            <p:cNvSpPr/>
            <p:nvPr/>
          </p:nvSpPr>
          <p:spPr>
            <a:xfrm>
              <a:off x="3511954" y="2394350"/>
              <a:ext cx="7809" cy="13621"/>
            </a:xfrm>
            <a:custGeom>
              <a:rect b="b" l="l" r="r" t="t"/>
              <a:pathLst>
                <a:path extrusionOk="0" h="375" w="215">
                  <a:moveTo>
                    <a:pt x="1" y="0"/>
                  </a:moveTo>
                  <a:lnTo>
                    <a:pt x="1" y="375"/>
                  </a:lnTo>
                  <a:lnTo>
                    <a:pt x="215" y="375"/>
                  </a:lnTo>
                  <a:lnTo>
                    <a:pt x="21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112"/>
            <p:cNvSpPr/>
            <p:nvPr/>
          </p:nvSpPr>
          <p:spPr>
            <a:xfrm>
              <a:off x="3552452" y="2404701"/>
              <a:ext cx="7809" cy="13984"/>
            </a:xfrm>
            <a:custGeom>
              <a:rect b="b" l="l" r="r" t="t"/>
              <a:pathLst>
                <a:path extrusionOk="0" h="385" w="215">
                  <a:moveTo>
                    <a:pt x="1" y="1"/>
                  </a:moveTo>
                  <a:lnTo>
                    <a:pt x="1" y="384"/>
                  </a:lnTo>
                  <a:lnTo>
                    <a:pt x="215" y="384"/>
                  </a:lnTo>
                  <a:lnTo>
                    <a:pt x="21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112"/>
            <p:cNvSpPr/>
            <p:nvPr/>
          </p:nvSpPr>
          <p:spPr>
            <a:xfrm>
              <a:off x="3521361" y="2421228"/>
              <a:ext cx="7482" cy="13984"/>
            </a:xfrm>
            <a:custGeom>
              <a:rect b="b" l="l" r="r" t="t"/>
              <a:pathLst>
                <a:path extrusionOk="0" h="385" w="206">
                  <a:moveTo>
                    <a:pt x="0" y="0"/>
                  </a:moveTo>
                  <a:lnTo>
                    <a:pt x="0" y="384"/>
                  </a:lnTo>
                  <a:lnTo>
                    <a:pt x="205" y="384"/>
                  </a:lnTo>
                  <a:lnTo>
                    <a:pt x="20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112"/>
            <p:cNvSpPr/>
            <p:nvPr/>
          </p:nvSpPr>
          <p:spPr>
            <a:xfrm>
              <a:off x="3524920" y="2467574"/>
              <a:ext cx="15255" cy="29203"/>
            </a:xfrm>
            <a:custGeom>
              <a:rect b="b" l="l" r="r" t="t"/>
              <a:pathLst>
                <a:path extrusionOk="0" h="804" w="420">
                  <a:moveTo>
                    <a:pt x="0" y="0"/>
                  </a:moveTo>
                  <a:lnTo>
                    <a:pt x="0" y="803"/>
                  </a:lnTo>
                  <a:lnTo>
                    <a:pt x="420" y="803"/>
                  </a:lnTo>
                  <a:lnTo>
                    <a:pt x="42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112"/>
            <p:cNvSpPr/>
            <p:nvPr/>
          </p:nvSpPr>
          <p:spPr>
            <a:xfrm>
              <a:off x="3505815" y="2340231"/>
              <a:ext cx="75514" cy="14602"/>
            </a:xfrm>
            <a:custGeom>
              <a:rect b="b" l="l" r="r" t="t"/>
              <a:pathLst>
                <a:path extrusionOk="0" h="402" w="2079">
                  <a:moveTo>
                    <a:pt x="401" y="0"/>
                  </a:moveTo>
                  <a:lnTo>
                    <a:pt x="0" y="402"/>
                  </a:lnTo>
                  <a:lnTo>
                    <a:pt x="1686" y="402"/>
                  </a:lnTo>
                  <a:lnTo>
                    <a:pt x="207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112"/>
            <p:cNvSpPr/>
            <p:nvPr/>
          </p:nvSpPr>
          <p:spPr>
            <a:xfrm>
              <a:off x="3727739" y="2385596"/>
              <a:ext cx="12677" cy="111183"/>
            </a:xfrm>
            <a:custGeom>
              <a:rect b="b" l="l" r="r" t="t"/>
              <a:pathLst>
                <a:path extrusionOk="0" h="3061" w="349">
                  <a:moveTo>
                    <a:pt x="349" y="0"/>
                  </a:moveTo>
                  <a:cubicBezTo>
                    <a:pt x="349" y="0"/>
                    <a:pt x="304" y="45"/>
                    <a:pt x="313" y="107"/>
                  </a:cubicBezTo>
                  <a:cubicBezTo>
                    <a:pt x="322" y="179"/>
                    <a:pt x="260" y="196"/>
                    <a:pt x="286" y="250"/>
                  </a:cubicBezTo>
                  <a:cubicBezTo>
                    <a:pt x="304" y="303"/>
                    <a:pt x="224" y="321"/>
                    <a:pt x="269" y="393"/>
                  </a:cubicBezTo>
                  <a:cubicBezTo>
                    <a:pt x="304" y="455"/>
                    <a:pt x="215" y="535"/>
                    <a:pt x="251" y="607"/>
                  </a:cubicBezTo>
                  <a:cubicBezTo>
                    <a:pt x="278" y="678"/>
                    <a:pt x="206" y="714"/>
                    <a:pt x="242" y="776"/>
                  </a:cubicBezTo>
                  <a:cubicBezTo>
                    <a:pt x="269" y="839"/>
                    <a:pt x="162" y="910"/>
                    <a:pt x="215" y="1017"/>
                  </a:cubicBezTo>
                  <a:cubicBezTo>
                    <a:pt x="269" y="1115"/>
                    <a:pt x="170" y="1169"/>
                    <a:pt x="197" y="1249"/>
                  </a:cubicBezTo>
                  <a:cubicBezTo>
                    <a:pt x="233" y="1320"/>
                    <a:pt x="108" y="1410"/>
                    <a:pt x="162" y="1490"/>
                  </a:cubicBezTo>
                  <a:cubicBezTo>
                    <a:pt x="224" y="1579"/>
                    <a:pt x="117" y="1651"/>
                    <a:pt x="153" y="1713"/>
                  </a:cubicBezTo>
                  <a:cubicBezTo>
                    <a:pt x="188" y="1775"/>
                    <a:pt x="90" y="1865"/>
                    <a:pt x="144" y="1936"/>
                  </a:cubicBezTo>
                  <a:cubicBezTo>
                    <a:pt x="197" y="2007"/>
                    <a:pt x="72" y="2088"/>
                    <a:pt x="108" y="2186"/>
                  </a:cubicBezTo>
                  <a:cubicBezTo>
                    <a:pt x="153" y="2284"/>
                    <a:pt x="54" y="2391"/>
                    <a:pt x="99" y="2480"/>
                  </a:cubicBezTo>
                  <a:cubicBezTo>
                    <a:pt x="153" y="2561"/>
                    <a:pt x="37" y="2587"/>
                    <a:pt x="90" y="2676"/>
                  </a:cubicBezTo>
                  <a:cubicBezTo>
                    <a:pt x="144" y="2775"/>
                    <a:pt x="1" y="2891"/>
                    <a:pt x="1" y="3060"/>
                  </a:cubicBezTo>
                  <a:lnTo>
                    <a:pt x="349" y="3060"/>
                  </a:lnTo>
                  <a:lnTo>
                    <a:pt x="349" y="0"/>
                  </a:ln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112"/>
            <p:cNvSpPr/>
            <p:nvPr/>
          </p:nvSpPr>
          <p:spPr>
            <a:xfrm>
              <a:off x="3740379" y="2385596"/>
              <a:ext cx="12677" cy="111183"/>
            </a:xfrm>
            <a:custGeom>
              <a:rect b="b" l="l" r="r" t="t"/>
              <a:pathLst>
                <a:path extrusionOk="0" h="3061" w="349">
                  <a:moveTo>
                    <a:pt x="1" y="0"/>
                  </a:moveTo>
                  <a:lnTo>
                    <a:pt x="1" y="3060"/>
                  </a:lnTo>
                  <a:lnTo>
                    <a:pt x="349" y="3060"/>
                  </a:lnTo>
                  <a:cubicBezTo>
                    <a:pt x="349" y="2891"/>
                    <a:pt x="215" y="2775"/>
                    <a:pt x="269" y="2676"/>
                  </a:cubicBezTo>
                  <a:cubicBezTo>
                    <a:pt x="322" y="2587"/>
                    <a:pt x="206" y="2561"/>
                    <a:pt x="251" y="2480"/>
                  </a:cubicBezTo>
                  <a:cubicBezTo>
                    <a:pt x="304" y="2391"/>
                    <a:pt x="206" y="2284"/>
                    <a:pt x="242" y="2186"/>
                  </a:cubicBezTo>
                  <a:cubicBezTo>
                    <a:pt x="286" y="2088"/>
                    <a:pt x="161" y="2007"/>
                    <a:pt x="215" y="1936"/>
                  </a:cubicBezTo>
                  <a:cubicBezTo>
                    <a:pt x="269" y="1865"/>
                    <a:pt x="170" y="1775"/>
                    <a:pt x="206" y="1713"/>
                  </a:cubicBezTo>
                  <a:cubicBezTo>
                    <a:pt x="242" y="1651"/>
                    <a:pt x="135" y="1579"/>
                    <a:pt x="188" y="1490"/>
                  </a:cubicBezTo>
                  <a:cubicBezTo>
                    <a:pt x="251" y="1410"/>
                    <a:pt x="117" y="1320"/>
                    <a:pt x="153" y="1249"/>
                  </a:cubicBezTo>
                  <a:cubicBezTo>
                    <a:pt x="188" y="1169"/>
                    <a:pt x="81" y="1115"/>
                    <a:pt x="144" y="1017"/>
                  </a:cubicBezTo>
                  <a:cubicBezTo>
                    <a:pt x="197" y="910"/>
                    <a:pt x="81" y="839"/>
                    <a:pt x="117" y="776"/>
                  </a:cubicBezTo>
                  <a:cubicBezTo>
                    <a:pt x="153" y="714"/>
                    <a:pt x="72" y="678"/>
                    <a:pt x="108" y="607"/>
                  </a:cubicBezTo>
                  <a:cubicBezTo>
                    <a:pt x="144" y="535"/>
                    <a:pt x="54" y="455"/>
                    <a:pt x="90" y="393"/>
                  </a:cubicBezTo>
                  <a:cubicBezTo>
                    <a:pt x="126" y="321"/>
                    <a:pt x="45" y="303"/>
                    <a:pt x="72" y="250"/>
                  </a:cubicBezTo>
                  <a:cubicBezTo>
                    <a:pt x="99" y="196"/>
                    <a:pt x="37" y="179"/>
                    <a:pt x="45" y="107"/>
                  </a:cubicBezTo>
                  <a:cubicBezTo>
                    <a:pt x="54" y="45"/>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112"/>
            <p:cNvSpPr/>
            <p:nvPr/>
          </p:nvSpPr>
          <p:spPr>
            <a:xfrm>
              <a:off x="3811678" y="2385596"/>
              <a:ext cx="12677" cy="111183"/>
            </a:xfrm>
            <a:custGeom>
              <a:rect b="b" l="l" r="r" t="t"/>
              <a:pathLst>
                <a:path extrusionOk="0" h="3061" w="349">
                  <a:moveTo>
                    <a:pt x="348" y="0"/>
                  </a:moveTo>
                  <a:cubicBezTo>
                    <a:pt x="348" y="0"/>
                    <a:pt x="304" y="45"/>
                    <a:pt x="313" y="107"/>
                  </a:cubicBezTo>
                  <a:cubicBezTo>
                    <a:pt x="322" y="179"/>
                    <a:pt x="259" y="196"/>
                    <a:pt x="286" y="250"/>
                  </a:cubicBezTo>
                  <a:cubicBezTo>
                    <a:pt x="304" y="303"/>
                    <a:pt x="232" y="321"/>
                    <a:pt x="268" y="393"/>
                  </a:cubicBezTo>
                  <a:cubicBezTo>
                    <a:pt x="304" y="455"/>
                    <a:pt x="215" y="535"/>
                    <a:pt x="250" y="607"/>
                  </a:cubicBezTo>
                  <a:cubicBezTo>
                    <a:pt x="277" y="678"/>
                    <a:pt x="206" y="714"/>
                    <a:pt x="241" y="776"/>
                  </a:cubicBezTo>
                  <a:cubicBezTo>
                    <a:pt x="277" y="839"/>
                    <a:pt x="161" y="910"/>
                    <a:pt x="215" y="1017"/>
                  </a:cubicBezTo>
                  <a:cubicBezTo>
                    <a:pt x="268" y="1115"/>
                    <a:pt x="170" y="1169"/>
                    <a:pt x="206" y="1249"/>
                  </a:cubicBezTo>
                  <a:cubicBezTo>
                    <a:pt x="232" y="1320"/>
                    <a:pt x="108" y="1410"/>
                    <a:pt x="161" y="1490"/>
                  </a:cubicBezTo>
                  <a:cubicBezTo>
                    <a:pt x="224" y="1579"/>
                    <a:pt x="116" y="1651"/>
                    <a:pt x="152" y="1713"/>
                  </a:cubicBezTo>
                  <a:cubicBezTo>
                    <a:pt x="188" y="1775"/>
                    <a:pt x="90" y="1865"/>
                    <a:pt x="143" y="1936"/>
                  </a:cubicBezTo>
                  <a:cubicBezTo>
                    <a:pt x="197" y="2007"/>
                    <a:pt x="72" y="2088"/>
                    <a:pt x="116" y="2186"/>
                  </a:cubicBezTo>
                  <a:cubicBezTo>
                    <a:pt x="152" y="2284"/>
                    <a:pt x="54" y="2391"/>
                    <a:pt x="108" y="2480"/>
                  </a:cubicBezTo>
                  <a:cubicBezTo>
                    <a:pt x="152" y="2561"/>
                    <a:pt x="36" y="2587"/>
                    <a:pt x="90" y="2676"/>
                  </a:cubicBezTo>
                  <a:cubicBezTo>
                    <a:pt x="143" y="2775"/>
                    <a:pt x="1" y="2891"/>
                    <a:pt x="1" y="3060"/>
                  </a:cubicBezTo>
                  <a:lnTo>
                    <a:pt x="348" y="3060"/>
                  </a:lnTo>
                  <a:lnTo>
                    <a:pt x="3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112"/>
            <p:cNvSpPr/>
            <p:nvPr/>
          </p:nvSpPr>
          <p:spPr>
            <a:xfrm>
              <a:off x="3824317" y="2385596"/>
              <a:ext cx="13003" cy="111183"/>
            </a:xfrm>
            <a:custGeom>
              <a:rect b="b" l="l" r="r" t="t"/>
              <a:pathLst>
                <a:path extrusionOk="0" h="3061" w="358">
                  <a:moveTo>
                    <a:pt x="0" y="0"/>
                  </a:moveTo>
                  <a:lnTo>
                    <a:pt x="0" y="3060"/>
                  </a:lnTo>
                  <a:lnTo>
                    <a:pt x="357" y="3060"/>
                  </a:lnTo>
                  <a:cubicBezTo>
                    <a:pt x="357" y="2891"/>
                    <a:pt x="215" y="2775"/>
                    <a:pt x="268" y="2676"/>
                  </a:cubicBezTo>
                  <a:cubicBezTo>
                    <a:pt x="322" y="2587"/>
                    <a:pt x="206" y="2561"/>
                    <a:pt x="250" y="2480"/>
                  </a:cubicBezTo>
                  <a:cubicBezTo>
                    <a:pt x="304" y="2391"/>
                    <a:pt x="206" y="2284"/>
                    <a:pt x="241" y="2186"/>
                  </a:cubicBezTo>
                  <a:cubicBezTo>
                    <a:pt x="286" y="2088"/>
                    <a:pt x="161" y="2007"/>
                    <a:pt x="215" y="1936"/>
                  </a:cubicBezTo>
                  <a:cubicBezTo>
                    <a:pt x="268" y="1865"/>
                    <a:pt x="170" y="1775"/>
                    <a:pt x="206" y="1713"/>
                  </a:cubicBezTo>
                  <a:cubicBezTo>
                    <a:pt x="241" y="1651"/>
                    <a:pt x="134" y="1579"/>
                    <a:pt x="188" y="1490"/>
                  </a:cubicBezTo>
                  <a:cubicBezTo>
                    <a:pt x="250" y="1410"/>
                    <a:pt x="125" y="1320"/>
                    <a:pt x="152" y="1249"/>
                  </a:cubicBezTo>
                  <a:cubicBezTo>
                    <a:pt x="188" y="1169"/>
                    <a:pt x="90" y="1115"/>
                    <a:pt x="143" y="1017"/>
                  </a:cubicBezTo>
                  <a:cubicBezTo>
                    <a:pt x="197" y="910"/>
                    <a:pt x="81" y="839"/>
                    <a:pt x="116" y="776"/>
                  </a:cubicBezTo>
                  <a:cubicBezTo>
                    <a:pt x="152" y="714"/>
                    <a:pt x="81" y="678"/>
                    <a:pt x="107" y="607"/>
                  </a:cubicBezTo>
                  <a:cubicBezTo>
                    <a:pt x="143" y="535"/>
                    <a:pt x="54" y="455"/>
                    <a:pt x="90" y="393"/>
                  </a:cubicBezTo>
                  <a:cubicBezTo>
                    <a:pt x="125" y="321"/>
                    <a:pt x="45" y="303"/>
                    <a:pt x="72" y="250"/>
                  </a:cubicBezTo>
                  <a:cubicBezTo>
                    <a:pt x="99" y="196"/>
                    <a:pt x="36" y="179"/>
                    <a:pt x="45" y="107"/>
                  </a:cubicBezTo>
                  <a:cubicBezTo>
                    <a:pt x="54" y="45"/>
                    <a:pt x="0" y="0"/>
                    <a:pt x="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112"/>
            <p:cNvSpPr/>
            <p:nvPr/>
          </p:nvSpPr>
          <p:spPr>
            <a:xfrm>
              <a:off x="3783492" y="2418649"/>
              <a:ext cx="8790" cy="78130"/>
            </a:xfrm>
            <a:custGeom>
              <a:rect b="b" l="l" r="r" t="t"/>
              <a:pathLst>
                <a:path extrusionOk="0" h="2151" w="242">
                  <a:moveTo>
                    <a:pt x="241" y="0"/>
                  </a:moveTo>
                  <a:cubicBezTo>
                    <a:pt x="241" y="0"/>
                    <a:pt x="214" y="27"/>
                    <a:pt x="214" y="71"/>
                  </a:cubicBezTo>
                  <a:cubicBezTo>
                    <a:pt x="223" y="116"/>
                    <a:pt x="179" y="134"/>
                    <a:pt x="197" y="170"/>
                  </a:cubicBezTo>
                  <a:cubicBezTo>
                    <a:pt x="214" y="205"/>
                    <a:pt x="161" y="223"/>
                    <a:pt x="188" y="268"/>
                  </a:cubicBezTo>
                  <a:cubicBezTo>
                    <a:pt x="206" y="312"/>
                    <a:pt x="143" y="375"/>
                    <a:pt x="170" y="419"/>
                  </a:cubicBezTo>
                  <a:cubicBezTo>
                    <a:pt x="197" y="473"/>
                    <a:pt x="143" y="500"/>
                    <a:pt x="161" y="544"/>
                  </a:cubicBezTo>
                  <a:cubicBezTo>
                    <a:pt x="188" y="589"/>
                    <a:pt x="107" y="634"/>
                    <a:pt x="152" y="714"/>
                  </a:cubicBezTo>
                  <a:cubicBezTo>
                    <a:pt x="188" y="785"/>
                    <a:pt x="116" y="821"/>
                    <a:pt x="143" y="874"/>
                  </a:cubicBezTo>
                  <a:cubicBezTo>
                    <a:pt x="161" y="928"/>
                    <a:pt x="72" y="990"/>
                    <a:pt x="116" y="1044"/>
                  </a:cubicBezTo>
                  <a:cubicBezTo>
                    <a:pt x="152" y="1106"/>
                    <a:pt x="81" y="1160"/>
                    <a:pt x="99" y="1204"/>
                  </a:cubicBezTo>
                  <a:cubicBezTo>
                    <a:pt x="125" y="1249"/>
                    <a:pt x="63" y="1312"/>
                    <a:pt x="99" y="1356"/>
                  </a:cubicBezTo>
                  <a:cubicBezTo>
                    <a:pt x="134" y="1410"/>
                    <a:pt x="45" y="1472"/>
                    <a:pt x="72" y="1535"/>
                  </a:cubicBezTo>
                  <a:cubicBezTo>
                    <a:pt x="107" y="1606"/>
                    <a:pt x="36" y="1677"/>
                    <a:pt x="72" y="1740"/>
                  </a:cubicBezTo>
                  <a:cubicBezTo>
                    <a:pt x="107" y="1802"/>
                    <a:pt x="18" y="1820"/>
                    <a:pt x="63" y="1882"/>
                  </a:cubicBezTo>
                  <a:cubicBezTo>
                    <a:pt x="99" y="1945"/>
                    <a:pt x="0" y="2034"/>
                    <a:pt x="0" y="2150"/>
                  </a:cubicBezTo>
                  <a:lnTo>
                    <a:pt x="241" y="2150"/>
                  </a:lnTo>
                  <a:lnTo>
                    <a:pt x="2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112"/>
            <p:cNvSpPr/>
            <p:nvPr/>
          </p:nvSpPr>
          <p:spPr>
            <a:xfrm>
              <a:off x="3792246" y="2418649"/>
              <a:ext cx="9117" cy="78130"/>
            </a:xfrm>
            <a:custGeom>
              <a:rect b="b" l="l" r="r" t="t"/>
              <a:pathLst>
                <a:path extrusionOk="0" h="2151" w="251">
                  <a:moveTo>
                    <a:pt x="0" y="0"/>
                  </a:moveTo>
                  <a:lnTo>
                    <a:pt x="0" y="2150"/>
                  </a:lnTo>
                  <a:lnTo>
                    <a:pt x="250" y="2150"/>
                  </a:lnTo>
                  <a:cubicBezTo>
                    <a:pt x="250" y="2034"/>
                    <a:pt x="152" y="1945"/>
                    <a:pt x="188" y="1882"/>
                  </a:cubicBezTo>
                  <a:cubicBezTo>
                    <a:pt x="232" y="1820"/>
                    <a:pt x="143" y="1802"/>
                    <a:pt x="179" y="1740"/>
                  </a:cubicBezTo>
                  <a:cubicBezTo>
                    <a:pt x="214" y="1677"/>
                    <a:pt x="143" y="1606"/>
                    <a:pt x="170" y="1535"/>
                  </a:cubicBezTo>
                  <a:cubicBezTo>
                    <a:pt x="205" y="1472"/>
                    <a:pt x="116" y="1410"/>
                    <a:pt x="152" y="1356"/>
                  </a:cubicBezTo>
                  <a:cubicBezTo>
                    <a:pt x="188" y="1312"/>
                    <a:pt x="125" y="1249"/>
                    <a:pt x="143" y="1204"/>
                  </a:cubicBezTo>
                  <a:cubicBezTo>
                    <a:pt x="170" y="1160"/>
                    <a:pt x="98" y="1106"/>
                    <a:pt x="134" y="1044"/>
                  </a:cubicBezTo>
                  <a:cubicBezTo>
                    <a:pt x="179" y="990"/>
                    <a:pt x="89" y="928"/>
                    <a:pt x="107" y="874"/>
                  </a:cubicBezTo>
                  <a:cubicBezTo>
                    <a:pt x="134" y="821"/>
                    <a:pt x="63" y="785"/>
                    <a:pt x="98" y="714"/>
                  </a:cubicBezTo>
                  <a:cubicBezTo>
                    <a:pt x="134" y="634"/>
                    <a:pt x="63" y="589"/>
                    <a:pt x="81" y="544"/>
                  </a:cubicBezTo>
                  <a:cubicBezTo>
                    <a:pt x="107" y="500"/>
                    <a:pt x="54" y="473"/>
                    <a:pt x="81" y="419"/>
                  </a:cubicBezTo>
                  <a:cubicBezTo>
                    <a:pt x="98" y="375"/>
                    <a:pt x="36" y="312"/>
                    <a:pt x="63" y="268"/>
                  </a:cubicBezTo>
                  <a:cubicBezTo>
                    <a:pt x="89" y="223"/>
                    <a:pt x="36" y="205"/>
                    <a:pt x="54" y="170"/>
                  </a:cubicBezTo>
                  <a:cubicBezTo>
                    <a:pt x="72" y="134"/>
                    <a:pt x="27" y="116"/>
                    <a:pt x="27" y="71"/>
                  </a:cubicBezTo>
                  <a:cubicBezTo>
                    <a:pt x="36" y="27"/>
                    <a:pt x="0" y="0"/>
                    <a:pt x="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8" name="Google Shape;7038;p112"/>
          <p:cNvGrpSpPr/>
          <p:nvPr/>
        </p:nvGrpSpPr>
        <p:grpSpPr>
          <a:xfrm>
            <a:off x="1625044" y="817756"/>
            <a:ext cx="2727215" cy="4882361"/>
            <a:chOff x="3812879" y="2405538"/>
            <a:chExt cx="723975" cy="1296087"/>
          </a:xfrm>
        </p:grpSpPr>
        <p:sp>
          <p:nvSpPr>
            <p:cNvPr id="7039" name="Google Shape;7039;p112"/>
            <p:cNvSpPr/>
            <p:nvPr/>
          </p:nvSpPr>
          <p:spPr>
            <a:xfrm>
              <a:off x="4165461" y="2658422"/>
              <a:ext cx="79464" cy="1039936"/>
            </a:xfrm>
            <a:custGeom>
              <a:rect b="b" l="l" r="r" t="t"/>
              <a:pathLst>
                <a:path extrusionOk="0" h="19735" w="1508">
                  <a:moveTo>
                    <a:pt x="357" y="1"/>
                  </a:moveTo>
                  <a:cubicBezTo>
                    <a:pt x="357" y="1"/>
                    <a:pt x="0" y="982"/>
                    <a:pt x="357" y="3088"/>
                  </a:cubicBezTo>
                  <a:cubicBezTo>
                    <a:pt x="634" y="4720"/>
                    <a:pt x="357" y="19734"/>
                    <a:pt x="357" y="19734"/>
                  </a:cubicBezTo>
                  <a:lnTo>
                    <a:pt x="1151" y="19734"/>
                  </a:lnTo>
                  <a:cubicBezTo>
                    <a:pt x="1151" y="19734"/>
                    <a:pt x="874" y="4720"/>
                    <a:pt x="1151" y="3088"/>
                  </a:cubicBezTo>
                  <a:cubicBezTo>
                    <a:pt x="1508" y="982"/>
                    <a:pt x="1151" y="1"/>
                    <a:pt x="1151"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112"/>
            <p:cNvSpPr/>
            <p:nvPr/>
          </p:nvSpPr>
          <p:spPr>
            <a:xfrm>
              <a:off x="4201188" y="2658422"/>
              <a:ext cx="43737" cy="1039936"/>
            </a:xfrm>
            <a:custGeom>
              <a:rect b="b" l="l" r="r" t="t"/>
              <a:pathLst>
                <a:path extrusionOk="0" h="19735" w="830">
                  <a:moveTo>
                    <a:pt x="277" y="1"/>
                  </a:moveTo>
                  <a:cubicBezTo>
                    <a:pt x="277" y="1"/>
                    <a:pt x="634" y="982"/>
                    <a:pt x="277" y="3088"/>
                  </a:cubicBezTo>
                  <a:cubicBezTo>
                    <a:pt x="0" y="4720"/>
                    <a:pt x="277" y="19734"/>
                    <a:pt x="277" y="19734"/>
                  </a:cubicBezTo>
                  <a:lnTo>
                    <a:pt x="473" y="19734"/>
                  </a:lnTo>
                  <a:cubicBezTo>
                    <a:pt x="473" y="19734"/>
                    <a:pt x="196" y="4720"/>
                    <a:pt x="473" y="3088"/>
                  </a:cubicBezTo>
                  <a:cubicBezTo>
                    <a:pt x="830" y="982"/>
                    <a:pt x="473" y="1"/>
                    <a:pt x="473"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112"/>
            <p:cNvSpPr/>
            <p:nvPr/>
          </p:nvSpPr>
          <p:spPr>
            <a:xfrm>
              <a:off x="3954365" y="2405538"/>
              <a:ext cx="501656" cy="392578"/>
            </a:xfrm>
            <a:custGeom>
              <a:rect b="b" l="l" r="r" t="t"/>
              <a:pathLst>
                <a:path extrusionOk="0" h="7450" w="9520">
                  <a:moveTo>
                    <a:pt x="3712" y="0"/>
                  </a:moveTo>
                  <a:lnTo>
                    <a:pt x="3712" y="0"/>
                  </a:lnTo>
                  <a:cubicBezTo>
                    <a:pt x="3944" y="830"/>
                    <a:pt x="4042" y="1481"/>
                    <a:pt x="4042" y="1481"/>
                  </a:cubicBezTo>
                  <a:cubicBezTo>
                    <a:pt x="3426" y="456"/>
                    <a:pt x="2436" y="125"/>
                    <a:pt x="2436" y="125"/>
                  </a:cubicBezTo>
                  <a:lnTo>
                    <a:pt x="2436" y="125"/>
                  </a:lnTo>
                  <a:cubicBezTo>
                    <a:pt x="3533" y="884"/>
                    <a:pt x="3748" y="1945"/>
                    <a:pt x="3748" y="1945"/>
                  </a:cubicBezTo>
                  <a:cubicBezTo>
                    <a:pt x="2998" y="937"/>
                    <a:pt x="1562" y="919"/>
                    <a:pt x="1562" y="919"/>
                  </a:cubicBezTo>
                  <a:lnTo>
                    <a:pt x="1562" y="919"/>
                  </a:lnTo>
                  <a:cubicBezTo>
                    <a:pt x="2481" y="1214"/>
                    <a:pt x="3087" y="2017"/>
                    <a:pt x="3087" y="2017"/>
                  </a:cubicBezTo>
                  <a:cubicBezTo>
                    <a:pt x="3087" y="2017"/>
                    <a:pt x="2561" y="1597"/>
                    <a:pt x="1758" y="1526"/>
                  </a:cubicBezTo>
                  <a:cubicBezTo>
                    <a:pt x="1614" y="1513"/>
                    <a:pt x="1482" y="1508"/>
                    <a:pt x="1362" y="1508"/>
                  </a:cubicBezTo>
                  <a:cubicBezTo>
                    <a:pt x="826" y="1508"/>
                    <a:pt x="545" y="1615"/>
                    <a:pt x="545" y="1615"/>
                  </a:cubicBezTo>
                  <a:cubicBezTo>
                    <a:pt x="1954" y="1651"/>
                    <a:pt x="2436" y="2302"/>
                    <a:pt x="2436" y="2302"/>
                  </a:cubicBezTo>
                  <a:cubicBezTo>
                    <a:pt x="2107" y="2194"/>
                    <a:pt x="1771" y="2170"/>
                    <a:pt x="1534" y="2170"/>
                  </a:cubicBezTo>
                  <a:cubicBezTo>
                    <a:pt x="1340" y="2170"/>
                    <a:pt x="1214" y="2186"/>
                    <a:pt x="1214" y="2186"/>
                  </a:cubicBezTo>
                  <a:cubicBezTo>
                    <a:pt x="2186" y="2347"/>
                    <a:pt x="2606" y="2837"/>
                    <a:pt x="2606" y="2837"/>
                  </a:cubicBezTo>
                  <a:cubicBezTo>
                    <a:pt x="2606" y="2837"/>
                    <a:pt x="2146" y="2706"/>
                    <a:pt x="1646" y="2706"/>
                  </a:cubicBezTo>
                  <a:cubicBezTo>
                    <a:pt x="1396" y="2706"/>
                    <a:pt x="1137" y="2739"/>
                    <a:pt x="920" y="2837"/>
                  </a:cubicBezTo>
                  <a:cubicBezTo>
                    <a:pt x="259" y="3132"/>
                    <a:pt x="134" y="3720"/>
                    <a:pt x="134" y="3720"/>
                  </a:cubicBezTo>
                  <a:cubicBezTo>
                    <a:pt x="439" y="3339"/>
                    <a:pt x="929" y="3103"/>
                    <a:pt x="1520" y="3103"/>
                  </a:cubicBezTo>
                  <a:cubicBezTo>
                    <a:pt x="1552" y="3103"/>
                    <a:pt x="1583" y="3104"/>
                    <a:pt x="1615" y="3105"/>
                  </a:cubicBezTo>
                  <a:cubicBezTo>
                    <a:pt x="2168" y="3123"/>
                    <a:pt x="2436" y="3364"/>
                    <a:pt x="2436" y="3364"/>
                  </a:cubicBezTo>
                  <a:cubicBezTo>
                    <a:pt x="2436" y="3364"/>
                    <a:pt x="2270" y="3337"/>
                    <a:pt x="2019" y="3337"/>
                  </a:cubicBezTo>
                  <a:cubicBezTo>
                    <a:pt x="1709" y="3337"/>
                    <a:pt x="1271" y="3378"/>
                    <a:pt x="857" y="3560"/>
                  </a:cubicBezTo>
                  <a:cubicBezTo>
                    <a:pt x="108" y="3890"/>
                    <a:pt x="1" y="4488"/>
                    <a:pt x="1" y="4488"/>
                  </a:cubicBezTo>
                  <a:cubicBezTo>
                    <a:pt x="500" y="3935"/>
                    <a:pt x="1383" y="3828"/>
                    <a:pt x="1383" y="3828"/>
                  </a:cubicBezTo>
                  <a:lnTo>
                    <a:pt x="1383" y="3828"/>
                  </a:lnTo>
                  <a:cubicBezTo>
                    <a:pt x="242" y="4390"/>
                    <a:pt x="63" y="5362"/>
                    <a:pt x="63" y="5362"/>
                  </a:cubicBezTo>
                  <a:cubicBezTo>
                    <a:pt x="429" y="4969"/>
                    <a:pt x="1134" y="4755"/>
                    <a:pt x="1134" y="4755"/>
                  </a:cubicBezTo>
                  <a:lnTo>
                    <a:pt x="1134" y="4755"/>
                  </a:lnTo>
                  <a:cubicBezTo>
                    <a:pt x="384" y="5335"/>
                    <a:pt x="152" y="6156"/>
                    <a:pt x="152" y="6156"/>
                  </a:cubicBezTo>
                  <a:cubicBezTo>
                    <a:pt x="652" y="5469"/>
                    <a:pt x="1544" y="5157"/>
                    <a:pt x="1544" y="5157"/>
                  </a:cubicBezTo>
                  <a:lnTo>
                    <a:pt x="1544" y="5157"/>
                  </a:lnTo>
                  <a:cubicBezTo>
                    <a:pt x="1160" y="5630"/>
                    <a:pt x="1044" y="6272"/>
                    <a:pt x="1044" y="6272"/>
                  </a:cubicBezTo>
                  <a:cubicBezTo>
                    <a:pt x="1624" y="4961"/>
                    <a:pt x="2659" y="4755"/>
                    <a:pt x="2659" y="4755"/>
                  </a:cubicBezTo>
                  <a:lnTo>
                    <a:pt x="2659" y="4755"/>
                  </a:lnTo>
                  <a:cubicBezTo>
                    <a:pt x="1642" y="5273"/>
                    <a:pt x="1473" y="6647"/>
                    <a:pt x="1473" y="6647"/>
                  </a:cubicBezTo>
                  <a:cubicBezTo>
                    <a:pt x="1963" y="5362"/>
                    <a:pt x="2891" y="4969"/>
                    <a:pt x="2891" y="4969"/>
                  </a:cubicBezTo>
                  <a:lnTo>
                    <a:pt x="2891" y="4969"/>
                  </a:lnTo>
                  <a:cubicBezTo>
                    <a:pt x="1892" y="6067"/>
                    <a:pt x="2284" y="7316"/>
                    <a:pt x="2284" y="7316"/>
                  </a:cubicBezTo>
                  <a:cubicBezTo>
                    <a:pt x="2284" y="6236"/>
                    <a:pt x="2802" y="5674"/>
                    <a:pt x="2802" y="5674"/>
                  </a:cubicBezTo>
                  <a:lnTo>
                    <a:pt x="2802" y="5674"/>
                  </a:lnTo>
                  <a:cubicBezTo>
                    <a:pt x="2579" y="6272"/>
                    <a:pt x="2686" y="6780"/>
                    <a:pt x="2686" y="6780"/>
                  </a:cubicBezTo>
                  <a:cubicBezTo>
                    <a:pt x="2900" y="5630"/>
                    <a:pt x="3533" y="5166"/>
                    <a:pt x="3533" y="5166"/>
                  </a:cubicBezTo>
                  <a:lnTo>
                    <a:pt x="3533" y="5166"/>
                  </a:lnTo>
                  <a:cubicBezTo>
                    <a:pt x="3150" y="5853"/>
                    <a:pt x="3221" y="6896"/>
                    <a:pt x="3221" y="6896"/>
                  </a:cubicBezTo>
                  <a:cubicBezTo>
                    <a:pt x="3408" y="5701"/>
                    <a:pt x="4015" y="5023"/>
                    <a:pt x="4015" y="5023"/>
                  </a:cubicBezTo>
                  <a:lnTo>
                    <a:pt x="4015" y="5023"/>
                  </a:lnTo>
                  <a:cubicBezTo>
                    <a:pt x="3542" y="6192"/>
                    <a:pt x="4033" y="7449"/>
                    <a:pt x="4033" y="7449"/>
                  </a:cubicBezTo>
                  <a:cubicBezTo>
                    <a:pt x="3872" y="5415"/>
                    <a:pt x="4756" y="4800"/>
                    <a:pt x="4756" y="4800"/>
                  </a:cubicBezTo>
                  <a:cubicBezTo>
                    <a:pt x="4756" y="4800"/>
                    <a:pt x="5639" y="5415"/>
                    <a:pt x="5487" y="7449"/>
                  </a:cubicBezTo>
                  <a:cubicBezTo>
                    <a:pt x="5487" y="7449"/>
                    <a:pt x="5978" y="6192"/>
                    <a:pt x="5505" y="5023"/>
                  </a:cubicBezTo>
                  <a:lnTo>
                    <a:pt x="5505" y="5023"/>
                  </a:lnTo>
                  <a:cubicBezTo>
                    <a:pt x="5505" y="5023"/>
                    <a:pt x="6103" y="5701"/>
                    <a:pt x="6299" y="6896"/>
                  </a:cubicBezTo>
                  <a:cubicBezTo>
                    <a:pt x="6299" y="6896"/>
                    <a:pt x="6361" y="5853"/>
                    <a:pt x="5987" y="5166"/>
                  </a:cubicBezTo>
                  <a:lnTo>
                    <a:pt x="5987" y="5166"/>
                  </a:lnTo>
                  <a:cubicBezTo>
                    <a:pt x="5987" y="5166"/>
                    <a:pt x="6620" y="5630"/>
                    <a:pt x="6834" y="6780"/>
                  </a:cubicBezTo>
                  <a:cubicBezTo>
                    <a:pt x="6834" y="6780"/>
                    <a:pt x="6941" y="6272"/>
                    <a:pt x="6718" y="5674"/>
                  </a:cubicBezTo>
                  <a:lnTo>
                    <a:pt x="6718" y="5674"/>
                  </a:lnTo>
                  <a:cubicBezTo>
                    <a:pt x="6718" y="5674"/>
                    <a:pt x="7236" y="6236"/>
                    <a:pt x="7236" y="7316"/>
                  </a:cubicBezTo>
                  <a:cubicBezTo>
                    <a:pt x="7236" y="7316"/>
                    <a:pt x="7628" y="6067"/>
                    <a:pt x="6629" y="4969"/>
                  </a:cubicBezTo>
                  <a:lnTo>
                    <a:pt x="6629" y="4969"/>
                  </a:lnTo>
                  <a:cubicBezTo>
                    <a:pt x="6629" y="4969"/>
                    <a:pt x="7557" y="5362"/>
                    <a:pt x="8047" y="6647"/>
                  </a:cubicBezTo>
                  <a:cubicBezTo>
                    <a:pt x="8047" y="6647"/>
                    <a:pt x="7878" y="5273"/>
                    <a:pt x="6861" y="4755"/>
                  </a:cubicBezTo>
                  <a:lnTo>
                    <a:pt x="6861" y="4755"/>
                  </a:lnTo>
                  <a:cubicBezTo>
                    <a:pt x="6861" y="4755"/>
                    <a:pt x="7896" y="4961"/>
                    <a:pt x="8467" y="6272"/>
                  </a:cubicBezTo>
                  <a:cubicBezTo>
                    <a:pt x="8467" y="6272"/>
                    <a:pt x="8351" y="5630"/>
                    <a:pt x="7976" y="5157"/>
                  </a:cubicBezTo>
                  <a:lnTo>
                    <a:pt x="7976" y="5157"/>
                  </a:lnTo>
                  <a:cubicBezTo>
                    <a:pt x="7976" y="5157"/>
                    <a:pt x="8868" y="5469"/>
                    <a:pt x="9368" y="6156"/>
                  </a:cubicBezTo>
                  <a:cubicBezTo>
                    <a:pt x="9368" y="6156"/>
                    <a:pt x="9136" y="5335"/>
                    <a:pt x="8386" y="4755"/>
                  </a:cubicBezTo>
                  <a:lnTo>
                    <a:pt x="8386" y="4755"/>
                  </a:lnTo>
                  <a:cubicBezTo>
                    <a:pt x="8387" y="4755"/>
                    <a:pt x="9091" y="4969"/>
                    <a:pt x="9457" y="5362"/>
                  </a:cubicBezTo>
                  <a:cubicBezTo>
                    <a:pt x="9457" y="5362"/>
                    <a:pt x="9270" y="4390"/>
                    <a:pt x="8128" y="3828"/>
                  </a:cubicBezTo>
                  <a:lnTo>
                    <a:pt x="8128" y="3828"/>
                  </a:lnTo>
                  <a:cubicBezTo>
                    <a:pt x="8128" y="3828"/>
                    <a:pt x="9020" y="3935"/>
                    <a:pt x="9519" y="4488"/>
                  </a:cubicBezTo>
                  <a:cubicBezTo>
                    <a:pt x="9519" y="4488"/>
                    <a:pt x="9412" y="3890"/>
                    <a:pt x="8663" y="3560"/>
                  </a:cubicBezTo>
                  <a:cubicBezTo>
                    <a:pt x="8249" y="3378"/>
                    <a:pt x="7811" y="3337"/>
                    <a:pt x="7501" y="3337"/>
                  </a:cubicBezTo>
                  <a:cubicBezTo>
                    <a:pt x="7250" y="3337"/>
                    <a:pt x="7084" y="3364"/>
                    <a:pt x="7084" y="3364"/>
                  </a:cubicBezTo>
                  <a:cubicBezTo>
                    <a:pt x="7084" y="3364"/>
                    <a:pt x="7352" y="3123"/>
                    <a:pt x="7905" y="3105"/>
                  </a:cubicBezTo>
                  <a:cubicBezTo>
                    <a:pt x="7937" y="3104"/>
                    <a:pt x="7968" y="3103"/>
                    <a:pt x="8000" y="3103"/>
                  </a:cubicBezTo>
                  <a:cubicBezTo>
                    <a:pt x="8590" y="3103"/>
                    <a:pt x="9072" y="3339"/>
                    <a:pt x="9386" y="3720"/>
                  </a:cubicBezTo>
                  <a:cubicBezTo>
                    <a:pt x="9386" y="3720"/>
                    <a:pt x="9261" y="3132"/>
                    <a:pt x="8601" y="2837"/>
                  </a:cubicBezTo>
                  <a:cubicBezTo>
                    <a:pt x="8383" y="2739"/>
                    <a:pt x="8123" y="2706"/>
                    <a:pt x="7872" y="2706"/>
                  </a:cubicBezTo>
                  <a:cubicBezTo>
                    <a:pt x="7369" y="2706"/>
                    <a:pt x="6906" y="2837"/>
                    <a:pt x="6906" y="2837"/>
                  </a:cubicBezTo>
                  <a:cubicBezTo>
                    <a:pt x="6906" y="2837"/>
                    <a:pt x="7334" y="2347"/>
                    <a:pt x="8306" y="2186"/>
                  </a:cubicBezTo>
                  <a:cubicBezTo>
                    <a:pt x="8306" y="2186"/>
                    <a:pt x="8180" y="2170"/>
                    <a:pt x="7985" y="2170"/>
                  </a:cubicBezTo>
                  <a:cubicBezTo>
                    <a:pt x="7748" y="2170"/>
                    <a:pt x="7409" y="2194"/>
                    <a:pt x="7075" y="2302"/>
                  </a:cubicBezTo>
                  <a:cubicBezTo>
                    <a:pt x="7075" y="2302"/>
                    <a:pt x="7566" y="1651"/>
                    <a:pt x="8975" y="1615"/>
                  </a:cubicBezTo>
                  <a:cubicBezTo>
                    <a:pt x="8975" y="1615"/>
                    <a:pt x="8689" y="1508"/>
                    <a:pt x="8149" y="1508"/>
                  </a:cubicBezTo>
                  <a:cubicBezTo>
                    <a:pt x="8030" y="1508"/>
                    <a:pt x="7897" y="1513"/>
                    <a:pt x="7753" y="1526"/>
                  </a:cubicBezTo>
                  <a:cubicBezTo>
                    <a:pt x="6959" y="1597"/>
                    <a:pt x="6433" y="2017"/>
                    <a:pt x="6433" y="2017"/>
                  </a:cubicBezTo>
                  <a:cubicBezTo>
                    <a:pt x="6433" y="2017"/>
                    <a:pt x="7030" y="1214"/>
                    <a:pt x="7958" y="919"/>
                  </a:cubicBezTo>
                  <a:lnTo>
                    <a:pt x="7958" y="919"/>
                  </a:lnTo>
                  <a:cubicBezTo>
                    <a:pt x="7958" y="919"/>
                    <a:pt x="6522" y="937"/>
                    <a:pt x="5773" y="1945"/>
                  </a:cubicBezTo>
                  <a:cubicBezTo>
                    <a:pt x="5773" y="1945"/>
                    <a:pt x="5978" y="884"/>
                    <a:pt x="7084" y="125"/>
                  </a:cubicBezTo>
                  <a:lnTo>
                    <a:pt x="7084" y="125"/>
                  </a:lnTo>
                  <a:cubicBezTo>
                    <a:pt x="7084" y="125"/>
                    <a:pt x="6094" y="456"/>
                    <a:pt x="5469" y="1481"/>
                  </a:cubicBezTo>
                  <a:cubicBezTo>
                    <a:pt x="5469" y="1481"/>
                    <a:pt x="5576" y="830"/>
                    <a:pt x="5808" y="0"/>
                  </a:cubicBezTo>
                  <a:lnTo>
                    <a:pt x="5808" y="0"/>
                  </a:lnTo>
                  <a:cubicBezTo>
                    <a:pt x="5808" y="1"/>
                    <a:pt x="5014" y="518"/>
                    <a:pt x="4756" y="1633"/>
                  </a:cubicBezTo>
                  <a:cubicBezTo>
                    <a:pt x="4506" y="518"/>
                    <a:pt x="3712" y="1"/>
                    <a:pt x="37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112"/>
            <p:cNvSpPr/>
            <p:nvPr/>
          </p:nvSpPr>
          <p:spPr>
            <a:xfrm>
              <a:off x="4055434" y="2498123"/>
              <a:ext cx="299518" cy="234177"/>
            </a:xfrm>
            <a:custGeom>
              <a:rect b="b" l="l" r="r" t="t"/>
              <a:pathLst>
                <a:path extrusionOk="0" h="4444" w="5684">
                  <a:moveTo>
                    <a:pt x="2213" y="1"/>
                  </a:moveTo>
                  <a:lnTo>
                    <a:pt x="2213" y="1"/>
                  </a:lnTo>
                  <a:cubicBezTo>
                    <a:pt x="2356" y="492"/>
                    <a:pt x="2418" y="884"/>
                    <a:pt x="2418" y="884"/>
                  </a:cubicBezTo>
                  <a:cubicBezTo>
                    <a:pt x="2044" y="269"/>
                    <a:pt x="1455" y="72"/>
                    <a:pt x="1455" y="72"/>
                  </a:cubicBezTo>
                  <a:lnTo>
                    <a:pt x="1455" y="72"/>
                  </a:lnTo>
                  <a:cubicBezTo>
                    <a:pt x="2115" y="527"/>
                    <a:pt x="2231" y="1161"/>
                    <a:pt x="2231" y="1161"/>
                  </a:cubicBezTo>
                  <a:cubicBezTo>
                    <a:pt x="1794" y="554"/>
                    <a:pt x="938" y="545"/>
                    <a:pt x="937" y="545"/>
                  </a:cubicBezTo>
                  <a:lnTo>
                    <a:pt x="937" y="545"/>
                  </a:lnTo>
                  <a:cubicBezTo>
                    <a:pt x="1482" y="715"/>
                    <a:pt x="1847" y="1205"/>
                    <a:pt x="1847" y="1205"/>
                  </a:cubicBezTo>
                  <a:cubicBezTo>
                    <a:pt x="1847" y="1205"/>
                    <a:pt x="1526" y="955"/>
                    <a:pt x="1053" y="911"/>
                  </a:cubicBezTo>
                  <a:cubicBezTo>
                    <a:pt x="966" y="903"/>
                    <a:pt x="886" y="899"/>
                    <a:pt x="814" y="899"/>
                  </a:cubicBezTo>
                  <a:cubicBezTo>
                    <a:pt x="497" y="899"/>
                    <a:pt x="331" y="964"/>
                    <a:pt x="331" y="964"/>
                  </a:cubicBezTo>
                  <a:cubicBezTo>
                    <a:pt x="1169" y="982"/>
                    <a:pt x="1455" y="1366"/>
                    <a:pt x="1455" y="1366"/>
                  </a:cubicBezTo>
                  <a:cubicBezTo>
                    <a:pt x="1241" y="1302"/>
                    <a:pt x="1020" y="1289"/>
                    <a:pt x="878" y="1289"/>
                  </a:cubicBezTo>
                  <a:cubicBezTo>
                    <a:pt x="783" y="1289"/>
                    <a:pt x="723" y="1294"/>
                    <a:pt x="723" y="1294"/>
                  </a:cubicBezTo>
                  <a:cubicBezTo>
                    <a:pt x="1303" y="1393"/>
                    <a:pt x="1562" y="1687"/>
                    <a:pt x="1562" y="1687"/>
                  </a:cubicBezTo>
                  <a:cubicBezTo>
                    <a:pt x="1562" y="1687"/>
                    <a:pt x="1284" y="1612"/>
                    <a:pt x="983" y="1612"/>
                  </a:cubicBezTo>
                  <a:cubicBezTo>
                    <a:pt x="832" y="1612"/>
                    <a:pt x="676" y="1630"/>
                    <a:pt x="545" y="1687"/>
                  </a:cubicBezTo>
                  <a:cubicBezTo>
                    <a:pt x="161" y="1865"/>
                    <a:pt x="81" y="2213"/>
                    <a:pt x="81" y="2213"/>
                  </a:cubicBezTo>
                  <a:cubicBezTo>
                    <a:pt x="267" y="1994"/>
                    <a:pt x="556" y="1846"/>
                    <a:pt x="905" y="1846"/>
                  </a:cubicBezTo>
                  <a:cubicBezTo>
                    <a:pt x="924" y="1846"/>
                    <a:pt x="944" y="1847"/>
                    <a:pt x="964" y="1848"/>
                  </a:cubicBezTo>
                  <a:cubicBezTo>
                    <a:pt x="1294" y="1856"/>
                    <a:pt x="1455" y="2008"/>
                    <a:pt x="1455" y="2008"/>
                  </a:cubicBezTo>
                  <a:cubicBezTo>
                    <a:pt x="1455" y="2008"/>
                    <a:pt x="1349" y="1989"/>
                    <a:pt x="1189" y="1989"/>
                  </a:cubicBezTo>
                  <a:cubicBezTo>
                    <a:pt x="1006" y="1989"/>
                    <a:pt x="753" y="2014"/>
                    <a:pt x="509" y="2124"/>
                  </a:cubicBezTo>
                  <a:cubicBezTo>
                    <a:pt x="63" y="2320"/>
                    <a:pt x="1" y="2677"/>
                    <a:pt x="1" y="2677"/>
                  </a:cubicBezTo>
                  <a:cubicBezTo>
                    <a:pt x="295" y="2347"/>
                    <a:pt x="830" y="2276"/>
                    <a:pt x="830" y="2276"/>
                  </a:cubicBezTo>
                  <a:lnTo>
                    <a:pt x="830" y="2276"/>
                  </a:lnTo>
                  <a:cubicBezTo>
                    <a:pt x="152" y="2615"/>
                    <a:pt x="36" y="3195"/>
                    <a:pt x="36" y="3195"/>
                  </a:cubicBezTo>
                  <a:cubicBezTo>
                    <a:pt x="259" y="2963"/>
                    <a:pt x="679" y="2829"/>
                    <a:pt x="679" y="2829"/>
                  </a:cubicBezTo>
                  <a:lnTo>
                    <a:pt x="679" y="2829"/>
                  </a:lnTo>
                  <a:cubicBezTo>
                    <a:pt x="233" y="3177"/>
                    <a:pt x="90" y="3667"/>
                    <a:pt x="90" y="3667"/>
                  </a:cubicBezTo>
                  <a:cubicBezTo>
                    <a:pt x="393" y="3266"/>
                    <a:pt x="919" y="3079"/>
                    <a:pt x="920" y="3079"/>
                  </a:cubicBezTo>
                  <a:lnTo>
                    <a:pt x="920" y="3079"/>
                  </a:lnTo>
                  <a:cubicBezTo>
                    <a:pt x="697" y="3355"/>
                    <a:pt x="625" y="3739"/>
                    <a:pt x="625" y="3739"/>
                  </a:cubicBezTo>
                  <a:cubicBezTo>
                    <a:pt x="973" y="2954"/>
                    <a:pt x="1589" y="2829"/>
                    <a:pt x="1589" y="2829"/>
                  </a:cubicBezTo>
                  <a:lnTo>
                    <a:pt x="1589" y="2829"/>
                  </a:lnTo>
                  <a:cubicBezTo>
                    <a:pt x="982" y="3141"/>
                    <a:pt x="884" y="3962"/>
                    <a:pt x="884" y="3962"/>
                  </a:cubicBezTo>
                  <a:cubicBezTo>
                    <a:pt x="1169" y="3195"/>
                    <a:pt x="1722" y="2963"/>
                    <a:pt x="1722" y="2963"/>
                  </a:cubicBezTo>
                  <a:lnTo>
                    <a:pt x="1722" y="2963"/>
                  </a:lnTo>
                  <a:cubicBezTo>
                    <a:pt x="1125" y="3614"/>
                    <a:pt x="1366" y="4363"/>
                    <a:pt x="1366" y="4363"/>
                  </a:cubicBezTo>
                  <a:cubicBezTo>
                    <a:pt x="1366" y="3712"/>
                    <a:pt x="1669" y="3382"/>
                    <a:pt x="1669" y="3382"/>
                  </a:cubicBezTo>
                  <a:lnTo>
                    <a:pt x="1669" y="3382"/>
                  </a:lnTo>
                  <a:cubicBezTo>
                    <a:pt x="1544" y="3739"/>
                    <a:pt x="1606" y="4042"/>
                    <a:pt x="1606" y="4042"/>
                  </a:cubicBezTo>
                  <a:cubicBezTo>
                    <a:pt x="1731" y="3355"/>
                    <a:pt x="2106" y="3079"/>
                    <a:pt x="2106" y="3079"/>
                  </a:cubicBezTo>
                  <a:lnTo>
                    <a:pt x="2106" y="3079"/>
                  </a:lnTo>
                  <a:cubicBezTo>
                    <a:pt x="1883" y="3489"/>
                    <a:pt x="1919" y="4113"/>
                    <a:pt x="1919" y="4113"/>
                  </a:cubicBezTo>
                  <a:cubicBezTo>
                    <a:pt x="2035" y="3400"/>
                    <a:pt x="2391" y="2990"/>
                    <a:pt x="2392" y="2989"/>
                  </a:cubicBezTo>
                  <a:lnTo>
                    <a:pt x="2392" y="2989"/>
                  </a:lnTo>
                  <a:cubicBezTo>
                    <a:pt x="2115" y="3694"/>
                    <a:pt x="2409" y="4444"/>
                    <a:pt x="2409" y="4444"/>
                  </a:cubicBezTo>
                  <a:cubicBezTo>
                    <a:pt x="2311" y="3230"/>
                    <a:pt x="2838" y="2856"/>
                    <a:pt x="2838" y="2856"/>
                  </a:cubicBezTo>
                  <a:cubicBezTo>
                    <a:pt x="2838" y="2856"/>
                    <a:pt x="3364" y="3230"/>
                    <a:pt x="3275" y="4444"/>
                  </a:cubicBezTo>
                  <a:cubicBezTo>
                    <a:pt x="3275" y="4444"/>
                    <a:pt x="3569" y="3694"/>
                    <a:pt x="3284" y="2989"/>
                  </a:cubicBezTo>
                  <a:lnTo>
                    <a:pt x="3284" y="2989"/>
                  </a:lnTo>
                  <a:cubicBezTo>
                    <a:pt x="3284" y="2990"/>
                    <a:pt x="3649" y="3400"/>
                    <a:pt x="3756" y="4113"/>
                  </a:cubicBezTo>
                  <a:cubicBezTo>
                    <a:pt x="3756" y="4113"/>
                    <a:pt x="3801" y="3489"/>
                    <a:pt x="3578" y="3079"/>
                  </a:cubicBezTo>
                  <a:lnTo>
                    <a:pt x="3578" y="3079"/>
                  </a:lnTo>
                  <a:cubicBezTo>
                    <a:pt x="3578" y="3079"/>
                    <a:pt x="3953" y="3355"/>
                    <a:pt x="4078" y="4042"/>
                  </a:cubicBezTo>
                  <a:cubicBezTo>
                    <a:pt x="4078" y="4042"/>
                    <a:pt x="4140" y="3739"/>
                    <a:pt x="4006" y="3382"/>
                  </a:cubicBezTo>
                  <a:lnTo>
                    <a:pt x="4006" y="3382"/>
                  </a:lnTo>
                  <a:cubicBezTo>
                    <a:pt x="4006" y="3382"/>
                    <a:pt x="4318" y="3712"/>
                    <a:pt x="4318" y="4363"/>
                  </a:cubicBezTo>
                  <a:cubicBezTo>
                    <a:pt x="4318" y="4363"/>
                    <a:pt x="4550" y="3614"/>
                    <a:pt x="3953" y="2963"/>
                  </a:cubicBezTo>
                  <a:lnTo>
                    <a:pt x="3953" y="2963"/>
                  </a:lnTo>
                  <a:cubicBezTo>
                    <a:pt x="3953" y="2963"/>
                    <a:pt x="4515" y="3195"/>
                    <a:pt x="4800" y="3962"/>
                  </a:cubicBezTo>
                  <a:cubicBezTo>
                    <a:pt x="4800" y="3962"/>
                    <a:pt x="4702" y="3141"/>
                    <a:pt x="4095" y="2829"/>
                  </a:cubicBezTo>
                  <a:lnTo>
                    <a:pt x="4095" y="2829"/>
                  </a:lnTo>
                  <a:cubicBezTo>
                    <a:pt x="4096" y="2829"/>
                    <a:pt x="4711" y="2954"/>
                    <a:pt x="5059" y="3739"/>
                  </a:cubicBezTo>
                  <a:cubicBezTo>
                    <a:pt x="5059" y="3739"/>
                    <a:pt x="4988" y="3355"/>
                    <a:pt x="4765" y="3079"/>
                  </a:cubicBezTo>
                  <a:lnTo>
                    <a:pt x="4765" y="3079"/>
                  </a:lnTo>
                  <a:cubicBezTo>
                    <a:pt x="4765" y="3079"/>
                    <a:pt x="5291" y="3266"/>
                    <a:pt x="5585" y="3667"/>
                  </a:cubicBezTo>
                  <a:cubicBezTo>
                    <a:pt x="5585" y="3667"/>
                    <a:pt x="5451" y="3177"/>
                    <a:pt x="5005" y="2829"/>
                  </a:cubicBezTo>
                  <a:lnTo>
                    <a:pt x="5005" y="2829"/>
                  </a:lnTo>
                  <a:cubicBezTo>
                    <a:pt x="5006" y="2829"/>
                    <a:pt x="5425" y="2963"/>
                    <a:pt x="5648" y="3195"/>
                  </a:cubicBezTo>
                  <a:cubicBezTo>
                    <a:pt x="5648" y="3195"/>
                    <a:pt x="5532" y="2615"/>
                    <a:pt x="4854" y="2276"/>
                  </a:cubicBezTo>
                  <a:lnTo>
                    <a:pt x="4854" y="2276"/>
                  </a:lnTo>
                  <a:cubicBezTo>
                    <a:pt x="4854" y="2276"/>
                    <a:pt x="5389" y="2347"/>
                    <a:pt x="5683" y="2677"/>
                  </a:cubicBezTo>
                  <a:cubicBezTo>
                    <a:pt x="5683" y="2677"/>
                    <a:pt x="5621" y="2320"/>
                    <a:pt x="5166" y="2124"/>
                  </a:cubicBezTo>
                  <a:cubicBezTo>
                    <a:pt x="4927" y="2014"/>
                    <a:pt x="4676" y="1989"/>
                    <a:pt x="4494" y="1989"/>
                  </a:cubicBezTo>
                  <a:cubicBezTo>
                    <a:pt x="4335" y="1989"/>
                    <a:pt x="4229" y="2008"/>
                    <a:pt x="4229" y="2008"/>
                  </a:cubicBezTo>
                  <a:cubicBezTo>
                    <a:pt x="4229" y="2008"/>
                    <a:pt x="4390" y="1856"/>
                    <a:pt x="4720" y="1848"/>
                  </a:cubicBezTo>
                  <a:cubicBezTo>
                    <a:pt x="4740" y="1847"/>
                    <a:pt x="4760" y="1846"/>
                    <a:pt x="4779" y="1846"/>
                  </a:cubicBezTo>
                  <a:cubicBezTo>
                    <a:pt x="5128" y="1846"/>
                    <a:pt x="5417" y="1994"/>
                    <a:pt x="5603" y="2213"/>
                  </a:cubicBezTo>
                  <a:cubicBezTo>
                    <a:pt x="5603" y="2213"/>
                    <a:pt x="5523" y="1865"/>
                    <a:pt x="5130" y="1687"/>
                  </a:cubicBezTo>
                  <a:cubicBezTo>
                    <a:pt x="5002" y="1630"/>
                    <a:pt x="4848" y="1612"/>
                    <a:pt x="4698" y="1612"/>
                  </a:cubicBezTo>
                  <a:cubicBezTo>
                    <a:pt x="4400" y="1612"/>
                    <a:pt x="4122" y="1687"/>
                    <a:pt x="4122" y="1687"/>
                  </a:cubicBezTo>
                  <a:cubicBezTo>
                    <a:pt x="4122" y="1687"/>
                    <a:pt x="4381" y="1393"/>
                    <a:pt x="4961" y="1294"/>
                  </a:cubicBezTo>
                  <a:cubicBezTo>
                    <a:pt x="4961" y="1294"/>
                    <a:pt x="4901" y="1289"/>
                    <a:pt x="4806" y="1289"/>
                  </a:cubicBezTo>
                  <a:cubicBezTo>
                    <a:pt x="4664" y="1289"/>
                    <a:pt x="4443" y="1302"/>
                    <a:pt x="4229" y="1366"/>
                  </a:cubicBezTo>
                  <a:cubicBezTo>
                    <a:pt x="4229" y="1366"/>
                    <a:pt x="4515" y="982"/>
                    <a:pt x="5353" y="964"/>
                  </a:cubicBezTo>
                  <a:cubicBezTo>
                    <a:pt x="5353" y="964"/>
                    <a:pt x="5187" y="899"/>
                    <a:pt x="4870" y="899"/>
                  </a:cubicBezTo>
                  <a:cubicBezTo>
                    <a:pt x="4798" y="899"/>
                    <a:pt x="4718" y="903"/>
                    <a:pt x="4631" y="911"/>
                  </a:cubicBezTo>
                  <a:cubicBezTo>
                    <a:pt x="4158" y="955"/>
                    <a:pt x="3837" y="1205"/>
                    <a:pt x="3837" y="1205"/>
                  </a:cubicBezTo>
                  <a:cubicBezTo>
                    <a:pt x="3837" y="1205"/>
                    <a:pt x="4203" y="715"/>
                    <a:pt x="4747" y="545"/>
                  </a:cubicBezTo>
                  <a:lnTo>
                    <a:pt x="4747" y="545"/>
                  </a:lnTo>
                  <a:cubicBezTo>
                    <a:pt x="4747" y="545"/>
                    <a:pt x="3890" y="554"/>
                    <a:pt x="3444" y="1161"/>
                  </a:cubicBezTo>
                  <a:cubicBezTo>
                    <a:pt x="3444" y="1161"/>
                    <a:pt x="3569" y="527"/>
                    <a:pt x="4229" y="72"/>
                  </a:cubicBezTo>
                  <a:lnTo>
                    <a:pt x="4229" y="72"/>
                  </a:lnTo>
                  <a:cubicBezTo>
                    <a:pt x="4229" y="72"/>
                    <a:pt x="3640" y="269"/>
                    <a:pt x="3266" y="884"/>
                  </a:cubicBezTo>
                  <a:cubicBezTo>
                    <a:pt x="3266" y="884"/>
                    <a:pt x="3328" y="492"/>
                    <a:pt x="3462" y="1"/>
                  </a:cubicBezTo>
                  <a:lnTo>
                    <a:pt x="3462" y="1"/>
                  </a:lnTo>
                  <a:cubicBezTo>
                    <a:pt x="3462" y="1"/>
                    <a:pt x="2989" y="304"/>
                    <a:pt x="2838" y="973"/>
                  </a:cubicBezTo>
                  <a:cubicBezTo>
                    <a:pt x="2686" y="304"/>
                    <a:pt x="2213" y="1"/>
                    <a:pt x="2213"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112"/>
            <p:cNvSpPr/>
            <p:nvPr/>
          </p:nvSpPr>
          <p:spPr>
            <a:xfrm>
              <a:off x="3956262" y="2952724"/>
              <a:ext cx="54592" cy="707536"/>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112"/>
            <p:cNvSpPr/>
            <p:nvPr/>
          </p:nvSpPr>
          <p:spPr>
            <a:xfrm>
              <a:off x="3979290" y="2952724"/>
              <a:ext cx="31564" cy="707536"/>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112"/>
            <p:cNvSpPr/>
            <p:nvPr/>
          </p:nvSpPr>
          <p:spPr>
            <a:xfrm>
              <a:off x="3812879" y="2781148"/>
              <a:ext cx="341358" cy="266584"/>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112"/>
            <p:cNvSpPr/>
            <p:nvPr/>
          </p:nvSpPr>
          <p:spPr>
            <a:xfrm>
              <a:off x="3881962" y="2843645"/>
              <a:ext cx="203139" cy="159455"/>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112"/>
            <p:cNvSpPr/>
            <p:nvPr/>
          </p:nvSpPr>
          <p:spPr>
            <a:xfrm>
              <a:off x="4372762" y="3113022"/>
              <a:ext cx="45160" cy="588603"/>
            </a:xfrm>
            <a:custGeom>
              <a:rect b="b" l="l" r="r" t="t"/>
              <a:pathLst>
                <a:path extrusionOk="0" h="11170" w="857">
                  <a:moveTo>
                    <a:pt x="206" y="1"/>
                  </a:moveTo>
                  <a:cubicBezTo>
                    <a:pt x="206" y="1"/>
                    <a:pt x="0" y="563"/>
                    <a:pt x="206" y="1749"/>
                  </a:cubicBezTo>
                  <a:cubicBezTo>
                    <a:pt x="357" y="2677"/>
                    <a:pt x="206" y="11170"/>
                    <a:pt x="206" y="11170"/>
                  </a:cubicBezTo>
                  <a:lnTo>
                    <a:pt x="652" y="11170"/>
                  </a:lnTo>
                  <a:cubicBezTo>
                    <a:pt x="652" y="11170"/>
                    <a:pt x="500" y="2677"/>
                    <a:pt x="652" y="1749"/>
                  </a:cubicBezTo>
                  <a:cubicBezTo>
                    <a:pt x="857" y="563"/>
                    <a:pt x="652" y="1"/>
                    <a:pt x="652"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112"/>
            <p:cNvSpPr/>
            <p:nvPr/>
          </p:nvSpPr>
          <p:spPr>
            <a:xfrm>
              <a:off x="4392048" y="3113022"/>
              <a:ext cx="25873" cy="588603"/>
            </a:xfrm>
            <a:custGeom>
              <a:rect b="b" l="l" r="r" t="t"/>
              <a:pathLst>
                <a:path extrusionOk="0" h="11170" w="491">
                  <a:moveTo>
                    <a:pt x="161" y="1"/>
                  </a:moveTo>
                  <a:cubicBezTo>
                    <a:pt x="161" y="1"/>
                    <a:pt x="357" y="563"/>
                    <a:pt x="161" y="1749"/>
                  </a:cubicBezTo>
                  <a:cubicBezTo>
                    <a:pt x="0" y="2677"/>
                    <a:pt x="161" y="11170"/>
                    <a:pt x="161" y="11170"/>
                  </a:cubicBezTo>
                  <a:lnTo>
                    <a:pt x="286" y="11170"/>
                  </a:lnTo>
                  <a:cubicBezTo>
                    <a:pt x="286" y="11170"/>
                    <a:pt x="134" y="2677"/>
                    <a:pt x="286" y="1749"/>
                  </a:cubicBezTo>
                  <a:cubicBezTo>
                    <a:pt x="491" y="563"/>
                    <a:pt x="286" y="1"/>
                    <a:pt x="286"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112"/>
            <p:cNvSpPr/>
            <p:nvPr/>
          </p:nvSpPr>
          <p:spPr>
            <a:xfrm>
              <a:off x="4253356" y="2970113"/>
              <a:ext cx="283499" cy="221951"/>
            </a:xfrm>
            <a:custGeom>
              <a:rect b="b" l="l" r="r" t="t"/>
              <a:pathLst>
                <a:path extrusionOk="0" h="4212" w="5380">
                  <a:moveTo>
                    <a:pt x="2106" y="1"/>
                  </a:moveTo>
                  <a:cubicBezTo>
                    <a:pt x="2231" y="473"/>
                    <a:pt x="2293" y="839"/>
                    <a:pt x="2293" y="839"/>
                  </a:cubicBezTo>
                  <a:cubicBezTo>
                    <a:pt x="1936" y="259"/>
                    <a:pt x="1374" y="72"/>
                    <a:pt x="1374" y="72"/>
                  </a:cubicBezTo>
                  <a:lnTo>
                    <a:pt x="1374" y="72"/>
                  </a:lnTo>
                  <a:cubicBezTo>
                    <a:pt x="1999" y="500"/>
                    <a:pt x="2115" y="1098"/>
                    <a:pt x="2115" y="1098"/>
                  </a:cubicBezTo>
                  <a:cubicBezTo>
                    <a:pt x="1695" y="527"/>
                    <a:pt x="884" y="527"/>
                    <a:pt x="884" y="527"/>
                  </a:cubicBezTo>
                  <a:lnTo>
                    <a:pt x="884" y="527"/>
                  </a:lnTo>
                  <a:cubicBezTo>
                    <a:pt x="1410" y="687"/>
                    <a:pt x="1749" y="1142"/>
                    <a:pt x="1749" y="1142"/>
                  </a:cubicBezTo>
                  <a:cubicBezTo>
                    <a:pt x="1749" y="1142"/>
                    <a:pt x="1446" y="902"/>
                    <a:pt x="1000" y="866"/>
                  </a:cubicBezTo>
                  <a:cubicBezTo>
                    <a:pt x="909" y="857"/>
                    <a:pt x="827" y="853"/>
                    <a:pt x="753" y="853"/>
                  </a:cubicBezTo>
                  <a:cubicBezTo>
                    <a:pt x="461" y="853"/>
                    <a:pt x="313" y="910"/>
                    <a:pt x="313" y="910"/>
                  </a:cubicBezTo>
                  <a:cubicBezTo>
                    <a:pt x="1107" y="937"/>
                    <a:pt x="1383" y="1303"/>
                    <a:pt x="1383" y="1303"/>
                  </a:cubicBezTo>
                  <a:cubicBezTo>
                    <a:pt x="1174" y="1239"/>
                    <a:pt x="966" y="1226"/>
                    <a:pt x="832" y="1226"/>
                  </a:cubicBezTo>
                  <a:cubicBezTo>
                    <a:pt x="743" y="1226"/>
                    <a:pt x="687" y="1232"/>
                    <a:pt x="687" y="1232"/>
                  </a:cubicBezTo>
                  <a:cubicBezTo>
                    <a:pt x="1232" y="1330"/>
                    <a:pt x="1481" y="1606"/>
                    <a:pt x="1481" y="1606"/>
                  </a:cubicBezTo>
                  <a:cubicBezTo>
                    <a:pt x="1481" y="1606"/>
                    <a:pt x="1220" y="1531"/>
                    <a:pt x="934" y="1531"/>
                  </a:cubicBezTo>
                  <a:cubicBezTo>
                    <a:pt x="791" y="1531"/>
                    <a:pt x="643" y="1550"/>
                    <a:pt x="518" y="1606"/>
                  </a:cubicBezTo>
                  <a:cubicBezTo>
                    <a:pt x="152" y="1776"/>
                    <a:pt x="81" y="2106"/>
                    <a:pt x="81" y="2106"/>
                  </a:cubicBezTo>
                  <a:cubicBezTo>
                    <a:pt x="249" y="1895"/>
                    <a:pt x="521" y="1756"/>
                    <a:pt x="851" y="1756"/>
                  </a:cubicBezTo>
                  <a:cubicBezTo>
                    <a:pt x="870" y="1756"/>
                    <a:pt x="890" y="1757"/>
                    <a:pt x="910" y="1758"/>
                  </a:cubicBezTo>
                  <a:cubicBezTo>
                    <a:pt x="1223" y="1767"/>
                    <a:pt x="1374" y="1910"/>
                    <a:pt x="1374" y="1910"/>
                  </a:cubicBezTo>
                  <a:cubicBezTo>
                    <a:pt x="1374" y="1910"/>
                    <a:pt x="1275" y="1893"/>
                    <a:pt x="1127" y="1893"/>
                  </a:cubicBezTo>
                  <a:cubicBezTo>
                    <a:pt x="954" y="1893"/>
                    <a:pt x="713" y="1916"/>
                    <a:pt x="482" y="2017"/>
                  </a:cubicBezTo>
                  <a:cubicBezTo>
                    <a:pt x="63" y="2204"/>
                    <a:pt x="0" y="2543"/>
                    <a:pt x="0" y="2543"/>
                  </a:cubicBezTo>
                  <a:cubicBezTo>
                    <a:pt x="277" y="2231"/>
                    <a:pt x="785" y="2168"/>
                    <a:pt x="786" y="2168"/>
                  </a:cubicBezTo>
                  <a:lnTo>
                    <a:pt x="786" y="2168"/>
                  </a:lnTo>
                  <a:cubicBezTo>
                    <a:pt x="143" y="2481"/>
                    <a:pt x="36" y="3034"/>
                    <a:pt x="36" y="3034"/>
                  </a:cubicBezTo>
                  <a:cubicBezTo>
                    <a:pt x="241" y="2811"/>
                    <a:pt x="643" y="2686"/>
                    <a:pt x="643" y="2686"/>
                  </a:cubicBezTo>
                  <a:lnTo>
                    <a:pt x="643" y="2686"/>
                  </a:lnTo>
                  <a:cubicBezTo>
                    <a:pt x="215" y="3016"/>
                    <a:pt x="90" y="3489"/>
                    <a:pt x="90" y="3489"/>
                  </a:cubicBezTo>
                  <a:cubicBezTo>
                    <a:pt x="366" y="3096"/>
                    <a:pt x="875" y="2918"/>
                    <a:pt x="875" y="2918"/>
                  </a:cubicBezTo>
                  <a:lnTo>
                    <a:pt x="875" y="2918"/>
                  </a:lnTo>
                  <a:cubicBezTo>
                    <a:pt x="661" y="3185"/>
                    <a:pt x="598" y="3551"/>
                    <a:pt x="598" y="3551"/>
                  </a:cubicBezTo>
                  <a:cubicBezTo>
                    <a:pt x="919" y="2802"/>
                    <a:pt x="1508" y="2686"/>
                    <a:pt x="1508" y="2686"/>
                  </a:cubicBezTo>
                  <a:lnTo>
                    <a:pt x="1508" y="2686"/>
                  </a:lnTo>
                  <a:cubicBezTo>
                    <a:pt x="928" y="2980"/>
                    <a:pt x="839" y="3756"/>
                    <a:pt x="839" y="3756"/>
                  </a:cubicBezTo>
                  <a:cubicBezTo>
                    <a:pt x="1107" y="3034"/>
                    <a:pt x="1633" y="2811"/>
                    <a:pt x="1633" y="2811"/>
                  </a:cubicBezTo>
                  <a:lnTo>
                    <a:pt x="1633" y="2811"/>
                  </a:lnTo>
                  <a:cubicBezTo>
                    <a:pt x="1071" y="3426"/>
                    <a:pt x="1294" y="4140"/>
                    <a:pt x="1294" y="4140"/>
                  </a:cubicBezTo>
                  <a:cubicBezTo>
                    <a:pt x="1294" y="3524"/>
                    <a:pt x="1588" y="3212"/>
                    <a:pt x="1588" y="3212"/>
                  </a:cubicBezTo>
                  <a:lnTo>
                    <a:pt x="1588" y="3212"/>
                  </a:lnTo>
                  <a:cubicBezTo>
                    <a:pt x="1464" y="3551"/>
                    <a:pt x="1517" y="3837"/>
                    <a:pt x="1517" y="3837"/>
                  </a:cubicBezTo>
                  <a:cubicBezTo>
                    <a:pt x="1642" y="3185"/>
                    <a:pt x="1999" y="2918"/>
                    <a:pt x="1999" y="2918"/>
                  </a:cubicBezTo>
                  <a:lnTo>
                    <a:pt x="1999" y="2918"/>
                  </a:lnTo>
                  <a:cubicBezTo>
                    <a:pt x="1785" y="3310"/>
                    <a:pt x="1820" y="3899"/>
                    <a:pt x="1820" y="3899"/>
                  </a:cubicBezTo>
                  <a:cubicBezTo>
                    <a:pt x="1927" y="3230"/>
                    <a:pt x="2266" y="2838"/>
                    <a:pt x="2266" y="2837"/>
                  </a:cubicBezTo>
                  <a:lnTo>
                    <a:pt x="2266" y="2837"/>
                  </a:lnTo>
                  <a:cubicBezTo>
                    <a:pt x="2008" y="3507"/>
                    <a:pt x="2284" y="4211"/>
                    <a:pt x="2284" y="4211"/>
                  </a:cubicBezTo>
                  <a:cubicBezTo>
                    <a:pt x="2195" y="3069"/>
                    <a:pt x="2695" y="2713"/>
                    <a:pt x="2695" y="2713"/>
                  </a:cubicBezTo>
                  <a:cubicBezTo>
                    <a:pt x="2695" y="2713"/>
                    <a:pt x="3194" y="3069"/>
                    <a:pt x="3105" y="4211"/>
                  </a:cubicBezTo>
                  <a:cubicBezTo>
                    <a:pt x="3105" y="4211"/>
                    <a:pt x="3382" y="3507"/>
                    <a:pt x="3114" y="2837"/>
                  </a:cubicBezTo>
                  <a:lnTo>
                    <a:pt x="3114" y="2837"/>
                  </a:lnTo>
                  <a:cubicBezTo>
                    <a:pt x="3114" y="2838"/>
                    <a:pt x="3453" y="3230"/>
                    <a:pt x="3560" y="3899"/>
                  </a:cubicBezTo>
                  <a:cubicBezTo>
                    <a:pt x="3560" y="3899"/>
                    <a:pt x="3605" y="3310"/>
                    <a:pt x="3390" y="2918"/>
                  </a:cubicBezTo>
                  <a:lnTo>
                    <a:pt x="3390" y="2918"/>
                  </a:lnTo>
                  <a:cubicBezTo>
                    <a:pt x="3391" y="2918"/>
                    <a:pt x="3747" y="3185"/>
                    <a:pt x="3872" y="3837"/>
                  </a:cubicBezTo>
                  <a:cubicBezTo>
                    <a:pt x="3872" y="3837"/>
                    <a:pt x="3926" y="3551"/>
                    <a:pt x="3801" y="3212"/>
                  </a:cubicBezTo>
                  <a:lnTo>
                    <a:pt x="3801" y="3212"/>
                  </a:lnTo>
                  <a:cubicBezTo>
                    <a:pt x="3801" y="3212"/>
                    <a:pt x="4095" y="3524"/>
                    <a:pt x="4095" y="4140"/>
                  </a:cubicBezTo>
                  <a:cubicBezTo>
                    <a:pt x="4095" y="4140"/>
                    <a:pt x="4318" y="3426"/>
                    <a:pt x="3747" y="2811"/>
                  </a:cubicBezTo>
                  <a:lnTo>
                    <a:pt x="3747" y="2811"/>
                  </a:lnTo>
                  <a:cubicBezTo>
                    <a:pt x="3747" y="2811"/>
                    <a:pt x="4274" y="3034"/>
                    <a:pt x="4550" y="3756"/>
                  </a:cubicBezTo>
                  <a:cubicBezTo>
                    <a:pt x="4550" y="3756"/>
                    <a:pt x="4452" y="2980"/>
                    <a:pt x="3881" y="2686"/>
                  </a:cubicBezTo>
                  <a:lnTo>
                    <a:pt x="3881" y="2686"/>
                  </a:lnTo>
                  <a:cubicBezTo>
                    <a:pt x="3881" y="2686"/>
                    <a:pt x="4470" y="2802"/>
                    <a:pt x="4791" y="3551"/>
                  </a:cubicBezTo>
                  <a:cubicBezTo>
                    <a:pt x="4791" y="3551"/>
                    <a:pt x="4729" y="3185"/>
                    <a:pt x="4515" y="2918"/>
                  </a:cubicBezTo>
                  <a:lnTo>
                    <a:pt x="4515" y="2918"/>
                  </a:lnTo>
                  <a:cubicBezTo>
                    <a:pt x="4515" y="2918"/>
                    <a:pt x="5014" y="3096"/>
                    <a:pt x="5300" y="3489"/>
                  </a:cubicBezTo>
                  <a:cubicBezTo>
                    <a:pt x="5300" y="3489"/>
                    <a:pt x="5166" y="3016"/>
                    <a:pt x="4746" y="2686"/>
                  </a:cubicBezTo>
                  <a:lnTo>
                    <a:pt x="4746" y="2686"/>
                  </a:lnTo>
                  <a:cubicBezTo>
                    <a:pt x="4747" y="2686"/>
                    <a:pt x="5139" y="2811"/>
                    <a:pt x="5353" y="3034"/>
                  </a:cubicBezTo>
                  <a:cubicBezTo>
                    <a:pt x="5353" y="3034"/>
                    <a:pt x="5246" y="2481"/>
                    <a:pt x="4604" y="2168"/>
                  </a:cubicBezTo>
                  <a:lnTo>
                    <a:pt x="4604" y="2168"/>
                  </a:lnTo>
                  <a:cubicBezTo>
                    <a:pt x="4604" y="2168"/>
                    <a:pt x="5103" y="2231"/>
                    <a:pt x="5380" y="2543"/>
                  </a:cubicBezTo>
                  <a:cubicBezTo>
                    <a:pt x="5380" y="2543"/>
                    <a:pt x="5326" y="2204"/>
                    <a:pt x="4898" y="2017"/>
                  </a:cubicBezTo>
                  <a:cubicBezTo>
                    <a:pt x="4672" y="1916"/>
                    <a:pt x="4431" y="1893"/>
                    <a:pt x="4256" y="1893"/>
                  </a:cubicBezTo>
                  <a:cubicBezTo>
                    <a:pt x="4107" y="1893"/>
                    <a:pt x="4006" y="1910"/>
                    <a:pt x="4006" y="1910"/>
                  </a:cubicBezTo>
                  <a:cubicBezTo>
                    <a:pt x="4006" y="1910"/>
                    <a:pt x="4158" y="1767"/>
                    <a:pt x="4470" y="1758"/>
                  </a:cubicBezTo>
                  <a:cubicBezTo>
                    <a:pt x="4490" y="1757"/>
                    <a:pt x="4510" y="1756"/>
                    <a:pt x="4530" y="1756"/>
                  </a:cubicBezTo>
                  <a:cubicBezTo>
                    <a:pt x="4861" y="1756"/>
                    <a:pt x="5140" y="1895"/>
                    <a:pt x="5308" y="2106"/>
                  </a:cubicBezTo>
                  <a:cubicBezTo>
                    <a:pt x="5308" y="2106"/>
                    <a:pt x="5237" y="1776"/>
                    <a:pt x="4871" y="1606"/>
                  </a:cubicBezTo>
                  <a:cubicBezTo>
                    <a:pt x="4746" y="1550"/>
                    <a:pt x="4598" y="1531"/>
                    <a:pt x="4455" y="1531"/>
                  </a:cubicBezTo>
                  <a:cubicBezTo>
                    <a:pt x="4170" y="1531"/>
                    <a:pt x="3908" y="1606"/>
                    <a:pt x="3908" y="1606"/>
                  </a:cubicBezTo>
                  <a:cubicBezTo>
                    <a:pt x="3908" y="1606"/>
                    <a:pt x="4149" y="1330"/>
                    <a:pt x="4702" y="1232"/>
                  </a:cubicBezTo>
                  <a:cubicBezTo>
                    <a:pt x="4702" y="1232"/>
                    <a:pt x="4645" y="1226"/>
                    <a:pt x="4555" y="1226"/>
                  </a:cubicBezTo>
                  <a:cubicBezTo>
                    <a:pt x="4419" y="1226"/>
                    <a:pt x="4209" y="1239"/>
                    <a:pt x="4006" y="1303"/>
                  </a:cubicBezTo>
                  <a:cubicBezTo>
                    <a:pt x="4006" y="1303"/>
                    <a:pt x="4283" y="937"/>
                    <a:pt x="5077" y="910"/>
                  </a:cubicBezTo>
                  <a:cubicBezTo>
                    <a:pt x="5077" y="910"/>
                    <a:pt x="4922" y="853"/>
                    <a:pt x="4632" y="853"/>
                  </a:cubicBezTo>
                  <a:cubicBezTo>
                    <a:pt x="4560" y="853"/>
                    <a:pt x="4479" y="857"/>
                    <a:pt x="4390" y="866"/>
                  </a:cubicBezTo>
                  <a:cubicBezTo>
                    <a:pt x="3935" y="902"/>
                    <a:pt x="3640" y="1142"/>
                    <a:pt x="3640" y="1142"/>
                  </a:cubicBezTo>
                  <a:cubicBezTo>
                    <a:pt x="3640" y="1142"/>
                    <a:pt x="3979" y="687"/>
                    <a:pt x="4506" y="527"/>
                  </a:cubicBezTo>
                  <a:lnTo>
                    <a:pt x="4506" y="527"/>
                  </a:lnTo>
                  <a:cubicBezTo>
                    <a:pt x="4505" y="527"/>
                    <a:pt x="3685" y="527"/>
                    <a:pt x="3266" y="1098"/>
                  </a:cubicBezTo>
                  <a:cubicBezTo>
                    <a:pt x="3266" y="1098"/>
                    <a:pt x="3382" y="500"/>
                    <a:pt x="4006" y="72"/>
                  </a:cubicBezTo>
                  <a:lnTo>
                    <a:pt x="4006" y="72"/>
                  </a:lnTo>
                  <a:cubicBezTo>
                    <a:pt x="4006" y="72"/>
                    <a:pt x="3444" y="259"/>
                    <a:pt x="3096" y="839"/>
                  </a:cubicBezTo>
                  <a:cubicBezTo>
                    <a:pt x="3096" y="839"/>
                    <a:pt x="3159" y="473"/>
                    <a:pt x="3283" y="1"/>
                  </a:cubicBezTo>
                  <a:lnTo>
                    <a:pt x="3283" y="1"/>
                  </a:lnTo>
                  <a:cubicBezTo>
                    <a:pt x="3283" y="1"/>
                    <a:pt x="2837" y="295"/>
                    <a:pt x="2695" y="919"/>
                  </a:cubicBezTo>
                  <a:cubicBezTo>
                    <a:pt x="2552" y="295"/>
                    <a:pt x="2106" y="1"/>
                    <a:pt x="2106" y="1"/>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112"/>
            <p:cNvSpPr/>
            <p:nvPr/>
          </p:nvSpPr>
          <p:spPr>
            <a:xfrm>
              <a:off x="4310688" y="3022281"/>
              <a:ext cx="169309" cy="132633"/>
            </a:xfrm>
            <a:custGeom>
              <a:rect b="b" l="l" r="r" t="t"/>
              <a:pathLst>
                <a:path extrusionOk="0" h="2517" w="3213">
                  <a:moveTo>
                    <a:pt x="1955" y="1"/>
                  </a:moveTo>
                  <a:cubicBezTo>
                    <a:pt x="1954" y="1"/>
                    <a:pt x="1687" y="179"/>
                    <a:pt x="1607" y="554"/>
                  </a:cubicBezTo>
                  <a:cubicBezTo>
                    <a:pt x="1517" y="179"/>
                    <a:pt x="1250" y="1"/>
                    <a:pt x="1250" y="1"/>
                  </a:cubicBezTo>
                  <a:lnTo>
                    <a:pt x="1250" y="1"/>
                  </a:lnTo>
                  <a:cubicBezTo>
                    <a:pt x="1330" y="286"/>
                    <a:pt x="1366" y="500"/>
                    <a:pt x="1366" y="500"/>
                  </a:cubicBezTo>
                  <a:cubicBezTo>
                    <a:pt x="1152" y="161"/>
                    <a:pt x="822" y="45"/>
                    <a:pt x="822" y="45"/>
                  </a:cubicBezTo>
                  <a:lnTo>
                    <a:pt x="822" y="45"/>
                  </a:lnTo>
                  <a:cubicBezTo>
                    <a:pt x="1196" y="304"/>
                    <a:pt x="1259" y="661"/>
                    <a:pt x="1259" y="661"/>
                  </a:cubicBezTo>
                  <a:cubicBezTo>
                    <a:pt x="1009" y="322"/>
                    <a:pt x="527" y="313"/>
                    <a:pt x="527" y="313"/>
                  </a:cubicBezTo>
                  <a:lnTo>
                    <a:pt x="527" y="313"/>
                  </a:lnTo>
                  <a:cubicBezTo>
                    <a:pt x="839" y="411"/>
                    <a:pt x="1045" y="688"/>
                    <a:pt x="1045" y="688"/>
                  </a:cubicBezTo>
                  <a:cubicBezTo>
                    <a:pt x="1045" y="688"/>
                    <a:pt x="866" y="545"/>
                    <a:pt x="590" y="518"/>
                  </a:cubicBezTo>
                  <a:cubicBezTo>
                    <a:pt x="536" y="513"/>
                    <a:pt x="488" y="511"/>
                    <a:pt x="444" y="511"/>
                  </a:cubicBezTo>
                  <a:cubicBezTo>
                    <a:pt x="271" y="511"/>
                    <a:pt x="179" y="545"/>
                    <a:pt x="179" y="545"/>
                  </a:cubicBezTo>
                  <a:cubicBezTo>
                    <a:pt x="661" y="563"/>
                    <a:pt x="822" y="777"/>
                    <a:pt x="822" y="777"/>
                  </a:cubicBezTo>
                  <a:cubicBezTo>
                    <a:pt x="711" y="743"/>
                    <a:pt x="601" y="736"/>
                    <a:pt x="522" y="736"/>
                  </a:cubicBezTo>
                  <a:cubicBezTo>
                    <a:pt x="455" y="736"/>
                    <a:pt x="411" y="741"/>
                    <a:pt x="411" y="741"/>
                  </a:cubicBezTo>
                  <a:cubicBezTo>
                    <a:pt x="732" y="795"/>
                    <a:pt x="875" y="964"/>
                    <a:pt x="875" y="964"/>
                  </a:cubicBezTo>
                  <a:cubicBezTo>
                    <a:pt x="875" y="964"/>
                    <a:pt x="720" y="917"/>
                    <a:pt x="551" y="917"/>
                  </a:cubicBezTo>
                  <a:cubicBezTo>
                    <a:pt x="467" y="917"/>
                    <a:pt x="378" y="929"/>
                    <a:pt x="304" y="964"/>
                  </a:cubicBezTo>
                  <a:cubicBezTo>
                    <a:pt x="90" y="1062"/>
                    <a:pt x="45" y="1259"/>
                    <a:pt x="45" y="1259"/>
                  </a:cubicBezTo>
                  <a:cubicBezTo>
                    <a:pt x="147" y="1132"/>
                    <a:pt x="313" y="1053"/>
                    <a:pt x="513" y="1053"/>
                  </a:cubicBezTo>
                  <a:cubicBezTo>
                    <a:pt x="523" y="1053"/>
                    <a:pt x="534" y="1053"/>
                    <a:pt x="545" y="1053"/>
                  </a:cubicBezTo>
                  <a:cubicBezTo>
                    <a:pt x="732" y="1053"/>
                    <a:pt x="822" y="1143"/>
                    <a:pt x="822" y="1143"/>
                  </a:cubicBezTo>
                  <a:cubicBezTo>
                    <a:pt x="822" y="1143"/>
                    <a:pt x="758" y="1130"/>
                    <a:pt x="663" y="1130"/>
                  </a:cubicBezTo>
                  <a:cubicBezTo>
                    <a:pt x="560" y="1130"/>
                    <a:pt x="421" y="1145"/>
                    <a:pt x="286" y="1205"/>
                  </a:cubicBezTo>
                  <a:cubicBezTo>
                    <a:pt x="37" y="1312"/>
                    <a:pt x="1" y="1517"/>
                    <a:pt x="1" y="1517"/>
                  </a:cubicBezTo>
                  <a:cubicBezTo>
                    <a:pt x="170" y="1330"/>
                    <a:pt x="465" y="1294"/>
                    <a:pt x="465" y="1294"/>
                  </a:cubicBezTo>
                  <a:lnTo>
                    <a:pt x="465" y="1294"/>
                  </a:lnTo>
                  <a:cubicBezTo>
                    <a:pt x="81" y="1482"/>
                    <a:pt x="19" y="1812"/>
                    <a:pt x="19" y="1812"/>
                  </a:cubicBezTo>
                  <a:cubicBezTo>
                    <a:pt x="144" y="1678"/>
                    <a:pt x="384" y="1607"/>
                    <a:pt x="384" y="1607"/>
                  </a:cubicBezTo>
                  <a:lnTo>
                    <a:pt x="384" y="1607"/>
                  </a:lnTo>
                  <a:cubicBezTo>
                    <a:pt x="126" y="1803"/>
                    <a:pt x="54" y="2079"/>
                    <a:pt x="54" y="2079"/>
                  </a:cubicBezTo>
                  <a:cubicBezTo>
                    <a:pt x="215" y="1847"/>
                    <a:pt x="518" y="1740"/>
                    <a:pt x="518" y="1740"/>
                  </a:cubicBezTo>
                  <a:lnTo>
                    <a:pt x="518" y="1740"/>
                  </a:lnTo>
                  <a:cubicBezTo>
                    <a:pt x="393" y="1901"/>
                    <a:pt x="349" y="2115"/>
                    <a:pt x="349" y="2115"/>
                  </a:cubicBezTo>
                  <a:cubicBezTo>
                    <a:pt x="545" y="1678"/>
                    <a:pt x="893" y="1607"/>
                    <a:pt x="893" y="1607"/>
                  </a:cubicBezTo>
                  <a:lnTo>
                    <a:pt x="893" y="1607"/>
                  </a:lnTo>
                  <a:cubicBezTo>
                    <a:pt x="554" y="1785"/>
                    <a:pt x="500" y="2249"/>
                    <a:pt x="500" y="2249"/>
                  </a:cubicBezTo>
                  <a:cubicBezTo>
                    <a:pt x="661" y="1812"/>
                    <a:pt x="973" y="1678"/>
                    <a:pt x="973" y="1678"/>
                  </a:cubicBezTo>
                  <a:lnTo>
                    <a:pt x="973" y="1678"/>
                  </a:lnTo>
                  <a:cubicBezTo>
                    <a:pt x="634" y="2053"/>
                    <a:pt x="768" y="2472"/>
                    <a:pt x="768" y="2472"/>
                  </a:cubicBezTo>
                  <a:cubicBezTo>
                    <a:pt x="768" y="2106"/>
                    <a:pt x="946" y="1919"/>
                    <a:pt x="946" y="1919"/>
                  </a:cubicBezTo>
                  <a:lnTo>
                    <a:pt x="946" y="1919"/>
                  </a:lnTo>
                  <a:cubicBezTo>
                    <a:pt x="866" y="2124"/>
                    <a:pt x="902" y="2293"/>
                    <a:pt x="902" y="2293"/>
                  </a:cubicBezTo>
                  <a:cubicBezTo>
                    <a:pt x="973" y="1901"/>
                    <a:pt x="1187" y="1749"/>
                    <a:pt x="1187" y="1749"/>
                  </a:cubicBezTo>
                  <a:lnTo>
                    <a:pt x="1187" y="1749"/>
                  </a:lnTo>
                  <a:cubicBezTo>
                    <a:pt x="1062" y="1972"/>
                    <a:pt x="1089" y="2329"/>
                    <a:pt x="1089" y="2329"/>
                  </a:cubicBezTo>
                  <a:cubicBezTo>
                    <a:pt x="1152" y="1928"/>
                    <a:pt x="1357" y="1696"/>
                    <a:pt x="1357" y="1696"/>
                  </a:cubicBezTo>
                  <a:lnTo>
                    <a:pt x="1357" y="1696"/>
                  </a:lnTo>
                  <a:cubicBezTo>
                    <a:pt x="1196" y="2088"/>
                    <a:pt x="1357" y="2517"/>
                    <a:pt x="1357" y="2517"/>
                  </a:cubicBezTo>
                  <a:cubicBezTo>
                    <a:pt x="1303" y="1830"/>
                    <a:pt x="1607" y="1624"/>
                    <a:pt x="1607" y="1624"/>
                  </a:cubicBezTo>
                  <a:cubicBezTo>
                    <a:pt x="1607" y="1624"/>
                    <a:pt x="1901" y="1830"/>
                    <a:pt x="1847" y="2517"/>
                  </a:cubicBezTo>
                  <a:cubicBezTo>
                    <a:pt x="1847" y="2517"/>
                    <a:pt x="2017" y="2088"/>
                    <a:pt x="1856" y="1696"/>
                  </a:cubicBezTo>
                  <a:lnTo>
                    <a:pt x="1856" y="1696"/>
                  </a:lnTo>
                  <a:cubicBezTo>
                    <a:pt x="1856" y="1696"/>
                    <a:pt x="2062" y="1928"/>
                    <a:pt x="2124" y="2329"/>
                  </a:cubicBezTo>
                  <a:cubicBezTo>
                    <a:pt x="2124" y="2329"/>
                    <a:pt x="2151" y="1972"/>
                    <a:pt x="2017" y="1749"/>
                  </a:cubicBezTo>
                  <a:lnTo>
                    <a:pt x="2017" y="1749"/>
                  </a:lnTo>
                  <a:cubicBezTo>
                    <a:pt x="2017" y="1749"/>
                    <a:pt x="2231" y="1901"/>
                    <a:pt x="2302" y="2293"/>
                  </a:cubicBezTo>
                  <a:cubicBezTo>
                    <a:pt x="2302" y="2293"/>
                    <a:pt x="2338" y="2124"/>
                    <a:pt x="2267" y="1919"/>
                  </a:cubicBezTo>
                  <a:lnTo>
                    <a:pt x="2267" y="1919"/>
                  </a:lnTo>
                  <a:cubicBezTo>
                    <a:pt x="2267" y="1919"/>
                    <a:pt x="2436" y="2106"/>
                    <a:pt x="2436" y="2472"/>
                  </a:cubicBezTo>
                  <a:cubicBezTo>
                    <a:pt x="2436" y="2472"/>
                    <a:pt x="2570" y="2053"/>
                    <a:pt x="2240" y="1678"/>
                  </a:cubicBezTo>
                  <a:lnTo>
                    <a:pt x="2240" y="1678"/>
                  </a:lnTo>
                  <a:cubicBezTo>
                    <a:pt x="2240" y="1678"/>
                    <a:pt x="2552" y="1812"/>
                    <a:pt x="2713" y="2249"/>
                  </a:cubicBezTo>
                  <a:cubicBezTo>
                    <a:pt x="2713" y="2249"/>
                    <a:pt x="2659" y="1785"/>
                    <a:pt x="2311" y="1607"/>
                  </a:cubicBezTo>
                  <a:lnTo>
                    <a:pt x="2311" y="1607"/>
                  </a:lnTo>
                  <a:cubicBezTo>
                    <a:pt x="2311" y="1607"/>
                    <a:pt x="2668" y="1678"/>
                    <a:pt x="2856" y="2115"/>
                  </a:cubicBezTo>
                  <a:cubicBezTo>
                    <a:pt x="2856" y="2115"/>
                    <a:pt x="2820" y="1901"/>
                    <a:pt x="2695" y="1740"/>
                  </a:cubicBezTo>
                  <a:lnTo>
                    <a:pt x="2695" y="1740"/>
                  </a:lnTo>
                  <a:cubicBezTo>
                    <a:pt x="2695" y="1740"/>
                    <a:pt x="2989" y="1847"/>
                    <a:pt x="3159" y="2079"/>
                  </a:cubicBezTo>
                  <a:cubicBezTo>
                    <a:pt x="3159" y="2079"/>
                    <a:pt x="3079" y="1803"/>
                    <a:pt x="2829" y="1607"/>
                  </a:cubicBezTo>
                  <a:lnTo>
                    <a:pt x="2829" y="1607"/>
                  </a:lnTo>
                  <a:cubicBezTo>
                    <a:pt x="2829" y="1607"/>
                    <a:pt x="3070" y="1678"/>
                    <a:pt x="3195" y="1812"/>
                  </a:cubicBezTo>
                  <a:cubicBezTo>
                    <a:pt x="3195" y="1812"/>
                    <a:pt x="3132" y="1482"/>
                    <a:pt x="2740" y="1294"/>
                  </a:cubicBezTo>
                  <a:lnTo>
                    <a:pt x="2740" y="1294"/>
                  </a:lnTo>
                  <a:cubicBezTo>
                    <a:pt x="2740" y="1294"/>
                    <a:pt x="3043" y="1330"/>
                    <a:pt x="3212" y="1517"/>
                  </a:cubicBezTo>
                  <a:cubicBezTo>
                    <a:pt x="3212" y="1517"/>
                    <a:pt x="3177" y="1312"/>
                    <a:pt x="2927" y="1205"/>
                  </a:cubicBezTo>
                  <a:cubicBezTo>
                    <a:pt x="2792" y="1145"/>
                    <a:pt x="2653" y="1130"/>
                    <a:pt x="2550" y="1130"/>
                  </a:cubicBezTo>
                  <a:cubicBezTo>
                    <a:pt x="2455" y="1130"/>
                    <a:pt x="2392" y="1143"/>
                    <a:pt x="2392" y="1143"/>
                  </a:cubicBezTo>
                  <a:cubicBezTo>
                    <a:pt x="2392" y="1143"/>
                    <a:pt x="2481" y="1053"/>
                    <a:pt x="2668" y="1053"/>
                  </a:cubicBezTo>
                  <a:cubicBezTo>
                    <a:pt x="2679" y="1053"/>
                    <a:pt x="2690" y="1053"/>
                    <a:pt x="2700" y="1053"/>
                  </a:cubicBezTo>
                  <a:cubicBezTo>
                    <a:pt x="2900" y="1053"/>
                    <a:pt x="3066" y="1132"/>
                    <a:pt x="3168" y="1259"/>
                  </a:cubicBezTo>
                  <a:cubicBezTo>
                    <a:pt x="3168" y="1259"/>
                    <a:pt x="3123" y="1062"/>
                    <a:pt x="2900" y="964"/>
                  </a:cubicBezTo>
                  <a:cubicBezTo>
                    <a:pt x="2826" y="929"/>
                    <a:pt x="2738" y="917"/>
                    <a:pt x="2653" y="917"/>
                  </a:cubicBezTo>
                  <a:cubicBezTo>
                    <a:pt x="2484" y="917"/>
                    <a:pt x="2329" y="964"/>
                    <a:pt x="2329" y="964"/>
                  </a:cubicBezTo>
                  <a:cubicBezTo>
                    <a:pt x="2329" y="964"/>
                    <a:pt x="2472" y="795"/>
                    <a:pt x="2802" y="741"/>
                  </a:cubicBezTo>
                  <a:cubicBezTo>
                    <a:pt x="2802" y="741"/>
                    <a:pt x="2756" y="736"/>
                    <a:pt x="2688" y="736"/>
                  </a:cubicBezTo>
                  <a:cubicBezTo>
                    <a:pt x="2608" y="736"/>
                    <a:pt x="2497" y="743"/>
                    <a:pt x="2392" y="777"/>
                  </a:cubicBezTo>
                  <a:cubicBezTo>
                    <a:pt x="2392" y="777"/>
                    <a:pt x="2552" y="563"/>
                    <a:pt x="3025" y="545"/>
                  </a:cubicBezTo>
                  <a:cubicBezTo>
                    <a:pt x="3025" y="545"/>
                    <a:pt x="2934" y="511"/>
                    <a:pt x="2760" y="511"/>
                  </a:cubicBezTo>
                  <a:cubicBezTo>
                    <a:pt x="2717" y="511"/>
                    <a:pt x="2668" y="513"/>
                    <a:pt x="2615" y="518"/>
                  </a:cubicBezTo>
                  <a:cubicBezTo>
                    <a:pt x="2347" y="545"/>
                    <a:pt x="2169" y="688"/>
                    <a:pt x="2169" y="688"/>
                  </a:cubicBezTo>
                  <a:cubicBezTo>
                    <a:pt x="2169" y="688"/>
                    <a:pt x="2374" y="411"/>
                    <a:pt x="2686" y="313"/>
                  </a:cubicBezTo>
                  <a:lnTo>
                    <a:pt x="2686" y="313"/>
                  </a:lnTo>
                  <a:cubicBezTo>
                    <a:pt x="2686" y="313"/>
                    <a:pt x="2195" y="322"/>
                    <a:pt x="1946" y="661"/>
                  </a:cubicBezTo>
                  <a:cubicBezTo>
                    <a:pt x="1946" y="661"/>
                    <a:pt x="2017" y="304"/>
                    <a:pt x="2392" y="45"/>
                  </a:cubicBezTo>
                  <a:lnTo>
                    <a:pt x="2392" y="45"/>
                  </a:lnTo>
                  <a:cubicBezTo>
                    <a:pt x="2392" y="45"/>
                    <a:pt x="2053" y="161"/>
                    <a:pt x="1847" y="500"/>
                  </a:cubicBezTo>
                  <a:cubicBezTo>
                    <a:pt x="1847" y="500"/>
                    <a:pt x="1883" y="286"/>
                    <a:pt x="1955"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1" name="Google Shape;7051;p112"/>
          <p:cNvGrpSpPr/>
          <p:nvPr/>
        </p:nvGrpSpPr>
        <p:grpSpPr>
          <a:xfrm>
            <a:off x="5596745" y="4042879"/>
            <a:ext cx="3640486" cy="1607892"/>
            <a:chOff x="5913356" y="2221642"/>
            <a:chExt cx="537881" cy="237545"/>
          </a:xfrm>
        </p:grpSpPr>
        <p:sp>
          <p:nvSpPr>
            <p:cNvPr id="7052" name="Google Shape;7052;p112"/>
            <p:cNvSpPr/>
            <p:nvPr/>
          </p:nvSpPr>
          <p:spPr>
            <a:xfrm>
              <a:off x="6119392" y="2269913"/>
              <a:ext cx="175329" cy="148777"/>
            </a:xfrm>
            <a:custGeom>
              <a:rect b="b" l="l" r="r" t="t"/>
              <a:pathLst>
                <a:path extrusionOk="0" h="4096" w="4827">
                  <a:moveTo>
                    <a:pt x="3381" y="0"/>
                  </a:moveTo>
                  <a:lnTo>
                    <a:pt x="3381" y="0"/>
                  </a:lnTo>
                  <a:cubicBezTo>
                    <a:pt x="3381" y="0"/>
                    <a:pt x="2757" y="322"/>
                    <a:pt x="2605" y="1356"/>
                  </a:cubicBezTo>
                  <a:cubicBezTo>
                    <a:pt x="2605" y="1356"/>
                    <a:pt x="2418" y="616"/>
                    <a:pt x="2436" y="223"/>
                  </a:cubicBezTo>
                  <a:lnTo>
                    <a:pt x="2436" y="223"/>
                  </a:lnTo>
                  <a:cubicBezTo>
                    <a:pt x="2436" y="224"/>
                    <a:pt x="2204" y="589"/>
                    <a:pt x="2239" y="1321"/>
                  </a:cubicBezTo>
                  <a:cubicBezTo>
                    <a:pt x="1874" y="687"/>
                    <a:pt x="1481" y="500"/>
                    <a:pt x="1481" y="500"/>
                  </a:cubicBezTo>
                  <a:lnTo>
                    <a:pt x="1481" y="500"/>
                  </a:lnTo>
                  <a:cubicBezTo>
                    <a:pt x="1713" y="821"/>
                    <a:pt x="1954" y="1553"/>
                    <a:pt x="1954" y="1553"/>
                  </a:cubicBezTo>
                  <a:cubicBezTo>
                    <a:pt x="1360" y="867"/>
                    <a:pt x="760" y="820"/>
                    <a:pt x="608" y="820"/>
                  </a:cubicBezTo>
                  <a:cubicBezTo>
                    <a:pt x="584" y="820"/>
                    <a:pt x="571" y="821"/>
                    <a:pt x="571" y="821"/>
                  </a:cubicBezTo>
                  <a:cubicBezTo>
                    <a:pt x="1249" y="1267"/>
                    <a:pt x="1544" y="1731"/>
                    <a:pt x="1544" y="1731"/>
                  </a:cubicBezTo>
                  <a:cubicBezTo>
                    <a:pt x="1318" y="1609"/>
                    <a:pt x="1073" y="1569"/>
                    <a:pt x="851" y="1569"/>
                  </a:cubicBezTo>
                  <a:cubicBezTo>
                    <a:pt x="441" y="1569"/>
                    <a:pt x="107" y="1704"/>
                    <a:pt x="107" y="1704"/>
                  </a:cubicBezTo>
                  <a:cubicBezTo>
                    <a:pt x="126" y="1704"/>
                    <a:pt x="144" y="1703"/>
                    <a:pt x="163" y="1703"/>
                  </a:cubicBezTo>
                  <a:cubicBezTo>
                    <a:pt x="716" y="1703"/>
                    <a:pt x="1276" y="1954"/>
                    <a:pt x="1276" y="1954"/>
                  </a:cubicBezTo>
                  <a:cubicBezTo>
                    <a:pt x="455" y="2017"/>
                    <a:pt x="0" y="2471"/>
                    <a:pt x="0" y="2471"/>
                  </a:cubicBezTo>
                  <a:cubicBezTo>
                    <a:pt x="609" y="2283"/>
                    <a:pt x="1035" y="2265"/>
                    <a:pt x="1174" y="2265"/>
                  </a:cubicBezTo>
                  <a:cubicBezTo>
                    <a:pt x="1206" y="2265"/>
                    <a:pt x="1222" y="2266"/>
                    <a:pt x="1222" y="2266"/>
                  </a:cubicBezTo>
                  <a:cubicBezTo>
                    <a:pt x="553" y="2543"/>
                    <a:pt x="411" y="3042"/>
                    <a:pt x="411" y="3042"/>
                  </a:cubicBezTo>
                  <a:cubicBezTo>
                    <a:pt x="687" y="2784"/>
                    <a:pt x="1329" y="2534"/>
                    <a:pt x="1329" y="2534"/>
                  </a:cubicBezTo>
                  <a:lnTo>
                    <a:pt x="1329" y="2534"/>
                  </a:lnTo>
                  <a:cubicBezTo>
                    <a:pt x="812" y="3007"/>
                    <a:pt x="616" y="3569"/>
                    <a:pt x="616" y="3569"/>
                  </a:cubicBezTo>
                  <a:cubicBezTo>
                    <a:pt x="865" y="3221"/>
                    <a:pt x="1436" y="2811"/>
                    <a:pt x="1436" y="2810"/>
                  </a:cubicBezTo>
                  <a:lnTo>
                    <a:pt x="1436" y="2810"/>
                  </a:lnTo>
                  <a:cubicBezTo>
                    <a:pt x="1026" y="3337"/>
                    <a:pt x="1026" y="4095"/>
                    <a:pt x="1026" y="4095"/>
                  </a:cubicBezTo>
                  <a:cubicBezTo>
                    <a:pt x="1205" y="3747"/>
                    <a:pt x="1606" y="3489"/>
                    <a:pt x="1606" y="3488"/>
                  </a:cubicBezTo>
                  <a:lnTo>
                    <a:pt x="1606" y="3488"/>
                  </a:lnTo>
                  <a:cubicBezTo>
                    <a:pt x="1445" y="3783"/>
                    <a:pt x="1401" y="4086"/>
                    <a:pt x="1401" y="4086"/>
                  </a:cubicBezTo>
                  <a:cubicBezTo>
                    <a:pt x="1793" y="3390"/>
                    <a:pt x="2266" y="3158"/>
                    <a:pt x="2266" y="3158"/>
                  </a:cubicBezTo>
                  <a:lnTo>
                    <a:pt x="2266" y="3158"/>
                  </a:lnTo>
                  <a:cubicBezTo>
                    <a:pt x="2168" y="3444"/>
                    <a:pt x="2204" y="3926"/>
                    <a:pt x="2204" y="3926"/>
                  </a:cubicBezTo>
                  <a:cubicBezTo>
                    <a:pt x="2284" y="3381"/>
                    <a:pt x="2766" y="3105"/>
                    <a:pt x="2766" y="3105"/>
                  </a:cubicBezTo>
                  <a:cubicBezTo>
                    <a:pt x="2766" y="3105"/>
                    <a:pt x="2773" y="3105"/>
                    <a:pt x="2787" y="3105"/>
                  </a:cubicBezTo>
                  <a:cubicBezTo>
                    <a:pt x="2891" y="3105"/>
                    <a:pt x="3361" y="3125"/>
                    <a:pt x="3685" y="3488"/>
                  </a:cubicBezTo>
                  <a:cubicBezTo>
                    <a:pt x="3685" y="3488"/>
                    <a:pt x="3453" y="3069"/>
                    <a:pt x="3221" y="2882"/>
                  </a:cubicBezTo>
                  <a:cubicBezTo>
                    <a:pt x="3221" y="2882"/>
                    <a:pt x="3254" y="2878"/>
                    <a:pt x="3316" y="2878"/>
                  </a:cubicBezTo>
                  <a:cubicBezTo>
                    <a:pt x="3497" y="2878"/>
                    <a:pt x="3920" y="2913"/>
                    <a:pt x="4452" y="3185"/>
                  </a:cubicBezTo>
                  <a:cubicBezTo>
                    <a:pt x="4452" y="3185"/>
                    <a:pt x="4247" y="2953"/>
                    <a:pt x="3952" y="2793"/>
                  </a:cubicBezTo>
                  <a:lnTo>
                    <a:pt x="3952" y="2793"/>
                  </a:lnTo>
                  <a:cubicBezTo>
                    <a:pt x="3952" y="2793"/>
                    <a:pt x="4425" y="2793"/>
                    <a:pt x="4764" y="2989"/>
                  </a:cubicBezTo>
                  <a:cubicBezTo>
                    <a:pt x="4764" y="2989"/>
                    <a:pt x="4363" y="2364"/>
                    <a:pt x="3720" y="2132"/>
                  </a:cubicBezTo>
                  <a:lnTo>
                    <a:pt x="3720" y="2132"/>
                  </a:lnTo>
                  <a:cubicBezTo>
                    <a:pt x="3720" y="2133"/>
                    <a:pt x="4434" y="2177"/>
                    <a:pt x="4826" y="2338"/>
                  </a:cubicBezTo>
                  <a:cubicBezTo>
                    <a:pt x="4826" y="2338"/>
                    <a:pt x="4354" y="1963"/>
                    <a:pt x="3658" y="1847"/>
                  </a:cubicBezTo>
                  <a:cubicBezTo>
                    <a:pt x="3658" y="1847"/>
                    <a:pt x="4086" y="1764"/>
                    <a:pt x="4451" y="1764"/>
                  </a:cubicBezTo>
                  <a:cubicBezTo>
                    <a:pt x="4548" y="1764"/>
                    <a:pt x="4641" y="1770"/>
                    <a:pt x="4719" y="1785"/>
                  </a:cubicBezTo>
                  <a:cubicBezTo>
                    <a:pt x="4719" y="1785"/>
                    <a:pt x="4443" y="1540"/>
                    <a:pt x="3933" y="1540"/>
                  </a:cubicBezTo>
                  <a:cubicBezTo>
                    <a:pt x="3835" y="1540"/>
                    <a:pt x="3728" y="1549"/>
                    <a:pt x="3613" y="1570"/>
                  </a:cubicBezTo>
                  <a:cubicBezTo>
                    <a:pt x="3613" y="1570"/>
                    <a:pt x="3997" y="1285"/>
                    <a:pt x="4746" y="1071"/>
                  </a:cubicBezTo>
                  <a:cubicBezTo>
                    <a:pt x="4746" y="1071"/>
                    <a:pt x="4642" y="1049"/>
                    <a:pt x="4471" y="1049"/>
                  </a:cubicBezTo>
                  <a:cubicBezTo>
                    <a:pt x="4219" y="1049"/>
                    <a:pt x="3823" y="1096"/>
                    <a:pt x="3399" y="1330"/>
                  </a:cubicBezTo>
                  <a:cubicBezTo>
                    <a:pt x="3399" y="1330"/>
                    <a:pt x="3756" y="777"/>
                    <a:pt x="4247" y="482"/>
                  </a:cubicBezTo>
                  <a:lnTo>
                    <a:pt x="4247" y="482"/>
                  </a:lnTo>
                  <a:cubicBezTo>
                    <a:pt x="4246" y="482"/>
                    <a:pt x="3408" y="652"/>
                    <a:pt x="3051" y="1294"/>
                  </a:cubicBezTo>
                  <a:cubicBezTo>
                    <a:pt x="3051" y="1294"/>
                    <a:pt x="3051" y="732"/>
                    <a:pt x="338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112"/>
            <p:cNvSpPr/>
            <p:nvPr/>
          </p:nvSpPr>
          <p:spPr>
            <a:xfrm>
              <a:off x="6167009" y="2322397"/>
              <a:ext cx="91424" cy="77476"/>
            </a:xfrm>
            <a:custGeom>
              <a:rect b="b" l="l" r="r" t="t"/>
              <a:pathLst>
                <a:path extrusionOk="0" h="2133" w="2517">
                  <a:moveTo>
                    <a:pt x="1758" y="1"/>
                  </a:moveTo>
                  <a:cubicBezTo>
                    <a:pt x="1758" y="1"/>
                    <a:pt x="1437" y="170"/>
                    <a:pt x="1357" y="705"/>
                  </a:cubicBezTo>
                  <a:cubicBezTo>
                    <a:pt x="1357" y="705"/>
                    <a:pt x="1258" y="313"/>
                    <a:pt x="1267" y="108"/>
                  </a:cubicBezTo>
                  <a:lnTo>
                    <a:pt x="1267" y="108"/>
                  </a:lnTo>
                  <a:cubicBezTo>
                    <a:pt x="1267" y="108"/>
                    <a:pt x="1151" y="304"/>
                    <a:pt x="1169" y="687"/>
                  </a:cubicBezTo>
                  <a:cubicBezTo>
                    <a:pt x="973" y="357"/>
                    <a:pt x="777" y="259"/>
                    <a:pt x="777" y="259"/>
                  </a:cubicBezTo>
                  <a:lnTo>
                    <a:pt x="777" y="259"/>
                  </a:lnTo>
                  <a:cubicBezTo>
                    <a:pt x="893" y="420"/>
                    <a:pt x="1018" y="803"/>
                    <a:pt x="1018" y="803"/>
                  </a:cubicBezTo>
                  <a:cubicBezTo>
                    <a:pt x="714" y="454"/>
                    <a:pt x="410" y="428"/>
                    <a:pt x="326" y="428"/>
                  </a:cubicBezTo>
                  <a:cubicBezTo>
                    <a:pt x="312" y="428"/>
                    <a:pt x="304" y="429"/>
                    <a:pt x="304" y="429"/>
                  </a:cubicBezTo>
                  <a:cubicBezTo>
                    <a:pt x="652" y="661"/>
                    <a:pt x="803" y="902"/>
                    <a:pt x="803" y="902"/>
                  </a:cubicBezTo>
                  <a:cubicBezTo>
                    <a:pt x="686" y="835"/>
                    <a:pt x="557" y="813"/>
                    <a:pt x="440" y="813"/>
                  </a:cubicBezTo>
                  <a:cubicBezTo>
                    <a:pt x="228" y="813"/>
                    <a:pt x="54" y="884"/>
                    <a:pt x="54" y="884"/>
                  </a:cubicBezTo>
                  <a:cubicBezTo>
                    <a:pt x="63" y="883"/>
                    <a:pt x="72" y="883"/>
                    <a:pt x="81" y="883"/>
                  </a:cubicBezTo>
                  <a:cubicBezTo>
                    <a:pt x="367" y="883"/>
                    <a:pt x="661" y="1018"/>
                    <a:pt x="661" y="1018"/>
                  </a:cubicBezTo>
                  <a:cubicBezTo>
                    <a:pt x="241" y="1044"/>
                    <a:pt x="1" y="1285"/>
                    <a:pt x="1" y="1285"/>
                  </a:cubicBezTo>
                  <a:cubicBezTo>
                    <a:pt x="341" y="1185"/>
                    <a:pt x="574" y="1178"/>
                    <a:pt x="630" y="1178"/>
                  </a:cubicBezTo>
                  <a:cubicBezTo>
                    <a:pt x="638" y="1178"/>
                    <a:pt x="643" y="1178"/>
                    <a:pt x="643" y="1178"/>
                  </a:cubicBezTo>
                  <a:cubicBezTo>
                    <a:pt x="286" y="1321"/>
                    <a:pt x="215" y="1589"/>
                    <a:pt x="215" y="1589"/>
                  </a:cubicBezTo>
                  <a:cubicBezTo>
                    <a:pt x="357" y="1446"/>
                    <a:pt x="696" y="1312"/>
                    <a:pt x="696" y="1312"/>
                  </a:cubicBezTo>
                  <a:lnTo>
                    <a:pt x="696" y="1312"/>
                  </a:lnTo>
                  <a:cubicBezTo>
                    <a:pt x="429" y="1562"/>
                    <a:pt x="322" y="1856"/>
                    <a:pt x="322" y="1856"/>
                  </a:cubicBezTo>
                  <a:cubicBezTo>
                    <a:pt x="447" y="1678"/>
                    <a:pt x="750" y="1464"/>
                    <a:pt x="750" y="1464"/>
                  </a:cubicBezTo>
                  <a:lnTo>
                    <a:pt x="750" y="1464"/>
                  </a:lnTo>
                  <a:cubicBezTo>
                    <a:pt x="536" y="1740"/>
                    <a:pt x="536" y="2133"/>
                    <a:pt x="536" y="2133"/>
                  </a:cubicBezTo>
                  <a:cubicBezTo>
                    <a:pt x="625" y="1945"/>
                    <a:pt x="839" y="1812"/>
                    <a:pt x="839" y="1812"/>
                  </a:cubicBezTo>
                  <a:lnTo>
                    <a:pt x="839" y="1812"/>
                  </a:lnTo>
                  <a:cubicBezTo>
                    <a:pt x="750" y="1963"/>
                    <a:pt x="732" y="2124"/>
                    <a:pt x="732" y="2124"/>
                  </a:cubicBezTo>
                  <a:cubicBezTo>
                    <a:pt x="937" y="1767"/>
                    <a:pt x="1178" y="1642"/>
                    <a:pt x="1178" y="1642"/>
                  </a:cubicBezTo>
                  <a:lnTo>
                    <a:pt x="1178" y="1642"/>
                  </a:lnTo>
                  <a:cubicBezTo>
                    <a:pt x="1134" y="1794"/>
                    <a:pt x="1151" y="2043"/>
                    <a:pt x="1151" y="2043"/>
                  </a:cubicBezTo>
                  <a:cubicBezTo>
                    <a:pt x="1196" y="1758"/>
                    <a:pt x="1446" y="1615"/>
                    <a:pt x="1446" y="1615"/>
                  </a:cubicBezTo>
                  <a:cubicBezTo>
                    <a:pt x="1446" y="1615"/>
                    <a:pt x="1452" y="1615"/>
                    <a:pt x="1462" y="1615"/>
                  </a:cubicBezTo>
                  <a:cubicBezTo>
                    <a:pt x="1525" y="1615"/>
                    <a:pt x="1758" y="1628"/>
                    <a:pt x="1919" y="1812"/>
                  </a:cubicBezTo>
                  <a:cubicBezTo>
                    <a:pt x="1919" y="1812"/>
                    <a:pt x="1803" y="1597"/>
                    <a:pt x="1678" y="1499"/>
                  </a:cubicBezTo>
                  <a:cubicBezTo>
                    <a:pt x="1678" y="1499"/>
                    <a:pt x="1697" y="1497"/>
                    <a:pt x="1732" y="1497"/>
                  </a:cubicBezTo>
                  <a:cubicBezTo>
                    <a:pt x="1828" y="1497"/>
                    <a:pt x="2045" y="1516"/>
                    <a:pt x="2320" y="1660"/>
                  </a:cubicBezTo>
                  <a:cubicBezTo>
                    <a:pt x="2320" y="1660"/>
                    <a:pt x="2213" y="1535"/>
                    <a:pt x="2061" y="1455"/>
                  </a:cubicBezTo>
                  <a:lnTo>
                    <a:pt x="2061" y="1455"/>
                  </a:lnTo>
                  <a:cubicBezTo>
                    <a:pt x="2061" y="1455"/>
                    <a:pt x="2311" y="1455"/>
                    <a:pt x="2481" y="1553"/>
                  </a:cubicBezTo>
                  <a:cubicBezTo>
                    <a:pt x="2481" y="1553"/>
                    <a:pt x="2275" y="1223"/>
                    <a:pt x="1945" y="1107"/>
                  </a:cubicBezTo>
                  <a:lnTo>
                    <a:pt x="1945" y="1107"/>
                  </a:lnTo>
                  <a:cubicBezTo>
                    <a:pt x="1945" y="1107"/>
                    <a:pt x="2311" y="1134"/>
                    <a:pt x="2516" y="1214"/>
                  </a:cubicBezTo>
                  <a:cubicBezTo>
                    <a:pt x="2516" y="1214"/>
                    <a:pt x="2267" y="1018"/>
                    <a:pt x="1910" y="955"/>
                  </a:cubicBezTo>
                  <a:cubicBezTo>
                    <a:pt x="1910" y="955"/>
                    <a:pt x="2117" y="914"/>
                    <a:pt x="2298" y="914"/>
                  </a:cubicBezTo>
                  <a:cubicBezTo>
                    <a:pt x="2355" y="914"/>
                    <a:pt x="2409" y="918"/>
                    <a:pt x="2454" y="928"/>
                  </a:cubicBezTo>
                  <a:cubicBezTo>
                    <a:pt x="2454" y="928"/>
                    <a:pt x="2315" y="796"/>
                    <a:pt x="2049" y="796"/>
                  </a:cubicBezTo>
                  <a:cubicBezTo>
                    <a:pt x="1998" y="796"/>
                    <a:pt x="1943" y="801"/>
                    <a:pt x="1883" y="812"/>
                  </a:cubicBezTo>
                  <a:cubicBezTo>
                    <a:pt x="1883" y="812"/>
                    <a:pt x="2079" y="670"/>
                    <a:pt x="2472" y="554"/>
                  </a:cubicBezTo>
                  <a:cubicBezTo>
                    <a:pt x="2472" y="554"/>
                    <a:pt x="2416" y="542"/>
                    <a:pt x="2325" y="542"/>
                  </a:cubicBezTo>
                  <a:cubicBezTo>
                    <a:pt x="2195" y="542"/>
                    <a:pt x="1992" y="566"/>
                    <a:pt x="1776" y="687"/>
                  </a:cubicBezTo>
                  <a:cubicBezTo>
                    <a:pt x="1776" y="687"/>
                    <a:pt x="1963" y="402"/>
                    <a:pt x="2213" y="250"/>
                  </a:cubicBezTo>
                  <a:lnTo>
                    <a:pt x="2213" y="250"/>
                  </a:lnTo>
                  <a:cubicBezTo>
                    <a:pt x="2213" y="250"/>
                    <a:pt x="1776" y="340"/>
                    <a:pt x="1589" y="670"/>
                  </a:cubicBezTo>
                  <a:cubicBezTo>
                    <a:pt x="1589" y="670"/>
                    <a:pt x="1589" y="384"/>
                    <a:pt x="17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112"/>
            <p:cNvSpPr/>
            <p:nvPr/>
          </p:nvSpPr>
          <p:spPr>
            <a:xfrm>
              <a:off x="6297584" y="2236533"/>
              <a:ext cx="139043" cy="121862"/>
            </a:xfrm>
            <a:custGeom>
              <a:rect b="b" l="l" r="r" t="t"/>
              <a:pathLst>
                <a:path extrusionOk="0" h="3355" w="3828">
                  <a:moveTo>
                    <a:pt x="2570" y="1"/>
                  </a:moveTo>
                  <a:lnTo>
                    <a:pt x="2570" y="1"/>
                  </a:lnTo>
                  <a:cubicBezTo>
                    <a:pt x="2570" y="1"/>
                    <a:pt x="2097" y="286"/>
                    <a:pt x="2017" y="1116"/>
                  </a:cubicBezTo>
                  <a:cubicBezTo>
                    <a:pt x="2017" y="1116"/>
                    <a:pt x="1839" y="527"/>
                    <a:pt x="1830" y="215"/>
                  </a:cubicBezTo>
                  <a:cubicBezTo>
                    <a:pt x="1830" y="215"/>
                    <a:pt x="1669" y="518"/>
                    <a:pt x="1731" y="1098"/>
                  </a:cubicBezTo>
                  <a:cubicBezTo>
                    <a:pt x="1410" y="616"/>
                    <a:pt x="1089" y="482"/>
                    <a:pt x="1089" y="482"/>
                  </a:cubicBezTo>
                  <a:lnTo>
                    <a:pt x="1089" y="482"/>
                  </a:lnTo>
                  <a:cubicBezTo>
                    <a:pt x="1285" y="723"/>
                    <a:pt x="1517" y="1294"/>
                    <a:pt x="1517" y="1294"/>
                  </a:cubicBezTo>
                  <a:cubicBezTo>
                    <a:pt x="1055" y="831"/>
                    <a:pt x="620" y="782"/>
                    <a:pt x="454" y="782"/>
                  </a:cubicBezTo>
                  <a:cubicBezTo>
                    <a:pt x="409" y="782"/>
                    <a:pt x="384" y="786"/>
                    <a:pt x="384" y="786"/>
                  </a:cubicBezTo>
                  <a:cubicBezTo>
                    <a:pt x="937" y="1107"/>
                    <a:pt x="1196" y="1464"/>
                    <a:pt x="1196" y="1464"/>
                  </a:cubicBezTo>
                  <a:cubicBezTo>
                    <a:pt x="1036" y="1388"/>
                    <a:pt x="867" y="1361"/>
                    <a:pt x="709" y="1361"/>
                  </a:cubicBezTo>
                  <a:cubicBezTo>
                    <a:pt x="348" y="1361"/>
                    <a:pt x="45" y="1499"/>
                    <a:pt x="45" y="1499"/>
                  </a:cubicBezTo>
                  <a:cubicBezTo>
                    <a:pt x="85" y="1496"/>
                    <a:pt x="125" y="1495"/>
                    <a:pt x="165" y="1495"/>
                  </a:cubicBezTo>
                  <a:cubicBezTo>
                    <a:pt x="582" y="1495"/>
                    <a:pt x="991" y="1651"/>
                    <a:pt x="991" y="1651"/>
                  </a:cubicBezTo>
                  <a:cubicBezTo>
                    <a:pt x="349" y="1731"/>
                    <a:pt x="1" y="2115"/>
                    <a:pt x="1" y="2115"/>
                  </a:cubicBezTo>
                  <a:cubicBezTo>
                    <a:pt x="589" y="1901"/>
                    <a:pt x="964" y="1901"/>
                    <a:pt x="964" y="1901"/>
                  </a:cubicBezTo>
                  <a:lnTo>
                    <a:pt x="964" y="1901"/>
                  </a:lnTo>
                  <a:cubicBezTo>
                    <a:pt x="438" y="2150"/>
                    <a:pt x="349" y="2552"/>
                    <a:pt x="349" y="2552"/>
                  </a:cubicBezTo>
                  <a:cubicBezTo>
                    <a:pt x="563" y="2338"/>
                    <a:pt x="1062" y="2106"/>
                    <a:pt x="1062" y="2106"/>
                  </a:cubicBezTo>
                  <a:lnTo>
                    <a:pt x="1062" y="2106"/>
                  </a:lnTo>
                  <a:cubicBezTo>
                    <a:pt x="670" y="2498"/>
                    <a:pt x="536" y="2962"/>
                    <a:pt x="536" y="2962"/>
                  </a:cubicBezTo>
                  <a:cubicBezTo>
                    <a:pt x="714" y="2677"/>
                    <a:pt x="1160" y="2320"/>
                    <a:pt x="1161" y="2320"/>
                  </a:cubicBezTo>
                  <a:lnTo>
                    <a:pt x="1161" y="2320"/>
                  </a:lnTo>
                  <a:cubicBezTo>
                    <a:pt x="857" y="2757"/>
                    <a:pt x="884" y="3355"/>
                    <a:pt x="884" y="3355"/>
                  </a:cubicBezTo>
                  <a:cubicBezTo>
                    <a:pt x="1009" y="3078"/>
                    <a:pt x="1321" y="2855"/>
                    <a:pt x="1321" y="2855"/>
                  </a:cubicBezTo>
                  <a:lnTo>
                    <a:pt x="1321" y="2855"/>
                  </a:lnTo>
                  <a:cubicBezTo>
                    <a:pt x="1205" y="3087"/>
                    <a:pt x="1178" y="3337"/>
                    <a:pt x="1178" y="3337"/>
                  </a:cubicBezTo>
                  <a:cubicBezTo>
                    <a:pt x="1464" y="2766"/>
                    <a:pt x="1829" y="2561"/>
                    <a:pt x="1830" y="2561"/>
                  </a:cubicBezTo>
                  <a:lnTo>
                    <a:pt x="1830" y="2561"/>
                  </a:lnTo>
                  <a:cubicBezTo>
                    <a:pt x="1767" y="2793"/>
                    <a:pt x="1821" y="3176"/>
                    <a:pt x="1821" y="3176"/>
                  </a:cubicBezTo>
                  <a:cubicBezTo>
                    <a:pt x="1856" y="2739"/>
                    <a:pt x="2222" y="2489"/>
                    <a:pt x="2222" y="2489"/>
                  </a:cubicBezTo>
                  <a:cubicBezTo>
                    <a:pt x="2222" y="2489"/>
                    <a:pt x="2244" y="2487"/>
                    <a:pt x="2282" y="2487"/>
                  </a:cubicBezTo>
                  <a:cubicBezTo>
                    <a:pt x="2413" y="2487"/>
                    <a:pt x="2736" y="2514"/>
                    <a:pt x="2971" y="2757"/>
                  </a:cubicBezTo>
                  <a:cubicBezTo>
                    <a:pt x="2971" y="2757"/>
                    <a:pt x="2766" y="2436"/>
                    <a:pt x="2570" y="2302"/>
                  </a:cubicBezTo>
                  <a:cubicBezTo>
                    <a:pt x="2570" y="2302"/>
                    <a:pt x="2629" y="2291"/>
                    <a:pt x="2733" y="2291"/>
                  </a:cubicBezTo>
                  <a:cubicBezTo>
                    <a:pt x="2907" y="2291"/>
                    <a:pt x="3207" y="2322"/>
                    <a:pt x="3569" y="2489"/>
                  </a:cubicBezTo>
                  <a:cubicBezTo>
                    <a:pt x="3569" y="2489"/>
                    <a:pt x="3391" y="2311"/>
                    <a:pt x="3159" y="2195"/>
                  </a:cubicBezTo>
                  <a:cubicBezTo>
                    <a:pt x="3159" y="2195"/>
                    <a:pt x="3174" y="2194"/>
                    <a:pt x="3200" y="2194"/>
                  </a:cubicBezTo>
                  <a:cubicBezTo>
                    <a:pt x="3305" y="2194"/>
                    <a:pt x="3589" y="2206"/>
                    <a:pt x="3810" y="2320"/>
                  </a:cubicBezTo>
                  <a:cubicBezTo>
                    <a:pt x="3810" y="2320"/>
                    <a:pt x="3453" y="1829"/>
                    <a:pt x="2945" y="1687"/>
                  </a:cubicBezTo>
                  <a:lnTo>
                    <a:pt x="2945" y="1687"/>
                  </a:lnTo>
                  <a:cubicBezTo>
                    <a:pt x="2945" y="1687"/>
                    <a:pt x="3507" y="1687"/>
                    <a:pt x="3828" y="1794"/>
                  </a:cubicBezTo>
                  <a:cubicBezTo>
                    <a:pt x="3828" y="1794"/>
                    <a:pt x="3435" y="1517"/>
                    <a:pt x="2882" y="1455"/>
                  </a:cubicBezTo>
                  <a:cubicBezTo>
                    <a:pt x="2882" y="1455"/>
                    <a:pt x="3299" y="1350"/>
                    <a:pt x="3599" y="1350"/>
                  </a:cubicBezTo>
                  <a:cubicBezTo>
                    <a:pt x="3639" y="1350"/>
                    <a:pt x="3677" y="1352"/>
                    <a:pt x="3712" y="1357"/>
                  </a:cubicBezTo>
                  <a:cubicBezTo>
                    <a:pt x="3712" y="1357"/>
                    <a:pt x="3515" y="1198"/>
                    <a:pt x="3159" y="1198"/>
                  </a:cubicBezTo>
                  <a:cubicBezTo>
                    <a:pt x="3061" y="1198"/>
                    <a:pt x="2950" y="1210"/>
                    <a:pt x="2829" y="1241"/>
                  </a:cubicBezTo>
                  <a:cubicBezTo>
                    <a:pt x="2829" y="1241"/>
                    <a:pt x="3123" y="1000"/>
                    <a:pt x="3712" y="794"/>
                  </a:cubicBezTo>
                  <a:cubicBezTo>
                    <a:pt x="3712" y="794"/>
                    <a:pt x="3661" y="786"/>
                    <a:pt x="3574" y="786"/>
                  </a:cubicBezTo>
                  <a:cubicBezTo>
                    <a:pt x="3386" y="786"/>
                    <a:pt x="3029" y="824"/>
                    <a:pt x="2650" y="1062"/>
                  </a:cubicBezTo>
                  <a:cubicBezTo>
                    <a:pt x="2650" y="1062"/>
                    <a:pt x="2909" y="607"/>
                    <a:pt x="3284" y="348"/>
                  </a:cubicBezTo>
                  <a:lnTo>
                    <a:pt x="3284" y="348"/>
                  </a:lnTo>
                  <a:cubicBezTo>
                    <a:pt x="3284" y="348"/>
                    <a:pt x="2624" y="518"/>
                    <a:pt x="2374" y="1044"/>
                  </a:cubicBezTo>
                  <a:cubicBezTo>
                    <a:pt x="2374" y="1044"/>
                    <a:pt x="2347" y="598"/>
                    <a:pt x="257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112"/>
            <p:cNvSpPr/>
            <p:nvPr/>
          </p:nvSpPr>
          <p:spPr>
            <a:xfrm>
              <a:off x="5913356" y="2295530"/>
              <a:ext cx="265735" cy="136137"/>
            </a:xfrm>
            <a:custGeom>
              <a:rect b="b" l="l" r="r" t="t"/>
              <a:pathLst>
                <a:path extrusionOk="0" h="3748" w="7316">
                  <a:moveTo>
                    <a:pt x="3658" y="1"/>
                  </a:moveTo>
                  <a:cubicBezTo>
                    <a:pt x="3310" y="54"/>
                    <a:pt x="3292" y="723"/>
                    <a:pt x="3292" y="723"/>
                  </a:cubicBezTo>
                  <a:cubicBezTo>
                    <a:pt x="3292" y="723"/>
                    <a:pt x="3013" y="188"/>
                    <a:pt x="2773" y="188"/>
                  </a:cubicBezTo>
                  <a:cubicBezTo>
                    <a:pt x="2756" y="188"/>
                    <a:pt x="2738" y="191"/>
                    <a:pt x="2721" y="197"/>
                  </a:cubicBezTo>
                  <a:cubicBezTo>
                    <a:pt x="2472" y="286"/>
                    <a:pt x="2525" y="1062"/>
                    <a:pt x="2525" y="1062"/>
                  </a:cubicBezTo>
                  <a:cubicBezTo>
                    <a:pt x="2525" y="1062"/>
                    <a:pt x="2182" y="572"/>
                    <a:pt x="1964" y="572"/>
                  </a:cubicBezTo>
                  <a:cubicBezTo>
                    <a:pt x="1941" y="572"/>
                    <a:pt x="1920" y="578"/>
                    <a:pt x="1901" y="589"/>
                  </a:cubicBezTo>
                  <a:cubicBezTo>
                    <a:pt x="1687" y="705"/>
                    <a:pt x="1901" y="1473"/>
                    <a:pt x="1901" y="1473"/>
                  </a:cubicBezTo>
                  <a:cubicBezTo>
                    <a:pt x="1901" y="1473"/>
                    <a:pt x="1501" y="1158"/>
                    <a:pt x="1274" y="1158"/>
                  </a:cubicBezTo>
                  <a:cubicBezTo>
                    <a:pt x="1237" y="1158"/>
                    <a:pt x="1204" y="1167"/>
                    <a:pt x="1178" y="1187"/>
                  </a:cubicBezTo>
                  <a:cubicBezTo>
                    <a:pt x="991" y="1330"/>
                    <a:pt x="1330" y="2177"/>
                    <a:pt x="1330" y="2177"/>
                  </a:cubicBezTo>
                  <a:cubicBezTo>
                    <a:pt x="1330" y="2177"/>
                    <a:pt x="902" y="1809"/>
                    <a:pt x="643" y="1809"/>
                  </a:cubicBezTo>
                  <a:cubicBezTo>
                    <a:pt x="618" y="1809"/>
                    <a:pt x="593" y="1812"/>
                    <a:pt x="572" y="1821"/>
                  </a:cubicBezTo>
                  <a:cubicBezTo>
                    <a:pt x="340" y="1910"/>
                    <a:pt x="795" y="2980"/>
                    <a:pt x="795" y="2980"/>
                  </a:cubicBezTo>
                  <a:cubicBezTo>
                    <a:pt x="795" y="2980"/>
                    <a:pt x="518" y="2721"/>
                    <a:pt x="312" y="2721"/>
                  </a:cubicBezTo>
                  <a:cubicBezTo>
                    <a:pt x="262" y="2721"/>
                    <a:pt x="216" y="2737"/>
                    <a:pt x="179" y="2775"/>
                  </a:cubicBezTo>
                  <a:cubicBezTo>
                    <a:pt x="1" y="2971"/>
                    <a:pt x="438" y="3748"/>
                    <a:pt x="438" y="3748"/>
                  </a:cubicBezTo>
                  <a:lnTo>
                    <a:pt x="6879" y="3748"/>
                  </a:lnTo>
                  <a:cubicBezTo>
                    <a:pt x="6879" y="3748"/>
                    <a:pt x="7316" y="2971"/>
                    <a:pt x="7137" y="2775"/>
                  </a:cubicBezTo>
                  <a:cubicBezTo>
                    <a:pt x="7101" y="2737"/>
                    <a:pt x="7055" y="2721"/>
                    <a:pt x="7004" y="2721"/>
                  </a:cubicBezTo>
                  <a:cubicBezTo>
                    <a:pt x="6798" y="2721"/>
                    <a:pt x="6522" y="2980"/>
                    <a:pt x="6522" y="2980"/>
                  </a:cubicBezTo>
                  <a:cubicBezTo>
                    <a:pt x="6522" y="2980"/>
                    <a:pt x="6977" y="1910"/>
                    <a:pt x="6745" y="1821"/>
                  </a:cubicBezTo>
                  <a:cubicBezTo>
                    <a:pt x="6724" y="1812"/>
                    <a:pt x="6700" y="1809"/>
                    <a:pt x="6675" y="1809"/>
                  </a:cubicBezTo>
                  <a:cubicBezTo>
                    <a:pt x="6422" y="1809"/>
                    <a:pt x="5987" y="2177"/>
                    <a:pt x="5987" y="2177"/>
                  </a:cubicBezTo>
                  <a:cubicBezTo>
                    <a:pt x="5987" y="2177"/>
                    <a:pt x="6326" y="1330"/>
                    <a:pt x="6147" y="1187"/>
                  </a:cubicBezTo>
                  <a:cubicBezTo>
                    <a:pt x="6120" y="1167"/>
                    <a:pt x="6086" y="1158"/>
                    <a:pt x="6048" y="1158"/>
                  </a:cubicBezTo>
                  <a:cubicBezTo>
                    <a:pt x="5815" y="1158"/>
                    <a:pt x="5416" y="1473"/>
                    <a:pt x="5416" y="1473"/>
                  </a:cubicBezTo>
                  <a:cubicBezTo>
                    <a:pt x="5416" y="1473"/>
                    <a:pt x="5630" y="705"/>
                    <a:pt x="5416" y="589"/>
                  </a:cubicBezTo>
                  <a:cubicBezTo>
                    <a:pt x="5396" y="578"/>
                    <a:pt x="5375" y="572"/>
                    <a:pt x="5352" y="572"/>
                  </a:cubicBezTo>
                  <a:cubicBezTo>
                    <a:pt x="5136" y="572"/>
                    <a:pt x="4800" y="1062"/>
                    <a:pt x="4800" y="1062"/>
                  </a:cubicBezTo>
                  <a:cubicBezTo>
                    <a:pt x="4800" y="1062"/>
                    <a:pt x="4845" y="286"/>
                    <a:pt x="4595" y="197"/>
                  </a:cubicBezTo>
                  <a:cubicBezTo>
                    <a:pt x="4578" y="191"/>
                    <a:pt x="4561" y="188"/>
                    <a:pt x="4543" y="188"/>
                  </a:cubicBezTo>
                  <a:cubicBezTo>
                    <a:pt x="4303" y="188"/>
                    <a:pt x="4024" y="723"/>
                    <a:pt x="4024" y="723"/>
                  </a:cubicBezTo>
                  <a:cubicBezTo>
                    <a:pt x="4024" y="723"/>
                    <a:pt x="4006" y="54"/>
                    <a:pt x="3658" y="1"/>
                  </a:cubicBezTo>
                  <a:close/>
                </a:path>
              </a:pathLst>
            </a:custGeom>
            <a:solidFill>
              <a:srgbClr val="8E8E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112"/>
            <p:cNvSpPr/>
            <p:nvPr/>
          </p:nvSpPr>
          <p:spPr>
            <a:xfrm>
              <a:off x="5956760" y="2339914"/>
              <a:ext cx="178925" cy="91751"/>
            </a:xfrm>
            <a:custGeom>
              <a:rect b="b" l="l" r="r" t="t"/>
              <a:pathLst>
                <a:path extrusionOk="0" h="2526" w="4926">
                  <a:moveTo>
                    <a:pt x="2463" y="1"/>
                  </a:moveTo>
                  <a:cubicBezTo>
                    <a:pt x="2231" y="45"/>
                    <a:pt x="2222" y="492"/>
                    <a:pt x="2222" y="492"/>
                  </a:cubicBezTo>
                  <a:cubicBezTo>
                    <a:pt x="2222" y="492"/>
                    <a:pt x="2030" y="137"/>
                    <a:pt x="1874" y="137"/>
                  </a:cubicBezTo>
                  <a:cubicBezTo>
                    <a:pt x="1862" y="137"/>
                    <a:pt x="1850" y="139"/>
                    <a:pt x="1839" y="144"/>
                  </a:cubicBezTo>
                  <a:cubicBezTo>
                    <a:pt x="1669" y="197"/>
                    <a:pt x="1696" y="723"/>
                    <a:pt x="1696" y="723"/>
                  </a:cubicBezTo>
                  <a:cubicBezTo>
                    <a:pt x="1696" y="723"/>
                    <a:pt x="1467" y="392"/>
                    <a:pt x="1319" y="392"/>
                  </a:cubicBezTo>
                  <a:cubicBezTo>
                    <a:pt x="1304" y="392"/>
                    <a:pt x="1290" y="395"/>
                    <a:pt x="1277" y="402"/>
                  </a:cubicBezTo>
                  <a:cubicBezTo>
                    <a:pt x="1143" y="483"/>
                    <a:pt x="1277" y="1000"/>
                    <a:pt x="1277" y="1000"/>
                  </a:cubicBezTo>
                  <a:cubicBezTo>
                    <a:pt x="1277" y="1000"/>
                    <a:pt x="1015" y="784"/>
                    <a:pt x="861" y="784"/>
                  </a:cubicBezTo>
                  <a:cubicBezTo>
                    <a:pt x="835" y="784"/>
                    <a:pt x="813" y="790"/>
                    <a:pt x="795" y="804"/>
                  </a:cubicBezTo>
                  <a:cubicBezTo>
                    <a:pt x="670" y="902"/>
                    <a:pt x="902" y="1464"/>
                    <a:pt x="902" y="1464"/>
                  </a:cubicBezTo>
                  <a:cubicBezTo>
                    <a:pt x="902" y="1464"/>
                    <a:pt x="610" y="1223"/>
                    <a:pt x="436" y="1223"/>
                  </a:cubicBezTo>
                  <a:cubicBezTo>
                    <a:pt x="417" y="1223"/>
                    <a:pt x="400" y="1226"/>
                    <a:pt x="385" y="1232"/>
                  </a:cubicBezTo>
                  <a:cubicBezTo>
                    <a:pt x="233" y="1294"/>
                    <a:pt x="536" y="2017"/>
                    <a:pt x="536" y="2017"/>
                  </a:cubicBezTo>
                  <a:cubicBezTo>
                    <a:pt x="536" y="2017"/>
                    <a:pt x="351" y="1838"/>
                    <a:pt x="214" y="1838"/>
                  </a:cubicBezTo>
                  <a:cubicBezTo>
                    <a:pt x="181" y="1838"/>
                    <a:pt x="150" y="1848"/>
                    <a:pt x="126" y="1874"/>
                  </a:cubicBezTo>
                  <a:cubicBezTo>
                    <a:pt x="1" y="2008"/>
                    <a:pt x="304" y="2526"/>
                    <a:pt x="304" y="2526"/>
                  </a:cubicBezTo>
                  <a:lnTo>
                    <a:pt x="4622" y="2526"/>
                  </a:lnTo>
                  <a:cubicBezTo>
                    <a:pt x="4622" y="2526"/>
                    <a:pt x="4925" y="2008"/>
                    <a:pt x="4801" y="1874"/>
                  </a:cubicBezTo>
                  <a:cubicBezTo>
                    <a:pt x="4776" y="1848"/>
                    <a:pt x="4746" y="1838"/>
                    <a:pt x="4713" y="1838"/>
                  </a:cubicBezTo>
                  <a:cubicBezTo>
                    <a:pt x="4575" y="1838"/>
                    <a:pt x="4390" y="2017"/>
                    <a:pt x="4390" y="2017"/>
                  </a:cubicBezTo>
                  <a:cubicBezTo>
                    <a:pt x="4390" y="2017"/>
                    <a:pt x="4693" y="1294"/>
                    <a:pt x="4542" y="1232"/>
                  </a:cubicBezTo>
                  <a:cubicBezTo>
                    <a:pt x="4526" y="1226"/>
                    <a:pt x="4509" y="1223"/>
                    <a:pt x="4491" y="1223"/>
                  </a:cubicBezTo>
                  <a:cubicBezTo>
                    <a:pt x="4316" y="1223"/>
                    <a:pt x="4024" y="1464"/>
                    <a:pt x="4024" y="1464"/>
                  </a:cubicBezTo>
                  <a:cubicBezTo>
                    <a:pt x="4024" y="1464"/>
                    <a:pt x="4256" y="902"/>
                    <a:pt x="4131" y="804"/>
                  </a:cubicBezTo>
                  <a:cubicBezTo>
                    <a:pt x="4114" y="790"/>
                    <a:pt x="4091" y="784"/>
                    <a:pt x="4065" y="784"/>
                  </a:cubicBezTo>
                  <a:cubicBezTo>
                    <a:pt x="3912" y="784"/>
                    <a:pt x="3650" y="1000"/>
                    <a:pt x="3650" y="1000"/>
                  </a:cubicBezTo>
                  <a:cubicBezTo>
                    <a:pt x="3650" y="1000"/>
                    <a:pt x="3792" y="483"/>
                    <a:pt x="3650" y="402"/>
                  </a:cubicBezTo>
                  <a:cubicBezTo>
                    <a:pt x="3637" y="395"/>
                    <a:pt x="3623" y="392"/>
                    <a:pt x="3608" y="392"/>
                  </a:cubicBezTo>
                  <a:cubicBezTo>
                    <a:pt x="3459" y="392"/>
                    <a:pt x="3230" y="723"/>
                    <a:pt x="3230" y="723"/>
                  </a:cubicBezTo>
                  <a:cubicBezTo>
                    <a:pt x="3230" y="723"/>
                    <a:pt x="3257" y="197"/>
                    <a:pt x="3088" y="144"/>
                  </a:cubicBezTo>
                  <a:cubicBezTo>
                    <a:pt x="3076" y="139"/>
                    <a:pt x="3065" y="137"/>
                    <a:pt x="3053" y="137"/>
                  </a:cubicBezTo>
                  <a:cubicBezTo>
                    <a:pt x="2897" y="137"/>
                    <a:pt x="2704" y="492"/>
                    <a:pt x="2704" y="492"/>
                  </a:cubicBezTo>
                  <a:cubicBezTo>
                    <a:pt x="2704" y="492"/>
                    <a:pt x="2695" y="45"/>
                    <a:pt x="24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112"/>
            <p:cNvSpPr/>
            <p:nvPr/>
          </p:nvSpPr>
          <p:spPr>
            <a:xfrm>
              <a:off x="6018927" y="2221642"/>
              <a:ext cx="432310" cy="230721"/>
            </a:xfrm>
            <a:custGeom>
              <a:rect b="b" l="l" r="r" t="t"/>
              <a:pathLst>
                <a:path extrusionOk="0" h="6352" w="11902">
                  <a:moveTo>
                    <a:pt x="11901" y="0"/>
                  </a:moveTo>
                  <a:lnTo>
                    <a:pt x="10501" y="750"/>
                  </a:lnTo>
                  <a:lnTo>
                    <a:pt x="9484" y="1865"/>
                  </a:lnTo>
                  <a:lnTo>
                    <a:pt x="8181" y="2061"/>
                  </a:lnTo>
                  <a:lnTo>
                    <a:pt x="7423" y="2560"/>
                  </a:lnTo>
                  <a:lnTo>
                    <a:pt x="6335" y="2560"/>
                  </a:lnTo>
                  <a:lnTo>
                    <a:pt x="5523" y="3060"/>
                  </a:lnTo>
                  <a:lnTo>
                    <a:pt x="4586" y="4309"/>
                  </a:lnTo>
                  <a:lnTo>
                    <a:pt x="4015" y="4389"/>
                  </a:lnTo>
                  <a:lnTo>
                    <a:pt x="3177" y="4853"/>
                  </a:lnTo>
                  <a:lnTo>
                    <a:pt x="2204" y="4817"/>
                  </a:lnTo>
                  <a:lnTo>
                    <a:pt x="1" y="6352"/>
                  </a:lnTo>
                  <a:lnTo>
                    <a:pt x="1" y="6352"/>
                  </a:lnTo>
                  <a:lnTo>
                    <a:pt x="11901" y="4541"/>
                  </a:lnTo>
                  <a:lnTo>
                    <a:pt x="1190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112"/>
            <p:cNvSpPr/>
            <p:nvPr/>
          </p:nvSpPr>
          <p:spPr>
            <a:xfrm>
              <a:off x="6045841" y="2365184"/>
              <a:ext cx="343829" cy="94003"/>
            </a:xfrm>
            <a:custGeom>
              <a:rect b="b" l="l" r="r" t="t"/>
              <a:pathLst>
                <a:path extrusionOk="0" h="2588" w="9466">
                  <a:moveTo>
                    <a:pt x="6111" y="0"/>
                  </a:moveTo>
                  <a:lnTo>
                    <a:pt x="5888" y="687"/>
                  </a:lnTo>
                  <a:lnTo>
                    <a:pt x="5968" y="1240"/>
                  </a:lnTo>
                  <a:lnTo>
                    <a:pt x="5576" y="1303"/>
                  </a:lnTo>
                  <a:lnTo>
                    <a:pt x="5041" y="1401"/>
                  </a:lnTo>
                  <a:lnTo>
                    <a:pt x="4782" y="785"/>
                  </a:lnTo>
                  <a:lnTo>
                    <a:pt x="4514" y="1517"/>
                  </a:lnTo>
                  <a:lnTo>
                    <a:pt x="3934" y="1579"/>
                  </a:lnTo>
                  <a:lnTo>
                    <a:pt x="3702" y="1249"/>
                  </a:lnTo>
                  <a:lnTo>
                    <a:pt x="3649" y="1633"/>
                  </a:lnTo>
                  <a:lnTo>
                    <a:pt x="2159" y="1882"/>
                  </a:lnTo>
                  <a:lnTo>
                    <a:pt x="1900" y="1651"/>
                  </a:lnTo>
                  <a:lnTo>
                    <a:pt x="1829" y="1945"/>
                  </a:lnTo>
                  <a:lnTo>
                    <a:pt x="1535" y="1990"/>
                  </a:lnTo>
                  <a:lnTo>
                    <a:pt x="1436" y="1820"/>
                  </a:lnTo>
                  <a:lnTo>
                    <a:pt x="1508" y="1552"/>
                  </a:lnTo>
                  <a:lnTo>
                    <a:pt x="0" y="2266"/>
                  </a:lnTo>
                  <a:lnTo>
                    <a:pt x="571" y="2587"/>
                  </a:lnTo>
                  <a:cubicBezTo>
                    <a:pt x="571" y="2587"/>
                    <a:pt x="3024" y="2436"/>
                    <a:pt x="3131" y="2427"/>
                  </a:cubicBezTo>
                  <a:cubicBezTo>
                    <a:pt x="3230" y="2409"/>
                    <a:pt x="9028" y="1633"/>
                    <a:pt x="9251" y="1615"/>
                  </a:cubicBezTo>
                  <a:cubicBezTo>
                    <a:pt x="9465" y="1597"/>
                    <a:pt x="7797" y="928"/>
                    <a:pt x="7797" y="928"/>
                  </a:cubicBezTo>
                  <a:lnTo>
                    <a:pt x="7431" y="0"/>
                  </a:lnTo>
                  <a:lnTo>
                    <a:pt x="7262" y="1062"/>
                  </a:lnTo>
                  <a:lnTo>
                    <a:pt x="6691" y="1115"/>
                  </a:lnTo>
                  <a:lnTo>
                    <a:pt x="6343" y="973"/>
                  </a:lnTo>
                  <a:lnTo>
                    <a:pt x="611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112"/>
            <p:cNvSpPr/>
            <p:nvPr/>
          </p:nvSpPr>
          <p:spPr>
            <a:xfrm>
              <a:off x="6018927" y="2221642"/>
              <a:ext cx="432310" cy="230721"/>
            </a:xfrm>
            <a:custGeom>
              <a:rect b="b" l="l" r="r" t="t"/>
              <a:pathLst>
                <a:path extrusionOk="0" h="6352" w="11902">
                  <a:moveTo>
                    <a:pt x="11901" y="0"/>
                  </a:moveTo>
                  <a:lnTo>
                    <a:pt x="10501" y="750"/>
                  </a:lnTo>
                  <a:lnTo>
                    <a:pt x="9484" y="1865"/>
                  </a:lnTo>
                  <a:lnTo>
                    <a:pt x="8181" y="2061"/>
                  </a:lnTo>
                  <a:lnTo>
                    <a:pt x="7423" y="2560"/>
                  </a:lnTo>
                  <a:lnTo>
                    <a:pt x="6335" y="2560"/>
                  </a:lnTo>
                  <a:lnTo>
                    <a:pt x="5523" y="3060"/>
                  </a:lnTo>
                  <a:lnTo>
                    <a:pt x="4586" y="4309"/>
                  </a:lnTo>
                  <a:lnTo>
                    <a:pt x="4015" y="4389"/>
                  </a:lnTo>
                  <a:lnTo>
                    <a:pt x="3177" y="4853"/>
                  </a:lnTo>
                  <a:lnTo>
                    <a:pt x="2204" y="4817"/>
                  </a:lnTo>
                  <a:lnTo>
                    <a:pt x="1" y="6352"/>
                  </a:lnTo>
                  <a:lnTo>
                    <a:pt x="1" y="6352"/>
                  </a:lnTo>
                  <a:lnTo>
                    <a:pt x="2329" y="5156"/>
                  </a:lnTo>
                  <a:lnTo>
                    <a:pt x="3221" y="5380"/>
                  </a:lnTo>
                  <a:cubicBezTo>
                    <a:pt x="3221" y="5380"/>
                    <a:pt x="3346" y="5049"/>
                    <a:pt x="3489" y="4880"/>
                  </a:cubicBezTo>
                  <a:cubicBezTo>
                    <a:pt x="3547" y="4802"/>
                    <a:pt x="3775" y="4780"/>
                    <a:pt x="4015" y="4780"/>
                  </a:cubicBezTo>
                  <a:cubicBezTo>
                    <a:pt x="4327" y="4780"/>
                    <a:pt x="4657" y="4817"/>
                    <a:pt x="4657" y="4817"/>
                  </a:cubicBezTo>
                  <a:lnTo>
                    <a:pt x="5077" y="4220"/>
                  </a:lnTo>
                  <a:lnTo>
                    <a:pt x="6192" y="4880"/>
                  </a:lnTo>
                  <a:lnTo>
                    <a:pt x="5853" y="4309"/>
                  </a:lnTo>
                  <a:lnTo>
                    <a:pt x="6103" y="3176"/>
                  </a:lnTo>
                  <a:lnTo>
                    <a:pt x="7209" y="3533"/>
                  </a:lnTo>
                  <a:lnTo>
                    <a:pt x="8101" y="2418"/>
                  </a:lnTo>
                  <a:lnTo>
                    <a:pt x="9270" y="2123"/>
                  </a:lnTo>
                  <a:lnTo>
                    <a:pt x="10304" y="2534"/>
                  </a:lnTo>
                  <a:lnTo>
                    <a:pt x="10367" y="1793"/>
                  </a:lnTo>
                  <a:lnTo>
                    <a:pt x="10697" y="1071"/>
                  </a:lnTo>
                  <a:lnTo>
                    <a:pt x="11232" y="1713"/>
                  </a:lnTo>
                  <a:lnTo>
                    <a:pt x="11098" y="865"/>
                  </a:lnTo>
                  <a:lnTo>
                    <a:pt x="1190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60" name="Google Shape;7060;p112"/>
          <p:cNvSpPr/>
          <p:nvPr/>
        </p:nvSpPr>
        <p:spPr>
          <a:xfrm>
            <a:off x="8033056" y="626579"/>
            <a:ext cx="1826264" cy="289825"/>
          </a:xfrm>
          <a:custGeom>
            <a:rect b="b" l="l" r="r" t="t"/>
            <a:pathLst>
              <a:path extrusionOk="0" h="769" w="4846">
                <a:moveTo>
                  <a:pt x="2481" y="1"/>
                </a:moveTo>
                <a:cubicBezTo>
                  <a:pt x="1937" y="1"/>
                  <a:pt x="1660" y="384"/>
                  <a:pt x="1660" y="384"/>
                </a:cubicBezTo>
                <a:cubicBezTo>
                  <a:pt x="1598" y="361"/>
                  <a:pt x="1541" y="351"/>
                  <a:pt x="1490" y="351"/>
                </a:cubicBezTo>
                <a:cubicBezTo>
                  <a:pt x="1272" y="351"/>
                  <a:pt x="1161" y="527"/>
                  <a:pt x="1161" y="527"/>
                </a:cubicBezTo>
                <a:cubicBezTo>
                  <a:pt x="1000" y="456"/>
                  <a:pt x="854" y="428"/>
                  <a:pt x="723" y="428"/>
                </a:cubicBezTo>
                <a:cubicBezTo>
                  <a:pt x="265" y="428"/>
                  <a:pt x="1" y="768"/>
                  <a:pt x="1" y="768"/>
                </a:cubicBezTo>
                <a:lnTo>
                  <a:pt x="4845" y="768"/>
                </a:lnTo>
                <a:cubicBezTo>
                  <a:pt x="4678" y="498"/>
                  <a:pt x="4438" y="428"/>
                  <a:pt x="4235" y="428"/>
                </a:cubicBezTo>
                <a:cubicBezTo>
                  <a:pt x="4015" y="428"/>
                  <a:pt x="3837" y="509"/>
                  <a:pt x="3837" y="509"/>
                </a:cubicBezTo>
                <a:cubicBezTo>
                  <a:pt x="3739" y="387"/>
                  <a:pt x="3623" y="350"/>
                  <a:pt x="3519" y="350"/>
                </a:cubicBezTo>
                <a:cubicBezTo>
                  <a:pt x="3366" y="350"/>
                  <a:pt x="3239" y="429"/>
                  <a:pt x="3239" y="429"/>
                </a:cubicBezTo>
                <a:cubicBezTo>
                  <a:pt x="3239" y="429"/>
                  <a:pt x="3025" y="1"/>
                  <a:pt x="24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112"/>
          <p:cNvSpPr txBox="1"/>
          <p:nvPr>
            <p:ph idx="1" type="body"/>
          </p:nvPr>
        </p:nvSpPr>
        <p:spPr>
          <a:xfrm>
            <a:off x="4790400" y="1711314"/>
            <a:ext cx="3640500" cy="2285100"/>
          </a:xfrm>
          <a:prstGeom prst="rect">
            <a:avLst/>
          </a:prstGeom>
        </p:spPr>
        <p:txBody>
          <a:bodyPr anchorCtr="0" anchor="t" bIns="91425" lIns="91425" spcFirstLastPara="1" rIns="91425" wrap="square" tIns="91425">
            <a:noAutofit/>
          </a:bodyPr>
          <a:lstStyle>
            <a:lvl1pPr indent="-317500" lvl="0" marL="457200">
              <a:lnSpc>
                <a:spcPct val="100000"/>
              </a:lnSpc>
              <a:spcBef>
                <a:spcPts val="0"/>
              </a:spcBef>
              <a:spcAft>
                <a:spcPts val="0"/>
              </a:spcAft>
              <a:buSzPts val="1400"/>
              <a:buChar char="●"/>
              <a:defRPr/>
            </a:lvl1pPr>
            <a:lvl2pPr indent="-317500" lvl="1" marL="914400">
              <a:lnSpc>
                <a:spcPct val="115000"/>
              </a:lnSpc>
              <a:spcBef>
                <a:spcPts val="0"/>
              </a:spcBef>
              <a:spcAft>
                <a:spcPts val="0"/>
              </a:spcAft>
              <a:buSzPts val="1400"/>
              <a:buChar char="○"/>
              <a:defRPr/>
            </a:lvl2pPr>
            <a:lvl3pPr indent="-317500" lvl="2" marL="1371600">
              <a:lnSpc>
                <a:spcPct val="115000"/>
              </a:lnSpc>
              <a:spcBef>
                <a:spcPts val="1600"/>
              </a:spcBef>
              <a:spcAft>
                <a:spcPts val="0"/>
              </a:spcAft>
              <a:buSzPts val="1400"/>
              <a:buChar char="■"/>
              <a:defRPr/>
            </a:lvl3pPr>
            <a:lvl4pPr indent="-317500" lvl="3" marL="1828800">
              <a:lnSpc>
                <a:spcPct val="115000"/>
              </a:lnSpc>
              <a:spcBef>
                <a:spcPts val="1600"/>
              </a:spcBef>
              <a:spcAft>
                <a:spcPts val="0"/>
              </a:spcAft>
              <a:buSzPts val="1400"/>
              <a:buChar char="●"/>
              <a:defRPr/>
            </a:lvl4pPr>
            <a:lvl5pPr indent="-317500" lvl="4" marL="2286000">
              <a:lnSpc>
                <a:spcPct val="115000"/>
              </a:lnSpc>
              <a:spcBef>
                <a:spcPts val="1600"/>
              </a:spcBef>
              <a:spcAft>
                <a:spcPts val="0"/>
              </a:spcAft>
              <a:buSzPts val="1400"/>
              <a:buChar char="○"/>
              <a:defRPr/>
            </a:lvl5pPr>
            <a:lvl6pPr indent="-317500" lvl="5" marL="2743200">
              <a:lnSpc>
                <a:spcPct val="115000"/>
              </a:lnSpc>
              <a:spcBef>
                <a:spcPts val="1600"/>
              </a:spcBef>
              <a:spcAft>
                <a:spcPts val="0"/>
              </a:spcAft>
              <a:buSzPts val="1400"/>
              <a:buChar char="■"/>
              <a:defRPr/>
            </a:lvl6pPr>
            <a:lvl7pPr indent="-317500" lvl="6" marL="3200400">
              <a:lnSpc>
                <a:spcPct val="115000"/>
              </a:lnSpc>
              <a:spcBef>
                <a:spcPts val="1600"/>
              </a:spcBef>
              <a:spcAft>
                <a:spcPts val="0"/>
              </a:spcAft>
              <a:buSzPts val="1400"/>
              <a:buChar char="●"/>
              <a:defRPr/>
            </a:lvl7pPr>
            <a:lvl8pPr indent="-317500" lvl="7" marL="3657600">
              <a:lnSpc>
                <a:spcPct val="115000"/>
              </a:lnSpc>
              <a:spcBef>
                <a:spcPts val="1600"/>
              </a:spcBef>
              <a:spcAft>
                <a:spcPts val="0"/>
              </a:spcAft>
              <a:buSzPts val="1400"/>
              <a:buChar char="○"/>
              <a:defRPr/>
            </a:lvl8pPr>
            <a:lvl9pPr indent="-317500" lvl="8" marL="4114800">
              <a:lnSpc>
                <a:spcPct val="115000"/>
              </a:lnSpc>
              <a:spcBef>
                <a:spcPts val="1600"/>
              </a:spcBef>
              <a:spcAft>
                <a:spcPts val="1600"/>
              </a:spcAft>
              <a:buSzPts val="1400"/>
              <a:buChar char="■"/>
              <a:defRPr/>
            </a:lvl9pPr>
          </a:lstStyle>
          <a:p/>
        </p:txBody>
      </p:sp>
      <p:sp>
        <p:nvSpPr>
          <p:cNvPr id="7062" name="Google Shape;7062;p112"/>
          <p:cNvSpPr txBox="1"/>
          <p:nvPr>
            <p:ph type="title"/>
          </p:nvPr>
        </p:nvSpPr>
        <p:spPr>
          <a:xfrm>
            <a:off x="4790400" y="1112089"/>
            <a:ext cx="3497100" cy="5229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Tree>
  </p:cSld>
  <p:clrMapOvr>
    <a:masterClrMapping/>
  </p:clrMapOvr>
</p:sldLayout>
</file>

<file path=ppt/slideLayouts/slideLayout1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7063" name="Shape 7063"/>
        <p:cNvGrpSpPr/>
        <p:nvPr/>
      </p:nvGrpSpPr>
      <p:grpSpPr>
        <a:xfrm>
          <a:off x="0" y="0"/>
          <a:ext cx="0" cy="0"/>
          <a:chOff x="0" y="0"/>
          <a:chExt cx="0" cy="0"/>
        </a:xfrm>
      </p:grpSpPr>
      <p:grpSp>
        <p:nvGrpSpPr>
          <p:cNvPr id="7064" name="Google Shape;7064;p113"/>
          <p:cNvGrpSpPr/>
          <p:nvPr/>
        </p:nvGrpSpPr>
        <p:grpSpPr>
          <a:xfrm>
            <a:off x="-487100" y="2708672"/>
            <a:ext cx="9631141" cy="3077307"/>
            <a:chOff x="-487100" y="2708672"/>
            <a:chExt cx="9631141" cy="3077307"/>
          </a:xfrm>
        </p:grpSpPr>
        <p:sp>
          <p:nvSpPr>
            <p:cNvPr id="7065" name="Google Shape;7065;p113"/>
            <p:cNvSpPr/>
            <p:nvPr/>
          </p:nvSpPr>
          <p:spPr>
            <a:xfrm>
              <a:off x="25" y="2708672"/>
              <a:ext cx="9138617" cy="2458691"/>
            </a:xfrm>
            <a:custGeom>
              <a:rect b="b" l="l" r="r" t="t"/>
              <a:pathLst>
                <a:path extrusionOk="0" h="10831" w="30422">
                  <a:moveTo>
                    <a:pt x="1" y="1"/>
                  </a:moveTo>
                  <a:lnTo>
                    <a:pt x="1" y="10831"/>
                  </a:lnTo>
                  <a:lnTo>
                    <a:pt x="30422" y="10831"/>
                  </a:lnTo>
                  <a:lnTo>
                    <a:pt x="3042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113"/>
            <p:cNvSpPr/>
            <p:nvPr/>
          </p:nvSpPr>
          <p:spPr>
            <a:xfrm rot="-452031">
              <a:off x="-434959" y="3829110"/>
              <a:ext cx="8885158" cy="1380354"/>
            </a:xfrm>
            <a:custGeom>
              <a:rect b="b" l="l" r="r" t="t"/>
              <a:pathLst>
                <a:path extrusionOk="0" h="4392" w="19699">
                  <a:moveTo>
                    <a:pt x="4995" y="1"/>
                  </a:moveTo>
                  <a:cubicBezTo>
                    <a:pt x="3919" y="1"/>
                    <a:pt x="4301" y="735"/>
                    <a:pt x="4568" y="1249"/>
                  </a:cubicBezTo>
                  <a:cubicBezTo>
                    <a:pt x="4660" y="1423"/>
                    <a:pt x="4631" y="1480"/>
                    <a:pt x="4542" y="1480"/>
                  </a:cubicBezTo>
                  <a:cubicBezTo>
                    <a:pt x="4369" y="1480"/>
                    <a:pt x="3971" y="1264"/>
                    <a:pt x="3803" y="1264"/>
                  </a:cubicBezTo>
                  <a:cubicBezTo>
                    <a:pt x="3706" y="1264"/>
                    <a:pt x="3685" y="1335"/>
                    <a:pt x="3828" y="1562"/>
                  </a:cubicBezTo>
                  <a:cubicBezTo>
                    <a:pt x="4013" y="1864"/>
                    <a:pt x="3581" y="1960"/>
                    <a:pt x="2958" y="1960"/>
                  </a:cubicBezTo>
                  <a:cubicBezTo>
                    <a:pt x="1873" y="1960"/>
                    <a:pt x="206" y="1669"/>
                    <a:pt x="206" y="1669"/>
                  </a:cubicBezTo>
                  <a:lnTo>
                    <a:pt x="0" y="3239"/>
                  </a:lnTo>
                  <a:cubicBezTo>
                    <a:pt x="0" y="3239"/>
                    <a:pt x="3194" y="3845"/>
                    <a:pt x="3667" y="4104"/>
                  </a:cubicBezTo>
                  <a:cubicBezTo>
                    <a:pt x="3878" y="4221"/>
                    <a:pt x="4325" y="4236"/>
                    <a:pt x="4971" y="4236"/>
                  </a:cubicBezTo>
                  <a:cubicBezTo>
                    <a:pt x="5183" y="4236"/>
                    <a:pt x="5415" y="4234"/>
                    <a:pt x="5667" y="4234"/>
                  </a:cubicBezTo>
                  <a:cubicBezTo>
                    <a:pt x="6343" y="4234"/>
                    <a:pt x="7159" y="4246"/>
                    <a:pt x="8092" y="4327"/>
                  </a:cubicBezTo>
                  <a:cubicBezTo>
                    <a:pt x="8653" y="4374"/>
                    <a:pt x="9403" y="4392"/>
                    <a:pt x="10220" y="4392"/>
                  </a:cubicBezTo>
                  <a:cubicBezTo>
                    <a:pt x="12820" y="4392"/>
                    <a:pt x="16094" y="4211"/>
                    <a:pt x="16094" y="4211"/>
                  </a:cubicBezTo>
                  <a:lnTo>
                    <a:pt x="19698" y="2570"/>
                  </a:lnTo>
                  <a:cubicBezTo>
                    <a:pt x="19698" y="2570"/>
                    <a:pt x="16180" y="926"/>
                    <a:pt x="15253" y="926"/>
                  </a:cubicBezTo>
                  <a:cubicBezTo>
                    <a:pt x="15086" y="926"/>
                    <a:pt x="15003" y="979"/>
                    <a:pt x="15041" y="1107"/>
                  </a:cubicBezTo>
                  <a:cubicBezTo>
                    <a:pt x="15079" y="1237"/>
                    <a:pt x="14995" y="1289"/>
                    <a:pt x="14829" y="1289"/>
                  </a:cubicBezTo>
                  <a:cubicBezTo>
                    <a:pt x="14138" y="1289"/>
                    <a:pt x="12020" y="387"/>
                    <a:pt x="11225" y="387"/>
                  </a:cubicBezTo>
                  <a:cubicBezTo>
                    <a:pt x="10990" y="387"/>
                    <a:pt x="10871" y="465"/>
                    <a:pt x="10938" y="669"/>
                  </a:cubicBezTo>
                  <a:cubicBezTo>
                    <a:pt x="11018" y="915"/>
                    <a:pt x="10974" y="1008"/>
                    <a:pt x="10851" y="1008"/>
                  </a:cubicBezTo>
                  <a:cubicBezTo>
                    <a:pt x="10476" y="1008"/>
                    <a:pt x="9368" y="142"/>
                    <a:pt x="8865" y="142"/>
                  </a:cubicBezTo>
                  <a:cubicBezTo>
                    <a:pt x="8823" y="142"/>
                    <a:pt x="8785" y="148"/>
                    <a:pt x="8752" y="161"/>
                  </a:cubicBezTo>
                  <a:cubicBezTo>
                    <a:pt x="8380" y="305"/>
                    <a:pt x="9122" y="760"/>
                    <a:pt x="8659" y="760"/>
                  </a:cubicBezTo>
                  <a:cubicBezTo>
                    <a:pt x="8434" y="760"/>
                    <a:pt x="7924" y="652"/>
                    <a:pt x="6861" y="348"/>
                  </a:cubicBezTo>
                  <a:cubicBezTo>
                    <a:pt x="5988" y="101"/>
                    <a:pt x="5392" y="1"/>
                    <a:pt x="49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113"/>
            <p:cNvSpPr/>
            <p:nvPr/>
          </p:nvSpPr>
          <p:spPr>
            <a:xfrm>
              <a:off x="938150" y="2885827"/>
              <a:ext cx="8200483" cy="2281538"/>
            </a:xfrm>
            <a:custGeom>
              <a:rect b="b" l="l" r="r" t="t"/>
              <a:pathLst>
                <a:path extrusionOk="0" h="7595" w="27299">
                  <a:moveTo>
                    <a:pt x="25426" y="1"/>
                  </a:moveTo>
                  <a:cubicBezTo>
                    <a:pt x="24848" y="1"/>
                    <a:pt x="24465" y="94"/>
                    <a:pt x="24765" y="288"/>
                  </a:cubicBezTo>
                  <a:cubicBezTo>
                    <a:pt x="25372" y="672"/>
                    <a:pt x="24551" y="449"/>
                    <a:pt x="22624" y="1082"/>
                  </a:cubicBezTo>
                  <a:cubicBezTo>
                    <a:pt x="20706" y="1725"/>
                    <a:pt x="21429" y="2206"/>
                    <a:pt x="22044" y="2715"/>
                  </a:cubicBezTo>
                  <a:cubicBezTo>
                    <a:pt x="22651" y="3223"/>
                    <a:pt x="22437" y="4678"/>
                    <a:pt x="20322" y="4838"/>
                  </a:cubicBezTo>
                  <a:cubicBezTo>
                    <a:pt x="20162" y="4851"/>
                    <a:pt x="20008" y="4857"/>
                    <a:pt x="19860" y="4857"/>
                  </a:cubicBezTo>
                  <a:cubicBezTo>
                    <a:pt x="18181" y="4857"/>
                    <a:pt x="17351" y="4087"/>
                    <a:pt x="16901" y="4087"/>
                  </a:cubicBezTo>
                  <a:cubicBezTo>
                    <a:pt x="16871" y="4087"/>
                    <a:pt x="16843" y="4091"/>
                    <a:pt x="16817" y="4098"/>
                  </a:cubicBezTo>
                  <a:cubicBezTo>
                    <a:pt x="16516" y="4179"/>
                    <a:pt x="17028" y="4589"/>
                    <a:pt x="16349" y="4589"/>
                  </a:cubicBezTo>
                  <a:cubicBezTo>
                    <a:pt x="15979" y="4589"/>
                    <a:pt x="15258" y="4468"/>
                    <a:pt x="13864" y="4107"/>
                  </a:cubicBezTo>
                  <a:cubicBezTo>
                    <a:pt x="12777" y="3828"/>
                    <a:pt x="12007" y="3716"/>
                    <a:pt x="11472" y="3716"/>
                  </a:cubicBezTo>
                  <a:cubicBezTo>
                    <a:pt x="10053" y="3716"/>
                    <a:pt x="10292" y="4510"/>
                    <a:pt x="10688" y="5106"/>
                  </a:cubicBezTo>
                  <a:cubicBezTo>
                    <a:pt x="10962" y="5527"/>
                    <a:pt x="10990" y="5704"/>
                    <a:pt x="10575" y="5704"/>
                  </a:cubicBezTo>
                  <a:cubicBezTo>
                    <a:pt x="10181" y="5704"/>
                    <a:pt x="9388" y="5545"/>
                    <a:pt x="8029" y="5284"/>
                  </a:cubicBezTo>
                  <a:cubicBezTo>
                    <a:pt x="7400" y="5163"/>
                    <a:pt x="6920" y="5111"/>
                    <a:pt x="6559" y="5111"/>
                  </a:cubicBezTo>
                  <a:cubicBezTo>
                    <a:pt x="5325" y="5111"/>
                    <a:pt x="5493" y="5717"/>
                    <a:pt x="5879" y="6221"/>
                  </a:cubicBezTo>
                  <a:cubicBezTo>
                    <a:pt x="6057" y="6452"/>
                    <a:pt x="5590" y="6512"/>
                    <a:pt x="4875" y="6512"/>
                  </a:cubicBezTo>
                  <a:cubicBezTo>
                    <a:pt x="4094" y="6512"/>
                    <a:pt x="3016" y="6440"/>
                    <a:pt x="2156" y="6440"/>
                  </a:cubicBezTo>
                  <a:cubicBezTo>
                    <a:pt x="1585" y="6440"/>
                    <a:pt x="1111" y="6472"/>
                    <a:pt x="884" y="6578"/>
                  </a:cubicBezTo>
                  <a:cubicBezTo>
                    <a:pt x="0" y="6997"/>
                    <a:pt x="705" y="7595"/>
                    <a:pt x="705" y="7595"/>
                  </a:cubicBezTo>
                  <a:lnTo>
                    <a:pt x="27299" y="7595"/>
                  </a:lnTo>
                  <a:lnTo>
                    <a:pt x="27299" y="288"/>
                  </a:lnTo>
                  <a:cubicBezTo>
                    <a:pt x="26816" y="99"/>
                    <a:pt x="26018" y="1"/>
                    <a:pt x="254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113"/>
            <p:cNvSpPr/>
            <p:nvPr/>
          </p:nvSpPr>
          <p:spPr>
            <a:xfrm>
              <a:off x="900601" y="3153183"/>
              <a:ext cx="8243440" cy="2014182"/>
            </a:xfrm>
            <a:custGeom>
              <a:rect b="b" l="l" r="r" t="t"/>
              <a:pathLst>
                <a:path extrusionOk="0" h="6705" w="27442">
                  <a:moveTo>
                    <a:pt x="25753" y="1"/>
                  </a:moveTo>
                  <a:cubicBezTo>
                    <a:pt x="24111" y="1"/>
                    <a:pt x="21945" y="237"/>
                    <a:pt x="22544" y="1548"/>
                  </a:cubicBezTo>
                  <a:cubicBezTo>
                    <a:pt x="23231" y="3054"/>
                    <a:pt x="22540" y="4266"/>
                    <a:pt x="19414" y="4266"/>
                  </a:cubicBezTo>
                  <a:cubicBezTo>
                    <a:pt x="18279" y="4266"/>
                    <a:pt x="16824" y="4106"/>
                    <a:pt x="14997" y="3743"/>
                  </a:cubicBezTo>
                  <a:cubicBezTo>
                    <a:pt x="13658" y="3477"/>
                    <a:pt x="12755" y="3370"/>
                    <a:pt x="12154" y="3370"/>
                  </a:cubicBezTo>
                  <a:cubicBezTo>
                    <a:pt x="9709" y="3370"/>
                    <a:pt x="12256" y="5136"/>
                    <a:pt x="10787" y="5136"/>
                  </a:cubicBezTo>
                  <a:cubicBezTo>
                    <a:pt x="10764" y="5136"/>
                    <a:pt x="10740" y="5135"/>
                    <a:pt x="10715" y="5135"/>
                  </a:cubicBezTo>
                  <a:cubicBezTo>
                    <a:pt x="9570" y="5099"/>
                    <a:pt x="8141" y="4903"/>
                    <a:pt x="7295" y="4903"/>
                  </a:cubicBezTo>
                  <a:cubicBezTo>
                    <a:pt x="6651" y="4903"/>
                    <a:pt x="6346" y="5017"/>
                    <a:pt x="6763" y="5402"/>
                  </a:cubicBezTo>
                  <a:cubicBezTo>
                    <a:pt x="7753" y="6330"/>
                    <a:pt x="0" y="5215"/>
                    <a:pt x="1463" y="6705"/>
                  </a:cubicBezTo>
                  <a:lnTo>
                    <a:pt x="27442" y="6705"/>
                  </a:lnTo>
                  <a:lnTo>
                    <a:pt x="27442" y="76"/>
                  </a:lnTo>
                  <a:cubicBezTo>
                    <a:pt x="27442" y="76"/>
                    <a:pt x="26681" y="1"/>
                    <a:pt x="25753" y="1"/>
                  </a:cubicBez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113"/>
            <p:cNvSpPr/>
            <p:nvPr/>
          </p:nvSpPr>
          <p:spPr>
            <a:xfrm>
              <a:off x="897897" y="3158590"/>
              <a:ext cx="8240736" cy="2008775"/>
            </a:xfrm>
            <a:custGeom>
              <a:rect b="b" l="l" r="r" t="t"/>
              <a:pathLst>
                <a:path extrusionOk="0" h="6687" w="27433">
                  <a:moveTo>
                    <a:pt x="25738" y="0"/>
                  </a:moveTo>
                  <a:cubicBezTo>
                    <a:pt x="24099" y="0"/>
                    <a:pt x="21943" y="236"/>
                    <a:pt x="22535" y="1539"/>
                  </a:cubicBezTo>
                  <a:cubicBezTo>
                    <a:pt x="23222" y="3045"/>
                    <a:pt x="22536" y="4257"/>
                    <a:pt x="19409" y="4257"/>
                  </a:cubicBezTo>
                  <a:cubicBezTo>
                    <a:pt x="18274" y="4257"/>
                    <a:pt x="16817" y="4097"/>
                    <a:pt x="14988" y="3734"/>
                  </a:cubicBezTo>
                  <a:cubicBezTo>
                    <a:pt x="13650" y="3468"/>
                    <a:pt x="12747" y="3361"/>
                    <a:pt x="12146" y="3361"/>
                  </a:cubicBezTo>
                  <a:cubicBezTo>
                    <a:pt x="9695" y="3361"/>
                    <a:pt x="12258" y="5135"/>
                    <a:pt x="10770" y="5135"/>
                  </a:cubicBezTo>
                  <a:cubicBezTo>
                    <a:pt x="10749" y="5135"/>
                    <a:pt x="10728" y="5135"/>
                    <a:pt x="10706" y="5134"/>
                  </a:cubicBezTo>
                  <a:cubicBezTo>
                    <a:pt x="9564" y="5094"/>
                    <a:pt x="8132" y="4894"/>
                    <a:pt x="7287" y="4894"/>
                  </a:cubicBezTo>
                  <a:cubicBezTo>
                    <a:pt x="6647" y="4894"/>
                    <a:pt x="6342" y="5009"/>
                    <a:pt x="6754" y="5393"/>
                  </a:cubicBezTo>
                  <a:cubicBezTo>
                    <a:pt x="7753" y="6321"/>
                    <a:pt x="1" y="5197"/>
                    <a:pt x="1455" y="6687"/>
                  </a:cubicBezTo>
                  <a:lnTo>
                    <a:pt x="1820" y="6687"/>
                  </a:lnTo>
                  <a:cubicBezTo>
                    <a:pt x="1820" y="6687"/>
                    <a:pt x="1185" y="6156"/>
                    <a:pt x="2450" y="6156"/>
                  </a:cubicBezTo>
                  <a:cubicBezTo>
                    <a:pt x="2517" y="6156"/>
                    <a:pt x="2590" y="6157"/>
                    <a:pt x="2668" y="6160"/>
                  </a:cubicBezTo>
                  <a:cubicBezTo>
                    <a:pt x="3352" y="6188"/>
                    <a:pt x="4382" y="6254"/>
                    <a:pt x="5289" y="6254"/>
                  </a:cubicBezTo>
                  <a:cubicBezTo>
                    <a:pt x="6429" y="6254"/>
                    <a:pt x="7375" y="6150"/>
                    <a:pt x="7191" y="5732"/>
                  </a:cubicBezTo>
                  <a:cubicBezTo>
                    <a:pt x="7001" y="5318"/>
                    <a:pt x="7253" y="5119"/>
                    <a:pt x="7793" y="5119"/>
                  </a:cubicBezTo>
                  <a:cubicBezTo>
                    <a:pt x="8220" y="5119"/>
                    <a:pt x="8825" y="5243"/>
                    <a:pt x="9537" y="5482"/>
                  </a:cubicBezTo>
                  <a:cubicBezTo>
                    <a:pt x="10180" y="5695"/>
                    <a:pt x="10722" y="5810"/>
                    <a:pt x="11121" y="5810"/>
                  </a:cubicBezTo>
                  <a:cubicBezTo>
                    <a:pt x="11724" y="5810"/>
                    <a:pt x="11998" y="5548"/>
                    <a:pt x="11794" y="4974"/>
                  </a:cubicBezTo>
                  <a:cubicBezTo>
                    <a:pt x="11510" y="4196"/>
                    <a:pt x="11648" y="3613"/>
                    <a:pt x="12385" y="3613"/>
                  </a:cubicBezTo>
                  <a:cubicBezTo>
                    <a:pt x="12552" y="3613"/>
                    <a:pt x="12750" y="3643"/>
                    <a:pt x="12981" y="3707"/>
                  </a:cubicBezTo>
                  <a:cubicBezTo>
                    <a:pt x="14035" y="4006"/>
                    <a:pt x="16894" y="5183"/>
                    <a:pt x="19604" y="5183"/>
                  </a:cubicBezTo>
                  <a:cubicBezTo>
                    <a:pt x="20128" y="5183"/>
                    <a:pt x="20645" y="5139"/>
                    <a:pt x="21143" y="5036"/>
                  </a:cubicBezTo>
                  <a:cubicBezTo>
                    <a:pt x="24230" y="4403"/>
                    <a:pt x="23374" y="2744"/>
                    <a:pt x="22999" y="1789"/>
                  </a:cubicBezTo>
                  <a:cubicBezTo>
                    <a:pt x="22694" y="1018"/>
                    <a:pt x="22856" y="426"/>
                    <a:pt x="25350" y="426"/>
                  </a:cubicBezTo>
                  <a:cubicBezTo>
                    <a:pt x="25917" y="426"/>
                    <a:pt x="26604" y="456"/>
                    <a:pt x="27433" y="522"/>
                  </a:cubicBezTo>
                  <a:lnTo>
                    <a:pt x="27433" y="76"/>
                  </a:lnTo>
                  <a:cubicBezTo>
                    <a:pt x="27433" y="76"/>
                    <a:pt x="26669" y="0"/>
                    <a:pt x="25738" y="0"/>
                  </a:cubicBez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113"/>
            <p:cNvSpPr/>
            <p:nvPr/>
          </p:nvSpPr>
          <p:spPr>
            <a:xfrm>
              <a:off x="5332899" y="4810791"/>
              <a:ext cx="75399" cy="40254"/>
            </a:xfrm>
            <a:custGeom>
              <a:rect b="b" l="l" r="r" t="t"/>
              <a:pathLst>
                <a:path extrusionOk="0" h="134" w="251">
                  <a:moveTo>
                    <a:pt x="126" y="0"/>
                  </a:moveTo>
                  <a:cubicBezTo>
                    <a:pt x="54" y="0"/>
                    <a:pt x="1" y="27"/>
                    <a:pt x="1" y="63"/>
                  </a:cubicBezTo>
                  <a:cubicBezTo>
                    <a:pt x="1" y="98"/>
                    <a:pt x="54" y="134"/>
                    <a:pt x="126" y="134"/>
                  </a:cubicBezTo>
                  <a:cubicBezTo>
                    <a:pt x="188" y="134"/>
                    <a:pt x="251" y="98"/>
                    <a:pt x="251" y="63"/>
                  </a:cubicBezTo>
                  <a:cubicBezTo>
                    <a:pt x="251" y="27"/>
                    <a:pt x="188" y="0"/>
                    <a:pt x="126" y="0"/>
                  </a:cubicBez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113"/>
            <p:cNvSpPr/>
            <p:nvPr/>
          </p:nvSpPr>
          <p:spPr>
            <a:xfrm>
              <a:off x="5357231" y="4215698"/>
              <a:ext cx="158308" cy="622128"/>
            </a:xfrm>
            <a:custGeom>
              <a:rect b="b" l="l" r="r" t="t"/>
              <a:pathLst>
                <a:path extrusionOk="0" h="2071" w="527">
                  <a:moveTo>
                    <a:pt x="446" y="1"/>
                  </a:moveTo>
                  <a:lnTo>
                    <a:pt x="0" y="2053"/>
                  </a:lnTo>
                  <a:lnTo>
                    <a:pt x="80" y="2070"/>
                  </a:lnTo>
                  <a:lnTo>
                    <a:pt x="526" y="19"/>
                  </a:lnTo>
                  <a:lnTo>
                    <a:pt x="446" y="1"/>
                  </a:ln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113"/>
            <p:cNvSpPr/>
            <p:nvPr/>
          </p:nvSpPr>
          <p:spPr>
            <a:xfrm>
              <a:off x="5019589" y="4202781"/>
              <a:ext cx="876553" cy="324132"/>
            </a:xfrm>
            <a:custGeom>
              <a:rect b="b" l="l" r="r" t="t"/>
              <a:pathLst>
                <a:path extrusionOk="0" h="1079" w="2918">
                  <a:moveTo>
                    <a:pt x="1145" y="0"/>
                  </a:moveTo>
                  <a:cubicBezTo>
                    <a:pt x="385" y="0"/>
                    <a:pt x="0" y="436"/>
                    <a:pt x="0" y="436"/>
                  </a:cubicBezTo>
                  <a:lnTo>
                    <a:pt x="2917" y="1079"/>
                  </a:lnTo>
                  <a:cubicBezTo>
                    <a:pt x="2917" y="1079"/>
                    <a:pt x="2676" y="285"/>
                    <a:pt x="1615" y="53"/>
                  </a:cubicBezTo>
                  <a:cubicBezTo>
                    <a:pt x="1445" y="16"/>
                    <a:pt x="1289" y="0"/>
                    <a:pt x="1145" y="0"/>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113"/>
            <p:cNvSpPr/>
            <p:nvPr/>
          </p:nvSpPr>
          <p:spPr>
            <a:xfrm>
              <a:off x="5166781" y="4211493"/>
              <a:ext cx="579162" cy="280574"/>
            </a:xfrm>
            <a:custGeom>
              <a:rect b="b" l="l" r="r" t="t"/>
              <a:pathLst>
                <a:path extrusionOk="0" h="934" w="1928">
                  <a:moveTo>
                    <a:pt x="911" y="0"/>
                  </a:moveTo>
                  <a:cubicBezTo>
                    <a:pt x="336" y="0"/>
                    <a:pt x="1" y="514"/>
                    <a:pt x="1" y="514"/>
                  </a:cubicBezTo>
                  <a:lnTo>
                    <a:pt x="1928" y="934"/>
                  </a:lnTo>
                  <a:cubicBezTo>
                    <a:pt x="1928" y="934"/>
                    <a:pt x="1830" y="175"/>
                    <a:pt x="1125" y="24"/>
                  </a:cubicBezTo>
                  <a:cubicBezTo>
                    <a:pt x="1050" y="8"/>
                    <a:pt x="979" y="0"/>
                    <a:pt x="9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113"/>
            <p:cNvSpPr/>
            <p:nvPr/>
          </p:nvSpPr>
          <p:spPr>
            <a:xfrm>
              <a:off x="5332899" y="4217200"/>
              <a:ext cx="263146" cy="240020"/>
            </a:xfrm>
            <a:custGeom>
              <a:rect b="b" l="l" r="r" t="t"/>
              <a:pathLst>
                <a:path extrusionOk="0" h="799" w="876">
                  <a:moveTo>
                    <a:pt x="531" y="1"/>
                  </a:moveTo>
                  <a:cubicBezTo>
                    <a:pt x="237" y="1"/>
                    <a:pt x="1" y="620"/>
                    <a:pt x="1" y="620"/>
                  </a:cubicBezTo>
                  <a:lnTo>
                    <a:pt x="831" y="799"/>
                  </a:lnTo>
                  <a:cubicBezTo>
                    <a:pt x="831" y="799"/>
                    <a:pt x="875" y="67"/>
                    <a:pt x="572" y="5"/>
                  </a:cubicBezTo>
                  <a:cubicBezTo>
                    <a:pt x="558" y="2"/>
                    <a:pt x="544" y="1"/>
                    <a:pt x="531" y="1"/>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113"/>
            <p:cNvSpPr/>
            <p:nvPr/>
          </p:nvSpPr>
          <p:spPr>
            <a:xfrm>
              <a:off x="4373744" y="4301613"/>
              <a:ext cx="825485" cy="562950"/>
            </a:xfrm>
            <a:custGeom>
              <a:rect b="b" l="l" r="r" t="t"/>
              <a:pathLst>
                <a:path extrusionOk="0" h="1874" w="2748">
                  <a:moveTo>
                    <a:pt x="1276" y="0"/>
                  </a:moveTo>
                  <a:lnTo>
                    <a:pt x="0" y="321"/>
                  </a:lnTo>
                  <a:lnTo>
                    <a:pt x="1276" y="1874"/>
                  </a:lnTo>
                  <a:lnTo>
                    <a:pt x="2748" y="1205"/>
                  </a:lnTo>
                  <a:lnTo>
                    <a:pt x="1276" y="0"/>
                  </a:ln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113"/>
            <p:cNvSpPr/>
            <p:nvPr/>
          </p:nvSpPr>
          <p:spPr>
            <a:xfrm>
              <a:off x="4389665" y="4264063"/>
              <a:ext cx="825786" cy="562950"/>
            </a:xfrm>
            <a:custGeom>
              <a:rect b="b" l="l" r="r" t="t"/>
              <a:pathLst>
                <a:path extrusionOk="0" h="1874" w="2749">
                  <a:moveTo>
                    <a:pt x="1276" y="0"/>
                  </a:moveTo>
                  <a:lnTo>
                    <a:pt x="1" y="321"/>
                  </a:lnTo>
                  <a:lnTo>
                    <a:pt x="1285" y="1874"/>
                  </a:lnTo>
                  <a:lnTo>
                    <a:pt x="2748" y="1196"/>
                  </a:lnTo>
                  <a:lnTo>
                    <a:pt x="1276" y="0"/>
                  </a:lnTo>
                  <a:close/>
                </a:path>
              </a:pathLst>
            </a:custGeom>
            <a:solidFill>
              <a:srgbClr val="EA9B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113"/>
            <p:cNvSpPr/>
            <p:nvPr/>
          </p:nvSpPr>
          <p:spPr>
            <a:xfrm>
              <a:off x="4505016" y="4322941"/>
              <a:ext cx="450292" cy="442489"/>
            </a:xfrm>
            <a:custGeom>
              <a:rect b="b" l="l" r="r" t="t"/>
              <a:pathLst>
                <a:path extrusionOk="0" h="1473" w="1499">
                  <a:moveTo>
                    <a:pt x="98" y="1"/>
                  </a:moveTo>
                  <a:lnTo>
                    <a:pt x="0" y="27"/>
                  </a:lnTo>
                  <a:lnTo>
                    <a:pt x="1338" y="1473"/>
                  </a:lnTo>
                  <a:lnTo>
                    <a:pt x="1499" y="1401"/>
                  </a:lnTo>
                  <a:lnTo>
                    <a:pt x="98" y="1"/>
                  </a:ln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113"/>
            <p:cNvSpPr/>
            <p:nvPr/>
          </p:nvSpPr>
          <p:spPr>
            <a:xfrm>
              <a:off x="4652208" y="4285391"/>
              <a:ext cx="458703" cy="410346"/>
            </a:xfrm>
            <a:custGeom>
              <a:rect b="b" l="l" r="r" t="t"/>
              <a:pathLst>
                <a:path extrusionOk="0" h="1366" w="1527">
                  <a:moveTo>
                    <a:pt x="117" y="1"/>
                  </a:moveTo>
                  <a:lnTo>
                    <a:pt x="1" y="27"/>
                  </a:lnTo>
                  <a:lnTo>
                    <a:pt x="1357" y="1366"/>
                  </a:lnTo>
                  <a:lnTo>
                    <a:pt x="1526" y="1285"/>
                  </a:lnTo>
                  <a:lnTo>
                    <a:pt x="117" y="1"/>
                  </a:ln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113"/>
            <p:cNvSpPr/>
            <p:nvPr/>
          </p:nvSpPr>
          <p:spPr>
            <a:xfrm>
              <a:off x="5464170" y="4773241"/>
              <a:ext cx="1064299" cy="726367"/>
            </a:xfrm>
            <a:custGeom>
              <a:rect b="b" l="l" r="r" t="t"/>
              <a:pathLst>
                <a:path extrusionOk="0" h="2418" w="3543">
                  <a:moveTo>
                    <a:pt x="1651" y="0"/>
                  </a:moveTo>
                  <a:lnTo>
                    <a:pt x="1" y="420"/>
                  </a:lnTo>
                  <a:lnTo>
                    <a:pt x="1651" y="2418"/>
                  </a:lnTo>
                  <a:lnTo>
                    <a:pt x="3543" y="1553"/>
                  </a:lnTo>
                  <a:lnTo>
                    <a:pt x="1651" y="0"/>
                  </a:ln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113"/>
            <p:cNvSpPr/>
            <p:nvPr/>
          </p:nvSpPr>
          <p:spPr>
            <a:xfrm>
              <a:off x="5485799" y="4724877"/>
              <a:ext cx="1063999" cy="723964"/>
            </a:xfrm>
            <a:custGeom>
              <a:rect b="b" l="l" r="r" t="t"/>
              <a:pathLst>
                <a:path extrusionOk="0" h="2410" w="3542">
                  <a:moveTo>
                    <a:pt x="1651" y="1"/>
                  </a:moveTo>
                  <a:lnTo>
                    <a:pt x="0" y="411"/>
                  </a:lnTo>
                  <a:lnTo>
                    <a:pt x="1651" y="2409"/>
                  </a:lnTo>
                  <a:lnTo>
                    <a:pt x="3542" y="1544"/>
                  </a:lnTo>
                  <a:lnTo>
                    <a:pt x="1651"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113"/>
            <p:cNvSpPr/>
            <p:nvPr/>
          </p:nvSpPr>
          <p:spPr>
            <a:xfrm>
              <a:off x="5633292" y="4799977"/>
              <a:ext cx="581565" cy="571060"/>
            </a:xfrm>
            <a:custGeom>
              <a:rect b="b" l="l" r="r" t="t"/>
              <a:pathLst>
                <a:path extrusionOk="0" h="1901" w="1936">
                  <a:moveTo>
                    <a:pt x="134" y="1"/>
                  </a:moveTo>
                  <a:lnTo>
                    <a:pt x="0" y="36"/>
                  </a:lnTo>
                  <a:lnTo>
                    <a:pt x="1722" y="1901"/>
                  </a:lnTo>
                  <a:lnTo>
                    <a:pt x="1936" y="1803"/>
                  </a:lnTo>
                  <a:lnTo>
                    <a:pt x="134" y="1"/>
                  </a:ln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113"/>
            <p:cNvSpPr/>
            <p:nvPr/>
          </p:nvSpPr>
          <p:spPr>
            <a:xfrm>
              <a:off x="5826144" y="4751612"/>
              <a:ext cx="589675" cy="528404"/>
            </a:xfrm>
            <a:custGeom>
              <a:rect b="b" l="l" r="r" t="t"/>
              <a:pathLst>
                <a:path extrusionOk="0" h="1759" w="1963">
                  <a:moveTo>
                    <a:pt x="143" y="1"/>
                  </a:moveTo>
                  <a:lnTo>
                    <a:pt x="0" y="37"/>
                  </a:lnTo>
                  <a:lnTo>
                    <a:pt x="1740" y="1758"/>
                  </a:lnTo>
                  <a:lnTo>
                    <a:pt x="1963" y="1660"/>
                  </a:lnTo>
                  <a:lnTo>
                    <a:pt x="143" y="1"/>
                  </a:ln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113"/>
            <p:cNvSpPr/>
            <p:nvPr/>
          </p:nvSpPr>
          <p:spPr>
            <a:xfrm>
              <a:off x="4625473" y="4928548"/>
              <a:ext cx="1064299" cy="723964"/>
            </a:xfrm>
            <a:custGeom>
              <a:rect b="b" l="l" r="r" t="t"/>
              <a:pathLst>
                <a:path extrusionOk="0" h="2410" w="3543">
                  <a:moveTo>
                    <a:pt x="1651" y="1"/>
                  </a:moveTo>
                  <a:lnTo>
                    <a:pt x="1" y="411"/>
                  </a:lnTo>
                  <a:lnTo>
                    <a:pt x="1651" y="2409"/>
                  </a:lnTo>
                  <a:lnTo>
                    <a:pt x="3542" y="1544"/>
                  </a:lnTo>
                  <a:lnTo>
                    <a:pt x="1651" y="1"/>
                  </a:ln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113"/>
            <p:cNvSpPr/>
            <p:nvPr/>
          </p:nvSpPr>
          <p:spPr>
            <a:xfrm>
              <a:off x="4647102" y="4877780"/>
              <a:ext cx="1063999" cy="723664"/>
            </a:xfrm>
            <a:custGeom>
              <a:rect b="b" l="l" r="r" t="t"/>
              <a:pathLst>
                <a:path extrusionOk="0" h="2409" w="3542">
                  <a:moveTo>
                    <a:pt x="1650" y="0"/>
                  </a:moveTo>
                  <a:lnTo>
                    <a:pt x="0" y="411"/>
                  </a:lnTo>
                  <a:lnTo>
                    <a:pt x="1650" y="2409"/>
                  </a:lnTo>
                  <a:lnTo>
                    <a:pt x="3542" y="1544"/>
                  </a:lnTo>
                  <a:lnTo>
                    <a:pt x="1650" y="0"/>
                  </a:ln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113"/>
            <p:cNvSpPr/>
            <p:nvPr/>
          </p:nvSpPr>
          <p:spPr>
            <a:xfrm>
              <a:off x="4794294" y="4955283"/>
              <a:ext cx="581865" cy="568657"/>
            </a:xfrm>
            <a:custGeom>
              <a:rect b="b" l="l" r="r" t="t"/>
              <a:pathLst>
                <a:path extrusionOk="0" h="1893" w="1937">
                  <a:moveTo>
                    <a:pt x="135" y="1"/>
                  </a:moveTo>
                  <a:lnTo>
                    <a:pt x="1" y="28"/>
                  </a:lnTo>
                  <a:lnTo>
                    <a:pt x="1722" y="1892"/>
                  </a:lnTo>
                  <a:lnTo>
                    <a:pt x="1937" y="1803"/>
                  </a:lnTo>
                  <a:lnTo>
                    <a:pt x="135" y="1"/>
                  </a:ln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113"/>
            <p:cNvSpPr/>
            <p:nvPr/>
          </p:nvSpPr>
          <p:spPr>
            <a:xfrm>
              <a:off x="4987447" y="4904516"/>
              <a:ext cx="589675" cy="528103"/>
            </a:xfrm>
            <a:custGeom>
              <a:rect b="b" l="l" r="r" t="t"/>
              <a:pathLst>
                <a:path extrusionOk="0" h="1758" w="1963">
                  <a:moveTo>
                    <a:pt x="143" y="0"/>
                  </a:moveTo>
                  <a:lnTo>
                    <a:pt x="0" y="36"/>
                  </a:lnTo>
                  <a:lnTo>
                    <a:pt x="1740" y="1758"/>
                  </a:lnTo>
                  <a:lnTo>
                    <a:pt x="1963" y="1660"/>
                  </a:lnTo>
                  <a:lnTo>
                    <a:pt x="143" y="0"/>
                  </a:ln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113"/>
            <p:cNvSpPr/>
            <p:nvPr/>
          </p:nvSpPr>
          <p:spPr>
            <a:xfrm>
              <a:off x="6230773" y="4802680"/>
              <a:ext cx="161012" cy="78104"/>
            </a:xfrm>
            <a:custGeom>
              <a:rect b="b" l="l" r="r" t="t"/>
              <a:pathLst>
                <a:path extrusionOk="0" h="260" w="536">
                  <a:moveTo>
                    <a:pt x="268" y="0"/>
                  </a:moveTo>
                  <a:cubicBezTo>
                    <a:pt x="116" y="0"/>
                    <a:pt x="0" y="63"/>
                    <a:pt x="0" y="134"/>
                  </a:cubicBezTo>
                  <a:cubicBezTo>
                    <a:pt x="0" y="206"/>
                    <a:pt x="116" y="259"/>
                    <a:pt x="268" y="259"/>
                  </a:cubicBezTo>
                  <a:cubicBezTo>
                    <a:pt x="420" y="259"/>
                    <a:pt x="536" y="206"/>
                    <a:pt x="536" y="134"/>
                  </a:cubicBezTo>
                  <a:cubicBezTo>
                    <a:pt x="536" y="63"/>
                    <a:pt x="420" y="0"/>
                    <a:pt x="268" y="0"/>
                  </a:cubicBez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113"/>
            <p:cNvSpPr/>
            <p:nvPr/>
          </p:nvSpPr>
          <p:spPr>
            <a:xfrm>
              <a:off x="6241587" y="4773241"/>
              <a:ext cx="139383" cy="88618"/>
            </a:xfrm>
            <a:custGeom>
              <a:rect b="b" l="l" r="r" t="t"/>
              <a:pathLst>
                <a:path extrusionOk="0" h="295" w="464">
                  <a:moveTo>
                    <a:pt x="0" y="0"/>
                  </a:moveTo>
                  <a:lnTo>
                    <a:pt x="0" y="179"/>
                  </a:lnTo>
                  <a:cubicBezTo>
                    <a:pt x="0" y="241"/>
                    <a:pt x="107" y="295"/>
                    <a:pt x="232" y="295"/>
                  </a:cubicBezTo>
                  <a:cubicBezTo>
                    <a:pt x="357" y="295"/>
                    <a:pt x="464" y="241"/>
                    <a:pt x="464" y="179"/>
                  </a:cubicBez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113"/>
            <p:cNvSpPr/>
            <p:nvPr/>
          </p:nvSpPr>
          <p:spPr>
            <a:xfrm>
              <a:off x="6241587" y="4741098"/>
              <a:ext cx="139383" cy="67290"/>
            </a:xfrm>
            <a:custGeom>
              <a:rect b="b" l="l" r="r" t="t"/>
              <a:pathLst>
                <a:path extrusionOk="0" h="224" w="464">
                  <a:moveTo>
                    <a:pt x="232" y="0"/>
                  </a:moveTo>
                  <a:cubicBezTo>
                    <a:pt x="107" y="0"/>
                    <a:pt x="0" y="45"/>
                    <a:pt x="0" y="107"/>
                  </a:cubicBezTo>
                  <a:cubicBezTo>
                    <a:pt x="0" y="170"/>
                    <a:pt x="107" y="223"/>
                    <a:pt x="232" y="223"/>
                  </a:cubicBezTo>
                  <a:cubicBezTo>
                    <a:pt x="357" y="223"/>
                    <a:pt x="464" y="170"/>
                    <a:pt x="464" y="107"/>
                  </a:cubicBezTo>
                  <a:cubicBezTo>
                    <a:pt x="464" y="45"/>
                    <a:pt x="357" y="0"/>
                    <a:pt x="2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113"/>
            <p:cNvSpPr/>
            <p:nvPr/>
          </p:nvSpPr>
          <p:spPr>
            <a:xfrm>
              <a:off x="6254805" y="4746505"/>
              <a:ext cx="112949" cy="53772"/>
            </a:xfrm>
            <a:custGeom>
              <a:rect b="b" l="l" r="r" t="t"/>
              <a:pathLst>
                <a:path extrusionOk="0" h="179" w="376">
                  <a:moveTo>
                    <a:pt x="188" y="0"/>
                  </a:moveTo>
                  <a:cubicBezTo>
                    <a:pt x="90" y="0"/>
                    <a:pt x="1" y="45"/>
                    <a:pt x="1" y="89"/>
                  </a:cubicBezTo>
                  <a:cubicBezTo>
                    <a:pt x="1" y="143"/>
                    <a:pt x="90" y="179"/>
                    <a:pt x="188" y="179"/>
                  </a:cubicBezTo>
                  <a:cubicBezTo>
                    <a:pt x="286" y="179"/>
                    <a:pt x="375" y="143"/>
                    <a:pt x="375" y="89"/>
                  </a:cubicBezTo>
                  <a:cubicBezTo>
                    <a:pt x="375" y="45"/>
                    <a:pt x="286" y="0"/>
                    <a:pt x="188" y="0"/>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113"/>
            <p:cNvSpPr/>
            <p:nvPr/>
          </p:nvSpPr>
          <p:spPr>
            <a:xfrm>
              <a:off x="5552786" y="4657887"/>
              <a:ext cx="161012" cy="80808"/>
            </a:xfrm>
            <a:custGeom>
              <a:rect b="b" l="l" r="r" t="t"/>
              <a:pathLst>
                <a:path extrusionOk="0" h="269" w="536">
                  <a:moveTo>
                    <a:pt x="268" y="1"/>
                  </a:moveTo>
                  <a:cubicBezTo>
                    <a:pt x="125" y="1"/>
                    <a:pt x="0" y="63"/>
                    <a:pt x="0" y="135"/>
                  </a:cubicBezTo>
                  <a:cubicBezTo>
                    <a:pt x="0" y="206"/>
                    <a:pt x="125" y="268"/>
                    <a:pt x="268" y="268"/>
                  </a:cubicBezTo>
                  <a:cubicBezTo>
                    <a:pt x="420" y="268"/>
                    <a:pt x="536" y="206"/>
                    <a:pt x="536" y="135"/>
                  </a:cubicBezTo>
                  <a:cubicBezTo>
                    <a:pt x="536" y="63"/>
                    <a:pt x="420" y="1"/>
                    <a:pt x="268" y="1"/>
                  </a:cubicBez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113"/>
            <p:cNvSpPr/>
            <p:nvPr/>
          </p:nvSpPr>
          <p:spPr>
            <a:xfrm>
              <a:off x="5563601" y="4631152"/>
              <a:ext cx="139383" cy="85914"/>
            </a:xfrm>
            <a:custGeom>
              <a:rect b="b" l="l" r="r" t="t"/>
              <a:pathLst>
                <a:path extrusionOk="0" h="286" w="464">
                  <a:moveTo>
                    <a:pt x="0" y="0"/>
                  </a:moveTo>
                  <a:lnTo>
                    <a:pt x="0" y="170"/>
                  </a:lnTo>
                  <a:cubicBezTo>
                    <a:pt x="0" y="232"/>
                    <a:pt x="107" y="286"/>
                    <a:pt x="232" y="286"/>
                  </a:cubicBezTo>
                  <a:cubicBezTo>
                    <a:pt x="366" y="286"/>
                    <a:pt x="464" y="232"/>
                    <a:pt x="464" y="170"/>
                  </a:cubicBez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113"/>
            <p:cNvSpPr/>
            <p:nvPr/>
          </p:nvSpPr>
          <p:spPr>
            <a:xfrm>
              <a:off x="5563601" y="4596305"/>
              <a:ext cx="139383" cy="67290"/>
            </a:xfrm>
            <a:custGeom>
              <a:rect b="b" l="l" r="r" t="t"/>
              <a:pathLst>
                <a:path extrusionOk="0" h="224" w="464">
                  <a:moveTo>
                    <a:pt x="232" y="1"/>
                  </a:moveTo>
                  <a:cubicBezTo>
                    <a:pt x="107" y="1"/>
                    <a:pt x="0" y="54"/>
                    <a:pt x="0" y="116"/>
                  </a:cubicBezTo>
                  <a:cubicBezTo>
                    <a:pt x="0" y="170"/>
                    <a:pt x="107" y="224"/>
                    <a:pt x="232" y="224"/>
                  </a:cubicBezTo>
                  <a:cubicBezTo>
                    <a:pt x="366" y="224"/>
                    <a:pt x="464" y="170"/>
                    <a:pt x="464" y="116"/>
                  </a:cubicBezTo>
                  <a:cubicBezTo>
                    <a:pt x="464" y="54"/>
                    <a:pt x="366" y="1"/>
                    <a:pt x="2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113"/>
            <p:cNvSpPr/>
            <p:nvPr/>
          </p:nvSpPr>
          <p:spPr>
            <a:xfrm>
              <a:off x="5579521" y="4604416"/>
              <a:ext cx="110245" cy="53772"/>
            </a:xfrm>
            <a:custGeom>
              <a:rect b="b" l="l" r="r" t="t"/>
              <a:pathLst>
                <a:path extrusionOk="0" h="179" w="367">
                  <a:moveTo>
                    <a:pt x="179" y="0"/>
                  </a:moveTo>
                  <a:cubicBezTo>
                    <a:pt x="81" y="0"/>
                    <a:pt x="1" y="36"/>
                    <a:pt x="1" y="89"/>
                  </a:cubicBezTo>
                  <a:cubicBezTo>
                    <a:pt x="1" y="134"/>
                    <a:pt x="81" y="179"/>
                    <a:pt x="179" y="179"/>
                  </a:cubicBezTo>
                  <a:cubicBezTo>
                    <a:pt x="286" y="179"/>
                    <a:pt x="366" y="134"/>
                    <a:pt x="366" y="89"/>
                  </a:cubicBezTo>
                  <a:cubicBezTo>
                    <a:pt x="366" y="36"/>
                    <a:pt x="286" y="0"/>
                    <a:pt x="179" y="0"/>
                  </a:cubicBez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5" name="Google Shape;7095;p113"/>
          <p:cNvGrpSpPr/>
          <p:nvPr/>
        </p:nvGrpSpPr>
        <p:grpSpPr>
          <a:xfrm>
            <a:off x="-38101" y="1206786"/>
            <a:ext cx="2987614" cy="3307599"/>
            <a:chOff x="-2668226" y="994036"/>
            <a:chExt cx="2987614" cy="3307599"/>
          </a:xfrm>
        </p:grpSpPr>
        <p:sp>
          <p:nvSpPr>
            <p:cNvPr id="7096" name="Google Shape;7096;p113"/>
            <p:cNvSpPr/>
            <p:nvPr/>
          </p:nvSpPr>
          <p:spPr>
            <a:xfrm>
              <a:off x="-2633319" y="2890875"/>
              <a:ext cx="2952708" cy="1223018"/>
            </a:xfrm>
            <a:custGeom>
              <a:rect b="b" l="l" r="r" t="t"/>
              <a:pathLst>
                <a:path extrusionOk="0" h="7498" w="18102">
                  <a:moveTo>
                    <a:pt x="13695" y="1"/>
                  </a:moveTo>
                  <a:cubicBezTo>
                    <a:pt x="13227" y="1"/>
                    <a:pt x="10064" y="334"/>
                    <a:pt x="10064" y="334"/>
                  </a:cubicBezTo>
                  <a:lnTo>
                    <a:pt x="7352" y="763"/>
                  </a:lnTo>
                  <a:lnTo>
                    <a:pt x="4497" y="2056"/>
                  </a:lnTo>
                  <a:lnTo>
                    <a:pt x="670" y="4420"/>
                  </a:lnTo>
                  <a:cubicBezTo>
                    <a:pt x="670" y="4420"/>
                    <a:pt x="269" y="5642"/>
                    <a:pt x="135" y="6552"/>
                  </a:cubicBezTo>
                  <a:cubicBezTo>
                    <a:pt x="1" y="7462"/>
                    <a:pt x="4756" y="7498"/>
                    <a:pt x="4756" y="7498"/>
                  </a:cubicBezTo>
                  <a:cubicBezTo>
                    <a:pt x="4756" y="7498"/>
                    <a:pt x="6542" y="5062"/>
                    <a:pt x="7773" y="5062"/>
                  </a:cubicBezTo>
                  <a:cubicBezTo>
                    <a:pt x="7776" y="5062"/>
                    <a:pt x="7778" y="5062"/>
                    <a:pt x="7780" y="5062"/>
                  </a:cubicBezTo>
                  <a:cubicBezTo>
                    <a:pt x="7810" y="5063"/>
                    <a:pt x="7839" y="5063"/>
                    <a:pt x="7869" y="5063"/>
                  </a:cubicBezTo>
                  <a:cubicBezTo>
                    <a:pt x="9064" y="5063"/>
                    <a:pt x="10272" y="4719"/>
                    <a:pt x="9323" y="4527"/>
                  </a:cubicBezTo>
                  <a:cubicBezTo>
                    <a:pt x="8351" y="4331"/>
                    <a:pt x="9609" y="4063"/>
                    <a:pt x="11063" y="3956"/>
                  </a:cubicBezTo>
                  <a:cubicBezTo>
                    <a:pt x="12508" y="3840"/>
                    <a:pt x="12562" y="3341"/>
                    <a:pt x="11884" y="3287"/>
                  </a:cubicBezTo>
                  <a:cubicBezTo>
                    <a:pt x="11197" y="3234"/>
                    <a:pt x="11447" y="2913"/>
                    <a:pt x="13275" y="2814"/>
                  </a:cubicBezTo>
                  <a:cubicBezTo>
                    <a:pt x="15104" y="2707"/>
                    <a:pt x="16228" y="2136"/>
                    <a:pt x="15390" y="2127"/>
                  </a:cubicBezTo>
                  <a:cubicBezTo>
                    <a:pt x="14551" y="2119"/>
                    <a:pt x="14979" y="1753"/>
                    <a:pt x="15515" y="1628"/>
                  </a:cubicBezTo>
                  <a:cubicBezTo>
                    <a:pt x="16059" y="1503"/>
                    <a:pt x="16514" y="1369"/>
                    <a:pt x="16023" y="1226"/>
                  </a:cubicBezTo>
                  <a:cubicBezTo>
                    <a:pt x="15541" y="1084"/>
                    <a:pt x="16656" y="1102"/>
                    <a:pt x="17379" y="789"/>
                  </a:cubicBezTo>
                  <a:cubicBezTo>
                    <a:pt x="18102" y="468"/>
                    <a:pt x="16888" y="272"/>
                    <a:pt x="16888" y="272"/>
                  </a:cubicBezTo>
                  <a:cubicBezTo>
                    <a:pt x="16888" y="272"/>
                    <a:pt x="13882" y="49"/>
                    <a:pt x="13748" y="4"/>
                  </a:cubicBezTo>
                  <a:cubicBezTo>
                    <a:pt x="13741" y="2"/>
                    <a:pt x="13722" y="1"/>
                    <a:pt x="13695" y="1"/>
                  </a:cubicBez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113"/>
            <p:cNvSpPr/>
            <p:nvPr/>
          </p:nvSpPr>
          <p:spPr>
            <a:xfrm>
              <a:off x="-2668226" y="2770661"/>
              <a:ext cx="2861037" cy="1530974"/>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38A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113"/>
            <p:cNvSpPr/>
            <p:nvPr/>
          </p:nvSpPr>
          <p:spPr>
            <a:xfrm>
              <a:off x="-1122879" y="2127507"/>
              <a:ext cx="1255986" cy="933004"/>
            </a:xfrm>
            <a:custGeom>
              <a:rect b="b" l="l" r="r" t="t"/>
              <a:pathLst>
                <a:path extrusionOk="0" h="5720" w="7700">
                  <a:moveTo>
                    <a:pt x="2535" y="1"/>
                  </a:moveTo>
                  <a:lnTo>
                    <a:pt x="1758" y="215"/>
                  </a:lnTo>
                  <a:lnTo>
                    <a:pt x="1758" y="1187"/>
                  </a:lnTo>
                  <a:lnTo>
                    <a:pt x="1179" y="1062"/>
                  </a:lnTo>
                  <a:lnTo>
                    <a:pt x="732" y="1312"/>
                  </a:lnTo>
                  <a:lnTo>
                    <a:pt x="875" y="2597"/>
                  </a:lnTo>
                  <a:lnTo>
                    <a:pt x="697" y="3391"/>
                  </a:lnTo>
                  <a:lnTo>
                    <a:pt x="875" y="4488"/>
                  </a:lnTo>
                  <a:lnTo>
                    <a:pt x="1" y="5264"/>
                  </a:lnTo>
                  <a:lnTo>
                    <a:pt x="2481" y="5264"/>
                  </a:lnTo>
                  <a:lnTo>
                    <a:pt x="3221" y="5469"/>
                  </a:lnTo>
                  <a:lnTo>
                    <a:pt x="4015" y="5469"/>
                  </a:lnTo>
                  <a:lnTo>
                    <a:pt x="4140" y="5719"/>
                  </a:lnTo>
                  <a:lnTo>
                    <a:pt x="4952" y="5719"/>
                  </a:lnTo>
                  <a:lnTo>
                    <a:pt x="5586" y="5211"/>
                  </a:lnTo>
                  <a:lnTo>
                    <a:pt x="7700" y="5211"/>
                  </a:lnTo>
                  <a:lnTo>
                    <a:pt x="7700" y="4782"/>
                  </a:lnTo>
                  <a:lnTo>
                    <a:pt x="7102" y="4434"/>
                  </a:lnTo>
                  <a:lnTo>
                    <a:pt x="7102" y="3971"/>
                  </a:lnTo>
                  <a:lnTo>
                    <a:pt x="6433" y="3087"/>
                  </a:lnTo>
                  <a:lnTo>
                    <a:pt x="6362" y="2365"/>
                  </a:lnTo>
                  <a:lnTo>
                    <a:pt x="5425" y="1660"/>
                  </a:lnTo>
                  <a:lnTo>
                    <a:pt x="4105" y="143"/>
                  </a:lnTo>
                  <a:lnTo>
                    <a:pt x="3489" y="215"/>
                  </a:lnTo>
                  <a:lnTo>
                    <a:pt x="253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113"/>
            <p:cNvSpPr/>
            <p:nvPr/>
          </p:nvSpPr>
          <p:spPr>
            <a:xfrm>
              <a:off x="-529143" y="2281812"/>
              <a:ext cx="509571" cy="778699"/>
            </a:xfrm>
            <a:custGeom>
              <a:rect b="b" l="l" r="r" t="t"/>
              <a:pathLst>
                <a:path extrusionOk="0" h="4774" w="3124">
                  <a:moveTo>
                    <a:pt x="500" y="0"/>
                  </a:moveTo>
                  <a:lnTo>
                    <a:pt x="500" y="785"/>
                  </a:lnTo>
                  <a:lnTo>
                    <a:pt x="848" y="1071"/>
                  </a:lnTo>
                  <a:lnTo>
                    <a:pt x="563" y="1356"/>
                  </a:lnTo>
                  <a:lnTo>
                    <a:pt x="688" y="1829"/>
                  </a:lnTo>
                  <a:lnTo>
                    <a:pt x="616" y="2382"/>
                  </a:lnTo>
                  <a:lnTo>
                    <a:pt x="741" y="2766"/>
                  </a:lnTo>
                  <a:lnTo>
                    <a:pt x="616" y="3149"/>
                  </a:lnTo>
                  <a:lnTo>
                    <a:pt x="206" y="3453"/>
                  </a:lnTo>
                  <a:lnTo>
                    <a:pt x="170" y="4265"/>
                  </a:lnTo>
                  <a:lnTo>
                    <a:pt x="1" y="4523"/>
                  </a:lnTo>
                  <a:lnTo>
                    <a:pt x="375" y="4523"/>
                  </a:lnTo>
                  <a:lnTo>
                    <a:pt x="500" y="4773"/>
                  </a:lnTo>
                  <a:lnTo>
                    <a:pt x="1312" y="4773"/>
                  </a:lnTo>
                  <a:lnTo>
                    <a:pt x="1946" y="4265"/>
                  </a:lnTo>
                  <a:lnTo>
                    <a:pt x="3123" y="4265"/>
                  </a:lnTo>
                  <a:lnTo>
                    <a:pt x="2864" y="3854"/>
                  </a:lnTo>
                  <a:lnTo>
                    <a:pt x="2927" y="3203"/>
                  </a:lnTo>
                  <a:cubicBezTo>
                    <a:pt x="2927" y="3203"/>
                    <a:pt x="2177" y="2775"/>
                    <a:pt x="2169" y="2748"/>
                  </a:cubicBezTo>
                  <a:cubicBezTo>
                    <a:pt x="2160" y="2730"/>
                    <a:pt x="2169" y="2338"/>
                    <a:pt x="2169" y="2338"/>
                  </a:cubicBezTo>
                  <a:lnTo>
                    <a:pt x="1838" y="1972"/>
                  </a:lnTo>
                  <a:lnTo>
                    <a:pt x="1508" y="1124"/>
                  </a:lnTo>
                  <a:lnTo>
                    <a:pt x="714" y="571"/>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113"/>
            <p:cNvSpPr/>
            <p:nvPr/>
          </p:nvSpPr>
          <p:spPr>
            <a:xfrm>
              <a:off x="-238147" y="2398274"/>
              <a:ext cx="371250" cy="509400"/>
            </a:xfrm>
            <a:custGeom>
              <a:rect b="b" l="l" r="r" t="t"/>
              <a:pathLst>
                <a:path extrusionOk="0" h="3123" w="2276">
                  <a:moveTo>
                    <a:pt x="1" y="0"/>
                  </a:moveTo>
                  <a:lnTo>
                    <a:pt x="501" y="705"/>
                  </a:lnTo>
                  <a:lnTo>
                    <a:pt x="750" y="839"/>
                  </a:lnTo>
                  <a:lnTo>
                    <a:pt x="527" y="1383"/>
                  </a:lnTo>
                  <a:lnTo>
                    <a:pt x="1063" y="1829"/>
                  </a:lnTo>
                  <a:lnTo>
                    <a:pt x="1036" y="2123"/>
                  </a:lnTo>
                  <a:lnTo>
                    <a:pt x="1366" y="2284"/>
                  </a:lnTo>
                  <a:lnTo>
                    <a:pt x="1553" y="2774"/>
                  </a:lnTo>
                  <a:lnTo>
                    <a:pt x="1518" y="3024"/>
                  </a:lnTo>
                  <a:lnTo>
                    <a:pt x="2276" y="3122"/>
                  </a:lnTo>
                  <a:lnTo>
                    <a:pt x="1678" y="2774"/>
                  </a:lnTo>
                  <a:lnTo>
                    <a:pt x="1678" y="2311"/>
                  </a:lnTo>
                  <a:lnTo>
                    <a:pt x="1009" y="1427"/>
                  </a:lnTo>
                  <a:lnTo>
                    <a:pt x="938" y="705"/>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113"/>
            <p:cNvSpPr/>
            <p:nvPr/>
          </p:nvSpPr>
          <p:spPr>
            <a:xfrm>
              <a:off x="-836124" y="2127507"/>
              <a:ext cx="382831" cy="465849"/>
            </a:xfrm>
            <a:custGeom>
              <a:rect b="b" l="l" r="r" t="t"/>
              <a:pathLst>
                <a:path extrusionOk="0" h="2856" w="2347">
                  <a:moveTo>
                    <a:pt x="777" y="1"/>
                  </a:moveTo>
                  <a:lnTo>
                    <a:pt x="0" y="215"/>
                  </a:lnTo>
                  <a:lnTo>
                    <a:pt x="250" y="447"/>
                  </a:lnTo>
                  <a:lnTo>
                    <a:pt x="768" y="491"/>
                  </a:lnTo>
                  <a:lnTo>
                    <a:pt x="1330" y="1098"/>
                  </a:lnTo>
                  <a:lnTo>
                    <a:pt x="1196" y="1767"/>
                  </a:lnTo>
                  <a:cubicBezTo>
                    <a:pt x="1196" y="1767"/>
                    <a:pt x="2001" y="2856"/>
                    <a:pt x="2008" y="2856"/>
                  </a:cubicBezTo>
                  <a:cubicBezTo>
                    <a:pt x="2008" y="2856"/>
                    <a:pt x="2008" y="2855"/>
                    <a:pt x="2008" y="2855"/>
                  </a:cubicBezTo>
                  <a:cubicBezTo>
                    <a:pt x="2008" y="2855"/>
                    <a:pt x="1553" y="1714"/>
                    <a:pt x="1544" y="1669"/>
                  </a:cubicBezTo>
                  <a:cubicBezTo>
                    <a:pt x="1535" y="1633"/>
                    <a:pt x="1865" y="1089"/>
                    <a:pt x="1865" y="1089"/>
                  </a:cubicBezTo>
                  <a:lnTo>
                    <a:pt x="1811" y="804"/>
                  </a:lnTo>
                  <a:lnTo>
                    <a:pt x="2347" y="143"/>
                  </a:lnTo>
                  <a:lnTo>
                    <a:pt x="1731" y="215"/>
                  </a:lnTo>
                  <a:lnTo>
                    <a:pt x="777"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113"/>
            <p:cNvSpPr/>
            <p:nvPr/>
          </p:nvSpPr>
          <p:spPr>
            <a:xfrm>
              <a:off x="-1003480" y="2300733"/>
              <a:ext cx="260658" cy="328998"/>
            </a:xfrm>
            <a:custGeom>
              <a:rect b="b" l="l" r="r" t="t"/>
              <a:pathLst>
                <a:path extrusionOk="0" h="2017" w="1598">
                  <a:moveTo>
                    <a:pt x="447" y="0"/>
                  </a:moveTo>
                  <a:lnTo>
                    <a:pt x="0" y="250"/>
                  </a:lnTo>
                  <a:lnTo>
                    <a:pt x="616" y="188"/>
                  </a:lnTo>
                  <a:lnTo>
                    <a:pt x="1321" y="839"/>
                  </a:lnTo>
                  <a:lnTo>
                    <a:pt x="1597" y="2016"/>
                  </a:lnTo>
                  <a:lnTo>
                    <a:pt x="1597" y="892"/>
                  </a:lnTo>
                  <a:lnTo>
                    <a:pt x="1026" y="125"/>
                  </a:lnTo>
                  <a:lnTo>
                    <a:pt x="447"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113"/>
            <p:cNvSpPr/>
            <p:nvPr/>
          </p:nvSpPr>
          <p:spPr>
            <a:xfrm>
              <a:off x="-453458" y="2150832"/>
              <a:ext cx="215475" cy="247605"/>
            </a:xfrm>
            <a:custGeom>
              <a:rect b="b" l="l" r="r" t="t"/>
              <a:pathLst>
                <a:path extrusionOk="0" h="1518" w="1321">
                  <a:moveTo>
                    <a:pt x="1" y="0"/>
                  </a:moveTo>
                  <a:lnTo>
                    <a:pt x="616" y="1232"/>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113"/>
            <p:cNvSpPr/>
            <p:nvPr/>
          </p:nvSpPr>
          <p:spPr>
            <a:xfrm>
              <a:off x="-467975" y="2858089"/>
              <a:ext cx="39474" cy="202423"/>
            </a:xfrm>
            <a:custGeom>
              <a:rect b="b" l="l" r="r" t="t"/>
              <a:pathLst>
                <a:path extrusionOk="0" h="1241" w="242">
                  <a:moveTo>
                    <a:pt x="241" y="0"/>
                  </a:moveTo>
                  <a:lnTo>
                    <a:pt x="0" y="990"/>
                  </a:lnTo>
                  <a:lnTo>
                    <a:pt x="125" y="1240"/>
                  </a:lnTo>
                  <a:lnTo>
                    <a:pt x="24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113"/>
            <p:cNvSpPr/>
            <p:nvPr/>
          </p:nvSpPr>
          <p:spPr>
            <a:xfrm>
              <a:off x="-390822" y="2593194"/>
              <a:ext cx="179100" cy="467317"/>
            </a:xfrm>
            <a:custGeom>
              <a:rect b="b" l="l" r="r" t="t"/>
              <a:pathLst>
                <a:path extrusionOk="0" h="2865" w="1098">
                  <a:moveTo>
                    <a:pt x="0" y="0"/>
                  </a:moveTo>
                  <a:lnTo>
                    <a:pt x="250" y="777"/>
                  </a:lnTo>
                  <a:lnTo>
                    <a:pt x="277" y="1356"/>
                  </a:lnTo>
                  <a:lnTo>
                    <a:pt x="464" y="2311"/>
                  </a:lnTo>
                  <a:lnTo>
                    <a:pt x="411" y="2579"/>
                  </a:lnTo>
                  <a:lnTo>
                    <a:pt x="464" y="2864"/>
                  </a:lnTo>
                  <a:lnTo>
                    <a:pt x="1098"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113"/>
            <p:cNvSpPr/>
            <p:nvPr/>
          </p:nvSpPr>
          <p:spPr>
            <a:xfrm>
              <a:off x="-849173" y="2647021"/>
              <a:ext cx="130981" cy="339274"/>
            </a:xfrm>
            <a:custGeom>
              <a:rect b="b" l="l" r="r" t="t"/>
              <a:pathLst>
                <a:path extrusionOk="0" h="2080" w="803">
                  <a:moveTo>
                    <a:pt x="0" y="1"/>
                  </a:moveTo>
                  <a:lnTo>
                    <a:pt x="277"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113"/>
            <p:cNvSpPr/>
            <p:nvPr/>
          </p:nvSpPr>
          <p:spPr>
            <a:xfrm>
              <a:off x="-152185" y="2805567"/>
              <a:ext cx="100479" cy="171921"/>
            </a:xfrm>
            <a:custGeom>
              <a:rect b="b" l="l" r="r" t="t"/>
              <a:pathLst>
                <a:path extrusionOk="0" h="1054" w="616">
                  <a:moveTo>
                    <a:pt x="72" y="1"/>
                  </a:moveTo>
                  <a:lnTo>
                    <a:pt x="0" y="483"/>
                  </a:lnTo>
                  <a:lnTo>
                    <a:pt x="134" y="1054"/>
                  </a:lnTo>
                  <a:lnTo>
                    <a:pt x="616" y="1054"/>
                  </a:lnTo>
                  <a:lnTo>
                    <a:pt x="170" y="483"/>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113"/>
            <p:cNvSpPr/>
            <p:nvPr/>
          </p:nvSpPr>
          <p:spPr>
            <a:xfrm>
              <a:off x="-1122879" y="2680460"/>
              <a:ext cx="281047" cy="305836"/>
            </a:xfrm>
            <a:custGeom>
              <a:rect b="b" l="l" r="r" t="t"/>
              <a:pathLst>
                <a:path extrusionOk="0" h="1875" w="1723">
                  <a:moveTo>
                    <a:pt x="697" y="1"/>
                  </a:moveTo>
                  <a:lnTo>
                    <a:pt x="875" y="1098"/>
                  </a:lnTo>
                  <a:lnTo>
                    <a:pt x="1" y="1874"/>
                  </a:lnTo>
                  <a:lnTo>
                    <a:pt x="1723" y="1874"/>
                  </a:lnTo>
                  <a:lnTo>
                    <a:pt x="1036" y="1535"/>
                  </a:lnTo>
                  <a:lnTo>
                    <a:pt x="1214" y="1009"/>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113"/>
            <p:cNvSpPr/>
            <p:nvPr/>
          </p:nvSpPr>
          <p:spPr>
            <a:xfrm>
              <a:off x="-718356" y="2802794"/>
              <a:ext cx="131144" cy="216940"/>
            </a:xfrm>
            <a:custGeom>
              <a:rect b="b" l="l" r="r" t="t"/>
              <a:pathLst>
                <a:path extrusionOk="0" h="1330" w="804">
                  <a:moveTo>
                    <a:pt x="554" y="0"/>
                  </a:moveTo>
                  <a:lnTo>
                    <a:pt x="340" y="705"/>
                  </a:lnTo>
                  <a:lnTo>
                    <a:pt x="1" y="1124"/>
                  </a:lnTo>
                  <a:lnTo>
                    <a:pt x="741" y="1329"/>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113"/>
            <p:cNvSpPr/>
            <p:nvPr/>
          </p:nvSpPr>
          <p:spPr>
            <a:xfrm>
              <a:off x="-2668226" y="994036"/>
              <a:ext cx="1864241" cy="3038460"/>
            </a:xfrm>
            <a:custGeom>
              <a:rect b="b" l="l" r="r" t="t"/>
              <a:pathLst>
                <a:path extrusionOk="0" h="18628" w="11429">
                  <a:moveTo>
                    <a:pt x="1" y="0"/>
                  </a:moveTo>
                  <a:lnTo>
                    <a:pt x="1" y="18627"/>
                  </a:lnTo>
                  <a:lnTo>
                    <a:pt x="670" y="17931"/>
                  </a:lnTo>
                  <a:lnTo>
                    <a:pt x="1419" y="17664"/>
                  </a:lnTo>
                  <a:lnTo>
                    <a:pt x="2026" y="17664"/>
                  </a:lnTo>
                  <a:lnTo>
                    <a:pt x="2356" y="17298"/>
                  </a:lnTo>
                  <a:lnTo>
                    <a:pt x="2740" y="16941"/>
                  </a:lnTo>
                  <a:lnTo>
                    <a:pt x="3587" y="16941"/>
                  </a:lnTo>
                  <a:lnTo>
                    <a:pt x="5175" y="16121"/>
                  </a:lnTo>
                  <a:lnTo>
                    <a:pt x="5220" y="15737"/>
                  </a:lnTo>
                  <a:lnTo>
                    <a:pt x="5898" y="15398"/>
                  </a:lnTo>
                  <a:lnTo>
                    <a:pt x="5898" y="14970"/>
                  </a:lnTo>
                  <a:lnTo>
                    <a:pt x="6692" y="14631"/>
                  </a:lnTo>
                  <a:lnTo>
                    <a:pt x="7682" y="14631"/>
                  </a:lnTo>
                  <a:lnTo>
                    <a:pt x="8619" y="14292"/>
                  </a:lnTo>
                  <a:lnTo>
                    <a:pt x="8735" y="13810"/>
                  </a:lnTo>
                  <a:lnTo>
                    <a:pt x="9243" y="13569"/>
                  </a:lnTo>
                  <a:lnTo>
                    <a:pt x="9413" y="13186"/>
                  </a:lnTo>
                  <a:lnTo>
                    <a:pt x="9966" y="13186"/>
                  </a:lnTo>
                  <a:lnTo>
                    <a:pt x="10519" y="12900"/>
                  </a:lnTo>
                  <a:lnTo>
                    <a:pt x="11027" y="12900"/>
                  </a:lnTo>
                  <a:lnTo>
                    <a:pt x="11429" y="12704"/>
                  </a:lnTo>
                  <a:lnTo>
                    <a:pt x="11027" y="12365"/>
                  </a:lnTo>
                  <a:lnTo>
                    <a:pt x="10519" y="12053"/>
                  </a:lnTo>
                  <a:lnTo>
                    <a:pt x="9939" y="11910"/>
                  </a:lnTo>
                  <a:lnTo>
                    <a:pt x="9484" y="11285"/>
                  </a:lnTo>
                  <a:lnTo>
                    <a:pt x="8904" y="11428"/>
                  </a:lnTo>
                  <a:lnTo>
                    <a:pt x="8520" y="10973"/>
                  </a:lnTo>
                  <a:lnTo>
                    <a:pt x="8520" y="10349"/>
                  </a:lnTo>
                  <a:lnTo>
                    <a:pt x="8208" y="10179"/>
                  </a:lnTo>
                  <a:lnTo>
                    <a:pt x="7682" y="9885"/>
                  </a:lnTo>
                  <a:lnTo>
                    <a:pt x="7486" y="9403"/>
                  </a:lnTo>
                  <a:lnTo>
                    <a:pt x="6959" y="9019"/>
                  </a:lnTo>
                  <a:lnTo>
                    <a:pt x="6254" y="8279"/>
                  </a:lnTo>
                  <a:lnTo>
                    <a:pt x="5416" y="6905"/>
                  </a:lnTo>
                  <a:lnTo>
                    <a:pt x="5006" y="5942"/>
                  </a:lnTo>
                  <a:lnTo>
                    <a:pt x="4863" y="5656"/>
                  </a:lnTo>
                  <a:lnTo>
                    <a:pt x="4452" y="5148"/>
                  </a:lnTo>
                  <a:lnTo>
                    <a:pt x="4113" y="4470"/>
                  </a:lnTo>
                  <a:lnTo>
                    <a:pt x="3391" y="3827"/>
                  </a:lnTo>
                  <a:lnTo>
                    <a:pt x="2454" y="3176"/>
                  </a:lnTo>
                  <a:lnTo>
                    <a:pt x="1874" y="2186"/>
                  </a:lnTo>
                  <a:lnTo>
                    <a:pt x="991" y="1419"/>
                  </a:lnTo>
                  <a:lnTo>
                    <a:pt x="599" y="937"/>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113"/>
            <p:cNvSpPr/>
            <p:nvPr/>
          </p:nvSpPr>
          <p:spPr>
            <a:xfrm>
              <a:off x="-2668226" y="1408669"/>
              <a:ext cx="746740" cy="2623828"/>
            </a:xfrm>
            <a:custGeom>
              <a:rect b="b" l="l" r="r" t="t"/>
              <a:pathLst>
                <a:path extrusionOk="0" h="16086" w="4578">
                  <a:moveTo>
                    <a:pt x="1" y="1"/>
                  </a:moveTo>
                  <a:lnTo>
                    <a:pt x="1" y="16085"/>
                  </a:lnTo>
                  <a:lnTo>
                    <a:pt x="670" y="15389"/>
                  </a:lnTo>
                  <a:lnTo>
                    <a:pt x="1419" y="15122"/>
                  </a:lnTo>
                  <a:lnTo>
                    <a:pt x="2026" y="15122"/>
                  </a:lnTo>
                  <a:lnTo>
                    <a:pt x="2356" y="14756"/>
                  </a:lnTo>
                  <a:lnTo>
                    <a:pt x="2740" y="14399"/>
                  </a:lnTo>
                  <a:lnTo>
                    <a:pt x="3587" y="14399"/>
                  </a:lnTo>
                  <a:lnTo>
                    <a:pt x="4577" y="13891"/>
                  </a:lnTo>
                  <a:lnTo>
                    <a:pt x="2802" y="11143"/>
                  </a:lnTo>
                  <a:lnTo>
                    <a:pt x="2802" y="10197"/>
                  </a:lnTo>
                  <a:lnTo>
                    <a:pt x="2409" y="8886"/>
                  </a:lnTo>
                  <a:lnTo>
                    <a:pt x="2802" y="7387"/>
                  </a:lnTo>
                  <a:lnTo>
                    <a:pt x="2615" y="5541"/>
                  </a:lnTo>
                  <a:lnTo>
                    <a:pt x="1937" y="5353"/>
                  </a:lnTo>
                  <a:lnTo>
                    <a:pt x="1669" y="4943"/>
                  </a:lnTo>
                  <a:lnTo>
                    <a:pt x="1669" y="4167"/>
                  </a:lnTo>
                  <a:lnTo>
                    <a:pt x="634" y="3007"/>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113"/>
            <p:cNvSpPr/>
            <p:nvPr/>
          </p:nvSpPr>
          <p:spPr>
            <a:xfrm>
              <a:off x="-2260766" y="1590540"/>
              <a:ext cx="1044915" cy="1267710"/>
            </a:xfrm>
            <a:custGeom>
              <a:rect b="b" l="l" r="r" t="t"/>
              <a:pathLst>
                <a:path extrusionOk="0" h="7772" w="6406">
                  <a:moveTo>
                    <a:pt x="652" y="1"/>
                  </a:moveTo>
                  <a:lnTo>
                    <a:pt x="1" y="679"/>
                  </a:lnTo>
                  <a:lnTo>
                    <a:pt x="1009" y="1152"/>
                  </a:lnTo>
                  <a:lnTo>
                    <a:pt x="1250" y="1705"/>
                  </a:lnTo>
                  <a:lnTo>
                    <a:pt x="1892" y="2088"/>
                  </a:lnTo>
                  <a:lnTo>
                    <a:pt x="2454" y="3275"/>
                  </a:lnTo>
                  <a:lnTo>
                    <a:pt x="3034" y="4702"/>
                  </a:lnTo>
                  <a:lnTo>
                    <a:pt x="3640" y="5478"/>
                  </a:lnTo>
                  <a:lnTo>
                    <a:pt x="4399" y="5648"/>
                  </a:lnTo>
                  <a:lnTo>
                    <a:pt x="4765" y="5844"/>
                  </a:lnTo>
                  <a:lnTo>
                    <a:pt x="5032" y="6478"/>
                  </a:lnTo>
                  <a:lnTo>
                    <a:pt x="5657" y="6781"/>
                  </a:lnTo>
                  <a:lnTo>
                    <a:pt x="5657" y="7459"/>
                  </a:lnTo>
                  <a:lnTo>
                    <a:pt x="6406" y="7771"/>
                  </a:lnTo>
                  <a:lnTo>
                    <a:pt x="6022" y="7316"/>
                  </a:lnTo>
                  <a:lnTo>
                    <a:pt x="6022" y="6692"/>
                  </a:lnTo>
                  <a:lnTo>
                    <a:pt x="5710" y="6522"/>
                  </a:lnTo>
                  <a:lnTo>
                    <a:pt x="5184" y="6228"/>
                  </a:lnTo>
                  <a:lnTo>
                    <a:pt x="4988" y="5746"/>
                  </a:lnTo>
                  <a:lnTo>
                    <a:pt x="4461" y="5362"/>
                  </a:lnTo>
                  <a:lnTo>
                    <a:pt x="3756" y="4622"/>
                  </a:lnTo>
                  <a:lnTo>
                    <a:pt x="2918" y="3248"/>
                  </a:lnTo>
                  <a:lnTo>
                    <a:pt x="2508" y="2285"/>
                  </a:lnTo>
                  <a:lnTo>
                    <a:pt x="2365" y="1999"/>
                  </a:lnTo>
                  <a:lnTo>
                    <a:pt x="1954" y="1491"/>
                  </a:lnTo>
                  <a:lnTo>
                    <a:pt x="1615" y="813"/>
                  </a:lnTo>
                  <a:lnTo>
                    <a:pt x="893" y="170"/>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113"/>
            <p:cNvSpPr/>
            <p:nvPr/>
          </p:nvSpPr>
          <p:spPr>
            <a:xfrm>
              <a:off x="-2668226" y="994036"/>
              <a:ext cx="671055" cy="729113"/>
            </a:xfrm>
            <a:custGeom>
              <a:rect b="b" l="l" r="r" t="t"/>
              <a:pathLst>
                <a:path extrusionOk="0" h="4470" w="4114">
                  <a:moveTo>
                    <a:pt x="1" y="0"/>
                  </a:moveTo>
                  <a:lnTo>
                    <a:pt x="518" y="1918"/>
                  </a:lnTo>
                  <a:lnTo>
                    <a:pt x="973" y="2347"/>
                  </a:lnTo>
                  <a:lnTo>
                    <a:pt x="1517" y="3702"/>
                  </a:lnTo>
                  <a:lnTo>
                    <a:pt x="2499" y="4336"/>
                  </a:lnTo>
                  <a:lnTo>
                    <a:pt x="4113" y="4470"/>
                  </a:lnTo>
                  <a:lnTo>
                    <a:pt x="3391" y="3827"/>
                  </a:lnTo>
                  <a:lnTo>
                    <a:pt x="2454" y="3176"/>
                  </a:lnTo>
                  <a:lnTo>
                    <a:pt x="1874" y="2186"/>
                  </a:lnTo>
                  <a:lnTo>
                    <a:pt x="991" y="1419"/>
                  </a:lnTo>
                  <a:lnTo>
                    <a:pt x="599" y="93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113"/>
            <p:cNvSpPr/>
            <p:nvPr/>
          </p:nvSpPr>
          <p:spPr>
            <a:xfrm>
              <a:off x="-2467432" y="1736036"/>
              <a:ext cx="1052255" cy="1644500"/>
            </a:xfrm>
            <a:custGeom>
              <a:rect b="b" l="l" r="r" t="t"/>
              <a:pathLst>
                <a:path extrusionOk="0" h="10082" w="6451">
                  <a:moveTo>
                    <a:pt x="1" y="1"/>
                  </a:moveTo>
                  <a:lnTo>
                    <a:pt x="1178" y="1589"/>
                  </a:lnTo>
                  <a:lnTo>
                    <a:pt x="1964" y="1839"/>
                  </a:lnTo>
                  <a:lnTo>
                    <a:pt x="3212" y="4185"/>
                  </a:lnTo>
                  <a:lnTo>
                    <a:pt x="3212" y="7379"/>
                  </a:lnTo>
                  <a:lnTo>
                    <a:pt x="4310" y="8271"/>
                  </a:lnTo>
                  <a:lnTo>
                    <a:pt x="4702" y="9038"/>
                  </a:lnTo>
                  <a:lnTo>
                    <a:pt x="5461" y="10082"/>
                  </a:lnTo>
                  <a:lnTo>
                    <a:pt x="6451" y="10082"/>
                  </a:lnTo>
                  <a:lnTo>
                    <a:pt x="5487" y="8306"/>
                  </a:lnTo>
                  <a:lnTo>
                    <a:pt x="3980" y="7227"/>
                  </a:lnTo>
                  <a:lnTo>
                    <a:pt x="3810" y="4720"/>
                  </a:lnTo>
                  <a:lnTo>
                    <a:pt x="2088"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113"/>
            <p:cNvSpPr/>
            <p:nvPr/>
          </p:nvSpPr>
          <p:spPr>
            <a:xfrm>
              <a:off x="-1997336" y="3015167"/>
              <a:ext cx="291160" cy="545774"/>
            </a:xfrm>
            <a:custGeom>
              <a:rect b="b" l="l" r="r" t="t"/>
              <a:pathLst>
                <a:path extrusionOk="0" h="3346" w="1785">
                  <a:moveTo>
                    <a:pt x="0" y="1"/>
                  </a:moveTo>
                  <a:lnTo>
                    <a:pt x="1107" y="3346"/>
                  </a:lnTo>
                  <a:lnTo>
                    <a:pt x="1785" y="3007"/>
                  </a:lnTo>
                  <a:lnTo>
                    <a:pt x="1785" y="2579"/>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113"/>
            <p:cNvSpPr/>
            <p:nvPr/>
          </p:nvSpPr>
          <p:spPr>
            <a:xfrm>
              <a:off x="-2467432" y="2844877"/>
              <a:ext cx="384462" cy="912614"/>
            </a:xfrm>
            <a:custGeom>
              <a:rect b="b" l="l" r="r" t="t"/>
              <a:pathLst>
                <a:path extrusionOk="0" h="5595" w="2357">
                  <a:moveTo>
                    <a:pt x="1" y="1"/>
                  </a:moveTo>
                  <a:lnTo>
                    <a:pt x="1509" y="5594"/>
                  </a:lnTo>
                  <a:lnTo>
                    <a:pt x="2356" y="5594"/>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113"/>
            <p:cNvSpPr/>
            <p:nvPr/>
          </p:nvSpPr>
          <p:spPr>
            <a:xfrm>
              <a:off x="-1626251" y="2719770"/>
              <a:ext cx="382831" cy="605474"/>
            </a:xfrm>
            <a:custGeom>
              <a:rect b="b" l="l" r="r" t="t"/>
              <a:pathLst>
                <a:path extrusionOk="0" h="3712" w="2347">
                  <a:moveTo>
                    <a:pt x="0" y="1"/>
                  </a:moveTo>
                  <a:lnTo>
                    <a:pt x="652" y="1196"/>
                  </a:lnTo>
                  <a:lnTo>
                    <a:pt x="1481" y="2088"/>
                  </a:lnTo>
                  <a:lnTo>
                    <a:pt x="1570" y="2909"/>
                  </a:lnTo>
                  <a:lnTo>
                    <a:pt x="2231" y="3712"/>
                  </a:lnTo>
                  <a:lnTo>
                    <a:pt x="2347" y="3230"/>
                  </a:lnTo>
                  <a:lnTo>
                    <a:pt x="1838" y="1687"/>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113"/>
            <p:cNvSpPr/>
            <p:nvPr/>
          </p:nvSpPr>
          <p:spPr>
            <a:xfrm>
              <a:off x="-1215855" y="3034088"/>
              <a:ext cx="83026" cy="173389"/>
            </a:xfrm>
            <a:custGeom>
              <a:rect b="b" l="l" r="r" t="t"/>
              <a:pathLst>
                <a:path extrusionOk="0" h="1063" w="509">
                  <a:moveTo>
                    <a:pt x="0" y="1"/>
                  </a:moveTo>
                  <a:lnTo>
                    <a:pt x="339" y="1062"/>
                  </a:lnTo>
                  <a:lnTo>
                    <a:pt x="509" y="679"/>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113"/>
            <p:cNvSpPr/>
            <p:nvPr/>
          </p:nvSpPr>
          <p:spPr>
            <a:xfrm>
              <a:off x="-1112603" y="2962808"/>
              <a:ext cx="243204" cy="135546"/>
            </a:xfrm>
            <a:custGeom>
              <a:rect b="b" l="l" r="r" t="t"/>
              <a:pathLst>
                <a:path extrusionOk="0" h="831" w="1491">
                  <a:moveTo>
                    <a:pt x="0" y="0"/>
                  </a:moveTo>
                  <a:lnTo>
                    <a:pt x="982" y="830"/>
                  </a:lnTo>
                  <a:lnTo>
                    <a:pt x="1490" y="830"/>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20" name="Google Shape;7120;p113"/>
          <p:cNvSpPr txBox="1"/>
          <p:nvPr>
            <p:ph type="title"/>
          </p:nvPr>
        </p:nvSpPr>
        <p:spPr>
          <a:xfrm>
            <a:off x="2187325" y="539400"/>
            <a:ext cx="4769400" cy="22761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72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1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7121" name="Shape 7121"/>
        <p:cNvGrpSpPr/>
        <p:nvPr/>
      </p:nvGrpSpPr>
      <p:grpSpPr>
        <a:xfrm>
          <a:off x="0" y="0"/>
          <a:ext cx="0" cy="0"/>
          <a:chOff x="0" y="0"/>
          <a:chExt cx="0" cy="0"/>
        </a:xfrm>
      </p:grpSpPr>
      <p:sp>
        <p:nvSpPr>
          <p:cNvPr id="7122" name="Google Shape;7122;p114"/>
          <p:cNvSpPr txBox="1"/>
          <p:nvPr>
            <p:ph type="title"/>
          </p:nvPr>
        </p:nvSpPr>
        <p:spPr>
          <a:xfrm>
            <a:off x="2241450" y="468750"/>
            <a:ext cx="4661100" cy="705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45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7123" name="Google Shape;7123;p114"/>
          <p:cNvSpPr txBox="1"/>
          <p:nvPr>
            <p:ph idx="1" type="subTitle"/>
          </p:nvPr>
        </p:nvSpPr>
        <p:spPr>
          <a:xfrm>
            <a:off x="2241550" y="1174483"/>
            <a:ext cx="4661100" cy="1057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1600"/>
              </a:spcBef>
              <a:spcAft>
                <a:spcPts val="0"/>
              </a:spcAft>
              <a:buSzPts val="1600"/>
              <a:buNone/>
              <a:defRPr sz="1600"/>
            </a:lvl3pPr>
            <a:lvl4pPr lvl="3" algn="ctr">
              <a:lnSpc>
                <a:spcPct val="100000"/>
              </a:lnSpc>
              <a:spcBef>
                <a:spcPts val="1600"/>
              </a:spcBef>
              <a:spcAft>
                <a:spcPts val="0"/>
              </a:spcAft>
              <a:buSzPts val="1600"/>
              <a:buNone/>
              <a:defRPr sz="1600"/>
            </a:lvl4pPr>
            <a:lvl5pPr lvl="4" algn="ctr">
              <a:lnSpc>
                <a:spcPct val="100000"/>
              </a:lnSpc>
              <a:spcBef>
                <a:spcPts val="1600"/>
              </a:spcBef>
              <a:spcAft>
                <a:spcPts val="0"/>
              </a:spcAft>
              <a:buSzPts val="1600"/>
              <a:buNone/>
              <a:defRPr sz="1600"/>
            </a:lvl5pPr>
            <a:lvl6pPr lvl="5" algn="ctr">
              <a:lnSpc>
                <a:spcPct val="100000"/>
              </a:lnSpc>
              <a:spcBef>
                <a:spcPts val="1600"/>
              </a:spcBef>
              <a:spcAft>
                <a:spcPts val="0"/>
              </a:spcAft>
              <a:buSzPts val="1600"/>
              <a:buNone/>
              <a:defRPr sz="1600"/>
            </a:lvl6pPr>
            <a:lvl7pPr lvl="6" algn="ctr">
              <a:lnSpc>
                <a:spcPct val="100000"/>
              </a:lnSpc>
              <a:spcBef>
                <a:spcPts val="1600"/>
              </a:spcBef>
              <a:spcAft>
                <a:spcPts val="0"/>
              </a:spcAft>
              <a:buSzPts val="1600"/>
              <a:buNone/>
              <a:defRPr sz="1600"/>
            </a:lvl7pPr>
            <a:lvl8pPr lvl="7" algn="ctr">
              <a:lnSpc>
                <a:spcPct val="100000"/>
              </a:lnSpc>
              <a:spcBef>
                <a:spcPts val="1600"/>
              </a:spcBef>
              <a:spcAft>
                <a:spcPts val="0"/>
              </a:spcAft>
              <a:buSzPts val="1600"/>
              <a:buNone/>
              <a:defRPr sz="1600"/>
            </a:lvl8pPr>
            <a:lvl9pPr lvl="8" algn="ctr">
              <a:lnSpc>
                <a:spcPct val="100000"/>
              </a:lnSpc>
              <a:spcBef>
                <a:spcPts val="1600"/>
              </a:spcBef>
              <a:spcAft>
                <a:spcPts val="1600"/>
              </a:spcAft>
              <a:buSzPts val="1600"/>
              <a:buNone/>
              <a:defRPr sz="1600"/>
            </a:lvl9pPr>
          </a:lstStyle>
          <a:p/>
        </p:txBody>
      </p:sp>
      <p:grpSp>
        <p:nvGrpSpPr>
          <p:cNvPr id="7124" name="Google Shape;7124;p114"/>
          <p:cNvGrpSpPr/>
          <p:nvPr/>
        </p:nvGrpSpPr>
        <p:grpSpPr>
          <a:xfrm flipH="1">
            <a:off x="5999814" y="1145449"/>
            <a:ext cx="3922876" cy="3010780"/>
            <a:chOff x="-675270" y="-663276"/>
            <a:chExt cx="3564955" cy="3010780"/>
          </a:xfrm>
        </p:grpSpPr>
        <p:sp>
          <p:nvSpPr>
            <p:cNvPr id="7125" name="Google Shape;7125;p114"/>
            <p:cNvSpPr/>
            <p:nvPr/>
          </p:nvSpPr>
          <p:spPr>
            <a:xfrm>
              <a:off x="-675270" y="-663276"/>
              <a:ext cx="3564955" cy="3010780"/>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114"/>
            <p:cNvSpPr/>
            <p:nvPr/>
          </p:nvSpPr>
          <p:spPr>
            <a:xfrm>
              <a:off x="-394641" y="-320127"/>
              <a:ext cx="2150090" cy="2042707"/>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7" name="Google Shape;7127;p114"/>
          <p:cNvGrpSpPr/>
          <p:nvPr/>
        </p:nvGrpSpPr>
        <p:grpSpPr>
          <a:xfrm>
            <a:off x="-782526" y="1145449"/>
            <a:ext cx="3564955" cy="3010780"/>
            <a:chOff x="-782526" y="-663276"/>
            <a:chExt cx="3564955" cy="3010780"/>
          </a:xfrm>
        </p:grpSpPr>
        <p:sp>
          <p:nvSpPr>
            <p:cNvPr id="7128" name="Google Shape;7128;p114"/>
            <p:cNvSpPr/>
            <p:nvPr/>
          </p:nvSpPr>
          <p:spPr>
            <a:xfrm>
              <a:off x="-782526" y="-663276"/>
              <a:ext cx="3564955" cy="3010780"/>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114"/>
            <p:cNvSpPr/>
            <p:nvPr/>
          </p:nvSpPr>
          <p:spPr>
            <a:xfrm>
              <a:off x="-76302" y="-258327"/>
              <a:ext cx="2150090" cy="2042707"/>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0" name="Google Shape;7130;p114"/>
          <p:cNvGrpSpPr/>
          <p:nvPr/>
        </p:nvGrpSpPr>
        <p:grpSpPr>
          <a:xfrm>
            <a:off x="4075012" y="2534446"/>
            <a:ext cx="1095122" cy="1096793"/>
            <a:chOff x="3992801" y="1928374"/>
            <a:chExt cx="1783297" cy="1786017"/>
          </a:xfrm>
        </p:grpSpPr>
        <p:sp>
          <p:nvSpPr>
            <p:cNvPr id="7131" name="Google Shape;7131;p114"/>
            <p:cNvSpPr/>
            <p:nvPr/>
          </p:nvSpPr>
          <p:spPr>
            <a:xfrm>
              <a:off x="3992801" y="1928374"/>
              <a:ext cx="1783297" cy="1786017"/>
            </a:xfrm>
            <a:custGeom>
              <a:rect b="b" l="l" r="r" t="t"/>
              <a:pathLst>
                <a:path extrusionOk="0" h="5942" w="5933">
                  <a:moveTo>
                    <a:pt x="2971" y="0"/>
                  </a:moveTo>
                  <a:cubicBezTo>
                    <a:pt x="1330" y="0"/>
                    <a:pt x="0" y="1330"/>
                    <a:pt x="0" y="2971"/>
                  </a:cubicBezTo>
                  <a:cubicBezTo>
                    <a:pt x="0" y="4612"/>
                    <a:pt x="1330" y="5942"/>
                    <a:pt x="2971" y="5942"/>
                  </a:cubicBezTo>
                  <a:cubicBezTo>
                    <a:pt x="4604" y="5942"/>
                    <a:pt x="5933" y="4612"/>
                    <a:pt x="5933" y="2971"/>
                  </a:cubicBezTo>
                  <a:cubicBezTo>
                    <a:pt x="5933" y="1330"/>
                    <a:pt x="4604" y="0"/>
                    <a:pt x="29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114"/>
            <p:cNvSpPr/>
            <p:nvPr/>
          </p:nvSpPr>
          <p:spPr>
            <a:xfrm>
              <a:off x="4118741" y="2057021"/>
              <a:ext cx="1531417" cy="1528724"/>
            </a:xfrm>
            <a:custGeom>
              <a:rect b="b" l="l" r="r" t="t"/>
              <a:pathLst>
                <a:path extrusionOk="0" h="5086" w="5095">
                  <a:moveTo>
                    <a:pt x="2552" y="1"/>
                  </a:moveTo>
                  <a:cubicBezTo>
                    <a:pt x="1142" y="1"/>
                    <a:pt x="1" y="1142"/>
                    <a:pt x="1" y="2543"/>
                  </a:cubicBezTo>
                  <a:cubicBezTo>
                    <a:pt x="1" y="3953"/>
                    <a:pt x="1142" y="5085"/>
                    <a:pt x="2552" y="5085"/>
                  </a:cubicBezTo>
                  <a:cubicBezTo>
                    <a:pt x="3953" y="5085"/>
                    <a:pt x="5095" y="3953"/>
                    <a:pt x="5095" y="2543"/>
                  </a:cubicBezTo>
                  <a:cubicBezTo>
                    <a:pt x="5095" y="1142"/>
                    <a:pt x="3953" y="1"/>
                    <a:pt x="25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33" name="Google Shape;7133;p114"/>
          <p:cNvSpPr/>
          <p:nvPr/>
        </p:nvSpPr>
        <p:spPr>
          <a:xfrm>
            <a:off x="2" y="3089503"/>
            <a:ext cx="9144017" cy="2775510"/>
          </a:xfrm>
          <a:custGeom>
            <a:rect b="b" l="l" r="r" t="t"/>
            <a:pathLst>
              <a:path extrusionOk="0" h="9234" w="30422">
                <a:moveTo>
                  <a:pt x="1" y="0"/>
                </a:moveTo>
                <a:lnTo>
                  <a:pt x="1" y="9233"/>
                </a:lnTo>
                <a:lnTo>
                  <a:pt x="30422" y="9233"/>
                </a:lnTo>
                <a:lnTo>
                  <a:pt x="30422" y="0"/>
                </a:lnTo>
                <a:close/>
              </a:path>
            </a:pathLst>
          </a:custGeom>
          <a:solidFill>
            <a:srgbClr val="38A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114"/>
          <p:cNvSpPr/>
          <p:nvPr/>
        </p:nvSpPr>
        <p:spPr>
          <a:xfrm>
            <a:off x="2" y="3089503"/>
            <a:ext cx="8385071" cy="2775510"/>
          </a:xfrm>
          <a:custGeom>
            <a:rect b="b" l="l" r="r" t="t"/>
            <a:pathLst>
              <a:path extrusionOk="0" h="9234" w="27897">
                <a:moveTo>
                  <a:pt x="14337" y="0"/>
                </a:moveTo>
                <a:cubicBezTo>
                  <a:pt x="14337" y="0"/>
                  <a:pt x="12053" y="402"/>
                  <a:pt x="13222" y="633"/>
                </a:cubicBezTo>
                <a:cubicBezTo>
                  <a:pt x="14391" y="857"/>
                  <a:pt x="13704" y="1276"/>
                  <a:pt x="11001" y="1419"/>
                </a:cubicBezTo>
                <a:cubicBezTo>
                  <a:pt x="8289" y="1561"/>
                  <a:pt x="8164" y="2204"/>
                  <a:pt x="9529" y="2346"/>
                </a:cubicBezTo>
                <a:cubicBezTo>
                  <a:pt x="10885" y="2489"/>
                  <a:pt x="4131" y="3470"/>
                  <a:pt x="5808" y="4006"/>
                </a:cubicBezTo>
                <a:cubicBezTo>
                  <a:pt x="7495" y="4550"/>
                  <a:pt x="4961" y="5040"/>
                  <a:pt x="3257" y="5272"/>
                </a:cubicBezTo>
                <a:cubicBezTo>
                  <a:pt x="1553" y="5504"/>
                  <a:pt x="1375" y="6040"/>
                  <a:pt x="2365" y="6227"/>
                </a:cubicBezTo>
                <a:cubicBezTo>
                  <a:pt x="3355" y="6414"/>
                  <a:pt x="1" y="7271"/>
                  <a:pt x="1" y="7271"/>
                </a:cubicBezTo>
                <a:lnTo>
                  <a:pt x="1" y="9233"/>
                </a:lnTo>
                <a:lnTo>
                  <a:pt x="27897" y="9233"/>
                </a:lnTo>
                <a:lnTo>
                  <a:pt x="27897" y="7137"/>
                </a:lnTo>
                <a:cubicBezTo>
                  <a:pt x="27897" y="7137"/>
                  <a:pt x="23472" y="6361"/>
                  <a:pt x="24445" y="5504"/>
                </a:cubicBezTo>
                <a:cubicBezTo>
                  <a:pt x="25417" y="4648"/>
                  <a:pt x="20171" y="4434"/>
                  <a:pt x="21340" y="3925"/>
                </a:cubicBezTo>
                <a:cubicBezTo>
                  <a:pt x="22500" y="3417"/>
                  <a:pt x="21893" y="2917"/>
                  <a:pt x="20912" y="2721"/>
                </a:cubicBezTo>
                <a:cubicBezTo>
                  <a:pt x="19939" y="2534"/>
                  <a:pt x="18780" y="2034"/>
                  <a:pt x="19422" y="1481"/>
                </a:cubicBezTo>
                <a:cubicBezTo>
                  <a:pt x="20055" y="928"/>
                  <a:pt x="19288" y="732"/>
                  <a:pt x="18512" y="491"/>
                </a:cubicBezTo>
                <a:cubicBezTo>
                  <a:pt x="17727" y="259"/>
                  <a:pt x="18637" y="0"/>
                  <a:pt x="18637"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114"/>
          <p:cNvSpPr/>
          <p:nvPr/>
        </p:nvSpPr>
        <p:spPr>
          <a:xfrm>
            <a:off x="482720" y="3237687"/>
            <a:ext cx="6006641" cy="2627326"/>
          </a:xfrm>
          <a:custGeom>
            <a:rect b="b" l="l" r="r" t="t"/>
            <a:pathLst>
              <a:path extrusionOk="0" h="8741" w="19984">
                <a:moveTo>
                  <a:pt x="15406" y="1"/>
                </a:moveTo>
                <a:cubicBezTo>
                  <a:pt x="14566" y="1"/>
                  <a:pt x="13350" y="213"/>
                  <a:pt x="13953" y="506"/>
                </a:cubicBezTo>
                <a:cubicBezTo>
                  <a:pt x="14604" y="818"/>
                  <a:pt x="15033" y="1452"/>
                  <a:pt x="12722" y="1711"/>
                </a:cubicBezTo>
                <a:cubicBezTo>
                  <a:pt x="10420" y="1960"/>
                  <a:pt x="10304" y="2683"/>
                  <a:pt x="12347" y="3111"/>
                </a:cubicBezTo>
                <a:cubicBezTo>
                  <a:pt x="13739" y="3406"/>
                  <a:pt x="11669" y="4512"/>
                  <a:pt x="9635" y="4512"/>
                </a:cubicBezTo>
                <a:cubicBezTo>
                  <a:pt x="7601" y="4512"/>
                  <a:pt x="7245" y="4994"/>
                  <a:pt x="8413" y="5315"/>
                </a:cubicBezTo>
                <a:cubicBezTo>
                  <a:pt x="9350" y="5573"/>
                  <a:pt x="8922" y="6100"/>
                  <a:pt x="4827" y="6358"/>
                </a:cubicBezTo>
                <a:cubicBezTo>
                  <a:pt x="723" y="6617"/>
                  <a:pt x="3069" y="7670"/>
                  <a:pt x="4060" y="7866"/>
                </a:cubicBezTo>
                <a:cubicBezTo>
                  <a:pt x="4390" y="7929"/>
                  <a:pt x="4747" y="8125"/>
                  <a:pt x="3319" y="8339"/>
                </a:cubicBezTo>
                <a:cubicBezTo>
                  <a:pt x="1892" y="8544"/>
                  <a:pt x="1" y="8740"/>
                  <a:pt x="1" y="8740"/>
                </a:cubicBezTo>
                <a:lnTo>
                  <a:pt x="19984" y="8740"/>
                </a:lnTo>
                <a:cubicBezTo>
                  <a:pt x="19984" y="8740"/>
                  <a:pt x="17985" y="8464"/>
                  <a:pt x="18895" y="8000"/>
                </a:cubicBezTo>
                <a:cubicBezTo>
                  <a:pt x="19805" y="7527"/>
                  <a:pt x="19181" y="7393"/>
                  <a:pt x="17174" y="7143"/>
                </a:cubicBezTo>
                <a:cubicBezTo>
                  <a:pt x="15158" y="6903"/>
                  <a:pt x="15728" y="6358"/>
                  <a:pt x="17638" y="5877"/>
                </a:cubicBezTo>
                <a:cubicBezTo>
                  <a:pt x="19556" y="5395"/>
                  <a:pt x="18173" y="4735"/>
                  <a:pt x="16888" y="4512"/>
                </a:cubicBezTo>
                <a:cubicBezTo>
                  <a:pt x="15604" y="4289"/>
                  <a:pt x="15363" y="4084"/>
                  <a:pt x="16826" y="3513"/>
                </a:cubicBezTo>
                <a:cubicBezTo>
                  <a:pt x="18298" y="2951"/>
                  <a:pt x="17495" y="2344"/>
                  <a:pt x="16576" y="2121"/>
                </a:cubicBezTo>
                <a:cubicBezTo>
                  <a:pt x="15648" y="1898"/>
                  <a:pt x="15273" y="1532"/>
                  <a:pt x="16166" y="1211"/>
                </a:cubicBezTo>
                <a:cubicBezTo>
                  <a:pt x="17067" y="890"/>
                  <a:pt x="15639" y="604"/>
                  <a:pt x="15282" y="435"/>
                </a:cubicBezTo>
                <a:cubicBezTo>
                  <a:pt x="14926" y="274"/>
                  <a:pt x="16451" y="51"/>
                  <a:pt x="15630" y="7"/>
                </a:cubicBezTo>
                <a:cubicBezTo>
                  <a:pt x="15560" y="3"/>
                  <a:pt x="15485" y="1"/>
                  <a:pt x="15406" y="1"/>
                </a:cubicBezTo>
                <a:close/>
              </a:path>
            </a:pathLst>
          </a:custGeom>
          <a:solidFill>
            <a:srgbClr val="6BC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114"/>
          <p:cNvSpPr/>
          <p:nvPr/>
        </p:nvSpPr>
        <p:spPr>
          <a:xfrm flipH="1">
            <a:off x="8929401" y="4662505"/>
            <a:ext cx="521499" cy="499422"/>
          </a:xfrm>
          <a:custGeom>
            <a:rect b="b" l="l" r="r" t="t"/>
            <a:pathLst>
              <a:path extrusionOk="0" h="2286" w="2667">
                <a:moveTo>
                  <a:pt x="2001" y="0"/>
                </a:moveTo>
                <a:lnTo>
                  <a:pt x="0" y="2286"/>
                </a:lnTo>
                <a:lnTo>
                  <a:pt x="2667" y="2238"/>
                </a:lnTo>
                <a:close/>
              </a:path>
            </a:pathLst>
          </a:custGeom>
          <a:solidFill>
            <a:srgbClr val="CC946E"/>
          </a:solidFill>
          <a:ln>
            <a:noFill/>
          </a:ln>
        </p:spPr>
      </p:sp>
      <p:sp>
        <p:nvSpPr>
          <p:cNvPr id="7137" name="Google Shape;7137;p114"/>
          <p:cNvSpPr/>
          <p:nvPr/>
        </p:nvSpPr>
        <p:spPr>
          <a:xfrm>
            <a:off x="-301725" y="4662505"/>
            <a:ext cx="541821" cy="499422"/>
          </a:xfrm>
          <a:custGeom>
            <a:rect b="b" l="l" r="r" t="t"/>
            <a:pathLst>
              <a:path extrusionOk="0" h="2286" w="2667">
                <a:moveTo>
                  <a:pt x="2001" y="0"/>
                </a:moveTo>
                <a:lnTo>
                  <a:pt x="0" y="2286"/>
                </a:lnTo>
                <a:lnTo>
                  <a:pt x="2667" y="2238"/>
                </a:lnTo>
                <a:close/>
              </a:path>
            </a:pathLst>
          </a:custGeom>
          <a:solidFill>
            <a:srgbClr val="CC946E"/>
          </a:solidFill>
          <a:ln>
            <a:noFill/>
          </a:ln>
        </p:spPr>
      </p:sp>
      <p:sp>
        <p:nvSpPr>
          <p:cNvPr id="7138" name="Google Shape;7138;p114"/>
          <p:cNvSpPr/>
          <p:nvPr/>
        </p:nvSpPr>
        <p:spPr>
          <a:xfrm>
            <a:off x="69041" y="4651473"/>
            <a:ext cx="8979662" cy="510440"/>
          </a:xfrm>
          <a:custGeom>
            <a:rect b="b" l="l" r="r" t="t"/>
            <a:pathLst>
              <a:path extrusionOk="0" h="1491" w="30422">
                <a:moveTo>
                  <a:pt x="1" y="0"/>
                </a:moveTo>
                <a:lnTo>
                  <a:pt x="1" y="1490"/>
                </a:lnTo>
                <a:lnTo>
                  <a:pt x="30422" y="1490"/>
                </a:lnTo>
                <a:lnTo>
                  <a:pt x="3042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114"/>
          <p:cNvSpPr/>
          <p:nvPr/>
        </p:nvSpPr>
        <p:spPr>
          <a:xfrm>
            <a:off x="-336500" y="4637799"/>
            <a:ext cx="9817059" cy="540024"/>
          </a:xfrm>
          <a:custGeom>
            <a:rect b="b" l="l" r="r" t="t"/>
            <a:pathLst>
              <a:path extrusionOk="0" h="1776" w="33259">
                <a:moveTo>
                  <a:pt x="31769" y="81"/>
                </a:moveTo>
                <a:lnTo>
                  <a:pt x="33089" y="1696"/>
                </a:lnTo>
                <a:lnTo>
                  <a:pt x="170" y="1696"/>
                </a:lnTo>
                <a:lnTo>
                  <a:pt x="1482" y="81"/>
                </a:lnTo>
                <a:close/>
                <a:moveTo>
                  <a:pt x="1446" y="1"/>
                </a:moveTo>
                <a:lnTo>
                  <a:pt x="1" y="1776"/>
                </a:lnTo>
                <a:lnTo>
                  <a:pt x="33259" y="1776"/>
                </a:lnTo>
                <a:lnTo>
                  <a:pt x="318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114"/>
          <p:cNvSpPr/>
          <p:nvPr/>
        </p:nvSpPr>
        <p:spPr>
          <a:xfrm>
            <a:off x="1114495" y="4637799"/>
            <a:ext cx="6912586" cy="540024"/>
          </a:xfrm>
          <a:custGeom>
            <a:rect b="b" l="l" r="r" t="t"/>
            <a:pathLst>
              <a:path extrusionOk="0" h="1776" w="23419">
                <a:moveTo>
                  <a:pt x="22357" y="81"/>
                </a:moveTo>
                <a:lnTo>
                  <a:pt x="23275" y="1696"/>
                </a:lnTo>
                <a:lnTo>
                  <a:pt x="143" y="1696"/>
                </a:lnTo>
                <a:lnTo>
                  <a:pt x="1071" y="81"/>
                </a:lnTo>
                <a:close/>
                <a:moveTo>
                  <a:pt x="1026" y="1"/>
                </a:moveTo>
                <a:lnTo>
                  <a:pt x="0" y="1776"/>
                </a:lnTo>
                <a:lnTo>
                  <a:pt x="23418" y="1776"/>
                </a:lnTo>
                <a:lnTo>
                  <a:pt x="22401"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114"/>
          <p:cNvSpPr/>
          <p:nvPr/>
        </p:nvSpPr>
        <p:spPr>
          <a:xfrm>
            <a:off x="2438868" y="4637799"/>
            <a:ext cx="4266092" cy="540024"/>
          </a:xfrm>
          <a:custGeom>
            <a:rect b="b" l="l" r="r" t="t"/>
            <a:pathLst>
              <a:path extrusionOk="0" h="1776" w="14453">
                <a:moveTo>
                  <a:pt x="13766" y="81"/>
                </a:moveTo>
                <a:lnTo>
                  <a:pt x="14337" y="1696"/>
                </a:lnTo>
                <a:lnTo>
                  <a:pt x="117" y="1696"/>
                </a:lnTo>
                <a:lnTo>
                  <a:pt x="688" y="81"/>
                </a:lnTo>
                <a:close/>
                <a:moveTo>
                  <a:pt x="625" y="1"/>
                </a:moveTo>
                <a:lnTo>
                  <a:pt x="1" y="1776"/>
                </a:lnTo>
                <a:lnTo>
                  <a:pt x="14453" y="1776"/>
                </a:lnTo>
                <a:lnTo>
                  <a:pt x="13819"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114"/>
          <p:cNvSpPr/>
          <p:nvPr/>
        </p:nvSpPr>
        <p:spPr>
          <a:xfrm>
            <a:off x="3805448" y="4637799"/>
            <a:ext cx="1530161" cy="540024"/>
          </a:xfrm>
          <a:custGeom>
            <a:rect b="b" l="l" r="r" t="t"/>
            <a:pathLst>
              <a:path extrusionOk="0" h="1776" w="5184">
                <a:moveTo>
                  <a:pt x="4890" y="81"/>
                </a:moveTo>
                <a:lnTo>
                  <a:pt x="5095" y="1696"/>
                </a:lnTo>
                <a:lnTo>
                  <a:pt x="99" y="1696"/>
                </a:lnTo>
                <a:lnTo>
                  <a:pt x="295" y="81"/>
                </a:lnTo>
                <a:close/>
                <a:moveTo>
                  <a:pt x="224" y="1"/>
                </a:moveTo>
                <a:lnTo>
                  <a:pt x="1" y="1776"/>
                </a:lnTo>
                <a:lnTo>
                  <a:pt x="5184" y="1776"/>
                </a:lnTo>
                <a:lnTo>
                  <a:pt x="4961"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3" name="Google Shape;7143;p114"/>
          <p:cNvGrpSpPr/>
          <p:nvPr/>
        </p:nvGrpSpPr>
        <p:grpSpPr>
          <a:xfrm>
            <a:off x="-138200" y="3248800"/>
            <a:ext cx="9401995" cy="1473275"/>
            <a:chOff x="-138200" y="2987850"/>
            <a:chExt cx="9401995" cy="1473275"/>
          </a:xfrm>
        </p:grpSpPr>
        <p:sp>
          <p:nvSpPr>
            <p:cNvPr id="7144" name="Google Shape;7144;p114"/>
            <p:cNvSpPr/>
            <p:nvPr/>
          </p:nvSpPr>
          <p:spPr>
            <a:xfrm>
              <a:off x="-138200" y="2987850"/>
              <a:ext cx="9401995" cy="139927"/>
            </a:xfrm>
            <a:custGeom>
              <a:rect b="b" l="l" r="r" t="t"/>
              <a:pathLst>
                <a:path extrusionOk="0" h="616" w="30422">
                  <a:moveTo>
                    <a:pt x="1" y="0"/>
                  </a:moveTo>
                  <a:lnTo>
                    <a:pt x="1" y="616"/>
                  </a:lnTo>
                  <a:lnTo>
                    <a:pt x="30422" y="616"/>
                  </a:lnTo>
                  <a:lnTo>
                    <a:pt x="30422"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114"/>
            <p:cNvSpPr/>
            <p:nvPr/>
          </p:nvSpPr>
          <p:spPr>
            <a:xfrm>
              <a:off x="-138200" y="3076891"/>
              <a:ext cx="9401995" cy="50882"/>
            </a:xfrm>
            <a:custGeom>
              <a:rect b="b" l="l" r="r" t="t"/>
              <a:pathLst>
                <a:path extrusionOk="0" h="224" w="30422">
                  <a:moveTo>
                    <a:pt x="1" y="1"/>
                  </a:moveTo>
                  <a:lnTo>
                    <a:pt x="1" y="224"/>
                  </a:lnTo>
                  <a:lnTo>
                    <a:pt x="30422" y="224"/>
                  </a:lnTo>
                  <a:lnTo>
                    <a:pt x="3042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114"/>
            <p:cNvSpPr/>
            <p:nvPr/>
          </p:nvSpPr>
          <p:spPr>
            <a:xfrm>
              <a:off x="-138200" y="4313024"/>
              <a:ext cx="9401995" cy="138110"/>
            </a:xfrm>
            <a:custGeom>
              <a:rect b="b" l="l" r="r" t="t"/>
              <a:pathLst>
                <a:path extrusionOk="0" h="608" w="30422">
                  <a:moveTo>
                    <a:pt x="1" y="1"/>
                  </a:moveTo>
                  <a:lnTo>
                    <a:pt x="1" y="607"/>
                  </a:lnTo>
                  <a:lnTo>
                    <a:pt x="30422" y="607"/>
                  </a:lnTo>
                  <a:lnTo>
                    <a:pt x="30422"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114"/>
            <p:cNvSpPr/>
            <p:nvPr/>
          </p:nvSpPr>
          <p:spPr>
            <a:xfrm>
              <a:off x="-138200" y="4313024"/>
              <a:ext cx="9401995" cy="30666"/>
            </a:xfrm>
            <a:custGeom>
              <a:rect b="b" l="l" r="r" t="t"/>
              <a:pathLst>
                <a:path extrusionOk="0" h="135" w="30422">
                  <a:moveTo>
                    <a:pt x="1" y="1"/>
                  </a:moveTo>
                  <a:lnTo>
                    <a:pt x="1" y="135"/>
                  </a:lnTo>
                  <a:lnTo>
                    <a:pt x="30422" y="135"/>
                  </a:lnTo>
                  <a:lnTo>
                    <a:pt x="3042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114"/>
            <p:cNvSpPr/>
            <p:nvPr/>
          </p:nvSpPr>
          <p:spPr>
            <a:xfrm>
              <a:off x="-138200" y="4402292"/>
              <a:ext cx="9401995" cy="48838"/>
            </a:xfrm>
            <a:custGeom>
              <a:rect b="b" l="l" r="r" t="t"/>
              <a:pathLst>
                <a:path extrusionOk="0" h="215" w="30422">
                  <a:moveTo>
                    <a:pt x="1" y="0"/>
                  </a:moveTo>
                  <a:lnTo>
                    <a:pt x="1" y="214"/>
                  </a:lnTo>
                  <a:lnTo>
                    <a:pt x="30422" y="214"/>
                  </a:lnTo>
                  <a:lnTo>
                    <a:pt x="30422" y="0"/>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9" name="Google Shape;7149;p114"/>
            <p:cNvGrpSpPr/>
            <p:nvPr/>
          </p:nvGrpSpPr>
          <p:grpSpPr>
            <a:xfrm>
              <a:off x="1190934" y="3127728"/>
              <a:ext cx="389354" cy="1185780"/>
              <a:chOff x="1491295" y="3180738"/>
              <a:chExt cx="354635" cy="1080043"/>
            </a:xfrm>
          </p:grpSpPr>
          <p:sp>
            <p:nvSpPr>
              <p:cNvPr id="7150" name="Google Shape;7150;p114"/>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114"/>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114"/>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114"/>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114"/>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114"/>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56" name="Google Shape;7156;p114"/>
            <p:cNvSpPr/>
            <p:nvPr/>
          </p:nvSpPr>
          <p:spPr>
            <a:xfrm>
              <a:off x="1802734"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114"/>
            <p:cNvSpPr/>
            <p:nvPr/>
          </p:nvSpPr>
          <p:spPr>
            <a:xfrm>
              <a:off x="1768436"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114"/>
            <p:cNvSpPr/>
            <p:nvPr/>
          </p:nvSpPr>
          <p:spPr>
            <a:xfrm>
              <a:off x="1855430"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114"/>
            <p:cNvSpPr/>
            <p:nvPr/>
          </p:nvSpPr>
          <p:spPr>
            <a:xfrm>
              <a:off x="1855430" y="3255194"/>
              <a:ext cx="107667" cy="928382"/>
            </a:xfrm>
            <a:custGeom>
              <a:rect b="b" l="l" r="r" t="t"/>
              <a:pathLst>
                <a:path extrusionOk="0" h="4087" w="474">
                  <a:moveTo>
                    <a:pt x="1" y="1"/>
                  </a:moveTo>
                  <a:lnTo>
                    <a:pt x="1"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114"/>
            <p:cNvSpPr/>
            <p:nvPr/>
          </p:nvSpPr>
          <p:spPr>
            <a:xfrm>
              <a:off x="1802734"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114"/>
            <p:cNvSpPr/>
            <p:nvPr/>
          </p:nvSpPr>
          <p:spPr>
            <a:xfrm>
              <a:off x="1768436"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114"/>
            <p:cNvSpPr/>
            <p:nvPr/>
          </p:nvSpPr>
          <p:spPr>
            <a:xfrm>
              <a:off x="2380345"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114"/>
            <p:cNvSpPr/>
            <p:nvPr/>
          </p:nvSpPr>
          <p:spPr>
            <a:xfrm>
              <a:off x="2345820"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114"/>
            <p:cNvSpPr/>
            <p:nvPr/>
          </p:nvSpPr>
          <p:spPr>
            <a:xfrm>
              <a:off x="2433041"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114"/>
            <p:cNvSpPr/>
            <p:nvPr/>
          </p:nvSpPr>
          <p:spPr>
            <a:xfrm>
              <a:off x="2433041" y="3255194"/>
              <a:ext cx="107440" cy="928382"/>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114"/>
            <p:cNvSpPr/>
            <p:nvPr/>
          </p:nvSpPr>
          <p:spPr>
            <a:xfrm>
              <a:off x="2380345"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114"/>
            <p:cNvSpPr/>
            <p:nvPr/>
          </p:nvSpPr>
          <p:spPr>
            <a:xfrm>
              <a:off x="2345820"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114"/>
            <p:cNvSpPr/>
            <p:nvPr/>
          </p:nvSpPr>
          <p:spPr>
            <a:xfrm>
              <a:off x="2959773" y="3190456"/>
              <a:ext cx="316413" cy="64966"/>
            </a:xfrm>
            <a:custGeom>
              <a:rect b="b" l="l" r="r" t="t"/>
              <a:pathLst>
                <a:path extrusionOk="0" h="286" w="1393">
                  <a:moveTo>
                    <a:pt x="1" y="0"/>
                  </a:moveTo>
                  <a:lnTo>
                    <a:pt x="1"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114"/>
            <p:cNvSpPr/>
            <p:nvPr/>
          </p:nvSpPr>
          <p:spPr>
            <a:xfrm>
              <a:off x="2923431"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114"/>
            <p:cNvSpPr/>
            <p:nvPr/>
          </p:nvSpPr>
          <p:spPr>
            <a:xfrm>
              <a:off x="3012469" y="3255194"/>
              <a:ext cx="211018" cy="928382"/>
            </a:xfrm>
            <a:custGeom>
              <a:rect b="b" l="l" r="r" t="t"/>
              <a:pathLst>
                <a:path extrusionOk="0" h="4087" w="929">
                  <a:moveTo>
                    <a:pt x="1" y="1"/>
                  </a:moveTo>
                  <a:lnTo>
                    <a:pt x="1" y="4087"/>
                  </a:lnTo>
                  <a:lnTo>
                    <a:pt x="928" y="4087"/>
                  </a:lnTo>
                  <a:lnTo>
                    <a:pt x="92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114"/>
            <p:cNvSpPr/>
            <p:nvPr/>
          </p:nvSpPr>
          <p:spPr>
            <a:xfrm>
              <a:off x="3012469"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114"/>
            <p:cNvSpPr/>
            <p:nvPr/>
          </p:nvSpPr>
          <p:spPr>
            <a:xfrm>
              <a:off x="2959773" y="4183320"/>
              <a:ext cx="316413" cy="65193"/>
            </a:xfrm>
            <a:custGeom>
              <a:rect b="b" l="l" r="r" t="t"/>
              <a:pathLst>
                <a:path extrusionOk="0" h="287" w="1393">
                  <a:moveTo>
                    <a:pt x="1" y="1"/>
                  </a:moveTo>
                  <a:lnTo>
                    <a:pt x="1"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114"/>
            <p:cNvSpPr/>
            <p:nvPr/>
          </p:nvSpPr>
          <p:spPr>
            <a:xfrm>
              <a:off x="2923431"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114"/>
            <p:cNvSpPr/>
            <p:nvPr/>
          </p:nvSpPr>
          <p:spPr>
            <a:xfrm>
              <a:off x="3537384" y="3190456"/>
              <a:ext cx="316186" cy="64966"/>
            </a:xfrm>
            <a:custGeom>
              <a:rect b="b" l="l" r="r" t="t"/>
              <a:pathLst>
                <a:path extrusionOk="0" h="286" w="1392">
                  <a:moveTo>
                    <a:pt x="0" y="0"/>
                  </a:moveTo>
                  <a:lnTo>
                    <a:pt x="0"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114"/>
            <p:cNvSpPr/>
            <p:nvPr/>
          </p:nvSpPr>
          <p:spPr>
            <a:xfrm>
              <a:off x="3500815"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114"/>
            <p:cNvSpPr/>
            <p:nvPr/>
          </p:nvSpPr>
          <p:spPr>
            <a:xfrm>
              <a:off x="3590080" y="3255194"/>
              <a:ext cx="210791" cy="928382"/>
            </a:xfrm>
            <a:custGeom>
              <a:rect b="b" l="l" r="r" t="t"/>
              <a:pathLst>
                <a:path extrusionOk="0" h="4087" w="928">
                  <a:moveTo>
                    <a:pt x="0" y="1"/>
                  </a:moveTo>
                  <a:lnTo>
                    <a:pt x="0" y="4087"/>
                  </a:lnTo>
                  <a:lnTo>
                    <a:pt x="928" y="4087"/>
                  </a:lnTo>
                  <a:lnTo>
                    <a:pt x="92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114"/>
            <p:cNvSpPr/>
            <p:nvPr/>
          </p:nvSpPr>
          <p:spPr>
            <a:xfrm>
              <a:off x="3590080" y="3255194"/>
              <a:ext cx="105395" cy="928382"/>
            </a:xfrm>
            <a:custGeom>
              <a:rect b="b" l="l" r="r" t="t"/>
              <a:pathLst>
                <a:path extrusionOk="0" h="4087" w="464">
                  <a:moveTo>
                    <a:pt x="0" y="1"/>
                  </a:moveTo>
                  <a:lnTo>
                    <a:pt x="0"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114"/>
            <p:cNvSpPr/>
            <p:nvPr/>
          </p:nvSpPr>
          <p:spPr>
            <a:xfrm>
              <a:off x="3537384" y="4183320"/>
              <a:ext cx="316186" cy="65193"/>
            </a:xfrm>
            <a:custGeom>
              <a:rect b="b" l="l" r="r" t="t"/>
              <a:pathLst>
                <a:path extrusionOk="0" h="287" w="1392">
                  <a:moveTo>
                    <a:pt x="0" y="1"/>
                  </a:moveTo>
                  <a:lnTo>
                    <a:pt x="0"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114"/>
            <p:cNvSpPr/>
            <p:nvPr/>
          </p:nvSpPr>
          <p:spPr>
            <a:xfrm>
              <a:off x="3500815"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114"/>
            <p:cNvSpPr/>
            <p:nvPr/>
          </p:nvSpPr>
          <p:spPr>
            <a:xfrm>
              <a:off x="4114768" y="3190456"/>
              <a:ext cx="316413" cy="64966"/>
            </a:xfrm>
            <a:custGeom>
              <a:rect b="b" l="l" r="r" t="t"/>
              <a:pathLst>
                <a:path extrusionOk="0" h="286" w="1393">
                  <a:moveTo>
                    <a:pt x="1" y="0"/>
                  </a:moveTo>
                  <a:lnTo>
                    <a:pt x="1"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114"/>
            <p:cNvSpPr/>
            <p:nvPr/>
          </p:nvSpPr>
          <p:spPr>
            <a:xfrm>
              <a:off x="4078426"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114"/>
            <p:cNvSpPr/>
            <p:nvPr/>
          </p:nvSpPr>
          <p:spPr>
            <a:xfrm>
              <a:off x="4167464" y="3255194"/>
              <a:ext cx="211018" cy="928382"/>
            </a:xfrm>
            <a:custGeom>
              <a:rect b="b" l="l" r="r" t="t"/>
              <a:pathLst>
                <a:path extrusionOk="0" h="4087" w="929">
                  <a:moveTo>
                    <a:pt x="1" y="1"/>
                  </a:moveTo>
                  <a:lnTo>
                    <a:pt x="1" y="4087"/>
                  </a:lnTo>
                  <a:lnTo>
                    <a:pt x="928" y="4087"/>
                  </a:lnTo>
                  <a:lnTo>
                    <a:pt x="92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114"/>
            <p:cNvSpPr/>
            <p:nvPr/>
          </p:nvSpPr>
          <p:spPr>
            <a:xfrm>
              <a:off x="4167464"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114"/>
            <p:cNvSpPr/>
            <p:nvPr/>
          </p:nvSpPr>
          <p:spPr>
            <a:xfrm>
              <a:off x="4114768" y="4183320"/>
              <a:ext cx="316413" cy="65193"/>
            </a:xfrm>
            <a:custGeom>
              <a:rect b="b" l="l" r="r" t="t"/>
              <a:pathLst>
                <a:path extrusionOk="0" h="287" w="1393">
                  <a:moveTo>
                    <a:pt x="1" y="1"/>
                  </a:moveTo>
                  <a:lnTo>
                    <a:pt x="1"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114"/>
            <p:cNvSpPr/>
            <p:nvPr/>
          </p:nvSpPr>
          <p:spPr>
            <a:xfrm>
              <a:off x="4078426"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114"/>
            <p:cNvSpPr/>
            <p:nvPr/>
          </p:nvSpPr>
          <p:spPr>
            <a:xfrm>
              <a:off x="4692379"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114"/>
            <p:cNvSpPr/>
            <p:nvPr/>
          </p:nvSpPr>
          <p:spPr>
            <a:xfrm>
              <a:off x="4655809"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114"/>
            <p:cNvSpPr/>
            <p:nvPr/>
          </p:nvSpPr>
          <p:spPr>
            <a:xfrm>
              <a:off x="4745074"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114"/>
            <p:cNvSpPr/>
            <p:nvPr/>
          </p:nvSpPr>
          <p:spPr>
            <a:xfrm>
              <a:off x="4745074" y="3255194"/>
              <a:ext cx="105395" cy="928382"/>
            </a:xfrm>
            <a:custGeom>
              <a:rect b="b" l="l" r="r" t="t"/>
              <a:pathLst>
                <a:path extrusionOk="0" h="4087" w="464">
                  <a:moveTo>
                    <a:pt x="0" y="1"/>
                  </a:moveTo>
                  <a:lnTo>
                    <a:pt x="0"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114"/>
            <p:cNvSpPr/>
            <p:nvPr/>
          </p:nvSpPr>
          <p:spPr>
            <a:xfrm>
              <a:off x="4692379"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114"/>
            <p:cNvSpPr/>
            <p:nvPr/>
          </p:nvSpPr>
          <p:spPr>
            <a:xfrm>
              <a:off x="4655809"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114"/>
            <p:cNvSpPr/>
            <p:nvPr/>
          </p:nvSpPr>
          <p:spPr>
            <a:xfrm>
              <a:off x="5269762"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114"/>
            <p:cNvSpPr/>
            <p:nvPr/>
          </p:nvSpPr>
          <p:spPr>
            <a:xfrm>
              <a:off x="5233420"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114"/>
            <p:cNvSpPr/>
            <p:nvPr/>
          </p:nvSpPr>
          <p:spPr>
            <a:xfrm>
              <a:off x="5322458"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114"/>
            <p:cNvSpPr/>
            <p:nvPr/>
          </p:nvSpPr>
          <p:spPr>
            <a:xfrm>
              <a:off x="5322458"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114"/>
            <p:cNvSpPr/>
            <p:nvPr/>
          </p:nvSpPr>
          <p:spPr>
            <a:xfrm>
              <a:off x="5269762"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114"/>
            <p:cNvSpPr/>
            <p:nvPr/>
          </p:nvSpPr>
          <p:spPr>
            <a:xfrm>
              <a:off x="5233420"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114"/>
            <p:cNvSpPr/>
            <p:nvPr/>
          </p:nvSpPr>
          <p:spPr>
            <a:xfrm>
              <a:off x="5847373"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114"/>
            <p:cNvSpPr/>
            <p:nvPr/>
          </p:nvSpPr>
          <p:spPr>
            <a:xfrm>
              <a:off x="5810804"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114"/>
            <p:cNvSpPr/>
            <p:nvPr/>
          </p:nvSpPr>
          <p:spPr>
            <a:xfrm>
              <a:off x="5900069"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114"/>
            <p:cNvSpPr/>
            <p:nvPr/>
          </p:nvSpPr>
          <p:spPr>
            <a:xfrm>
              <a:off x="5900069" y="3255194"/>
              <a:ext cx="105395" cy="928382"/>
            </a:xfrm>
            <a:custGeom>
              <a:rect b="b" l="l" r="r" t="t"/>
              <a:pathLst>
                <a:path extrusionOk="0" h="4087" w="464">
                  <a:moveTo>
                    <a:pt x="0" y="1"/>
                  </a:moveTo>
                  <a:lnTo>
                    <a:pt x="0"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114"/>
            <p:cNvSpPr/>
            <p:nvPr/>
          </p:nvSpPr>
          <p:spPr>
            <a:xfrm>
              <a:off x="5847373"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114"/>
            <p:cNvSpPr/>
            <p:nvPr/>
          </p:nvSpPr>
          <p:spPr>
            <a:xfrm>
              <a:off x="5810804"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114"/>
            <p:cNvSpPr/>
            <p:nvPr/>
          </p:nvSpPr>
          <p:spPr>
            <a:xfrm>
              <a:off x="6424757"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114"/>
            <p:cNvSpPr/>
            <p:nvPr/>
          </p:nvSpPr>
          <p:spPr>
            <a:xfrm>
              <a:off x="6388415"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114"/>
            <p:cNvSpPr/>
            <p:nvPr/>
          </p:nvSpPr>
          <p:spPr>
            <a:xfrm>
              <a:off x="6477453"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114"/>
            <p:cNvSpPr/>
            <p:nvPr/>
          </p:nvSpPr>
          <p:spPr>
            <a:xfrm>
              <a:off x="6477453"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114"/>
            <p:cNvSpPr/>
            <p:nvPr/>
          </p:nvSpPr>
          <p:spPr>
            <a:xfrm>
              <a:off x="6424757"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114"/>
            <p:cNvSpPr/>
            <p:nvPr/>
          </p:nvSpPr>
          <p:spPr>
            <a:xfrm>
              <a:off x="6388415"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114"/>
            <p:cNvSpPr/>
            <p:nvPr/>
          </p:nvSpPr>
          <p:spPr>
            <a:xfrm>
              <a:off x="7002368"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114"/>
            <p:cNvSpPr/>
            <p:nvPr/>
          </p:nvSpPr>
          <p:spPr>
            <a:xfrm>
              <a:off x="6967843" y="3127536"/>
              <a:ext cx="389327" cy="63149"/>
            </a:xfrm>
            <a:custGeom>
              <a:rect b="b" l="l" r="r" t="t"/>
              <a:pathLst>
                <a:path extrusionOk="0" h="278" w="1714">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114"/>
            <p:cNvSpPr/>
            <p:nvPr/>
          </p:nvSpPr>
          <p:spPr>
            <a:xfrm>
              <a:off x="7055064"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114"/>
            <p:cNvSpPr/>
            <p:nvPr/>
          </p:nvSpPr>
          <p:spPr>
            <a:xfrm>
              <a:off x="7055064" y="3255194"/>
              <a:ext cx="107440" cy="928382"/>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114"/>
            <p:cNvSpPr/>
            <p:nvPr/>
          </p:nvSpPr>
          <p:spPr>
            <a:xfrm>
              <a:off x="7002368"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114"/>
            <p:cNvSpPr/>
            <p:nvPr/>
          </p:nvSpPr>
          <p:spPr>
            <a:xfrm>
              <a:off x="6967843" y="4248285"/>
              <a:ext cx="389327" cy="64966"/>
            </a:xfrm>
            <a:custGeom>
              <a:rect b="b" l="l" r="r" t="t"/>
              <a:pathLst>
                <a:path extrusionOk="0" h="286" w="1714">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114"/>
            <p:cNvSpPr/>
            <p:nvPr/>
          </p:nvSpPr>
          <p:spPr>
            <a:xfrm>
              <a:off x="7579752"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114"/>
            <p:cNvSpPr/>
            <p:nvPr/>
          </p:nvSpPr>
          <p:spPr>
            <a:xfrm>
              <a:off x="7545227" y="3127536"/>
              <a:ext cx="389327" cy="63149"/>
            </a:xfrm>
            <a:custGeom>
              <a:rect b="b" l="l" r="r" t="t"/>
              <a:pathLst>
                <a:path extrusionOk="0" h="278" w="1714">
                  <a:moveTo>
                    <a:pt x="1" y="1"/>
                  </a:moveTo>
                  <a:lnTo>
                    <a:pt x="1" y="277"/>
                  </a:lnTo>
                  <a:lnTo>
                    <a:pt x="1714" y="277"/>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114"/>
            <p:cNvSpPr/>
            <p:nvPr/>
          </p:nvSpPr>
          <p:spPr>
            <a:xfrm>
              <a:off x="7632448"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114"/>
            <p:cNvSpPr/>
            <p:nvPr/>
          </p:nvSpPr>
          <p:spPr>
            <a:xfrm>
              <a:off x="7632448" y="3255194"/>
              <a:ext cx="107667" cy="928382"/>
            </a:xfrm>
            <a:custGeom>
              <a:rect b="b" l="l" r="r" t="t"/>
              <a:pathLst>
                <a:path extrusionOk="0" h="4087" w="474">
                  <a:moveTo>
                    <a:pt x="1" y="1"/>
                  </a:moveTo>
                  <a:lnTo>
                    <a:pt x="1"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114"/>
            <p:cNvSpPr/>
            <p:nvPr/>
          </p:nvSpPr>
          <p:spPr>
            <a:xfrm>
              <a:off x="7579752"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114"/>
            <p:cNvSpPr/>
            <p:nvPr/>
          </p:nvSpPr>
          <p:spPr>
            <a:xfrm>
              <a:off x="7545227" y="4248285"/>
              <a:ext cx="389327" cy="64966"/>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114"/>
            <p:cNvSpPr/>
            <p:nvPr/>
          </p:nvSpPr>
          <p:spPr>
            <a:xfrm>
              <a:off x="5625306" y="4376851"/>
              <a:ext cx="1574796" cy="84275"/>
            </a:xfrm>
            <a:custGeom>
              <a:rect b="b" l="l" r="r" t="t"/>
              <a:pathLst>
                <a:path extrusionOk="0" h="371" w="6933">
                  <a:moveTo>
                    <a:pt x="1854" y="1"/>
                  </a:moveTo>
                  <a:cubicBezTo>
                    <a:pt x="1640" y="1"/>
                    <a:pt x="1437" y="14"/>
                    <a:pt x="1437" y="14"/>
                  </a:cubicBezTo>
                  <a:cubicBezTo>
                    <a:pt x="1437" y="14"/>
                    <a:pt x="1306" y="26"/>
                    <a:pt x="1193" y="26"/>
                  </a:cubicBezTo>
                  <a:cubicBezTo>
                    <a:pt x="1136" y="26"/>
                    <a:pt x="1083" y="23"/>
                    <a:pt x="1054" y="14"/>
                  </a:cubicBezTo>
                  <a:cubicBezTo>
                    <a:pt x="1049" y="13"/>
                    <a:pt x="1044" y="12"/>
                    <a:pt x="1039" y="12"/>
                  </a:cubicBezTo>
                  <a:cubicBezTo>
                    <a:pt x="966" y="12"/>
                    <a:pt x="911" y="130"/>
                    <a:pt x="911" y="130"/>
                  </a:cubicBezTo>
                  <a:lnTo>
                    <a:pt x="813" y="112"/>
                  </a:lnTo>
                  <a:cubicBezTo>
                    <a:pt x="813" y="112"/>
                    <a:pt x="608" y="148"/>
                    <a:pt x="590" y="157"/>
                  </a:cubicBezTo>
                  <a:cubicBezTo>
                    <a:pt x="572" y="157"/>
                    <a:pt x="509" y="193"/>
                    <a:pt x="509" y="193"/>
                  </a:cubicBezTo>
                  <a:lnTo>
                    <a:pt x="1" y="371"/>
                  </a:lnTo>
                  <a:lnTo>
                    <a:pt x="6933" y="317"/>
                  </a:lnTo>
                  <a:lnTo>
                    <a:pt x="6522" y="157"/>
                  </a:lnTo>
                  <a:lnTo>
                    <a:pt x="5942" y="139"/>
                  </a:lnTo>
                  <a:lnTo>
                    <a:pt x="5487" y="228"/>
                  </a:lnTo>
                  <a:cubicBezTo>
                    <a:pt x="5487" y="228"/>
                    <a:pt x="5077" y="228"/>
                    <a:pt x="4818" y="193"/>
                  </a:cubicBezTo>
                  <a:cubicBezTo>
                    <a:pt x="4551" y="157"/>
                    <a:pt x="4515" y="184"/>
                    <a:pt x="4354" y="112"/>
                  </a:cubicBezTo>
                  <a:cubicBezTo>
                    <a:pt x="4258" y="72"/>
                    <a:pt x="4161" y="65"/>
                    <a:pt x="4104" y="65"/>
                  </a:cubicBezTo>
                  <a:cubicBezTo>
                    <a:pt x="4071" y="65"/>
                    <a:pt x="4051" y="68"/>
                    <a:pt x="4051" y="68"/>
                  </a:cubicBezTo>
                  <a:lnTo>
                    <a:pt x="3846" y="68"/>
                  </a:lnTo>
                  <a:lnTo>
                    <a:pt x="3569" y="77"/>
                  </a:lnTo>
                  <a:lnTo>
                    <a:pt x="3346" y="68"/>
                  </a:lnTo>
                  <a:lnTo>
                    <a:pt x="2963" y="94"/>
                  </a:lnTo>
                  <a:lnTo>
                    <a:pt x="2650" y="193"/>
                  </a:lnTo>
                  <a:cubicBezTo>
                    <a:pt x="2650" y="193"/>
                    <a:pt x="2436" y="175"/>
                    <a:pt x="2338" y="68"/>
                  </a:cubicBezTo>
                  <a:cubicBezTo>
                    <a:pt x="2294" y="14"/>
                    <a:pt x="2068" y="1"/>
                    <a:pt x="18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23" name="Google Shape;7223;p114"/>
            <p:cNvGrpSpPr/>
            <p:nvPr/>
          </p:nvGrpSpPr>
          <p:grpSpPr>
            <a:xfrm>
              <a:off x="613339" y="3127728"/>
              <a:ext cx="389354" cy="1185780"/>
              <a:chOff x="1491295" y="3180738"/>
              <a:chExt cx="354635" cy="1080043"/>
            </a:xfrm>
          </p:grpSpPr>
          <p:sp>
            <p:nvSpPr>
              <p:cNvPr id="7224" name="Google Shape;7224;p114"/>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114"/>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114"/>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114"/>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114"/>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114"/>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0" name="Google Shape;7230;p114"/>
            <p:cNvGrpSpPr/>
            <p:nvPr/>
          </p:nvGrpSpPr>
          <p:grpSpPr>
            <a:xfrm>
              <a:off x="35745" y="3127728"/>
              <a:ext cx="389354" cy="1185780"/>
              <a:chOff x="1491295" y="3180738"/>
              <a:chExt cx="354635" cy="1080043"/>
            </a:xfrm>
          </p:grpSpPr>
          <p:sp>
            <p:nvSpPr>
              <p:cNvPr id="7231" name="Google Shape;7231;p114"/>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114"/>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114"/>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114"/>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114"/>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114"/>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7" name="Google Shape;7237;p114"/>
            <p:cNvGrpSpPr/>
            <p:nvPr/>
          </p:nvGrpSpPr>
          <p:grpSpPr>
            <a:xfrm>
              <a:off x="8122725" y="3127728"/>
              <a:ext cx="389354" cy="1185780"/>
              <a:chOff x="1491295" y="3180738"/>
              <a:chExt cx="354635" cy="1080043"/>
            </a:xfrm>
          </p:grpSpPr>
          <p:sp>
            <p:nvSpPr>
              <p:cNvPr id="7238" name="Google Shape;7238;p114"/>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114"/>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114"/>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114"/>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114"/>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114"/>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4" name="Google Shape;7244;p114"/>
            <p:cNvGrpSpPr/>
            <p:nvPr/>
          </p:nvGrpSpPr>
          <p:grpSpPr>
            <a:xfrm>
              <a:off x="8700100" y="3127728"/>
              <a:ext cx="389354" cy="1185780"/>
              <a:chOff x="1491295" y="3180738"/>
              <a:chExt cx="354635" cy="1080043"/>
            </a:xfrm>
          </p:grpSpPr>
          <p:sp>
            <p:nvSpPr>
              <p:cNvPr id="7245" name="Google Shape;7245;p114"/>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114"/>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114"/>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114"/>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114"/>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114"/>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251" name="Google Shape;7251;p114"/>
          <p:cNvSpPr/>
          <p:nvPr/>
        </p:nvSpPr>
        <p:spPr>
          <a:xfrm>
            <a:off x="1850546" y="4519646"/>
            <a:ext cx="2045463" cy="127457"/>
          </a:xfrm>
          <a:custGeom>
            <a:rect b="b" l="l" r="r" t="t"/>
            <a:pathLst>
              <a:path extrusionOk="0" h="616" w="9886">
                <a:moveTo>
                  <a:pt x="2418" y="0"/>
                </a:moveTo>
                <a:lnTo>
                  <a:pt x="2142" y="99"/>
                </a:lnTo>
                <a:lnTo>
                  <a:pt x="1919" y="188"/>
                </a:lnTo>
                <a:lnTo>
                  <a:pt x="1740" y="295"/>
                </a:lnTo>
                <a:cubicBezTo>
                  <a:pt x="1740" y="295"/>
                  <a:pt x="1571" y="188"/>
                  <a:pt x="1339" y="161"/>
                </a:cubicBezTo>
                <a:cubicBezTo>
                  <a:pt x="1290" y="155"/>
                  <a:pt x="1256" y="153"/>
                  <a:pt x="1234" y="153"/>
                </a:cubicBezTo>
                <a:cubicBezTo>
                  <a:pt x="1210" y="153"/>
                  <a:pt x="1199" y="156"/>
                  <a:pt x="1194" y="158"/>
                </a:cubicBezTo>
                <a:lnTo>
                  <a:pt x="1194" y="158"/>
                </a:lnTo>
                <a:cubicBezTo>
                  <a:pt x="1194" y="158"/>
                  <a:pt x="1194" y="158"/>
                  <a:pt x="1194" y="158"/>
                </a:cubicBezTo>
                <a:cubicBezTo>
                  <a:pt x="1108" y="158"/>
                  <a:pt x="558" y="327"/>
                  <a:pt x="483" y="402"/>
                </a:cubicBezTo>
                <a:lnTo>
                  <a:pt x="1" y="616"/>
                </a:lnTo>
                <a:lnTo>
                  <a:pt x="9885" y="616"/>
                </a:lnTo>
                <a:lnTo>
                  <a:pt x="9537" y="473"/>
                </a:lnTo>
                <a:lnTo>
                  <a:pt x="9261" y="402"/>
                </a:lnTo>
                <a:cubicBezTo>
                  <a:pt x="9261" y="402"/>
                  <a:pt x="9100" y="429"/>
                  <a:pt x="8833" y="473"/>
                </a:cubicBezTo>
                <a:cubicBezTo>
                  <a:pt x="8791" y="480"/>
                  <a:pt x="8757" y="483"/>
                  <a:pt x="8729" y="483"/>
                </a:cubicBezTo>
                <a:cubicBezTo>
                  <a:pt x="8584" y="483"/>
                  <a:pt x="8610" y="402"/>
                  <a:pt x="8610" y="402"/>
                </a:cubicBezTo>
                <a:cubicBezTo>
                  <a:pt x="8610" y="402"/>
                  <a:pt x="8306" y="188"/>
                  <a:pt x="8199" y="188"/>
                </a:cubicBezTo>
                <a:cubicBezTo>
                  <a:pt x="8083" y="188"/>
                  <a:pt x="7949" y="188"/>
                  <a:pt x="7816" y="206"/>
                </a:cubicBezTo>
                <a:cubicBezTo>
                  <a:pt x="7682" y="223"/>
                  <a:pt x="7575" y="295"/>
                  <a:pt x="7486" y="295"/>
                </a:cubicBezTo>
                <a:cubicBezTo>
                  <a:pt x="7396" y="287"/>
                  <a:pt x="7306" y="203"/>
                  <a:pt x="7154" y="203"/>
                </a:cubicBezTo>
                <a:cubicBezTo>
                  <a:pt x="7140" y="203"/>
                  <a:pt x="7126" y="204"/>
                  <a:pt x="7111" y="206"/>
                </a:cubicBezTo>
                <a:cubicBezTo>
                  <a:pt x="7048" y="212"/>
                  <a:pt x="6995" y="213"/>
                  <a:pt x="6951" y="213"/>
                </a:cubicBezTo>
                <a:cubicBezTo>
                  <a:pt x="6864" y="213"/>
                  <a:pt x="6816" y="206"/>
                  <a:pt x="6816" y="206"/>
                </a:cubicBezTo>
                <a:lnTo>
                  <a:pt x="6486" y="295"/>
                </a:lnTo>
                <a:lnTo>
                  <a:pt x="6147" y="473"/>
                </a:lnTo>
                <a:lnTo>
                  <a:pt x="5853" y="402"/>
                </a:lnTo>
                <a:lnTo>
                  <a:pt x="5425" y="206"/>
                </a:lnTo>
                <a:lnTo>
                  <a:pt x="4863" y="99"/>
                </a:lnTo>
                <a:cubicBezTo>
                  <a:pt x="4863" y="99"/>
                  <a:pt x="4435" y="161"/>
                  <a:pt x="4256" y="161"/>
                </a:cubicBezTo>
                <a:cubicBezTo>
                  <a:pt x="4078" y="161"/>
                  <a:pt x="4033" y="206"/>
                  <a:pt x="4033" y="206"/>
                </a:cubicBezTo>
                <a:cubicBezTo>
                  <a:pt x="4033" y="206"/>
                  <a:pt x="3699" y="297"/>
                  <a:pt x="3514" y="297"/>
                </a:cubicBezTo>
                <a:cubicBezTo>
                  <a:pt x="3498" y="297"/>
                  <a:pt x="3484" y="296"/>
                  <a:pt x="3471" y="295"/>
                </a:cubicBezTo>
                <a:cubicBezTo>
                  <a:pt x="3293" y="268"/>
                  <a:pt x="3159" y="99"/>
                  <a:pt x="3159" y="99"/>
                </a:cubicBezTo>
                <a:cubicBezTo>
                  <a:pt x="3159" y="99"/>
                  <a:pt x="3111" y="138"/>
                  <a:pt x="3050" y="138"/>
                </a:cubicBezTo>
                <a:cubicBezTo>
                  <a:pt x="3020" y="138"/>
                  <a:pt x="2986" y="128"/>
                  <a:pt x="2954" y="99"/>
                </a:cubicBezTo>
                <a:cubicBezTo>
                  <a:pt x="2919" y="67"/>
                  <a:pt x="2890" y="57"/>
                  <a:pt x="2864" y="57"/>
                </a:cubicBezTo>
                <a:cubicBezTo>
                  <a:pt x="2815" y="57"/>
                  <a:pt x="2774" y="93"/>
                  <a:pt x="2722" y="99"/>
                </a:cubicBezTo>
                <a:cubicBezTo>
                  <a:pt x="2718" y="99"/>
                  <a:pt x="2714" y="99"/>
                  <a:pt x="2710" y="99"/>
                </a:cubicBezTo>
                <a:cubicBezTo>
                  <a:pt x="2616" y="99"/>
                  <a:pt x="2418" y="0"/>
                  <a:pt x="2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52" name="Google Shape;7252;p114"/>
          <p:cNvGrpSpPr/>
          <p:nvPr/>
        </p:nvGrpSpPr>
        <p:grpSpPr>
          <a:xfrm>
            <a:off x="-440352" y="4372550"/>
            <a:ext cx="2183372" cy="583072"/>
            <a:chOff x="379848" y="4111600"/>
            <a:chExt cx="2183372" cy="583072"/>
          </a:xfrm>
        </p:grpSpPr>
        <p:sp>
          <p:nvSpPr>
            <p:cNvPr id="7253" name="Google Shape;7253;p114"/>
            <p:cNvSpPr/>
            <p:nvPr/>
          </p:nvSpPr>
          <p:spPr>
            <a:xfrm>
              <a:off x="379848" y="4111600"/>
              <a:ext cx="2183372" cy="583072"/>
            </a:xfrm>
            <a:custGeom>
              <a:rect b="b" l="l" r="r" t="t"/>
              <a:pathLst>
                <a:path extrusionOk="0" h="2818" w="7397">
                  <a:moveTo>
                    <a:pt x="1584" y="1"/>
                  </a:moveTo>
                  <a:cubicBezTo>
                    <a:pt x="1376" y="1"/>
                    <a:pt x="1196" y="52"/>
                    <a:pt x="1196" y="52"/>
                  </a:cubicBezTo>
                  <a:lnTo>
                    <a:pt x="0" y="2817"/>
                  </a:lnTo>
                  <a:lnTo>
                    <a:pt x="7396" y="2817"/>
                  </a:lnTo>
                  <a:cubicBezTo>
                    <a:pt x="7292" y="2500"/>
                    <a:pt x="7094" y="2422"/>
                    <a:pt x="6924" y="2422"/>
                  </a:cubicBezTo>
                  <a:cubicBezTo>
                    <a:pt x="6759" y="2422"/>
                    <a:pt x="6620" y="2496"/>
                    <a:pt x="6620" y="2496"/>
                  </a:cubicBezTo>
                  <a:cubicBezTo>
                    <a:pt x="6496" y="2241"/>
                    <a:pt x="6327" y="2167"/>
                    <a:pt x="6172" y="2167"/>
                  </a:cubicBezTo>
                  <a:cubicBezTo>
                    <a:pt x="5959" y="2167"/>
                    <a:pt x="5772" y="2309"/>
                    <a:pt x="5772" y="2309"/>
                  </a:cubicBezTo>
                  <a:cubicBezTo>
                    <a:pt x="5688" y="1947"/>
                    <a:pt x="5515" y="1848"/>
                    <a:pt x="5351" y="1848"/>
                  </a:cubicBezTo>
                  <a:cubicBezTo>
                    <a:pt x="5149" y="1848"/>
                    <a:pt x="4961" y="1996"/>
                    <a:pt x="4961" y="1996"/>
                  </a:cubicBezTo>
                  <a:cubicBezTo>
                    <a:pt x="4890" y="1622"/>
                    <a:pt x="4712" y="1517"/>
                    <a:pt x="4537" y="1517"/>
                  </a:cubicBezTo>
                  <a:cubicBezTo>
                    <a:pt x="4315" y="1517"/>
                    <a:pt x="4095" y="1684"/>
                    <a:pt x="4095" y="1684"/>
                  </a:cubicBezTo>
                  <a:cubicBezTo>
                    <a:pt x="4067" y="1207"/>
                    <a:pt x="3877" y="1076"/>
                    <a:pt x="3676" y="1076"/>
                  </a:cubicBezTo>
                  <a:cubicBezTo>
                    <a:pt x="3430" y="1076"/>
                    <a:pt x="3167" y="1274"/>
                    <a:pt x="3167" y="1274"/>
                  </a:cubicBezTo>
                  <a:cubicBezTo>
                    <a:pt x="3202" y="765"/>
                    <a:pt x="2976" y="633"/>
                    <a:pt x="2733" y="633"/>
                  </a:cubicBezTo>
                  <a:cubicBezTo>
                    <a:pt x="2473" y="633"/>
                    <a:pt x="2195" y="783"/>
                    <a:pt x="2195" y="783"/>
                  </a:cubicBezTo>
                  <a:cubicBezTo>
                    <a:pt x="2315" y="128"/>
                    <a:pt x="1914" y="1"/>
                    <a:pt x="1584"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114"/>
            <p:cNvSpPr/>
            <p:nvPr/>
          </p:nvSpPr>
          <p:spPr>
            <a:xfrm>
              <a:off x="514145" y="4335678"/>
              <a:ext cx="1340662" cy="358989"/>
            </a:xfrm>
            <a:custGeom>
              <a:rect b="b" l="l" r="r" t="t"/>
              <a:pathLst>
                <a:path extrusionOk="0" h="1735" w="4542">
                  <a:moveTo>
                    <a:pt x="974" y="0"/>
                  </a:moveTo>
                  <a:cubicBezTo>
                    <a:pt x="848" y="0"/>
                    <a:pt x="741" y="30"/>
                    <a:pt x="741" y="30"/>
                  </a:cubicBezTo>
                  <a:lnTo>
                    <a:pt x="0" y="1734"/>
                  </a:lnTo>
                  <a:lnTo>
                    <a:pt x="4541" y="1734"/>
                  </a:lnTo>
                  <a:cubicBezTo>
                    <a:pt x="4478" y="1540"/>
                    <a:pt x="4358" y="1492"/>
                    <a:pt x="4254" y="1492"/>
                  </a:cubicBezTo>
                  <a:cubicBezTo>
                    <a:pt x="4153" y="1492"/>
                    <a:pt x="4068" y="1538"/>
                    <a:pt x="4068" y="1538"/>
                  </a:cubicBezTo>
                  <a:cubicBezTo>
                    <a:pt x="3994" y="1381"/>
                    <a:pt x="3889" y="1335"/>
                    <a:pt x="3792" y="1335"/>
                  </a:cubicBezTo>
                  <a:cubicBezTo>
                    <a:pt x="3659" y="1335"/>
                    <a:pt x="3542" y="1422"/>
                    <a:pt x="3542" y="1422"/>
                  </a:cubicBezTo>
                  <a:cubicBezTo>
                    <a:pt x="3494" y="1202"/>
                    <a:pt x="3391" y="1142"/>
                    <a:pt x="3292" y="1142"/>
                  </a:cubicBezTo>
                  <a:cubicBezTo>
                    <a:pt x="3169" y="1142"/>
                    <a:pt x="3051" y="1235"/>
                    <a:pt x="3051" y="1235"/>
                  </a:cubicBezTo>
                  <a:cubicBezTo>
                    <a:pt x="3004" y="1001"/>
                    <a:pt x="2893" y="936"/>
                    <a:pt x="2785" y="936"/>
                  </a:cubicBezTo>
                  <a:cubicBezTo>
                    <a:pt x="2649" y="936"/>
                    <a:pt x="2516" y="1038"/>
                    <a:pt x="2516" y="1038"/>
                  </a:cubicBezTo>
                  <a:cubicBezTo>
                    <a:pt x="2500" y="747"/>
                    <a:pt x="2384" y="666"/>
                    <a:pt x="2261" y="666"/>
                  </a:cubicBezTo>
                  <a:cubicBezTo>
                    <a:pt x="2108" y="666"/>
                    <a:pt x="1945" y="789"/>
                    <a:pt x="1945" y="789"/>
                  </a:cubicBezTo>
                  <a:cubicBezTo>
                    <a:pt x="1967" y="474"/>
                    <a:pt x="1828" y="392"/>
                    <a:pt x="1679" y="392"/>
                  </a:cubicBezTo>
                  <a:cubicBezTo>
                    <a:pt x="1519" y="392"/>
                    <a:pt x="1348" y="485"/>
                    <a:pt x="1348" y="485"/>
                  </a:cubicBezTo>
                  <a:cubicBezTo>
                    <a:pt x="1425" y="78"/>
                    <a:pt x="1176" y="0"/>
                    <a:pt x="9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5" name="Google Shape;7255;p114"/>
          <p:cNvGrpSpPr/>
          <p:nvPr/>
        </p:nvGrpSpPr>
        <p:grpSpPr>
          <a:xfrm>
            <a:off x="7400797" y="4372550"/>
            <a:ext cx="2183077" cy="583072"/>
            <a:chOff x="6551897" y="4111600"/>
            <a:chExt cx="2183077" cy="583072"/>
          </a:xfrm>
        </p:grpSpPr>
        <p:sp>
          <p:nvSpPr>
            <p:cNvPr id="7256" name="Google Shape;7256;p114"/>
            <p:cNvSpPr/>
            <p:nvPr/>
          </p:nvSpPr>
          <p:spPr>
            <a:xfrm>
              <a:off x="6551897" y="4111600"/>
              <a:ext cx="2183077" cy="583072"/>
            </a:xfrm>
            <a:custGeom>
              <a:rect b="b" l="l" r="r" t="t"/>
              <a:pathLst>
                <a:path extrusionOk="0" h="2818" w="7396">
                  <a:moveTo>
                    <a:pt x="5812" y="1"/>
                  </a:moveTo>
                  <a:cubicBezTo>
                    <a:pt x="5483" y="1"/>
                    <a:pt x="5081" y="128"/>
                    <a:pt x="5201" y="783"/>
                  </a:cubicBezTo>
                  <a:cubicBezTo>
                    <a:pt x="5201" y="783"/>
                    <a:pt x="4925" y="633"/>
                    <a:pt x="4667" y="633"/>
                  </a:cubicBezTo>
                  <a:cubicBezTo>
                    <a:pt x="4425" y="633"/>
                    <a:pt x="4199" y="765"/>
                    <a:pt x="4229" y="1274"/>
                  </a:cubicBezTo>
                  <a:cubicBezTo>
                    <a:pt x="4229" y="1274"/>
                    <a:pt x="3966" y="1076"/>
                    <a:pt x="3720" y="1076"/>
                  </a:cubicBezTo>
                  <a:cubicBezTo>
                    <a:pt x="3519" y="1076"/>
                    <a:pt x="3329" y="1207"/>
                    <a:pt x="3301" y="1684"/>
                  </a:cubicBezTo>
                  <a:cubicBezTo>
                    <a:pt x="3301" y="1684"/>
                    <a:pt x="3082" y="1517"/>
                    <a:pt x="2860" y="1517"/>
                  </a:cubicBezTo>
                  <a:cubicBezTo>
                    <a:pt x="2684" y="1517"/>
                    <a:pt x="2507" y="1622"/>
                    <a:pt x="2436" y="1996"/>
                  </a:cubicBezTo>
                  <a:cubicBezTo>
                    <a:pt x="2436" y="1996"/>
                    <a:pt x="2247" y="1848"/>
                    <a:pt x="2047" y="1848"/>
                  </a:cubicBezTo>
                  <a:cubicBezTo>
                    <a:pt x="1884" y="1848"/>
                    <a:pt x="1713" y="1947"/>
                    <a:pt x="1633" y="2309"/>
                  </a:cubicBezTo>
                  <a:cubicBezTo>
                    <a:pt x="1633" y="2309"/>
                    <a:pt x="1444" y="2167"/>
                    <a:pt x="1227" y="2167"/>
                  </a:cubicBezTo>
                  <a:cubicBezTo>
                    <a:pt x="1071" y="2167"/>
                    <a:pt x="900" y="2241"/>
                    <a:pt x="777" y="2496"/>
                  </a:cubicBezTo>
                  <a:cubicBezTo>
                    <a:pt x="777" y="2496"/>
                    <a:pt x="640" y="2422"/>
                    <a:pt x="476" y="2422"/>
                  </a:cubicBezTo>
                  <a:cubicBezTo>
                    <a:pt x="307" y="2422"/>
                    <a:pt x="109" y="2500"/>
                    <a:pt x="0" y="2817"/>
                  </a:cubicBezTo>
                  <a:lnTo>
                    <a:pt x="7396" y="2817"/>
                  </a:lnTo>
                  <a:lnTo>
                    <a:pt x="6201" y="52"/>
                  </a:lnTo>
                  <a:cubicBezTo>
                    <a:pt x="6201" y="52"/>
                    <a:pt x="6021" y="1"/>
                    <a:pt x="5812"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114"/>
            <p:cNvSpPr/>
            <p:nvPr/>
          </p:nvSpPr>
          <p:spPr>
            <a:xfrm>
              <a:off x="7260276" y="4335678"/>
              <a:ext cx="1340367" cy="358989"/>
            </a:xfrm>
            <a:custGeom>
              <a:rect b="b" l="l" r="r" t="t"/>
              <a:pathLst>
                <a:path extrusionOk="0" h="1735" w="4541">
                  <a:moveTo>
                    <a:pt x="3574" y="0"/>
                  </a:moveTo>
                  <a:cubicBezTo>
                    <a:pt x="3369" y="0"/>
                    <a:pt x="3117" y="78"/>
                    <a:pt x="3194" y="485"/>
                  </a:cubicBezTo>
                  <a:cubicBezTo>
                    <a:pt x="3194" y="485"/>
                    <a:pt x="3023" y="392"/>
                    <a:pt x="2863" y="392"/>
                  </a:cubicBezTo>
                  <a:cubicBezTo>
                    <a:pt x="2714" y="392"/>
                    <a:pt x="2575" y="474"/>
                    <a:pt x="2596" y="789"/>
                  </a:cubicBezTo>
                  <a:cubicBezTo>
                    <a:pt x="2596" y="789"/>
                    <a:pt x="2433" y="666"/>
                    <a:pt x="2281" y="666"/>
                  </a:cubicBezTo>
                  <a:cubicBezTo>
                    <a:pt x="2157" y="666"/>
                    <a:pt x="2041" y="747"/>
                    <a:pt x="2025" y="1038"/>
                  </a:cubicBezTo>
                  <a:cubicBezTo>
                    <a:pt x="2025" y="1038"/>
                    <a:pt x="1893" y="936"/>
                    <a:pt x="1758" y="936"/>
                  </a:cubicBezTo>
                  <a:cubicBezTo>
                    <a:pt x="1651" y="936"/>
                    <a:pt x="1542" y="1001"/>
                    <a:pt x="1499" y="1235"/>
                  </a:cubicBezTo>
                  <a:cubicBezTo>
                    <a:pt x="1499" y="1235"/>
                    <a:pt x="1379" y="1142"/>
                    <a:pt x="1254" y="1142"/>
                  </a:cubicBezTo>
                  <a:cubicBezTo>
                    <a:pt x="1152" y="1142"/>
                    <a:pt x="1047" y="1202"/>
                    <a:pt x="999" y="1422"/>
                  </a:cubicBezTo>
                  <a:cubicBezTo>
                    <a:pt x="999" y="1422"/>
                    <a:pt x="885" y="1335"/>
                    <a:pt x="753" y="1335"/>
                  </a:cubicBezTo>
                  <a:cubicBezTo>
                    <a:pt x="657" y="1335"/>
                    <a:pt x="552" y="1381"/>
                    <a:pt x="473" y="1538"/>
                  </a:cubicBezTo>
                  <a:cubicBezTo>
                    <a:pt x="473" y="1538"/>
                    <a:pt x="388" y="1492"/>
                    <a:pt x="287" y="1492"/>
                  </a:cubicBezTo>
                  <a:cubicBezTo>
                    <a:pt x="184" y="1492"/>
                    <a:pt x="63" y="1540"/>
                    <a:pt x="0" y="1734"/>
                  </a:cubicBezTo>
                  <a:lnTo>
                    <a:pt x="4541" y="1734"/>
                  </a:lnTo>
                  <a:lnTo>
                    <a:pt x="3809" y="30"/>
                  </a:lnTo>
                  <a:cubicBezTo>
                    <a:pt x="3809" y="30"/>
                    <a:pt x="3701" y="0"/>
                    <a:pt x="35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8" name="Google Shape;7258;p114"/>
          <p:cNvGrpSpPr/>
          <p:nvPr/>
        </p:nvGrpSpPr>
        <p:grpSpPr>
          <a:xfrm>
            <a:off x="-301731" y="2688291"/>
            <a:ext cx="942613" cy="2225784"/>
            <a:chOff x="1214466" y="2918796"/>
            <a:chExt cx="786428" cy="1856987"/>
          </a:xfrm>
        </p:grpSpPr>
        <p:sp>
          <p:nvSpPr>
            <p:cNvPr id="7259" name="Google Shape;7259;p114"/>
            <p:cNvSpPr/>
            <p:nvPr/>
          </p:nvSpPr>
          <p:spPr>
            <a:xfrm>
              <a:off x="1718262" y="3276741"/>
              <a:ext cx="282632" cy="1052344"/>
            </a:xfrm>
            <a:custGeom>
              <a:rect b="b" l="l" r="r" t="t"/>
              <a:pathLst>
                <a:path extrusionOk="0" h="5086" w="1366">
                  <a:moveTo>
                    <a:pt x="1366" y="1"/>
                  </a:moveTo>
                  <a:lnTo>
                    <a:pt x="1" y="5005"/>
                  </a:lnTo>
                  <a:lnTo>
                    <a:pt x="99" y="5086"/>
                  </a:lnTo>
                  <a:cubicBezTo>
                    <a:pt x="1294" y="2321"/>
                    <a:pt x="1366" y="1"/>
                    <a:pt x="13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114"/>
            <p:cNvSpPr/>
            <p:nvPr/>
          </p:nvSpPr>
          <p:spPr>
            <a:xfrm>
              <a:off x="1696123" y="3276741"/>
              <a:ext cx="304771" cy="1035791"/>
            </a:xfrm>
            <a:custGeom>
              <a:rect b="b" l="l" r="r" t="t"/>
              <a:pathLst>
                <a:path extrusionOk="0" h="5006" w="1473">
                  <a:moveTo>
                    <a:pt x="1473" y="1"/>
                  </a:moveTo>
                  <a:cubicBezTo>
                    <a:pt x="1473" y="1"/>
                    <a:pt x="483" y="1553"/>
                    <a:pt x="1" y="4916"/>
                  </a:cubicBezTo>
                  <a:lnTo>
                    <a:pt x="108" y="5005"/>
                  </a:lnTo>
                  <a:lnTo>
                    <a:pt x="1473"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114"/>
            <p:cNvSpPr/>
            <p:nvPr/>
          </p:nvSpPr>
          <p:spPr>
            <a:xfrm>
              <a:off x="1687020" y="3134598"/>
              <a:ext cx="227182" cy="1069104"/>
            </a:xfrm>
            <a:custGeom>
              <a:rect b="b" l="l" r="r" t="t"/>
              <a:pathLst>
                <a:path extrusionOk="0" h="5167" w="1098">
                  <a:moveTo>
                    <a:pt x="999" y="1"/>
                  </a:moveTo>
                  <a:lnTo>
                    <a:pt x="0" y="5086"/>
                  </a:lnTo>
                  <a:lnTo>
                    <a:pt x="107" y="5166"/>
                  </a:lnTo>
                  <a:cubicBezTo>
                    <a:pt x="1097" y="2321"/>
                    <a:pt x="999" y="1"/>
                    <a:pt x="9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114"/>
            <p:cNvSpPr/>
            <p:nvPr/>
          </p:nvSpPr>
          <p:spPr>
            <a:xfrm>
              <a:off x="1664882" y="3134598"/>
              <a:ext cx="229044" cy="1052344"/>
            </a:xfrm>
            <a:custGeom>
              <a:rect b="b" l="l" r="r" t="t"/>
              <a:pathLst>
                <a:path extrusionOk="0" h="5086" w="1107">
                  <a:moveTo>
                    <a:pt x="1106" y="1"/>
                  </a:moveTo>
                  <a:cubicBezTo>
                    <a:pt x="1106" y="1"/>
                    <a:pt x="232" y="1625"/>
                    <a:pt x="0" y="5014"/>
                  </a:cubicBezTo>
                  <a:lnTo>
                    <a:pt x="107" y="5086"/>
                  </a:lnTo>
                  <a:lnTo>
                    <a:pt x="1106"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114"/>
            <p:cNvSpPr/>
            <p:nvPr/>
          </p:nvSpPr>
          <p:spPr>
            <a:xfrm>
              <a:off x="1648123" y="3007352"/>
              <a:ext cx="171938" cy="1118762"/>
            </a:xfrm>
            <a:custGeom>
              <a:rect b="b" l="l" r="r" t="t"/>
              <a:pathLst>
                <a:path extrusionOk="0" h="5407" w="831">
                  <a:moveTo>
                    <a:pt x="527" y="0"/>
                  </a:moveTo>
                  <a:lnTo>
                    <a:pt x="1" y="5362"/>
                  </a:lnTo>
                  <a:lnTo>
                    <a:pt x="108" y="5406"/>
                  </a:lnTo>
                  <a:cubicBezTo>
                    <a:pt x="830" y="2258"/>
                    <a:pt x="527" y="1"/>
                    <a:pt x="5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114"/>
            <p:cNvSpPr/>
            <p:nvPr/>
          </p:nvSpPr>
          <p:spPr>
            <a:xfrm>
              <a:off x="1609434" y="3007352"/>
              <a:ext cx="147937" cy="1109451"/>
            </a:xfrm>
            <a:custGeom>
              <a:rect b="b" l="l" r="r" t="t"/>
              <a:pathLst>
                <a:path extrusionOk="0" h="5362" w="715">
                  <a:moveTo>
                    <a:pt x="714" y="0"/>
                  </a:moveTo>
                  <a:lnTo>
                    <a:pt x="714" y="0"/>
                  </a:lnTo>
                  <a:cubicBezTo>
                    <a:pt x="714" y="1"/>
                    <a:pt x="1" y="1910"/>
                    <a:pt x="72" y="5326"/>
                  </a:cubicBezTo>
                  <a:lnTo>
                    <a:pt x="188" y="5362"/>
                  </a:lnTo>
                  <a:lnTo>
                    <a:pt x="71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114"/>
            <p:cNvSpPr/>
            <p:nvPr/>
          </p:nvSpPr>
          <p:spPr>
            <a:xfrm>
              <a:off x="1607571" y="2918796"/>
              <a:ext cx="109039" cy="1127866"/>
            </a:xfrm>
            <a:custGeom>
              <a:rect b="b" l="l" r="r" t="t"/>
              <a:pathLst>
                <a:path extrusionOk="0" h="5451" w="527">
                  <a:moveTo>
                    <a:pt x="1" y="0"/>
                  </a:moveTo>
                  <a:lnTo>
                    <a:pt x="1" y="5451"/>
                  </a:lnTo>
                  <a:lnTo>
                    <a:pt x="117" y="5451"/>
                  </a:lnTo>
                  <a:cubicBezTo>
                    <a:pt x="527" y="2114"/>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114"/>
            <p:cNvSpPr/>
            <p:nvPr/>
          </p:nvSpPr>
          <p:spPr>
            <a:xfrm>
              <a:off x="1500605" y="2918796"/>
              <a:ext cx="107177" cy="1127866"/>
            </a:xfrm>
            <a:custGeom>
              <a:rect b="b" l="l" r="r" t="t"/>
              <a:pathLst>
                <a:path extrusionOk="0" h="5451" w="518">
                  <a:moveTo>
                    <a:pt x="518" y="0"/>
                  </a:moveTo>
                  <a:cubicBezTo>
                    <a:pt x="518" y="0"/>
                    <a:pt x="0" y="2114"/>
                    <a:pt x="402" y="5451"/>
                  </a:cubicBezTo>
                  <a:lnTo>
                    <a:pt x="518" y="5451"/>
                  </a:lnTo>
                  <a:lnTo>
                    <a:pt x="51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114"/>
            <p:cNvSpPr/>
            <p:nvPr/>
          </p:nvSpPr>
          <p:spPr>
            <a:xfrm>
              <a:off x="1214466" y="3276741"/>
              <a:ext cx="284494" cy="1052344"/>
            </a:xfrm>
            <a:custGeom>
              <a:rect b="b" l="l" r="r" t="t"/>
              <a:pathLst>
                <a:path extrusionOk="0" h="5086" w="1375">
                  <a:moveTo>
                    <a:pt x="0" y="1"/>
                  </a:moveTo>
                  <a:cubicBezTo>
                    <a:pt x="0" y="1"/>
                    <a:pt x="72" y="2321"/>
                    <a:pt x="1276" y="5086"/>
                  </a:cubicBezTo>
                  <a:lnTo>
                    <a:pt x="1374" y="5005"/>
                  </a:lnTo>
                  <a:lnTo>
                    <a:pt x="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114"/>
            <p:cNvSpPr/>
            <p:nvPr/>
          </p:nvSpPr>
          <p:spPr>
            <a:xfrm>
              <a:off x="1214466" y="3276741"/>
              <a:ext cx="304771" cy="1035791"/>
            </a:xfrm>
            <a:custGeom>
              <a:rect b="b" l="l" r="r" t="t"/>
              <a:pathLst>
                <a:path extrusionOk="0" h="5006" w="1473">
                  <a:moveTo>
                    <a:pt x="0" y="1"/>
                  </a:moveTo>
                  <a:lnTo>
                    <a:pt x="1374" y="5005"/>
                  </a:lnTo>
                  <a:lnTo>
                    <a:pt x="1472" y="4916"/>
                  </a:lnTo>
                  <a:cubicBezTo>
                    <a:pt x="1000" y="1553"/>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114"/>
            <p:cNvSpPr/>
            <p:nvPr/>
          </p:nvSpPr>
          <p:spPr>
            <a:xfrm>
              <a:off x="1301156" y="3134598"/>
              <a:ext cx="229044" cy="1069104"/>
            </a:xfrm>
            <a:custGeom>
              <a:rect b="b" l="l" r="r" t="t"/>
              <a:pathLst>
                <a:path extrusionOk="0" h="5167" w="1107">
                  <a:moveTo>
                    <a:pt x="108" y="1"/>
                  </a:moveTo>
                  <a:cubicBezTo>
                    <a:pt x="108" y="1"/>
                    <a:pt x="1" y="2321"/>
                    <a:pt x="1000" y="5166"/>
                  </a:cubicBezTo>
                  <a:lnTo>
                    <a:pt x="1107" y="5086"/>
                  </a:lnTo>
                  <a:lnTo>
                    <a:pt x="10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114"/>
            <p:cNvSpPr/>
            <p:nvPr/>
          </p:nvSpPr>
          <p:spPr>
            <a:xfrm>
              <a:off x="1323294" y="3134598"/>
              <a:ext cx="229044" cy="1052344"/>
            </a:xfrm>
            <a:custGeom>
              <a:rect b="b" l="l" r="r" t="t"/>
              <a:pathLst>
                <a:path extrusionOk="0" h="5086" w="1107">
                  <a:moveTo>
                    <a:pt x="1" y="1"/>
                  </a:moveTo>
                  <a:lnTo>
                    <a:pt x="1000" y="5086"/>
                  </a:lnTo>
                  <a:lnTo>
                    <a:pt x="1107" y="5014"/>
                  </a:lnTo>
                  <a:cubicBezTo>
                    <a:pt x="875" y="1625"/>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114"/>
            <p:cNvSpPr/>
            <p:nvPr/>
          </p:nvSpPr>
          <p:spPr>
            <a:xfrm>
              <a:off x="1395295" y="3007352"/>
              <a:ext cx="173800" cy="1118762"/>
            </a:xfrm>
            <a:custGeom>
              <a:rect b="b" l="l" r="r" t="t"/>
              <a:pathLst>
                <a:path extrusionOk="0" h="5407" w="840">
                  <a:moveTo>
                    <a:pt x="313" y="0"/>
                  </a:moveTo>
                  <a:cubicBezTo>
                    <a:pt x="313" y="1"/>
                    <a:pt x="1" y="2258"/>
                    <a:pt x="723" y="5406"/>
                  </a:cubicBezTo>
                  <a:lnTo>
                    <a:pt x="839" y="5362"/>
                  </a:lnTo>
                  <a:lnTo>
                    <a:pt x="313"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114"/>
            <p:cNvSpPr/>
            <p:nvPr/>
          </p:nvSpPr>
          <p:spPr>
            <a:xfrm>
              <a:off x="1459847" y="3007352"/>
              <a:ext cx="147937" cy="1109451"/>
            </a:xfrm>
            <a:custGeom>
              <a:rect b="b" l="l" r="r" t="t"/>
              <a:pathLst>
                <a:path extrusionOk="0" h="5362" w="715">
                  <a:moveTo>
                    <a:pt x="1" y="0"/>
                  </a:moveTo>
                  <a:lnTo>
                    <a:pt x="527" y="5362"/>
                  </a:lnTo>
                  <a:lnTo>
                    <a:pt x="634" y="5326"/>
                  </a:lnTo>
                  <a:cubicBezTo>
                    <a:pt x="715" y="1910"/>
                    <a:pt x="1" y="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114"/>
            <p:cNvSpPr/>
            <p:nvPr/>
          </p:nvSpPr>
          <p:spPr>
            <a:xfrm>
              <a:off x="1268053" y="3994907"/>
              <a:ext cx="681131" cy="86902"/>
            </a:xfrm>
            <a:custGeom>
              <a:rect b="b" l="l" r="r" t="t"/>
              <a:pathLst>
                <a:path extrusionOk="0" h="420" w="3292">
                  <a:moveTo>
                    <a:pt x="0" y="0"/>
                  </a:moveTo>
                  <a:lnTo>
                    <a:pt x="0" y="419"/>
                  </a:lnTo>
                  <a:lnTo>
                    <a:pt x="3292" y="419"/>
                  </a:lnTo>
                  <a:lnTo>
                    <a:pt x="3292"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114"/>
            <p:cNvSpPr/>
            <p:nvPr/>
          </p:nvSpPr>
          <p:spPr>
            <a:xfrm>
              <a:off x="1308605" y="4081600"/>
              <a:ext cx="598162" cy="694183"/>
            </a:xfrm>
            <a:custGeom>
              <a:rect b="b" l="l" r="r" t="t"/>
              <a:pathLst>
                <a:path extrusionOk="0" h="3355" w="2891">
                  <a:moveTo>
                    <a:pt x="0" y="0"/>
                  </a:moveTo>
                  <a:lnTo>
                    <a:pt x="250" y="3355"/>
                  </a:lnTo>
                  <a:lnTo>
                    <a:pt x="2650" y="3355"/>
                  </a:lnTo>
                  <a:lnTo>
                    <a:pt x="289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114"/>
            <p:cNvSpPr/>
            <p:nvPr/>
          </p:nvSpPr>
          <p:spPr>
            <a:xfrm>
              <a:off x="1308605" y="4081600"/>
              <a:ext cx="598162" cy="51934"/>
            </a:xfrm>
            <a:custGeom>
              <a:rect b="b" l="l" r="r" t="t"/>
              <a:pathLst>
                <a:path extrusionOk="0" h="251" w="2891">
                  <a:moveTo>
                    <a:pt x="0" y="0"/>
                  </a:moveTo>
                  <a:lnTo>
                    <a:pt x="18" y="250"/>
                  </a:lnTo>
                  <a:lnTo>
                    <a:pt x="2873" y="250"/>
                  </a:lnTo>
                  <a:lnTo>
                    <a:pt x="289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76" name="Google Shape;7276;p114"/>
          <p:cNvSpPr/>
          <p:nvPr/>
        </p:nvSpPr>
        <p:spPr>
          <a:xfrm>
            <a:off x="3335900" y="4668671"/>
            <a:ext cx="638923" cy="98075"/>
          </a:xfrm>
          <a:custGeom>
            <a:rect b="b" l="l" r="r" t="t"/>
            <a:pathLst>
              <a:path extrusionOk="0" h="474" w="3088">
                <a:moveTo>
                  <a:pt x="1544" y="1"/>
                </a:moveTo>
                <a:cubicBezTo>
                  <a:pt x="688" y="1"/>
                  <a:pt x="1" y="108"/>
                  <a:pt x="1" y="233"/>
                </a:cubicBezTo>
                <a:cubicBezTo>
                  <a:pt x="1" y="366"/>
                  <a:pt x="688" y="474"/>
                  <a:pt x="1544" y="474"/>
                </a:cubicBezTo>
                <a:cubicBezTo>
                  <a:pt x="2400" y="474"/>
                  <a:pt x="3087" y="366"/>
                  <a:pt x="3087" y="233"/>
                </a:cubicBezTo>
                <a:cubicBezTo>
                  <a:pt x="3087" y="108"/>
                  <a:pt x="2400" y="1"/>
                  <a:pt x="1544" y="1"/>
                </a:cubicBez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77" name="Google Shape;7277;p114"/>
          <p:cNvGrpSpPr/>
          <p:nvPr/>
        </p:nvGrpSpPr>
        <p:grpSpPr>
          <a:xfrm>
            <a:off x="3281612" y="2848135"/>
            <a:ext cx="769416" cy="1873929"/>
            <a:chOff x="3455165" y="2902037"/>
            <a:chExt cx="635198" cy="1547039"/>
          </a:xfrm>
        </p:grpSpPr>
        <p:sp>
          <p:nvSpPr>
            <p:cNvPr id="7278" name="Google Shape;7278;p114"/>
            <p:cNvSpPr/>
            <p:nvPr/>
          </p:nvSpPr>
          <p:spPr>
            <a:xfrm>
              <a:off x="3477303" y="2902037"/>
              <a:ext cx="590921" cy="956338"/>
            </a:xfrm>
            <a:custGeom>
              <a:rect b="b" l="l" r="r" t="t"/>
              <a:pathLst>
                <a:path extrusionOk="0" h="4622" w="2856">
                  <a:moveTo>
                    <a:pt x="1428" y="1"/>
                  </a:moveTo>
                  <a:cubicBezTo>
                    <a:pt x="1428" y="1"/>
                    <a:pt x="1330" y="90"/>
                    <a:pt x="1339" y="144"/>
                  </a:cubicBezTo>
                  <a:cubicBezTo>
                    <a:pt x="1348" y="206"/>
                    <a:pt x="1383" y="277"/>
                    <a:pt x="1330" y="295"/>
                  </a:cubicBezTo>
                  <a:cubicBezTo>
                    <a:pt x="1285" y="304"/>
                    <a:pt x="1285" y="331"/>
                    <a:pt x="1214" y="358"/>
                  </a:cubicBezTo>
                  <a:cubicBezTo>
                    <a:pt x="1143" y="376"/>
                    <a:pt x="1214" y="456"/>
                    <a:pt x="1214" y="509"/>
                  </a:cubicBezTo>
                  <a:cubicBezTo>
                    <a:pt x="1214" y="563"/>
                    <a:pt x="1107" y="857"/>
                    <a:pt x="1107" y="857"/>
                  </a:cubicBezTo>
                  <a:lnTo>
                    <a:pt x="1027" y="973"/>
                  </a:lnTo>
                  <a:cubicBezTo>
                    <a:pt x="1027" y="973"/>
                    <a:pt x="812" y="1152"/>
                    <a:pt x="812" y="1232"/>
                  </a:cubicBezTo>
                  <a:cubicBezTo>
                    <a:pt x="812" y="1312"/>
                    <a:pt x="830" y="1312"/>
                    <a:pt x="857" y="1410"/>
                  </a:cubicBezTo>
                  <a:cubicBezTo>
                    <a:pt x="884" y="1517"/>
                    <a:pt x="848" y="1491"/>
                    <a:pt x="812" y="1553"/>
                  </a:cubicBezTo>
                  <a:cubicBezTo>
                    <a:pt x="777" y="1616"/>
                    <a:pt x="465" y="1767"/>
                    <a:pt x="465" y="1767"/>
                  </a:cubicBezTo>
                  <a:cubicBezTo>
                    <a:pt x="465" y="1767"/>
                    <a:pt x="366" y="1856"/>
                    <a:pt x="366" y="1883"/>
                  </a:cubicBezTo>
                  <a:cubicBezTo>
                    <a:pt x="366" y="1910"/>
                    <a:pt x="465" y="2106"/>
                    <a:pt x="465" y="2106"/>
                  </a:cubicBezTo>
                  <a:lnTo>
                    <a:pt x="491" y="2222"/>
                  </a:lnTo>
                  <a:lnTo>
                    <a:pt x="366" y="2347"/>
                  </a:lnTo>
                  <a:cubicBezTo>
                    <a:pt x="366" y="2347"/>
                    <a:pt x="313" y="2410"/>
                    <a:pt x="313" y="2454"/>
                  </a:cubicBezTo>
                  <a:cubicBezTo>
                    <a:pt x="322" y="2499"/>
                    <a:pt x="313" y="2454"/>
                    <a:pt x="420" y="2659"/>
                  </a:cubicBezTo>
                  <a:cubicBezTo>
                    <a:pt x="483" y="2786"/>
                    <a:pt x="465" y="2809"/>
                    <a:pt x="444" y="2809"/>
                  </a:cubicBezTo>
                  <a:cubicBezTo>
                    <a:pt x="432" y="2809"/>
                    <a:pt x="420" y="2802"/>
                    <a:pt x="420" y="2802"/>
                  </a:cubicBezTo>
                  <a:lnTo>
                    <a:pt x="90" y="2963"/>
                  </a:lnTo>
                  <a:cubicBezTo>
                    <a:pt x="90" y="2963"/>
                    <a:pt x="126" y="3016"/>
                    <a:pt x="126" y="3034"/>
                  </a:cubicBezTo>
                  <a:cubicBezTo>
                    <a:pt x="134" y="3052"/>
                    <a:pt x="188" y="3114"/>
                    <a:pt x="250" y="3177"/>
                  </a:cubicBezTo>
                  <a:cubicBezTo>
                    <a:pt x="304" y="3239"/>
                    <a:pt x="152" y="3328"/>
                    <a:pt x="152" y="3328"/>
                  </a:cubicBezTo>
                  <a:lnTo>
                    <a:pt x="1" y="3605"/>
                  </a:lnTo>
                  <a:lnTo>
                    <a:pt x="90" y="3783"/>
                  </a:lnTo>
                  <a:lnTo>
                    <a:pt x="215" y="3953"/>
                  </a:lnTo>
                  <a:cubicBezTo>
                    <a:pt x="215" y="3953"/>
                    <a:pt x="188" y="3989"/>
                    <a:pt x="188" y="4042"/>
                  </a:cubicBezTo>
                  <a:cubicBezTo>
                    <a:pt x="188" y="4105"/>
                    <a:pt x="250" y="4399"/>
                    <a:pt x="250" y="4399"/>
                  </a:cubicBezTo>
                  <a:lnTo>
                    <a:pt x="366" y="4622"/>
                  </a:lnTo>
                  <a:lnTo>
                    <a:pt x="1428" y="4595"/>
                  </a:lnTo>
                  <a:lnTo>
                    <a:pt x="2490" y="4622"/>
                  </a:lnTo>
                  <a:lnTo>
                    <a:pt x="2606" y="4399"/>
                  </a:lnTo>
                  <a:cubicBezTo>
                    <a:pt x="2606" y="4399"/>
                    <a:pt x="2668" y="4105"/>
                    <a:pt x="2668" y="4042"/>
                  </a:cubicBezTo>
                  <a:cubicBezTo>
                    <a:pt x="2668" y="3989"/>
                    <a:pt x="2641" y="3953"/>
                    <a:pt x="2641" y="3953"/>
                  </a:cubicBezTo>
                  <a:lnTo>
                    <a:pt x="2766" y="3783"/>
                  </a:lnTo>
                  <a:lnTo>
                    <a:pt x="2855" y="3605"/>
                  </a:lnTo>
                  <a:lnTo>
                    <a:pt x="2704" y="3328"/>
                  </a:lnTo>
                  <a:cubicBezTo>
                    <a:pt x="2704" y="3328"/>
                    <a:pt x="2552" y="3239"/>
                    <a:pt x="2606" y="3177"/>
                  </a:cubicBezTo>
                  <a:cubicBezTo>
                    <a:pt x="2668" y="3114"/>
                    <a:pt x="2722" y="3052"/>
                    <a:pt x="2730" y="3034"/>
                  </a:cubicBezTo>
                  <a:cubicBezTo>
                    <a:pt x="2730" y="3016"/>
                    <a:pt x="2766" y="2963"/>
                    <a:pt x="2766" y="2963"/>
                  </a:cubicBezTo>
                  <a:lnTo>
                    <a:pt x="2436" y="2802"/>
                  </a:lnTo>
                  <a:cubicBezTo>
                    <a:pt x="2436" y="2802"/>
                    <a:pt x="2424" y="2809"/>
                    <a:pt x="2412" y="2809"/>
                  </a:cubicBezTo>
                  <a:cubicBezTo>
                    <a:pt x="2391" y="2809"/>
                    <a:pt x="2373" y="2786"/>
                    <a:pt x="2436" y="2659"/>
                  </a:cubicBezTo>
                  <a:cubicBezTo>
                    <a:pt x="2543" y="2454"/>
                    <a:pt x="2534" y="2499"/>
                    <a:pt x="2543" y="2454"/>
                  </a:cubicBezTo>
                  <a:cubicBezTo>
                    <a:pt x="2543" y="2410"/>
                    <a:pt x="2490" y="2347"/>
                    <a:pt x="2490" y="2347"/>
                  </a:cubicBezTo>
                  <a:lnTo>
                    <a:pt x="2365" y="2222"/>
                  </a:lnTo>
                  <a:lnTo>
                    <a:pt x="2391" y="2106"/>
                  </a:lnTo>
                  <a:cubicBezTo>
                    <a:pt x="2391" y="2106"/>
                    <a:pt x="2490" y="1910"/>
                    <a:pt x="2490" y="1883"/>
                  </a:cubicBezTo>
                  <a:cubicBezTo>
                    <a:pt x="2490" y="1856"/>
                    <a:pt x="2391" y="1767"/>
                    <a:pt x="2391" y="1767"/>
                  </a:cubicBezTo>
                  <a:cubicBezTo>
                    <a:pt x="2391" y="1767"/>
                    <a:pt x="2079" y="1616"/>
                    <a:pt x="2044" y="1553"/>
                  </a:cubicBezTo>
                  <a:cubicBezTo>
                    <a:pt x="2008" y="1491"/>
                    <a:pt x="1972" y="1517"/>
                    <a:pt x="1999" y="1410"/>
                  </a:cubicBezTo>
                  <a:cubicBezTo>
                    <a:pt x="2026" y="1312"/>
                    <a:pt x="2044" y="1312"/>
                    <a:pt x="2044" y="1232"/>
                  </a:cubicBezTo>
                  <a:cubicBezTo>
                    <a:pt x="2044" y="1152"/>
                    <a:pt x="1829" y="973"/>
                    <a:pt x="1829" y="973"/>
                  </a:cubicBezTo>
                  <a:lnTo>
                    <a:pt x="1749" y="857"/>
                  </a:lnTo>
                  <a:cubicBezTo>
                    <a:pt x="1749" y="857"/>
                    <a:pt x="1642" y="563"/>
                    <a:pt x="1642" y="509"/>
                  </a:cubicBezTo>
                  <a:cubicBezTo>
                    <a:pt x="1642" y="456"/>
                    <a:pt x="1713" y="376"/>
                    <a:pt x="1642" y="358"/>
                  </a:cubicBezTo>
                  <a:cubicBezTo>
                    <a:pt x="1571" y="331"/>
                    <a:pt x="1571" y="304"/>
                    <a:pt x="1526" y="295"/>
                  </a:cubicBezTo>
                  <a:cubicBezTo>
                    <a:pt x="1473" y="277"/>
                    <a:pt x="1508" y="206"/>
                    <a:pt x="1517" y="144"/>
                  </a:cubicBezTo>
                  <a:cubicBezTo>
                    <a:pt x="1526" y="90"/>
                    <a:pt x="1428" y="1"/>
                    <a:pt x="142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114"/>
            <p:cNvSpPr/>
            <p:nvPr/>
          </p:nvSpPr>
          <p:spPr>
            <a:xfrm>
              <a:off x="3584476" y="3249016"/>
              <a:ext cx="376567" cy="609350"/>
            </a:xfrm>
            <a:custGeom>
              <a:rect b="b" l="l" r="r" t="t"/>
              <a:pathLst>
                <a:path extrusionOk="0" h="2945" w="1820">
                  <a:moveTo>
                    <a:pt x="910" y="1"/>
                  </a:moveTo>
                  <a:cubicBezTo>
                    <a:pt x="910" y="1"/>
                    <a:pt x="848" y="63"/>
                    <a:pt x="856" y="99"/>
                  </a:cubicBezTo>
                  <a:cubicBezTo>
                    <a:pt x="856" y="135"/>
                    <a:pt x="883" y="179"/>
                    <a:pt x="848" y="188"/>
                  </a:cubicBezTo>
                  <a:cubicBezTo>
                    <a:pt x="821" y="197"/>
                    <a:pt x="821" y="215"/>
                    <a:pt x="776" y="233"/>
                  </a:cubicBezTo>
                  <a:cubicBezTo>
                    <a:pt x="732" y="242"/>
                    <a:pt x="776" y="286"/>
                    <a:pt x="776" y="322"/>
                  </a:cubicBezTo>
                  <a:cubicBezTo>
                    <a:pt x="776" y="358"/>
                    <a:pt x="705" y="545"/>
                    <a:pt x="705" y="545"/>
                  </a:cubicBezTo>
                  <a:lnTo>
                    <a:pt x="651" y="625"/>
                  </a:lnTo>
                  <a:cubicBezTo>
                    <a:pt x="651" y="625"/>
                    <a:pt x="517" y="741"/>
                    <a:pt x="517" y="786"/>
                  </a:cubicBezTo>
                  <a:cubicBezTo>
                    <a:pt x="517" y="840"/>
                    <a:pt x="526" y="840"/>
                    <a:pt x="544" y="902"/>
                  </a:cubicBezTo>
                  <a:cubicBezTo>
                    <a:pt x="562" y="964"/>
                    <a:pt x="544" y="947"/>
                    <a:pt x="517" y="991"/>
                  </a:cubicBezTo>
                  <a:cubicBezTo>
                    <a:pt x="500" y="1027"/>
                    <a:pt x="294" y="1125"/>
                    <a:pt x="294" y="1125"/>
                  </a:cubicBezTo>
                  <a:cubicBezTo>
                    <a:pt x="294" y="1125"/>
                    <a:pt x="241" y="1179"/>
                    <a:pt x="241" y="1196"/>
                  </a:cubicBezTo>
                  <a:cubicBezTo>
                    <a:pt x="241" y="1214"/>
                    <a:pt x="294" y="1348"/>
                    <a:pt x="294" y="1348"/>
                  </a:cubicBezTo>
                  <a:lnTo>
                    <a:pt x="312" y="1419"/>
                  </a:lnTo>
                  <a:lnTo>
                    <a:pt x="232" y="1491"/>
                  </a:lnTo>
                  <a:cubicBezTo>
                    <a:pt x="232" y="1491"/>
                    <a:pt x="196" y="1535"/>
                    <a:pt x="205" y="1562"/>
                  </a:cubicBezTo>
                  <a:cubicBezTo>
                    <a:pt x="205" y="1598"/>
                    <a:pt x="205" y="1562"/>
                    <a:pt x="268" y="1696"/>
                  </a:cubicBezTo>
                  <a:cubicBezTo>
                    <a:pt x="307" y="1775"/>
                    <a:pt x="297" y="1790"/>
                    <a:pt x="283" y="1790"/>
                  </a:cubicBezTo>
                  <a:cubicBezTo>
                    <a:pt x="276" y="1790"/>
                    <a:pt x="268" y="1785"/>
                    <a:pt x="268" y="1785"/>
                  </a:cubicBezTo>
                  <a:lnTo>
                    <a:pt x="62" y="1883"/>
                  </a:lnTo>
                  <a:cubicBezTo>
                    <a:pt x="62" y="1883"/>
                    <a:pt x="80" y="1919"/>
                    <a:pt x="80" y="1937"/>
                  </a:cubicBezTo>
                  <a:cubicBezTo>
                    <a:pt x="89" y="1946"/>
                    <a:pt x="116" y="1990"/>
                    <a:pt x="161" y="2026"/>
                  </a:cubicBezTo>
                  <a:cubicBezTo>
                    <a:pt x="196" y="2071"/>
                    <a:pt x="98" y="2124"/>
                    <a:pt x="98" y="2124"/>
                  </a:cubicBezTo>
                  <a:lnTo>
                    <a:pt x="0" y="2303"/>
                  </a:lnTo>
                  <a:lnTo>
                    <a:pt x="62" y="2410"/>
                  </a:lnTo>
                  <a:lnTo>
                    <a:pt x="134" y="2517"/>
                  </a:lnTo>
                  <a:cubicBezTo>
                    <a:pt x="134" y="2517"/>
                    <a:pt x="116" y="2543"/>
                    <a:pt x="116" y="2579"/>
                  </a:cubicBezTo>
                  <a:cubicBezTo>
                    <a:pt x="116" y="2615"/>
                    <a:pt x="161" y="2802"/>
                    <a:pt x="161" y="2802"/>
                  </a:cubicBezTo>
                  <a:lnTo>
                    <a:pt x="232" y="2945"/>
                  </a:lnTo>
                  <a:lnTo>
                    <a:pt x="910" y="2927"/>
                  </a:lnTo>
                  <a:lnTo>
                    <a:pt x="1588" y="2945"/>
                  </a:lnTo>
                  <a:lnTo>
                    <a:pt x="1659" y="2802"/>
                  </a:lnTo>
                  <a:cubicBezTo>
                    <a:pt x="1659" y="2802"/>
                    <a:pt x="1704" y="2615"/>
                    <a:pt x="1704" y="2579"/>
                  </a:cubicBezTo>
                  <a:cubicBezTo>
                    <a:pt x="1704" y="2543"/>
                    <a:pt x="1686" y="2517"/>
                    <a:pt x="1686" y="2517"/>
                  </a:cubicBezTo>
                  <a:lnTo>
                    <a:pt x="1757" y="2410"/>
                  </a:lnTo>
                  <a:lnTo>
                    <a:pt x="1820" y="2303"/>
                  </a:lnTo>
                  <a:lnTo>
                    <a:pt x="1722" y="2124"/>
                  </a:lnTo>
                  <a:cubicBezTo>
                    <a:pt x="1722" y="2124"/>
                    <a:pt x="1624" y="2071"/>
                    <a:pt x="1659" y="2026"/>
                  </a:cubicBezTo>
                  <a:cubicBezTo>
                    <a:pt x="1704" y="1990"/>
                    <a:pt x="1731" y="1946"/>
                    <a:pt x="1740" y="1937"/>
                  </a:cubicBezTo>
                  <a:cubicBezTo>
                    <a:pt x="1740" y="1919"/>
                    <a:pt x="1757" y="1883"/>
                    <a:pt x="1757" y="1883"/>
                  </a:cubicBezTo>
                  <a:lnTo>
                    <a:pt x="1552" y="1785"/>
                  </a:lnTo>
                  <a:cubicBezTo>
                    <a:pt x="1552" y="1785"/>
                    <a:pt x="1544" y="1790"/>
                    <a:pt x="1537" y="1790"/>
                  </a:cubicBezTo>
                  <a:cubicBezTo>
                    <a:pt x="1523" y="1790"/>
                    <a:pt x="1513" y="1775"/>
                    <a:pt x="1552" y="1696"/>
                  </a:cubicBezTo>
                  <a:cubicBezTo>
                    <a:pt x="1615" y="1562"/>
                    <a:pt x="1615" y="1598"/>
                    <a:pt x="1615" y="1562"/>
                  </a:cubicBezTo>
                  <a:cubicBezTo>
                    <a:pt x="1624" y="1535"/>
                    <a:pt x="1588" y="1491"/>
                    <a:pt x="1588" y="1491"/>
                  </a:cubicBezTo>
                  <a:lnTo>
                    <a:pt x="1508" y="1419"/>
                  </a:lnTo>
                  <a:lnTo>
                    <a:pt x="1526" y="1348"/>
                  </a:lnTo>
                  <a:cubicBezTo>
                    <a:pt x="1526" y="1348"/>
                    <a:pt x="1579" y="1214"/>
                    <a:pt x="1579" y="1196"/>
                  </a:cubicBezTo>
                  <a:cubicBezTo>
                    <a:pt x="1579" y="1179"/>
                    <a:pt x="1526" y="1125"/>
                    <a:pt x="1526" y="1125"/>
                  </a:cubicBezTo>
                  <a:cubicBezTo>
                    <a:pt x="1526" y="1125"/>
                    <a:pt x="1320" y="1027"/>
                    <a:pt x="1303" y="991"/>
                  </a:cubicBezTo>
                  <a:cubicBezTo>
                    <a:pt x="1276" y="947"/>
                    <a:pt x="1258" y="964"/>
                    <a:pt x="1276" y="902"/>
                  </a:cubicBezTo>
                  <a:cubicBezTo>
                    <a:pt x="1294" y="840"/>
                    <a:pt x="1303" y="840"/>
                    <a:pt x="1303" y="786"/>
                  </a:cubicBezTo>
                  <a:cubicBezTo>
                    <a:pt x="1303" y="741"/>
                    <a:pt x="1169" y="625"/>
                    <a:pt x="1169" y="625"/>
                  </a:cubicBezTo>
                  <a:lnTo>
                    <a:pt x="1115" y="545"/>
                  </a:lnTo>
                  <a:cubicBezTo>
                    <a:pt x="1115" y="545"/>
                    <a:pt x="1044" y="358"/>
                    <a:pt x="1044" y="322"/>
                  </a:cubicBezTo>
                  <a:cubicBezTo>
                    <a:pt x="1044" y="286"/>
                    <a:pt x="1088" y="242"/>
                    <a:pt x="1044" y="233"/>
                  </a:cubicBezTo>
                  <a:cubicBezTo>
                    <a:pt x="999" y="215"/>
                    <a:pt x="999" y="197"/>
                    <a:pt x="972" y="188"/>
                  </a:cubicBezTo>
                  <a:cubicBezTo>
                    <a:pt x="937" y="179"/>
                    <a:pt x="964" y="135"/>
                    <a:pt x="964" y="99"/>
                  </a:cubicBezTo>
                  <a:cubicBezTo>
                    <a:pt x="972" y="63"/>
                    <a:pt x="91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114"/>
            <p:cNvSpPr/>
            <p:nvPr/>
          </p:nvSpPr>
          <p:spPr>
            <a:xfrm>
              <a:off x="3468200" y="3647721"/>
              <a:ext cx="234423" cy="129733"/>
            </a:xfrm>
            <a:custGeom>
              <a:rect b="b" l="l" r="r" t="t"/>
              <a:pathLst>
                <a:path extrusionOk="0" h="627" w="1133">
                  <a:moveTo>
                    <a:pt x="800" y="503"/>
                  </a:moveTo>
                  <a:lnTo>
                    <a:pt x="785" y="518"/>
                  </a:lnTo>
                  <a:cubicBezTo>
                    <a:pt x="785" y="518"/>
                    <a:pt x="808" y="505"/>
                    <a:pt x="800" y="503"/>
                  </a:cubicBezTo>
                  <a:close/>
                  <a:moveTo>
                    <a:pt x="696" y="1"/>
                  </a:moveTo>
                  <a:cubicBezTo>
                    <a:pt x="624" y="1"/>
                    <a:pt x="277" y="117"/>
                    <a:pt x="170" y="117"/>
                  </a:cubicBezTo>
                  <a:cubicBezTo>
                    <a:pt x="54" y="117"/>
                    <a:pt x="0" y="224"/>
                    <a:pt x="0" y="224"/>
                  </a:cubicBezTo>
                  <a:lnTo>
                    <a:pt x="0" y="349"/>
                  </a:lnTo>
                  <a:lnTo>
                    <a:pt x="71" y="518"/>
                  </a:lnTo>
                  <a:lnTo>
                    <a:pt x="205" y="518"/>
                  </a:lnTo>
                  <a:lnTo>
                    <a:pt x="294" y="590"/>
                  </a:lnTo>
                  <a:cubicBezTo>
                    <a:pt x="294" y="590"/>
                    <a:pt x="390" y="627"/>
                    <a:pt x="448" y="627"/>
                  </a:cubicBezTo>
                  <a:cubicBezTo>
                    <a:pt x="454" y="627"/>
                    <a:pt x="459" y="626"/>
                    <a:pt x="464" y="625"/>
                  </a:cubicBezTo>
                  <a:cubicBezTo>
                    <a:pt x="517" y="616"/>
                    <a:pt x="491" y="616"/>
                    <a:pt x="509" y="599"/>
                  </a:cubicBezTo>
                  <a:cubicBezTo>
                    <a:pt x="535" y="581"/>
                    <a:pt x="616" y="545"/>
                    <a:pt x="732" y="518"/>
                  </a:cubicBezTo>
                  <a:cubicBezTo>
                    <a:pt x="770" y="506"/>
                    <a:pt x="789" y="502"/>
                    <a:pt x="797" y="502"/>
                  </a:cubicBezTo>
                  <a:cubicBezTo>
                    <a:pt x="799" y="502"/>
                    <a:pt x="800" y="503"/>
                    <a:pt x="800" y="503"/>
                  </a:cubicBezTo>
                  <a:lnTo>
                    <a:pt x="800" y="503"/>
                  </a:lnTo>
                  <a:lnTo>
                    <a:pt x="865" y="438"/>
                  </a:lnTo>
                  <a:cubicBezTo>
                    <a:pt x="865" y="438"/>
                    <a:pt x="869" y="439"/>
                    <a:pt x="875" y="439"/>
                  </a:cubicBezTo>
                  <a:cubicBezTo>
                    <a:pt x="891" y="439"/>
                    <a:pt x="923" y="434"/>
                    <a:pt x="955" y="402"/>
                  </a:cubicBezTo>
                  <a:cubicBezTo>
                    <a:pt x="999" y="367"/>
                    <a:pt x="955" y="313"/>
                    <a:pt x="955" y="313"/>
                  </a:cubicBezTo>
                  <a:cubicBezTo>
                    <a:pt x="955" y="313"/>
                    <a:pt x="981" y="313"/>
                    <a:pt x="1053" y="269"/>
                  </a:cubicBezTo>
                  <a:cubicBezTo>
                    <a:pt x="1133" y="233"/>
                    <a:pt x="1106" y="215"/>
                    <a:pt x="1106" y="215"/>
                  </a:cubicBezTo>
                  <a:lnTo>
                    <a:pt x="1106" y="170"/>
                  </a:lnTo>
                  <a:lnTo>
                    <a:pt x="1053" y="126"/>
                  </a:lnTo>
                  <a:cubicBezTo>
                    <a:pt x="1053" y="126"/>
                    <a:pt x="767" y="1"/>
                    <a:pt x="696"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114"/>
            <p:cNvSpPr/>
            <p:nvPr/>
          </p:nvSpPr>
          <p:spPr>
            <a:xfrm>
              <a:off x="3800270" y="3535165"/>
              <a:ext cx="206284" cy="138837"/>
            </a:xfrm>
            <a:custGeom>
              <a:rect b="b" l="l" r="r" t="t"/>
              <a:pathLst>
                <a:path extrusionOk="0" h="671" w="997">
                  <a:moveTo>
                    <a:pt x="643" y="1"/>
                  </a:moveTo>
                  <a:lnTo>
                    <a:pt x="411" y="152"/>
                  </a:lnTo>
                  <a:cubicBezTo>
                    <a:pt x="411" y="152"/>
                    <a:pt x="277" y="206"/>
                    <a:pt x="161" y="206"/>
                  </a:cubicBezTo>
                  <a:cubicBezTo>
                    <a:pt x="150" y="205"/>
                    <a:pt x="140" y="205"/>
                    <a:pt x="130" y="205"/>
                  </a:cubicBezTo>
                  <a:cubicBezTo>
                    <a:pt x="49" y="205"/>
                    <a:pt x="25" y="236"/>
                    <a:pt x="1" y="268"/>
                  </a:cubicBezTo>
                  <a:lnTo>
                    <a:pt x="1" y="465"/>
                  </a:lnTo>
                  <a:lnTo>
                    <a:pt x="197" y="545"/>
                  </a:lnTo>
                  <a:lnTo>
                    <a:pt x="340" y="652"/>
                  </a:lnTo>
                  <a:cubicBezTo>
                    <a:pt x="340" y="652"/>
                    <a:pt x="453" y="671"/>
                    <a:pt x="525" y="671"/>
                  </a:cubicBezTo>
                  <a:cubicBezTo>
                    <a:pt x="552" y="671"/>
                    <a:pt x="573" y="668"/>
                    <a:pt x="581" y="661"/>
                  </a:cubicBezTo>
                  <a:cubicBezTo>
                    <a:pt x="599" y="643"/>
                    <a:pt x="670" y="482"/>
                    <a:pt x="670" y="482"/>
                  </a:cubicBezTo>
                  <a:cubicBezTo>
                    <a:pt x="670" y="482"/>
                    <a:pt x="741" y="420"/>
                    <a:pt x="902" y="268"/>
                  </a:cubicBezTo>
                  <a:cubicBezTo>
                    <a:pt x="987" y="178"/>
                    <a:pt x="996" y="158"/>
                    <a:pt x="988" y="158"/>
                  </a:cubicBezTo>
                  <a:cubicBezTo>
                    <a:pt x="981" y="158"/>
                    <a:pt x="964" y="170"/>
                    <a:pt x="964" y="170"/>
                  </a:cubicBezTo>
                  <a:lnTo>
                    <a:pt x="902" y="54"/>
                  </a:lnTo>
                  <a:lnTo>
                    <a:pt x="643" y="1"/>
                  </a:ln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114"/>
            <p:cNvSpPr/>
            <p:nvPr/>
          </p:nvSpPr>
          <p:spPr>
            <a:xfrm>
              <a:off x="3554890" y="3458610"/>
              <a:ext cx="181042" cy="95179"/>
            </a:xfrm>
            <a:custGeom>
              <a:rect b="b" l="l" r="r" t="t"/>
              <a:pathLst>
                <a:path extrusionOk="0" h="460" w="875">
                  <a:moveTo>
                    <a:pt x="450" y="0"/>
                  </a:moveTo>
                  <a:cubicBezTo>
                    <a:pt x="415" y="0"/>
                    <a:pt x="386" y="7"/>
                    <a:pt x="366" y="23"/>
                  </a:cubicBezTo>
                  <a:cubicBezTo>
                    <a:pt x="313" y="59"/>
                    <a:pt x="277" y="192"/>
                    <a:pt x="277" y="192"/>
                  </a:cubicBezTo>
                  <a:lnTo>
                    <a:pt x="134" y="210"/>
                  </a:lnTo>
                  <a:cubicBezTo>
                    <a:pt x="134" y="210"/>
                    <a:pt x="126" y="209"/>
                    <a:pt x="113" y="209"/>
                  </a:cubicBezTo>
                  <a:cubicBezTo>
                    <a:pt x="94" y="209"/>
                    <a:pt x="66" y="212"/>
                    <a:pt x="45" y="228"/>
                  </a:cubicBezTo>
                  <a:cubicBezTo>
                    <a:pt x="0" y="255"/>
                    <a:pt x="0" y="371"/>
                    <a:pt x="0" y="371"/>
                  </a:cubicBezTo>
                  <a:lnTo>
                    <a:pt x="90" y="415"/>
                  </a:lnTo>
                  <a:lnTo>
                    <a:pt x="455" y="460"/>
                  </a:lnTo>
                  <a:lnTo>
                    <a:pt x="634" y="371"/>
                  </a:lnTo>
                  <a:lnTo>
                    <a:pt x="812" y="308"/>
                  </a:lnTo>
                  <a:cubicBezTo>
                    <a:pt x="812" y="308"/>
                    <a:pt x="875" y="237"/>
                    <a:pt x="839" y="201"/>
                  </a:cubicBezTo>
                  <a:cubicBezTo>
                    <a:pt x="803" y="166"/>
                    <a:pt x="741" y="76"/>
                    <a:pt x="741" y="76"/>
                  </a:cubicBezTo>
                  <a:cubicBezTo>
                    <a:pt x="741" y="76"/>
                    <a:pt x="687" y="59"/>
                    <a:pt x="598" y="32"/>
                  </a:cubicBezTo>
                  <a:cubicBezTo>
                    <a:pt x="548" y="12"/>
                    <a:pt x="495" y="0"/>
                    <a:pt x="450"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114"/>
            <p:cNvSpPr/>
            <p:nvPr/>
          </p:nvSpPr>
          <p:spPr>
            <a:xfrm>
              <a:off x="3785580" y="3225222"/>
              <a:ext cx="251183" cy="118146"/>
            </a:xfrm>
            <a:custGeom>
              <a:rect b="b" l="l" r="r" t="t"/>
              <a:pathLst>
                <a:path extrusionOk="0" h="571" w="1214">
                  <a:moveTo>
                    <a:pt x="794" y="0"/>
                  </a:moveTo>
                  <a:cubicBezTo>
                    <a:pt x="794" y="0"/>
                    <a:pt x="696" y="0"/>
                    <a:pt x="500" y="80"/>
                  </a:cubicBezTo>
                  <a:cubicBezTo>
                    <a:pt x="397" y="116"/>
                    <a:pt x="351" y="125"/>
                    <a:pt x="329" y="125"/>
                  </a:cubicBezTo>
                  <a:cubicBezTo>
                    <a:pt x="308" y="125"/>
                    <a:pt x="313" y="116"/>
                    <a:pt x="313" y="116"/>
                  </a:cubicBezTo>
                  <a:lnTo>
                    <a:pt x="313" y="116"/>
                  </a:lnTo>
                  <a:lnTo>
                    <a:pt x="250" y="196"/>
                  </a:lnTo>
                  <a:lnTo>
                    <a:pt x="0" y="303"/>
                  </a:lnTo>
                  <a:lnTo>
                    <a:pt x="72" y="544"/>
                  </a:lnTo>
                  <a:cubicBezTo>
                    <a:pt x="72" y="544"/>
                    <a:pt x="99" y="535"/>
                    <a:pt x="215" y="526"/>
                  </a:cubicBezTo>
                  <a:cubicBezTo>
                    <a:pt x="227" y="525"/>
                    <a:pt x="240" y="525"/>
                    <a:pt x="252" y="525"/>
                  </a:cubicBezTo>
                  <a:cubicBezTo>
                    <a:pt x="347" y="525"/>
                    <a:pt x="411" y="553"/>
                    <a:pt x="411" y="553"/>
                  </a:cubicBezTo>
                  <a:lnTo>
                    <a:pt x="598" y="571"/>
                  </a:lnTo>
                  <a:cubicBezTo>
                    <a:pt x="598" y="571"/>
                    <a:pt x="705" y="437"/>
                    <a:pt x="803" y="393"/>
                  </a:cubicBezTo>
                  <a:cubicBezTo>
                    <a:pt x="839" y="375"/>
                    <a:pt x="862" y="369"/>
                    <a:pt x="882" y="369"/>
                  </a:cubicBezTo>
                  <a:cubicBezTo>
                    <a:pt x="923" y="369"/>
                    <a:pt x="955" y="393"/>
                    <a:pt x="1062" y="393"/>
                  </a:cubicBezTo>
                  <a:cubicBezTo>
                    <a:pt x="1214" y="384"/>
                    <a:pt x="1196" y="285"/>
                    <a:pt x="1196" y="285"/>
                  </a:cubicBezTo>
                  <a:lnTo>
                    <a:pt x="1196" y="205"/>
                  </a:lnTo>
                  <a:cubicBezTo>
                    <a:pt x="1196" y="205"/>
                    <a:pt x="1124" y="62"/>
                    <a:pt x="1124" y="62"/>
                  </a:cubicBezTo>
                  <a:cubicBezTo>
                    <a:pt x="1124" y="62"/>
                    <a:pt x="973" y="27"/>
                    <a:pt x="973" y="27"/>
                  </a:cubicBezTo>
                  <a:lnTo>
                    <a:pt x="794" y="0"/>
                  </a:ln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114"/>
            <p:cNvSpPr/>
            <p:nvPr/>
          </p:nvSpPr>
          <p:spPr>
            <a:xfrm>
              <a:off x="3586131" y="3105217"/>
              <a:ext cx="214354" cy="86902"/>
            </a:xfrm>
            <a:custGeom>
              <a:rect b="b" l="l" r="r" t="t"/>
              <a:pathLst>
                <a:path extrusionOk="0" h="420" w="1036">
                  <a:moveTo>
                    <a:pt x="583" y="1"/>
                  </a:moveTo>
                  <a:cubicBezTo>
                    <a:pt x="570" y="1"/>
                    <a:pt x="554" y="3"/>
                    <a:pt x="536" y="9"/>
                  </a:cubicBezTo>
                  <a:cubicBezTo>
                    <a:pt x="438" y="45"/>
                    <a:pt x="278" y="63"/>
                    <a:pt x="278" y="63"/>
                  </a:cubicBezTo>
                  <a:lnTo>
                    <a:pt x="126" y="63"/>
                  </a:lnTo>
                  <a:cubicBezTo>
                    <a:pt x="126" y="63"/>
                    <a:pt x="1" y="152"/>
                    <a:pt x="28" y="223"/>
                  </a:cubicBezTo>
                  <a:cubicBezTo>
                    <a:pt x="54" y="295"/>
                    <a:pt x="126" y="366"/>
                    <a:pt x="126" y="366"/>
                  </a:cubicBezTo>
                  <a:cubicBezTo>
                    <a:pt x="126" y="366"/>
                    <a:pt x="518" y="411"/>
                    <a:pt x="536" y="411"/>
                  </a:cubicBezTo>
                  <a:cubicBezTo>
                    <a:pt x="563" y="411"/>
                    <a:pt x="732" y="419"/>
                    <a:pt x="732" y="419"/>
                  </a:cubicBezTo>
                  <a:lnTo>
                    <a:pt x="964" y="366"/>
                  </a:lnTo>
                  <a:lnTo>
                    <a:pt x="1036" y="286"/>
                  </a:lnTo>
                  <a:lnTo>
                    <a:pt x="822" y="143"/>
                  </a:lnTo>
                  <a:cubicBezTo>
                    <a:pt x="759" y="107"/>
                    <a:pt x="670" y="63"/>
                    <a:pt x="670" y="63"/>
                  </a:cubicBezTo>
                  <a:cubicBezTo>
                    <a:pt x="670" y="63"/>
                    <a:pt x="651" y="1"/>
                    <a:pt x="583"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114"/>
            <p:cNvSpPr/>
            <p:nvPr/>
          </p:nvSpPr>
          <p:spPr>
            <a:xfrm>
              <a:off x="3847649" y="3360331"/>
              <a:ext cx="159524" cy="73660"/>
            </a:xfrm>
            <a:custGeom>
              <a:rect b="b" l="l" r="r" t="t"/>
              <a:pathLst>
                <a:path extrusionOk="0" h="356" w="771">
                  <a:moveTo>
                    <a:pt x="370" y="0"/>
                  </a:moveTo>
                  <a:cubicBezTo>
                    <a:pt x="352" y="0"/>
                    <a:pt x="331" y="4"/>
                    <a:pt x="298" y="16"/>
                  </a:cubicBezTo>
                  <a:cubicBezTo>
                    <a:pt x="200" y="61"/>
                    <a:pt x="164" y="25"/>
                    <a:pt x="129" y="87"/>
                  </a:cubicBezTo>
                  <a:cubicBezTo>
                    <a:pt x="102" y="150"/>
                    <a:pt x="48" y="239"/>
                    <a:pt x="48" y="239"/>
                  </a:cubicBezTo>
                  <a:cubicBezTo>
                    <a:pt x="48" y="239"/>
                    <a:pt x="41" y="238"/>
                    <a:pt x="34" y="238"/>
                  </a:cubicBezTo>
                  <a:cubicBezTo>
                    <a:pt x="19" y="238"/>
                    <a:pt x="1" y="242"/>
                    <a:pt x="31" y="266"/>
                  </a:cubicBezTo>
                  <a:cubicBezTo>
                    <a:pt x="66" y="310"/>
                    <a:pt x="218" y="355"/>
                    <a:pt x="218" y="355"/>
                  </a:cubicBezTo>
                  <a:lnTo>
                    <a:pt x="414" y="346"/>
                  </a:lnTo>
                  <a:lnTo>
                    <a:pt x="610" y="328"/>
                  </a:lnTo>
                  <a:lnTo>
                    <a:pt x="753" y="239"/>
                  </a:lnTo>
                  <a:lnTo>
                    <a:pt x="771" y="141"/>
                  </a:lnTo>
                  <a:lnTo>
                    <a:pt x="762" y="52"/>
                  </a:lnTo>
                  <a:cubicBezTo>
                    <a:pt x="726" y="43"/>
                    <a:pt x="628" y="16"/>
                    <a:pt x="512" y="16"/>
                  </a:cubicBezTo>
                  <a:cubicBezTo>
                    <a:pt x="429" y="16"/>
                    <a:pt x="405" y="0"/>
                    <a:pt x="370" y="0"/>
                  </a:cubicBez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114"/>
            <p:cNvSpPr/>
            <p:nvPr/>
          </p:nvSpPr>
          <p:spPr>
            <a:xfrm>
              <a:off x="3541855" y="3438954"/>
              <a:ext cx="118350" cy="72418"/>
            </a:xfrm>
            <a:custGeom>
              <a:rect b="b" l="l" r="r" t="t"/>
              <a:pathLst>
                <a:path extrusionOk="0" h="350" w="572">
                  <a:moveTo>
                    <a:pt x="379" y="1"/>
                  </a:moveTo>
                  <a:cubicBezTo>
                    <a:pt x="371" y="1"/>
                    <a:pt x="364" y="1"/>
                    <a:pt x="358" y="2"/>
                  </a:cubicBezTo>
                  <a:cubicBezTo>
                    <a:pt x="286" y="11"/>
                    <a:pt x="197" y="11"/>
                    <a:pt x="197" y="11"/>
                  </a:cubicBezTo>
                  <a:cubicBezTo>
                    <a:pt x="170" y="11"/>
                    <a:pt x="54" y="29"/>
                    <a:pt x="37" y="55"/>
                  </a:cubicBezTo>
                  <a:cubicBezTo>
                    <a:pt x="19" y="82"/>
                    <a:pt x="1" y="91"/>
                    <a:pt x="10" y="145"/>
                  </a:cubicBezTo>
                  <a:cubicBezTo>
                    <a:pt x="28" y="198"/>
                    <a:pt x="81" y="269"/>
                    <a:pt x="81" y="269"/>
                  </a:cubicBezTo>
                  <a:lnTo>
                    <a:pt x="233" y="323"/>
                  </a:lnTo>
                  <a:lnTo>
                    <a:pt x="376" y="350"/>
                  </a:lnTo>
                  <a:cubicBezTo>
                    <a:pt x="376" y="350"/>
                    <a:pt x="518" y="252"/>
                    <a:pt x="536" y="198"/>
                  </a:cubicBezTo>
                  <a:cubicBezTo>
                    <a:pt x="554" y="136"/>
                    <a:pt x="572" y="64"/>
                    <a:pt x="572" y="64"/>
                  </a:cubicBezTo>
                  <a:lnTo>
                    <a:pt x="563" y="38"/>
                  </a:lnTo>
                  <a:cubicBezTo>
                    <a:pt x="563" y="38"/>
                    <a:pt x="452" y="1"/>
                    <a:pt x="379"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114"/>
            <p:cNvSpPr/>
            <p:nvPr/>
          </p:nvSpPr>
          <p:spPr>
            <a:xfrm>
              <a:off x="3536476" y="3616272"/>
              <a:ext cx="201319" cy="104076"/>
            </a:xfrm>
            <a:custGeom>
              <a:rect b="b" l="l" r="r" t="t"/>
              <a:pathLst>
                <a:path extrusionOk="0" h="503" w="973">
                  <a:moveTo>
                    <a:pt x="455" y="0"/>
                  </a:moveTo>
                  <a:cubicBezTo>
                    <a:pt x="446" y="0"/>
                    <a:pt x="437" y="0"/>
                    <a:pt x="428" y="1"/>
                  </a:cubicBezTo>
                  <a:cubicBezTo>
                    <a:pt x="330" y="10"/>
                    <a:pt x="205" y="73"/>
                    <a:pt x="205" y="73"/>
                  </a:cubicBezTo>
                  <a:lnTo>
                    <a:pt x="89" y="108"/>
                  </a:lnTo>
                  <a:cubicBezTo>
                    <a:pt x="89" y="108"/>
                    <a:pt x="73" y="100"/>
                    <a:pt x="58" y="100"/>
                  </a:cubicBezTo>
                  <a:cubicBezTo>
                    <a:pt x="50" y="100"/>
                    <a:pt x="42" y="102"/>
                    <a:pt x="36" y="108"/>
                  </a:cubicBezTo>
                  <a:cubicBezTo>
                    <a:pt x="18" y="117"/>
                    <a:pt x="0" y="206"/>
                    <a:pt x="0" y="206"/>
                  </a:cubicBezTo>
                  <a:lnTo>
                    <a:pt x="89" y="305"/>
                  </a:lnTo>
                  <a:cubicBezTo>
                    <a:pt x="89" y="305"/>
                    <a:pt x="98" y="314"/>
                    <a:pt x="134" y="340"/>
                  </a:cubicBezTo>
                  <a:cubicBezTo>
                    <a:pt x="156" y="362"/>
                    <a:pt x="171" y="401"/>
                    <a:pt x="205" y="401"/>
                  </a:cubicBezTo>
                  <a:cubicBezTo>
                    <a:pt x="213" y="401"/>
                    <a:pt x="222" y="399"/>
                    <a:pt x="232" y="394"/>
                  </a:cubicBezTo>
                  <a:cubicBezTo>
                    <a:pt x="286" y="367"/>
                    <a:pt x="321" y="358"/>
                    <a:pt x="321" y="358"/>
                  </a:cubicBezTo>
                  <a:cubicBezTo>
                    <a:pt x="321" y="358"/>
                    <a:pt x="375" y="403"/>
                    <a:pt x="410" y="438"/>
                  </a:cubicBezTo>
                  <a:cubicBezTo>
                    <a:pt x="446" y="474"/>
                    <a:pt x="428" y="465"/>
                    <a:pt x="518" y="483"/>
                  </a:cubicBezTo>
                  <a:cubicBezTo>
                    <a:pt x="566" y="499"/>
                    <a:pt x="601" y="502"/>
                    <a:pt x="622" y="502"/>
                  </a:cubicBezTo>
                  <a:cubicBezTo>
                    <a:pt x="635" y="502"/>
                    <a:pt x="642" y="501"/>
                    <a:pt x="642" y="501"/>
                  </a:cubicBezTo>
                  <a:lnTo>
                    <a:pt x="776" y="474"/>
                  </a:lnTo>
                  <a:lnTo>
                    <a:pt x="865" y="367"/>
                  </a:lnTo>
                  <a:cubicBezTo>
                    <a:pt x="865" y="367"/>
                    <a:pt x="972" y="305"/>
                    <a:pt x="919" y="251"/>
                  </a:cubicBezTo>
                  <a:cubicBezTo>
                    <a:pt x="874" y="189"/>
                    <a:pt x="794" y="126"/>
                    <a:pt x="758" y="108"/>
                  </a:cubicBezTo>
                  <a:cubicBezTo>
                    <a:pt x="723" y="90"/>
                    <a:pt x="625" y="37"/>
                    <a:pt x="625" y="37"/>
                  </a:cubicBezTo>
                  <a:cubicBezTo>
                    <a:pt x="625" y="37"/>
                    <a:pt x="543" y="0"/>
                    <a:pt x="455"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114"/>
            <p:cNvSpPr/>
            <p:nvPr/>
          </p:nvSpPr>
          <p:spPr>
            <a:xfrm>
              <a:off x="3815166" y="3716207"/>
              <a:ext cx="252424" cy="97868"/>
            </a:xfrm>
            <a:custGeom>
              <a:rect b="b" l="l" r="r" t="t"/>
              <a:pathLst>
                <a:path extrusionOk="0" h="473" w="1220">
                  <a:moveTo>
                    <a:pt x="170" y="0"/>
                  </a:moveTo>
                  <a:lnTo>
                    <a:pt x="54" y="80"/>
                  </a:lnTo>
                  <a:lnTo>
                    <a:pt x="0" y="250"/>
                  </a:lnTo>
                  <a:lnTo>
                    <a:pt x="54" y="339"/>
                  </a:lnTo>
                  <a:lnTo>
                    <a:pt x="107" y="410"/>
                  </a:lnTo>
                  <a:lnTo>
                    <a:pt x="286" y="446"/>
                  </a:lnTo>
                  <a:cubicBezTo>
                    <a:pt x="286" y="446"/>
                    <a:pt x="354" y="472"/>
                    <a:pt x="422" y="472"/>
                  </a:cubicBezTo>
                  <a:cubicBezTo>
                    <a:pt x="443" y="472"/>
                    <a:pt x="463" y="470"/>
                    <a:pt x="482" y="464"/>
                  </a:cubicBezTo>
                  <a:cubicBezTo>
                    <a:pt x="527" y="455"/>
                    <a:pt x="571" y="453"/>
                    <a:pt x="605" y="453"/>
                  </a:cubicBezTo>
                  <a:cubicBezTo>
                    <a:pt x="638" y="453"/>
                    <a:pt x="660" y="455"/>
                    <a:pt x="660" y="455"/>
                  </a:cubicBezTo>
                  <a:cubicBezTo>
                    <a:pt x="660" y="455"/>
                    <a:pt x="750" y="401"/>
                    <a:pt x="999" y="330"/>
                  </a:cubicBezTo>
                  <a:cubicBezTo>
                    <a:pt x="1211" y="264"/>
                    <a:pt x="1220" y="258"/>
                    <a:pt x="1216" y="258"/>
                  </a:cubicBezTo>
                  <a:cubicBezTo>
                    <a:pt x="1215" y="258"/>
                    <a:pt x="1213" y="259"/>
                    <a:pt x="1213" y="259"/>
                  </a:cubicBezTo>
                  <a:lnTo>
                    <a:pt x="1053" y="187"/>
                  </a:lnTo>
                  <a:cubicBezTo>
                    <a:pt x="1053" y="187"/>
                    <a:pt x="999" y="161"/>
                    <a:pt x="928" y="143"/>
                  </a:cubicBezTo>
                  <a:cubicBezTo>
                    <a:pt x="857" y="125"/>
                    <a:pt x="830" y="18"/>
                    <a:pt x="830" y="18"/>
                  </a:cubicBezTo>
                  <a:lnTo>
                    <a:pt x="687" y="0"/>
                  </a:lnTo>
                  <a:lnTo>
                    <a:pt x="455" y="62"/>
                  </a:lnTo>
                  <a:lnTo>
                    <a:pt x="170" y="0"/>
                  </a:ln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114"/>
            <p:cNvSpPr/>
            <p:nvPr/>
          </p:nvSpPr>
          <p:spPr>
            <a:xfrm>
              <a:off x="3763442" y="3300742"/>
              <a:ext cx="179180" cy="87109"/>
            </a:xfrm>
            <a:custGeom>
              <a:rect b="b" l="l" r="r" t="t"/>
              <a:pathLst>
                <a:path extrusionOk="0" h="421" w="866">
                  <a:moveTo>
                    <a:pt x="732" y="1"/>
                  </a:moveTo>
                  <a:lnTo>
                    <a:pt x="598" y="19"/>
                  </a:lnTo>
                  <a:cubicBezTo>
                    <a:pt x="598" y="19"/>
                    <a:pt x="523" y="34"/>
                    <a:pt x="474" y="34"/>
                  </a:cubicBezTo>
                  <a:cubicBezTo>
                    <a:pt x="458" y="34"/>
                    <a:pt x="444" y="32"/>
                    <a:pt x="438" y="28"/>
                  </a:cubicBezTo>
                  <a:cubicBezTo>
                    <a:pt x="432" y="22"/>
                    <a:pt x="419" y="20"/>
                    <a:pt x="401" y="20"/>
                  </a:cubicBezTo>
                  <a:cubicBezTo>
                    <a:pt x="330" y="20"/>
                    <a:pt x="188" y="54"/>
                    <a:pt x="188" y="54"/>
                  </a:cubicBezTo>
                  <a:cubicBezTo>
                    <a:pt x="188" y="54"/>
                    <a:pt x="63" y="170"/>
                    <a:pt x="45" y="215"/>
                  </a:cubicBezTo>
                  <a:lnTo>
                    <a:pt x="0" y="322"/>
                  </a:lnTo>
                  <a:lnTo>
                    <a:pt x="45" y="402"/>
                  </a:lnTo>
                  <a:lnTo>
                    <a:pt x="268" y="420"/>
                  </a:lnTo>
                  <a:cubicBezTo>
                    <a:pt x="268" y="420"/>
                    <a:pt x="375" y="411"/>
                    <a:pt x="420" y="367"/>
                  </a:cubicBezTo>
                  <a:cubicBezTo>
                    <a:pt x="441" y="345"/>
                    <a:pt x="468" y="336"/>
                    <a:pt x="506" y="336"/>
                  </a:cubicBezTo>
                  <a:cubicBezTo>
                    <a:pt x="548" y="336"/>
                    <a:pt x="603" y="348"/>
                    <a:pt x="678" y="367"/>
                  </a:cubicBezTo>
                  <a:cubicBezTo>
                    <a:pt x="702" y="371"/>
                    <a:pt x="723" y="373"/>
                    <a:pt x="741" y="373"/>
                  </a:cubicBezTo>
                  <a:cubicBezTo>
                    <a:pt x="827" y="373"/>
                    <a:pt x="857" y="331"/>
                    <a:pt x="857" y="331"/>
                  </a:cubicBezTo>
                  <a:cubicBezTo>
                    <a:pt x="857" y="331"/>
                    <a:pt x="866" y="170"/>
                    <a:pt x="857" y="144"/>
                  </a:cubicBezTo>
                  <a:cubicBezTo>
                    <a:pt x="839" y="117"/>
                    <a:pt x="732" y="1"/>
                    <a:pt x="732"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114"/>
            <p:cNvSpPr/>
            <p:nvPr/>
          </p:nvSpPr>
          <p:spPr>
            <a:xfrm>
              <a:off x="3455165" y="3852764"/>
              <a:ext cx="635198" cy="64763"/>
            </a:xfrm>
            <a:custGeom>
              <a:rect b="b" l="l" r="r" t="t"/>
              <a:pathLst>
                <a:path extrusionOk="0" h="313" w="3070">
                  <a:moveTo>
                    <a:pt x="1" y="0"/>
                  </a:moveTo>
                  <a:lnTo>
                    <a:pt x="1" y="312"/>
                  </a:lnTo>
                  <a:lnTo>
                    <a:pt x="3069" y="312"/>
                  </a:lnTo>
                  <a:lnTo>
                    <a:pt x="3069"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114"/>
            <p:cNvSpPr/>
            <p:nvPr/>
          </p:nvSpPr>
          <p:spPr>
            <a:xfrm>
              <a:off x="3493855" y="3917318"/>
              <a:ext cx="557816" cy="531759"/>
            </a:xfrm>
            <a:custGeom>
              <a:rect b="b" l="l" r="r" t="t"/>
              <a:pathLst>
                <a:path extrusionOk="0" h="2570" w="2696">
                  <a:moveTo>
                    <a:pt x="1" y="0"/>
                  </a:moveTo>
                  <a:lnTo>
                    <a:pt x="233" y="2570"/>
                  </a:lnTo>
                  <a:lnTo>
                    <a:pt x="2463" y="2570"/>
                  </a:lnTo>
                  <a:lnTo>
                    <a:pt x="269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114"/>
            <p:cNvSpPr/>
            <p:nvPr/>
          </p:nvSpPr>
          <p:spPr>
            <a:xfrm>
              <a:off x="3493855" y="3917318"/>
              <a:ext cx="557816" cy="40761"/>
            </a:xfrm>
            <a:custGeom>
              <a:rect b="b" l="l" r="r" t="t"/>
              <a:pathLst>
                <a:path extrusionOk="0" h="197" w="2696">
                  <a:moveTo>
                    <a:pt x="1" y="0"/>
                  </a:moveTo>
                  <a:lnTo>
                    <a:pt x="19" y="197"/>
                  </a:lnTo>
                  <a:lnTo>
                    <a:pt x="2677" y="197"/>
                  </a:lnTo>
                  <a:lnTo>
                    <a:pt x="269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93" name="Google Shape;7293;p114"/>
          <p:cNvSpPr/>
          <p:nvPr/>
        </p:nvSpPr>
        <p:spPr>
          <a:xfrm>
            <a:off x="5161992" y="4675538"/>
            <a:ext cx="638716" cy="98075"/>
          </a:xfrm>
          <a:custGeom>
            <a:rect b="b" l="l" r="r" t="t"/>
            <a:pathLst>
              <a:path extrusionOk="0" h="474" w="3087">
                <a:moveTo>
                  <a:pt x="1543" y="1"/>
                </a:moveTo>
                <a:cubicBezTo>
                  <a:pt x="696" y="1"/>
                  <a:pt x="0" y="108"/>
                  <a:pt x="0" y="233"/>
                </a:cubicBezTo>
                <a:cubicBezTo>
                  <a:pt x="0" y="366"/>
                  <a:pt x="696" y="474"/>
                  <a:pt x="1543" y="474"/>
                </a:cubicBezTo>
                <a:cubicBezTo>
                  <a:pt x="2400" y="474"/>
                  <a:pt x="3087" y="366"/>
                  <a:pt x="3087" y="233"/>
                </a:cubicBezTo>
                <a:cubicBezTo>
                  <a:pt x="3087" y="108"/>
                  <a:pt x="2400" y="1"/>
                  <a:pt x="1543" y="1"/>
                </a:cubicBez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94" name="Google Shape;7294;p114"/>
          <p:cNvGrpSpPr/>
          <p:nvPr/>
        </p:nvGrpSpPr>
        <p:grpSpPr>
          <a:xfrm>
            <a:off x="5105677" y="2848135"/>
            <a:ext cx="769165" cy="1873929"/>
            <a:chOff x="5033378" y="2902037"/>
            <a:chExt cx="634991" cy="1547039"/>
          </a:xfrm>
        </p:grpSpPr>
        <p:sp>
          <p:nvSpPr>
            <p:cNvPr id="7295" name="Google Shape;7295;p114"/>
            <p:cNvSpPr/>
            <p:nvPr/>
          </p:nvSpPr>
          <p:spPr>
            <a:xfrm>
              <a:off x="5055516" y="2902037"/>
              <a:ext cx="592576" cy="956338"/>
            </a:xfrm>
            <a:custGeom>
              <a:rect b="b" l="l" r="r" t="t"/>
              <a:pathLst>
                <a:path extrusionOk="0" h="4622" w="2864">
                  <a:moveTo>
                    <a:pt x="1427" y="1"/>
                  </a:moveTo>
                  <a:cubicBezTo>
                    <a:pt x="1427" y="1"/>
                    <a:pt x="1329" y="90"/>
                    <a:pt x="1338" y="144"/>
                  </a:cubicBezTo>
                  <a:cubicBezTo>
                    <a:pt x="1347" y="206"/>
                    <a:pt x="1383" y="277"/>
                    <a:pt x="1338" y="295"/>
                  </a:cubicBezTo>
                  <a:cubicBezTo>
                    <a:pt x="1285" y="304"/>
                    <a:pt x="1285" y="331"/>
                    <a:pt x="1213" y="358"/>
                  </a:cubicBezTo>
                  <a:cubicBezTo>
                    <a:pt x="1142" y="376"/>
                    <a:pt x="1213" y="456"/>
                    <a:pt x="1213" y="509"/>
                  </a:cubicBezTo>
                  <a:cubicBezTo>
                    <a:pt x="1213" y="563"/>
                    <a:pt x="1115" y="857"/>
                    <a:pt x="1115" y="857"/>
                  </a:cubicBezTo>
                  <a:lnTo>
                    <a:pt x="1026" y="973"/>
                  </a:lnTo>
                  <a:cubicBezTo>
                    <a:pt x="1026" y="973"/>
                    <a:pt x="812" y="1152"/>
                    <a:pt x="812" y="1232"/>
                  </a:cubicBezTo>
                  <a:cubicBezTo>
                    <a:pt x="821" y="1312"/>
                    <a:pt x="830" y="1312"/>
                    <a:pt x="857" y="1410"/>
                  </a:cubicBezTo>
                  <a:cubicBezTo>
                    <a:pt x="883" y="1517"/>
                    <a:pt x="848" y="1491"/>
                    <a:pt x="812" y="1553"/>
                  </a:cubicBezTo>
                  <a:cubicBezTo>
                    <a:pt x="776" y="1616"/>
                    <a:pt x="464" y="1767"/>
                    <a:pt x="464" y="1767"/>
                  </a:cubicBezTo>
                  <a:cubicBezTo>
                    <a:pt x="464" y="1767"/>
                    <a:pt x="375" y="1856"/>
                    <a:pt x="375" y="1883"/>
                  </a:cubicBezTo>
                  <a:cubicBezTo>
                    <a:pt x="375" y="1910"/>
                    <a:pt x="464" y="2106"/>
                    <a:pt x="464" y="2106"/>
                  </a:cubicBezTo>
                  <a:lnTo>
                    <a:pt x="500" y="2222"/>
                  </a:lnTo>
                  <a:lnTo>
                    <a:pt x="366" y="2347"/>
                  </a:lnTo>
                  <a:cubicBezTo>
                    <a:pt x="366" y="2347"/>
                    <a:pt x="312" y="2410"/>
                    <a:pt x="321" y="2454"/>
                  </a:cubicBezTo>
                  <a:cubicBezTo>
                    <a:pt x="321" y="2499"/>
                    <a:pt x="321" y="2454"/>
                    <a:pt x="419" y="2659"/>
                  </a:cubicBezTo>
                  <a:cubicBezTo>
                    <a:pt x="489" y="2786"/>
                    <a:pt x="468" y="2809"/>
                    <a:pt x="445" y="2809"/>
                  </a:cubicBezTo>
                  <a:cubicBezTo>
                    <a:pt x="433" y="2809"/>
                    <a:pt x="419" y="2802"/>
                    <a:pt x="419" y="2802"/>
                  </a:cubicBezTo>
                  <a:lnTo>
                    <a:pt x="89" y="2963"/>
                  </a:lnTo>
                  <a:cubicBezTo>
                    <a:pt x="89" y="2963"/>
                    <a:pt x="125" y="3016"/>
                    <a:pt x="134" y="3034"/>
                  </a:cubicBezTo>
                  <a:cubicBezTo>
                    <a:pt x="134" y="3052"/>
                    <a:pt x="187" y="3114"/>
                    <a:pt x="250" y="3177"/>
                  </a:cubicBezTo>
                  <a:cubicBezTo>
                    <a:pt x="312" y="3239"/>
                    <a:pt x="152" y="3328"/>
                    <a:pt x="152" y="3328"/>
                  </a:cubicBezTo>
                  <a:lnTo>
                    <a:pt x="0" y="3605"/>
                  </a:lnTo>
                  <a:lnTo>
                    <a:pt x="89" y="3783"/>
                  </a:lnTo>
                  <a:lnTo>
                    <a:pt x="214" y="3953"/>
                  </a:lnTo>
                  <a:cubicBezTo>
                    <a:pt x="214" y="3953"/>
                    <a:pt x="187" y="3989"/>
                    <a:pt x="187" y="4042"/>
                  </a:cubicBezTo>
                  <a:cubicBezTo>
                    <a:pt x="187" y="4105"/>
                    <a:pt x="250" y="4399"/>
                    <a:pt x="250" y="4399"/>
                  </a:cubicBezTo>
                  <a:lnTo>
                    <a:pt x="366" y="4622"/>
                  </a:lnTo>
                  <a:lnTo>
                    <a:pt x="1427" y="4595"/>
                  </a:lnTo>
                  <a:lnTo>
                    <a:pt x="2498" y="4622"/>
                  </a:lnTo>
                  <a:lnTo>
                    <a:pt x="2614" y="4399"/>
                  </a:lnTo>
                  <a:cubicBezTo>
                    <a:pt x="2614" y="4399"/>
                    <a:pt x="2676" y="4105"/>
                    <a:pt x="2676" y="4042"/>
                  </a:cubicBezTo>
                  <a:cubicBezTo>
                    <a:pt x="2676" y="3989"/>
                    <a:pt x="2650" y="3953"/>
                    <a:pt x="2650" y="3953"/>
                  </a:cubicBezTo>
                  <a:lnTo>
                    <a:pt x="2766" y="3783"/>
                  </a:lnTo>
                  <a:lnTo>
                    <a:pt x="2864" y="3605"/>
                  </a:lnTo>
                  <a:lnTo>
                    <a:pt x="2712" y="3328"/>
                  </a:lnTo>
                  <a:cubicBezTo>
                    <a:pt x="2712" y="3328"/>
                    <a:pt x="2552" y="3239"/>
                    <a:pt x="2614" y="3177"/>
                  </a:cubicBezTo>
                  <a:cubicBezTo>
                    <a:pt x="2676" y="3114"/>
                    <a:pt x="2721" y="3052"/>
                    <a:pt x="2730" y="3034"/>
                  </a:cubicBezTo>
                  <a:cubicBezTo>
                    <a:pt x="2739" y="3016"/>
                    <a:pt x="2766" y="2963"/>
                    <a:pt x="2766" y="2963"/>
                  </a:cubicBezTo>
                  <a:lnTo>
                    <a:pt x="2436" y="2802"/>
                  </a:lnTo>
                  <a:cubicBezTo>
                    <a:pt x="2436" y="2802"/>
                    <a:pt x="2423" y="2809"/>
                    <a:pt x="2412" y="2809"/>
                  </a:cubicBezTo>
                  <a:cubicBezTo>
                    <a:pt x="2391" y="2809"/>
                    <a:pt x="2372" y="2786"/>
                    <a:pt x="2436" y="2659"/>
                  </a:cubicBezTo>
                  <a:cubicBezTo>
                    <a:pt x="2543" y="2454"/>
                    <a:pt x="2534" y="2499"/>
                    <a:pt x="2543" y="2454"/>
                  </a:cubicBezTo>
                  <a:cubicBezTo>
                    <a:pt x="2552" y="2410"/>
                    <a:pt x="2498" y="2347"/>
                    <a:pt x="2498" y="2347"/>
                  </a:cubicBezTo>
                  <a:lnTo>
                    <a:pt x="2364" y="2222"/>
                  </a:lnTo>
                  <a:lnTo>
                    <a:pt x="2391" y="2106"/>
                  </a:lnTo>
                  <a:cubicBezTo>
                    <a:pt x="2391" y="2106"/>
                    <a:pt x="2489" y="1910"/>
                    <a:pt x="2489" y="1883"/>
                  </a:cubicBezTo>
                  <a:cubicBezTo>
                    <a:pt x="2489" y="1856"/>
                    <a:pt x="2391" y="1767"/>
                    <a:pt x="2391" y="1767"/>
                  </a:cubicBezTo>
                  <a:cubicBezTo>
                    <a:pt x="2391" y="1767"/>
                    <a:pt x="2079" y="1616"/>
                    <a:pt x="2043" y="1553"/>
                  </a:cubicBezTo>
                  <a:cubicBezTo>
                    <a:pt x="2007" y="1491"/>
                    <a:pt x="1981" y="1517"/>
                    <a:pt x="2007" y="1410"/>
                  </a:cubicBezTo>
                  <a:cubicBezTo>
                    <a:pt x="2034" y="1312"/>
                    <a:pt x="2043" y="1312"/>
                    <a:pt x="2043" y="1232"/>
                  </a:cubicBezTo>
                  <a:cubicBezTo>
                    <a:pt x="2052" y="1152"/>
                    <a:pt x="1829" y="973"/>
                    <a:pt x="1829" y="973"/>
                  </a:cubicBezTo>
                  <a:lnTo>
                    <a:pt x="1749" y="857"/>
                  </a:lnTo>
                  <a:cubicBezTo>
                    <a:pt x="1749" y="857"/>
                    <a:pt x="1642" y="563"/>
                    <a:pt x="1642" y="509"/>
                  </a:cubicBezTo>
                  <a:cubicBezTo>
                    <a:pt x="1642" y="456"/>
                    <a:pt x="1713" y="376"/>
                    <a:pt x="1642" y="358"/>
                  </a:cubicBezTo>
                  <a:cubicBezTo>
                    <a:pt x="1579" y="331"/>
                    <a:pt x="1570" y="304"/>
                    <a:pt x="1526" y="295"/>
                  </a:cubicBezTo>
                  <a:cubicBezTo>
                    <a:pt x="1481" y="277"/>
                    <a:pt x="1517" y="206"/>
                    <a:pt x="1517" y="144"/>
                  </a:cubicBezTo>
                  <a:cubicBezTo>
                    <a:pt x="1526" y="90"/>
                    <a:pt x="1427" y="1"/>
                    <a:pt x="1427"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114"/>
            <p:cNvSpPr/>
            <p:nvPr/>
          </p:nvSpPr>
          <p:spPr>
            <a:xfrm>
              <a:off x="5162482" y="3249016"/>
              <a:ext cx="376774" cy="609350"/>
            </a:xfrm>
            <a:custGeom>
              <a:rect b="b" l="l" r="r" t="t"/>
              <a:pathLst>
                <a:path extrusionOk="0" h="2945" w="1821">
                  <a:moveTo>
                    <a:pt x="910" y="1"/>
                  </a:moveTo>
                  <a:cubicBezTo>
                    <a:pt x="910" y="1"/>
                    <a:pt x="848" y="63"/>
                    <a:pt x="857" y="99"/>
                  </a:cubicBezTo>
                  <a:cubicBezTo>
                    <a:pt x="857" y="135"/>
                    <a:pt x="884" y="179"/>
                    <a:pt x="848" y="188"/>
                  </a:cubicBezTo>
                  <a:cubicBezTo>
                    <a:pt x="821" y="197"/>
                    <a:pt x="821" y="215"/>
                    <a:pt x="777" y="233"/>
                  </a:cubicBezTo>
                  <a:cubicBezTo>
                    <a:pt x="732" y="242"/>
                    <a:pt x="777" y="286"/>
                    <a:pt x="777" y="322"/>
                  </a:cubicBezTo>
                  <a:cubicBezTo>
                    <a:pt x="777" y="358"/>
                    <a:pt x="714" y="545"/>
                    <a:pt x="714" y="545"/>
                  </a:cubicBezTo>
                  <a:lnTo>
                    <a:pt x="661" y="625"/>
                  </a:lnTo>
                  <a:cubicBezTo>
                    <a:pt x="661" y="625"/>
                    <a:pt x="518" y="741"/>
                    <a:pt x="518" y="786"/>
                  </a:cubicBezTo>
                  <a:cubicBezTo>
                    <a:pt x="527" y="840"/>
                    <a:pt x="527" y="840"/>
                    <a:pt x="545" y="902"/>
                  </a:cubicBezTo>
                  <a:cubicBezTo>
                    <a:pt x="563" y="964"/>
                    <a:pt x="545" y="947"/>
                    <a:pt x="518" y="991"/>
                  </a:cubicBezTo>
                  <a:cubicBezTo>
                    <a:pt x="500" y="1027"/>
                    <a:pt x="295" y="1125"/>
                    <a:pt x="295" y="1125"/>
                  </a:cubicBezTo>
                  <a:cubicBezTo>
                    <a:pt x="295" y="1125"/>
                    <a:pt x="241" y="1179"/>
                    <a:pt x="241" y="1196"/>
                  </a:cubicBezTo>
                  <a:cubicBezTo>
                    <a:pt x="241" y="1214"/>
                    <a:pt x="295" y="1348"/>
                    <a:pt x="295" y="1348"/>
                  </a:cubicBezTo>
                  <a:lnTo>
                    <a:pt x="322" y="1419"/>
                  </a:lnTo>
                  <a:lnTo>
                    <a:pt x="232" y="1491"/>
                  </a:lnTo>
                  <a:cubicBezTo>
                    <a:pt x="232" y="1491"/>
                    <a:pt x="197" y="1535"/>
                    <a:pt x="206" y="1562"/>
                  </a:cubicBezTo>
                  <a:cubicBezTo>
                    <a:pt x="206" y="1598"/>
                    <a:pt x="206" y="1562"/>
                    <a:pt x="268" y="1696"/>
                  </a:cubicBezTo>
                  <a:cubicBezTo>
                    <a:pt x="314" y="1775"/>
                    <a:pt x="301" y="1790"/>
                    <a:pt x="286" y="1790"/>
                  </a:cubicBezTo>
                  <a:cubicBezTo>
                    <a:pt x="278" y="1790"/>
                    <a:pt x="268" y="1785"/>
                    <a:pt x="268" y="1785"/>
                  </a:cubicBezTo>
                  <a:lnTo>
                    <a:pt x="63" y="1883"/>
                  </a:lnTo>
                  <a:cubicBezTo>
                    <a:pt x="63" y="1883"/>
                    <a:pt x="81" y="1919"/>
                    <a:pt x="90" y="1937"/>
                  </a:cubicBezTo>
                  <a:cubicBezTo>
                    <a:pt x="90" y="1946"/>
                    <a:pt x="125" y="1990"/>
                    <a:pt x="161" y="2026"/>
                  </a:cubicBezTo>
                  <a:cubicBezTo>
                    <a:pt x="197" y="2071"/>
                    <a:pt x="99" y="2124"/>
                    <a:pt x="99" y="2124"/>
                  </a:cubicBezTo>
                  <a:lnTo>
                    <a:pt x="1" y="2303"/>
                  </a:lnTo>
                  <a:lnTo>
                    <a:pt x="63" y="2410"/>
                  </a:lnTo>
                  <a:lnTo>
                    <a:pt x="134" y="2517"/>
                  </a:lnTo>
                  <a:cubicBezTo>
                    <a:pt x="134" y="2517"/>
                    <a:pt x="125" y="2543"/>
                    <a:pt x="125" y="2579"/>
                  </a:cubicBezTo>
                  <a:cubicBezTo>
                    <a:pt x="125" y="2615"/>
                    <a:pt x="161" y="2802"/>
                    <a:pt x="161" y="2802"/>
                  </a:cubicBezTo>
                  <a:lnTo>
                    <a:pt x="232" y="2945"/>
                  </a:lnTo>
                  <a:lnTo>
                    <a:pt x="910" y="2927"/>
                  </a:lnTo>
                  <a:lnTo>
                    <a:pt x="1588" y="2945"/>
                  </a:lnTo>
                  <a:lnTo>
                    <a:pt x="1669" y="2802"/>
                  </a:lnTo>
                  <a:cubicBezTo>
                    <a:pt x="1669" y="2802"/>
                    <a:pt x="1704" y="2615"/>
                    <a:pt x="1704" y="2579"/>
                  </a:cubicBezTo>
                  <a:cubicBezTo>
                    <a:pt x="1704" y="2543"/>
                    <a:pt x="1687" y="2517"/>
                    <a:pt x="1687" y="2517"/>
                  </a:cubicBezTo>
                  <a:lnTo>
                    <a:pt x="1767" y="2410"/>
                  </a:lnTo>
                  <a:lnTo>
                    <a:pt x="1820" y="2303"/>
                  </a:lnTo>
                  <a:lnTo>
                    <a:pt x="1731" y="2124"/>
                  </a:lnTo>
                  <a:cubicBezTo>
                    <a:pt x="1731" y="2124"/>
                    <a:pt x="1624" y="2071"/>
                    <a:pt x="1669" y="2026"/>
                  </a:cubicBezTo>
                  <a:cubicBezTo>
                    <a:pt x="1704" y="1990"/>
                    <a:pt x="1731" y="1946"/>
                    <a:pt x="1740" y="1937"/>
                  </a:cubicBezTo>
                  <a:cubicBezTo>
                    <a:pt x="1740" y="1919"/>
                    <a:pt x="1767" y="1883"/>
                    <a:pt x="1767" y="1883"/>
                  </a:cubicBezTo>
                  <a:lnTo>
                    <a:pt x="1553" y="1785"/>
                  </a:lnTo>
                  <a:cubicBezTo>
                    <a:pt x="1553" y="1785"/>
                    <a:pt x="1545" y="1790"/>
                    <a:pt x="1537" y="1790"/>
                  </a:cubicBezTo>
                  <a:cubicBezTo>
                    <a:pt x="1524" y="1790"/>
                    <a:pt x="1513" y="1775"/>
                    <a:pt x="1553" y="1696"/>
                  </a:cubicBezTo>
                  <a:cubicBezTo>
                    <a:pt x="1624" y="1562"/>
                    <a:pt x="1615" y="1598"/>
                    <a:pt x="1624" y="1562"/>
                  </a:cubicBezTo>
                  <a:cubicBezTo>
                    <a:pt x="1624" y="1535"/>
                    <a:pt x="1588" y="1491"/>
                    <a:pt x="1588" y="1491"/>
                  </a:cubicBezTo>
                  <a:lnTo>
                    <a:pt x="1508" y="1419"/>
                  </a:lnTo>
                  <a:lnTo>
                    <a:pt x="1526" y="1348"/>
                  </a:lnTo>
                  <a:cubicBezTo>
                    <a:pt x="1526" y="1348"/>
                    <a:pt x="1588" y="1214"/>
                    <a:pt x="1588" y="1196"/>
                  </a:cubicBezTo>
                  <a:cubicBezTo>
                    <a:pt x="1588" y="1179"/>
                    <a:pt x="1526" y="1125"/>
                    <a:pt x="1526" y="1125"/>
                  </a:cubicBezTo>
                  <a:cubicBezTo>
                    <a:pt x="1526" y="1125"/>
                    <a:pt x="1330" y="1027"/>
                    <a:pt x="1303" y="991"/>
                  </a:cubicBezTo>
                  <a:cubicBezTo>
                    <a:pt x="1285" y="947"/>
                    <a:pt x="1258" y="964"/>
                    <a:pt x="1276" y="902"/>
                  </a:cubicBezTo>
                  <a:cubicBezTo>
                    <a:pt x="1294" y="840"/>
                    <a:pt x="1303" y="840"/>
                    <a:pt x="1303" y="786"/>
                  </a:cubicBezTo>
                  <a:cubicBezTo>
                    <a:pt x="1303" y="741"/>
                    <a:pt x="1169" y="625"/>
                    <a:pt x="1169" y="625"/>
                  </a:cubicBezTo>
                  <a:lnTo>
                    <a:pt x="1116" y="545"/>
                  </a:lnTo>
                  <a:cubicBezTo>
                    <a:pt x="1116" y="545"/>
                    <a:pt x="1053" y="358"/>
                    <a:pt x="1053" y="322"/>
                  </a:cubicBezTo>
                  <a:cubicBezTo>
                    <a:pt x="1053" y="286"/>
                    <a:pt x="1098" y="242"/>
                    <a:pt x="1053" y="233"/>
                  </a:cubicBezTo>
                  <a:cubicBezTo>
                    <a:pt x="1009" y="215"/>
                    <a:pt x="1000" y="197"/>
                    <a:pt x="973" y="188"/>
                  </a:cubicBezTo>
                  <a:cubicBezTo>
                    <a:pt x="946" y="179"/>
                    <a:pt x="964" y="135"/>
                    <a:pt x="973" y="99"/>
                  </a:cubicBezTo>
                  <a:cubicBezTo>
                    <a:pt x="973" y="63"/>
                    <a:pt x="91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114"/>
            <p:cNvSpPr/>
            <p:nvPr/>
          </p:nvSpPr>
          <p:spPr>
            <a:xfrm>
              <a:off x="5046206" y="3647721"/>
              <a:ext cx="234630" cy="129733"/>
            </a:xfrm>
            <a:custGeom>
              <a:rect b="b" l="l" r="r" t="t"/>
              <a:pathLst>
                <a:path extrusionOk="0" h="627" w="1134">
                  <a:moveTo>
                    <a:pt x="801" y="502"/>
                  </a:moveTo>
                  <a:lnTo>
                    <a:pt x="786" y="518"/>
                  </a:lnTo>
                  <a:cubicBezTo>
                    <a:pt x="786" y="518"/>
                    <a:pt x="817" y="502"/>
                    <a:pt x="801" y="502"/>
                  </a:cubicBezTo>
                  <a:close/>
                  <a:moveTo>
                    <a:pt x="696" y="1"/>
                  </a:moveTo>
                  <a:cubicBezTo>
                    <a:pt x="625" y="1"/>
                    <a:pt x="277" y="117"/>
                    <a:pt x="170" y="117"/>
                  </a:cubicBezTo>
                  <a:cubicBezTo>
                    <a:pt x="63" y="117"/>
                    <a:pt x="1" y="224"/>
                    <a:pt x="1" y="224"/>
                  </a:cubicBezTo>
                  <a:lnTo>
                    <a:pt x="1" y="349"/>
                  </a:lnTo>
                  <a:lnTo>
                    <a:pt x="72" y="518"/>
                  </a:lnTo>
                  <a:lnTo>
                    <a:pt x="206" y="518"/>
                  </a:lnTo>
                  <a:lnTo>
                    <a:pt x="304" y="590"/>
                  </a:lnTo>
                  <a:cubicBezTo>
                    <a:pt x="304" y="590"/>
                    <a:pt x="392" y="627"/>
                    <a:pt x="449" y="627"/>
                  </a:cubicBezTo>
                  <a:cubicBezTo>
                    <a:pt x="454" y="627"/>
                    <a:pt x="460" y="626"/>
                    <a:pt x="464" y="625"/>
                  </a:cubicBezTo>
                  <a:cubicBezTo>
                    <a:pt x="518" y="616"/>
                    <a:pt x="491" y="616"/>
                    <a:pt x="518" y="599"/>
                  </a:cubicBezTo>
                  <a:cubicBezTo>
                    <a:pt x="536" y="581"/>
                    <a:pt x="616" y="545"/>
                    <a:pt x="732" y="518"/>
                  </a:cubicBezTo>
                  <a:cubicBezTo>
                    <a:pt x="774" y="506"/>
                    <a:pt x="793" y="502"/>
                    <a:pt x="801" y="502"/>
                  </a:cubicBezTo>
                  <a:lnTo>
                    <a:pt x="866" y="438"/>
                  </a:lnTo>
                  <a:cubicBezTo>
                    <a:pt x="866" y="438"/>
                    <a:pt x="869" y="439"/>
                    <a:pt x="876" y="439"/>
                  </a:cubicBezTo>
                  <a:cubicBezTo>
                    <a:pt x="891" y="439"/>
                    <a:pt x="923" y="434"/>
                    <a:pt x="955" y="402"/>
                  </a:cubicBezTo>
                  <a:cubicBezTo>
                    <a:pt x="1000" y="367"/>
                    <a:pt x="955" y="313"/>
                    <a:pt x="955" y="313"/>
                  </a:cubicBezTo>
                  <a:cubicBezTo>
                    <a:pt x="955" y="313"/>
                    <a:pt x="982" y="313"/>
                    <a:pt x="1062" y="269"/>
                  </a:cubicBezTo>
                  <a:cubicBezTo>
                    <a:pt x="1133" y="233"/>
                    <a:pt x="1107" y="215"/>
                    <a:pt x="1107" y="215"/>
                  </a:cubicBezTo>
                  <a:lnTo>
                    <a:pt x="1107" y="170"/>
                  </a:lnTo>
                  <a:lnTo>
                    <a:pt x="1053" y="126"/>
                  </a:lnTo>
                  <a:cubicBezTo>
                    <a:pt x="1053" y="126"/>
                    <a:pt x="768" y="1"/>
                    <a:pt x="696"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114"/>
            <p:cNvSpPr/>
            <p:nvPr/>
          </p:nvSpPr>
          <p:spPr>
            <a:xfrm>
              <a:off x="5380345" y="3535165"/>
              <a:ext cx="204215" cy="138837"/>
            </a:xfrm>
            <a:custGeom>
              <a:rect b="b" l="l" r="r" t="t"/>
              <a:pathLst>
                <a:path extrusionOk="0" h="671" w="987">
                  <a:moveTo>
                    <a:pt x="643" y="1"/>
                  </a:moveTo>
                  <a:lnTo>
                    <a:pt x="402" y="152"/>
                  </a:lnTo>
                  <a:cubicBezTo>
                    <a:pt x="402" y="152"/>
                    <a:pt x="268" y="206"/>
                    <a:pt x="152" y="206"/>
                  </a:cubicBezTo>
                  <a:cubicBezTo>
                    <a:pt x="141" y="205"/>
                    <a:pt x="130" y="205"/>
                    <a:pt x="121" y="205"/>
                  </a:cubicBezTo>
                  <a:cubicBezTo>
                    <a:pt x="41" y="205"/>
                    <a:pt x="24" y="236"/>
                    <a:pt x="0" y="268"/>
                  </a:cubicBezTo>
                  <a:lnTo>
                    <a:pt x="0" y="465"/>
                  </a:lnTo>
                  <a:lnTo>
                    <a:pt x="188" y="545"/>
                  </a:lnTo>
                  <a:lnTo>
                    <a:pt x="330" y="652"/>
                  </a:lnTo>
                  <a:cubicBezTo>
                    <a:pt x="330" y="652"/>
                    <a:pt x="448" y="671"/>
                    <a:pt x="519" y="671"/>
                  </a:cubicBezTo>
                  <a:cubicBezTo>
                    <a:pt x="546" y="671"/>
                    <a:pt x="566" y="668"/>
                    <a:pt x="571" y="661"/>
                  </a:cubicBezTo>
                  <a:cubicBezTo>
                    <a:pt x="589" y="643"/>
                    <a:pt x="660" y="482"/>
                    <a:pt x="660" y="482"/>
                  </a:cubicBezTo>
                  <a:cubicBezTo>
                    <a:pt x="660" y="482"/>
                    <a:pt x="732" y="420"/>
                    <a:pt x="892" y="268"/>
                  </a:cubicBezTo>
                  <a:cubicBezTo>
                    <a:pt x="978" y="178"/>
                    <a:pt x="987" y="158"/>
                    <a:pt x="978" y="158"/>
                  </a:cubicBezTo>
                  <a:cubicBezTo>
                    <a:pt x="972" y="158"/>
                    <a:pt x="955" y="170"/>
                    <a:pt x="955" y="170"/>
                  </a:cubicBezTo>
                  <a:lnTo>
                    <a:pt x="892" y="54"/>
                  </a:lnTo>
                  <a:lnTo>
                    <a:pt x="643" y="1"/>
                  </a:ln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114"/>
            <p:cNvSpPr/>
            <p:nvPr/>
          </p:nvSpPr>
          <p:spPr>
            <a:xfrm>
              <a:off x="5134758" y="3458610"/>
              <a:ext cx="179387" cy="95179"/>
            </a:xfrm>
            <a:custGeom>
              <a:rect b="b" l="l" r="r" t="t"/>
              <a:pathLst>
                <a:path extrusionOk="0" h="460" w="867">
                  <a:moveTo>
                    <a:pt x="442" y="0"/>
                  </a:moveTo>
                  <a:cubicBezTo>
                    <a:pt x="407" y="0"/>
                    <a:pt x="377" y="7"/>
                    <a:pt x="358" y="23"/>
                  </a:cubicBezTo>
                  <a:cubicBezTo>
                    <a:pt x="304" y="59"/>
                    <a:pt x="268" y="192"/>
                    <a:pt x="268" y="192"/>
                  </a:cubicBezTo>
                  <a:lnTo>
                    <a:pt x="126" y="210"/>
                  </a:lnTo>
                  <a:cubicBezTo>
                    <a:pt x="126" y="210"/>
                    <a:pt x="118" y="209"/>
                    <a:pt x="107" y="209"/>
                  </a:cubicBezTo>
                  <a:cubicBezTo>
                    <a:pt x="90" y="209"/>
                    <a:pt x="63" y="212"/>
                    <a:pt x="36" y="228"/>
                  </a:cubicBezTo>
                  <a:cubicBezTo>
                    <a:pt x="1" y="255"/>
                    <a:pt x="1" y="371"/>
                    <a:pt x="1" y="371"/>
                  </a:cubicBezTo>
                  <a:lnTo>
                    <a:pt x="90" y="415"/>
                  </a:lnTo>
                  <a:lnTo>
                    <a:pt x="456" y="460"/>
                  </a:lnTo>
                  <a:lnTo>
                    <a:pt x="625" y="371"/>
                  </a:lnTo>
                  <a:lnTo>
                    <a:pt x="804" y="308"/>
                  </a:lnTo>
                  <a:cubicBezTo>
                    <a:pt x="804" y="308"/>
                    <a:pt x="866" y="237"/>
                    <a:pt x="830" y="201"/>
                  </a:cubicBezTo>
                  <a:cubicBezTo>
                    <a:pt x="795" y="166"/>
                    <a:pt x="732" y="76"/>
                    <a:pt x="732" y="76"/>
                  </a:cubicBezTo>
                  <a:cubicBezTo>
                    <a:pt x="732" y="76"/>
                    <a:pt x="679" y="59"/>
                    <a:pt x="590" y="32"/>
                  </a:cubicBezTo>
                  <a:cubicBezTo>
                    <a:pt x="539" y="12"/>
                    <a:pt x="487" y="0"/>
                    <a:pt x="442"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114"/>
            <p:cNvSpPr/>
            <p:nvPr/>
          </p:nvSpPr>
          <p:spPr>
            <a:xfrm>
              <a:off x="5363586" y="3225222"/>
              <a:ext cx="253252" cy="118146"/>
            </a:xfrm>
            <a:custGeom>
              <a:rect b="b" l="l" r="r" t="t"/>
              <a:pathLst>
                <a:path extrusionOk="0" h="571" w="1224">
                  <a:moveTo>
                    <a:pt x="795" y="0"/>
                  </a:moveTo>
                  <a:cubicBezTo>
                    <a:pt x="795" y="0"/>
                    <a:pt x="697" y="0"/>
                    <a:pt x="501" y="80"/>
                  </a:cubicBezTo>
                  <a:cubicBezTo>
                    <a:pt x="398" y="116"/>
                    <a:pt x="351" y="125"/>
                    <a:pt x="330" y="125"/>
                  </a:cubicBezTo>
                  <a:cubicBezTo>
                    <a:pt x="309" y="125"/>
                    <a:pt x="313" y="116"/>
                    <a:pt x="313" y="116"/>
                  </a:cubicBezTo>
                  <a:lnTo>
                    <a:pt x="313" y="116"/>
                  </a:lnTo>
                  <a:lnTo>
                    <a:pt x="251" y="196"/>
                  </a:lnTo>
                  <a:lnTo>
                    <a:pt x="1" y="303"/>
                  </a:lnTo>
                  <a:lnTo>
                    <a:pt x="81" y="544"/>
                  </a:lnTo>
                  <a:cubicBezTo>
                    <a:pt x="81" y="544"/>
                    <a:pt x="99" y="535"/>
                    <a:pt x="215" y="526"/>
                  </a:cubicBezTo>
                  <a:cubicBezTo>
                    <a:pt x="228" y="525"/>
                    <a:pt x="240" y="525"/>
                    <a:pt x="253" y="525"/>
                  </a:cubicBezTo>
                  <a:cubicBezTo>
                    <a:pt x="350" y="525"/>
                    <a:pt x="420" y="553"/>
                    <a:pt x="420" y="553"/>
                  </a:cubicBezTo>
                  <a:lnTo>
                    <a:pt x="599" y="571"/>
                  </a:lnTo>
                  <a:cubicBezTo>
                    <a:pt x="599" y="571"/>
                    <a:pt x="706" y="437"/>
                    <a:pt x="813" y="393"/>
                  </a:cubicBezTo>
                  <a:cubicBezTo>
                    <a:pt x="845" y="375"/>
                    <a:pt x="867" y="369"/>
                    <a:pt x="887" y="369"/>
                  </a:cubicBezTo>
                  <a:cubicBezTo>
                    <a:pt x="928" y="369"/>
                    <a:pt x="961" y="393"/>
                    <a:pt x="1063" y="393"/>
                  </a:cubicBezTo>
                  <a:cubicBezTo>
                    <a:pt x="1223" y="384"/>
                    <a:pt x="1196" y="285"/>
                    <a:pt x="1196" y="285"/>
                  </a:cubicBezTo>
                  <a:lnTo>
                    <a:pt x="1196" y="205"/>
                  </a:lnTo>
                  <a:cubicBezTo>
                    <a:pt x="1196" y="205"/>
                    <a:pt x="1125" y="62"/>
                    <a:pt x="1125" y="62"/>
                  </a:cubicBezTo>
                  <a:cubicBezTo>
                    <a:pt x="1125" y="62"/>
                    <a:pt x="973" y="27"/>
                    <a:pt x="973" y="27"/>
                  </a:cubicBezTo>
                  <a:lnTo>
                    <a:pt x="795" y="0"/>
                  </a:ln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114"/>
            <p:cNvSpPr/>
            <p:nvPr/>
          </p:nvSpPr>
          <p:spPr>
            <a:xfrm>
              <a:off x="5164344" y="3105217"/>
              <a:ext cx="216216" cy="86902"/>
            </a:xfrm>
            <a:custGeom>
              <a:rect b="b" l="l" r="r" t="t"/>
              <a:pathLst>
                <a:path extrusionOk="0" h="420" w="1045">
                  <a:moveTo>
                    <a:pt x="588" y="1"/>
                  </a:moveTo>
                  <a:cubicBezTo>
                    <a:pt x="575" y="1"/>
                    <a:pt x="561" y="3"/>
                    <a:pt x="545" y="9"/>
                  </a:cubicBezTo>
                  <a:cubicBezTo>
                    <a:pt x="447" y="45"/>
                    <a:pt x="277" y="63"/>
                    <a:pt x="277" y="63"/>
                  </a:cubicBezTo>
                  <a:lnTo>
                    <a:pt x="125" y="63"/>
                  </a:lnTo>
                  <a:cubicBezTo>
                    <a:pt x="125" y="63"/>
                    <a:pt x="0" y="152"/>
                    <a:pt x="27" y="223"/>
                  </a:cubicBezTo>
                  <a:cubicBezTo>
                    <a:pt x="54" y="295"/>
                    <a:pt x="125" y="366"/>
                    <a:pt x="125" y="366"/>
                  </a:cubicBezTo>
                  <a:cubicBezTo>
                    <a:pt x="125" y="366"/>
                    <a:pt x="518" y="411"/>
                    <a:pt x="545" y="411"/>
                  </a:cubicBezTo>
                  <a:cubicBezTo>
                    <a:pt x="562" y="411"/>
                    <a:pt x="732" y="419"/>
                    <a:pt x="732" y="419"/>
                  </a:cubicBezTo>
                  <a:lnTo>
                    <a:pt x="964" y="366"/>
                  </a:lnTo>
                  <a:lnTo>
                    <a:pt x="1044" y="286"/>
                  </a:lnTo>
                  <a:lnTo>
                    <a:pt x="830" y="143"/>
                  </a:lnTo>
                  <a:cubicBezTo>
                    <a:pt x="759" y="107"/>
                    <a:pt x="670" y="63"/>
                    <a:pt x="670" y="63"/>
                  </a:cubicBezTo>
                  <a:cubicBezTo>
                    <a:pt x="670" y="63"/>
                    <a:pt x="651" y="1"/>
                    <a:pt x="588"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114"/>
            <p:cNvSpPr/>
            <p:nvPr/>
          </p:nvSpPr>
          <p:spPr>
            <a:xfrm>
              <a:off x="5425863" y="3360331"/>
              <a:ext cx="159524" cy="73660"/>
            </a:xfrm>
            <a:custGeom>
              <a:rect b="b" l="l" r="r" t="t"/>
              <a:pathLst>
                <a:path extrusionOk="0" h="356" w="771">
                  <a:moveTo>
                    <a:pt x="369" y="0"/>
                  </a:moveTo>
                  <a:cubicBezTo>
                    <a:pt x="351" y="0"/>
                    <a:pt x="330" y="4"/>
                    <a:pt x="298" y="16"/>
                  </a:cubicBezTo>
                  <a:cubicBezTo>
                    <a:pt x="200" y="61"/>
                    <a:pt x="164" y="25"/>
                    <a:pt x="137" y="87"/>
                  </a:cubicBezTo>
                  <a:cubicBezTo>
                    <a:pt x="101" y="150"/>
                    <a:pt x="48" y="239"/>
                    <a:pt x="48" y="239"/>
                  </a:cubicBezTo>
                  <a:cubicBezTo>
                    <a:pt x="48" y="239"/>
                    <a:pt x="41" y="238"/>
                    <a:pt x="33" y="238"/>
                  </a:cubicBezTo>
                  <a:cubicBezTo>
                    <a:pt x="18" y="238"/>
                    <a:pt x="0" y="242"/>
                    <a:pt x="30" y="266"/>
                  </a:cubicBezTo>
                  <a:cubicBezTo>
                    <a:pt x="75" y="310"/>
                    <a:pt x="226" y="355"/>
                    <a:pt x="226" y="355"/>
                  </a:cubicBezTo>
                  <a:lnTo>
                    <a:pt x="414" y="346"/>
                  </a:lnTo>
                  <a:lnTo>
                    <a:pt x="610" y="328"/>
                  </a:lnTo>
                  <a:lnTo>
                    <a:pt x="753" y="239"/>
                  </a:lnTo>
                  <a:lnTo>
                    <a:pt x="770" y="141"/>
                  </a:lnTo>
                  <a:lnTo>
                    <a:pt x="762" y="52"/>
                  </a:lnTo>
                  <a:cubicBezTo>
                    <a:pt x="726" y="43"/>
                    <a:pt x="637" y="16"/>
                    <a:pt x="512" y="16"/>
                  </a:cubicBezTo>
                  <a:cubicBezTo>
                    <a:pt x="428" y="16"/>
                    <a:pt x="405" y="0"/>
                    <a:pt x="369" y="0"/>
                  </a:cubicBez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114"/>
            <p:cNvSpPr/>
            <p:nvPr/>
          </p:nvSpPr>
          <p:spPr>
            <a:xfrm>
              <a:off x="5120068" y="3438954"/>
              <a:ext cx="118350" cy="72418"/>
            </a:xfrm>
            <a:custGeom>
              <a:rect b="b" l="l" r="r" t="t"/>
              <a:pathLst>
                <a:path extrusionOk="0" h="350" w="572">
                  <a:moveTo>
                    <a:pt x="378" y="1"/>
                  </a:moveTo>
                  <a:cubicBezTo>
                    <a:pt x="371" y="1"/>
                    <a:pt x="364" y="1"/>
                    <a:pt x="357" y="2"/>
                  </a:cubicBezTo>
                  <a:cubicBezTo>
                    <a:pt x="286" y="11"/>
                    <a:pt x="197" y="11"/>
                    <a:pt x="197" y="11"/>
                  </a:cubicBezTo>
                  <a:cubicBezTo>
                    <a:pt x="170" y="11"/>
                    <a:pt x="54" y="29"/>
                    <a:pt x="36" y="55"/>
                  </a:cubicBezTo>
                  <a:cubicBezTo>
                    <a:pt x="27" y="82"/>
                    <a:pt x="0" y="91"/>
                    <a:pt x="18" y="145"/>
                  </a:cubicBezTo>
                  <a:cubicBezTo>
                    <a:pt x="27" y="198"/>
                    <a:pt x="81" y="269"/>
                    <a:pt x="81" y="269"/>
                  </a:cubicBezTo>
                  <a:lnTo>
                    <a:pt x="232" y="323"/>
                  </a:lnTo>
                  <a:lnTo>
                    <a:pt x="384" y="350"/>
                  </a:lnTo>
                  <a:cubicBezTo>
                    <a:pt x="384" y="350"/>
                    <a:pt x="527" y="252"/>
                    <a:pt x="536" y="198"/>
                  </a:cubicBezTo>
                  <a:cubicBezTo>
                    <a:pt x="553" y="136"/>
                    <a:pt x="571" y="64"/>
                    <a:pt x="571" y="64"/>
                  </a:cubicBezTo>
                  <a:lnTo>
                    <a:pt x="571" y="38"/>
                  </a:lnTo>
                  <a:cubicBezTo>
                    <a:pt x="571" y="38"/>
                    <a:pt x="453" y="1"/>
                    <a:pt x="378"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114"/>
            <p:cNvSpPr/>
            <p:nvPr/>
          </p:nvSpPr>
          <p:spPr>
            <a:xfrm>
              <a:off x="5114482" y="3616272"/>
              <a:ext cx="201319" cy="104076"/>
            </a:xfrm>
            <a:custGeom>
              <a:rect b="b" l="l" r="r" t="t"/>
              <a:pathLst>
                <a:path extrusionOk="0" h="503" w="973">
                  <a:moveTo>
                    <a:pt x="456" y="0"/>
                  </a:moveTo>
                  <a:cubicBezTo>
                    <a:pt x="447" y="0"/>
                    <a:pt x="438" y="0"/>
                    <a:pt x="429" y="1"/>
                  </a:cubicBezTo>
                  <a:cubicBezTo>
                    <a:pt x="331" y="10"/>
                    <a:pt x="206" y="73"/>
                    <a:pt x="206" y="73"/>
                  </a:cubicBezTo>
                  <a:lnTo>
                    <a:pt x="99" y="108"/>
                  </a:lnTo>
                  <a:cubicBezTo>
                    <a:pt x="99" y="108"/>
                    <a:pt x="79" y="100"/>
                    <a:pt x="60" y="100"/>
                  </a:cubicBezTo>
                  <a:cubicBezTo>
                    <a:pt x="51" y="100"/>
                    <a:pt x="42" y="102"/>
                    <a:pt x="36" y="108"/>
                  </a:cubicBezTo>
                  <a:cubicBezTo>
                    <a:pt x="18" y="117"/>
                    <a:pt x="1" y="206"/>
                    <a:pt x="1" y="206"/>
                  </a:cubicBezTo>
                  <a:lnTo>
                    <a:pt x="99" y="305"/>
                  </a:lnTo>
                  <a:cubicBezTo>
                    <a:pt x="99" y="305"/>
                    <a:pt x="108" y="314"/>
                    <a:pt x="134" y="340"/>
                  </a:cubicBezTo>
                  <a:cubicBezTo>
                    <a:pt x="163" y="362"/>
                    <a:pt x="175" y="401"/>
                    <a:pt x="206" y="401"/>
                  </a:cubicBezTo>
                  <a:cubicBezTo>
                    <a:pt x="214" y="401"/>
                    <a:pt x="222" y="399"/>
                    <a:pt x="233" y="394"/>
                  </a:cubicBezTo>
                  <a:cubicBezTo>
                    <a:pt x="286" y="367"/>
                    <a:pt x="322" y="358"/>
                    <a:pt x="322" y="358"/>
                  </a:cubicBezTo>
                  <a:cubicBezTo>
                    <a:pt x="322" y="358"/>
                    <a:pt x="375" y="403"/>
                    <a:pt x="411" y="438"/>
                  </a:cubicBezTo>
                  <a:cubicBezTo>
                    <a:pt x="447" y="474"/>
                    <a:pt x="438" y="465"/>
                    <a:pt x="518" y="483"/>
                  </a:cubicBezTo>
                  <a:cubicBezTo>
                    <a:pt x="566" y="499"/>
                    <a:pt x="602" y="502"/>
                    <a:pt x="622" y="502"/>
                  </a:cubicBezTo>
                  <a:cubicBezTo>
                    <a:pt x="636" y="502"/>
                    <a:pt x="643" y="501"/>
                    <a:pt x="643" y="501"/>
                  </a:cubicBezTo>
                  <a:lnTo>
                    <a:pt x="786" y="474"/>
                  </a:lnTo>
                  <a:lnTo>
                    <a:pt x="875" y="367"/>
                  </a:lnTo>
                  <a:cubicBezTo>
                    <a:pt x="875" y="367"/>
                    <a:pt x="973" y="305"/>
                    <a:pt x="928" y="251"/>
                  </a:cubicBezTo>
                  <a:cubicBezTo>
                    <a:pt x="875" y="189"/>
                    <a:pt x="795" y="126"/>
                    <a:pt x="759" y="108"/>
                  </a:cubicBezTo>
                  <a:cubicBezTo>
                    <a:pt x="723" y="90"/>
                    <a:pt x="634" y="37"/>
                    <a:pt x="634" y="37"/>
                  </a:cubicBezTo>
                  <a:cubicBezTo>
                    <a:pt x="634" y="37"/>
                    <a:pt x="546" y="0"/>
                    <a:pt x="456"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114"/>
            <p:cNvSpPr/>
            <p:nvPr/>
          </p:nvSpPr>
          <p:spPr>
            <a:xfrm>
              <a:off x="5393173" y="3716207"/>
              <a:ext cx="252631" cy="97868"/>
            </a:xfrm>
            <a:custGeom>
              <a:rect b="b" l="l" r="r" t="t"/>
              <a:pathLst>
                <a:path extrusionOk="0" h="473" w="1221">
                  <a:moveTo>
                    <a:pt x="170" y="0"/>
                  </a:moveTo>
                  <a:lnTo>
                    <a:pt x="54" y="80"/>
                  </a:lnTo>
                  <a:lnTo>
                    <a:pt x="1" y="250"/>
                  </a:lnTo>
                  <a:lnTo>
                    <a:pt x="54" y="339"/>
                  </a:lnTo>
                  <a:lnTo>
                    <a:pt x="108" y="410"/>
                  </a:lnTo>
                  <a:lnTo>
                    <a:pt x="295" y="446"/>
                  </a:lnTo>
                  <a:cubicBezTo>
                    <a:pt x="295" y="446"/>
                    <a:pt x="358" y="472"/>
                    <a:pt x="428" y="472"/>
                  </a:cubicBezTo>
                  <a:cubicBezTo>
                    <a:pt x="449" y="472"/>
                    <a:pt x="471" y="470"/>
                    <a:pt x="491" y="464"/>
                  </a:cubicBezTo>
                  <a:cubicBezTo>
                    <a:pt x="531" y="455"/>
                    <a:pt x="574" y="453"/>
                    <a:pt x="606" y="453"/>
                  </a:cubicBezTo>
                  <a:cubicBezTo>
                    <a:pt x="639" y="453"/>
                    <a:pt x="661" y="455"/>
                    <a:pt x="661" y="455"/>
                  </a:cubicBezTo>
                  <a:cubicBezTo>
                    <a:pt x="661" y="455"/>
                    <a:pt x="750" y="401"/>
                    <a:pt x="1009" y="330"/>
                  </a:cubicBezTo>
                  <a:cubicBezTo>
                    <a:pt x="1213" y="264"/>
                    <a:pt x="1220" y="258"/>
                    <a:pt x="1216" y="258"/>
                  </a:cubicBezTo>
                  <a:cubicBezTo>
                    <a:pt x="1215" y="258"/>
                    <a:pt x="1214" y="259"/>
                    <a:pt x="1214" y="259"/>
                  </a:cubicBezTo>
                  <a:lnTo>
                    <a:pt x="1053" y="187"/>
                  </a:lnTo>
                  <a:cubicBezTo>
                    <a:pt x="1053" y="187"/>
                    <a:pt x="1000" y="161"/>
                    <a:pt x="928" y="143"/>
                  </a:cubicBezTo>
                  <a:cubicBezTo>
                    <a:pt x="866" y="125"/>
                    <a:pt x="830" y="18"/>
                    <a:pt x="830" y="18"/>
                  </a:cubicBezTo>
                  <a:lnTo>
                    <a:pt x="688" y="0"/>
                  </a:lnTo>
                  <a:lnTo>
                    <a:pt x="456" y="62"/>
                  </a:lnTo>
                  <a:lnTo>
                    <a:pt x="170" y="0"/>
                  </a:ln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114"/>
            <p:cNvSpPr/>
            <p:nvPr/>
          </p:nvSpPr>
          <p:spPr>
            <a:xfrm>
              <a:off x="5341448" y="3300742"/>
              <a:ext cx="179387" cy="87109"/>
            </a:xfrm>
            <a:custGeom>
              <a:rect b="b" l="l" r="r" t="t"/>
              <a:pathLst>
                <a:path extrusionOk="0" h="421" w="867">
                  <a:moveTo>
                    <a:pt x="732" y="1"/>
                  </a:moveTo>
                  <a:lnTo>
                    <a:pt x="608" y="19"/>
                  </a:lnTo>
                  <a:cubicBezTo>
                    <a:pt x="608" y="19"/>
                    <a:pt x="527" y="34"/>
                    <a:pt x="476" y="34"/>
                  </a:cubicBezTo>
                  <a:cubicBezTo>
                    <a:pt x="459" y="34"/>
                    <a:pt x="445" y="32"/>
                    <a:pt x="438" y="28"/>
                  </a:cubicBezTo>
                  <a:cubicBezTo>
                    <a:pt x="433" y="22"/>
                    <a:pt x="419" y="20"/>
                    <a:pt x="402" y="20"/>
                  </a:cubicBezTo>
                  <a:cubicBezTo>
                    <a:pt x="331" y="20"/>
                    <a:pt x="188" y="54"/>
                    <a:pt x="188" y="54"/>
                  </a:cubicBezTo>
                  <a:cubicBezTo>
                    <a:pt x="188" y="54"/>
                    <a:pt x="63" y="170"/>
                    <a:pt x="45" y="215"/>
                  </a:cubicBezTo>
                  <a:lnTo>
                    <a:pt x="1" y="322"/>
                  </a:lnTo>
                  <a:lnTo>
                    <a:pt x="45" y="402"/>
                  </a:lnTo>
                  <a:lnTo>
                    <a:pt x="269" y="420"/>
                  </a:lnTo>
                  <a:cubicBezTo>
                    <a:pt x="269" y="420"/>
                    <a:pt x="384" y="411"/>
                    <a:pt x="429" y="367"/>
                  </a:cubicBezTo>
                  <a:cubicBezTo>
                    <a:pt x="450" y="345"/>
                    <a:pt x="475" y="336"/>
                    <a:pt x="511" y="336"/>
                  </a:cubicBezTo>
                  <a:cubicBezTo>
                    <a:pt x="551" y="336"/>
                    <a:pt x="604" y="348"/>
                    <a:pt x="679" y="367"/>
                  </a:cubicBezTo>
                  <a:cubicBezTo>
                    <a:pt x="704" y="371"/>
                    <a:pt x="726" y="373"/>
                    <a:pt x="745" y="373"/>
                  </a:cubicBezTo>
                  <a:cubicBezTo>
                    <a:pt x="833" y="373"/>
                    <a:pt x="857" y="331"/>
                    <a:pt x="857" y="331"/>
                  </a:cubicBezTo>
                  <a:cubicBezTo>
                    <a:pt x="857" y="331"/>
                    <a:pt x="866" y="170"/>
                    <a:pt x="857" y="144"/>
                  </a:cubicBezTo>
                  <a:cubicBezTo>
                    <a:pt x="848" y="117"/>
                    <a:pt x="732" y="1"/>
                    <a:pt x="732"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114"/>
            <p:cNvSpPr/>
            <p:nvPr/>
          </p:nvSpPr>
          <p:spPr>
            <a:xfrm>
              <a:off x="5033378" y="3852764"/>
              <a:ext cx="634991" cy="64763"/>
            </a:xfrm>
            <a:custGeom>
              <a:rect b="b" l="l" r="r" t="t"/>
              <a:pathLst>
                <a:path extrusionOk="0" h="313" w="3069">
                  <a:moveTo>
                    <a:pt x="0" y="0"/>
                  </a:moveTo>
                  <a:lnTo>
                    <a:pt x="0" y="312"/>
                  </a:lnTo>
                  <a:lnTo>
                    <a:pt x="3069" y="312"/>
                  </a:lnTo>
                  <a:lnTo>
                    <a:pt x="3069"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114"/>
            <p:cNvSpPr/>
            <p:nvPr/>
          </p:nvSpPr>
          <p:spPr>
            <a:xfrm>
              <a:off x="5072068" y="3917318"/>
              <a:ext cx="557609" cy="531759"/>
            </a:xfrm>
            <a:custGeom>
              <a:rect b="b" l="l" r="r" t="t"/>
              <a:pathLst>
                <a:path extrusionOk="0" h="2570" w="2695">
                  <a:moveTo>
                    <a:pt x="0" y="0"/>
                  </a:moveTo>
                  <a:lnTo>
                    <a:pt x="232" y="2570"/>
                  </a:lnTo>
                  <a:lnTo>
                    <a:pt x="2472" y="2570"/>
                  </a:lnTo>
                  <a:lnTo>
                    <a:pt x="269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114"/>
            <p:cNvSpPr/>
            <p:nvPr/>
          </p:nvSpPr>
          <p:spPr>
            <a:xfrm>
              <a:off x="5072068" y="3917318"/>
              <a:ext cx="557609" cy="40761"/>
            </a:xfrm>
            <a:custGeom>
              <a:rect b="b" l="l" r="r" t="t"/>
              <a:pathLst>
                <a:path extrusionOk="0" h="197" w="2695">
                  <a:moveTo>
                    <a:pt x="0" y="0"/>
                  </a:moveTo>
                  <a:lnTo>
                    <a:pt x="18" y="197"/>
                  </a:lnTo>
                  <a:lnTo>
                    <a:pt x="2677" y="197"/>
                  </a:lnTo>
                  <a:lnTo>
                    <a:pt x="269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0" name="Google Shape;7310;p114"/>
          <p:cNvGrpSpPr/>
          <p:nvPr/>
        </p:nvGrpSpPr>
        <p:grpSpPr>
          <a:xfrm>
            <a:off x="8430894" y="2688291"/>
            <a:ext cx="942613" cy="2225784"/>
            <a:chOff x="1214466" y="2918796"/>
            <a:chExt cx="786428" cy="1856987"/>
          </a:xfrm>
        </p:grpSpPr>
        <p:sp>
          <p:nvSpPr>
            <p:cNvPr id="7311" name="Google Shape;7311;p114"/>
            <p:cNvSpPr/>
            <p:nvPr/>
          </p:nvSpPr>
          <p:spPr>
            <a:xfrm>
              <a:off x="1718262" y="3276741"/>
              <a:ext cx="282632" cy="1052344"/>
            </a:xfrm>
            <a:custGeom>
              <a:rect b="b" l="l" r="r" t="t"/>
              <a:pathLst>
                <a:path extrusionOk="0" h="5086" w="1366">
                  <a:moveTo>
                    <a:pt x="1366" y="1"/>
                  </a:moveTo>
                  <a:lnTo>
                    <a:pt x="1" y="5005"/>
                  </a:lnTo>
                  <a:lnTo>
                    <a:pt x="99" y="5086"/>
                  </a:lnTo>
                  <a:cubicBezTo>
                    <a:pt x="1294" y="2321"/>
                    <a:pt x="1366" y="1"/>
                    <a:pt x="13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114"/>
            <p:cNvSpPr/>
            <p:nvPr/>
          </p:nvSpPr>
          <p:spPr>
            <a:xfrm>
              <a:off x="1696123" y="3276741"/>
              <a:ext cx="304771" cy="1035791"/>
            </a:xfrm>
            <a:custGeom>
              <a:rect b="b" l="l" r="r" t="t"/>
              <a:pathLst>
                <a:path extrusionOk="0" h="5006" w="1473">
                  <a:moveTo>
                    <a:pt x="1473" y="1"/>
                  </a:moveTo>
                  <a:cubicBezTo>
                    <a:pt x="1473" y="1"/>
                    <a:pt x="483" y="1553"/>
                    <a:pt x="1" y="4916"/>
                  </a:cubicBezTo>
                  <a:lnTo>
                    <a:pt x="108" y="5005"/>
                  </a:lnTo>
                  <a:lnTo>
                    <a:pt x="1473"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114"/>
            <p:cNvSpPr/>
            <p:nvPr/>
          </p:nvSpPr>
          <p:spPr>
            <a:xfrm>
              <a:off x="1687020" y="3134598"/>
              <a:ext cx="227182" cy="1069104"/>
            </a:xfrm>
            <a:custGeom>
              <a:rect b="b" l="l" r="r" t="t"/>
              <a:pathLst>
                <a:path extrusionOk="0" h="5167" w="1098">
                  <a:moveTo>
                    <a:pt x="999" y="1"/>
                  </a:moveTo>
                  <a:lnTo>
                    <a:pt x="0" y="5086"/>
                  </a:lnTo>
                  <a:lnTo>
                    <a:pt x="107" y="5166"/>
                  </a:lnTo>
                  <a:cubicBezTo>
                    <a:pt x="1097" y="2321"/>
                    <a:pt x="999" y="1"/>
                    <a:pt x="9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114"/>
            <p:cNvSpPr/>
            <p:nvPr/>
          </p:nvSpPr>
          <p:spPr>
            <a:xfrm>
              <a:off x="1664882" y="3134598"/>
              <a:ext cx="229044" cy="1052344"/>
            </a:xfrm>
            <a:custGeom>
              <a:rect b="b" l="l" r="r" t="t"/>
              <a:pathLst>
                <a:path extrusionOk="0" h="5086" w="1107">
                  <a:moveTo>
                    <a:pt x="1106" y="1"/>
                  </a:moveTo>
                  <a:cubicBezTo>
                    <a:pt x="1106" y="1"/>
                    <a:pt x="232" y="1625"/>
                    <a:pt x="0" y="5014"/>
                  </a:cubicBezTo>
                  <a:lnTo>
                    <a:pt x="107" y="5086"/>
                  </a:lnTo>
                  <a:lnTo>
                    <a:pt x="1106"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114"/>
            <p:cNvSpPr/>
            <p:nvPr/>
          </p:nvSpPr>
          <p:spPr>
            <a:xfrm>
              <a:off x="1648123" y="3007352"/>
              <a:ext cx="171938" cy="1118762"/>
            </a:xfrm>
            <a:custGeom>
              <a:rect b="b" l="l" r="r" t="t"/>
              <a:pathLst>
                <a:path extrusionOk="0" h="5407" w="831">
                  <a:moveTo>
                    <a:pt x="527" y="0"/>
                  </a:moveTo>
                  <a:lnTo>
                    <a:pt x="1" y="5362"/>
                  </a:lnTo>
                  <a:lnTo>
                    <a:pt x="108" y="5406"/>
                  </a:lnTo>
                  <a:cubicBezTo>
                    <a:pt x="830" y="2258"/>
                    <a:pt x="527" y="1"/>
                    <a:pt x="5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114"/>
            <p:cNvSpPr/>
            <p:nvPr/>
          </p:nvSpPr>
          <p:spPr>
            <a:xfrm>
              <a:off x="1609434" y="3007352"/>
              <a:ext cx="147937" cy="1109451"/>
            </a:xfrm>
            <a:custGeom>
              <a:rect b="b" l="l" r="r" t="t"/>
              <a:pathLst>
                <a:path extrusionOk="0" h="5362" w="715">
                  <a:moveTo>
                    <a:pt x="714" y="0"/>
                  </a:moveTo>
                  <a:lnTo>
                    <a:pt x="714" y="0"/>
                  </a:lnTo>
                  <a:cubicBezTo>
                    <a:pt x="714" y="1"/>
                    <a:pt x="1" y="1910"/>
                    <a:pt x="72" y="5326"/>
                  </a:cubicBezTo>
                  <a:lnTo>
                    <a:pt x="188" y="5362"/>
                  </a:lnTo>
                  <a:lnTo>
                    <a:pt x="71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114"/>
            <p:cNvSpPr/>
            <p:nvPr/>
          </p:nvSpPr>
          <p:spPr>
            <a:xfrm>
              <a:off x="1607571" y="2918796"/>
              <a:ext cx="109039" cy="1127866"/>
            </a:xfrm>
            <a:custGeom>
              <a:rect b="b" l="l" r="r" t="t"/>
              <a:pathLst>
                <a:path extrusionOk="0" h="5451" w="527">
                  <a:moveTo>
                    <a:pt x="1" y="0"/>
                  </a:moveTo>
                  <a:lnTo>
                    <a:pt x="1" y="5451"/>
                  </a:lnTo>
                  <a:lnTo>
                    <a:pt x="117" y="5451"/>
                  </a:lnTo>
                  <a:cubicBezTo>
                    <a:pt x="527" y="2114"/>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114"/>
            <p:cNvSpPr/>
            <p:nvPr/>
          </p:nvSpPr>
          <p:spPr>
            <a:xfrm>
              <a:off x="1500605" y="2918796"/>
              <a:ext cx="107177" cy="1127866"/>
            </a:xfrm>
            <a:custGeom>
              <a:rect b="b" l="l" r="r" t="t"/>
              <a:pathLst>
                <a:path extrusionOk="0" h="5451" w="518">
                  <a:moveTo>
                    <a:pt x="518" y="0"/>
                  </a:moveTo>
                  <a:cubicBezTo>
                    <a:pt x="518" y="0"/>
                    <a:pt x="0" y="2114"/>
                    <a:pt x="402" y="5451"/>
                  </a:cubicBezTo>
                  <a:lnTo>
                    <a:pt x="518" y="5451"/>
                  </a:lnTo>
                  <a:lnTo>
                    <a:pt x="51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114"/>
            <p:cNvSpPr/>
            <p:nvPr/>
          </p:nvSpPr>
          <p:spPr>
            <a:xfrm>
              <a:off x="1214466" y="3276741"/>
              <a:ext cx="284494" cy="1052344"/>
            </a:xfrm>
            <a:custGeom>
              <a:rect b="b" l="l" r="r" t="t"/>
              <a:pathLst>
                <a:path extrusionOk="0" h="5086" w="1375">
                  <a:moveTo>
                    <a:pt x="0" y="1"/>
                  </a:moveTo>
                  <a:cubicBezTo>
                    <a:pt x="0" y="1"/>
                    <a:pt x="72" y="2321"/>
                    <a:pt x="1276" y="5086"/>
                  </a:cubicBezTo>
                  <a:lnTo>
                    <a:pt x="1374" y="5005"/>
                  </a:lnTo>
                  <a:lnTo>
                    <a:pt x="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114"/>
            <p:cNvSpPr/>
            <p:nvPr/>
          </p:nvSpPr>
          <p:spPr>
            <a:xfrm>
              <a:off x="1214466" y="3276741"/>
              <a:ext cx="304771" cy="1035791"/>
            </a:xfrm>
            <a:custGeom>
              <a:rect b="b" l="l" r="r" t="t"/>
              <a:pathLst>
                <a:path extrusionOk="0" h="5006" w="1473">
                  <a:moveTo>
                    <a:pt x="0" y="1"/>
                  </a:moveTo>
                  <a:lnTo>
                    <a:pt x="1374" y="5005"/>
                  </a:lnTo>
                  <a:lnTo>
                    <a:pt x="1472" y="4916"/>
                  </a:lnTo>
                  <a:cubicBezTo>
                    <a:pt x="1000" y="1553"/>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114"/>
            <p:cNvSpPr/>
            <p:nvPr/>
          </p:nvSpPr>
          <p:spPr>
            <a:xfrm>
              <a:off x="1301156" y="3134598"/>
              <a:ext cx="229044" cy="1069104"/>
            </a:xfrm>
            <a:custGeom>
              <a:rect b="b" l="l" r="r" t="t"/>
              <a:pathLst>
                <a:path extrusionOk="0" h="5167" w="1107">
                  <a:moveTo>
                    <a:pt x="108" y="1"/>
                  </a:moveTo>
                  <a:cubicBezTo>
                    <a:pt x="108" y="1"/>
                    <a:pt x="1" y="2321"/>
                    <a:pt x="1000" y="5166"/>
                  </a:cubicBezTo>
                  <a:lnTo>
                    <a:pt x="1107" y="5086"/>
                  </a:lnTo>
                  <a:lnTo>
                    <a:pt x="10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114"/>
            <p:cNvSpPr/>
            <p:nvPr/>
          </p:nvSpPr>
          <p:spPr>
            <a:xfrm>
              <a:off x="1323294" y="3134598"/>
              <a:ext cx="229044" cy="1052344"/>
            </a:xfrm>
            <a:custGeom>
              <a:rect b="b" l="l" r="r" t="t"/>
              <a:pathLst>
                <a:path extrusionOk="0" h="5086" w="1107">
                  <a:moveTo>
                    <a:pt x="1" y="1"/>
                  </a:moveTo>
                  <a:lnTo>
                    <a:pt x="1000" y="5086"/>
                  </a:lnTo>
                  <a:lnTo>
                    <a:pt x="1107" y="5014"/>
                  </a:lnTo>
                  <a:cubicBezTo>
                    <a:pt x="875" y="1625"/>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114"/>
            <p:cNvSpPr/>
            <p:nvPr/>
          </p:nvSpPr>
          <p:spPr>
            <a:xfrm>
              <a:off x="1395295" y="3007352"/>
              <a:ext cx="173800" cy="1118762"/>
            </a:xfrm>
            <a:custGeom>
              <a:rect b="b" l="l" r="r" t="t"/>
              <a:pathLst>
                <a:path extrusionOk="0" h="5407" w="840">
                  <a:moveTo>
                    <a:pt x="313" y="0"/>
                  </a:moveTo>
                  <a:cubicBezTo>
                    <a:pt x="313" y="1"/>
                    <a:pt x="1" y="2258"/>
                    <a:pt x="723" y="5406"/>
                  </a:cubicBezTo>
                  <a:lnTo>
                    <a:pt x="839" y="5362"/>
                  </a:lnTo>
                  <a:lnTo>
                    <a:pt x="313"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114"/>
            <p:cNvSpPr/>
            <p:nvPr/>
          </p:nvSpPr>
          <p:spPr>
            <a:xfrm>
              <a:off x="1459847" y="3007352"/>
              <a:ext cx="147937" cy="1109451"/>
            </a:xfrm>
            <a:custGeom>
              <a:rect b="b" l="l" r="r" t="t"/>
              <a:pathLst>
                <a:path extrusionOk="0" h="5362" w="715">
                  <a:moveTo>
                    <a:pt x="1" y="0"/>
                  </a:moveTo>
                  <a:lnTo>
                    <a:pt x="527" y="5362"/>
                  </a:lnTo>
                  <a:lnTo>
                    <a:pt x="634" y="5326"/>
                  </a:lnTo>
                  <a:cubicBezTo>
                    <a:pt x="715" y="1910"/>
                    <a:pt x="1" y="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114"/>
            <p:cNvSpPr/>
            <p:nvPr/>
          </p:nvSpPr>
          <p:spPr>
            <a:xfrm>
              <a:off x="1268053" y="3994907"/>
              <a:ext cx="681131" cy="86902"/>
            </a:xfrm>
            <a:custGeom>
              <a:rect b="b" l="l" r="r" t="t"/>
              <a:pathLst>
                <a:path extrusionOk="0" h="420" w="3292">
                  <a:moveTo>
                    <a:pt x="0" y="0"/>
                  </a:moveTo>
                  <a:lnTo>
                    <a:pt x="0" y="419"/>
                  </a:lnTo>
                  <a:lnTo>
                    <a:pt x="3292" y="419"/>
                  </a:lnTo>
                  <a:lnTo>
                    <a:pt x="3292"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114"/>
            <p:cNvSpPr/>
            <p:nvPr/>
          </p:nvSpPr>
          <p:spPr>
            <a:xfrm>
              <a:off x="1308605" y="4081600"/>
              <a:ext cx="598162" cy="694183"/>
            </a:xfrm>
            <a:custGeom>
              <a:rect b="b" l="l" r="r" t="t"/>
              <a:pathLst>
                <a:path extrusionOk="0" h="3355" w="2891">
                  <a:moveTo>
                    <a:pt x="0" y="0"/>
                  </a:moveTo>
                  <a:lnTo>
                    <a:pt x="250" y="3355"/>
                  </a:lnTo>
                  <a:lnTo>
                    <a:pt x="2650" y="3355"/>
                  </a:lnTo>
                  <a:lnTo>
                    <a:pt x="289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114"/>
            <p:cNvSpPr/>
            <p:nvPr/>
          </p:nvSpPr>
          <p:spPr>
            <a:xfrm>
              <a:off x="1308605" y="4081600"/>
              <a:ext cx="598162" cy="51934"/>
            </a:xfrm>
            <a:custGeom>
              <a:rect b="b" l="l" r="r" t="t"/>
              <a:pathLst>
                <a:path extrusionOk="0" h="251" w="2891">
                  <a:moveTo>
                    <a:pt x="0" y="0"/>
                  </a:moveTo>
                  <a:lnTo>
                    <a:pt x="18" y="250"/>
                  </a:lnTo>
                  <a:lnTo>
                    <a:pt x="2873" y="250"/>
                  </a:lnTo>
                  <a:lnTo>
                    <a:pt x="289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28" name="Google Shape;7328;p114"/>
          <p:cNvSpPr/>
          <p:nvPr/>
        </p:nvSpPr>
        <p:spPr>
          <a:xfrm>
            <a:off x="8274941" y="294388"/>
            <a:ext cx="1254515" cy="174375"/>
          </a:xfrm>
          <a:custGeom>
            <a:rect b="b" l="l" r="r" t="t"/>
            <a:pathLst>
              <a:path extrusionOk="0" h="759" w="5461">
                <a:moveTo>
                  <a:pt x="2793" y="0"/>
                </a:moveTo>
                <a:cubicBezTo>
                  <a:pt x="2177" y="0"/>
                  <a:pt x="1865" y="375"/>
                  <a:pt x="1865" y="375"/>
                </a:cubicBezTo>
                <a:cubicBezTo>
                  <a:pt x="1798" y="352"/>
                  <a:pt x="1736" y="342"/>
                  <a:pt x="1680" y="342"/>
                </a:cubicBezTo>
                <a:cubicBezTo>
                  <a:pt x="1433" y="342"/>
                  <a:pt x="1303" y="526"/>
                  <a:pt x="1303" y="526"/>
                </a:cubicBezTo>
                <a:cubicBezTo>
                  <a:pt x="1120" y="454"/>
                  <a:pt x="954" y="426"/>
                  <a:pt x="806" y="426"/>
                </a:cubicBezTo>
                <a:cubicBezTo>
                  <a:pt x="295" y="426"/>
                  <a:pt x="0" y="758"/>
                  <a:pt x="0" y="758"/>
                </a:cubicBezTo>
                <a:lnTo>
                  <a:pt x="5460" y="758"/>
                </a:lnTo>
                <a:cubicBezTo>
                  <a:pt x="5270" y="491"/>
                  <a:pt x="4996" y="421"/>
                  <a:pt x="4764" y="421"/>
                </a:cubicBezTo>
                <a:cubicBezTo>
                  <a:pt x="4517" y="421"/>
                  <a:pt x="4318" y="500"/>
                  <a:pt x="4318" y="500"/>
                </a:cubicBezTo>
                <a:cubicBezTo>
                  <a:pt x="4212" y="383"/>
                  <a:pt x="4084" y="347"/>
                  <a:pt x="3969" y="347"/>
                </a:cubicBezTo>
                <a:cubicBezTo>
                  <a:pt x="3795" y="347"/>
                  <a:pt x="3649" y="428"/>
                  <a:pt x="3649" y="428"/>
                </a:cubicBezTo>
                <a:cubicBezTo>
                  <a:pt x="3649" y="428"/>
                  <a:pt x="3408" y="0"/>
                  <a:pt x="27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7329" name="Shape 7329"/>
        <p:cNvGrpSpPr/>
        <p:nvPr/>
      </p:nvGrpSpPr>
      <p:grpSpPr>
        <a:xfrm>
          <a:off x="0" y="0"/>
          <a:ext cx="0" cy="0"/>
          <a:chOff x="0" y="0"/>
          <a:chExt cx="0" cy="0"/>
        </a:xfrm>
      </p:grpSpPr>
      <p:grpSp>
        <p:nvGrpSpPr>
          <p:cNvPr id="7330" name="Google Shape;7330;p115"/>
          <p:cNvGrpSpPr/>
          <p:nvPr/>
        </p:nvGrpSpPr>
        <p:grpSpPr>
          <a:xfrm flipH="1">
            <a:off x="5956691" y="-100015"/>
            <a:ext cx="4267658" cy="3288312"/>
            <a:chOff x="3266327" y="1191568"/>
            <a:chExt cx="384038" cy="295876"/>
          </a:xfrm>
        </p:grpSpPr>
        <p:sp>
          <p:nvSpPr>
            <p:cNvPr id="7331" name="Google Shape;7331;p115"/>
            <p:cNvSpPr/>
            <p:nvPr/>
          </p:nvSpPr>
          <p:spPr>
            <a:xfrm>
              <a:off x="3266327"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115"/>
            <p:cNvSpPr/>
            <p:nvPr/>
          </p:nvSpPr>
          <p:spPr>
            <a:xfrm>
              <a:off x="3303116" y="1291670"/>
              <a:ext cx="314495"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115"/>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115"/>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115"/>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115"/>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115"/>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8" name="Google Shape;7338;p115"/>
          <p:cNvGrpSpPr/>
          <p:nvPr/>
        </p:nvGrpSpPr>
        <p:grpSpPr>
          <a:xfrm flipH="1">
            <a:off x="-201641" y="1888044"/>
            <a:ext cx="1496588" cy="1312418"/>
            <a:chOff x="3650956" y="1757963"/>
            <a:chExt cx="258943" cy="227815"/>
          </a:xfrm>
        </p:grpSpPr>
        <p:sp>
          <p:nvSpPr>
            <p:cNvPr id="7339" name="Google Shape;7339;p115"/>
            <p:cNvSpPr/>
            <p:nvPr/>
          </p:nvSpPr>
          <p:spPr>
            <a:xfrm>
              <a:off x="3650956" y="1757963"/>
              <a:ext cx="258943" cy="227815"/>
            </a:xfrm>
            <a:custGeom>
              <a:rect b="b" l="l" r="r" t="t"/>
              <a:pathLst>
                <a:path extrusionOk="0" h="6272" w="7129">
                  <a:moveTo>
                    <a:pt x="5416" y="0"/>
                  </a:moveTo>
                  <a:lnTo>
                    <a:pt x="3828" y="411"/>
                  </a:lnTo>
                  <a:lnTo>
                    <a:pt x="3337" y="1499"/>
                  </a:lnTo>
                  <a:lnTo>
                    <a:pt x="2320" y="1945"/>
                  </a:lnTo>
                  <a:lnTo>
                    <a:pt x="1642" y="3016"/>
                  </a:lnTo>
                  <a:lnTo>
                    <a:pt x="1535" y="4095"/>
                  </a:lnTo>
                  <a:lnTo>
                    <a:pt x="1018" y="5219"/>
                  </a:lnTo>
                  <a:lnTo>
                    <a:pt x="1" y="6272"/>
                  </a:lnTo>
                  <a:lnTo>
                    <a:pt x="3846" y="6272"/>
                  </a:lnTo>
                  <a:lnTo>
                    <a:pt x="3417" y="5255"/>
                  </a:lnTo>
                  <a:lnTo>
                    <a:pt x="3623" y="4461"/>
                  </a:lnTo>
                  <a:lnTo>
                    <a:pt x="4390" y="3408"/>
                  </a:lnTo>
                  <a:lnTo>
                    <a:pt x="4898" y="3533"/>
                  </a:lnTo>
                  <a:lnTo>
                    <a:pt x="5327" y="4505"/>
                  </a:lnTo>
                  <a:lnTo>
                    <a:pt x="5077" y="5522"/>
                  </a:lnTo>
                  <a:lnTo>
                    <a:pt x="5228" y="6272"/>
                  </a:lnTo>
                  <a:lnTo>
                    <a:pt x="7129" y="6272"/>
                  </a:lnTo>
                  <a:lnTo>
                    <a:pt x="6745" y="5174"/>
                  </a:lnTo>
                  <a:lnTo>
                    <a:pt x="7066" y="4211"/>
                  </a:lnTo>
                  <a:lnTo>
                    <a:pt x="6593" y="2837"/>
                  </a:lnTo>
                  <a:lnTo>
                    <a:pt x="6308" y="1196"/>
                  </a:lnTo>
                  <a:lnTo>
                    <a:pt x="54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115"/>
            <p:cNvSpPr/>
            <p:nvPr/>
          </p:nvSpPr>
          <p:spPr>
            <a:xfrm>
              <a:off x="3710595" y="1757963"/>
              <a:ext cx="169481" cy="109549"/>
            </a:xfrm>
            <a:custGeom>
              <a:rect b="b" l="l" r="r" t="t"/>
              <a:pathLst>
                <a:path extrusionOk="0" h="3016" w="4666">
                  <a:moveTo>
                    <a:pt x="3774" y="0"/>
                  </a:moveTo>
                  <a:lnTo>
                    <a:pt x="2186" y="411"/>
                  </a:lnTo>
                  <a:lnTo>
                    <a:pt x="1695" y="1499"/>
                  </a:lnTo>
                  <a:lnTo>
                    <a:pt x="678" y="1945"/>
                  </a:lnTo>
                  <a:lnTo>
                    <a:pt x="0" y="3016"/>
                  </a:lnTo>
                  <a:lnTo>
                    <a:pt x="0" y="3016"/>
                  </a:lnTo>
                  <a:lnTo>
                    <a:pt x="794" y="2346"/>
                  </a:lnTo>
                  <a:lnTo>
                    <a:pt x="1401" y="2257"/>
                  </a:lnTo>
                  <a:lnTo>
                    <a:pt x="1918" y="2552"/>
                  </a:lnTo>
                  <a:lnTo>
                    <a:pt x="1570" y="1927"/>
                  </a:lnTo>
                  <a:lnTo>
                    <a:pt x="2186" y="2061"/>
                  </a:lnTo>
                  <a:lnTo>
                    <a:pt x="2025" y="1579"/>
                  </a:lnTo>
                  <a:lnTo>
                    <a:pt x="2560" y="866"/>
                  </a:lnTo>
                  <a:lnTo>
                    <a:pt x="3649" y="803"/>
                  </a:lnTo>
                  <a:lnTo>
                    <a:pt x="4666" y="1196"/>
                  </a:lnTo>
                  <a:lnTo>
                    <a:pt x="3774"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115"/>
            <p:cNvSpPr/>
            <p:nvPr/>
          </p:nvSpPr>
          <p:spPr>
            <a:xfrm>
              <a:off x="3768600" y="1867472"/>
              <a:ext cx="141295" cy="118302"/>
            </a:xfrm>
            <a:custGeom>
              <a:rect b="b" l="l" r="r" t="t"/>
              <a:pathLst>
                <a:path extrusionOk="0" h="3257" w="3890">
                  <a:moveTo>
                    <a:pt x="1534" y="1"/>
                  </a:moveTo>
                  <a:lnTo>
                    <a:pt x="856" y="116"/>
                  </a:lnTo>
                  <a:lnTo>
                    <a:pt x="259" y="1196"/>
                  </a:lnTo>
                  <a:lnTo>
                    <a:pt x="71" y="447"/>
                  </a:lnTo>
                  <a:lnTo>
                    <a:pt x="0" y="1767"/>
                  </a:lnTo>
                  <a:lnTo>
                    <a:pt x="178" y="2240"/>
                  </a:lnTo>
                  <a:lnTo>
                    <a:pt x="384" y="1446"/>
                  </a:lnTo>
                  <a:lnTo>
                    <a:pt x="1151" y="393"/>
                  </a:lnTo>
                  <a:lnTo>
                    <a:pt x="1659" y="518"/>
                  </a:lnTo>
                  <a:lnTo>
                    <a:pt x="2088" y="1490"/>
                  </a:lnTo>
                  <a:lnTo>
                    <a:pt x="1838" y="2507"/>
                  </a:lnTo>
                  <a:lnTo>
                    <a:pt x="1989" y="3257"/>
                  </a:lnTo>
                  <a:lnTo>
                    <a:pt x="3890" y="3257"/>
                  </a:lnTo>
                  <a:lnTo>
                    <a:pt x="3506" y="2159"/>
                  </a:lnTo>
                  <a:lnTo>
                    <a:pt x="3488" y="3087"/>
                  </a:lnTo>
                  <a:lnTo>
                    <a:pt x="2935" y="2820"/>
                  </a:lnTo>
                  <a:lnTo>
                    <a:pt x="2882" y="1767"/>
                  </a:lnTo>
                  <a:lnTo>
                    <a:pt x="2614" y="2820"/>
                  </a:lnTo>
                  <a:lnTo>
                    <a:pt x="2177" y="2382"/>
                  </a:lnTo>
                  <a:lnTo>
                    <a:pt x="2543" y="973"/>
                  </a:lnTo>
                  <a:lnTo>
                    <a:pt x="1534"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115"/>
            <p:cNvSpPr/>
            <p:nvPr/>
          </p:nvSpPr>
          <p:spPr>
            <a:xfrm>
              <a:off x="3722908" y="1895331"/>
              <a:ext cx="23682" cy="90443"/>
            </a:xfrm>
            <a:custGeom>
              <a:rect b="b" l="l" r="r" t="t"/>
              <a:pathLst>
                <a:path extrusionOk="0" h="2490" w="652">
                  <a:moveTo>
                    <a:pt x="179" y="1"/>
                  </a:moveTo>
                  <a:lnTo>
                    <a:pt x="286" y="1856"/>
                  </a:lnTo>
                  <a:lnTo>
                    <a:pt x="0" y="2490"/>
                  </a:lnTo>
                  <a:lnTo>
                    <a:pt x="651" y="2490"/>
                  </a:lnTo>
                  <a:lnTo>
                    <a:pt x="598" y="1910"/>
                  </a:lnTo>
                  <a:lnTo>
                    <a:pt x="598" y="1348"/>
                  </a:lnTo>
                  <a:lnTo>
                    <a:pt x="179"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115"/>
            <p:cNvSpPr/>
            <p:nvPr/>
          </p:nvSpPr>
          <p:spPr>
            <a:xfrm>
              <a:off x="3650956" y="1906663"/>
              <a:ext cx="57390" cy="79110"/>
            </a:xfrm>
            <a:custGeom>
              <a:rect b="b" l="l" r="r" t="t"/>
              <a:pathLst>
                <a:path extrusionOk="0" h="2178" w="1580">
                  <a:moveTo>
                    <a:pt x="1535" y="1"/>
                  </a:moveTo>
                  <a:lnTo>
                    <a:pt x="1018" y="1125"/>
                  </a:lnTo>
                  <a:lnTo>
                    <a:pt x="1" y="2178"/>
                  </a:lnTo>
                  <a:lnTo>
                    <a:pt x="1250" y="2178"/>
                  </a:lnTo>
                  <a:lnTo>
                    <a:pt x="795" y="1839"/>
                  </a:lnTo>
                  <a:lnTo>
                    <a:pt x="1428" y="1303"/>
                  </a:lnTo>
                  <a:lnTo>
                    <a:pt x="1580" y="643"/>
                  </a:lnTo>
                  <a:lnTo>
                    <a:pt x="153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115"/>
            <p:cNvSpPr/>
            <p:nvPr/>
          </p:nvSpPr>
          <p:spPr>
            <a:xfrm>
              <a:off x="3857370" y="1801367"/>
              <a:ext cx="50270" cy="109549"/>
            </a:xfrm>
            <a:custGeom>
              <a:rect b="b" l="l" r="r" t="t"/>
              <a:pathLst>
                <a:path extrusionOk="0" h="3016" w="1384">
                  <a:moveTo>
                    <a:pt x="625" y="1"/>
                  </a:moveTo>
                  <a:lnTo>
                    <a:pt x="580" y="1357"/>
                  </a:lnTo>
                  <a:lnTo>
                    <a:pt x="0" y="402"/>
                  </a:lnTo>
                  <a:lnTo>
                    <a:pt x="411" y="1874"/>
                  </a:lnTo>
                  <a:lnTo>
                    <a:pt x="1383" y="3016"/>
                  </a:lnTo>
                  <a:lnTo>
                    <a:pt x="910" y="1642"/>
                  </a:lnTo>
                  <a:lnTo>
                    <a:pt x="62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45" name="Google Shape;7345;p115"/>
          <p:cNvSpPr txBox="1"/>
          <p:nvPr>
            <p:ph type="title"/>
          </p:nvPr>
        </p:nvSpPr>
        <p:spPr>
          <a:xfrm>
            <a:off x="713100" y="539400"/>
            <a:ext cx="3046500" cy="10074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3000"/>
              <a:buNone/>
              <a:defRPr sz="2200">
                <a:solidFill>
                  <a:schemeClr val="lt2"/>
                </a:solidFill>
              </a:defRPr>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Tree>
  </p:cSld>
  <p:clrMapOvr>
    <a:masterClrMapping/>
  </p:clrMapOvr>
</p:sldLayout>
</file>

<file path=ppt/slideLayouts/slideLayout1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7346" name="Shape 7346"/>
        <p:cNvGrpSpPr/>
        <p:nvPr/>
      </p:nvGrpSpPr>
      <p:grpSpPr>
        <a:xfrm>
          <a:off x="0" y="0"/>
          <a:ext cx="0" cy="0"/>
          <a:chOff x="0" y="0"/>
          <a:chExt cx="0" cy="0"/>
        </a:xfrm>
      </p:grpSpPr>
      <p:sp>
        <p:nvSpPr>
          <p:cNvPr id="7347" name="Google Shape;7347;p116"/>
          <p:cNvSpPr/>
          <p:nvPr/>
        </p:nvSpPr>
        <p:spPr>
          <a:xfrm>
            <a:off x="0" y="1168942"/>
            <a:ext cx="9144017" cy="3985219"/>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8" name="Google Shape;7348;p116"/>
          <p:cNvGrpSpPr/>
          <p:nvPr/>
        </p:nvGrpSpPr>
        <p:grpSpPr>
          <a:xfrm flipH="1">
            <a:off x="5965241" y="2384854"/>
            <a:ext cx="3178784" cy="2759461"/>
            <a:chOff x="3460777" y="2171409"/>
            <a:chExt cx="376544" cy="325374"/>
          </a:xfrm>
        </p:grpSpPr>
        <p:sp>
          <p:nvSpPr>
            <p:cNvPr id="7349" name="Google Shape;7349;p116"/>
            <p:cNvSpPr/>
            <p:nvPr/>
          </p:nvSpPr>
          <p:spPr>
            <a:xfrm>
              <a:off x="3467569" y="2171409"/>
              <a:ext cx="12677" cy="111510"/>
            </a:xfrm>
            <a:custGeom>
              <a:rect b="b" l="l" r="r" t="t"/>
              <a:pathLst>
                <a:path extrusionOk="0" h="3070" w="349">
                  <a:moveTo>
                    <a:pt x="348" y="0"/>
                  </a:moveTo>
                  <a:cubicBezTo>
                    <a:pt x="348" y="0"/>
                    <a:pt x="304" y="45"/>
                    <a:pt x="313" y="116"/>
                  </a:cubicBezTo>
                  <a:cubicBezTo>
                    <a:pt x="322" y="179"/>
                    <a:pt x="259" y="197"/>
                    <a:pt x="286" y="250"/>
                  </a:cubicBezTo>
                  <a:cubicBezTo>
                    <a:pt x="313" y="304"/>
                    <a:pt x="232" y="322"/>
                    <a:pt x="268" y="393"/>
                  </a:cubicBezTo>
                  <a:cubicBezTo>
                    <a:pt x="304" y="455"/>
                    <a:pt x="214" y="536"/>
                    <a:pt x="250" y="607"/>
                  </a:cubicBezTo>
                  <a:cubicBezTo>
                    <a:pt x="277" y="678"/>
                    <a:pt x="206" y="714"/>
                    <a:pt x="241" y="777"/>
                  </a:cubicBezTo>
                  <a:cubicBezTo>
                    <a:pt x="277" y="839"/>
                    <a:pt x="161" y="910"/>
                    <a:pt x="214" y="1017"/>
                  </a:cubicBezTo>
                  <a:cubicBezTo>
                    <a:pt x="268" y="1116"/>
                    <a:pt x="170" y="1169"/>
                    <a:pt x="206" y="1249"/>
                  </a:cubicBezTo>
                  <a:cubicBezTo>
                    <a:pt x="232" y="1321"/>
                    <a:pt x="107" y="1410"/>
                    <a:pt x="170" y="1490"/>
                  </a:cubicBezTo>
                  <a:cubicBezTo>
                    <a:pt x="223" y="1579"/>
                    <a:pt x="116" y="1651"/>
                    <a:pt x="152" y="1713"/>
                  </a:cubicBezTo>
                  <a:cubicBezTo>
                    <a:pt x="188" y="1776"/>
                    <a:pt x="90" y="1865"/>
                    <a:pt x="143" y="1936"/>
                  </a:cubicBezTo>
                  <a:cubicBezTo>
                    <a:pt x="197" y="2008"/>
                    <a:pt x="72" y="2088"/>
                    <a:pt x="116" y="2186"/>
                  </a:cubicBezTo>
                  <a:cubicBezTo>
                    <a:pt x="152" y="2284"/>
                    <a:pt x="54" y="2391"/>
                    <a:pt x="107" y="2480"/>
                  </a:cubicBezTo>
                  <a:cubicBezTo>
                    <a:pt x="152" y="2561"/>
                    <a:pt x="36" y="2587"/>
                    <a:pt x="90" y="2677"/>
                  </a:cubicBezTo>
                  <a:cubicBezTo>
                    <a:pt x="143" y="2775"/>
                    <a:pt x="0" y="2891"/>
                    <a:pt x="0" y="3069"/>
                  </a:cubicBezTo>
                  <a:lnTo>
                    <a:pt x="348" y="3069"/>
                  </a:lnTo>
                  <a:lnTo>
                    <a:pt x="3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116"/>
            <p:cNvSpPr/>
            <p:nvPr/>
          </p:nvSpPr>
          <p:spPr>
            <a:xfrm>
              <a:off x="3480209" y="2171409"/>
              <a:ext cx="13003" cy="111510"/>
            </a:xfrm>
            <a:custGeom>
              <a:rect b="b" l="l" r="r" t="t"/>
              <a:pathLst>
                <a:path extrusionOk="0" h="3070" w="358">
                  <a:moveTo>
                    <a:pt x="0" y="0"/>
                  </a:moveTo>
                  <a:lnTo>
                    <a:pt x="0" y="3069"/>
                  </a:lnTo>
                  <a:lnTo>
                    <a:pt x="357" y="3069"/>
                  </a:lnTo>
                  <a:cubicBezTo>
                    <a:pt x="357" y="2891"/>
                    <a:pt x="214" y="2775"/>
                    <a:pt x="268" y="2677"/>
                  </a:cubicBezTo>
                  <a:cubicBezTo>
                    <a:pt x="321" y="2587"/>
                    <a:pt x="205" y="2561"/>
                    <a:pt x="250" y="2480"/>
                  </a:cubicBezTo>
                  <a:cubicBezTo>
                    <a:pt x="304" y="2391"/>
                    <a:pt x="205" y="2284"/>
                    <a:pt x="241" y="2186"/>
                  </a:cubicBezTo>
                  <a:cubicBezTo>
                    <a:pt x="286" y="2088"/>
                    <a:pt x="161" y="2008"/>
                    <a:pt x="214" y="1936"/>
                  </a:cubicBezTo>
                  <a:cubicBezTo>
                    <a:pt x="268" y="1865"/>
                    <a:pt x="170" y="1776"/>
                    <a:pt x="205" y="1713"/>
                  </a:cubicBezTo>
                  <a:cubicBezTo>
                    <a:pt x="241" y="1651"/>
                    <a:pt x="134" y="1579"/>
                    <a:pt x="188" y="1490"/>
                  </a:cubicBezTo>
                  <a:cubicBezTo>
                    <a:pt x="250" y="1410"/>
                    <a:pt x="125" y="1321"/>
                    <a:pt x="152" y="1249"/>
                  </a:cubicBezTo>
                  <a:cubicBezTo>
                    <a:pt x="188" y="1169"/>
                    <a:pt x="89" y="1116"/>
                    <a:pt x="143" y="1017"/>
                  </a:cubicBezTo>
                  <a:cubicBezTo>
                    <a:pt x="197" y="910"/>
                    <a:pt x="81" y="839"/>
                    <a:pt x="116" y="777"/>
                  </a:cubicBezTo>
                  <a:cubicBezTo>
                    <a:pt x="152" y="714"/>
                    <a:pt x="81" y="678"/>
                    <a:pt x="107" y="607"/>
                  </a:cubicBezTo>
                  <a:cubicBezTo>
                    <a:pt x="143" y="536"/>
                    <a:pt x="54" y="455"/>
                    <a:pt x="89" y="393"/>
                  </a:cubicBezTo>
                  <a:cubicBezTo>
                    <a:pt x="125" y="322"/>
                    <a:pt x="45" y="304"/>
                    <a:pt x="72" y="250"/>
                  </a:cubicBezTo>
                  <a:cubicBezTo>
                    <a:pt x="98" y="197"/>
                    <a:pt x="36" y="179"/>
                    <a:pt x="45" y="116"/>
                  </a:cubicBezTo>
                  <a:cubicBezTo>
                    <a:pt x="54" y="45"/>
                    <a:pt x="0" y="0"/>
                    <a:pt x="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116"/>
            <p:cNvSpPr/>
            <p:nvPr/>
          </p:nvSpPr>
          <p:spPr>
            <a:xfrm>
              <a:off x="3560879" y="2222586"/>
              <a:ext cx="13003" cy="111510"/>
            </a:xfrm>
            <a:custGeom>
              <a:rect b="b" l="l" r="r" t="t"/>
              <a:pathLst>
                <a:path extrusionOk="0" h="3070" w="358">
                  <a:moveTo>
                    <a:pt x="357" y="1"/>
                  </a:moveTo>
                  <a:cubicBezTo>
                    <a:pt x="357" y="1"/>
                    <a:pt x="304" y="54"/>
                    <a:pt x="313" y="117"/>
                  </a:cubicBezTo>
                  <a:cubicBezTo>
                    <a:pt x="322" y="179"/>
                    <a:pt x="259" y="206"/>
                    <a:pt x="286" y="251"/>
                  </a:cubicBezTo>
                  <a:cubicBezTo>
                    <a:pt x="313" y="304"/>
                    <a:pt x="233" y="331"/>
                    <a:pt x="268" y="393"/>
                  </a:cubicBezTo>
                  <a:cubicBezTo>
                    <a:pt x="304" y="456"/>
                    <a:pt x="215" y="536"/>
                    <a:pt x="250" y="608"/>
                  </a:cubicBezTo>
                  <a:cubicBezTo>
                    <a:pt x="277" y="688"/>
                    <a:pt x="206" y="715"/>
                    <a:pt x="241" y="777"/>
                  </a:cubicBezTo>
                  <a:cubicBezTo>
                    <a:pt x="277" y="839"/>
                    <a:pt x="161" y="911"/>
                    <a:pt x="215" y="1018"/>
                  </a:cubicBezTo>
                  <a:cubicBezTo>
                    <a:pt x="268" y="1125"/>
                    <a:pt x="170" y="1178"/>
                    <a:pt x="206" y="1250"/>
                  </a:cubicBezTo>
                  <a:cubicBezTo>
                    <a:pt x="233" y="1321"/>
                    <a:pt x="108" y="1410"/>
                    <a:pt x="170" y="1491"/>
                  </a:cubicBezTo>
                  <a:cubicBezTo>
                    <a:pt x="224" y="1580"/>
                    <a:pt x="117" y="1651"/>
                    <a:pt x="152" y="1714"/>
                  </a:cubicBezTo>
                  <a:cubicBezTo>
                    <a:pt x="188" y="1776"/>
                    <a:pt x="90" y="1865"/>
                    <a:pt x="143" y="1937"/>
                  </a:cubicBezTo>
                  <a:cubicBezTo>
                    <a:pt x="197" y="2008"/>
                    <a:pt x="72" y="2097"/>
                    <a:pt x="117" y="2187"/>
                  </a:cubicBezTo>
                  <a:cubicBezTo>
                    <a:pt x="152" y="2285"/>
                    <a:pt x="54" y="2392"/>
                    <a:pt x="108" y="2481"/>
                  </a:cubicBezTo>
                  <a:cubicBezTo>
                    <a:pt x="152" y="2561"/>
                    <a:pt x="36" y="2588"/>
                    <a:pt x="90" y="2677"/>
                  </a:cubicBezTo>
                  <a:cubicBezTo>
                    <a:pt x="143" y="2775"/>
                    <a:pt x="1" y="2900"/>
                    <a:pt x="1" y="3070"/>
                  </a:cubicBezTo>
                  <a:lnTo>
                    <a:pt x="357" y="3070"/>
                  </a:lnTo>
                  <a:lnTo>
                    <a:pt x="35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116"/>
            <p:cNvSpPr/>
            <p:nvPr/>
          </p:nvSpPr>
          <p:spPr>
            <a:xfrm>
              <a:off x="3573845" y="2222586"/>
              <a:ext cx="12677" cy="111510"/>
            </a:xfrm>
            <a:custGeom>
              <a:rect b="b" l="l" r="r" t="t"/>
              <a:pathLst>
                <a:path extrusionOk="0" h="3070" w="349">
                  <a:moveTo>
                    <a:pt x="0" y="1"/>
                  </a:moveTo>
                  <a:lnTo>
                    <a:pt x="0" y="3070"/>
                  </a:lnTo>
                  <a:lnTo>
                    <a:pt x="348" y="3070"/>
                  </a:lnTo>
                  <a:cubicBezTo>
                    <a:pt x="348" y="2900"/>
                    <a:pt x="206" y="2775"/>
                    <a:pt x="259" y="2677"/>
                  </a:cubicBezTo>
                  <a:cubicBezTo>
                    <a:pt x="313" y="2588"/>
                    <a:pt x="197" y="2561"/>
                    <a:pt x="241" y="2481"/>
                  </a:cubicBezTo>
                  <a:cubicBezTo>
                    <a:pt x="295" y="2392"/>
                    <a:pt x="197" y="2285"/>
                    <a:pt x="232" y="2187"/>
                  </a:cubicBezTo>
                  <a:cubicBezTo>
                    <a:pt x="277" y="2097"/>
                    <a:pt x="152" y="2008"/>
                    <a:pt x="206" y="1937"/>
                  </a:cubicBezTo>
                  <a:cubicBezTo>
                    <a:pt x="259" y="1865"/>
                    <a:pt x="161" y="1776"/>
                    <a:pt x="197" y="1714"/>
                  </a:cubicBezTo>
                  <a:cubicBezTo>
                    <a:pt x="232" y="1651"/>
                    <a:pt x="125" y="1580"/>
                    <a:pt x="188" y="1491"/>
                  </a:cubicBezTo>
                  <a:cubicBezTo>
                    <a:pt x="241" y="1410"/>
                    <a:pt x="116" y="1321"/>
                    <a:pt x="143" y="1250"/>
                  </a:cubicBezTo>
                  <a:cubicBezTo>
                    <a:pt x="179" y="1178"/>
                    <a:pt x="81" y="1125"/>
                    <a:pt x="134" y="1018"/>
                  </a:cubicBezTo>
                  <a:cubicBezTo>
                    <a:pt x="188" y="911"/>
                    <a:pt x="72" y="839"/>
                    <a:pt x="108" y="777"/>
                  </a:cubicBezTo>
                  <a:cubicBezTo>
                    <a:pt x="143" y="715"/>
                    <a:pt x="72" y="688"/>
                    <a:pt x="99" y="608"/>
                  </a:cubicBezTo>
                  <a:cubicBezTo>
                    <a:pt x="134" y="536"/>
                    <a:pt x="45" y="456"/>
                    <a:pt x="81" y="393"/>
                  </a:cubicBezTo>
                  <a:cubicBezTo>
                    <a:pt x="116" y="331"/>
                    <a:pt x="45" y="304"/>
                    <a:pt x="63" y="251"/>
                  </a:cubicBezTo>
                  <a:cubicBezTo>
                    <a:pt x="90" y="206"/>
                    <a:pt x="27" y="179"/>
                    <a:pt x="36" y="117"/>
                  </a:cubicBezTo>
                  <a:cubicBezTo>
                    <a:pt x="45" y="54"/>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116"/>
            <p:cNvSpPr/>
            <p:nvPr/>
          </p:nvSpPr>
          <p:spPr>
            <a:xfrm>
              <a:off x="3487001" y="2207367"/>
              <a:ext cx="12677" cy="111183"/>
            </a:xfrm>
            <a:custGeom>
              <a:rect b="b" l="l" r="r" t="t"/>
              <a:pathLst>
                <a:path extrusionOk="0" h="3061" w="349">
                  <a:moveTo>
                    <a:pt x="349" y="1"/>
                  </a:moveTo>
                  <a:cubicBezTo>
                    <a:pt x="349" y="1"/>
                    <a:pt x="304" y="45"/>
                    <a:pt x="313" y="108"/>
                  </a:cubicBezTo>
                  <a:cubicBezTo>
                    <a:pt x="322" y="170"/>
                    <a:pt x="259" y="197"/>
                    <a:pt x="286" y="250"/>
                  </a:cubicBezTo>
                  <a:cubicBezTo>
                    <a:pt x="304" y="304"/>
                    <a:pt x="224" y="322"/>
                    <a:pt x="268" y="384"/>
                  </a:cubicBezTo>
                  <a:cubicBezTo>
                    <a:pt x="304" y="456"/>
                    <a:pt x="215" y="527"/>
                    <a:pt x="241" y="607"/>
                  </a:cubicBezTo>
                  <a:cubicBezTo>
                    <a:pt x="277" y="679"/>
                    <a:pt x="206" y="714"/>
                    <a:pt x="241" y="777"/>
                  </a:cubicBezTo>
                  <a:cubicBezTo>
                    <a:pt x="268" y="839"/>
                    <a:pt x="161" y="911"/>
                    <a:pt x="215" y="1009"/>
                  </a:cubicBezTo>
                  <a:cubicBezTo>
                    <a:pt x="268" y="1116"/>
                    <a:pt x="170" y="1169"/>
                    <a:pt x="197" y="1241"/>
                  </a:cubicBezTo>
                  <a:cubicBezTo>
                    <a:pt x="233" y="1321"/>
                    <a:pt x="108" y="1401"/>
                    <a:pt x="161" y="1490"/>
                  </a:cubicBezTo>
                  <a:cubicBezTo>
                    <a:pt x="224" y="1571"/>
                    <a:pt x="117" y="1642"/>
                    <a:pt x="152" y="1705"/>
                  </a:cubicBezTo>
                  <a:cubicBezTo>
                    <a:pt x="188" y="1776"/>
                    <a:pt x="90" y="1865"/>
                    <a:pt x="143" y="1936"/>
                  </a:cubicBezTo>
                  <a:cubicBezTo>
                    <a:pt x="197" y="2008"/>
                    <a:pt x="72" y="2088"/>
                    <a:pt x="108" y="2186"/>
                  </a:cubicBezTo>
                  <a:cubicBezTo>
                    <a:pt x="152" y="2284"/>
                    <a:pt x="54" y="2391"/>
                    <a:pt x="99" y="2472"/>
                  </a:cubicBezTo>
                  <a:cubicBezTo>
                    <a:pt x="152" y="2561"/>
                    <a:pt x="36" y="2579"/>
                    <a:pt x="90" y="2677"/>
                  </a:cubicBezTo>
                  <a:cubicBezTo>
                    <a:pt x="143" y="2766"/>
                    <a:pt x="1" y="2891"/>
                    <a:pt x="1" y="3061"/>
                  </a:cubicBezTo>
                  <a:lnTo>
                    <a:pt x="349" y="3061"/>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116"/>
            <p:cNvSpPr/>
            <p:nvPr/>
          </p:nvSpPr>
          <p:spPr>
            <a:xfrm>
              <a:off x="3499641" y="2207367"/>
              <a:ext cx="12677" cy="111183"/>
            </a:xfrm>
            <a:custGeom>
              <a:rect b="b" l="l" r="r" t="t"/>
              <a:pathLst>
                <a:path extrusionOk="0" h="3061" w="349">
                  <a:moveTo>
                    <a:pt x="1" y="1"/>
                  </a:moveTo>
                  <a:lnTo>
                    <a:pt x="1" y="3061"/>
                  </a:lnTo>
                  <a:lnTo>
                    <a:pt x="348" y="3061"/>
                  </a:lnTo>
                  <a:cubicBezTo>
                    <a:pt x="348" y="2891"/>
                    <a:pt x="215" y="2766"/>
                    <a:pt x="268" y="2677"/>
                  </a:cubicBezTo>
                  <a:cubicBezTo>
                    <a:pt x="322" y="2579"/>
                    <a:pt x="197" y="2561"/>
                    <a:pt x="250" y="2472"/>
                  </a:cubicBezTo>
                  <a:cubicBezTo>
                    <a:pt x="304" y="2391"/>
                    <a:pt x="197" y="2284"/>
                    <a:pt x="241" y="2186"/>
                  </a:cubicBezTo>
                  <a:cubicBezTo>
                    <a:pt x="286" y="2088"/>
                    <a:pt x="161" y="2008"/>
                    <a:pt x="215" y="1936"/>
                  </a:cubicBezTo>
                  <a:cubicBezTo>
                    <a:pt x="268" y="1865"/>
                    <a:pt x="170" y="1776"/>
                    <a:pt x="206" y="1705"/>
                  </a:cubicBezTo>
                  <a:cubicBezTo>
                    <a:pt x="241" y="1642"/>
                    <a:pt x="134" y="1571"/>
                    <a:pt x="188" y="1490"/>
                  </a:cubicBezTo>
                  <a:cubicBezTo>
                    <a:pt x="241" y="1401"/>
                    <a:pt x="117" y="1321"/>
                    <a:pt x="152" y="1241"/>
                  </a:cubicBezTo>
                  <a:cubicBezTo>
                    <a:pt x="188" y="1169"/>
                    <a:pt x="81" y="1116"/>
                    <a:pt x="134" y="1009"/>
                  </a:cubicBezTo>
                  <a:cubicBezTo>
                    <a:pt x="188" y="911"/>
                    <a:pt x="81" y="839"/>
                    <a:pt x="117" y="777"/>
                  </a:cubicBezTo>
                  <a:cubicBezTo>
                    <a:pt x="152" y="714"/>
                    <a:pt x="72" y="679"/>
                    <a:pt x="108" y="607"/>
                  </a:cubicBezTo>
                  <a:cubicBezTo>
                    <a:pt x="143" y="527"/>
                    <a:pt x="54" y="456"/>
                    <a:pt x="90" y="384"/>
                  </a:cubicBezTo>
                  <a:cubicBezTo>
                    <a:pt x="125" y="322"/>
                    <a:pt x="45" y="304"/>
                    <a:pt x="72" y="250"/>
                  </a:cubicBezTo>
                  <a:cubicBezTo>
                    <a:pt x="99" y="197"/>
                    <a:pt x="36" y="170"/>
                    <a:pt x="45" y="108"/>
                  </a:cubicBezTo>
                  <a:cubicBezTo>
                    <a:pt x="45" y="45"/>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116"/>
            <p:cNvSpPr/>
            <p:nvPr/>
          </p:nvSpPr>
          <p:spPr>
            <a:xfrm>
              <a:off x="3666174" y="2309104"/>
              <a:ext cx="12677" cy="111510"/>
            </a:xfrm>
            <a:custGeom>
              <a:rect b="b" l="l" r="r" t="t"/>
              <a:pathLst>
                <a:path extrusionOk="0" h="3070" w="349">
                  <a:moveTo>
                    <a:pt x="349" y="1"/>
                  </a:moveTo>
                  <a:cubicBezTo>
                    <a:pt x="349" y="1"/>
                    <a:pt x="304" y="54"/>
                    <a:pt x="304" y="117"/>
                  </a:cubicBezTo>
                  <a:cubicBezTo>
                    <a:pt x="313" y="179"/>
                    <a:pt x="251" y="206"/>
                    <a:pt x="278" y="251"/>
                  </a:cubicBezTo>
                  <a:cubicBezTo>
                    <a:pt x="304" y="304"/>
                    <a:pt x="224" y="322"/>
                    <a:pt x="260" y="393"/>
                  </a:cubicBezTo>
                  <a:cubicBezTo>
                    <a:pt x="295" y="456"/>
                    <a:pt x="206" y="536"/>
                    <a:pt x="242" y="607"/>
                  </a:cubicBezTo>
                  <a:cubicBezTo>
                    <a:pt x="278" y="688"/>
                    <a:pt x="197" y="715"/>
                    <a:pt x="233" y="777"/>
                  </a:cubicBezTo>
                  <a:cubicBezTo>
                    <a:pt x="269" y="839"/>
                    <a:pt x="162" y="911"/>
                    <a:pt x="215" y="1018"/>
                  </a:cubicBezTo>
                  <a:cubicBezTo>
                    <a:pt x="269" y="1125"/>
                    <a:pt x="162" y="1178"/>
                    <a:pt x="197" y="1250"/>
                  </a:cubicBezTo>
                  <a:cubicBezTo>
                    <a:pt x="233" y="1321"/>
                    <a:pt x="108" y="1410"/>
                    <a:pt x="162" y="1491"/>
                  </a:cubicBezTo>
                  <a:cubicBezTo>
                    <a:pt x="215" y="1580"/>
                    <a:pt x="108" y="1651"/>
                    <a:pt x="144" y="1714"/>
                  </a:cubicBezTo>
                  <a:cubicBezTo>
                    <a:pt x="179" y="1776"/>
                    <a:pt x="81" y="1865"/>
                    <a:pt x="135" y="1937"/>
                  </a:cubicBezTo>
                  <a:cubicBezTo>
                    <a:pt x="188" y="2008"/>
                    <a:pt x="63" y="2088"/>
                    <a:pt x="108" y="2186"/>
                  </a:cubicBezTo>
                  <a:cubicBezTo>
                    <a:pt x="153" y="2285"/>
                    <a:pt x="46" y="2392"/>
                    <a:pt x="99" y="2481"/>
                  </a:cubicBezTo>
                  <a:cubicBezTo>
                    <a:pt x="153" y="2561"/>
                    <a:pt x="28" y="2588"/>
                    <a:pt x="81" y="2677"/>
                  </a:cubicBezTo>
                  <a:cubicBezTo>
                    <a:pt x="135" y="2775"/>
                    <a:pt x="1" y="2891"/>
                    <a:pt x="1" y="3070"/>
                  </a:cubicBezTo>
                  <a:lnTo>
                    <a:pt x="349" y="3070"/>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116"/>
            <p:cNvSpPr/>
            <p:nvPr/>
          </p:nvSpPr>
          <p:spPr>
            <a:xfrm>
              <a:off x="3678814" y="2309104"/>
              <a:ext cx="12677" cy="111510"/>
            </a:xfrm>
            <a:custGeom>
              <a:rect b="b" l="l" r="r" t="t"/>
              <a:pathLst>
                <a:path extrusionOk="0" h="3070" w="349">
                  <a:moveTo>
                    <a:pt x="1" y="1"/>
                  </a:moveTo>
                  <a:lnTo>
                    <a:pt x="1" y="3070"/>
                  </a:lnTo>
                  <a:lnTo>
                    <a:pt x="349" y="3070"/>
                  </a:lnTo>
                  <a:cubicBezTo>
                    <a:pt x="349" y="2891"/>
                    <a:pt x="206" y="2775"/>
                    <a:pt x="260" y="2677"/>
                  </a:cubicBezTo>
                  <a:cubicBezTo>
                    <a:pt x="322" y="2588"/>
                    <a:pt x="197" y="2561"/>
                    <a:pt x="251" y="2481"/>
                  </a:cubicBezTo>
                  <a:cubicBezTo>
                    <a:pt x="295" y="2392"/>
                    <a:pt x="197" y="2285"/>
                    <a:pt x="242" y="2186"/>
                  </a:cubicBezTo>
                  <a:cubicBezTo>
                    <a:pt x="277" y="2088"/>
                    <a:pt x="153" y="2008"/>
                    <a:pt x="206" y="1937"/>
                  </a:cubicBezTo>
                  <a:cubicBezTo>
                    <a:pt x="260" y="1865"/>
                    <a:pt x="161" y="1776"/>
                    <a:pt x="197" y="1714"/>
                  </a:cubicBezTo>
                  <a:cubicBezTo>
                    <a:pt x="233" y="1651"/>
                    <a:pt x="135" y="1580"/>
                    <a:pt x="188" y="1491"/>
                  </a:cubicBezTo>
                  <a:cubicBezTo>
                    <a:pt x="242" y="1410"/>
                    <a:pt x="117" y="1321"/>
                    <a:pt x="153" y="1250"/>
                  </a:cubicBezTo>
                  <a:cubicBezTo>
                    <a:pt x="179" y="1178"/>
                    <a:pt x="81" y="1125"/>
                    <a:pt x="135" y="1018"/>
                  </a:cubicBezTo>
                  <a:cubicBezTo>
                    <a:pt x="188" y="911"/>
                    <a:pt x="81" y="839"/>
                    <a:pt x="117" y="777"/>
                  </a:cubicBezTo>
                  <a:cubicBezTo>
                    <a:pt x="144" y="715"/>
                    <a:pt x="72" y="688"/>
                    <a:pt x="108" y="607"/>
                  </a:cubicBezTo>
                  <a:cubicBezTo>
                    <a:pt x="135" y="536"/>
                    <a:pt x="45" y="456"/>
                    <a:pt x="90" y="393"/>
                  </a:cubicBezTo>
                  <a:cubicBezTo>
                    <a:pt x="126" y="322"/>
                    <a:pt x="45" y="304"/>
                    <a:pt x="63" y="251"/>
                  </a:cubicBezTo>
                  <a:cubicBezTo>
                    <a:pt x="90" y="206"/>
                    <a:pt x="28" y="179"/>
                    <a:pt x="37" y="117"/>
                  </a:cubicBezTo>
                  <a:cubicBezTo>
                    <a:pt x="45" y="54"/>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116"/>
            <p:cNvSpPr/>
            <p:nvPr/>
          </p:nvSpPr>
          <p:spPr>
            <a:xfrm>
              <a:off x="3666501" y="2389156"/>
              <a:ext cx="61276" cy="107624"/>
            </a:xfrm>
            <a:custGeom>
              <a:rect b="b" l="l" r="r" t="t"/>
              <a:pathLst>
                <a:path extrusionOk="0" h="2963" w="1687">
                  <a:moveTo>
                    <a:pt x="1" y="0"/>
                  </a:moveTo>
                  <a:lnTo>
                    <a:pt x="1" y="2962"/>
                  </a:lnTo>
                  <a:lnTo>
                    <a:pt x="1687" y="2962"/>
                  </a:lnTo>
                  <a:lnTo>
                    <a:pt x="1687"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116"/>
            <p:cNvSpPr/>
            <p:nvPr/>
          </p:nvSpPr>
          <p:spPr>
            <a:xfrm>
              <a:off x="3652263" y="2374555"/>
              <a:ext cx="14275" cy="122225"/>
            </a:xfrm>
            <a:custGeom>
              <a:rect b="b" l="l" r="r" t="t"/>
              <a:pathLst>
                <a:path extrusionOk="0" h="3365" w="393">
                  <a:moveTo>
                    <a:pt x="0" y="1"/>
                  </a:moveTo>
                  <a:lnTo>
                    <a:pt x="0" y="3364"/>
                  </a:lnTo>
                  <a:lnTo>
                    <a:pt x="393" y="3364"/>
                  </a:lnTo>
                  <a:lnTo>
                    <a:pt x="393" y="402"/>
                  </a:lnTo>
                  <a:lnTo>
                    <a:pt x="0"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116"/>
            <p:cNvSpPr/>
            <p:nvPr/>
          </p:nvSpPr>
          <p:spPr>
            <a:xfrm>
              <a:off x="3710922" y="2399180"/>
              <a:ext cx="7482" cy="13657"/>
            </a:xfrm>
            <a:custGeom>
              <a:rect b="b" l="l" r="r" t="t"/>
              <a:pathLst>
                <a:path extrusionOk="0" h="376" w="206">
                  <a:moveTo>
                    <a:pt x="0" y="1"/>
                  </a:moveTo>
                  <a:lnTo>
                    <a:pt x="0" y="376"/>
                  </a:lnTo>
                  <a:lnTo>
                    <a:pt x="205" y="376"/>
                  </a:lnTo>
                  <a:lnTo>
                    <a:pt x="20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116"/>
            <p:cNvSpPr/>
            <p:nvPr/>
          </p:nvSpPr>
          <p:spPr>
            <a:xfrm>
              <a:off x="3677216" y="2402740"/>
              <a:ext cx="7809" cy="13657"/>
            </a:xfrm>
            <a:custGeom>
              <a:rect b="b" l="l" r="r" t="t"/>
              <a:pathLst>
                <a:path extrusionOk="0" h="376" w="215">
                  <a:moveTo>
                    <a:pt x="0" y="1"/>
                  </a:moveTo>
                  <a:lnTo>
                    <a:pt x="0" y="376"/>
                  </a:lnTo>
                  <a:lnTo>
                    <a:pt x="214" y="376"/>
                  </a:lnTo>
                  <a:lnTo>
                    <a:pt x="21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116"/>
            <p:cNvSpPr/>
            <p:nvPr/>
          </p:nvSpPr>
          <p:spPr>
            <a:xfrm>
              <a:off x="3713828" y="2428673"/>
              <a:ext cx="7809" cy="13657"/>
            </a:xfrm>
            <a:custGeom>
              <a:rect b="b" l="l" r="r" t="t"/>
              <a:pathLst>
                <a:path extrusionOk="0" h="376" w="215">
                  <a:moveTo>
                    <a:pt x="0" y="1"/>
                  </a:moveTo>
                  <a:lnTo>
                    <a:pt x="0" y="375"/>
                  </a:lnTo>
                  <a:lnTo>
                    <a:pt x="214" y="375"/>
                  </a:lnTo>
                  <a:lnTo>
                    <a:pt x="21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116"/>
            <p:cNvSpPr/>
            <p:nvPr/>
          </p:nvSpPr>
          <p:spPr>
            <a:xfrm>
              <a:off x="3691454" y="2433214"/>
              <a:ext cx="7809" cy="13657"/>
            </a:xfrm>
            <a:custGeom>
              <a:rect b="b" l="l" r="r" t="t"/>
              <a:pathLst>
                <a:path extrusionOk="0" h="376" w="215">
                  <a:moveTo>
                    <a:pt x="1" y="1"/>
                  </a:moveTo>
                  <a:lnTo>
                    <a:pt x="1" y="375"/>
                  </a:lnTo>
                  <a:lnTo>
                    <a:pt x="215" y="375"/>
                  </a:lnTo>
                  <a:lnTo>
                    <a:pt x="21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116"/>
            <p:cNvSpPr/>
            <p:nvPr/>
          </p:nvSpPr>
          <p:spPr>
            <a:xfrm>
              <a:off x="3693415" y="2467574"/>
              <a:ext cx="15255" cy="29203"/>
            </a:xfrm>
            <a:custGeom>
              <a:rect b="b" l="l" r="r" t="t"/>
              <a:pathLst>
                <a:path extrusionOk="0" h="804" w="420">
                  <a:moveTo>
                    <a:pt x="0" y="0"/>
                  </a:moveTo>
                  <a:lnTo>
                    <a:pt x="0" y="803"/>
                  </a:lnTo>
                  <a:lnTo>
                    <a:pt x="420" y="803"/>
                  </a:lnTo>
                  <a:lnTo>
                    <a:pt x="42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116"/>
            <p:cNvSpPr/>
            <p:nvPr/>
          </p:nvSpPr>
          <p:spPr>
            <a:xfrm>
              <a:off x="3652263" y="2374555"/>
              <a:ext cx="75514" cy="14638"/>
            </a:xfrm>
            <a:custGeom>
              <a:rect b="b" l="l" r="r" t="t"/>
              <a:pathLst>
                <a:path extrusionOk="0" h="403" w="2079">
                  <a:moveTo>
                    <a:pt x="0" y="1"/>
                  </a:moveTo>
                  <a:lnTo>
                    <a:pt x="393" y="402"/>
                  </a:lnTo>
                  <a:lnTo>
                    <a:pt x="2079" y="402"/>
                  </a:lnTo>
                  <a:lnTo>
                    <a:pt x="16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116"/>
            <p:cNvSpPr/>
            <p:nvPr/>
          </p:nvSpPr>
          <p:spPr>
            <a:xfrm>
              <a:off x="3551471" y="2334056"/>
              <a:ext cx="101812" cy="162725"/>
            </a:xfrm>
            <a:custGeom>
              <a:rect b="b" l="l" r="r" t="t"/>
              <a:pathLst>
                <a:path extrusionOk="0" h="4480" w="2803">
                  <a:moveTo>
                    <a:pt x="1" y="1"/>
                  </a:moveTo>
                  <a:lnTo>
                    <a:pt x="1" y="4479"/>
                  </a:lnTo>
                  <a:lnTo>
                    <a:pt x="2802" y="4479"/>
                  </a:lnTo>
                  <a:lnTo>
                    <a:pt x="2802"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116"/>
            <p:cNvSpPr/>
            <p:nvPr/>
          </p:nvSpPr>
          <p:spPr>
            <a:xfrm>
              <a:off x="3567053" y="2350582"/>
              <a:ext cx="12677" cy="22411"/>
            </a:xfrm>
            <a:custGeom>
              <a:rect b="b" l="l" r="r" t="t"/>
              <a:pathLst>
                <a:path extrusionOk="0" h="617" w="349">
                  <a:moveTo>
                    <a:pt x="0" y="1"/>
                  </a:moveTo>
                  <a:lnTo>
                    <a:pt x="0" y="616"/>
                  </a:lnTo>
                  <a:lnTo>
                    <a:pt x="348" y="616"/>
                  </a:lnTo>
                  <a:lnTo>
                    <a:pt x="34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116"/>
            <p:cNvSpPr/>
            <p:nvPr/>
          </p:nvSpPr>
          <p:spPr>
            <a:xfrm>
              <a:off x="3581291" y="2372956"/>
              <a:ext cx="12677" cy="22702"/>
            </a:xfrm>
            <a:custGeom>
              <a:rect b="b" l="l" r="r" t="t"/>
              <a:pathLst>
                <a:path extrusionOk="0" h="625" w="349">
                  <a:moveTo>
                    <a:pt x="1" y="0"/>
                  </a:moveTo>
                  <a:lnTo>
                    <a:pt x="1" y="625"/>
                  </a:lnTo>
                  <a:lnTo>
                    <a:pt x="349" y="625"/>
                  </a:lnTo>
                  <a:lnTo>
                    <a:pt x="349"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116"/>
            <p:cNvSpPr/>
            <p:nvPr/>
          </p:nvSpPr>
          <p:spPr>
            <a:xfrm>
              <a:off x="3622770" y="2356430"/>
              <a:ext cx="12677" cy="22702"/>
            </a:xfrm>
            <a:custGeom>
              <a:rect b="b" l="l" r="r" t="t"/>
              <a:pathLst>
                <a:path extrusionOk="0" h="625" w="349">
                  <a:moveTo>
                    <a:pt x="1" y="0"/>
                  </a:moveTo>
                  <a:lnTo>
                    <a:pt x="1" y="625"/>
                  </a:lnTo>
                  <a:lnTo>
                    <a:pt x="348" y="625"/>
                  </a:lnTo>
                  <a:lnTo>
                    <a:pt x="34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116"/>
            <p:cNvSpPr/>
            <p:nvPr/>
          </p:nvSpPr>
          <p:spPr>
            <a:xfrm>
              <a:off x="3562186" y="2399180"/>
              <a:ext cx="12677" cy="22738"/>
            </a:xfrm>
            <a:custGeom>
              <a:rect b="b" l="l" r="r" t="t"/>
              <a:pathLst>
                <a:path extrusionOk="0" h="626" w="349">
                  <a:moveTo>
                    <a:pt x="0" y="1"/>
                  </a:moveTo>
                  <a:lnTo>
                    <a:pt x="0" y="625"/>
                  </a:lnTo>
                  <a:lnTo>
                    <a:pt x="348" y="625"/>
                  </a:lnTo>
                  <a:lnTo>
                    <a:pt x="34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116"/>
            <p:cNvSpPr/>
            <p:nvPr/>
          </p:nvSpPr>
          <p:spPr>
            <a:xfrm>
              <a:off x="3618884" y="2405682"/>
              <a:ext cx="12677" cy="22375"/>
            </a:xfrm>
            <a:custGeom>
              <a:rect b="b" l="l" r="r" t="t"/>
              <a:pathLst>
                <a:path extrusionOk="0" h="616" w="349">
                  <a:moveTo>
                    <a:pt x="0" y="0"/>
                  </a:moveTo>
                  <a:lnTo>
                    <a:pt x="0" y="616"/>
                  </a:lnTo>
                  <a:lnTo>
                    <a:pt x="348" y="616"/>
                  </a:lnTo>
                  <a:lnTo>
                    <a:pt x="34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116"/>
            <p:cNvSpPr/>
            <p:nvPr/>
          </p:nvSpPr>
          <p:spPr>
            <a:xfrm>
              <a:off x="3579693" y="2444219"/>
              <a:ext cx="25280" cy="52559"/>
            </a:xfrm>
            <a:custGeom>
              <a:rect b="b" l="l" r="r" t="t"/>
              <a:pathLst>
                <a:path extrusionOk="0" h="1447" w="696">
                  <a:moveTo>
                    <a:pt x="0" y="1"/>
                  </a:moveTo>
                  <a:lnTo>
                    <a:pt x="0" y="1446"/>
                  </a:lnTo>
                  <a:lnTo>
                    <a:pt x="696" y="1446"/>
                  </a:lnTo>
                  <a:lnTo>
                    <a:pt x="69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116"/>
            <p:cNvSpPr/>
            <p:nvPr/>
          </p:nvSpPr>
          <p:spPr>
            <a:xfrm>
              <a:off x="3551471" y="2309430"/>
              <a:ext cx="114743" cy="24663"/>
            </a:xfrm>
            <a:custGeom>
              <a:rect b="b" l="l" r="r" t="t"/>
              <a:pathLst>
                <a:path extrusionOk="0" h="679" w="3159">
                  <a:moveTo>
                    <a:pt x="1" y="1"/>
                  </a:moveTo>
                  <a:lnTo>
                    <a:pt x="1" y="679"/>
                  </a:lnTo>
                  <a:lnTo>
                    <a:pt x="3159" y="679"/>
                  </a:lnTo>
                  <a:lnTo>
                    <a:pt x="248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116"/>
            <p:cNvSpPr/>
            <p:nvPr/>
          </p:nvSpPr>
          <p:spPr>
            <a:xfrm>
              <a:off x="3460777" y="2278339"/>
              <a:ext cx="90734" cy="218444"/>
            </a:xfrm>
            <a:custGeom>
              <a:rect b="b" l="l" r="r" t="t"/>
              <a:pathLst>
                <a:path extrusionOk="0" h="6014" w="2498">
                  <a:moveTo>
                    <a:pt x="0" y="0"/>
                  </a:moveTo>
                  <a:lnTo>
                    <a:pt x="0" y="6013"/>
                  </a:lnTo>
                  <a:lnTo>
                    <a:pt x="2498" y="6013"/>
                  </a:lnTo>
                  <a:lnTo>
                    <a:pt x="2498"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116"/>
            <p:cNvSpPr/>
            <p:nvPr/>
          </p:nvSpPr>
          <p:spPr>
            <a:xfrm>
              <a:off x="3474688" y="2292904"/>
              <a:ext cx="11369" cy="20450"/>
            </a:xfrm>
            <a:custGeom>
              <a:rect b="b" l="l" r="r" t="t"/>
              <a:pathLst>
                <a:path extrusionOk="0" h="563" w="313">
                  <a:moveTo>
                    <a:pt x="1" y="1"/>
                  </a:moveTo>
                  <a:lnTo>
                    <a:pt x="1" y="563"/>
                  </a:lnTo>
                  <a:lnTo>
                    <a:pt x="313" y="563"/>
                  </a:lnTo>
                  <a:lnTo>
                    <a:pt x="31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116"/>
            <p:cNvSpPr/>
            <p:nvPr/>
          </p:nvSpPr>
          <p:spPr>
            <a:xfrm>
              <a:off x="3499641" y="2313317"/>
              <a:ext cx="11369" cy="20123"/>
            </a:xfrm>
            <a:custGeom>
              <a:rect b="b" l="l" r="r" t="t"/>
              <a:pathLst>
                <a:path extrusionOk="0" h="554" w="313">
                  <a:moveTo>
                    <a:pt x="1" y="1"/>
                  </a:moveTo>
                  <a:lnTo>
                    <a:pt x="1" y="554"/>
                  </a:lnTo>
                  <a:lnTo>
                    <a:pt x="313" y="554"/>
                  </a:lnTo>
                  <a:lnTo>
                    <a:pt x="31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116"/>
            <p:cNvSpPr/>
            <p:nvPr/>
          </p:nvSpPr>
          <p:spPr>
            <a:xfrm>
              <a:off x="3524267" y="2298425"/>
              <a:ext cx="11369" cy="20123"/>
            </a:xfrm>
            <a:custGeom>
              <a:rect b="b" l="l" r="r" t="t"/>
              <a:pathLst>
                <a:path extrusionOk="0" h="554" w="313">
                  <a:moveTo>
                    <a:pt x="1" y="0"/>
                  </a:moveTo>
                  <a:lnTo>
                    <a:pt x="1" y="554"/>
                  </a:lnTo>
                  <a:lnTo>
                    <a:pt x="313" y="554"/>
                  </a:lnTo>
                  <a:lnTo>
                    <a:pt x="31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116"/>
            <p:cNvSpPr/>
            <p:nvPr/>
          </p:nvSpPr>
          <p:spPr>
            <a:xfrm>
              <a:off x="3470148" y="2336671"/>
              <a:ext cx="11369" cy="20123"/>
            </a:xfrm>
            <a:custGeom>
              <a:rect b="b" l="l" r="r" t="t"/>
              <a:pathLst>
                <a:path extrusionOk="0" h="554" w="313">
                  <a:moveTo>
                    <a:pt x="1" y="0"/>
                  </a:moveTo>
                  <a:lnTo>
                    <a:pt x="1" y="553"/>
                  </a:lnTo>
                  <a:lnTo>
                    <a:pt x="313" y="553"/>
                  </a:lnTo>
                  <a:lnTo>
                    <a:pt x="31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116"/>
            <p:cNvSpPr/>
            <p:nvPr/>
          </p:nvSpPr>
          <p:spPr>
            <a:xfrm>
              <a:off x="3486020" y="2385596"/>
              <a:ext cx="11405" cy="20123"/>
            </a:xfrm>
            <a:custGeom>
              <a:rect b="b" l="l" r="r" t="t"/>
              <a:pathLst>
                <a:path extrusionOk="0" h="554" w="314">
                  <a:moveTo>
                    <a:pt x="1" y="0"/>
                  </a:moveTo>
                  <a:lnTo>
                    <a:pt x="1" y="553"/>
                  </a:lnTo>
                  <a:lnTo>
                    <a:pt x="313" y="553"/>
                  </a:lnTo>
                  <a:lnTo>
                    <a:pt x="31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116"/>
            <p:cNvSpPr/>
            <p:nvPr/>
          </p:nvSpPr>
          <p:spPr>
            <a:xfrm>
              <a:off x="3469167" y="2415707"/>
              <a:ext cx="11078" cy="20123"/>
            </a:xfrm>
            <a:custGeom>
              <a:rect b="b" l="l" r="r" t="t"/>
              <a:pathLst>
                <a:path extrusionOk="0" h="554" w="305">
                  <a:moveTo>
                    <a:pt x="1" y="1"/>
                  </a:moveTo>
                  <a:lnTo>
                    <a:pt x="1" y="554"/>
                  </a:lnTo>
                  <a:lnTo>
                    <a:pt x="304" y="554"/>
                  </a:lnTo>
                  <a:lnTo>
                    <a:pt x="30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116"/>
            <p:cNvSpPr/>
            <p:nvPr/>
          </p:nvSpPr>
          <p:spPr>
            <a:xfrm>
              <a:off x="3521034" y="2342156"/>
              <a:ext cx="11369" cy="20123"/>
            </a:xfrm>
            <a:custGeom>
              <a:rect b="b" l="l" r="r" t="t"/>
              <a:pathLst>
                <a:path extrusionOk="0" h="554" w="313">
                  <a:moveTo>
                    <a:pt x="0" y="1"/>
                  </a:moveTo>
                  <a:lnTo>
                    <a:pt x="0" y="554"/>
                  </a:lnTo>
                  <a:lnTo>
                    <a:pt x="313" y="554"/>
                  </a:lnTo>
                  <a:lnTo>
                    <a:pt x="31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116"/>
            <p:cNvSpPr/>
            <p:nvPr/>
          </p:nvSpPr>
          <p:spPr>
            <a:xfrm>
              <a:off x="3489289" y="2449740"/>
              <a:ext cx="22702" cy="47038"/>
            </a:xfrm>
            <a:custGeom>
              <a:rect b="b" l="l" r="r" t="t"/>
              <a:pathLst>
                <a:path extrusionOk="0" h="1295" w="625">
                  <a:moveTo>
                    <a:pt x="0" y="1"/>
                  </a:moveTo>
                  <a:lnTo>
                    <a:pt x="0" y="1294"/>
                  </a:lnTo>
                  <a:lnTo>
                    <a:pt x="625" y="1294"/>
                  </a:lnTo>
                  <a:lnTo>
                    <a:pt x="62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116"/>
            <p:cNvSpPr/>
            <p:nvPr/>
          </p:nvSpPr>
          <p:spPr>
            <a:xfrm>
              <a:off x="3460777" y="2469135"/>
              <a:ext cx="39882" cy="27641"/>
            </a:xfrm>
            <a:custGeom>
              <a:rect b="b" l="l" r="r" t="t"/>
              <a:pathLst>
                <a:path extrusionOk="0" h="761" w="1098">
                  <a:moveTo>
                    <a:pt x="32" y="0"/>
                  </a:moveTo>
                  <a:cubicBezTo>
                    <a:pt x="12" y="0"/>
                    <a:pt x="0" y="2"/>
                    <a:pt x="0" y="2"/>
                  </a:cubicBezTo>
                  <a:lnTo>
                    <a:pt x="0" y="760"/>
                  </a:lnTo>
                  <a:lnTo>
                    <a:pt x="1097" y="760"/>
                  </a:lnTo>
                  <a:cubicBezTo>
                    <a:pt x="1061" y="508"/>
                    <a:pt x="901" y="455"/>
                    <a:pt x="771" y="455"/>
                  </a:cubicBezTo>
                  <a:cubicBezTo>
                    <a:pt x="676" y="455"/>
                    <a:pt x="598" y="484"/>
                    <a:pt x="598" y="484"/>
                  </a:cubicBezTo>
                  <a:cubicBezTo>
                    <a:pt x="582" y="355"/>
                    <a:pt x="505" y="329"/>
                    <a:pt x="445" y="329"/>
                  </a:cubicBezTo>
                  <a:cubicBezTo>
                    <a:pt x="406" y="329"/>
                    <a:pt x="375" y="341"/>
                    <a:pt x="375" y="341"/>
                  </a:cubicBezTo>
                  <a:cubicBezTo>
                    <a:pt x="346" y="30"/>
                    <a:pt x="117" y="0"/>
                    <a:pt x="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116"/>
            <p:cNvSpPr/>
            <p:nvPr/>
          </p:nvSpPr>
          <p:spPr>
            <a:xfrm>
              <a:off x="3653244" y="2473966"/>
              <a:ext cx="33090" cy="22811"/>
            </a:xfrm>
            <a:custGeom>
              <a:rect b="b" l="l" r="r" t="t"/>
              <a:pathLst>
                <a:path extrusionOk="0" h="628" w="911">
                  <a:moveTo>
                    <a:pt x="34" y="0"/>
                  </a:moveTo>
                  <a:cubicBezTo>
                    <a:pt x="13" y="0"/>
                    <a:pt x="0" y="3"/>
                    <a:pt x="0" y="3"/>
                  </a:cubicBezTo>
                  <a:lnTo>
                    <a:pt x="0" y="627"/>
                  </a:lnTo>
                  <a:lnTo>
                    <a:pt x="910" y="627"/>
                  </a:lnTo>
                  <a:cubicBezTo>
                    <a:pt x="879" y="417"/>
                    <a:pt x="739" y="374"/>
                    <a:pt x="629" y="374"/>
                  </a:cubicBezTo>
                  <a:cubicBezTo>
                    <a:pt x="553" y="374"/>
                    <a:pt x="491" y="395"/>
                    <a:pt x="491" y="395"/>
                  </a:cubicBezTo>
                  <a:cubicBezTo>
                    <a:pt x="474" y="291"/>
                    <a:pt x="411" y="271"/>
                    <a:pt x="364" y="271"/>
                  </a:cubicBezTo>
                  <a:cubicBezTo>
                    <a:pt x="335" y="271"/>
                    <a:pt x="312" y="279"/>
                    <a:pt x="312" y="279"/>
                  </a:cubicBezTo>
                  <a:cubicBezTo>
                    <a:pt x="284" y="28"/>
                    <a:pt x="109" y="0"/>
                    <a:pt x="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116"/>
            <p:cNvSpPr/>
            <p:nvPr/>
          </p:nvSpPr>
          <p:spPr>
            <a:xfrm>
              <a:off x="3460777" y="2256292"/>
              <a:ext cx="102429" cy="22084"/>
            </a:xfrm>
            <a:custGeom>
              <a:rect b="b" l="l" r="r" t="t"/>
              <a:pathLst>
                <a:path extrusionOk="0" h="608" w="2820">
                  <a:moveTo>
                    <a:pt x="0" y="1"/>
                  </a:moveTo>
                  <a:lnTo>
                    <a:pt x="0" y="607"/>
                  </a:lnTo>
                  <a:lnTo>
                    <a:pt x="2819" y="607"/>
                  </a:lnTo>
                  <a:lnTo>
                    <a:pt x="221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116"/>
            <p:cNvSpPr/>
            <p:nvPr/>
          </p:nvSpPr>
          <p:spPr>
            <a:xfrm>
              <a:off x="3505815" y="2354796"/>
              <a:ext cx="61276" cy="141985"/>
            </a:xfrm>
            <a:custGeom>
              <a:rect b="b" l="l" r="r" t="t"/>
              <a:pathLst>
                <a:path extrusionOk="0" h="3909" w="1687">
                  <a:moveTo>
                    <a:pt x="0" y="1"/>
                  </a:moveTo>
                  <a:lnTo>
                    <a:pt x="0" y="3908"/>
                  </a:lnTo>
                  <a:lnTo>
                    <a:pt x="1686" y="3908"/>
                  </a:lnTo>
                  <a:lnTo>
                    <a:pt x="1686"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116"/>
            <p:cNvSpPr/>
            <p:nvPr/>
          </p:nvSpPr>
          <p:spPr>
            <a:xfrm>
              <a:off x="3567053" y="2340231"/>
              <a:ext cx="14275" cy="156550"/>
            </a:xfrm>
            <a:custGeom>
              <a:rect b="b" l="l" r="r" t="t"/>
              <a:pathLst>
                <a:path extrusionOk="0" h="4310" w="393">
                  <a:moveTo>
                    <a:pt x="393" y="0"/>
                  </a:moveTo>
                  <a:lnTo>
                    <a:pt x="0" y="402"/>
                  </a:lnTo>
                  <a:lnTo>
                    <a:pt x="0" y="4309"/>
                  </a:lnTo>
                  <a:lnTo>
                    <a:pt x="393" y="4309"/>
                  </a:lnTo>
                  <a:lnTo>
                    <a:pt x="393"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116"/>
            <p:cNvSpPr/>
            <p:nvPr/>
          </p:nvSpPr>
          <p:spPr>
            <a:xfrm>
              <a:off x="3515186" y="2364857"/>
              <a:ext cx="7482" cy="13621"/>
            </a:xfrm>
            <a:custGeom>
              <a:rect b="b" l="l" r="r" t="t"/>
              <a:pathLst>
                <a:path extrusionOk="0" h="375" w="206">
                  <a:moveTo>
                    <a:pt x="1" y="0"/>
                  </a:moveTo>
                  <a:lnTo>
                    <a:pt x="1" y="375"/>
                  </a:lnTo>
                  <a:lnTo>
                    <a:pt x="206" y="375"/>
                  </a:lnTo>
                  <a:lnTo>
                    <a:pt x="20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116"/>
            <p:cNvSpPr/>
            <p:nvPr/>
          </p:nvSpPr>
          <p:spPr>
            <a:xfrm>
              <a:off x="3532039" y="2378441"/>
              <a:ext cx="7482" cy="13657"/>
            </a:xfrm>
            <a:custGeom>
              <a:rect b="b" l="l" r="r" t="t"/>
              <a:pathLst>
                <a:path extrusionOk="0" h="376" w="206">
                  <a:moveTo>
                    <a:pt x="1" y="1"/>
                  </a:moveTo>
                  <a:lnTo>
                    <a:pt x="1" y="376"/>
                  </a:lnTo>
                  <a:lnTo>
                    <a:pt x="206" y="376"/>
                  </a:lnTo>
                  <a:lnTo>
                    <a:pt x="20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116"/>
            <p:cNvSpPr/>
            <p:nvPr/>
          </p:nvSpPr>
          <p:spPr>
            <a:xfrm>
              <a:off x="3545006" y="2438734"/>
              <a:ext cx="7482" cy="13621"/>
            </a:xfrm>
            <a:custGeom>
              <a:rect b="b" l="l" r="r" t="t"/>
              <a:pathLst>
                <a:path extrusionOk="0" h="375" w="206">
                  <a:moveTo>
                    <a:pt x="0" y="0"/>
                  </a:moveTo>
                  <a:lnTo>
                    <a:pt x="0" y="375"/>
                  </a:lnTo>
                  <a:lnTo>
                    <a:pt x="206" y="375"/>
                  </a:lnTo>
                  <a:lnTo>
                    <a:pt x="20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116"/>
            <p:cNvSpPr/>
            <p:nvPr/>
          </p:nvSpPr>
          <p:spPr>
            <a:xfrm>
              <a:off x="3548566" y="2368416"/>
              <a:ext cx="7809" cy="13657"/>
            </a:xfrm>
            <a:custGeom>
              <a:rect b="b" l="l" r="r" t="t"/>
              <a:pathLst>
                <a:path extrusionOk="0" h="376" w="215">
                  <a:moveTo>
                    <a:pt x="1" y="0"/>
                  </a:moveTo>
                  <a:lnTo>
                    <a:pt x="1" y="375"/>
                  </a:lnTo>
                  <a:lnTo>
                    <a:pt x="215" y="375"/>
                  </a:lnTo>
                  <a:lnTo>
                    <a:pt x="21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116"/>
            <p:cNvSpPr/>
            <p:nvPr/>
          </p:nvSpPr>
          <p:spPr>
            <a:xfrm>
              <a:off x="3511954" y="2394350"/>
              <a:ext cx="7809" cy="13621"/>
            </a:xfrm>
            <a:custGeom>
              <a:rect b="b" l="l" r="r" t="t"/>
              <a:pathLst>
                <a:path extrusionOk="0" h="375" w="215">
                  <a:moveTo>
                    <a:pt x="1" y="0"/>
                  </a:moveTo>
                  <a:lnTo>
                    <a:pt x="1" y="375"/>
                  </a:lnTo>
                  <a:lnTo>
                    <a:pt x="215" y="375"/>
                  </a:lnTo>
                  <a:lnTo>
                    <a:pt x="21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116"/>
            <p:cNvSpPr/>
            <p:nvPr/>
          </p:nvSpPr>
          <p:spPr>
            <a:xfrm>
              <a:off x="3552452" y="2404701"/>
              <a:ext cx="7809" cy="13984"/>
            </a:xfrm>
            <a:custGeom>
              <a:rect b="b" l="l" r="r" t="t"/>
              <a:pathLst>
                <a:path extrusionOk="0" h="385" w="215">
                  <a:moveTo>
                    <a:pt x="1" y="1"/>
                  </a:moveTo>
                  <a:lnTo>
                    <a:pt x="1" y="384"/>
                  </a:lnTo>
                  <a:lnTo>
                    <a:pt x="215" y="384"/>
                  </a:lnTo>
                  <a:lnTo>
                    <a:pt x="21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116"/>
            <p:cNvSpPr/>
            <p:nvPr/>
          </p:nvSpPr>
          <p:spPr>
            <a:xfrm>
              <a:off x="3521361" y="2421228"/>
              <a:ext cx="7482" cy="13984"/>
            </a:xfrm>
            <a:custGeom>
              <a:rect b="b" l="l" r="r" t="t"/>
              <a:pathLst>
                <a:path extrusionOk="0" h="385" w="206">
                  <a:moveTo>
                    <a:pt x="0" y="0"/>
                  </a:moveTo>
                  <a:lnTo>
                    <a:pt x="0" y="384"/>
                  </a:lnTo>
                  <a:lnTo>
                    <a:pt x="205" y="384"/>
                  </a:lnTo>
                  <a:lnTo>
                    <a:pt x="20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116"/>
            <p:cNvSpPr/>
            <p:nvPr/>
          </p:nvSpPr>
          <p:spPr>
            <a:xfrm>
              <a:off x="3524920" y="2467574"/>
              <a:ext cx="15255" cy="29203"/>
            </a:xfrm>
            <a:custGeom>
              <a:rect b="b" l="l" r="r" t="t"/>
              <a:pathLst>
                <a:path extrusionOk="0" h="804" w="420">
                  <a:moveTo>
                    <a:pt x="0" y="0"/>
                  </a:moveTo>
                  <a:lnTo>
                    <a:pt x="0" y="803"/>
                  </a:lnTo>
                  <a:lnTo>
                    <a:pt x="420" y="803"/>
                  </a:lnTo>
                  <a:lnTo>
                    <a:pt x="42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116"/>
            <p:cNvSpPr/>
            <p:nvPr/>
          </p:nvSpPr>
          <p:spPr>
            <a:xfrm>
              <a:off x="3505815" y="2340231"/>
              <a:ext cx="75514" cy="14602"/>
            </a:xfrm>
            <a:custGeom>
              <a:rect b="b" l="l" r="r" t="t"/>
              <a:pathLst>
                <a:path extrusionOk="0" h="402" w="2079">
                  <a:moveTo>
                    <a:pt x="401" y="0"/>
                  </a:moveTo>
                  <a:lnTo>
                    <a:pt x="0" y="402"/>
                  </a:lnTo>
                  <a:lnTo>
                    <a:pt x="1686" y="402"/>
                  </a:lnTo>
                  <a:lnTo>
                    <a:pt x="207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116"/>
            <p:cNvSpPr/>
            <p:nvPr/>
          </p:nvSpPr>
          <p:spPr>
            <a:xfrm>
              <a:off x="3727739" y="2385596"/>
              <a:ext cx="12677" cy="111183"/>
            </a:xfrm>
            <a:custGeom>
              <a:rect b="b" l="l" r="r" t="t"/>
              <a:pathLst>
                <a:path extrusionOk="0" h="3061" w="349">
                  <a:moveTo>
                    <a:pt x="349" y="0"/>
                  </a:moveTo>
                  <a:cubicBezTo>
                    <a:pt x="349" y="0"/>
                    <a:pt x="304" y="45"/>
                    <a:pt x="313" y="107"/>
                  </a:cubicBezTo>
                  <a:cubicBezTo>
                    <a:pt x="322" y="179"/>
                    <a:pt x="260" y="196"/>
                    <a:pt x="286" y="250"/>
                  </a:cubicBezTo>
                  <a:cubicBezTo>
                    <a:pt x="304" y="303"/>
                    <a:pt x="224" y="321"/>
                    <a:pt x="269" y="393"/>
                  </a:cubicBezTo>
                  <a:cubicBezTo>
                    <a:pt x="304" y="455"/>
                    <a:pt x="215" y="535"/>
                    <a:pt x="251" y="607"/>
                  </a:cubicBezTo>
                  <a:cubicBezTo>
                    <a:pt x="278" y="678"/>
                    <a:pt x="206" y="714"/>
                    <a:pt x="242" y="776"/>
                  </a:cubicBezTo>
                  <a:cubicBezTo>
                    <a:pt x="269" y="839"/>
                    <a:pt x="162" y="910"/>
                    <a:pt x="215" y="1017"/>
                  </a:cubicBezTo>
                  <a:cubicBezTo>
                    <a:pt x="269" y="1115"/>
                    <a:pt x="170" y="1169"/>
                    <a:pt x="197" y="1249"/>
                  </a:cubicBezTo>
                  <a:cubicBezTo>
                    <a:pt x="233" y="1320"/>
                    <a:pt x="108" y="1410"/>
                    <a:pt x="162" y="1490"/>
                  </a:cubicBezTo>
                  <a:cubicBezTo>
                    <a:pt x="224" y="1579"/>
                    <a:pt x="117" y="1651"/>
                    <a:pt x="153" y="1713"/>
                  </a:cubicBezTo>
                  <a:cubicBezTo>
                    <a:pt x="188" y="1775"/>
                    <a:pt x="90" y="1865"/>
                    <a:pt x="144" y="1936"/>
                  </a:cubicBezTo>
                  <a:cubicBezTo>
                    <a:pt x="197" y="2007"/>
                    <a:pt x="72" y="2088"/>
                    <a:pt x="108" y="2186"/>
                  </a:cubicBezTo>
                  <a:cubicBezTo>
                    <a:pt x="153" y="2284"/>
                    <a:pt x="54" y="2391"/>
                    <a:pt x="99" y="2480"/>
                  </a:cubicBezTo>
                  <a:cubicBezTo>
                    <a:pt x="153" y="2561"/>
                    <a:pt x="37" y="2587"/>
                    <a:pt x="90" y="2676"/>
                  </a:cubicBezTo>
                  <a:cubicBezTo>
                    <a:pt x="144" y="2775"/>
                    <a:pt x="1" y="2891"/>
                    <a:pt x="1" y="3060"/>
                  </a:cubicBezTo>
                  <a:lnTo>
                    <a:pt x="349" y="3060"/>
                  </a:lnTo>
                  <a:lnTo>
                    <a:pt x="349" y="0"/>
                  </a:ln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116"/>
            <p:cNvSpPr/>
            <p:nvPr/>
          </p:nvSpPr>
          <p:spPr>
            <a:xfrm>
              <a:off x="3740379" y="2385596"/>
              <a:ext cx="12677" cy="111183"/>
            </a:xfrm>
            <a:custGeom>
              <a:rect b="b" l="l" r="r" t="t"/>
              <a:pathLst>
                <a:path extrusionOk="0" h="3061" w="349">
                  <a:moveTo>
                    <a:pt x="1" y="0"/>
                  </a:moveTo>
                  <a:lnTo>
                    <a:pt x="1" y="3060"/>
                  </a:lnTo>
                  <a:lnTo>
                    <a:pt x="349" y="3060"/>
                  </a:lnTo>
                  <a:cubicBezTo>
                    <a:pt x="349" y="2891"/>
                    <a:pt x="215" y="2775"/>
                    <a:pt x="269" y="2676"/>
                  </a:cubicBezTo>
                  <a:cubicBezTo>
                    <a:pt x="322" y="2587"/>
                    <a:pt x="206" y="2561"/>
                    <a:pt x="251" y="2480"/>
                  </a:cubicBezTo>
                  <a:cubicBezTo>
                    <a:pt x="304" y="2391"/>
                    <a:pt x="206" y="2284"/>
                    <a:pt x="242" y="2186"/>
                  </a:cubicBezTo>
                  <a:cubicBezTo>
                    <a:pt x="286" y="2088"/>
                    <a:pt x="161" y="2007"/>
                    <a:pt x="215" y="1936"/>
                  </a:cubicBezTo>
                  <a:cubicBezTo>
                    <a:pt x="269" y="1865"/>
                    <a:pt x="170" y="1775"/>
                    <a:pt x="206" y="1713"/>
                  </a:cubicBezTo>
                  <a:cubicBezTo>
                    <a:pt x="242" y="1651"/>
                    <a:pt x="135" y="1579"/>
                    <a:pt x="188" y="1490"/>
                  </a:cubicBezTo>
                  <a:cubicBezTo>
                    <a:pt x="251" y="1410"/>
                    <a:pt x="117" y="1320"/>
                    <a:pt x="153" y="1249"/>
                  </a:cubicBezTo>
                  <a:cubicBezTo>
                    <a:pt x="188" y="1169"/>
                    <a:pt x="81" y="1115"/>
                    <a:pt x="144" y="1017"/>
                  </a:cubicBezTo>
                  <a:cubicBezTo>
                    <a:pt x="197" y="910"/>
                    <a:pt x="81" y="839"/>
                    <a:pt x="117" y="776"/>
                  </a:cubicBezTo>
                  <a:cubicBezTo>
                    <a:pt x="153" y="714"/>
                    <a:pt x="72" y="678"/>
                    <a:pt x="108" y="607"/>
                  </a:cubicBezTo>
                  <a:cubicBezTo>
                    <a:pt x="144" y="535"/>
                    <a:pt x="54" y="455"/>
                    <a:pt x="90" y="393"/>
                  </a:cubicBezTo>
                  <a:cubicBezTo>
                    <a:pt x="126" y="321"/>
                    <a:pt x="45" y="303"/>
                    <a:pt x="72" y="250"/>
                  </a:cubicBezTo>
                  <a:cubicBezTo>
                    <a:pt x="99" y="196"/>
                    <a:pt x="37" y="179"/>
                    <a:pt x="45" y="107"/>
                  </a:cubicBezTo>
                  <a:cubicBezTo>
                    <a:pt x="54" y="45"/>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116"/>
            <p:cNvSpPr/>
            <p:nvPr/>
          </p:nvSpPr>
          <p:spPr>
            <a:xfrm>
              <a:off x="3811678" y="2385596"/>
              <a:ext cx="12677" cy="111183"/>
            </a:xfrm>
            <a:custGeom>
              <a:rect b="b" l="l" r="r" t="t"/>
              <a:pathLst>
                <a:path extrusionOk="0" h="3061" w="349">
                  <a:moveTo>
                    <a:pt x="348" y="0"/>
                  </a:moveTo>
                  <a:cubicBezTo>
                    <a:pt x="348" y="0"/>
                    <a:pt x="304" y="45"/>
                    <a:pt x="313" y="107"/>
                  </a:cubicBezTo>
                  <a:cubicBezTo>
                    <a:pt x="322" y="179"/>
                    <a:pt x="259" y="196"/>
                    <a:pt x="286" y="250"/>
                  </a:cubicBezTo>
                  <a:cubicBezTo>
                    <a:pt x="304" y="303"/>
                    <a:pt x="232" y="321"/>
                    <a:pt x="268" y="393"/>
                  </a:cubicBezTo>
                  <a:cubicBezTo>
                    <a:pt x="304" y="455"/>
                    <a:pt x="215" y="535"/>
                    <a:pt x="250" y="607"/>
                  </a:cubicBezTo>
                  <a:cubicBezTo>
                    <a:pt x="277" y="678"/>
                    <a:pt x="206" y="714"/>
                    <a:pt x="241" y="776"/>
                  </a:cubicBezTo>
                  <a:cubicBezTo>
                    <a:pt x="277" y="839"/>
                    <a:pt x="161" y="910"/>
                    <a:pt x="215" y="1017"/>
                  </a:cubicBezTo>
                  <a:cubicBezTo>
                    <a:pt x="268" y="1115"/>
                    <a:pt x="170" y="1169"/>
                    <a:pt x="206" y="1249"/>
                  </a:cubicBezTo>
                  <a:cubicBezTo>
                    <a:pt x="232" y="1320"/>
                    <a:pt x="108" y="1410"/>
                    <a:pt x="161" y="1490"/>
                  </a:cubicBezTo>
                  <a:cubicBezTo>
                    <a:pt x="224" y="1579"/>
                    <a:pt x="116" y="1651"/>
                    <a:pt x="152" y="1713"/>
                  </a:cubicBezTo>
                  <a:cubicBezTo>
                    <a:pt x="188" y="1775"/>
                    <a:pt x="90" y="1865"/>
                    <a:pt x="143" y="1936"/>
                  </a:cubicBezTo>
                  <a:cubicBezTo>
                    <a:pt x="197" y="2007"/>
                    <a:pt x="72" y="2088"/>
                    <a:pt x="116" y="2186"/>
                  </a:cubicBezTo>
                  <a:cubicBezTo>
                    <a:pt x="152" y="2284"/>
                    <a:pt x="54" y="2391"/>
                    <a:pt x="108" y="2480"/>
                  </a:cubicBezTo>
                  <a:cubicBezTo>
                    <a:pt x="152" y="2561"/>
                    <a:pt x="36" y="2587"/>
                    <a:pt x="90" y="2676"/>
                  </a:cubicBezTo>
                  <a:cubicBezTo>
                    <a:pt x="143" y="2775"/>
                    <a:pt x="1" y="2891"/>
                    <a:pt x="1" y="3060"/>
                  </a:cubicBezTo>
                  <a:lnTo>
                    <a:pt x="348" y="3060"/>
                  </a:lnTo>
                  <a:lnTo>
                    <a:pt x="3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116"/>
            <p:cNvSpPr/>
            <p:nvPr/>
          </p:nvSpPr>
          <p:spPr>
            <a:xfrm>
              <a:off x="3824317" y="2385596"/>
              <a:ext cx="13003" cy="111183"/>
            </a:xfrm>
            <a:custGeom>
              <a:rect b="b" l="l" r="r" t="t"/>
              <a:pathLst>
                <a:path extrusionOk="0" h="3061" w="358">
                  <a:moveTo>
                    <a:pt x="0" y="0"/>
                  </a:moveTo>
                  <a:lnTo>
                    <a:pt x="0" y="3060"/>
                  </a:lnTo>
                  <a:lnTo>
                    <a:pt x="357" y="3060"/>
                  </a:lnTo>
                  <a:cubicBezTo>
                    <a:pt x="357" y="2891"/>
                    <a:pt x="215" y="2775"/>
                    <a:pt x="268" y="2676"/>
                  </a:cubicBezTo>
                  <a:cubicBezTo>
                    <a:pt x="322" y="2587"/>
                    <a:pt x="206" y="2561"/>
                    <a:pt x="250" y="2480"/>
                  </a:cubicBezTo>
                  <a:cubicBezTo>
                    <a:pt x="304" y="2391"/>
                    <a:pt x="206" y="2284"/>
                    <a:pt x="241" y="2186"/>
                  </a:cubicBezTo>
                  <a:cubicBezTo>
                    <a:pt x="286" y="2088"/>
                    <a:pt x="161" y="2007"/>
                    <a:pt x="215" y="1936"/>
                  </a:cubicBezTo>
                  <a:cubicBezTo>
                    <a:pt x="268" y="1865"/>
                    <a:pt x="170" y="1775"/>
                    <a:pt x="206" y="1713"/>
                  </a:cubicBezTo>
                  <a:cubicBezTo>
                    <a:pt x="241" y="1651"/>
                    <a:pt x="134" y="1579"/>
                    <a:pt x="188" y="1490"/>
                  </a:cubicBezTo>
                  <a:cubicBezTo>
                    <a:pt x="250" y="1410"/>
                    <a:pt x="125" y="1320"/>
                    <a:pt x="152" y="1249"/>
                  </a:cubicBezTo>
                  <a:cubicBezTo>
                    <a:pt x="188" y="1169"/>
                    <a:pt x="90" y="1115"/>
                    <a:pt x="143" y="1017"/>
                  </a:cubicBezTo>
                  <a:cubicBezTo>
                    <a:pt x="197" y="910"/>
                    <a:pt x="81" y="839"/>
                    <a:pt x="116" y="776"/>
                  </a:cubicBezTo>
                  <a:cubicBezTo>
                    <a:pt x="152" y="714"/>
                    <a:pt x="81" y="678"/>
                    <a:pt x="107" y="607"/>
                  </a:cubicBezTo>
                  <a:cubicBezTo>
                    <a:pt x="143" y="535"/>
                    <a:pt x="54" y="455"/>
                    <a:pt x="90" y="393"/>
                  </a:cubicBezTo>
                  <a:cubicBezTo>
                    <a:pt x="125" y="321"/>
                    <a:pt x="45" y="303"/>
                    <a:pt x="72" y="250"/>
                  </a:cubicBezTo>
                  <a:cubicBezTo>
                    <a:pt x="99" y="196"/>
                    <a:pt x="36" y="179"/>
                    <a:pt x="45" y="107"/>
                  </a:cubicBezTo>
                  <a:cubicBezTo>
                    <a:pt x="54" y="45"/>
                    <a:pt x="0" y="0"/>
                    <a:pt x="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116"/>
            <p:cNvSpPr/>
            <p:nvPr/>
          </p:nvSpPr>
          <p:spPr>
            <a:xfrm>
              <a:off x="3783492" y="2418649"/>
              <a:ext cx="8790" cy="78130"/>
            </a:xfrm>
            <a:custGeom>
              <a:rect b="b" l="l" r="r" t="t"/>
              <a:pathLst>
                <a:path extrusionOk="0" h="2151" w="242">
                  <a:moveTo>
                    <a:pt x="241" y="0"/>
                  </a:moveTo>
                  <a:cubicBezTo>
                    <a:pt x="241" y="0"/>
                    <a:pt x="214" y="27"/>
                    <a:pt x="214" y="71"/>
                  </a:cubicBezTo>
                  <a:cubicBezTo>
                    <a:pt x="223" y="116"/>
                    <a:pt x="179" y="134"/>
                    <a:pt x="197" y="170"/>
                  </a:cubicBezTo>
                  <a:cubicBezTo>
                    <a:pt x="214" y="205"/>
                    <a:pt x="161" y="223"/>
                    <a:pt x="188" y="268"/>
                  </a:cubicBezTo>
                  <a:cubicBezTo>
                    <a:pt x="206" y="312"/>
                    <a:pt x="143" y="375"/>
                    <a:pt x="170" y="419"/>
                  </a:cubicBezTo>
                  <a:cubicBezTo>
                    <a:pt x="197" y="473"/>
                    <a:pt x="143" y="500"/>
                    <a:pt x="161" y="544"/>
                  </a:cubicBezTo>
                  <a:cubicBezTo>
                    <a:pt x="188" y="589"/>
                    <a:pt x="107" y="634"/>
                    <a:pt x="152" y="714"/>
                  </a:cubicBezTo>
                  <a:cubicBezTo>
                    <a:pt x="188" y="785"/>
                    <a:pt x="116" y="821"/>
                    <a:pt x="143" y="874"/>
                  </a:cubicBezTo>
                  <a:cubicBezTo>
                    <a:pt x="161" y="928"/>
                    <a:pt x="72" y="990"/>
                    <a:pt x="116" y="1044"/>
                  </a:cubicBezTo>
                  <a:cubicBezTo>
                    <a:pt x="152" y="1106"/>
                    <a:pt x="81" y="1160"/>
                    <a:pt x="99" y="1204"/>
                  </a:cubicBezTo>
                  <a:cubicBezTo>
                    <a:pt x="125" y="1249"/>
                    <a:pt x="63" y="1312"/>
                    <a:pt x="99" y="1356"/>
                  </a:cubicBezTo>
                  <a:cubicBezTo>
                    <a:pt x="134" y="1410"/>
                    <a:pt x="45" y="1472"/>
                    <a:pt x="72" y="1535"/>
                  </a:cubicBezTo>
                  <a:cubicBezTo>
                    <a:pt x="107" y="1606"/>
                    <a:pt x="36" y="1677"/>
                    <a:pt x="72" y="1740"/>
                  </a:cubicBezTo>
                  <a:cubicBezTo>
                    <a:pt x="107" y="1802"/>
                    <a:pt x="18" y="1820"/>
                    <a:pt x="63" y="1882"/>
                  </a:cubicBezTo>
                  <a:cubicBezTo>
                    <a:pt x="99" y="1945"/>
                    <a:pt x="0" y="2034"/>
                    <a:pt x="0" y="2150"/>
                  </a:cubicBezTo>
                  <a:lnTo>
                    <a:pt x="241" y="2150"/>
                  </a:lnTo>
                  <a:lnTo>
                    <a:pt x="2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116"/>
            <p:cNvSpPr/>
            <p:nvPr/>
          </p:nvSpPr>
          <p:spPr>
            <a:xfrm>
              <a:off x="3792246" y="2418649"/>
              <a:ext cx="9117" cy="78130"/>
            </a:xfrm>
            <a:custGeom>
              <a:rect b="b" l="l" r="r" t="t"/>
              <a:pathLst>
                <a:path extrusionOk="0" h="2151" w="251">
                  <a:moveTo>
                    <a:pt x="0" y="0"/>
                  </a:moveTo>
                  <a:lnTo>
                    <a:pt x="0" y="2150"/>
                  </a:lnTo>
                  <a:lnTo>
                    <a:pt x="250" y="2150"/>
                  </a:lnTo>
                  <a:cubicBezTo>
                    <a:pt x="250" y="2034"/>
                    <a:pt x="152" y="1945"/>
                    <a:pt x="188" y="1882"/>
                  </a:cubicBezTo>
                  <a:cubicBezTo>
                    <a:pt x="232" y="1820"/>
                    <a:pt x="143" y="1802"/>
                    <a:pt x="179" y="1740"/>
                  </a:cubicBezTo>
                  <a:cubicBezTo>
                    <a:pt x="214" y="1677"/>
                    <a:pt x="143" y="1606"/>
                    <a:pt x="170" y="1535"/>
                  </a:cubicBezTo>
                  <a:cubicBezTo>
                    <a:pt x="205" y="1472"/>
                    <a:pt x="116" y="1410"/>
                    <a:pt x="152" y="1356"/>
                  </a:cubicBezTo>
                  <a:cubicBezTo>
                    <a:pt x="188" y="1312"/>
                    <a:pt x="125" y="1249"/>
                    <a:pt x="143" y="1204"/>
                  </a:cubicBezTo>
                  <a:cubicBezTo>
                    <a:pt x="170" y="1160"/>
                    <a:pt x="98" y="1106"/>
                    <a:pt x="134" y="1044"/>
                  </a:cubicBezTo>
                  <a:cubicBezTo>
                    <a:pt x="179" y="990"/>
                    <a:pt x="89" y="928"/>
                    <a:pt x="107" y="874"/>
                  </a:cubicBezTo>
                  <a:cubicBezTo>
                    <a:pt x="134" y="821"/>
                    <a:pt x="63" y="785"/>
                    <a:pt x="98" y="714"/>
                  </a:cubicBezTo>
                  <a:cubicBezTo>
                    <a:pt x="134" y="634"/>
                    <a:pt x="63" y="589"/>
                    <a:pt x="81" y="544"/>
                  </a:cubicBezTo>
                  <a:cubicBezTo>
                    <a:pt x="107" y="500"/>
                    <a:pt x="54" y="473"/>
                    <a:pt x="81" y="419"/>
                  </a:cubicBezTo>
                  <a:cubicBezTo>
                    <a:pt x="98" y="375"/>
                    <a:pt x="36" y="312"/>
                    <a:pt x="63" y="268"/>
                  </a:cubicBezTo>
                  <a:cubicBezTo>
                    <a:pt x="89" y="223"/>
                    <a:pt x="36" y="205"/>
                    <a:pt x="54" y="170"/>
                  </a:cubicBezTo>
                  <a:cubicBezTo>
                    <a:pt x="72" y="134"/>
                    <a:pt x="27" y="116"/>
                    <a:pt x="27" y="71"/>
                  </a:cubicBezTo>
                  <a:cubicBezTo>
                    <a:pt x="36" y="27"/>
                    <a:pt x="0" y="0"/>
                    <a:pt x="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2" name="Google Shape;7402;p116"/>
          <p:cNvGrpSpPr/>
          <p:nvPr/>
        </p:nvGrpSpPr>
        <p:grpSpPr>
          <a:xfrm>
            <a:off x="-132569" y="624095"/>
            <a:ext cx="2433354" cy="4356538"/>
            <a:chOff x="3812879" y="2405538"/>
            <a:chExt cx="723975" cy="1296087"/>
          </a:xfrm>
        </p:grpSpPr>
        <p:sp>
          <p:nvSpPr>
            <p:cNvPr id="7403" name="Google Shape;7403;p116"/>
            <p:cNvSpPr/>
            <p:nvPr/>
          </p:nvSpPr>
          <p:spPr>
            <a:xfrm>
              <a:off x="4165461" y="2658422"/>
              <a:ext cx="79464" cy="1039936"/>
            </a:xfrm>
            <a:custGeom>
              <a:rect b="b" l="l" r="r" t="t"/>
              <a:pathLst>
                <a:path extrusionOk="0" h="19735" w="1508">
                  <a:moveTo>
                    <a:pt x="357" y="1"/>
                  </a:moveTo>
                  <a:cubicBezTo>
                    <a:pt x="357" y="1"/>
                    <a:pt x="0" y="982"/>
                    <a:pt x="357" y="3088"/>
                  </a:cubicBezTo>
                  <a:cubicBezTo>
                    <a:pt x="634" y="4720"/>
                    <a:pt x="357" y="19734"/>
                    <a:pt x="357" y="19734"/>
                  </a:cubicBezTo>
                  <a:lnTo>
                    <a:pt x="1151" y="19734"/>
                  </a:lnTo>
                  <a:cubicBezTo>
                    <a:pt x="1151" y="19734"/>
                    <a:pt x="874" y="4720"/>
                    <a:pt x="1151" y="3088"/>
                  </a:cubicBezTo>
                  <a:cubicBezTo>
                    <a:pt x="1508" y="982"/>
                    <a:pt x="1151" y="1"/>
                    <a:pt x="1151"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116"/>
            <p:cNvSpPr/>
            <p:nvPr/>
          </p:nvSpPr>
          <p:spPr>
            <a:xfrm>
              <a:off x="4201188" y="2658422"/>
              <a:ext cx="43737" cy="1039936"/>
            </a:xfrm>
            <a:custGeom>
              <a:rect b="b" l="l" r="r" t="t"/>
              <a:pathLst>
                <a:path extrusionOk="0" h="19735" w="830">
                  <a:moveTo>
                    <a:pt x="277" y="1"/>
                  </a:moveTo>
                  <a:cubicBezTo>
                    <a:pt x="277" y="1"/>
                    <a:pt x="634" y="982"/>
                    <a:pt x="277" y="3088"/>
                  </a:cubicBezTo>
                  <a:cubicBezTo>
                    <a:pt x="0" y="4720"/>
                    <a:pt x="277" y="19734"/>
                    <a:pt x="277" y="19734"/>
                  </a:cubicBezTo>
                  <a:lnTo>
                    <a:pt x="473" y="19734"/>
                  </a:lnTo>
                  <a:cubicBezTo>
                    <a:pt x="473" y="19734"/>
                    <a:pt x="196" y="4720"/>
                    <a:pt x="473" y="3088"/>
                  </a:cubicBezTo>
                  <a:cubicBezTo>
                    <a:pt x="830" y="982"/>
                    <a:pt x="473" y="1"/>
                    <a:pt x="473"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116"/>
            <p:cNvSpPr/>
            <p:nvPr/>
          </p:nvSpPr>
          <p:spPr>
            <a:xfrm>
              <a:off x="3954365" y="2405538"/>
              <a:ext cx="501656" cy="392578"/>
            </a:xfrm>
            <a:custGeom>
              <a:rect b="b" l="l" r="r" t="t"/>
              <a:pathLst>
                <a:path extrusionOk="0" h="7450" w="9520">
                  <a:moveTo>
                    <a:pt x="3712" y="0"/>
                  </a:moveTo>
                  <a:lnTo>
                    <a:pt x="3712" y="0"/>
                  </a:lnTo>
                  <a:cubicBezTo>
                    <a:pt x="3944" y="830"/>
                    <a:pt x="4042" y="1481"/>
                    <a:pt x="4042" y="1481"/>
                  </a:cubicBezTo>
                  <a:cubicBezTo>
                    <a:pt x="3426" y="456"/>
                    <a:pt x="2436" y="125"/>
                    <a:pt x="2436" y="125"/>
                  </a:cubicBezTo>
                  <a:lnTo>
                    <a:pt x="2436" y="125"/>
                  </a:lnTo>
                  <a:cubicBezTo>
                    <a:pt x="3533" y="884"/>
                    <a:pt x="3748" y="1945"/>
                    <a:pt x="3748" y="1945"/>
                  </a:cubicBezTo>
                  <a:cubicBezTo>
                    <a:pt x="2998" y="937"/>
                    <a:pt x="1562" y="919"/>
                    <a:pt x="1562" y="919"/>
                  </a:cubicBezTo>
                  <a:lnTo>
                    <a:pt x="1562" y="919"/>
                  </a:lnTo>
                  <a:cubicBezTo>
                    <a:pt x="2481" y="1214"/>
                    <a:pt x="3087" y="2017"/>
                    <a:pt x="3087" y="2017"/>
                  </a:cubicBezTo>
                  <a:cubicBezTo>
                    <a:pt x="3087" y="2017"/>
                    <a:pt x="2561" y="1597"/>
                    <a:pt x="1758" y="1526"/>
                  </a:cubicBezTo>
                  <a:cubicBezTo>
                    <a:pt x="1614" y="1513"/>
                    <a:pt x="1482" y="1508"/>
                    <a:pt x="1362" y="1508"/>
                  </a:cubicBezTo>
                  <a:cubicBezTo>
                    <a:pt x="826" y="1508"/>
                    <a:pt x="545" y="1615"/>
                    <a:pt x="545" y="1615"/>
                  </a:cubicBezTo>
                  <a:cubicBezTo>
                    <a:pt x="1954" y="1651"/>
                    <a:pt x="2436" y="2302"/>
                    <a:pt x="2436" y="2302"/>
                  </a:cubicBezTo>
                  <a:cubicBezTo>
                    <a:pt x="2107" y="2194"/>
                    <a:pt x="1771" y="2170"/>
                    <a:pt x="1534" y="2170"/>
                  </a:cubicBezTo>
                  <a:cubicBezTo>
                    <a:pt x="1340" y="2170"/>
                    <a:pt x="1214" y="2186"/>
                    <a:pt x="1214" y="2186"/>
                  </a:cubicBezTo>
                  <a:cubicBezTo>
                    <a:pt x="2186" y="2347"/>
                    <a:pt x="2606" y="2837"/>
                    <a:pt x="2606" y="2837"/>
                  </a:cubicBezTo>
                  <a:cubicBezTo>
                    <a:pt x="2606" y="2837"/>
                    <a:pt x="2146" y="2706"/>
                    <a:pt x="1646" y="2706"/>
                  </a:cubicBezTo>
                  <a:cubicBezTo>
                    <a:pt x="1396" y="2706"/>
                    <a:pt x="1137" y="2739"/>
                    <a:pt x="920" y="2837"/>
                  </a:cubicBezTo>
                  <a:cubicBezTo>
                    <a:pt x="259" y="3132"/>
                    <a:pt x="134" y="3720"/>
                    <a:pt x="134" y="3720"/>
                  </a:cubicBezTo>
                  <a:cubicBezTo>
                    <a:pt x="439" y="3339"/>
                    <a:pt x="929" y="3103"/>
                    <a:pt x="1520" y="3103"/>
                  </a:cubicBezTo>
                  <a:cubicBezTo>
                    <a:pt x="1552" y="3103"/>
                    <a:pt x="1583" y="3104"/>
                    <a:pt x="1615" y="3105"/>
                  </a:cubicBezTo>
                  <a:cubicBezTo>
                    <a:pt x="2168" y="3123"/>
                    <a:pt x="2436" y="3364"/>
                    <a:pt x="2436" y="3364"/>
                  </a:cubicBezTo>
                  <a:cubicBezTo>
                    <a:pt x="2436" y="3364"/>
                    <a:pt x="2270" y="3337"/>
                    <a:pt x="2019" y="3337"/>
                  </a:cubicBezTo>
                  <a:cubicBezTo>
                    <a:pt x="1709" y="3337"/>
                    <a:pt x="1271" y="3378"/>
                    <a:pt x="857" y="3560"/>
                  </a:cubicBezTo>
                  <a:cubicBezTo>
                    <a:pt x="108" y="3890"/>
                    <a:pt x="1" y="4488"/>
                    <a:pt x="1" y="4488"/>
                  </a:cubicBezTo>
                  <a:cubicBezTo>
                    <a:pt x="500" y="3935"/>
                    <a:pt x="1383" y="3828"/>
                    <a:pt x="1383" y="3828"/>
                  </a:cubicBezTo>
                  <a:lnTo>
                    <a:pt x="1383" y="3828"/>
                  </a:lnTo>
                  <a:cubicBezTo>
                    <a:pt x="242" y="4390"/>
                    <a:pt x="63" y="5362"/>
                    <a:pt x="63" y="5362"/>
                  </a:cubicBezTo>
                  <a:cubicBezTo>
                    <a:pt x="429" y="4969"/>
                    <a:pt x="1134" y="4755"/>
                    <a:pt x="1134" y="4755"/>
                  </a:cubicBezTo>
                  <a:lnTo>
                    <a:pt x="1134" y="4755"/>
                  </a:lnTo>
                  <a:cubicBezTo>
                    <a:pt x="384" y="5335"/>
                    <a:pt x="152" y="6156"/>
                    <a:pt x="152" y="6156"/>
                  </a:cubicBezTo>
                  <a:cubicBezTo>
                    <a:pt x="652" y="5469"/>
                    <a:pt x="1544" y="5157"/>
                    <a:pt x="1544" y="5157"/>
                  </a:cubicBezTo>
                  <a:lnTo>
                    <a:pt x="1544" y="5157"/>
                  </a:lnTo>
                  <a:cubicBezTo>
                    <a:pt x="1160" y="5630"/>
                    <a:pt x="1044" y="6272"/>
                    <a:pt x="1044" y="6272"/>
                  </a:cubicBezTo>
                  <a:cubicBezTo>
                    <a:pt x="1624" y="4961"/>
                    <a:pt x="2659" y="4755"/>
                    <a:pt x="2659" y="4755"/>
                  </a:cubicBezTo>
                  <a:lnTo>
                    <a:pt x="2659" y="4755"/>
                  </a:lnTo>
                  <a:cubicBezTo>
                    <a:pt x="1642" y="5273"/>
                    <a:pt x="1473" y="6647"/>
                    <a:pt x="1473" y="6647"/>
                  </a:cubicBezTo>
                  <a:cubicBezTo>
                    <a:pt x="1963" y="5362"/>
                    <a:pt x="2891" y="4969"/>
                    <a:pt x="2891" y="4969"/>
                  </a:cubicBezTo>
                  <a:lnTo>
                    <a:pt x="2891" y="4969"/>
                  </a:lnTo>
                  <a:cubicBezTo>
                    <a:pt x="1892" y="6067"/>
                    <a:pt x="2284" y="7316"/>
                    <a:pt x="2284" y="7316"/>
                  </a:cubicBezTo>
                  <a:cubicBezTo>
                    <a:pt x="2284" y="6236"/>
                    <a:pt x="2802" y="5674"/>
                    <a:pt x="2802" y="5674"/>
                  </a:cubicBezTo>
                  <a:lnTo>
                    <a:pt x="2802" y="5674"/>
                  </a:lnTo>
                  <a:cubicBezTo>
                    <a:pt x="2579" y="6272"/>
                    <a:pt x="2686" y="6780"/>
                    <a:pt x="2686" y="6780"/>
                  </a:cubicBezTo>
                  <a:cubicBezTo>
                    <a:pt x="2900" y="5630"/>
                    <a:pt x="3533" y="5166"/>
                    <a:pt x="3533" y="5166"/>
                  </a:cubicBezTo>
                  <a:lnTo>
                    <a:pt x="3533" y="5166"/>
                  </a:lnTo>
                  <a:cubicBezTo>
                    <a:pt x="3150" y="5853"/>
                    <a:pt x="3221" y="6896"/>
                    <a:pt x="3221" y="6896"/>
                  </a:cubicBezTo>
                  <a:cubicBezTo>
                    <a:pt x="3408" y="5701"/>
                    <a:pt x="4015" y="5023"/>
                    <a:pt x="4015" y="5023"/>
                  </a:cubicBezTo>
                  <a:lnTo>
                    <a:pt x="4015" y="5023"/>
                  </a:lnTo>
                  <a:cubicBezTo>
                    <a:pt x="3542" y="6192"/>
                    <a:pt x="4033" y="7449"/>
                    <a:pt x="4033" y="7449"/>
                  </a:cubicBezTo>
                  <a:cubicBezTo>
                    <a:pt x="3872" y="5415"/>
                    <a:pt x="4756" y="4800"/>
                    <a:pt x="4756" y="4800"/>
                  </a:cubicBezTo>
                  <a:cubicBezTo>
                    <a:pt x="4756" y="4800"/>
                    <a:pt x="5639" y="5415"/>
                    <a:pt x="5487" y="7449"/>
                  </a:cubicBezTo>
                  <a:cubicBezTo>
                    <a:pt x="5487" y="7449"/>
                    <a:pt x="5978" y="6192"/>
                    <a:pt x="5505" y="5023"/>
                  </a:cubicBezTo>
                  <a:lnTo>
                    <a:pt x="5505" y="5023"/>
                  </a:lnTo>
                  <a:cubicBezTo>
                    <a:pt x="5505" y="5023"/>
                    <a:pt x="6103" y="5701"/>
                    <a:pt x="6299" y="6896"/>
                  </a:cubicBezTo>
                  <a:cubicBezTo>
                    <a:pt x="6299" y="6896"/>
                    <a:pt x="6361" y="5853"/>
                    <a:pt x="5987" y="5166"/>
                  </a:cubicBezTo>
                  <a:lnTo>
                    <a:pt x="5987" y="5166"/>
                  </a:lnTo>
                  <a:cubicBezTo>
                    <a:pt x="5987" y="5166"/>
                    <a:pt x="6620" y="5630"/>
                    <a:pt x="6834" y="6780"/>
                  </a:cubicBezTo>
                  <a:cubicBezTo>
                    <a:pt x="6834" y="6780"/>
                    <a:pt x="6941" y="6272"/>
                    <a:pt x="6718" y="5674"/>
                  </a:cubicBezTo>
                  <a:lnTo>
                    <a:pt x="6718" y="5674"/>
                  </a:lnTo>
                  <a:cubicBezTo>
                    <a:pt x="6718" y="5674"/>
                    <a:pt x="7236" y="6236"/>
                    <a:pt x="7236" y="7316"/>
                  </a:cubicBezTo>
                  <a:cubicBezTo>
                    <a:pt x="7236" y="7316"/>
                    <a:pt x="7628" y="6067"/>
                    <a:pt x="6629" y="4969"/>
                  </a:cubicBezTo>
                  <a:lnTo>
                    <a:pt x="6629" y="4969"/>
                  </a:lnTo>
                  <a:cubicBezTo>
                    <a:pt x="6629" y="4969"/>
                    <a:pt x="7557" y="5362"/>
                    <a:pt x="8047" y="6647"/>
                  </a:cubicBezTo>
                  <a:cubicBezTo>
                    <a:pt x="8047" y="6647"/>
                    <a:pt x="7878" y="5273"/>
                    <a:pt x="6861" y="4755"/>
                  </a:cubicBezTo>
                  <a:lnTo>
                    <a:pt x="6861" y="4755"/>
                  </a:lnTo>
                  <a:cubicBezTo>
                    <a:pt x="6861" y="4755"/>
                    <a:pt x="7896" y="4961"/>
                    <a:pt x="8467" y="6272"/>
                  </a:cubicBezTo>
                  <a:cubicBezTo>
                    <a:pt x="8467" y="6272"/>
                    <a:pt x="8351" y="5630"/>
                    <a:pt x="7976" y="5157"/>
                  </a:cubicBezTo>
                  <a:lnTo>
                    <a:pt x="7976" y="5157"/>
                  </a:lnTo>
                  <a:cubicBezTo>
                    <a:pt x="7976" y="5157"/>
                    <a:pt x="8868" y="5469"/>
                    <a:pt x="9368" y="6156"/>
                  </a:cubicBezTo>
                  <a:cubicBezTo>
                    <a:pt x="9368" y="6156"/>
                    <a:pt x="9136" y="5335"/>
                    <a:pt x="8386" y="4755"/>
                  </a:cubicBezTo>
                  <a:lnTo>
                    <a:pt x="8386" y="4755"/>
                  </a:lnTo>
                  <a:cubicBezTo>
                    <a:pt x="8387" y="4755"/>
                    <a:pt x="9091" y="4969"/>
                    <a:pt x="9457" y="5362"/>
                  </a:cubicBezTo>
                  <a:cubicBezTo>
                    <a:pt x="9457" y="5362"/>
                    <a:pt x="9270" y="4390"/>
                    <a:pt x="8128" y="3828"/>
                  </a:cubicBezTo>
                  <a:lnTo>
                    <a:pt x="8128" y="3828"/>
                  </a:lnTo>
                  <a:cubicBezTo>
                    <a:pt x="8128" y="3828"/>
                    <a:pt x="9020" y="3935"/>
                    <a:pt x="9519" y="4488"/>
                  </a:cubicBezTo>
                  <a:cubicBezTo>
                    <a:pt x="9519" y="4488"/>
                    <a:pt x="9412" y="3890"/>
                    <a:pt x="8663" y="3560"/>
                  </a:cubicBezTo>
                  <a:cubicBezTo>
                    <a:pt x="8249" y="3378"/>
                    <a:pt x="7811" y="3337"/>
                    <a:pt x="7501" y="3337"/>
                  </a:cubicBezTo>
                  <a:cubicBezTo>
                    <a:pt x="7250" y="3337"/>
                    <a:pt x="7084" y="3364"/>
                    <a:pt x="7084" y="3364"/>
                  </a:cubicBezTo>
                  <a:cubicBezTo>
                    <a:pt x="7084" y="3364"/>
                    <a:pt x="7352" y="3123"/>
                    <a:pt x="7905" y="3105"/>
                  </a:cubicBezTo>
                  <a:cubicBezTo>
                    <a:pt x="7937" y="3104"/>
                    <a:pt x="7968" y="3103"/>
                    <a:pt x="8000" y="3103"/>
                  </a:cubicBezTo>
                  <a:cubicBezTo>
                    <a:pt x="8590" y="3103"/>
                    <a:pt x="9072" y="3339"/>
                    <a:pt x="9386" y="3720"/>
                  </a:cubicBezTo>
                  <a:cubicBezTo>
                    <a:pt x="9386" y="3720"/>
                    <a:pt x="9261" y="3132"/>
                    <a:pt x="8601" y="2837"/>
                  </a:cubicBezTo>
                  <a:cubicBezTo>
                    <a:pt x="8383" y="2739"/>
                    <a:pt x="8123" y="2706"/>
                    <a:pt x="7872" y="2706"/>
                  </a:cubicBezTo>
                  <a:cubicBezTo>
                    <a:pt x="7369" y="2706"/>
                    <a:pt x="6906" y="2837"/>
                    <a:pt x="6906" y="2837"/>
                  </a:cubicBezTo>
                  <a:cubicBezTo>
                    <a:pt x="6906" y="2837"/>
                    <a:pt x="7334" y="2347"/>
                    <a:pt x="8306" y="2186"/>
                  </a:cubicBezTo>
                  <a:cubicBezTo>
                    <a:pt x="8306" y="2186"/>
                    <a:pt x="8180" y="2170"/>
                    <a:pt x="7985" y="2170"/>
                  </a:cubicBezTo>
                  <a:cubicBezTo>
                    <a:pt x="7748" y="2170"/>
                    <a:pt x="7409" y="2194"/>
                    <a:pt x="7075" y="2302"/>
                  </a:cubicBezTo>
                  <a:cubicBezTo>
                    <a:pt x="7075" y="2302"/>
                    <a:pt x="7566" y="1651"/>
                    <a:pt x="8975" y="1615"/>
                  </a:cubicBezTo>
                  <a:cubicBezTo>
                    <a:pt x="8975" y="1615"/>
                    <a:pt x="8689" y="1508"/>
                    <a:pt x="8149" y="1508"/>
                  </a:cubicBezTo>
                  <a:cubicBezTo>
                    <a:pt x="8030" y="1508"/>
                    <a:pt x="7897" y="1513"/>
                    <a:pt x="7753" y="1526"/>
                  </a:cubicBezTo>
                  <a:cubicBezTo>
                    <a:pt x="6959" y="1597"/>
                    <a:pt x="6433" y="2017"/>
                    <a:pt x="6433" y="2017"/>
                  </a:cubicBezTo>
                  <a:cubicBezTo>
                    <a:pt x="6433" y="2017"/>
                    <a:pt x="7030" y="1214"/>
                    <a:pt x="7958" y="919"/>
                  </a:cubicBezTo>
                  <a:lnTo>
                    <a:pt x="7958" y="919"/>
                  </a:lnTo>
                  <a:cubicBezTo>
                    <a:pt x="7958" y="919"/>
                    <a:pt x="6522" y="937"/>
                    <a:pt x="5773" y="1945"/>
                  </a:cubicBezTo>
                  <a:cubicBezTo>
                    <a:pt x="5773" y="1945"/>
                    <a:pt x="5978" y="884"/>
                    <a:pt x="7084" y="125"/>
                  </a:cubicBezTo>
                  <a:lnTo>
                    <a:pt x="7084" y="125"/>
                  </a:lnTo>
                  <a:cubicBezTo>
                    <a:pt x="7084" y="125"/>
                    <a:pt x="6094" y="456"/>
                    <a:pt x="5469" y="1481"/>
                  </a:cubicBezTo>
                  <a:cubicBezTo>
                    <a:pt x="5469" y="1481"/>
                    <a:pt x="5576" y="830"/>
                    <a:pt x="5808" y="0"/>
                  </a:cubicBezTo>
                  <a:lnTo>
                    <a:pt x="5808" y="0"/>
                  </a:lnTo>
                  <a:cubicBezTo>
                    <a:pt x="5808" y="1"/>
                    <a:pt x="5014" y="518"/>
                    <a:pt x="4756" y="1633"/>
                  </a:cubicBezTo>
                  <a:cubicBezTo>
                    <a:pt x="4506" y="518"/>
                    <a:pt x="3712" y="1"/>
                    <a:pt x="37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116"/>
            <p:cNvSpPr/>
            <p:nvPr/>
          </p:nvSpPr>
          <p:spPr>
            <a:xfrm>
              <a:off x="4055434" y="2498123"/>
              <a:ext cx="299518" cy="234177"/>
            </a:xfrm>
            <a:custGeom>
              <a:rect b="b" l="l" r="r" t="t"/>
              <a:pathLst>
                <a:path extrusionOk="0" h="4444" w="5684">
                  <a:moveTo>
                    <a:pt x="2213" y="1"/>
                  </a:moveTo>
                  <a:lnTo>
                    <a:pt x="2213" y="1"/>
                  </a:lnTo>
                  <a:cubicBezTo>
                    <a:pt x="2356" y="492"/>
                    <a:pt x="2418" y="884"/>
                    <a:pt x="2418" y="884"/>
                  </a:cubicBezTo>
                  <a:cubicBezTo>
                    <a:pt x="2044" y="269"/>
                    <a:pt x="1455" y="72"/>
                    <a:pt x="1455" y="72"/>
                  </a:cubicBezTo>
                  <a:lnTo>
                    <a:pt x="1455" y="72"/>
                  </a:lnTo>
                  <a:cubicBezTo>
                    <a:pt x="2115" y="527"/>
                    <a:pt x="2231" y="1161"/>
                    <a:pt x="2231" y="1161"/>
                  </a:cubicBezTo>
                  <a:cubicBezTo>
                    <a:pt x="1794" y="554"/>
                    <a:pt x="938" y="545"/>
                    <a:pt x="937" y="545"/>
                  </a:cubicBezTo>
                  <a:lnTo>
                    <a:pt x="937" y="545"/>
                  </a:lnTo>
                  <a:cubicBezTo>
                    <a:pt x="1482" y="715"/>
                    <a:pt x="1847" y="1205"/>
                    <a:pt x="1847" y="1205"/>
                  </a:cubicBezTo>
                  <a:cubicBezTo>
                    <a:pt x="1847" y="1205"/>
                    <a:pt x="1526" y="955"/>
                    <a:pt x="1053" y="911"/>
                  </a:cubicBezTo>
                  <a:cubicBezTo>
                    <a:pt x="966" y="903"/>
                    <a:pt x="886" y="899"/>
                    <a:pt x="814" y="899"/>
                  </a:cubicBezTo>
                  <a:cubicBezTo>
                    <a:pt x="497" y="899"/>
                    <a:pt x="331" y="964"/>
                    <a:pt x="331" y="964"/>
                  </a:cubicBezTo>
                  <a:cubicBezTo>
                    <a:pt x="1169" y="982"/>
                    <a:pt x="1455" y="1366"/>
                    <a:pt x="1455" y="1366"/>
                  </a:cubicBezTo>
                  <a:cubicBezTo>
                    <a:pt x="1241" y="1302"/>
                    <a:pt x="1020" y="1289"/>
                    <a:pt x="878" y="1289"/>
                  </a:cubicBezTo>
                  <a:cubicBezTo>
                    <a:pt x="783" y="1289"/>
                    <a:pt x="723" y="1294"/>
                    <a:pt x="723" y="1294"/>
                  </a:cubicBezTo>
                  <a:cubicBezTo>
                    <a:pt x="1303" y="1393"/>
                    <a:pt x="1562" y="1687"/>
                    <a:pt x="1562" y="1687"/>
                  </a:cubicBezTo>
                  <a:cubicBezTo>
                    <a:pt x="1562" y="1687"/>
                    <a:pt x="1284" y="1612"/>
                    <a:pt x="983" y="1612"/>
                  </a:cubicBezTo>
                  <a:cubicBezTo>
                    <a:pt x="832" y="1612"/>
                    <a:pt x="676" y="1630"/>
                    <a:pt x="545" y="1687"/>
                  </a:cubicBezTo>
                  <a:cubicBezTo>
                    <a:pt x="161" y="1865"/>
                    <a:pt x="81" y="2213"/>
                    <a:pt x="81" y="2213"/>
                  </a:cubicBezTo>
                  <a:cubicBezTo>
                    <a:pt x="267" y="1994"/>
                    <a:pt x="556" y="1846"/>
                    <a:pt x="905" y="1846"/>
                  </a:cubicBezTo>
                  <a:cubicBezTo>
                    <a:pt x="924" y="1846"/>
                    <a:pt x="944" y="1847"/>
                    <a:pt x="964" y="1848"/>
                  </a:cubicBezTo>
                  <a:cubicBezTo>
                    <a:pt x="1294" y="1856"/>
                    <a:pt x="1455" y="2008"/>
                    <a:pt x="1455" y="2008"/>
                  </a:cubicBezTo>
                  <a:cubicBezTo>
                    <a:pt x="1455" y="2008"/>
                    <a:pt x="1349" y="1989"/>
                    <a:pt x="1189" y="1989"/>
                  </a:cubicBezTo>
                  <a:cubicBezTo>
                    <a:pt x="1006" y="1989"/>
                    <a:pt x="753" y="2014"/>
                    <a:pt x="509" y="2124"/>
                  </a:cubicBezTo>
                  <a:cubicBezTo>
                    <a:pt x="63" y="2320"/>
                    <a:pt x="1" y="2677"/>
                    <a:pt x="1" y="2677"/>
                  </a:cubicBezTo>
                  <a:cubicBezTo>
                    <a:pt x="295" y="2347"/>
                    <a:pt x="830" y="2276"/>
                    <a:pt x="830" y="2276"/>
                  </a:cubicBezTo>
                  <a:lnTo>
                    <a:pt x="830" y="2276"/>
                  </a:lnTo>
                  <a:cubicBezTo>
                    <a:pt x="152" y="2615"/>
                    <a:pt x="36" y="3195"/>
                    <a:pt x="36" y="3195"/>
                  </a:cubicBezTo>
                  <a:cubicBezTo>
                    <a:pt x="259" y="2963"/>
                    <a:pt x="679" y="2829"/>
                    <a:pt x="679" y="2829"/>
                  </a:cubicBezTo>
                  <a:lnTo>
                    <a:pt x="679" y="2829"/>
                  </a:lnTo>
                  <a:cubicBezTo>
                    <a:pt x="233" y="3177"/>
                    <a:pt x="90" y="3667"/>
                    <a:pt x="90" y="3667"/>
                  </a:cubicBezTo>
                  <a:cubicBezTo>
                    <a:pt x="393" y="3266"/>
                    <a:pt x="919" y="3079"/>
                    <a:pt x="920" y="3079"/>
                  </a:cubicBezTo>
                  <a:lnTo>
                    <a:pt x="920" y="3079"/>
                  </a:lnTo>
                  <a:cubicBezTo>
                    <a:pt x="697" y="3355"/>
                    <a:pt x="625" y="3739"/>
                    <a:pt x="625" y="3739"/>
                  </a:cubicBezTo>
                  <a:cubicBezTo>
                    <a:pt x="973" y="2954"/>
                    <a:pt x="1589" y="2829"/>
                    <a:pt x="1589" y="2829"/>
                  </a:cubicBezTo>
                  <a:lnTo>
                    <a:pt x="1589" y="2829"/>
                  </a:lnTo>
                  <a:cubicBezTo>
                    <a:pt x="982" y="3141"/>
                    <a:pt x="884" y="3962"/>
                    <a:pt x="884" y="3962"/>
                  </a:cubicBezTo>
                  <a:cubicBezTo>
                    <a:pt x="1169" y="3195"/>
                    <a:pt x="1722" y="2963"/>
                    <a:pt x="1722" y="2963"/>
                  </a:cubicBezTo>
                  <a:lnTo>
                    <a:pt x="1722" y="2963"/>
                  </a:lnTo>
                  <a:cubicBezTo>
                    <a:pt x="1125" y="3614"/>
                    <a:pt x="1366" y="4363"/>
                    <a:pt x="1366" y="4363"/>
                  </a:cubicBezTo>
                  <a:cubicBezTo>
                    <a:pt x="1366" y="3712"/>
                    <a:pt x="1669" y="3382"/>
                    <a:pt x="1669" y="3382"/>
                  </a:cubicBezTo>
                  <a:lnTo>
                    <a:pt x="1669" y="3382"/>
                  </a:lnTo>
                  <a:cubicBezTo>
                    <a:pt x="1544" y="3739"/>
                    <a:pt x="1606" y="4042"/>
                    <a:pt x="1606" y="4042"/>
                  </a:cubicBezTo>
                  <a:cubicBezTo>
                    <a:pt x="1731" y="3355"/>
                    <a:pt x="2106" y="3079"/>
                    <a:pt x="2106" y="3079"/>
                  </a:cubicBezTo>
                  <a:lnTo>
                    <a:pt x="2106" y="3079"/>
                  </a:lnTo>
                  <a:cubicBezTo>
                    <a:pt x="1883" y="3489"/>
                    <a:pt x="1919" y="4113"/>
                    <a:pt x="1919" y="4113"/>
                  </a:cubicBezTo>
                  <a:cubicBezTo>
                    <a:pt x="2035" y="3400"/>
                    <a:pt x="2391" y="2990"/>
                    <a:pt x="2392" y="2989"/>
                  </a:cubicBezTo>
                  <a:lnTo>
                    <a:pt x="2392" y="2989"/>
                  </a:lnTo>
                  <a:cubicBezTo>
                    <a:pt x="2115" y="3694"/>
                    <a:pt x="2409" y="4444"/>
                    <a:pt x="2409" y="4444"/>
                  </a:cubicBezTo>
                  <a:cubicBezTo>
                    <a:pt x="2311" y="3230"/>
                    <a:pt x="2838" y="2856"/>
                    <a:pt x="2838" y="2856"/>
                  </a:cubicBezTo>
                  <a:cubicBezTo>
                    <a:pt x="2838" y="2856"/>
                    <a:pt x="3364" y="3230"/>
                    <a:pt x="3275" y="4444"/>
                  </a:cubicBezTo>
                  <a:cubicBezTo>
                    <a:pt x="3275" y="4444"/>
                    <a:pt x="3569" y="3694"/>
                    <a:pt x="3284" y="2989"/>
                  </a:cubicBezTo>
                  <a:lnTo>
                    <a:pt x="3284" y="2989"/>
                  </a:lnTo>
                  <a:cubicBezTo>
                    <a:pt x="3284" y="2990"/>
                    <a:pt x="3649" y="3400"/>
                    <a:pt x="3756" y="4113"/>
                  </a:cubicBezTo>
                  <a:cubicBezTo>
                    <a:pt x="3756" y="4113"/>
                    <a:pt x="3801" y="3489"/>
                    <a:pt x="3578" y="3079"/>
                  </a:cubicBezTo>
                  <a:lnTo>
                    <a:pt x="3578" y="3079"/>
                  </a:lnTo>
                  <a:cubicBezTo>
                    <a:pt x="3578" y="3079"/>
                    <a:pt x="3953" y="3355"/>
                    <a:pt x="4078" y="4042"/>
                  </a:cubicBezTo>
                  <a:cubicBezTo>
                    <a:pt x="4078" y="4042"/>
                    <a:pt x="4140" y="3739"/>
                    <a:pt x="4006" y="3382"/>
                  </a:cubicBezTo>
                  <a:lnTo>
                    <a:pt x="4006" y="3382"/>
                  </a:lnTo>
                  <a:cubicBezTo>
                    <a:pt x="4006" y="3382"/>
                    <a:pt x="4318" y="3712"/>
                    <a:pt x="4318" y="4363"/>
                  </a:cubicBezTo>
                  <a:cubicBezTo>
                    <a:pt x="4318" y="4363"/>
                    <a:pt x="4550" y="3614"/>
                    <a:pt x="3953" y="2963"/>
                  </a:cubicBezTo>
                  <a:lnTo>
                    <a:pt x="3953" y="2963"/>
                  </a:lnTo>
                  <a:cubicBezTo>
                    <a:pt x="3953" y="2963"/>
                    <a:pt x="4515" y="3195"/>
                    <a:pt x="4800" y="3962"/>
                  </a:cubicBezTo>
                  <a:cubicBezTo>
                    <a:pt x="4800" y="3962"/>
                    <a:pt x="4702" y="3141"/>
                    <a:pt x="4095" y="2829"/>
                  </a:cubicBezTo>
                  <a:lnTo>
                    <a:pt x="4095" y="2829"/>
                  </a:lnTo>
                  <a:cubicBezTo>
                    <a:pt x="4096" y="2829"/>
                    <a:pt x="4711" y="2954"/>
                    <a:pt x="5059" y="3739"/>
                  </a:cubicBezTo>
                  <a:cubicBezTo>
                    <a:pt x="5059" y="3739"/>
                    <a:pt x="4988" y="3355"/>
                    <a:pt x="4765" y="3079"/>
                  </a:cubicBezTo>
                  <a:lnTo>
                    <a:pt x="4765" y="3079"/>
                  </a:lnTo>
                  <a:cubicBezTo>
                    <a:pt x="4765" y="3079"/>
                    <a:pt x="5291" y="3266"/>
                    <a:pt x="5585" y="3667"/>
                  </a:cubicBezTo>
                  <a:cubicBezTo>
                    <a:pt x="5585" y="3667"/>
                    <a:pt x="5451" y="3177"/>
                    <a:pt x="5005" y="2829"/>
                  </a:cubicBezTo>
                  <a:lnTo>
                    <a:pt x="5005" y="2829"/>
                  </a:lnTo>
                  <a:cubicBezTo>
                    <a:pt x="5006" y="2829"/>
                    <a:pt x="5425" y="2963"/>
                    <a:pt x="5648" y="3195"/>
                  </a:cubicBezTo>
                  <a:cubicBezTo>
                    <a:pt x="5648" y="3195"/>
                    <a:pt x="5532" y="2615"/>
                    <a:pt x="4854" y="2276"/>
                  </a:cubicBezTo>
                  <a:lnTo>
                    <a:pt x="4854" y="2276"/>
                  </a:lnTo>
                  <a:cubicBezTo>
                    <a:pt x="4854" y="2276"/>
                    <a:pt x="5389" y="2347"/>
                    <a:pt x="5683" y="2677"/>
                  </a:cubicBezTo>
                  <a:cubicBezTo>
                    <a:pt x="5683" y="2677"/>
                    <a:pt x="5621" y="2320"/>
                    <a:pt x="5166" y="2124"/>
                  </a:cubicBezTo>
                  <a:cubicBezTo>
                    <a:pt x="4927" y="2014"/>
                    <a:pt x="4676" y="1989"/>
                    <a:pt x="4494" y="1989"/>
                  </a:cubicBezTo>
                  <a:cubicBezTo>
                    <a:pt x="4335" y="1989"/>
                    <a:pt x="4229" y="2008"/>
                    <a:pt x="4229" y="2008"/>
                  </a:cubicBezTo>
                  <a:cubicBezTo>
                    <a:pt x="4229" y="2008"/>
                    <a:pt x="4390" y="1856"/>
                    <a:pt x="4720" y="1848"/>
                  </a:cubicBezTo>
                  <a:cubicBezTo>
                    <a:pt x="4740" y="1847"/>
                    <a:pt x="4760" y="1846"/>
                    <a:pt x="4779" y="1846"/>
                  </a:cubicBezTo>
                  <a:cubicBezTo>
                    <a:pt x="5128" y="1846"/>
                    <a:pt x="5417" y="1994"/>
                    <a:pt x="5603" y="2213"/>
                  </a:cubicBezTo>
                  <a:cubicBezTo>
                    <a:pt x="5603" y="2213"/>
                    <a:pt x="5523" y="1865"/>
                    <a:pt x="5130" y="1687"/>
                  </a:cubicBezTo>
                  <a:cubicBezTo>
                    <a:pt x="5002" y="1630"/>
                    <a:pt x="4848" y="1612"/>
                    <a:pt x="4698" y="1612"/>
                  </a:cubicBezTo>
                  <a:cubicBezTo>
                    <a:pt x="4400" y="1612"/>
                    <a:pt x="4122" y="1687"/>
                    <a:pt x="4122" y="1687"/>
                  </a:cubicBezTo>
                  <a:cubicBezTo>
                    <a:pt x="4122" y="1687"/>
                    <a:pt x="4381" y="1393"/>
                    <a:pt x="4961" y="1294"/>
                  </a:cubicBezTo>
                  <a:cubicBezTo>
                    <a:pt x="4961" y="1294"/>
                    <a:pt x="4901" y="1289"/>
                    <a:pt x="4806" y="1289"/>
                  </a:cubicBezTo>
                  <a:cubicBezTo>
                    <a:pt x="4664" y="1289"/>
                    <a:pt x="4443" y="1302"/>
                    <a:pt x="4229" y="1366"/>
                  </a:cubicBezTo>
                  <a:cubicBezTo>
                    <a:pt x="4229" y="1366"/>
                    <a:pt x="4515" y="982"/>
                    <a:pt x="5353" y="964"/>
                  </a:cubicBezTo>
                  <a:cubicBezTo>
                    <a:pt x="5353" y="964"/>
                    <a:pt x="5187" y="899"/>
                    <a:pt x="4870" y="899"/>
                  </a:cubicBezTo>
                  <a:cubicBezTo>
                    <a:pt x="4798" y="899"/>
                    <a:pt x="4718" y="903"/>
                    <a:pt x="4631" y="911"/>
                  </a:cubicBezTo>
                  <a:cubicBezTo>
                    <a:pt x="4158" y="955"/>
                    <a:pt x="3837" y="1205"/>
                    <a:pt x="3837" y="1205"/>
                  </a:cubicBezTo>
                  <a:cubicBezTo>
                    <a:pt x="3837" y="1205"/>
                    <a:pt x="4203" y="715"/>
                    <a:pt x="4747" y="545"/>
                  </a:cubicBezTo>
                  <a:lnTo>
                    <a:pt x="4747" y="545"/>
                  </a:lnTo>
                  <a:cubicBezTo>
                    <a:pt x="4747" y="545"/>
                    <a:pt x="3890" y="554"/>
                    <a:pt x="3444" y="1161"/>
                  </a:cubicBezTo>
                  <a:cubicBezTo>
                    <a:pt x="3444" y="1161"/>
                    <a:pt x="3569" y="527"/>
                    <a:pt x="4229" y="72"/>
                  </a:cubicBezTo>
                  <a:lnTo>
                    <a:pt x="4229" y="72"/>
                  </a:lnTo>
                  <a:cubicBezTo>
                    <a:pt x="4229" y="72"/>
                    <a:pt x="3640" y="269"/>
                    <a:pt x="3266" y="884"/>
                  </a:cubicBezTo>
                  <a:cubicBezTo>
                    <a:pt x="3266" y="884"/>
                    <a:pt x="3328" y="492"/>
                    <a:pt x="3462" y="1"/>
                  </a:cubicBezTo>
                  <a:lnTo>
                    <a:pt x="3462" y="1"/>
                  </a:lnTo>
                  <a:cubicBezTo>
                    <a:pt x="3462" y="1"/>
                    <a:pt x="2989" y="304"/>
                    <a:pt x="2838" y="973"/>
                  </a:cubicBezTo>
                  <a:cubicBezTo>
                    <a:pt x="2686" y="304"/>
                    <a:pt x="2213" y="1"/>
                    <a:pt x="2213"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116"/>
            <p:cNvSpPr/>
            <p:nvPr/>
          </p:nvSpPr>
          <p:spPr>
            <a:xfrm>
              <a:off x="3956262" y="2952724"/>
              <a:ext cx="54592" cy="707536"/>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116"/>
            <p:cNvSpPr/>
            <p:nvPr/>
          </p:nvSpPr>
          <p:spPr>
            <a:xfrm>
              <a:off x="3979290" y="2952724"/>
              <a:ext cx="31564" cy="707536"/>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116"/>
            <p:cNvSpPr/>
            <p:nvPr/>
          </p:nvSpPr>
          <p:spPr>
            <a:xfrm>
              <a:off x="3812879" y="2781148"/>
              <a:ext cx="341358" cy="266584"/>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116"/>
            <p:cNvSpPr/>
            <p:nvPr/>
          </p:nvSpPr>
          <p:spPr>
            <a:xfrm>
              <a:off x="3881962" y="2843645"/>
              <a:ext cx="203139" cy="159455"/>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116"/>
            <p:cNvSpPr/>
            <p:nvPr/>
          </p:nvSpPr>
          <p:spPr>
            <a:xfrm>
              <a:off x="4372762" y="3113022"/>
              <a:ext cx="45160" cy="588603"/>
            </a:xfrm>
            <a:custGeom>
              <a:rect b="b" l="l" r="r" t="t"/>
              <a:pathLst>
                <a:path extrusionOk="0" h="11170" w="857">
                  <a:moveTo>
                    <a:pt x="206" y="1"/>
                  </a:moveTo>
                  <a:cubicBezTo>
                    <a:pt x="206" y="1"/>
                    <a:pt x="0" y="563"/>
                    <a:pt x="206" y="1749"/>
                  </a:cubicBezTo>
                  <a:cubicBezTo>
                    <a:pt x="357" y="2677"/>
                    <a:pt x="206" y="11170"/>
                    <a:pt x="206" y="11170"/>
                  </a:cubicBezTo>
                  <a:lnTo>
                    <a:pt x="652" y="11170"/>
                  </a:lnTo>
                  <a:cubicBezTo>
                    <a:pt x="652" y="11170"/>
                    <a:pt x="500" y="2677"/>
                    <a:pt x="652" y="1749"/>
                  </a:cubicBezTo>
                  <a:cubicBezTo>
                    <a:pt x="857" y="563"/>
                    <a:pt x="652" y="1"/>
                    <a:pt x="652"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116"/>
            <p:cNvSpPr/>
            <p:nvPr/>
          </p:nvSpPr>
          <p:spPr>
            <a:xfrm>
              <a:off x="4392048" y="3113022"/>
              <a:ext cx="25873" cy="588603"/>
            </a:xfrm>
            <a:custGeom>
              <a:rect b="b" l="l" r="r" t="t"/>
              <a:pathLst>
                <a:path extrusionOk="0" h="11170" w="491">
                  <a:moveTo>
                    <a:pt x="161" y="1"/>
                  </a:moveTo>
                  <a:cubicBezTo>
                    <a:pt x="161" y="1"/>
                    <a:pt x="357" y="563"/>
                    <a:pt x="161" y="1749"/>
                  </a:cubicBezTo>
                  <a:cubicBezTo>
                    <a:pt x="0" y="2677"/>
                    <a:pt x="161" y="11170"/>
                    <a:pt x="161" y="11170"/>
                  </a:cubicBezTo>
                  <a:lnTo>
                    <a:pt x="286" y="11170"/>
                  </a:lnTo>
                  <a:cubicBezTo>
                    <a:pt x="286" y="11170"/>
                    <a:pt x="134" y="2677"/>
                    <a:pt x="286" y="1749"/>
                  </a:cubicBezTo>
                  <a:cubicBezTo>
                    <a:pt x="491" y="563"/>
                    <a:pt x="286" y="1"/>
                    <a:pt x="286"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116"/>
            <p:cNvSpPr/>
            <p:nvPr/>
          </p:nvSpPr>
          <p:spPr>
            <a:xfrm>
              <a:off x="4253356" y="2970113"/>
              <a:ext cx="283499" cy="221951"/>
            </a:xfrm>
            <a:custGeom>
              <a:rect b="b" l="l" r="r" t="t"/>
              <a:pathLst>
                <a:path extrusionOk="0" h="4212" w="5380">
                  <a:moveTo>
                    <a:pt x="2106" y="1"/>
                  </a:moveTo>
                  <a:cubicBezTo>
                    <a:pt x="2231" y="473"/>
                    <a:pt x="2293" y="839"/>
                    <a:pt x="2293" y="839"/>
                  </a:cubicBezTo>
                  <a:cubicBezTo>
                    <a:pt x="1936" y="259"/>
                    <a:pt x="1374" y="72"/>
                    <a:pt x="1374" y="72"/>
                  </a:cubicBezTo>
                  <a:lnTo>
                    <a:pt x="1374" y="72"/>
                  </a:lnTo>
                  <a:cubicBezTo>
                    <a:pt x="1999" y="500"/>
                    <a:pt x="2115" y="1098"/>
                    <a:pt x="2115" y="1098"/>
                  </a:cubicBezTo>
                  <a:cubicBezTo>
                    <a:pt x="1695" y="527"/>
                    <a:pt x="884" y="527"/>
                    <a:pt x="884" y="527"/>
                  </a:cubicBezTo>
                  <a:lnTo>
                    <a:pt x="884" y="527"/>
                  </a:lnTo>
                  <a:cubicBezTo>
                    <a:pt x="1410" y="687"/>
                    <a:pt x="1749" y="1142"/>
                    <a:pt x="1749" y="1142"/>
                  </a:cubicBezTo>
                  <a:cubicBezTo>
                    <a:pt x="1749" y="1142"/>
                    <a:pt x="1446" y="902"/>
                    <a:pt x="1000" y="866"/>
                  </a:cubicBezTo>
                  <a:cubicBezTo>
                    <a:pt x="909" y="857"/>
                    <a:pt x="827" y="853"/>
                    <a:pt x="753" y="853"/>
                  </a:cubicBezTo>
                  <a:cubicBezTo>
                    <a:pt x="461" y="853"/>
                    <a:pt x="313" y="910"/>
                    <a:pt x="313" y="910"/>
                  </a:cubicBezTo>
                  <a:cubicBezTo>
                    <a:pt x="1107" y="937"/>
                    <a:pt x="1383" y="1303"/>
                    <a:pt x="1383" y="1303"/>
                  </a:cubicBezTo>
                  <a:cubicBezTo>
                    <a:pt x="1174" y="1239"/>
                    <a:pt x="966" y="1226"/>
                    <a:pt x="832" y="1226"/>
                  </a:cubicBezTo>
                  <a:cubicBezTo>
                    <a:pt x="743" y="1226"/>
                    <a:pt x="687" y="1232"/>
                    <a:pt x="687" y="1232"/>
                  </a:cubicBezTo>
                  <a:cubicBezTo>
                    <a:pt x="1232" y="1330"/>
                    <a:pt x="1481" y="1606"/>
                    <a:pt x="1481" y="1606"/>
                  </a:cubicBezTo>
                  <a:cubicBezTo>
                    <a:pt x="1481" y="1606"/>
                    <a:pt x="1220" y="1531"/>
                    <a:pt x="934" y="1531"/>
                  </a:cubicBezTo>
                  <a:cubicBezTo>
                    <a:pt x="791" y="1531"/>
                    <a:pt x="643" y="1550"/>
                    <a:pt x="518" y="1606"/>
                  </a:cubicBezTo>
                  <a:cubicBezTo>
                    <a:pt x="152" y="1776"/>
                    <a:pt x="81" y="2106"/>
                    <a:pt x="81" y="2106"/>
                  </a:cubicBezTo>
                  <a:cubicBezTo>
                    <a:pt x="249" y="1895"/>
                    <a:pt x="521" y="1756"/>
                    <a:pt x="851" y="1756"/>
                  </a:cubicBezTo>
                  <a:cubicBezTo>
                    <a:pt x="870" y="1756"/>
                    <a:pt x="890" y="1757"/>
                    <a:pt x="910" y="1758"/>
                  </a:cubicBezTo>
                  <a:cubicBezTo>
                    <a:pt x="1223" y="1767"/>
                    <a:pt x="1374" y="1910"/>
                    <a:pt x="1374" y="1910"/>
                  </a:cubicBezTo>
                  <a:cubicBezTo>
                    <a:pt x="1374" y="1910"/>
                    <a:pt x="1275" y="1893"/>
                    <a:pt x="1127" y="1893"/>
                  </a:cubicBezTo>
                  <a:cubicBezTo>
                    <a:pt x="954" y="1893"/>
                    <a:pt x="713" y="1916"/>
                    <a:pt x="482" y="2017"/>
                  </a:cubicBezTo>
                  <a:cubicBezTo>
                    <a:pt x="63" y="2204"/>
                    <a:pt x="0" y="2543"/>
                    <a:pt x="0" y="2543"/>
                  </a:cubicBezTo>
                  <a:cubicBezTo>
                    <a:pt x="277" y="2231"/>
                    <a:pt x="785" y="2168"/>
                    <a:pt x="786" y="2168"/>
                  </a:cubicBezTo>
                  <a:lnTo>
                    <a:pt x="786" y="2168"/>
                  </a:lnTo>
                  <a:cubicBezTo>
                    <a:pt x="143" y="2481"/>
                    <a:pt x="36" y="3034"/>
                    <a:pt x="36" y="3034"/>
                  </a:cubicBezTo>
                  <a:cubicBezTo>
                    <a:pt x="241" y="2811"/>
                    <a:pt x="643" y="2686"/>
                    <a:pt x="643" y="2686"/>
                  </a:cubicBezTo>
                  <a:lnTo>
                    <a:pt x="643" y="2686"/>
                  </a:lnTo>
                  <a:cubicBezTo>
                    <a:pt x="215" y="3016"/>
                    <a:pt x="90" y="3489"/>
                    <a:pt x="90" y="3489"/>
                  </a:cubicBezTo>
                  <a:cubicBezTo>
                    <a:pt x="366" y="3096"/>
                    <a:pt x="875" y="2918"/>
                    <a:pt x="875" y="2918"/>
                  </a:cubicBezTo>
                  <a:lnTo>
                    <a:pt x="875" y="2918"/>
                  </a:lnTo>
                  <a:cubicBezTo>
                    <a:pt x="661" y="3185"/>
                    <a:pt x="598" y="3551"/>
                    <a:pt x="598" y="3551"/>
                  </a:cubicBezTo>
                  <a:cubicBezTo>
                    <a:pt x="919" y="2802"/>
                    <a:pt x="1508" y="2686"/>
                    <a:pt x="1508" y="2686"/>
                  </a:cubicBezTo>
                  <a:lnTo>
                    <a:pt x="1508" y="2686"/>
                  </a:lnTo>
                  <a:cubicBezTo>
                    <a:pt x="928" y="2980"/>
                    <a:pt x="839" y="3756"/>
                    <a:pt x="839" y="3756"/>
                  </a:cubicBezTo>
                  <a:cubicBezTo>
                    <a:pt x="1107" y="3034"/>
                    <a:pt x="1633" y="2811"/>
                    <a:pt x="1633" y="2811"/>
                  </a:cubicBezTo>
                  <a:lnTo>
                    <a:pt x="1633" y="2811"/>
                  </a:lnTo>
                  <a:cubicBezTo>
                    <a:pt x="1071" y="3426"/>
                    <a:pt x="1294" y="4140"/>
                    <a:pt x="1294" y="4140"/>
                  </a:cubicBezTo>
                  <a:cubicBezTo>
                    <a:pt x="1294" y="3524"/>
                    <a:pt x="1588" y="3212"/>
                    <a:pt x="1588" y="3212"/>
                  </a:cubicBezTo>
                  <a:lnTo>
                    <a:pt x="1588" y="3212"/>
                  </a:lnTo>
                  <a:cubicBezTo>
                    <a:pt x="1464" y="3551"/>
                    <a:pt x="1517" y="3837"/>
                    <a:pt x="1517" y="3837"/>
                  </a:cubicBezTo>
                  <a:cubicBezTo>
                    <a:pt x="1642" y="3185"/>
                    <a:pt x="1999" y="2918"/>
                    <a:pt x="1999" y="2918"/>
                  </a:cubicBezTo>
                  <a:lnTo>
                    <a:pt x="1999" y="2918"/>
                  </a:lnTo>
                  <a:cubicBezTo>
                    <a:pt x="1785" y="3310"/>
                    <a:pt x="1820" y="3899"/>
                    <a:pt x="1820" y="3899"/>
                  </a:cubicBezTo>
                  <a:cubicBezTo>
                    <a:pt x="1927" y="3230"/>
                    <a:pt x="2266" y="2838"/>
                    <a:pt x="2266" y="2837"/>
                  </a:cubicBezTo>
                  <a:lnTo>
                    <a:pt x="2266" y="2837"/>
                  </a:lnTo>
                  <a:cubicBezTo>
                    <a:pt x="2008" y="3507"/>
                    <a:pt x="2284" y="4211"/>
                    <a:pt x="2284" y="4211"/>
                  </a:cubicBezTo>
                  <a:cubicBezTo>
                    <a:pt x="2195" y="3069"/>
                    <a:pt x="2695" y="2713"/>
                    <a:pt x="2695" y="2713"/>
                  </a:cubicBezTo>
                  <a:cubicBezTo>
                    <a:pt x="2695" y="2713"/>
                    <a:pt x="3194" y="3069"/>
                    <a:pt x="3105" y="4211"/>
                  </a:cubicBezTo>
                  <a:cubicBezTo>
                    <a:pt x="3105" y="4211"/>
                    <a:pt x="3382" y="3507"/>
                    <a:pt x="3114" y="2837"/>
                  </a:cubicBezTo>
                  <a:lnTo>
                    <a:pt x="3114" y="2837"/>
                  </a:lnTo>
                  <a:cubicBezTo>
                    <a:pt x="3114" y="2838"/>
                    <a:pt x="3453" y="3230"/>
                    <a:pt x="3560" y="3899"/>
                  </a:cubicBezTo>
                  <a:cubicBezTo>
                    <a:pt x="3560" y="3899"/>
                    <a:pt x="3605" y="3310"/>
                    <a:pt x="3390" y="2918"/>
                  </a:cubicBezTo>
                  <a:lnTo>
                    <a:pt x="3390" y="2918"/>
                  </a:lnTo>
                  <a:cubicBezTo>
                    <a:pt x="3391" y="2918"/>
                    <a:pt x="3747" y="3185"/>
                    <a:pt x="3872" y="3837"/>
                  </a:cubicBezTo>
                  <a:cubicBezTo>
                    <a:pt x="3872" y="3837"/>
                    <a:pt x="3926" y="3551"/>
                    <a:pt x="3801" y="3212"/>
                  </a:cubicBezTo>
                  <a:lnTo>
                    <a:pt x="3801" y="3212"/>
                  </a:lnTo>
                  <a:cubicBezTo>
                    <a:pt x="3801" y="3212"/>
                    <a:pt x="4095" y="3524"/>
                    <a:pt x="4095" y="4140"/>
                  </a:cubicBezTo>
                  <a:cubicBezTo>
                    <a:pt x="4095" y="4140"/>
                    <a:pt x="4318" y="3426"/>
                    <a:pt x="3747" y="2811"/>
                  </a:cubicBezTo>
                  <a:lnTo>
                    <a:pt x="3747" y="2811"/>
                  </a:lnTo>
                  <a:cubicBezTo>
                    <a:pt x="3747" y="2811"/>
                    <a:pt x="4274" y="3034"/>
                    <a:pt x="4550" y="3756"/>
                  </a:cubicBezTo>
                  <a:cubicBezTo>
                    <a:pt x="4550" y="3756"/>
                    <a:pt x="4452" y="2980"/>
                    <a:pt x="3881" y="2686"/>
                  </a:cubicBezTo>
                  <a:lnTo>
                    <a:pt x="3881" y="2686"/>
                  </a:lnTo>
                  <a:cubicBezTo>
                    <a:pt x="3881" y="2686"/>
                    <a:pt x="4470" y="2802"/>
                    <a:pt x="4791" y="3551"/>
                  </a:cubicBezTo>
                  <a:cubicBezTo>
                    <a:pt x="4791" y="3551"/>
                    <a:pt x="4729" y="3185"/>
                    <a:pt x="4515" y="2918"/>
                  </a:cubicBezTo>
                  <a:lnTo>
                    <a:pt x="4515" y="2918"/>
                  </a:lnTo>
                  <a:cubicBezTo>
                    <a:pt x="4515" y="2918"/>
                    <a:pt x="5014" y="3096"/>
                    <a:pt x="5300" y="3489"/>
                  </a:cubicBezTo>
                  <a:cubicBezTo>
                    <a:pt x="5300" y="3489"/>
                    <a:pt x="5166" y="3016"/>
                    <a:pt x="4746" y="2686"/>
                  </a:cubicBezTo>
                  <a:lnTo>
                    <a:pt x="4746" y="2686"/>
                  </a:lnTo>
                  <a:cubicBezTo>
                    <a:pt x="4747" y="2686"/>
                    <a:pt x="5139" y="2811"/>
                    <a:pt x="5353" y="3034"/>
                  </a:cubicBezTo>
                  <a:cubicBezTo>
                    <a:pt x="5353" y="3034"/>
                    <a:pt x="5246" y="2481"/>
                    <a:pt x="4604" y="2168"/>
                  </a:cubicBezTo>
                  <a:lnTo>
                    <a:pt x="4604" y="2168"/>
                  </a:lnTo>
                  <a:cubicBezTo>
                    <a:pt x="4604" y="2168"/>
                    <a:pt x="5103" y="2231"/>
                    <a:pt x="5380" y="2543"/>
                  </a:cubicBezTo>
                  <a:cubicBezTo>
                    <a:pt x="5380" y="2543"/>
                    <a:pt x="5326" y="2204"/>
                    <a:pt x="4898" y="2017"/>
                  </a:cubicBezTo>
                  <a:cubicBezTo>
                    <a:pt x="4672" y="1916"/>
                    <a:pt x="4431" y="1893"/>
                    <a:pt x="4256" y="1893"/>
                  </a:cubicBezTo>
                  <a:cubicBezTo>
                    <a:pt x="4107" y="1893"/>
                    <a:pt x="4006" y="1910"/>
                    <a:pt x="4006" y="1910"/>
                  </a:cubicBezTo>
                  <a:cubicBezTo>
                    <a:pt x="4006" y="1910"/>
                    <a:pt x="4158" y="1767"/>
                    <a:pt x="4470" y="1758"/>
                  </a:cubicBezTo>
                  <a:cubicBezTo>
                    <a:pt x="4490" y="1757"/>
                    <a:pt x="4510" y="1756"/>
                    <a:pt x="4530" y="1756"/>
                  </a:cubicBezTo>
                  <a:cubicBezTo>
                    <a:pt x="4861" y="1756"/>
                    <a:pt x="5140" y="1895"/>
                    <a:pt x="5308" y="2106"/>
                  </a:cubicBezTo>
                  <a:cubicBezTo>
                    <a:pt x="5308" y="2106"/>
                    <a:pt x="5237" y="1776"/>
                    <a:pt x="4871" y="1606"/>
                  </a:cubicBezTo>
                  <a:cubicBezTo>
                    <a:pt x="4746" y="1550"/>
                    <a:pt x="4598" y="1531"/>
                    <a:pt x="4455" y="1531"/>
                  </a:cubicBezTo>
                  <a:cubicBezTo>
                    <a:pt x="4170" y="1531"/>
                    <a:pt x="3908" y="1606"/>
                    <a:pt x="3908" y="1606"/>
                  </a:cubicBezTo>
                  <a:cubicBezTo>
                    <a:pt x="3908" y="1606"/>
                    <a:pt x="4149" y="1330"/>
                    <a:pt x="4702" y="1232"/>
                  </a:cubicBezTo>
                  <a:cubicBezTo>
                    <a:pt x="4702" y="1232"/>
                    <a:pt x="4645" y="1226"/>
                    <a:pt x="4555" y="1226"/>
                  </a:cubicBezTo>
                  <a:cubicBezTo>
                    <a:pt x="4419" y="1226"/>
                    <a:pt x="4209" y="1239"/>
                    <a:pt x="4006" y="1303"/>
                  </a:cubicBezTo>
                  <a:cubicBezTo>
                    <a:pt x="4006" y="1303"/>
                    <a:pt x="4283" y="937"/>
                    <a:pt x="5077" y="910"/>
                  </a:cubicBezTo>
                  <a:cubicBezTo>
                    <a:pt x="5077" y="910"/>
                    <a:pt x="4922" y="853"/>
                    <a:pt x="4632" y="853"/>
                  </a:cubicBezTo>
                  <a:cubicBezTo>
                    <a:pt x="4560" y="853"/>
                    <a:pt x="4479" y="857"/>
                    <a:pt x="4390" y="866"/>
                  </a:cubicBezTo>
                  <a:cubicBezTo>
                    <a:pt x="3935" y="902"/>
                    <a:pt x="3640" y="1142"/>
                    <a:pt x="3640" y="1142"/>
                  </a:cubicBezTo>
                  <a:cubicBezTo>
                    <a:pt x="3640" y="1142"/>
                    <a:pt x="3979" y="687"/>
                    <a:pt x="4506" y="527"/>
                  </a:cubicBezTo>
                  <a:lnTo>
                    <a:pt x="4506" y="527"/>
                  </a:lnTo>
                  <a:cubicBezTo>
                    <a:pt x="4505" y="527"/>
                    <a:pt x="3685" y="527"/>
                    <a:pt x="3266" y="1098"/>
                  </a:cubicBezTo>
                  <a:cubicBezTo>
                    <a:pt x="3266" y="1098"/>
                    <a:pt x="3382" y="500"/>
                    <a:pt x="4006" y="72"/>
                  </a:cubicBezTo>
                  <a:lnTo>
                    <a:pt x="4006" y="72"/>
                  </a:lnTo>
                  <a:cubicBezTo>
                    <a:pt x="4006" y="72"/>
                    <a:pt x="3444" y="259"/>
                    <a:pt x="3096" y="839"/>
                  </a:cubicBezTo>
                  <a:cubicBezTo>
                    <a:pt x="3096" y="839"/>
                    <a:pt x="3159" y="473"/>
                    <a:pt x="3283" y="1"/>
                  </a:cubicBezTo>
                  <a:lnTo>
                    <a:pt x="3283" y="1"/>
                  </a:lnTo>
                  <a:cubicBezTo>
                    <a:pt x="3283" y="1"/>
                    <a:pt x="2837" y="295"/>
                    <a:pt x="2695" y="919"/>
                  </a:cubicBezTo>
                  <a:cubicBezTo>
                    <a:pt x="2552" y="295"/>
                    <a:pt x="2106" y="1"/>
                    <a:pt x="2106" y="1"/>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116"/>
            <p:cNvSpPr/>
            <p:nvPr/>
          </p:nvSpPr>
          <p:spPr>
            <a:xfrm>
              <a:off x="4310688" y="3022281"/>
              <a:ext cx="169309" cy="132633"/>
            </a:xfrm>
            <a:custGeom>
              <a:rect b="b" l="l" r="r" t="t"/>
              <a:pathLst>
                <a:path extrusionOk="0" h="2517" w="3213">
                  <a:moveTo>
                    <a:pt x="1955" y="1"/>
                  </a:moveTo>
                  <a:cubicBezTo>
                    <a:pt x="1954" y="1"/>
                    <a:pt x="1687" y="179"/>
                    <a:pt x="1607" y="554"/>
                  </a:cubicBezTo>
                  <a:cubicBezTo>
                    <a:pt x="1517" y="179"/>
                    <a:pt x="1250" y="1"/>
                    <a:pt x="1250" y="1"/>
                  </a:cubicBezTo>
                  <a:lnTo>
                    <a:pt x="1250" y="1"/>
                  </a:lnTo>
                  <a:cubicBezTo>
                    <a:pt x="1330" y="286"/>
                    <a:pt x="1366" y="500"/>
                    <a:pt x="1366" y="500"/>
                  </a:cubicBezTo>
                  <a:cubicBezTo>
                    <a:pt x="1152" y="161"/>
                    <a:pt x="822" y="45"/>
                    <a:pt x="822" y="45"/>
                  </a:cubicBezTo>
                  <a:lnTo>
                    <a:pt x="822" y="45"/>
                  </a:lnTo>
                  <a:cubicBezTo>
                    <a:pt x="1196" y="304"/>
                    <a:pt x="1259" y="661"/>
                    <a:pt x="1259" y="661"/>
                  </a:cubicBezTo>
                  <a:cubicBezTo>
                    <a:pt x="1009" y="322"/>
                    <a:pt x="527" y="313"/>
                    <a:pt x="527" y="313"/>
                  </a:cubicBezTo>
                  <a:lnTo>
                    <a:pt x="527" y="313"/>
                  </a:lnTo>
                  <a:cubicBezTo>
                    <a:pt x="839" y="411"/>
                    <a:pt x="1045" y="688"/>
                    <a:pt x="1045" y="688"/>
                  </a:cubicBezTo>
                  <a:cubicBezTo>
                    <a:pt x="1045" y="688"/>
                    <a:pt x="866" y="545"/>
                    <a:pt x="590" y="518"/>
                  </a:cubicBezTo>
                  <a:cubicBezTo>
                    <a:pt x="536" y="513"/>
                    <a:pt x="488" y="511"/>
                    <a:pt x="444" y="511"/>
                  </a:cubicBezTo>
                  <a:cubicBezTo>
                    <a:pt x="271" y="511"/>
                    <a:pt x="179" y="545"/>
                    <a:pt x="179" y="545"/>
                  </a:cubicBezTo>
                  <a:cubicBezTo>
                    <a:pt x="661" y="563"/>
                    <a:pt x="822" y="777"/>
                    <a:pt x="822" y="777"/>
                  </a:cubicBezTo>
                  <a:cubicBezTo>
                    <a:pt x="711" y="743"/>
                    <a:pt x="601" y="736"/>
                    <a:pt x="522" y="736"/>
                  </a:cubicBezTo>
                  <a:cubicBezTo>
                    <a:pt x="455" y="736"/>
                    <a:pt x="411" y="741"/>
                    <a:pt x="411" y="741"/>
                  </a:cubicBezTo>
                  <a:cubicBezTo>
                    <a:pt x="732" y="795"/>
                    <a:pt x="875" y="964"/>
                    <a:pt x="875" y="964"/>
                  </a:cubicBezTo>
                  <a:cubicBezTo>
                    <a:pt x="875" y="964"/>
                    <a:pt x="720" y="917"/>
                    <a:pt x="551" y="917"/>
                  </a:cubicBezTo>
                  <a:cubicBezTo>
                    <a:pt x="467" y="917"/>
                    <a:pt x="378" y="929"/>
                    <a:pt x="304" y="964"/>
                  </a:cubicBezTo>
                  <a:cubicBezTo>
                    <a:pt x="90" y="1062"/>
                    <a:pt x="45" y="1259"/>
                    <a:pt x="45" y="1259"/>
                  </a:cubicBezTo>
                  <a:cubicBezTo>
                    <a:pt x="147" y="1132"/>
                    <a:pt x="313" y="1053"/>
                    <a:pt x="513" y="1053"/>
                  </a:cubicBezTo>
                  <a:cubicBezTo>
                    <a:pt x="523" y="1053"/>
                    <a:pt x="534" y="1053"/>
                    <a:pt x="545" y="1053"/>
                  </a:cubicBezTo>
                  <a:cubicBezTo>
                    <a:pt x="732" y="1053"/>
                    <a:pt x="822" y="1143"/>
                    <a:pt x="822" y="1143"/>
                  </a:cubicBezTo>
                  <a:cubicBezTo>
                    <a:pt x="822" y="1143"/>
                    <a:pt x="758" y="1130"/>
                    <a:pt x="663" y="1130"/>
                  </a:cubicBezTo>
                  <a:cubicBezTo>
                    <a:pt x="560" y="1130"/>
                    <a:pt x="421" y="1145"/>
                    <a:pt x="286" y="1205"/>
                  </a:cubicBezTo>
                  <a:cubicBezTo>
                    <a:pt x="37" y="1312"/>
                    <a:pt x="1" y="1517"/>
                    <a:pt x="1" y="1517"/>
                  </a:cubicBezTo>
                  <a:cubicBezTo>
                    <a:pt x="170" y="1330"/>
                    <a:pt x="465" y="1294"/>
                    <a:pt x="465" y="1294"/>
                  </a:cubicBezTo>
                  <a:lnTo>
                    <a:pt x="465" y="1294"/>
                  </a:lnTo>
                  <a:cubicBezTo>
                    <a:pt x="81" y="1482"/>
                    <a:pt x="19" y="1812"/>
                    <a:pt x="19" y="1812"/>
                  </a:cubicBezTo>
                  <a:cubicBezTo>
                    <a:pt x="144" y="1678"/>
                    <a:pt x="384" y="1607"/>
                    <a:pt x="384" y="1607"/>
                  </a:cubicBezTo>
                  <a:lnTo>
                    <a:pt x="384" y="1607"/>
                  </a:lnTo>
                  <a:cubicBezTo>
                    <a:pt x="126" y="1803"/>
                    <a:pt x="54" y="2079"/>
                    <a:pt x="54" y="2079"/>
                  </a:cubicBezTo>
                  <a:cubicBezTo>
                    <a:pt x="215" y="1847"/>
                    <a:pt x="518" y="1740"/>
                    <a:pt x="518" y="1740"/>
                  </a:cubicBezTo>
                  <a:lnTo>
                    <a:pt x="518" y="1740"/>
                  </a:lnTo>
                  <a:cubicBezTo>
                    <a:pt x="393" y="1901"/>
                    <a:pt x="349" y="2115"/>
                    <a:pt x="349" y="2115"/>
                  </a:cubicBezTo>
                  <a:cubicBezTo>
                    <a:pt x="545" y="1678"/>
                    <a:pt x="893" y="1607"/>
                    <a:pt x="893" y="1607"/>
                  </a:cubicBezTo>
                  <a:lnTo>
                    <a:pt x="893" y="1607"/>
                  </a:lnTo>
                  <a:cubicBezTo>
                    <a:pt x="554" y="1785"/>
                    <a:pt x="500" y="2249"/>
                    <a:pt x="500" y="2249"/>
                  </a:cubicBezTo>
                  <a:cubicBezTo>
                    <a:pt x="661" y="1812"/>
                    <a:pt x="973" y="1678"/>
                    <a:pt x="973" y="1678"/>
                  </a:cubicBezTo>
                  <a:lnTo>
                    <a:pt x="973" y="1678"/>
                  </a:lnTo>
                  <a:cubicBezTo>
                    <a:pt x="634" y="2053"/>
                    <a:pt x="768" y="2472"/>
                    <a:pt x="768" y="2472"/>
                  </a:cubicBezTo>
                  <a:cubicBezTo>
                    <a:pt x="768" y="2106"/>
                    <a:pt x="946" y="1919"/>
                    <a:pt x="946" y="1919"/>
                  </a:cubicBezTo>
                  <a:lnTo>
                    <a:pt x="946" y="1919"/>
                  </a:lnTo>
                  <a:cubicBezTo>
                    <a:pt x="866" y="2124"/>
                    <a:pt x="902" y="2293"/>
                    <a:pt x="902" y="2293"/>
                  </a:cubicBezTo>
                  <a:cubicBezTo>
                    <a:pt x="973" y="1901"/>
                    <a:pt x="1187" y="1749"/>
                    <a:pt x="1187" y="1749"/>
                  </a:cubicBezTo>
                  <a:lnTo>
                    <a:pt x="1187" y="1749"/>
                  </a:lnTo>
                  <a:cubicBezTo>
                    <a:pt x="1062" y="1972"/>
                    <a:pt x="1089" y="2329"/>
                    <a:pt x="1089" y="2329"/>
                  </a:cubicBezTo>
                  <a:cubicBezTo>
                    <a:pt x="1152" y="1928"/>
                    <a:pt x="1357" y="1696"/>
                    <a:pt x="1357" y="1696"/>
                  </a:cubicBezTo>
                  <a:lnTo>
                    <a:pt x="1357" y="1696"/>
                  </a:lnTo>
                  <a:cubicBezTo>
                    <a:pt x="1196" y="2088"/>
                    <a:pt x="1357" y="2517"/>
                    <a:pt x="1357" y="2517"/>
                  </a:cubicBezTo>
                  <a:cubicBezTo>
                    <a:pt x="1303" y="1830"/>
                    <a:pt x="1607" y="1624"/>
                    <a:pt x="1607" y="1624"/>
                  </a:cubicBezTo>
                  <a:cubicBezTo>
                    <a:pt x="1607" y="1624"/>
                    <a:pt x="1901" y="1830"/>
                    <a:pt x="1847" y="2517"/>
                  </a:cubicBezTo>
                  <a:cubicBezTo>
                    <a:pt x="1847" y="2517"/>
                    <a:pt x="2017" y="2088"/>
                    <a:pt x="1856" y="1696"/>
                  </a:cubicBezTo>
                  <a:lnTo>
                    <a:pt x="1856" y="1696"/>
                  </a:lnTo>
                  <a:cubicBezTo>
                    <a:pt x="1856" y="1696"/>
                    <a:pt x="2062" y="1928"/>
                    <a:pt x="2124" y="2329"/>
                  </a:cubicBezTo>
                  <a:cubicBezTo>
                    <a:pt x="2124" y="2329"/>
                    <a:pt x="2151" y="1972"/>
                    <a:pt x="2017" y="1749"/>
                  </a:cubicBezTo>
                  <a:lnTo>
                    <a:pt x="2017" y="1749"/>
                  </a:lnTo>
                  <a:cubicBezTo>
                    <a:pt x="2017" y="1749"/>
                    <a:pt x="2231" y="1901"/>
                    <a:pt x="2302" y="2293"/>
                  </a:cubicBezTo>
                  <a:cubicBezTo>
                    <a:pt x="2302" y="2293"/>
                    <a:pt x="2338" y="2124"/>
                    <a:pt x="2267" y="1919"/>
                  </a:cubicBezTo>
                  <a:lnTo>
                    <a:pt x="2267" y="1919"/>
                  </a:lnTo>
                  <a:cubicBezTo>
                    <a:pt x="2267" y="1919"/>
                    <a:pt x="2436" y="2106"/>
                    <a:pt x="2436" y="2472"/>
                  </a:cubicBezTo>
                  <a:cubicBezTo>
                    <a:pt x="2436" y="2472"/>
                    <a:pt x="2570" y="2053"/>
                    <a:pt x="2240" y="1678"/>
                  </a:cubicBezTo>
                  <a:lnTo>
                    <a:pt x="2240" y="1678"/>
                  </a:lnTo>
                  <a:cubicBezTo>
                    <a:pt x="2240" y="1678"/>
                    <a:pt x="2552" y="1812"/>
                    <a:pt x="2713" y="2249"/>
                  </a:cubicBezTo>
                  <a:cubicBezTo>
                    <a:pt x="2713" y="2249"/>
                    <a:pt x="2659" y="1785"/>
                    <a:pt x="2311" y="1607"/>
                  </a:cubicBezTo>
                  <a:lnTo>
                    <a:pt x="2311" y="1607"/>
                  </a:lnTo>
                  <a:cubicBezTo>
                    <a:pt x="2311" y="1607"/>
                    <a:pt x="2668" y="1678"/>
                    <a:pt x="2856" y="2115"/>
                  </a:cubicBezTo>
                  <a:cubicBezTo>
                    <a:pt x="2856" y="2115"/>
                    <a:pt x="2820" y="1901"/>
                    <a:pt x="2695" y="1740"/>
                  </a:cubicBezTo>
                  <a:lnTo>
                    <a:pt x="2695" y="1740"/>
                  </a:lnTo>
                  <a:cubicBezTo>
                    <a:pt x="2695" y="1740"/>
                    <a:pt x="2989" y="1847"/>
                    <a:pt x="3159" y="2079"/>
                  </a:cubicBezTo>
                  <a:cubicBezTo>
                    <a:pt x="3159" y="2079"/>
                    <a:pt x="3079" y="1803"/>
                    <a:pt x="2829" y="1607"/>
                  </a:cubicBezTo>
                  <a:lnTo>
                    <a:pt x="2829" y="1607"/>
                  </a:lnTo>
                  <a:cubicBezTo>
                    <a:pt x="2829" y="1607"/>
                    <a:pt x="3070" y="1678"/>
                    <a:pt x="3195" y="1812"/>
                  </a:cubicBezTo>
                  <a:cubicBezTo>
                    <a:pt x="3195" y="1812"/>
                    <a:pt x="3132" y="1482"/>
                    <a:pt x="2740" y="1294"/>
                  </a:cubicBezTo>
                  <a:lnTo>
                    <a:pt x="2740" y="1294"/>
                  </a:lnTo>
                  <a:cubicBezTo>
                    <a:pt x="2740" y="1294"/>
                    <a:pt x="3043" y="1330"/>
                    <a:pt x="3212" y="1517"/>
                  </a:cubicBezTo>
                  <a:cubicBezTo>
                    <a:pt x="3212" y="1517"/>
                    <a:pt x="3177" y="1312"/>
                    <a:pt x="2927" y="1205"/>
                  </a:cubicBezTo>
                  <a:cubicBezTo>
                    <a:pt x="2792" y="1145"/>
                    <a:pt x="2653" y="1130"/>
                    <a:pt x="2550" y="1130"/>
                  </a:cubicBezTo>
                  <a:cubicBezTo>
                    <a:pt x="2455" y="1130"/>
                    <a:pt x="2392" y="1143"/>
                    <a:pt x="2392" y="1143"/>
                  </a:cubicBezTo>
                  <a:cubicBezTo>
                    <a:pt x="2392" y="1143"/>
                    <a:pt x="2481" y="1053"/>
                    <a:pt x="2668" y="1053"/>
                  </a:cubicBezTo>
                  <a:cubicBezTo>
                    <a:pt x="2679" y="1053"/>
                    <a:pt x="2690" y="1053"/>
                    <a:pt x="2700" y="1053"/>
                  </a:cubicBezTo>
                  <a:cubicBezTo>
                    <a:pt x="2900" y="1053"/>
                    <a:pt x="3066" y="1132"/>
                    <a:pt x="3168" y="1259"/>
                  </a:cubicBezTo>
                  <a:cubicBezTo>
                    <a:pt x="3168" y="1259"/>
                    <a:pt x="3123" y="1062"/>
                    <a:pt x="2900" y="964"/>
                  </a:cubicBezTo>
                  <a:cubicBezTo>
                    <a:pt x="2826" y="929"/>
                    <a:pt x="2738" y="917"/>
                    <a:pt x="2653" y="917"/>
                  </a:cubicBezTo>
                  <a:cubicBezTo>
                    <a:pt x="2484" y="917"/>
                    <a:pt x="2329" y="964"/>
                    <a:pt x="2329" y="964"/>
                  </a:cubicBezTo>
                  <a:cubicBezTo>
                    <a:pt x="2329" y="964"/>
                    <a:pt x="2472" y="795"/>
                    <a:pt x="2802" y="741"/>
                  </a:cubicBezTo>
                  <a:cubicBezTo>
                    <a:pt x="2802" y="741"/>
                    <a:pt x="2756" y="736"/>
                    <a:pt x="2688" y="736"/>
                  </a:cubicBezTo>
                  <a:cubicBezTo>
                    <a:pt x="2608" y="736"/>
                    <a:pt x="2497" y="743"/>
                    <a:pt x="2392" y="777"/>
                  </a:cubicBezTo>
                  <a:cubicBezTo>
                    <a:pt x="2392" y="777"/>
                    <a:pt x="2552" y="563"/>
                    <a:pt x="3025" y="545"/>
                  </a:cubicBezTo>
                  <a:cubicBezTo>
                    <a:pt x="3025" y="545"/>
                    <a:pt x="2934" y="511"/>
                    <a:pt x="2760" y="511"/>
                  </a:cubicBezTo>
                  <a:cubicBezTo>
                    <a:pt x="2717" y="511"/>
                    <a:pt x="2668" y="513"/>
                    <a:pt x="2615" y="518"/>
                  </a:cubicBezTo>
                  <a:cubicBezTo>
                    <a:pt x="2347" y="545"/>
                    <a:pt x="2169" y="688"/>
                    <a:pt x="2169" y="688"/>
                  </a:cubicBezTo>
                  <a:cubicBezTo>
                    <a:pt x="2169" y="688"/>
                    <a:pt x="2374" y="411"/>
                    <a:pt x="2686" y="313"/>
                  </a:cubicBezTo>
                  <a:lnTo>
                    <a:pt x="2686" y="313"/>
                  </a:lnTo>
                  <a:cubicBezTo>
                    <a:pt x="2686" y="313"/>
                    <a:pt x="2195" y="322"/>
                    <a:pt x="1946" y="661"/>
                  </a:cubicBezTo>
                  <a:cubicBezTo>
                    <a:pt x="1946" y="661"/>
                    <a:pt x="2017" y="304"/>
                    <a:pt x="2392" y="45"/>
                  </a:cubicBezTo>
                  <a:lnTo>
                    <a:pt x="2392" y="45"/>
                  </a:lnTo>
                  <a:cubicBezTo>
                    <a:pt x="2392" y="45"/>
                    <a:pt x="2053" y="161"/>
                    <a:pt x="1847" y="500"/>
                  </a:cubicBezTo>
                  <a:cubicBezTo>
                    <a:pt x="1847" y="500"/>
                    <a:pt x="1883" y="286"/>
                    <a:pt x="1955"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5" name="Google Shape;7415;p116"/>
          <p:cNvGrpSpPr/>
          <p:nvPr/>
        </p:nvGrpSpPr>
        <p:grpSpPr>
          <a:xfrm flipH="1">
            <a:off x="-474830" y="3394452"/>
            <a:ext cx="3811271" cy="1774265"/>
            <a:chOff x="3941272" y="2174315"/>
            <a:chExt cx="694107" cy="322470"/>
          </a:xfrm>
        </p:grpSpPr>
        <p:sp>
          <p:nvSpPr>
            <p:cNvPr id="7416" name="Google Shape;7416;p116"/>
            <p:cNvSpPr/>
            <p:nvPr/>
          </p:nvSpPr>
          <p:spPr>
            <a:xfrm>
              <a:off x="3941272" y="2269259"/>
              <a:ext cx="624456" cy="227524"/>
            </a:xfrm>
            <a:custGeom>
              <a:rect b="b" l="l" r="r" t="t"/>
              <a:pathLst>
                <a:path extrusionOk="0" h="6264" w="17192">
                  <a:moveTo>
                    <a:pt x="17192" y="1"/>
                  </a:moveTo>
                  <a:lnTo>
                    <a:pt x="14453" y="1178"/>
                  </a:lnTo>
                  <a:lnTo>
                    <a:pt x="13008" y="2454"/>
                  </a:lnTo>
                  <a:lnTo>
                    <a:pt x="10626" y="2989"/>
                  </a:lnTo>
                  <a:lnTo>
                    <a:pt x="9600" y="3364"/>
                  </a:lnTo>
                  <a:lnTo>
                    <a:pt x="7655" y="3569"/>
                  </a:lnTo>
                  <a:lnTo>
                    <a:pt x="6290" y="4648"/>
                  </a:lnTo>
                  <a:lnTo>
                    <a:pt x="2499" y="5103"/>
                  </a:lnTo>
                  <a:lnTo>
                    <a:pt x="1" y="6263"/>
                  </a:lnTo>
                  <a:lnTo>
                    <a:pt x="17192" y="6263"/>
                  </a:lnTo>
                  <a:lnTo>
                    <a:pt x="1719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116"/>
            <p:cNvSpPr/>
            <p:nvPr/>
          </p:nvSpPr>
          <p:spPr>
            <a:xfrm>
              <a:off x="4064111" y="2380402"/>
              <a:ext cx="501614" cy="116377"/>
            </a:xfrm>
            <a:custGeom>
              <a:rect b="b" l="l" r="r" t="t"/>
              <a:pathLst>
                <a:path extrusionOk="0" h="3204" w="13810">
                  <a:moveTo>
                    <a:pt x="12249" y="0"/>
                  </a:moveTo>
                  <a:lnTo>
                    <a:pt x="10268" y="250"/>
                  </a:lnTo>
                  <a:lnTo>
                    <a:pt x="7565" y="616"/>
                  </a:lnTo>
                  <a:lnTo>
                    <a:pt x="5647" y="1472"/>
                  </a:lnTo>
                  <a:lnTo>
                    <a:pt x="1133" y="2427"/>
                  </a:lnTo>
                  <a:lnTo>
                    <a:pt x="0" y="3203"/>
                  </a:lnTo>
                  <a:lnTo>
                    <a:pt x="3229" y="3203"/>
                  </a:lnTo>
                  <a:lnTo>
                    <a:pt x="5219" y="2704"/>
                  </a:lnTo>
                  <a:lnTo>
                    <a:pt x="6637" y="1927"/>
                  </a:lnTo>
                  <a:lnTo>
                    <a:pt x="7333" y="1687"/>
                  </a:lnTo>
                  <a:lnTo>
                    <a:pt x="7815" y="1472"/>
                  </a:lnTo>
                  <a:lnTo>
                    <a:pt x="9260" y="1954"/>
                  </a:lnTo>
                  <a:lnTo>
                    <a:pt x="10438" y="1838"/>
                  </a:lnTo>
                  <a:lnTo>
                    <a:pt x="10812" y="1767"/>
                  </a:lnTo>
                  <a:lnTo>
                    <a:pt x="11597" y="1472"/>
                  </a:lnTo>
                  <a:lnTo>
                    <a:pt x="13810" y="1562"/>
                  </a:lnTo>
                  <a:lnTo>
                    <a:pt x="13810" y="0"/>
                  </a:lnTo>
                  <a:lnTo>
                    <a:pt x="12989" y="72"/>
                  </a:lnTo>
                  <a:lnTo>
                    <a:pt x="1224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116"/>
            <p:cNvSpPr/>
            <p:nvPr/>
          </p:nvSpPr>
          <p:spPr>
            <a:xfrm>
              <a:off x="3941272" y="2269259"/>
              <a:ext cx="624456" cy="227524"/>
            </a:xfrm>
            <a:custGeom>
              <a:rect b="b" l="l" r="r" t="t"/>
              <a:pathLst>
                <a:path extrusionOk="0" h="6264" w="17192">
                  <a:moveTo>
                    <a:pt x="17192" y="1"/>
                  </a:moveTo>
                  <a:lnTo>
                    <a:pt x="14453" y="1178"/>
                  </a:lnTo>
                  <a:lnTo>
                    <a:pt x="13008" y="2454"/>
                  </a:lnTo>
                  <a:lnTo>
                    <a:pt x="10626" y="2989"/>
                  </a:lnTo>
                  <a:lnTo>
                    <a:pt x="9600" y="3364"/>
                  </a:lnTo>
                  <a:lnTo>
                    <a:pt x="7655" y="3569"/>
                  </a:lnTo>
                  <a:lnTo>
                    <a:pt x="6290" y="4648"/>
                  </a:lnTo>
                  <a:lnTo>
                    <a:pt x="2499" y="5103"/>
                  </a:lnTo>
                  <a:lnTo>
                    <a:pt x="1" y="6263"/>
                  </a:lnTo>
                  <a:lnTo>
                    <a:pt x="3614" y="6263"/>
                  </a:lnTo>
                  <a:lnTo>
                    <a:pt x="7718" y="5701"/>
                  </a:lnTo>
                  <a:lnTo>
                    <a:pt x="10947" y="4354"/>
                  </a:lnTo>
                  <a:lnTo>
                    <a:pt x="13632" y="4604"/>
                  </a:lnTo>
                  <a:lnTo>
                    <a:pt x="14819" y="4229"/>
                  </a:lnTo>
                  <a:lnTo>
                    <a:pt x="17192" y="4622"/>
                  </a:lnTo>
                  <a:lnTo>
                    <a:pt x="1719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116"/>
            <p:cNvSpPr/>
            <p:nvPr/>
          </p:nvSpPr>
          <p:spPr>
            <a:xfrm>
              <a:off x="4072501" y="2392061"/>
              <a:ext cx="493223" cy="104718"/>
            </a:xfrm>
            <a:custGeom>
              <a:rect b="b" l="l" r="r" t="t"/>
              <a:pathLst>
                <a:path extrusionOk="0" h="2883" w="13579">
                  <a:moveTo>
                    <a:pt x="13579" y="1"/>
                  </a:moveTo>
                  <a:lnTo>
                    <a:pt x="12392" y="357"/>
                  </a:lnTo>
                  <a:lnTo>
                    <a:pt x="11108" y="250"/>
                  </a:lnTo>
                  <a:lnTo>
                    <a:pt x="9100" y="848"/>
                  </a:lnTo>
                  <a:lnTo>
                    <a:pt x="7013" y="536"/>
                  </a:lnTo>
                  <a:lnTo>
                    <a:pt x="5354" y="1473"/>
                  </a:lnTo>
                  <a:lnTo>
                    <a:pt x="4105" y="2052"/>
                  </a:lnTo>
                  <a:lnTo>
                    <a:pt x="2499" y="2052"/>
                  </a:lnTo>
                  <a:lnTo>
                    <a:pt x="1" y="2882"/>
                  </a:lnTo>
                  <a:lnTo>
                    <a:pt x="4105" y="2320"/>
                  </a:lnTo>
                  <a:lnTo>
                    <a:pt x="7334" y="973"/>
                  </a:lnTo>
                  <a:lnTo>
                    <a:pt x="10019" y="1223"/>
                  </a:lnTo>
                  <a:lnTo>
                    <a:pt x="11206" y="848"/>
                  </a:lnTo>
                  <a:lnTo>
                    <a:pt x="13579" y="1241"/>
                  </a:lnTo>
                  <a:lnTo>
                    <a:pt x="1357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116"/>
            <p:cNvSpPr/>
            <p:nvPr/>
          </p:nvSpPr>
          <p:spPr>
            <a:xfrm>
              <a:off x="4314874" y="2449413"/>
              <a:ext cx="207765" cy="47365"/>
            </a:xfrm>
            <a:custGeom>
              <a:rect b="b" l="l" r="r" t="t"/>
              <a:pathLst>
                <a:path extrusionOk="0" h="1304" w="5720">
                  <a:moveTo>
                    <a:pt x="188" y="375"/>
                  </a:moveTo>
                  <a:lnTo>
                    <a:pt x="1" y="1303"/>
                  </a:lnTo>
                  <a:lnTo>
                    <a:pt x="304" y="1303"/>
                  </a:lnTo>
                  <a:lnTo>
                    <a:pt x="188" y="375"/>
                  </a:lnTo>
                  <a:close/>
                  <a:moveTo>
                    <a:pt x="4533" y="1"/>
                  </a:moveTo>
                  <a:lnTo>
                    <a:pt x="4167" y="1303"/>
                  </a:lnTo>
                  <a:lnTo>
                    <a:pt x="5719" y="1303"/>
                  </a:lnTo>
                  <a:lnTo>
                    <a:pt x="4845" y="857"/>
                  </a:lnTo>
                  <a:lnTo>
                    <a:pt x="4533"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116"/>
            <p:cNvSpPr/>
            <p:nvPr/>
          </p:nvSpPr>
          <p:spPr>
            <a:xfrm>
              <a:off x="4120809" y="2209002"/>
              <a:ext cx="444914" cy="22048"/>
            </a:xfrm>
            <a:custGeom>
              <a:rect b="b" l="l" r="r" t="t"/>
              <a:pathLst>
                <a:path extrusionOk="0" h="607" w="12249">
                  <a:moveTo>
                    <a:pt x="0" y="0"/>
                  </a:moveTo>
                  <a:lnTo>
                    <a:pt x="0" y="607"/>
                  </a:lnTo>
                  <a:lnTo>
                    <a:pt x="12249" y="607"/>
                  </a:lnTo>
                  <a:lnTo>
                    <a:pt x="12249"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116"/>
            <p:cNvSpPr/>
            <p:nvPr/>
          </p:nvSpPr>
          <p:spPr>
            <a:xfrm>
              <a:off x="4120809" y="2223240"/>
              <a:ext cx="444914" cy="7809"/>
            </a:xfrm>
            <a:custGeom>
              <a:rect b="b" l="l" r="r" t="t"/>
              <a:pathLst>
                <a:path extrusionOk="0" h="215" w="12249">
                  <a:moveTo>
                    <a:pt x="0" y="1"/>
                  </a:moveTo>
                  <a:lnTo>
                    <a:pt x="0" y="215"/>
                  </a:lnTo>
                  <a:lnTo>
                    <a:pt x="12249" y="215"/>
                  </a:lnTo>
                  <a:lnTo>
                    <a:pt x="12249"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116"/>
            <p:cNvSpPr/>
            <p:nvPr/>
          </p:nvSpPr>
          <p:spPr>
            <a:xfrm>
              <a:off x="4007377" y="2420901"/>
              <a:ext cx="558349" cy="22084"/>
            </a:xfrm>
            <a:custGeom>
              <a:rect b="b" l="l" r="r" t="t"/>
              <a:pathLst>
                <a:path extrusionOk="0" h="608" w="15372">
                  <a:moveTo>
                    <a:pt x="1" y="1"/>
                  </a:moveTo>
                  <a:lnTo>
                    <a:pt x="1" y="607"/>
                  </a:lnTo>
                  <a:lnTo>
                    <a:pt x="15372" y="607"/>
                  </a:lnTo>
                  <a:lnTo>
                    <a:pt x="15372"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116"/>
            <p:cNvSpPr/>
            <p:nvPr/>
          </p:nvSpPr>
          <p:spPr>
            <a:xfrm>
              <a:off x="4007377" y="2420901"/>
              <a:ext cx="558349" cy="4577"/>
            </a:xfrm>
            <a:custGeom>
              <a:rect b="b" l="l" r="r" t="t"/>
              <a:pathLst>
                <a:path extrusionOk="0" h="126" w="15372">
                  <a:moveTo>
                    <a:pt x="1" y="1"/>
                  </a:moveTo>
                  <a:lnTo>
                    <a:pt x="1" y="125"/>
                  </a:lnTo>
                  <a:lnTo>
                    <a:pt x="15372" y="125"/>
                  </a:lnTo>
                  <a:lnTo>
                    <a:pt x="1537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116"/>
            <p:cNvSpPr/>
            <p:nvPr/>
          </p:nvSpPr>
          <p:spPr>
            <a:xfrm>
              <a:off x="4007377" y="2442948"/>
              <a:ext cx="558349" cy="53830"/>
            </a:xfrm>
            <a:custGeom>
              <a:rect b="b" l="l" r="r" t="t"/>
              <a:pathLst>
                <a:path extrusionOk="0" h="1482" w="15372">
                  <a:moveTo>
                    <a:pt x="1" y="0"/>
                  </a:moveTo>
                  <a:lnTo>
                    <a:pt x="1" y="1481"/>
                  </a:lnTo>
                  <a:lnTo>
                    <a:pt x="15372" y="1481"/>
                  </a:lnTo>
                  <a:lnTo>
                    <a:pt x="1537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116"/>
            <p:cNvSpPr/>
            <p:nvPr/>
          </p:nvSpPr>
          <p:spPr>
            <a:xfrm>
              <a:off x="4007377" y="2434848"/>
              <a:ext cx="558349" cy="8136"/>
            </a:xfrm>
            <a:custGeom>
              <a:rect b="b" l="l" r="r" t="t"/>
              <a:pathLst>
                <a:path extrusionOk="0" h="224" w="15372">
                  <a:moveTo>
                    <a:pt x="1" y="0"/>
                  </a:moveTo>
                  <a:lnTo>
                    <a:pt x="1" y="223"/>
                  </a:lnTo>
                  <a:lnTo>
                    <a:pt x="15372" y="223"/>
                  </a:lnTo>
                  <a:lnTo>
                    <a:pt x="15372" y="0"/>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116"/>
            <p:cNvSpPr/>
            <p:nvPr/>
          </p:nvSpPr>
          <p:spPr>
            <a:xfrm>
              <a:off x="4139914" y="2241401"/>
              <a:ext cx="50597" cy="10388"/>
            </a:xfrm>
            <a:custGeom>
              <a:rect b="b" l="l" r="r" t="t"/>
              <a:pathLst>
                <a:path extrusionOk="0" h="286" w="1393">
                  <a:moveTo>
                    <a:pt x="1" y="0"/>
                  </a:moveTo>
                  <a:lnTo>
                    <a:pt x="1"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116"/>
            <p:cNvSpPr/>
            <p:nvPr/>
          </p:nvSpPr>
          <p:spPr>
            <a:xfrm>
              <a:off x="4165193" y="2251752"/>
              <a:ext cx="30801" cy="148450"/>
            </a:xfrm>
            <a:custGeom>
              <a:rect b="b" l="l" r="r" t="t"/>
              <a:pathLst>
                <a:path extrusionOk="0" h="4087" w="848">
                  <a:moveTo>
                    <a:pt x="0" y="1"/>
                  </a:moveTo>
                  <a:lnTo>
                    <a:pt x="0" y="4087"/>
                  </a:lnTo>
                  <a:lnTo>
                    <a:pt x="464" y="4087"/>
                  </a:lnTo>
                  <a:cubicBezTo>
                    <a:pt x="848" y="2927"/>
                    <a:pt x="536" y="2249"/>
                    <a:pt x="384" y="1473"/>
                  </a:cubicBezTo>
                  <a:cubicBezTo>
                    <a:pt x="232" y="706"/>
                    <a:pt x="464" y="1"/>
                    <a:pt x="464"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116"/>
            <p:cNvSpPr/>
            <p:nvPr/>
          </p:nvSpPr>
          <p:spPr>
            <a:xfrm>
              <a:off x="4134393" y="2251752"/>
              <a:ext cx="30838" cy="148450"/>
            </a:xfrm>
            <a:custGeom>
              <a:rect b="b" l="l" r="r" t="t"/>
              <a:pathLst>
                <a:path extrusionOk="0" h="4087" w="849">
                  <a:moveTo>
                    <a:pt x="384" y="1"/>
                  </a:moveTo>
                  <a:cubicBezTo>
                    <a:pt x="384" y="1"/>
                    <a:pt x="616" y="706"/>
                    <a:pt x="465" y="1473"/>
                  </a:cubicBezTo>
                  <a:cubicBezTo>
                    <a:pt x="313" y="2249"/>
                    <a:pt x="1"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116"/>
            <p:cNvSpPr/>
            <p:nvPr/>
          </p:nvSpPr>
          <p:spPr>
            <a:xfrm>
              <a:off x="4134066" y="2231013"/>
              <a:ext cx="62257" cy="10425"/>
            </a:xfrm>
            <a:custGeom>
              <a:rect b="b" l="l" r="r" t="t"/>
              <a:pathLst>
                <a:path extrusionOk="0" h="287" w="1714">
                  <a:moveTo>
                    <a:pt x="1" y="1"/>
                  </a:moveTo>
                  <a:lnTo>
                    <a:pt x="1" y="286"/>
                  </a:lnTo>
                  <a:lnTo>
                    <a:pt x="1714" y="286"/>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116"/>
            <p:cNvSpPr/>
            <p:nvPr/>
          </p:nvSpPr>
          <p:spPr>
            <a:xfrm>
              <a:off x="4013879" y="2174315"/>
              <a:ext cx="100141" cy="10425"/>
            </a:xfrm>
            <a:custGeom>
              <a:rect b="b" l="l" r="r" t="t"/>
              <a:pathLst>
                <a:path extrusionOk="0" h="287" w="2757">
                  <a:moveTo>
                    <a:pt x="0" y="1"/>
                  </a:moveTo>
                  <a:lnTo>
                    <a:pt x="0" y="286"/>
                  </a:lnTo>
                  <a:lnTo>
                    <a:pt x="2757" y="286"/>
                  </a:lnTo>
                  <a:lnTo>
                    <a:pt x="2757"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116"/>
            <p:cNvSpPr/>
            <p:nvPr/>
          </p:nvSpPr>
          <p:spPr>
            <a:xfrm>
              <a:off x="4002837" y="2184703"/>
              <a:ext cx="122552" cy="10388"/>
            </a:xfrm>
            <a:custGeom>
              <a:rect b="b" l="l" r="r" t="t"/>
              <a:pathLst>
                <a:path extrusionOk="0" h="286" w="3374">
                  <a:moveTo>
                    <a:pt x="1" y="0"/>
                  </a:moveTo>
                  <a:lnTo>
                    <a:pt x="1" y="286"/>
                  </a:lnTo>
                  <a:lnTo>
                    <a:pt x="3373" y="286"/>
                  </a:lnTo>
                  <a:lnTo>
                    <a:pt x="3373" y="0"/>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116"/>
            <p:cNvSpPr/>
            <p:nvPr/>
          </p:nvSpPr>
          <p:spPr>
            <a:xfrm>
              <a:off x="4139914" y="2400161"/>
              <a:ext cx="50597" cy="10425"/>
            </a:xfrm>
            <a:custGeom>
              <a:rect b="b" l="l" r="r" t="t"/>
              <a:pathLst>
                <a:path extrusionOk="0" h="287" w="1393">
                  <a:moveTo>
                    <a:pt x="1" y="1"/>
                  </a:moveTo>
                  <a:lnTo>
                    <a:pt x="1"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116"/>
            <p:cNvSpPr/>
            <p:nvPr/>
          </p:nvSpPr>
          <p:spPr>
            <a:xfrm>
              <a:off x="4134066" y="2410549"/>
              <a:ext cx="62257" cy="10388"/>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116"/>
            <p:cNvSpPr/>
            <p:nvPr/>
          </p:nvSpPr>
          <p:spPr>
            <a:xfrm>
              <a:off x="4232279" y="2241401"/>
              <a:ext cx="50561" cy="10388"/>
            </a:xfrm>
            <a:custGeom>
              <a:rect b="b" l="l" r="r" t="t"/>
              <a:pathLst>
                <a:path extrusionOk="0" h="286" w="1392">
                  <a:moveTo>
                    <a:pt x="0" y="0"/>
                  </a:moveTo>
                  <a:lnTo>
                    <a:pt x="0"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116"/>
            <p:cNvSpPr/>
            <p:nvPr/>
          </p:nvSpPr>
          <p:spPr>
            <a:xfrm>
              <a:off x="4257522" y="2251752"/>
              <a:ext cx="30838" cy="148450"/>
            </a:xfrm>
            <a:custGeom>
              <a:rect b="b" l="l" r="r" t="t"/>
              <a:pathLst>
                <a:path extrusionOk="0" h="4087" w="849">
                  <a:moveTo>
                    <a:pt x="1" y="1"/>
                  </a:moveTo>
                  <a:lnTo>
                    <a:pt x="1" y="4087"/>
                  </a:lnTo>
                  <a:lnTo>
                    <a:pt x="465" y="4087"/>
                  </a:lnTo>
                  <a:cubicBezTo>
                    <a:pt x="848" y="2927"/>
                    <a:pt x="536" y="2249"/>
                    <a:pt x="384" y="1473"/>
                  </a:cubicBezTo>
                  <a:cubicBezTo>
                    <a:pt x="233" y="706"/>
                    <a:pt x="465" y="1"/>
                    <a:pt x="465"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116"/>
            <p:cNvSpPr/>
            <p:nvPr/>
          </p:nvSpPr>
          <p:spPr>
            <a:xfrm>
              <a:off x="4226758" y="2251752"/>
              <a:ext cx="30801" cy="148450"/>
            </a:xfrm>
            <a:custGeom>
              <a:rect b="b" l="l" r="r" t="t"/>
              <a:pathLst>
                <a:path extrusionOk="0" h="4087" w="848">
                  <a:moveTo>
                    <a:pt x="384" y="1"/>
                  </a:moveTo>
                  <a:cubicBezTo>
                    <a:pt x="384" y="1"/>
                    <a:pt x="616" y="706"/>
                    <a:pt x="464" y="1473"/>
                  </a:cubicBezTo>
                  <a:cubicBezTo>
                    <a:pt x="313" y="2249"/>
                    <a:pt x="0"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116"/>
            <p:cNvSpPr/>
            <p:nvPr/>
          </p:nvSpPr>
          <p:spPr>
            <a:xfrm>
              <a:off x="4226431" y="2231013"/>
              <a:ext cx="62257" cy="10425"/>
            </a:xfrm>
            <a:custGeom>
              <a:rect b="b" l="l" r="r" t="t"/>
              <a:pathLst>
                <a:path extrusionOk="0" h="287" w="1714">
                  <a:moveTo>
                    <a:pt x="0" y="1"/>
                  </a:moveTo>
                  <a:lnTo>
                    <a:pt x="0" y="286"/>
                  </a:lnTo>
                  <a:lnTo>
                    <a:pt x="1713" y="286"/>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116"/>
            <p:cNvSpPr/>
            <p:nvPr/>
          </p:nvSpPr>
          <p:spPr>
            <a:xfrm>
              <a:off x="4232279" y="2400161"/>
              <a:ext cx="50561" cy="10425"/>
            </a:xfrm>
            <a:custGeom>
              <a:rect b="b" l="l" r="r" t="t"/>
              <a:pathLst>
                <a:path extrusionOk="0" h="287" w="1392">
                  <a:moveTo>
                    <a:pt x="0" y="1"/>
                  </a:moveTo>
                  <a:lnTo>
                    <a:pt x="0"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116"/>
            <p:cNvSpPr/>
            <p:nvPr/>
          </p:nvSpPr>
          <p:spPr>
            <a:xfrm>
              <a:off x="4226431" y="2410549"/>
              <a:ext cx="62257" cy="10388"/>
            </a:xfrm>
            <a:custGeom>
              <a:rect b="b" l="l" r="r" t="t"/>
              <a:pathLst>
                <a:path extrusionOk="0" h="286" w="1714">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116"/>
            <p:cNvSpPr/>
            <p:nvPr/>
          </p:nvSpPr>
          <p:spPr>
            <a:xfrm>
              <a:off x="4324608" y="2241401"/>
              <a:ext cx="50924" cy="10388"/>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116"/>
            <p:cNvSpPr/>
            <p:nvPr/>
          </p:nvSpPr>
          <p:spPr>
            <a:xfrm>
              <a:off x="4349888" y="2251752"/>
              <a:ext cx="31128" cy="148450"/>
            </a:xfrm>
            <a:custGeom>
              <a:rect b="b" l="l" r="r" t="t"/>
              <a:pathLst>
                <a:path extrusionOk="0" h="4087" w="857">
                  <a:moveTo>
                    <a:pt x="0" y="1"/>
                  </a:moveTo>
                  <a:lnTo>
                    <a:pt x="0" y="4087"/>
                  </a:lnTo>
                  <a:lnTo>
                    <a:pt x="473" y="4087"/>
                  </a:lnTo>
                  <a:cubicBezTo>
                    <a:pt x="857" y="2927"/>
                    <a:pt x="536" y="2249"/>
                    <a:pt x="384" y="1473"/>
                  </a:cubicBezTo>
                  <a:cubicBezTo>
                    <a:pt x="232" y="706"/>
                    <a:pt x="473" y="1"/>
                    <a:pt x="473"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116"/>
            <p:cNvSpPr/>
            <p:nvPr/>
          </p:nvSpPr>
          <p:spPr>
            <a:xfrm>
              <a:off x="4319087" y="2251752"/>
              <a:ext cx="30838" cy="148450"/>
            </a:xfrm>
            <a:custGeom>
              <a:rect b="b" l="l" r="r" t="t"/>
              <a:pathLst>
                <a:path extrusionOk="0" h="4087" w="849">
                  <a:moveTo>
                    <a:pt x="384" y="1"/>
                  </a:moveTo>
                  <a:cubicBezTo>
                    <a:pt x="384" y="1"/>
                    <a:pt x="616" y="706"/>
                    <a:pt x="465" y="1473"/>
                  </a:cubicBezTo>
                  <a:cubicBezTo>
                    <a:pt x="313" y="2249"/>
                    <a:pt x="1"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116"/>
            <p:cNvSpPr/>
            <p:nvPr/>
          </p:nvSpPr>
          <p:spPr>
            <a:xfrm>
              <a:off x="4318760" y="2231013"/>
              <a:ext cx="62257" cy="10425"/>
            </a:xfrm>
            <a:custGeom>
              <a:rect b="b" l="l" r="r" t="t"/>
              <a:pathLst>
                <a:path extrusionOk="0" h="287" w="1714">
                  <a:moveTo>
                    <a:pt x="1" y="1"/>
                  </a:moveTo>
                  <a:lnTo>
                    <a:pt x="1" y="286"/>
                  </a:lnTo>
                  <a:lnTo>
                    <a:pt x="1714" y="286"/>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116"/>
            <p:cNvSpPr/>
            <p:nvPr/>
          </p:nvSpPr>
          <p:spPr>
            <a:xfrm>
              <a:off x="4324608" y="2400161"/>
              <a:ext cx="50924" cy="10425"/>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116"/>
            <p:cNvSpPr/>
            <p:nvPr/>
          </p:nvSpPr>
          <p:spPr>
            <a:xfrm>
              <a:off x="4318760" y="2410549"/>
              <a:ext cx="62257" cy="10388"/>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116"/>
            <p:cNvSpPr/>
            <p:nvPr/>
          </p:nvSpPr>
          <p:spPr>
            <a:xfrm>
              <a:off x="4416973" y="2241401"/>
              <a:ext cx="50888" cy="10388"/>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116"/>
            <p:cNvSpPr/>
            <p:nvPr/>
          </p:nvSpPr>
          <p:spPr>
            <a:xfrm>
              <a:off x="4442216" y="2251752"/>
              <a:ext cx="31165" cy="148450"/>
            </a:xfrm>
            <a:custGeom>
              <a:rect b="b" l="l" r="r" t="t"/>
              <a:pathLst>
                <a:path extrusionOk="0" h="4087" w="858">
                  <a:moveTo>
                    <a:pt x="1" y="1"/>
                  </a:moveTo>
                  <a:lnTo>
                    <a:pt x="1" y="4087"/>
                  </a:lnTo>
                  <a:lnTo>
                    <a:pt x="474" y="4087"/>
                  </a:lnTo>
                  <a:cubicBezTo>
                    <a:pt x="857" y="2927"/>
                    <a:pt x="536" y="2249"/>
                    <a:pt x="384" y="1473"/>
                  </a:cubicBezTo>
                  <a:cubicBezTo>
                    <a:pt x="233" y="706"/>
                    <a:pt x="474" y="1"/>
                    <a:pt x="474"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116"/>
            <p:cNvSpPr/>
            <p:nvPr/>
          </p:nvSpPr>
          <p:spPr>
            <a:xfrm>
              <a:off x="4411452" y="2251752"/>
              <a:ext cx="30801" cy="148450"/>
            </a:xfrm>
            <a:custGeom>
              <a:rect b="b" l="l" r="r" t="t"/>
              <a:pathLst>
                <a:path extrusionOk="0" h="4087" w="848">
                  <a:moveTo>
                    <a:pt x="384" y="1"/>
                  </a:moveTo>
                  <a:cubicBezTo>
                    <a:pt x="384" y="1"/>
                    <a:pt x="625" y="706"/>
                    <a:pt x="473" y="1473"/>
                  </a:cubicBezTo>
                  <a:cubicBezTo>
                    <a:pt x="322" y="2249"/>
                    <a:pt x="0"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116"/>
            <p:cNvSpPr/>
            <p:nvPr/>
          </p:nvSpPr>
          <p:spPr>
            <a:xfrm>
              <a:off x="4411125" y="2231013"/>
              <a:ext cx="62257" cy="10425"/>
            </a:xfrm>
            <a:custGeom>
              <a:rect b="b" l="l" r="r" t="t"/>
              <a:pathLst>
                <a:path extrusionOk="0" h="287" w="1714">
                  <a:moveTo>
                    <a:pt x="0" y="1"/>
                  </a:moveTo>
                  <a:lnTo>
                    <a:pt x="0" y="286"/>
                  </a:lnTo>
                  <a:lnTo>
                    <a:pt x="1713" y="286"/>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116"/>
            <p:cNvSpPr/>
            <p:nvPr/>
          </p:nvSpPr>
          <p:spPr>
            <a:xfrm>
              <a:off x="4416973" y="2400161"/>
              <a:ext cx="50888" cy="10425"/>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116"/>
            <p:cNvSpPr/>
            <p:nvPr/>
          </p:nvSpPr>
          <p:spPr>
            <a:xfrm>
              <a:off x="4411125" y="2410549"/>
              <a:ext cx="62257" cy="10388"/>
            </a:xfrm>
            <a:custGeom>
              <a:rect b="b" l="l" r="r" t="t"/>
              <a:pathLst>
                <a:path extrusionOk="0" h="286" w="1714">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116"/>
            <p:cNvSpPr/>
            <p:nvPr/>
          </p:nvSpPr>
          <p:spPr>
            <a:xfrm>
              <a:off x="4509302" y="2241401"/>
              <a:ext cx="50924" cy="10388"/>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116"/>
            <p:cNvSpPr/>
            <p:nvPr/>
          </p:nvSpPr>
          <p:spPr>
            <a:xfrm>
              <a:off x="4534582" y="2251752"/>
              <a:ext cx="31128" cy="148450"/>
            </a:xfrm>
            <a:custGeom>
              <a:rect b="b" l="l" r="r" t="t"/>
              <a:pathLst>
                <a:path extrusionOk="0" h="4087" w="857">
                  <a:moveTo>
                    <a:pt x="0" y="1"/>
                  </a:moveTo>
                  <a:lnTo>
                    <a:pt x="0" y="4087"/>
                  </a:lnTo>
                  <a:lnTo>
                    <a:pt x="473" y="4087"/>
                  </a:lnTo>
                  <a:cubicBezTo>
                    <a:pt x="857" y="2927"/>
                    <a:pt x="536" y="2249"/>
                    <a:pt x="384" y="1473"/>
                  </a:cubicBezTo>
                  <a:cubicBezTo>
                    <a:pt x="232" y="706"/>
                    <a:pt x="473" y="1"/>
                    <a:pt x="473"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116"/>
            <p:cNvSpPr/>
            <p:nvPr/>
          </p:nvSpPr>
          <p:spPr>
            <a:xfrm>
              <a:off x="4503781" y="2251752"/>
              <a:ext cx="30838" cy="148450"/>
            </a:xfrm>
            <a:custGeom>
              <a:rect b="b" l="l" r="r" t="t"/>
              <a:pathLst>
                <a:path extrusionOk="0" h="4087" w="849">
                  <a:moveTo>
                    <a:pt x="384" y="1"/>
                  </a:moveTo>
                  <a:cubicBezTo>
                    <a:pt x="384" y="1"/>
                    <a:pt x="625" y="706"/>
                    <a:pt x="474" y="1473"/>
                  </a:cubicBezTo>
                  <a:cubicBezTo>
                    <a:pt x="322" y="2249"/>
                    <a:pt x="1"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116"/>
            <p:cNvSpPr/>
            <p:nvPr/>
          </p:nvSpPr>
          <p:spPr>
            <a:xfrm>
              <a:off x="4503454" y="2231013"/>
              <a:ext cx="62257" cy="10425"/>
            </a:xfrm>
            <a:custGeom>
              <a:rect b="b" l="l" r="r" t="t"/>
              <a:pathLst>
                <a:path extrusionOk="0" h="287" w="1714">
                  <a:moveTo>
                    <a:pt x="1" y="1"/>
                  </a:moveTo>
                  <a:lnTo>
                    <a:pt x="1" y="286"/>
                  </a:lnTo>
                  <a:lnTo>
                    <a:pt x="1714" y="286"/>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116"/>
            <p:cNvSpPr/>
            <p:nvPr/>
          </p:nvSpPr>
          <p:spPr>
            <a:xfrm>
              <a:off x="4509302" y="2400161"/>
              <a:ext cx="50924" cy="10425"/>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116"/>
            <p:cNvSpPr/>
            <p:nvPr/>
          </p:nvSpPr>
          <p:spPr>
            <a:xfrm>
              <a:off x="4503454" y="2410549"/>
              <a:ext cx="62257" cy="10388"/>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116"/>
            <p:cNvSpPr/>
            <p:nvPr/>
          </p:nvSpPr>
          <p:spPr>
            <a:xfrm>
              <a:off x="4007377" y="2195054"/>
              <a:ext cx="113471" cy="301731"/>
            </a:xfrm>
            <a:custGeom>
              <a:rect b="b" l="l" r="r" t="t"/>
              <a:pathLst>
                <a:path extrusionOk="0" h="8307" w="3124">
                  <a:moveTo>
                    <a:pt x="1" y="1"/>
                  </a:moveTo>
                  <a:lnTo>
                    <a:pt x="1" y="8306"/>
                  </a:lnTo>
                  <a:lnTo>
                    <a:pt x="3123" y="8306"/>
                  </a:lnTo>
                  <a:lnTo>
                    <a:pt x="3123" y="1"/>
                  </a:ln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116"/>
            <p:cNvSpPr/>
            <p:nvPr/>
          </p:nvSpPr>
          <p:spPr>
            <a:xfrm>
              <a:off x="4007377" y="2195054"/>
              <a:ext cx="56736" cy="301731"/>
            </a:xfrm>
            <a:custGeom>
              <a:rect b="b" l="l" r="r" t="t"/>
              <a:pathLst>
                <a:path extrusionOk="0" h="8307" w="1562">
                  <a:moveTo>
                    <a:pt x="1" y="1"/>
                  </a:moveTo>
                  <a:lnTo>
                    <a:pt x="1" y="8306"/>
                  </a:lnTo>
                  <a:lnTo>
                    <a:pt x="1562" y="8306"/>
                  </a:lnTo>
                  <a:lnTo>
                    <a:pt x="1562"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116"/>
            <p:cNvSpPr/>
            <p:nvPr/>
          </p:nvSpPr>
          <p:spPr>
            <a:xfrm>
              <a:off x="4190473" y="2289672"/>
              <a:ext cx="375248" cy="65163"/>
            </a:xfrm>
            <a:custGeom>
              <a:rect b="b" l="l" r="r" t="t"/>
              <a:pathLst>
                <a:path extrusionOk="0" h="1794" w="10331">
                  <a:moveTo>
                    <a:pt x="1891" y="1"/>
                  </a:moveTo>
                  <a:lnTo>
                    <a:pt x="0" y="1794"/>
                  </a:lnTo>
                  <a:lnTo>
                    <a:pt x="10331" y="1794"/>
                  </a:lnTo>
                  <a:lnTo>
                    <a:pt x="1033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116"/>
            <p:cNvSpPr/>
            <p:nvPr/>
          </p:nvSpPr>
          <p:spPr>
            <a:xfrm>
              <a:off x="4190473" y="2354796"/>
              <a:ext cx="375248" cy="10425"/>
            </a:xfrm>
            <a:custGeom>
              <a:rect b="b" l="l" r="r" t="t"/>
              <a:pathLst>
                <a:path extrusionOk="0" h="287" w="10331">
                  <a:moveTo>
                    <a:pt x="0" y="1"/>
                  </a:moveTo>
                  <a:lnTo>
                    <a:pt x="0" y="286"/>
                  </a:lnTo>
                  <a:lnTo>
                    <a:pt x="10331" y="286"/>
                  </a:lnTo>
                  <a:lnTo>
                    <a:pt x="1033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116"/>
            <p:cNvSpPr/>
            <p:nvPr/>
          </p:nvSpPr>
          <p:spPr>
            <a:xfrm>
              <a:off x="4463283" y="2429654"/>
              <a:ext cx="15582" cy="67124"/>
            </a:xfrm>
            <a:custGeom>
              <a:rect b="b" l="l" r="r" t="t"/>
              <a:pathLst>
                <a:path extrusionOk="0" h="1848" w="429">
                  <a:moveTo>
                    <a:pt x="1" y="0"/>
                  </a:moveTo>
                  <a:lnTo>
                    <a:pt x="1"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116"/>
            <p:cNvSpPr/>
            <p:nvPr/>
          </p:nvSpPr>
          <p:spPr>
            <a:xfrm>
              <a:off x="4473344" y="2429654"/>
              <a:ext cx="5521" cy="67124"/>
            </a:xfrm>
            <a:custGeom>
              <a:rect b="b" l="l" r="r" t="t"/>
              <a:pathLst>
                <a:path extrusionOk="0" h="1848" w="152">
                  <a:moveTo>
                    <a:pt x="0" y="0"/>
                  </a:moveTo>
                  <a:lnTo>
                    <a:pt x="0" y="1847"/>
                  </a:lnTo>
                  <a:lnTo>
                    <a:pt x="152" y="1847"/>
                  </a:lnTo>
                  <a:lnTo>
                    <a:pt x="152"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116"/>
            <p:cNvSpPr/>
            <p:nvPr/>
          </p:nvSpPr>
          <p:spPr>
            <a:xfrm>
              <a:off x="4457798" y="2415707"/>
              <a:ext cx="177581" cy="42824"/>
            </a:xfrm>
            <a:custGeom>
              <a:rect b="b" l="l" r="r" t="t"/>
              <a:pathLst>
                <a:path extrusionOk="0" h="1179" w="4889">
                  <a:moveTo>
                    <a:pt x="0" y="1"/>
                  </a:moveTo>
                  <a:lnTo>
                    <a:pt x="1240" y="1178"/>
                  </a:lnTo>
                  <a:lnTo>
                    <a:pt x="4889" y="1178"/>
                  </a:lnTo>
                  <a:lnTo>
                    <a:pt x="3649"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116"/>
            <p:cNvSpPr/>
            <p:nvPr/>
          </p:nvSpPr>
          <p:spPr>
            <a:xfrm>
              <a:off x="4605844" y="2469825"/>
              <a:ext cx="15619" cy="26951"/>
            </a:xfrm>
            <a:custGeom>
              <a:rect b="b" l="l" r="r" t="t"/>
              <a:pathLst>
                <a:path extrusionOk="0" h="742" w="430">
                  <a:moveTo>
                    <a:pt x="1" y="1"/>
                  </a:moveTo>
                  <a:lnTo>
                    <a:pt x="1" y="741"/>
                  </a:lnTo>
                  <a:lnTo>
                    <a:pt x="429" y="741"/>
                  </a:lnTo>
                  <a:lnTo>
                    <a:pt x="429"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116"/>
            <p:cNvSpPr/>
            <p:nvPr/>
          </p:nvSpPr>
          <p:spPr>
            <a:xfrm>
              <a:off x="4605844" y="2469825"/>
              <a:ext cx="5557" cy="26951"/>
            </a:xfrm>
            <a:custGeom>
              <a:rect b="b" l="l" r="r" t="t"/>
              <a:pathLst>
                <a:path extrusionOk="0" h="742" w="153">
                  <a:moveTo>
                    <a:pt x="1" y="1"/>
                  </a:moveTo>
                  <a:lnTo>
                    <a:pt x="1" y="741"/>
                  </a:lnTo>
                  <a:lnTo>
                    <a:pt x="153" y="741"/>
                  </a:lnTo>
                  <a:lnTo>
                    <a:pt x="153"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116"/>
            <p:cNvSpPr/>
            <p:nvPr/>
          </p:nvSpPr>
          <p:spPr>
            <a:xfrm>
              <a:off x="4516421" y="2469825"/>
              <a:ext cx="15582" cy="26951"/>
            </a:xfrm>
            <a:custGeom>
              <a:rect b="b" l="l" r="r" t="t"/>
              <a:pathLst>
                <a:path extrusionOk="0" h="742" w="429">
                  <a:moveTo>
                    <a:pt x="1" y="1"/>
                  </a:moveTo>
                  <a:lnTo>
                    <a:pt x="1" y="741"/>
                  </a:lnTo>
                  <a:lnTo>
                    <a:pt x="429" y="741"/>
                  </a:lnTo>
                  <a:lnTo>
                    <a:pt x="429"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116"/>
            <p:cNvSpPr/>
            <p:nvPr/>
          </p:nvSpPr>
          <p:spPr>
            <a:xfrm>
              <a:off x="4526482" y="2469825"/>
              <a:ext cx="5521" cy="26951"/>
            </a:xfrm>
            <a:custGeom>
              <a:rect b="b" l="l" r="r" t="t"/>
              <a:pathLst>
                <a:path extrusionOk="0" h="742" w="152">
                  <a:moveTo>
                    <a:pt x="0" y="1"/>
                  </a:moveTo>
                  <a:lnTo>
                    <a:pt x="0" y="741"/>
                  </a:lnTo>
                  <a:lnTo>
                    <a:pt x="152" y="741"/>
                  </a:lnTo>
                  <a:lnTo>
                    <a:pt x="152"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116"/>
            <p:cNvSpPr/>
            <p:nvPr/>
          </p:nvSpPr>
          <p:spPr>
            <a:xfrm>
              <a:off x="4561133" y="2429654"/>
              <a:ext cx="15619" cy="67124"/>
            </a:xfrm>
            <a:custGeom>
              <a:rect b="b" l="l" r="r" t="t"/>
              <a:pathLst>
                <a:path extrusionOk="0" h="1848" w="430">
                  <a:moveTo>
                    <a:pt x="1" y="0"/>
                  </a:moveTo>
                  <a:lnTo>
                    <a:pt x="1"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116"/>
            <p:cNvSpPr/>
            <p:nvPr/>
          </p:nvSpPr>
          <p:spPr>
            <a:xfrm>
              <a:off x="4571194" y="2429654"/>
              <a:ext cx="5557" cy="67124"/>
            </a:xfrm>
            <a:custGeom>
              <a:rect b="b" l="l" r="r" t="t"/>
              <a:pathLst>
                <a:path extrusionOk="0" h="1848" w="153">
                  <a:moveTo>
                    <a:pt x="0" y="0"/>
                  </a:moveTo>
                  <a:lnTo>
                    <a:pt x="0" y="1847"/>
                  </a:lnTo>
                  <a:lnTo>
                    <a:pt x="152" y="1847"/>
                  </a:lnTo>
                  <a:lnTo>
                    <a:pt x="152"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116"/>
            <p:cNvSpPr/>
            <p:nvPr/>
          </p:nvSpPr>
          <p:spPr>
            <a:xfrm>
              <a:off x="4508975" y="2319491"/>
              <a:ext cx="119937" cy="139043"/>
            </a:xfrm>
            <a:custGeom>
              <a:rect b="b" l="l" r="r" t="t"/>
              <a:pathLst>
                <a:path extrusionOk="0" h="3828" w="3302">
                  <a:moveTo>
                    <a:pt x="1" y="0"/>
                  </a:moveTo>
                  <a:lnTo>
                    <a:pt x="1" y="3827"/>
                  </a:lnTo>
                  <a:lnTo>
                    <a:pt x="3301" y="3827"/>
                  </a:lnTo>
                  <a:lnTo>
                    <a:pt x="3301"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116"/>
            <p:cNvSpPr/>
            <p:nvPr/>
          </p:nvSpPr>
          <p:spPr>
            <a:xfrm>
              <a:off x="4516421" y="2326937"/>
              <a:ext cx="105045" cy="131596"/>
            </a:xfrm>
            <a:custGeom>
              <a:rect b="b" l="l" r="r" t="t"/>
              <a:pathLst>
                <a:path extrusionOk="0" h="3623" w="2892">
                  <a:moveTo>
                    <a:pt x="1" y="0"/>
                  </a:moveTo>
                  <a:lnTo>
                    <a:pt x="1" y="3622"/>
                  </a:lnTo>
                  <a:lnTo>
                    <a:pt x="2891" y="3622"/>
                  </a:lnTo>
                  <a:lnTo>
                    <a:pt x="2891"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116"/>
            <p:cNvSpPr/>
            <p:nvPr/>
          </p:nvSpPr>
          <p:spPr>
            <a:xfrm>
              <a:off x="4502837" y="2458493"/>
              <a:ext cx="132541" cy="12023"/>
            </a:xfrm>
            <a:custGeom>
              <a:rect b="b" l="l" r="r" t="t"/>
              <a:pathLst>
                <a:path extrusionOk="0" h="331" w="3649">
                  <a:moveTo>
                    <a:pt x="0" y="0"/>
                  </a:moveTo>
                  <a:lnTo>
                    <a:pt x="0" y="330"/>
                  </a:lnTo>
                  <a:lnTo>
                    <a:pt x="3649" y="330"/>
                  </a:lnTo>
                  <a:lnTo>
                    <a:pt x="3649"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116"/>
            <p:cNvSpPr/>
            <p:nvPr/>
          </p:nvSpPr>
          <p:spPr>
            <a:xfrm>
              <a:off x="4457798" y="2415707"/>
              <a:ext cx="45076" cy="54811"/>
            </a:xfrm>
            <a:custGeom>
              <a:rect b="b" l="l" r="r" t="t"/>
              <a:pathLst>
                <a:path extrusionOk="0" h="1509" w="1241">
                  <a:moveTo>
                    <a:pt x="0" y="1"/>
                  </a:moveTo>
                  <a:lnTo>
                    <a:pt x="0" y="331"/>
                  </a:lnTo>
                  <a:lnTo>
                    <a:pt x="1240" y="1508"/>
                  </a:lnTo>
                  <a:lnTo>
                    <a:pt x="1240" y="1178"/>
                  </a:lnTo>
                  <a:lnTo>
                    <a:pt x="0"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116"/>
            <p:cNvSpPr/>
            <p:nvPr/>
          </p:nvSpPr>
          <p:spPr>
            <a:xfrm>
              <a:off x="4621426" y="2306198"/>
              <a:ext cx="7482" cy="152337"/>
            </a:xfrm>
            <a:custGeom>
              <a:rect b="b" l="l" r="r" t="t"/>
              <a:pathLst>
                <a:path extrusionOk="0" h="4194" w="206">
                  <a:moveTo>
                    <a:pt x="0" y="1"/>
                  </a:moveTo>
                  <a:lnTo>
                    <a:pt x="0" y="4193"/>
                  </a:lnTo>
                  <a:lnTo>
                    <a:pt x="205" y="4193"/>
                  </a:lnTo>
                  <a:lnTo>
                    <a:pt x="205"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116"/>
            <p:cNvSpPr/>
            <p:nvPr/>
          </p:nvSpPr>
          <p:spPr>
            <a:xfrm>
              <a:off x="4616232" y="2297117"/>
              <a:ext cx="17871" cy="18198"/>
            </a:xfrm>
            <a:custGeom>
              <a:rect b="b" l="l" r="r" t="t"/>
              <a:pathLst>
                <a:path extrusionOk="0" h="501" w="492">
                  <a:moveTo>
                    <a:pt x="241" y="1"/>
                  </a:moveTo>
                  <a:cubicBezTo>
                    <a:pt x="108" y="1"/>
                    <a:pt x="0" y="117"/>
                    <a:pt x="0" y="251"/>
                  </a:cubicBezTo>
                  <a:cubicBezTo>
                    <a:pt x="0" y="384"/>
                    <a:pt x="108" y="500"/>
                    <a:pt x="241" y="500"/>
                  </a:cubicBezTo>
                  <a:cubicBezTo>
                    <a:pt x="384" y="500"/>
                    <a:pt x="491" y="384"/>
                    <a:pt x="491" y="251"/>
                  </a:cubicBezTo>
                  <a:cubicBezTo>
                    <a:pt x="491" y="117"/>
                    <a:pt x="384" y="1"/>
                    <a:pt x="241"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116"/>
            <p:cNvSpPr/>
            <p:nvPr/>
          </p:nvSpPr>
          <p:spPr>
            <a:xfrm>
              <a:off x="4616232" y="2299733"/>
              <a:ext cx="17544" cy="15582"/>
            </a:xfrm>
            <a:custGeom>
              <a:rect b="b" l="l" r="r" t="t"/>
              <a:pathLst>
                <a:path extrusionOk="0" h="429" w="483">
                  <a:moveTo>
                    <a:pt x="72" y="0"/>
                  </a:moveTo>
                  <a:cubicBezTo>
                    <a:pt x="27" y="45"/>
                    <a:pt x="0" y="107"/>
                    <a:pt x="0" y="179"/>
                  </a:cubicBezTo>
                  <a:cubicBezTo>
                    <a:pt x="0" y="312"/>
                    <a:pt x="108" y="428"/>
                    <a:pt x="241" y="428"/>
                  </a:cubicBezTo>
                  <a:cubicBezTo>
                    <a:pt x="366" y="428"/>
                    <a:pt x="464" y="339"/>
                    <a:pt x="482" y="223"/>
                  </a:cubicBezTo>
                  <a:lnTo>
                    <a:pt x="482" y="223"/>
                  </a:lnTo>
                  <a:cubicBezTo>
                    <a:pt x="447" y="268"/>
                    <a:pt x="384" y="295"/>
                    <a:pt x="313" y="295"/>
                  </a:cubicBezTo>
                  <a:cubicBezTo>
                    <a:pt x="179" y="295"/>
                    <a:pt x="72" y="187"/>
                    <a:pt x="72" y="45"/>
                  </a:cubicBezTo>
                  <a:cubicBezTo>
                    <a:pt x="72" y="27"/>
                    <a:pt x="72" y="18"/>
                    <a:pt x="72"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116"/>
            <p:cNvSpPr/>
            <p:nvPr/>
          </p:nvSpPr>
          <p:spPr>
            <a:xfrm>
              <a:off x="4508975" y="2306198"/>
              <a:ext cx="7482" cy="152337"/>
            </a:xfrm>
            <a:custGeom>
              <a:rect b="b" l="l" r="r" t="t"/>
              <a:pathLst>
                <a:path extrusionOk="0" h="4194" w="206">
                  <a:moveTo>
                    <a:pt x="1" y="1"/>
                  </a:moveTo>
                  <a:lnTo>
                    <a:pt x="1" y="4193"/>
                  </a:lnTo>
                  <a:lnTo>
                    <a:pt x="206" y="4193"/>
                  </a:lnTo>
                  <a:lnTo>
                    <a:pt x="206"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116"/>
            <p:cNvSpPr/>
            <p:nvPr/>
          </p:nvSpPr>
          <p:spPr>
            <a:xfrm>
              <a:off x="4503781" y="2297117"/>
              <a:ext cx="17871" cy="18198"/>
            </a:xfrm>
            <a:custGeom>
              <a:rect b="b" l="l" r="r" t="t"/>
              <a:pathLst>
                <a:path extrusionOk="0" h="501" w="492">
                  <a:moveTo>
                    <a:pt x="242" y="1"/>
                  </a:moveTo>
                  <a:cubicBezTo>
                    <a:pt x="108" y="1"/>
                    <a:pt x="1" y="117"/>
                    <a:pt x="1" y="251"/>
                  </a:cubicBezTo>
                  <a:cubicBezTo>
                    <a:pt x="1" y="384"/>
                    <a:pt x="108" y="500"/>
                    <a:pt x="242" y="500"/>
                  </a:cubicBezTo>
                  <a:cubicBezTo>
                    <a:pt x="384" y="500"/>
                    <a:pt x="492" y="384"/>
                    <a:pt x="492" y="251"/>
                  </a:cubicBezTo>
                  <a:cubicBezTo>
                    <a:pt x="492" y="117"/>
                    <a:pt x="384" y="1"/>
                    <a:pt x="242"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116"/>
            <p:cNvSpPr/>
            <p:nvPr/>
          </p:nvSpPr>
          <p:spPr>
            <a:xfrm>
              <a:off x="4503781" y="2299733"/>
              <a:ext cx="17544" cy="15582"/>
            </a:xfrm>
            <a:custGeom>
              <a:rect b="b" l="l" r="r" t="t"/>
              <a:pathLst>
                <a:path extrusionOk="0" h="429" w="483">
                  <a:moveTo>
                    <a:pt x="72" y="0"/>
                  </a:moveTo>
                  <a:cubicBezTo>
                    <a:pt x="28" y="45"/>
                    <a:pt x="1" y="107"/>
                    <a:pt x="1" y="179"/>
                  </a:cubicBezTo>
                  <a:cubicBezTo>
                    <a:pt x="1" y="312"/>
                    <a:pt x="108" y="428"/>
                    <a:pt x="242" y="428"/>
                  </a:cubicBezTo>
                  <a:cubicBezTo>
                    <a:pt x="367" y="428"/>
                    <a:pt x="465" y="339"/>
                    <a:pt x="483" y="223"/>
                  </a:cubicBezTo>
                  <a:lnTo>
                    <a:pt x="483" y="223"/>
                  </a:lnTo>
                  <a:cubicBezTo>
                    <a:pt x="447" y="268"/>
                    <a:pt x="384" y="295"/>
                    <a:pt x="313" y="295"/>
                  </a:cubicBezTo>
                  <a:cubicBezTo>
                    <a:pt x="179" y="295"/>
                    <a:pt x="72" y="187"/>
                    <a:pt x="72" y="45"/>
                  </a:cubicBezTo>
                  <a:cubicBezTo>
                    <a:pt x="72" y="27"/>
                    <a:pt x="72" y="18"/>
                    <a:pt x="72"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116"/>
            <p:cNvSpPr/>
            <p:nvPr/>
          </p:nvSpPr>
          <p:spPr>
            <a:xfrm>
              <a:off x="4410799" y="2429654"/>
              <a:ext cx="15582" cy="67124"/>
            </a:xfrm>
            <a:custGeom>
              <a:rect b="b" l="l" r="r" t="t"/>
              <a:pathLst>
                <a:path extrusionOk="0" h="1848" w="429">
                  <a:moveTo>
                    <a:pt x="1" y="0"/>
                  </a:moveTo>
                  <a:lnTo>
                    <a:pt x="1"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116"/>
            <p:cNvSpPr/>
            <p:nvPr/>
          </p:nvSpPr>
          <p:spPr>
            <a:xfrm>
              <a:off x="4410799" y="2429654"/>
              <a:ext cx="5884" cy="67124"/>
            </a:xfrm>
            <a:custGeom>
              <a:rect b="b" l="l" r="r" t="t"/>
              <a:pathLst>
                <a:path extrusionOk="0" h="1848" w="162">
                  <a:moveTo>
                    <a:pt x="1" y="0"/>
                  </a:moveTo>
                  <a:lnTo>
                    <a:pt x="1" y="1847"/>
                  </a:lnTo>
                  <a:lnTo>
                    <a:pt x="161" y="1847"/>
                  </a:lnTo>
                  <a:lnTo>
                    <a:pt x="161"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116"/>
            <p:cNvSpPr/>
            <p:nvPr/>
          </p:nvSpPr>
          <p:spPr>
            <a:xfrm>
              <a:off x="4254617" y="2415707"/>
              <a:ext cx="177290" cy="42824"/>
            </a:xfrm>
            <a:custGeom>
              <a:rect b="b" l="l" r="r" t="t"/>
              <a:pathLst>
                <a:path extrusionOk="0" h="1179" w="4881">
                  <a:moveTo>
                    <a:pt x="1232" y="1"/>
                  </a:moveTo>
                  <a:lnTo>
                    <a:pt x="1" y="1178"/>
                  </a:lnTo>
                  <a:lnTo>
                    <a:pt x="3649" y="1178"/>
                  </a:lnTo>
                  <a:lnTo>
                    <a:pt x="4880"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116"/>
            <p:cNvSpPr/>
            <p:nvPr/>
          </p:nvSpPr>
          <p:spPr>
            <a:xfrm>
              <a:off x="4268237" y="2469825"/>
              <a:ext cx="15582" cy="26951"/>
            </a:xfrm>
            <a:custGeom>
              <a:rect b="b" l="l" r="r" t="t"/>
              <a:pathLst>
                <a:path extrusionOk="0" h="742" w="429">
                  <a:moveTo>
                    <a:pt x="0" y="1"/>
                  </a:moveTo>
                  <a:lnTo>
                    <a:pt x="0" y="741"/>
                  </a:lnTo>
                  <a:lnTo>
                    <a:pt x="428" y="741"/>
                  </a:lnTo>
                  <a:lnTo>
                    <a:pt x="428"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116"/>
            <p:cNvSpPr/>
            <p:nvPr/>
          </p:nvSpPr>
          <p:spPr>
            <a:xfrm>
              <a:off x="4278262" y="2469825"/>
              <a:ext cx="5557" cy="26951"/>
            </a:xfrm>
            <a:custGeom>
              <a:rect b="b" l="l" r="r" t="t"/>
              <a:pathLst>
                <a:path extrusionOk="0" h="742" w="153">
                  <a:moveTo>
                    <a:pt x="1" y="1"/>
                  </a:moveTo>
                  <a:lnTo>
                    <a:pt x="1" y="741"/>
                  </a:lnTo>
                  <a:lnTo>
                    <a:pt x="152" y="741"/>
                  </a:lnTo>
                  <a:lnTo>
                    <a:pt x="152"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116"/>
            <p:cNvSpPr/>
            <p:nvPr/>
          </p:nvSpPr>
          <p:spPr>
            <a:xfrm>
              <a:off x="4357660" y="2469825"/>
              <a:ext cx="15909" cy="26951"/>
            </a:xfrm>
            <a:custGeom>
              <a:rect b="b" l="l" r="r" t="t"/>
              <a:pathLst>
                <a:path extrusionOk="0" h="742" w="438">
                  <a:moveTo>
                    <a:pt x="0" y="1"/>
                  </a:moveTo>
                  <a:lnTo>
                    <a:pt x="0" y="741"/>
                  </a:lnTo>
                  <a:lnTo>
                    <a:pt x="438" y="741"/>
                  </a:lnTo>
                  <a:lnTo>
                    <a:pt x="438"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116"/>
            <p:cNvSpPr/>
            <p:nvPr/>
          </p:nvSpPr>
          <p:spPr>
            <a:xfrm>
              <a:off x="4357660" y="2469825"/>
              <a:ext cx="5884" cy="26951"/>
            </a:xfrm>
            <a:custGeom>
              <a:rect b="b" l="l" r="r" t="t"/>
              <a:pathLst>
                <a:path extrusionOk="0" h="742" w="162">
                  <a:moveTo>
                    <a:pt x="0" y="1"/>
                  </a:moveTo>
                  <a:lnTo>
                    <a:pt x="0" y="741"/>
                  </a:lnTo>
                  <a:lnTo>
                    <a:pt x="161" y="741"/>
                  </a:lnTo>
                  <a:lnTo>
                    <a:pt x="161"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116"/>
            <p:cNvSpPr/>
            <p:nvPr/>
          </p:nvSpPr>
          <p:spPr>
            <a:xfrm>
              <a:off x="4312949" y="2429654"/>
              <a:ext cx="15582" cy="67124"/>
            </a:xfrm>
            <a:custGeom>
              <a:rect b="b" l="l" r="r" t="t"/>
              <a:pathLst>
                <a:path extrusionOk="0" h="1848" w="429">
                  <a:moveTo>
                    <a:pt x="0" y="0"/>
                  </a:moveTo>
                  <a:lnTo>
                    <a:pt x="0"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116"/>
            <p:cNvSpPr/>
            <p:nvPr/>
          </p:nvSpPr>
          <p:spPr>
            <a:xfrm>
              <a:off x="4312949" y="2429654"/>
              <a:ext cx="5848" cy="67124"/>
            </a:xfrm>
            <a:custGeom>
              <a:rect b="b" l="l" r="r" t="t"/>
              <a:pathLst>
                <a:path extrusionOk="0" h="1848" w="161">
                  <a:moveTo>
                    <a:pt x="0" y="0"/>
                  </a:moveTo>
                  <a:lnTo>
                    <a:pt x="0" y="1847"/>
                  </a:lnTo>
                  <a:lnTo>
                    <a:pt x="161" y="1847"/>
                  </a:lnTo>
                  <a:lnTo>
                    <a:pt x="161"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116"/>
            <p:cNvSpPr/>
            <p:nvPr/>
          </p:nvSpPr>
          <p:spPr>
            <a:xfrm>
              <a:off x="4261082" y="2319491"/>
              <a:ext cx="119610" cy="139043"/>
            </a:xfrm>
            <a:custGeom>
              <a:rect b="b" l="l" r="r" t="t"/>
              <a:pathLst>
                <a:path extrusionOk="0" h="3828" w="3293">
                  <a:moveTo>
                    <a:pt x="1" y="0"/>
                  </a:moveTo>
                  <a:lnTo>
                    <a:pt x="1" y="3827"/>
                  </a:lnTo>
                  <a:lnTo>
                    <a:pt x="3293" y="3827"/>
                  </a:lnTo>
                  <a:lnTo>
                    <a:pt x="3293"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116"/>
            <p:cNvSpPr/>
            <p:nvPr/>
          </p:nvSpPr>
          <p:spPr>
            <a:xfrm>
              <a:off x="4268237" y="2326937"/>
              <a:ext cx="105335" cy="131596"/>
            </a:xfrm>
            <a:custGeom>
              <a:rect b="b" l="l" r="r" t="t"/>
              <a:pathLst>
                <a:path extrusionOk="0" h="3623" w="2900">
                  <a:moveTo>
                    <a:pt x="0" y="0"/>
                  </a:moveTo>
                  <a:lnTo>
                    <a:pt x="0" y="3622"/>
                  </a:lnTo>
                  <a:lnTo>
                    <a:pt x="2900" y="3622"/>
                  </a:lnTo>
                  <a:lnTo>
                    <a:pt x="2900"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116"/>
            <p:cNvSpPr/>
            <p:nvPr/>
          </p:nvSpPr>
          <p:spPr>
            <a:xfrm>
              <a:off x="4254617" y="2458493"/>
              <a:ext cx="132577" cy="12023"/>
            </a:xfrm>
            <a:custGeom>
              <a:rect b="b" l="l" r="r" t="t"/>
              <a:pathLst>
                <a:path extrusionOk="0" h="331" w="3650">
                  <a:moveTo>
                    <a:pt x="1" y="0"/>
                  </a:moveTo>
                  <a:lnTo>
                    <a:pt x="1" y="330"/>
                  </a:lnTo>
                  <a:lnTo>
                    <a:pt x="3649" y="330"/>
                  </a:lnTo>
                  <a:lnTo>
                    <a:pt x="3649"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116"/>
            <p:cNvSpPr/>
            <p:nvPr/>
          </p:nvSpPr>
          <p:spPr>
            <a:xfrm>
              <a:off x="4387153" y="2415707"/>
              <a:ext cx="44749" cy="54811"/>
            </a:xfrm>
            <a:custGeom>
              <a:rect b="b" l="l" r="r" t="t"/>
              <a:pathLst>
                <a:path extrusionOk="0" h="1509" w="1232">
                  <a:moveTo>
                    <a:pt x="1231" y="1"/>
                  </a:moveTo>
                  <a:lnTo>
                    <a:pt x="0" y="1178"/>
                  </a:lnTo>
                  <a:lnTo>
                    <a:pt x="0" y="1508"/>
                  </a:lnTo>
                  <a:lnTo>
                    <a:pt x="1231" y="331"/>
                  </a:lnTo>
                  <a:lnTo>
                    <a:pt x="1231"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116"/>
            <p:cNvSpPr/>
            <p:nvPr/>
          </p:nvSpPr>
          <p:spPr>
            <a:xfrm>
              <a:off x="4261082" y="2306198"/>
              <a:ext cx="7192" cy="152337"/>
            </a:xfrm>
            <a:custGeom>
              <a:rect b="b" l="l" r="r" t="t"/>
              <a:pathLst>
                <a:path extrusionOk="0" h="4194" w="198">
                  <a:moveTo>
                    <a:pt x="1" y="1"/>
                  </a:moveTo>
                  <a:lnTo>
                    <a:pt x="1" y="4193"/>
                  </a:lnTo>
                  <a:lnTo>
                    <a:pt x="197" y="4193"/>
                  </a:lnTo>
                  <a:lnTo>
                    <a:pt x="197"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116"/>
            <p:cNvSpPr/>
            <p:nvPr/>
          </p:nvSpPr>
          <p:spPr>
            <a:xfrm>
              <a:off x="4255597" y="2297117"/>
              <a:ext cx="18161" cy="18198"/>
            </a:xfrm>
            <a:custGeom>
              <a:rect b="b" l="l" r="r" t="t"/>
              <a:pathLst>
                <a:path extrusionOk="0" h="501" w="500">
                  <a:moveTo>
                    <a:pt x="250" y="1"/>
                  </a:moveTo>
                  <a:cubicBezTo>
                    <a:pt x="116" y="1"/>
                    <a:pt x="0" y="117"/>
                    <a:pt x="0" y="251"/>
                  </a:cubicBezTo>
                  <a:cubicBezTo>
                    <a:pt x="0" y="384"/>
                    <a:pt x="116" y="500"/>
                    <a:pt x="250" y="500"/>
                  </a:cubicBezTo>
                  <a:cubicBezTo>
                    <a:pt x="384" y="500"/>
                    <a:pt x="500" y="384"/>
                    <a:pt x="500" y="251"/>
                  </a:cubicBezTo>
                  <a:cubicBezTo>
                    <a:pt x="500" y="117"/>
                    <a:pt x="384" y="1"/>
                    <a:pt x="250"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116"/>
            <p:cNvSpPr/>
            <p:nvPr/>
          </p:nvSpPr>
          <p:spPr>
            <a:xfrm>
              <a:off x="4255924" y="2299733"/>
              <a:ext cx="17834" cy="15582"/>
            </a:xfrm>
            <a:custGeom>
              <a:rect b="b" l="l" r="r" t="t"/>
              <a:pathLst>
                <a:path extrusionOk="0" h="429" w="491">
                  <a:moveTo>
                    <a:pt x="411" y="0"/>
                  </a:moveTo>
                  <a:cubicBezTo>
                    <a:pt x="411" y="18"/>
                    <a:pt x="420" y="27"/>
                    <a:pt x="420" y="45"/>
                  </a:cubicBezTo>
                  <a:cubicBezTo>
                    <a:pt x="420" y="187"/>
                    <a:pt x="304" y="295"/>
                    <a:pt x="170" y="295"/>
                  </a:cubicBezTo>
                  <a:cubicBezTo>
                    <a:pt x="98" y="295"/>
                    <a:pt x="45" y="268"/>
                    <a:pt x="0" y="223"/>
                  </a:cubicBezTo>
                  <a:lnTo>
                    <a:pt x="0" y="223"/>
                  </a:lnTo>
                  <a:cubicBezTo>
                    <a:pt x="18" y="339"/>
                    <a:pt x="116" y="428"/>
                    <a:pt x="241" y="428"/>
                  </a:cubicBezTo>
                  <a:cubicBezTo>
                    <a:pt x="375" y="428"/>
                    <a:pt x="491" y="312"/>
                    <a:pt x="491" y="179"/>
                  </a:cubicBezTo>
                  <a:cubicBezTo>
                    <a:pt x="491" y="107"/>
                    <a:pt x="455" y="45"/>
                    <a:pt x="411"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116"/>
            <p:cNvSpPr/>
            <p:nvPr/>
          </p:nvSpPr>
          <p:spPr>
            <a:xfrm>
              <a:off x="4373533" y="2306198"/>
              <a:ext cx="7156" cy="152337"/>
            </a:xfrm>
            <a:custGeom>
              <a:rect b="b" l="l" r="r" t="t"/>
              <a:pathLst>
                <a:path extrusionOk="0" h="4194" w="197">
                  <a:moveTo>
                    <a:pt x="1" y="1"/>
                  </a:moveTo>
                  <a:lnTo>
                    <a:pt x="1" y="4193"/>
                  </a:lnTo>
                  <a:lnTo>
                    <a:pt x="197" y="4193"/>
                  </a:lnTo>
                  <a:lnTo>
                    <a:pt x="197"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116"/>
            <p:cNvSpPr/>
            <p:nvPr/>
          </p:nvSpPr>
          <p:spPr>
            <a:xfrm>
              <a:off x="4368012" y="2297117"/>
              <a:ext cx="18198" cy="18198"/>
            </a:xfrm>
            <a:custGeom>
              <a:rect b="b" l="l" r="r" t="t"/>
              <a:pathLst>
                <a:path extrusionOk="0" h="501" w="501">
                  <a:moveTo>
                    <a:pt x="251" y="1"/>
                  </a:moveTo>
                  <a:cubicBezTo>
                    <a:pt x="117" y="1"/>
                    <a:pt x="1" y="117"/>
                    <a:pt x="1" y="251"/>
                  </a:cubicBezTo>
                  <a:cubicBezTo>
                    <a:pt x="1" y="384"/>
                    <a:pt x="117" y="500"/>
                    <a:pt x="251" y="500"/>
                  </a:cubicBezTo>
                  <a:cubicBezTo>
                    <a:pt x="385" y="500"/>
                    <a:pt x="501" y="384"/>
                    <a:pt x="501" y="251"/>
                  </a:cubicBezTo>
                  <a:cubicBezTo>
                    <a:pt x="501" y="117"/>
                    <a:pt x="385" y="1"/>
                    <a:pt x="251"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116"/>
            <p:cNvSpPr/>
            <p:nvPr/>
          </p:nvSpPr>
          <p:spPr>
            <a:xfrm>
              <a:off x="4368339" y="2299733"/>
              <a:ext cx="17871" cy="15582"/>
            </a:xfrm>
            <a:custGeom>
              <a:rect b="b" l="l" r="r" t="t"/>
              <a:pathLst>
                <a:path extrusionOk="0" h="429" w="492">
                  <a:moveTo>
                    <a:pt x="411" y="0"/>
                  </a:moveTo>
                  <a:cubicBezTo>
                    <a:pt x="411" y="18"/>
                    <a:pt x="411" y="27"/>
                    <a:pt x="411" y="45"/>
                  </a:cubicBezTo>
                  <a:cubicBezTo>
                    <a:pt x="411" y="187"/>
                    <a:pt x="304" y="295"/>
                    <a:pt x="170" y="295"/>
                  </a:cubicBezTo>
                  <a:cubicBezTo>
                    <a:pt x="99" y="295"/>
                    <a:pt x="45" y="268"/>
                    <a:pt x="1" y="223"/>
                  </a:cubicBezTo>
                  <a:lnTo>
                    <a:pt x="1" y="223"/>
                  </a:lnTo>
                  <a:cubicBezTo>
                    <a:pt x="19" y="339"/>
                    <a:pt x="117" y="428"/>
                    <a:pt x="242" y="428"/>
                  </a:cubicBezTo>
                  <a:cubicBezTo>
                    <a:pt x="376" y="428"/>
                    <a:pt x="492" y="312"/>
                    <a:pt x="492" y="179"/>
                  </a:cubicBezTo>
                  <a:cubicBezTo>
                    <a:pt x="492" y="107"/>
                    <a:pt x="456" y="45"/>
                    <a:pt x="411"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116"/>
            <p:cNvSpPr/>
            <p:nvPr/>
          </p:nvSpPr>
          <p:spPr>
            <a:xfrm>
              <a:off x="4402372" y="2236207"/>
              <a:ext cx="21757" cy="43769"/>
            </a:xfrm>
            <a:custGeom>
              <a:rect b="b" l="l" r="r" t="t"/>
              <a:pathLst>
                <a:path extrusionOk="0" h="1205" w="599">
                  <a:moveTo>
                    <a:pt x="1" y="1"/>
                  </a:moveTo>
                  <a:lnTo>
                    <a:pt x="1" y="911"/>
                  </a:lnTo>
                  <a:cubicBezTo>
                    <a:pt x="1" y="1071"/>
                    <a:pt x="134" y="1205"/>
                    <a:pt x="304" y="1205"/>
                  </a:cubicBezTo>
                  <a:cubicBezTo>
                    <a:pt x="464" y="1205"/>
                    <a:pt x="598" y="1071"/>
                    <a:pt x="598" y="911"/>
                  </a:cubicBezTo>
                  <a:lnTo>
                    <a:pt x="5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116"/>
            <p:cNvSpPr/>
            <p:nvPr/>
          </p:nvSpPr>
          <p:spPr>
            <a:xfrm>
              <a:off x="4401064" y="2234572"/>
              <a:ext cx="24663" cy="47038"/>
            </a:xfrm>
            <a:custGeom>
              <a:rect b="b" l="l" r="r" t="t"/>
              <a:pathLst>
                <a:path extrusionOk="0" h="1295" w="679">
                  <a:moveTo>
                    <a:pt x="599" y="81"/>
                  </a:moveTo>
                  <a:lnTo>
                    <a:pt x="599" y="956"/>
                  </a:lnTo>
                  <a:cubicBezTo>
                    <a:pt x="599" y="1098"/>
                    <a:pt x="483" y="1214"/>
                    <a:pt x="340" y="1214"/>
                  </a:cubicBezTo>
                  <a:cubicBezTo>
                    <a:pt x="197" y="1214"/>
                    <a:pt x="81" y="1098"/>
                    <a:pt x="81" y="956"/>
                  </a:cubicBezTo>
                  <a:lnTo>
                    <a:pt x="81" y="81"/>
                  </a:lnTo>
                  <a:close/>
                  <a:moveTo>
                    <a:pt x="1" y="1"/>
                  </a:moveTo>
                  <a:lnTo>
                    <a:pt x="1" y="956"/>
                  </a:lnTo>
                  <a:cubicBezTo>
                    <a:pt x="1" y="1143"/>
                    <a:pt x="153" y="1295"/>
                    <a:pt x="340" y="1295"/>
                  </a:cubicBezTo>
                  <a:cubicBezTo>
                    <a:pt x="527" y="1295"/>
                    <a:pt x="679" y="1143"/>
                    <a:pt x="679" y="956"/>
                  </a:cubicBezTo>
                  <a:lnTo>
                    <a:pt x="67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116"/>
            <p:cNvSpPr/>
            <p:nvPr/>
          </p:nvSpPr>
          <p:spPr>
            <a:xfrm>
              <a:off x="4413377" y="2279937"/>
              <a:ext cx="36" cy="46711"/>
            </a:xfrm>
            <a:custGeom>
              <a:rect b="b" l="l" r="r" t="t"/>
              <a:pathLst>
                <a:path extrusionOk="0" h="1286" w="1">
                  <a:moveTo>
                    <a:pt x="1" y="1"/>
                  </a:moveTo>
                  <a:lnTo>
                    <a:pt x="1" y="1286"/>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116"/>
            <p:cNvSpPr/>
            <p:nvPr/>
          </p:nvSpPr>
          <p:spPr>
            <a:xfrm>
              <a:off x="4411779" y="2279937"/>
              <a:ext cx="2942" cy="46711"/>
            </a:xfrm>
            <a:custGeom>
              <a:rect b="b" l="l" r="r" t="t"/>
              <a:pathLst>
                <a:path extrusionOk="0" h="1286" w="81">
                  <a:moveTo>
                    <a:pt x="0" y="1"/>
                  </a:moveTo>
                  <a:lnTo>
                    <a:pt x="0" y="1286"/>
                  </a:lnTo>
                  <a:lnTo>
                    <a:pt x="81" y="1286"/>
                  </a:lnTo>
                  <a:lnTo>
                    <a:pt x="8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116"/>
            <p:cNvSpPr/>
            <p:nvPr/>
          </p:nvSpPr>
          <p:spPr>
            <a:xfrm>
              <a:off x="4402045" y="2325957"/>
              <a:ext cx="22084" cy="36"/>
            </a:xfrm>
            <a:custGeom>
              <a:rect b="b" l="l" r="r" t="t"/>
              <a:pathLst>
                <a:path extrusionOk="0" h="1" w="608">
                  <a:moveTo>
                    <a:pt x="1" y="1"/>
                  </a:moveTo>
                  <a:lnTo>
                    <a:pt x="607" y="1"/>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116"/>
            <p:cNvSpPr/>
            <p:nvPr/>
          </p:nvSpPr>
          <p:spPr>
            <a:xfrm>
              <a:off x="4402045" y="2324358"/>
              <a:ext cx="22084" cy="2942"/>
            </a:xfrm>
            <a:custGeom>
              <a:rect b="b" l="l" r="r" t="t"/>
              <a:pathLst>
                <a:path extrusionOk="0" h="81" w="608">
                  <a:moveTo>
                    <a:pt x="1" y="0"/>
                  </a:moveTo>
                  <a:lnTo>
                    <a:pt x="1" y="80"/>
                  </a:lnTo>
                  <a:lnTo>
                    <a:pt x="607" y="80"/>
                  </a:lnTo>
                  <a:lnTo>
                    <a:pt x="6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116"/>
            <p:cNvSpPr/>
            <p:nvPr/>
          </p:nvSpPr>
          <p:spPr>
            <a:xfrm>
              <a:off x="4460704" y="2236207"/>
              <a:ext cx="21757" cy="43769"/>
            </a:xfrm>
            <a:custGeom>
              <a:rect b="b" l="l" r="r" t="t"/>
              <a:pathLst>
                <a:path extrusionOk="0" h="1205" w="599">
                  <a:moveTo>
                    <a:pt x="0" y="1"/>
                  </a:moveTo>
                  <a:lnTo>
                    <a:pt x="0" y="911"/>
                  </a:lnTo>
                  <a:cubicBezTo>
                    <a:pt x="0" y="1071"/>
                    <a:pt x="134" y="1205"/>
                    <a:pt x="295" y="1205"/>
                  </a:cubicBezTo>
                  <a:cubicBezTo>
                    <a:pt x="464" y="1205"/>
                    <a:pt x="598" y="1071"/>
                    <a:pt x="598" y="911"/>
                  </a:cubicBezTo>
                  <a:lnTo>
                    <a:pt x="5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116"/>
            <p:cNvSpPr/>
            <p:nvPr/>
          </p:nvSpPr>
          <p:spPr>
            <a:xfrm>
              <a:off x="4459070" y="2234572"/>
              <a:ext cx="24990" cy="47038"/>
            </a:xfrm>
            <a:custGeom>
              <a:rect b="b" l="l" r="r" t="t"/>
              <a:pathLst>
                <a:path extrusionOk="0" h="1295" w="688">
                  <a:moveTo>
                    <a:pt x="598" y="81"/>
                  </a:moveTo>
                  <a:lnTo>
                    <a:pt x="598" y="956"/>
                  </a:lnTo>
                  <a:cubicBezTo>
                    <a:pt x="598" y="1098"/>
                    <a:pt x="482" y="1214"/>
                    <a:pt x="340" y="1214"/>
                  </a:cubicBezTo>
                  <a:cubicBezTo>
                    <a:pt x="197" y="1214"/>
                    <a:pt x="81" y="1098"/>
                    <a:pt x="81" y="956"/>
                  </a:cubicBezTo>
                  <a:lnTo>
                    <a:pt x="81" y="81"/>
                  </a:lnTo>
                  <a:close/>
                  <a:moveTo>
                    <a:pt x="1" y="1"/>
                  </a:moveTo>
                  <a:lnTo>
                    <a:pt x="1" y="956"/>
                  </a:lnTo>
                  <a:cubicBezTo>
                    <a:pt x="1" y="1143"/>
                    <a:pt x="152" y="1295"/>
                    <a:pt x="340" y="1295"/>
                  </a:cubicBezTo>
                  <a:cubicBezTo>
                    <a:pt x="527" y="1295"/>
                    <a:pt x="688" y="1143"/>
                    <a:pt x="688" y="956"/>
                  </a:cubicBezTo>
                  <a:lnTo>
                    <a:pt x="68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116"/>
            <p:cNvSpPr/>
            <p:nvPr/>
          </p:nvSpPr>
          <p:spPr>
            <a:xfrm>
              <a:off x="4471383" y="2279937"/>
              <a:ext cx="36" cy="46711"/>
            </a:xfrm>
            <a:custGeom>
              <a:rect b="b" l="l" r="r" t="t"/>
              <a:pathLst>
                <a:path extrusionOk="0" h="1286" w="1">
                  <a:moveTo>
                    <a:pt x="1" y="1"/>
                  </a:moveTo>
                  <a:lnTo>
                    <a:pt x="1" y="1286"/>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116"/>
            <p:cNvSpPr/>
            <p:nvPr/>
          </p:nvSpPr>
          <p:spPr>
            <a:xfrm>
              <a:off x="4470111" y="2279937"/>
              <a:ext cx="2942" cy="46711"/>
            </a:xfrm>
            <a:custGeom>
              <a:rect b="b" l="l" r="r" t="t"/>
              <a:pathLst>
                <a:path extrusionOk="0" h="1286" w="81">
                  <a:moveTo>
                    <a:pt x="0" y="1"/>
                  </a:moveTo>
                  <a:lnTo>
                    <a:pt x="0" y="1286"/>
                  </a:lnTo>
                  <a:lnTo>
                    <a:pt x="80" y="1286"/>
                  </a:lnTo>
                  <a:lnTo>
                    <a:pt x="8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116"/>
            <p:cNvSpPr/>
            <p:nvPr/>
          </p:nvSpPr>
          <p:spPr>
            <a:xfrm>
              <a:off x="4460377" y="2325957"/>
              <a:ext cx="22084" cy="36"/>
            </a:xfrm>
            <a:custGeom>
              <a:rect b="b" l="l" r="r" t="t"/>
              <a:pathLst>
                <a:path extrusionOk="0" h="1" w="608">
                  <a:moveTo>
                    <a:pt x="0" y="1"/>
                  </a:moveTo>
                  <a:lnTo>
                    <a:pt x="607" y="1"/>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116"/>
            <p:cNvSpPr/>
            <p:nvPr/>
          </p:nvSpPr>
          <p:spPr>
            <a:xfrm>
              <a:off x="4460377" y="2324358"/>
              <a:ext cx="22084" cy="2942"/>
            </a:xfrm>
            <a:custGeom>
              <a:rect b="b" l="l" r="r" t="t"/>
              <a:pathLst>
                <a:path extrusionOk="0" h="81" w="608">
                  <a:moveTo>
                    <a:pt x="0" y="0"/>
                  </a:moveTo>
                  <a:lnTo>
                    <a:pt x="0" y="80"/>
                  </a:lnTo>
                  <a:lnTo>
                    <a:pt x="607" y="80"/>
                  </a:lnTo>
                  <a:lnTo>
                    <a:pt x="6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3" name="Google Shape;7513;p116"/>
          <p:cNvGrpSpPr/>
          <p:nvPr/>
        </p:nvGrpSpPr>
        <p:grpSpPr>
          <a:xfrm>
            <a:off x="3720527" y="3355494"/>
            <a:ext cx="1740199" cy="2502755"/>
            <a:chOff x="4025327" y="3355494"/>
            <a:chExt cx="1740199" cy="2502755"/>
          </a:xfrm>
        </p:grpSpPr>
        <p:sp>
          <p:nvSpPr>
            <p:cNvPr id="7514" name="Google Shape;7514;p116"/>
            <p:cNvSpPr/>
            <p:nvPr/>
          </p:nvSpPr>
          <p:spPr>
            <a:xfrm>
              <a:off x="4706126" y="3843812"/>
              <a:ext cx="153439" cy="2008135"/>
            </a:xfrm>
            <a:custGeom>
              <a:rect b="b" l="l" r="r" t="t"/>
              <a:pathLst>
                <a:path extrusionOk="0" h="19735" w="1508">
                  <a:moveTo>
                    <a:pt x="357" y="1"/>
                  </a:moveTo>
                  <a:cubicBezTo>
                    <a:pt x="357" y="1"/>
                    <a:pt x="0" y="982"/>
                    <a:pt x="357" y="3088"/>
                  </a:cubicBezTo>
                  <a:cubicBezTo>
                    <a:pt x="634" y="4720"/>
                    <a:pt x="357" y="19734"/>
                    <a:pt x="357" y="19734"/>
                  </a:cubicBezTo>
                  <a:lnTo>
                    <a:pt x="1151" y="19734"/>
                  </a:lnTo>
                  <a:cubicBezTo>
                    <a:pt x="1151" y="19734"/>
                    <a:pt x="874" y="4720"/>
                    <a:pt x="1151" y="3088"/>
                  </a:cubicBezTo>
                  <a:cubicBezTo>
                    <a:pt x="1508" y="982"/>
                    <a:pt x="1151" y="1"/>
                    <a:pt x="1151"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116"/>
            <p:cNvSpPr/>
            <p:nvPr/>
          </p:nvSpPr>
          <p:spPr>
            <a:xfrm>
              <a:off x="4775111" y="3843812"/>
              <a:ext cx="84453" cy="2008135"/>
            </a:xfrm>
            <a:custGeom>
              <a:rect b="b" l="l" r="r" t="t"/>
              <a:pathLst>
                <a:path extrusionOk="0" h="19735" w="830">
                  <a:moveTo>
                    <a:pt x="277" y="1"/>
                  </a:moveTo>
                  <a:cubicBezTo>
                    <a:pt x="277" y="1"/>
                    <a:pt x="634" y="982"/>
                    <a:pt x="277" y="3088"/>
                  </a:cubicBezTo>
                  <a:cubicBezTo>
                    <a:pt x="0" y="4720"/>
                    <a:pt x="277" y="19734"/>
                    <a:pt x="277" y="19734"/>
                  </a:cubicBezTo>
                  <a:lnTo>
                    <a:pt x="473" y="19734"/>
                  </a:lnTo>
                  <a:cubicBezTo>
                    <a:pt x="473" y="19734"/>
                    <a:pt x="196" y="4720"/>
                    <a:pt x="473" y="3088"/>
                  </a:cubicBezTo>
                  <a:cubicBezTo>
                    <a:pt x="830" y="982"/>
                    <a:pt x="473" y="1"/>
                    <a:pt x="473"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116"/>
            <p:cNvSpPr/>
            <p:nvPr/>
          </p:nvSpPr>
          <p:spPr>
            <a:xfrm>
              <a:off x="4298521" y="3355494"/>
              <a:ext cx="968660" cy="758075"/>
            </a:xfrm>
            <a:custGeom>
              <a:rect b="b" l="l" r="r" t="t"/>
              <a:pathLst>
                <a:path extrusionOk="0" h="7450" w="9520">
                  <a:moveTo>
                    <a:pt x="3712" y="0"/>
                  </a:moveTo>
                  <a:lnTo>
                    <a:pt x="3712" y="0"/>
                  </a:lnTo>
                  <a:cubicBezTo>
                    <a:pt x="3944" y="830"/>
                    <a:pt x="4042" y="1481"/>
                    <a:pt x="4042" y="1481"/>
                  </a:cubicBezTo>
                  <a:cubicBezTo>
                    <a:pt x="3426" y="456"/>
                    <a:pt x="2436" y="125"/>
                    <a:pt x="2436" y="125"/>
                  </a:cubicBezTo>
                  <a:lnTo>
                    <a:pt x="2436" y="125"/>
                  </a:lnTo>
                  <a:cubicBezTo>
                    <a:pt x="3533" y="884"/>
                    <a:pt x="3748" y="1945"/>
                    <a:pt x="3748" y="1945"/>
                  </a:cubicBezTo>
                  <a:cubicBezTo>
                    <a:pt x="2998" y="937"/>
                    <a:pt x="1562" y="919"/>
                    <a:pt x="1562" y="919"/>
                  </a:cubicBezTo>
                  <a:lnTo>
                    <a:pt x="1562" y="919"/>
                  </a:lnTo>
                  <a:cubicBezTo>
                    <a:pt x="2481" y="1214"/>
                    <a:pt x="3087" y="2017"/>
                    <a:pt x="3087" y="2017"/>
                  </a:cubicBezTo>
                  <a:cubicBezTo>
                    <a:pt x="3087" y="2017"/>
                    <a:pt x="2561" y="1597"/>
                    <a:pt x="1758" y="1526"/>
                  </a:cubicBezTo>
                  <a:cubicBezTo>
                    <a:pt x="1614" y="1513"/>
                    <a:pt x="1482" y="1508"/>
                    <a:pt x="1362" y="1508"/>
                  </a:cubicBezTo>
                  <a:cubicBezTo>
                    <a:pt x="826" y="1508"/>
                    <a:pt x="545" y="1615"/>
                    <a:pt x="545" y="1615"/>
                  </a:cubicBezTo>
                  <a:cubicBezTo>
                    <a:pt x="1954" y="1651"/>
                    <a:pt x="2436" y="2302"/>
                    <a:pt x="2436" y="2302"/>
                  </a:cubicBezTo>
                  <a:cubicBezTo>
                    <a:pt x="2107" y="2194"/>
                    <a:pt x="1771" y="2170"/>
                    <a:pt x="1534" y="2170"/>
                  </a:cubicBezTo>
                  <a:cubicBezTo>
                    <a:pt x="1340" y="2170"/>
                    <a:pt x="1214" y="2186"/>
                    <a:pt x="1214" y="2186"/>
                  </a:cubicBezTo>
                  <a:cubicBezTo>
                    <a:pt x="2186" y="2347"/>
                    <a:pt x="2606" y="2837"/>
                    <a:pt x="2606" y="2837"/>
                  </a:cubicBezTo>
                  <a:cubicBezTo>
                    <a:pt x="2606" y="2837"/>
                    <a:pt x="2146" y="2706"/>
                    <a:pt x="1646" y="2706"/>
                  </a:cubicBezTo>
                  <a:cubicBezTo>
                    <a:pt x="1396" y="2706"/>
                    <a:pt x="1137" y="2739"/>
                    <a:pt x="920" y="2837"/>
                  </a:cubicBezTo>
                  <a:cubicBezTo>
                    <a:pt x="259" y="3132"/>
                    <a:pt x="134" y="3720"/>
                    <a:pt x="134" y="3720"/>
                  </a:cubicBezTo>
                  <a:cubicBezTo>
                    <a:pt x="439" y="3339"/>
                    <a:pt x="929" y="3103"/>
                    <a:pt x="1520" y="3103"/>
                  </a:cubicBezTo>
                  <a:cubicBezTo>
                    <a:pt x="1552" y="3103"/>
                    <a:pt x="1583" y="3104"/>
                    <a:pt x="1615" y="3105"/>
                  </a:cubicBezTo>
                  <a:cubicBezTo>
                    <a:pt x="2168" y="3123"/>
                    <a:pt x="2436" y="3364"/>
                    <a:pt x="2436" y="3364"/>
                  </a:cubicBezTo>
                  <a:cubicBezTo>
                    <a:pt x="2436" y="3364"/>
                    <a:pt x="2270" y="3337"/>
                    <a:pt x="2019" y="3337"/>
                  </a:cubicBezTo>
                  <a:cubicBezTo>
                    <a:pt x="1709" y="3337"/>
                    <a:pt x="1271" y="3378"/>
                    <a:pt x="857" y="3560"/>
                  </a:cubicBezTo>
                  <a:cubicBezTo>
                    <a:pt x="108" y="3890"/>
                    <a:pt x="1" y="4488"/>
                    <a:pt x="1" y="4488"/>
                  </a:cubicBezTo>
                  <a:cubicBezTo>
                    <a:pt x="500" y="3935"/>
                    <a:pt x="1383" y="3828"/>
                    <a:pt x="1383" y="3828"/>
                  </a:cubicBezTo>
                  <a:lnTo>
                    <a:pt x="1383" y="3828"/>
                  </a:lnTo>
                  <a:cubicBezTo>
                    <a:pt x="242" y="4390"/>
                    <a:pt x="63" y="5362"/>
                    <a:pt x="63" y="5362"/>
                  </a:cubicBezTo>
                  <a:cubicBezTo>
                    <a:pt x="429" y="4969"/>
                    <a:pt x="1134" y="4755"/>
                    <a:pt x="1134" y="4755"/>
                  </a:cubicBezTo>
                  <a:lnTo>
                    <a:pt x="1134" y="4755"/>
                  </a:lnTo>
                  <a:cubicBezTo>
                    <a:pt x="384" y="5335"/>
                    <a:pt x="152" y="6156"/>
                    <a:pt x="152" y="6156"/>
                  </a:cubicBezTo>
                  <a:cubicBezTo>
                    <a:pt x="652" y="5469"/>
                    <a:pt x="1544" y="5157"/>
                    <a:pt x="1544" y="5157"/>
                  </a:cubicBezTo>
                  <a:lnTo>
                    <a:pt x="1544" y="5157"/>
                  </a:lnTo>
                  <a:cubicBezTo>
                    <a:pt x="1160" y="5630"/>
                    <a:pt x="1044" y="6272"/>
                    <a:pt x="1044" y="6272"/>
                  </a:cubicBezTo>
                  <a:cubicBezTo>
                    <a:pt x="1624" y="4961"/>
                    <a:pt x="2659" y="4755"/>
                    <a:pt x="2659" y="4755"/>
                  </a:cubicBezTo>
                  <a:lnTo>
                    <a:pt x="2659" y="4755"/>
                  </a:lnTo>
                  <a:cubicBezTo>
                    <a:pt x="1642" y="5273"/>
                    <a:pt x="1473" y="6647"/>
                    <a:pt x="1473" y="6647"/>
                  </a:cubicBezTo>
                  <a:cubicBezTo>
                    <a:pt x="1963" y="5362"/>
                    <a:pt x="2891" y="4969"/>
                    <a:pt x="2891" y="4969"/>
                  </a:cubicBezTo>
                  <a:lnTo>
                    <a:pt x="2891" y="4969"/>
                  </a:lnTo>
                  <a:cubicBezTo>
                    <a:pt x="1892" y="6067"/>
                    <a:pt x="2284" y="7316"/>
                    <a:pt x="2284" y="7316"/>
                  </a:cubicBezTo>
                  <a:cubicBezTo>
                    <a:pt x="2284" y="6236"/>
                    <a:pt x="2802" y="5674"/>
                    <a:pt x="2802" y="5674"/>
                  </a:cubicBezTo>
                  <a:lnTo>
                    <a:pt x="2802" y="5674"/>
                  </a:lnTo>
                  <a:cubicBezTo>
                    <a:pt x="2579" y="6272"/>
                    <a:pt x="2686" y="6780"/>
                    <a:pt x="2686" y="6780"/>
                  </a:cubicBezTo>
                  <a:cubicBezTo>
                    <a:pt x="2900" y="5630"/>
                    <a:pt x="3533" y="5166"/>
                    <a:pt x="3533" y="5166"/>
                  </a:cubicBezTo>
                  <a:lnTo>
                    <a:pt x="3533" y="5166"/>
                  </a:lnTo>
                  <a:cubicBezTo>
                    <a:pt x="3150" y="5853"/>
                    <a:pt x="3221" y="6896"/>
                    <a:pt x="3221" y="6896"/>
                  </a:cubicBezTo>
                  <a:cubicBezTo>
                    <a:pt x="3408" y="5701"/>
                    <a:pt x="4015" y="5023"/>
                    <a:pt x="4015" y="5023"/>
                  </a:cubicBezTo>
                  <a:lnTo>
                    <a:pt x="4015" y="5023"/>
                  </a:lnTo>
                  <a:cubicBezTo>
                    <a:pt x="3542" y="6192"/>
                    <a:pt x="4033" y="7449"/>
                    <a:pt x="4033" y="7449"/>
                  </a:cubicBezTo>
                  <a:cubicBezTo>
                    <a:pt x="3872" y="5415"/>
                    <a:pt x="4756" y="4800"/>
                    <a:pt x="4756" y="4800"/>
                  </a:cubicBezTo>
                  <a:cubicBezTo>
                    <a:pt x="4756" y="4800"/>
                    <a:pt x="5639" y="5415"/>
                    <a:pt x="5487" y="7449"/>
                  </a:cubicBezTo>
                  <a:cubicBezTo>
                    <a:pt x="5487" y="7449"/>
                    <a:pt x="5978" y="6192"/>
                    <a:pt x="5505" y="5023"/>
                  </a:cubicBezTo>
                  <a:lnTo>
                    <a:pt x="5505" y="5023"/>
                  </a:lnTo>
                  <a:cubicBezTo>
                    <a:pt x="5505" y="5023"/>
                    <a:pt x="6103" y="5701"/>
                    <a:pt x="6299" y="6896"/>
                  </a:cubicBezTo>
                  <a:cubicBezTo>
                    <a:pt x="6299" y="6896"/>
                    <a:pt x="6361" y="5853"/>
                    <a:pt x="5987" y="5166"/>
                  </a:cubicBezTo>
                  <a:lnTo>
                    <a:pt x="5987" y="5166"/>
                  </a:lnTo>
                  <a:cubicBezTo>
                    <a:pt x="5987" y="5166"/>
                    <a:pt x="6620" y="5630"/>
                    <a:pt x="6834" y="6780"/>
                  </a:cubicBezTo>
                  <a:cubicBezTo>
                    <a:pt x="6834" y="6780"/>
                    <a:pt x="6941" y="6272"/>
                    <a:pt x="6718" y="5674"/>
                  </a:cubicBezTo>
                  <a:lnTo>
                    <a:pt x="6718" y="5674"/>
                  </a:lnTo>
                  <a:cubicBezTo>
                    <a:pt x="6718" y="5674"/>
                    <a:pt x="7236" y="6236"/>
                    <a:pt x="7236" y="7316"/>
                  </a:cubicBezTo>
                  <a:cubicBezTo>
                    <a:pt x="7236" y="7316"/>
                    <a:pt x="7628" y="6067"/>
                    <a:pt x="6629" y="4969"/>
                  </a:cubicBezTo>
                  <a:lnTo>
                    <a:pt x="6629" y="4969"/>
                  </a:lnTo>
                  <a:cubicBezTo>
                    <a:pt x="6629" y="4969"/>
                    <a:pt x="7557" y="5362"/>
                    <a:pt x="8047" y="6647"/>
                  </a:cubicBezTo>
                  <a:cubicBezTo>
                    <a:pt x="8047" y="6647"/>
                    <a:pt x="7878" y="5273"/>
                    <a:pt x="6861" y="4755"/>
                  </a:cubicBezTo>
                  <a:lnTo>
                    <a:pt x="6861" y="4755"/>
                  </a:lnTo>
                  <a:cubicBezTo>
                    <a:pt x="6861" y="4755"/>
                    <a:pt x="7896" y="4961"/>
                    <a:pt x="8467" y="6272"/>
                  </a:cubicBezTo>
                  <a:cubicBezTo>
                    <a:pt x="8467" y="6272"/>
                    <a:pt x="8351" y="5630"/>
                    <a:pt x="7976" y="5157"/>
                  </a:cubicBezTo>
                  <a:lnTo>
                    <a:pt x="7976" y="5157"/>
                  </a:lnTo>
                  <a:cubicBezTo>
                    <a:pt x="7976" y="5157"/>
                    <a:pt x="8868" y="5469"/>
                    <a:pt x="9368" y="6156"/>
                  </a:cubicBezTo>
                  <a:cubicBezTo>
                    <a:pt x="9368" y="6156"/>
                    <a:pt x="9136" y="5335"/>
                    <a:pt x="8386" y="4755"/>
                  </a:cubicBezTo>
                  <a:lnTo>
                    <a:pt x="8386" y="4755"/>
                  </a:lnTo>
                  <a:cubicBezTo>
                    <a:pt x="8387" y="4755"/>
                    <a:pt x="9091" y="4969"/>
                    <a:pt x="9457" y="5362"/>
                  </a:cubicBezTo>
                  <a:cubicBezTo>
                    <a:pt x="9457" y="5362"/>
                    <a:pt x="9270" y="4390"/>
                    <a:pt x="8128" y="3828"/>
                  </a:cubicBezTo>
                  <a:lnTo>
                    <a:pt x="8128" y="3828"/>
                  </a:lnTo>
                  <a:cubicBezTo>
                    <a:pt x="8128" y="3828"/>
                    <a:pt x="9020" y="3935"/>
                    <a:pt x="9519" y="4488"/>
                  </a:cubicBezTo>
                  <a:cubicBezTo>
                    <a:pt x="9519" y="4488"/>
                    <a:pt x="9412" y="3890"/>
                    <a:pt x="8663" y="3560"/>
                  </a:cubicBezTo>
                  <a:cubicBezTo>
                    <a:pt x="8249" y="3378"/>
                    <a:pt x="7811" y="3337"/>
                    <a:pt x="7501" y="3337"/>
                  </a:cubicBezTo>
                  <a:cubicBezTo>
                    <a:pt x="7250" y="3337"/>
                    <a:pt x="7084" y="3364"/>
                    <a:pt x="7084" y="3364"/>
                  </a:cubicBezTo>
                  <a:cubicBezTo>
                    <a:pt x="7084" y="3364"/>
                    <a:pt x="7352" y="3123"/>
                    <a:pt x="7905" y="3105"/>
                  </a:cubicBezTo>
                  <a:cubicBezTo>
                    <a:pt x="7937" y="3104"/>
                    <a:pt x="7968" y="3103"/>
                    <a:pt x="8000" y="3103"/>
                  </a:cubicBezTo>
                  <a:cubicBezTo>
                    <a:pt x="8590" y="3103"/>
                    <a:pt x="9072" y="3339"/>
                    <a:pt x="9386" y="3720"/>
                  </a:cubicBezTo>
                  <a:cubicBezTo>
                    <a:pt x="9386" y="3720"/>
                    <a:pt x="9261" y="3132"/>
                    <a:pt x="8601" y="2837"/>
                  </a:cubicBezTo>
                  <a:cubicBezTo>
                    <a:pt x="8383" y="2739"/>
                    <a:pt x="8123" y="2706"/>
                    <a:pt x="7872" y="2706"/>
                  </a:cubicBezTo>
                  <a:cubicBezTo>
                    <a:pt x="7369" y="2706"/>
                    <a:pt x="6906" y="2837"/>
                    <a:pt x="6906" y="2837"/>
                  </a:cubicBezTo>
                  <a:cubicBezTo>
                    <a:pt x="6906" y="2837"/>
                    <a:pt x="7334" y="2347"/>
                    <a:pt x="8306" y="2186"/>
                  </a:cubicBezTo>
                  <a:cubicBezTo>
                    <a:pt x="8306" y="2186"/>
                    <a:pt x="8180" y="2170"/>
                    <a:pt x="7985" y="2170"/>
                  </a:cubicBezTo>
                  <a:cubicBezTo>
                    <a:pt x="7748" y="2170"/>
                    <a:pt x="7409" y="2194"/>
                    <a:pt x="7075" y="2302"/>
                  </a:cubicBezTo>
                  <a:cubicBezTo>
                    <a:pt x="7075" y="2302"/>
                    <a:pt x="7566" y="1651"/>
                    <a:pt x="8975" y="1615"/>
                  </a:cubicBezTo>
                  <a:cubicBezTo>
                    <a:pt x="8975" y="1615"/>
                    <a:pt x="8689" y="1508"/>
                    <a:pt x="8149" y="1508"/>
                  </a:cubicBezTo>
                  <a:cubicBezTo>
                    <a:pt x="8030" y="1508"/>
                    <a:pt x="7897" y="1513"/>
                    <a:pt x="7753" y="1526"/>
                  </a:cubicBezTo>
                  <a:cubicBezTo>
                    <a:pt x="6959" y="1597"/>
                    <a:pt x="6433" y="2017"/>
                    <a:pt x="6433" y="2017"/>
                  </a:cubicBezTo>
                  <a:cubicBezTo>
                    <a:pt x="6433" y="2017"/>
                    <a:pt x="7030" y="1214"/>
                    <a:pt x="7958" y="919"/>
                  </a:cubicBezTo>
                  <a:lnTo>
                    <a:pt x="7958" y="919"/>
                  </a:lnTo>
                  <a:cubicBezTo>
                    <a:pt x="7958" y="919"/>
                    <a:pt x="6522" y="937"/>
                    <a:pt x="5773" y="1945"/>
                  </a:cubicBezTo>
                  <a:cubicBezTo>
                    <a:pt x="5773" y="1945"/>
                    <a:pt x="5978" y="884"/>
                    <a:pt x="7084" y="125"/>
                  </a:cubicBezTo>
                  <a:lnTo>
                    <a:pt x="7084" y="125"/>
                  </a:lnTo>
                  <a:cubicBezTo>
                    <a:pt x="7084" y="125"/>
                    <a:pt x="6094" y="456"/>
                    <a:pt x="5469" y="1481"/>
                  </a:cubicBezTo>
                  <a:cubicBezTo>
                    <a:pt x="5469" y="1481"/>
                    <a:pt x="5576" y="830"/>
                    <a:pt x="5808" y="0"/>
                  </a:cubicBezTo>
                  <a:lnTo>
                    <a:pt x="5808" y="0"/>
                  </a:lnTo>
                  <a:cubicBezTo>
                    <a:pt x="5808" y="1"/>
                    <a:pt x="5014" y="518"/>
                    <a:pt x="4756" y="1633"/>
                  </a:cubicBezTo>
                  <a:cubicBezTo>
                    <a:pt x="4506" y="518"/>
                    <a:pt x="3712" y="1"/>
                    <a:pt x="37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116"/>
            <p:cNvSpPr/>
            <p:nvPr/>
          </p:nvSpPr>
          <p:spPr>
            <a:xfrm>
              <a:off x="4493675" y="3534276"/>
              <a:ext cx="578347" cy="452199"/>
            </a:xfrm>
            <a:custGeom>
              <a:rect b="b" l="l" r="r" t="t"/>
              <a:pathLst>
                <a:path extrusionOk="0" h="4444" w="5684">
                  <a:moveTo>
                    <a:pt x="2213" y="1"/>
                  </a:moveTo>
                  <a:lnTo>
                    <a:pt x="2213" y="1"/>
                  </a:lnTo>
                  <a:cubicBezTo>
                    <a:pt x="2356" y="492"/>
                    <a:pt x="2418" y="884"/>
                    <a:pt x="2418" y="884"/>
                  </a:cubicBezTo>
                  <a:cubicBezTo>
                    <a:pt x="2044" y="269"/>
                    <a:pt x="1455" y="72"/>
                    <a:pt x="1455" y="72"/>
                  </a:cubicBezTo>
                  <a:lnTo>
                    <a:pt x="1455" y="72"/>
                  </a:lnTo>
                  <a:cubicBezTo>
                    <a:pt x="2115" y="527"/>
                    <a:pt x="2231" y="1161"/>
                    <a:pt x="2231" y="1161"/>
                  </a:cubicBezTo>
                  <a:cubicBezTo>
                    <a:pt x="1794" y="554"/>
                    <a:pt x="938" y="545"/>
                    <a:pt x="937" y="545"/>
                  </a:cubicBezTo>
                  <a:lnTo>
                    <a:pt x="937" y="545"/>
                  </a:lnTo>
                  <a:cubicBezTo>
                    <a:pt x="1482" y="715"/>
                    <a:pt x="1847" y="1205"/>
                    <a:pt x="1847" y="1205"/>
                  </a:cubicBezTo>
                  <a:cubicBezTo>
                    <a:pt x="1847" y="1205"/>
                    <a:pt x="1526" y="955"/>
                    <a:pt x="1053" y="911"/>
                  </a:cubicBezTo>
                  <a:cubicBezTo>
                    <a:pt x="966" y="903"/>
                    <a:pt x="886" y="899"/>
                    <a:pt x="814" y="899"/>
                  </a:cubicBezTo>
                  <a:cubicBezTo>
                    <a:pt x="497" y="899"/>
                    <a:pt x="331" y="964"/>
                    <a:pt x="331" y="964"/>
                  </a:cubicBezTo>
                  <a:cubicBezTo>
                    <a:pt x="1169" y="982"/>
                    <a:pt x="1455" y="1366"/>
                    <a:pt x="1455" y="1366"/>
                  </a:cubicBezTo>
                  <a:cubicBezTo>
                    <a:pt x="1241" y="1302"/>
                    <a:pt x="1020" y="1289"/>
                    <a:pt x="878" y="1289"/>
                  </a:cubicBezTo>
                  <a:cubicBezTo>
                    <a:pt x="783" y="1289"/>
                    <a:pt x="723" y="1294"/>
                    <a:pt x="723" y="1294"/>
                  </a:cubicBezTo>
                  <a:cubicBezTo>
                    <a:pt x="1303" y="1393"/>
                    <a:pt x="1562" y="1687"/>
                    <a:pt x="1562" y="1687"/>
                  </a:cubicBezTo>
                  <a:cubicBezTo>
                    <a:pt x="1562" y="1687"/>
                    <a:pt x="1284" y="1612"/>
                    <a:pt x="983" y="1612"/>
                  </a:cubicBezTo>
                  <a:cubicBezTo>
                    <a:pt x="832" y="1612"/>
                    <a:pt x="676" y="1630"/>
                    <a:pt x="545" y="1687"/>
                  </a:cubicBezTo>
                  <a:cubicBezTo>
                    <a:pt x="161" y="1865"/>
                    <a:pt x="81" y="2213"/>
                    <a:pt x="81" y="2213"/>
                  </a:cubicBezTo>
                  <a:cubicBezTo>
                    <a:pt x="267" y="1994"/>
                    <a:pt x="556" y="1846"/>
                    <a:pt x="905" y="1846"/>
                  </a:cubicBezTo>
                  <a:cubicBezTo>
                    <a:pt x="924" y="1846"/>
                    <a:pt x="944" y="1847"/>
                    <a:pt x="964" y="1848"/>
                  </a:cubicBezTo>
                  <a:cubicBezTo>
                    <a:pt x="1294" y="1856"/>
                    <a:pt x="1455" y="2008"/>
                    <a:pt x="1455" y="2008"/>
                  </a:cubicBezTo>
                  <a:cubicBezTo>
                    <a:pt x="1455" y="2008"/>
                    <a:pt x="1349" y="1989"/>
                    <a:pt x="1189" y="1989"/>
                  </a:cubicBezTo>
                  <a:cubicBezTo>
                    <a:pt x="1006" y="1989"/>
                    <a:pt x="753" y="2014"/>
                    <a:pt x="509" y="2124"/>
                  </a:cubicBezTo>
                  <a:cubicBezTo>
                    <a:pt x="63" y="2320"/>
                    <a:pt x="1" y="2677"/>
                    <a:pt x="1" y="2677"/>
                  </a:cubicBezTo>
                  <a:cubicBezTo>
                    <a:pt x="295" y="2347"/>
                    <a:pt x="830" y="2276"/>
                    <a:pt x="830" y="2276"/>
                  </a:cubicBezTo>
                  <a:lnTo>
                    <a:pt x="830" y="2276"/>
                  </a:lnTo>
                  <a:cubicBezTo>
                    <a:pt x="152" y="2615"/>
                    <a:pt x="36" y="3195"/>
                    <a:pt x="36" y="3195"/>
                  </a:cubicBezTo>
                  <a:cubicBezTo>
                    <a:pt x="259" y="2963"/>
                    <a:pt x="679" y="2829"/>
                    <a:pt x="679" y="2829"/>
                  </a:cubicBezTo>
                  <a:lnTo>
                    <a:pt x="679" y="2829"/>
                  </a:lnTo>
                  <a:cubicBezTo>
                    <a:pt x="233" y="3177"/>
                    <a:pt x="90" y="3667"/>
                    <a:pt x="90" y="3667"/>
                  </a:cubicBezTo>
                  <a:cubicBezTo>
                    <a:pt x="393" y="3266"/>
                    <a:pt x="919" y="3079"/>
                    <a:pt x="920" y="3079"/>
                  </a:cubicBezTo>
                  <a:lnTo>
                    <a:pt x="920" y="3079"/>
                  </a:lnTo>
                  <a:cubicBezTo>
                    <a:pt x="697" y="3355"/>
                    <a:pt x="625" y="3739"/>
                    <a:pt x="625" y="3739"/>
                  </a:cubicBezTo>
                  <a:cubicBezTo>
                    <a:pt x="973" y="2954"/>
                    <a:pt x="1589" y="2829"/>
                    <a:pt x="1589" y="2829"/>
                  </a:cubicBezTo>
                  <a:lnTo>
                    <a:pt x="1589" y="2829"/>
                  </a:lnTo>
                  <a:cubicBezTo>
                    <a:pt x="982" y="3141"/>
                    <a:pt x="884" y="3962"/>
                    <a:pt x="884" y="3962"/>
                  </a:cubicBezTo>
                  <a:cubicBezTo>
                    <a:pt x="1169" y="3195"/>
                    <a:pt x="1722" y="2963"/>
                    <a:pt x="1722" y="2963"/>
                  </a:cubicBezTo>
                  <a:lnTo>
                    <a:pt x="1722" y="2963"/>
                  </a:lnTo>
                  <a:cubicBezTo>
                    <a:pt x="1125" y="3614"/>
                    <a:pt x="1366" y="4363"/>
                    <a:pt x="1366" y="4363"/>
                  </a:cubicBezTo>
                  <a:cubicBezTo>
                    <a:pt x="1366" y="3712"/>
                    <a:pt x="1669" y="3382"/>
                    <a:pt x="1669" y="3382"/>
                  </a:cubicBezTo>
                  <a:lnTo>
                    <a:pt x="1669" y="3382"/>
                  </a:lnTo>
                  <a:cubicBezTo>
                    <a:pt x="1544" y="3739"/>
                    <a:pt x="1606" y="4042"/>
                    <a:pt x="1606" y="4042"/>
                  </a:cubicBezTo>
                  <a:cubicBezTo>
                    <a:pt x="1731" y="3355"/>
                    <a:pt x="2106" y="3079"/>
                    <a:pt x="2106" y="3079"/>
                  </a:cubicBezTo>
                  <a:lnTo>
                    <a:pt x="2106" y="3079"/>
                  </a:lnTo>
                  <a:cubicBezTo>
                    <a:pt x="1883" y="3489"/>
                    <a:pt x="1919" y="4113"/>
                    <a:pt x="1919" y="4113"/>
                  </a:cubicBezTo>
                  <a:cubicBezTo>
                    <a:pt x="2035" y="3400"/>
                    <a:pt x="2391" y="2990"/>
                    <a:pt x="2392" y="2989"/>
                  </a:cubicBezTo>
                  <a:lnTo>
                    <a:pt x="2392" y="2989"/>
                  </a:lnTo>
                  <a:cubicBezTo>
                    <a:pt x="2115" y="3694"/>
                    <a:pt x="2409" y="4444"/>
                    <a:pt x="2409" y="4444"/>
                  </a:cubicBezTo>
                  <a:cubicBezTo>
                    <a:pt x="2311" y="3230"/>
                    <a:pt x="2838" y="2856"/>
                    <a:pt x="2838" y="2856"/>
                  </a:cubicBezTo>
                  <a:cubicBezTo>
                    <a:pt x="2838" y="2856"/>
                    <a:pt x="3364" y="3230"/>
                    <a:pt x="3275" y="4444"/>
                  </a:cubicBezTo>
                  <a:cubicBezTo>
                    <a:pt x="3275" y="4444"/>
                    <a:pt x="3569" y="3694"/>
                    <a:pt x="3284" y="2989"/>
                  </a:cubicBezTo>
                  <a:lnTo>
                    <a:pt x="3284" y="2989"/>
                  </a:lnTo>
                  <a:cubicBezTo>
                    <a:pt x="3284" y="2990"/>
                    <a:pt x="3649" y="3400"/>
                    <a:pt x="3756" y="4113"/>
                  </a:cubicBezTo>
                  <a:cubicBezTo>
                    <a:pt x="3756" y="4113"/>
                    <a:pt x="3801" y="3489"/>
                    <a:pt x="3578" y="3079"/>
                  </a:cubicBezTo>
                  <a:lnTo>
                    <a:pt x="3578" y="3079"/>
                  </a:lnTo>
                  <a:cubicBezTo>
                    <a:pt x="3578" y="3079"/>
                    <a:pt x="3953" y="3355"/>
                    <a:pt x="4078" y="4042"/>
                  </a:cubicBezTo>
                  <a:cubicBezTo>
                    <a:pt x="4078" y="4042"/>
                    <a:pt x="4140" y="3739"/>
                    <a:pt x="4006" y="3382"/>
                  </a:cubicBezTo>
                  <a:lnTo>
                    <a:pt x="4006" y="3382"/>
                  </a:lnTo>
                  <a:cubicBezTo>
                    <a:pt x="4006" y="3382"/>
                    <a:pt x="4318" y="3712"/>
                    <a:pt x="4318" y="4363"/>
                  </a:cubicBezTo>
                  <a:cubicBezTo>
                    <a:pt x="4318" y="4363"/>
                    <a:pt x="4550" y="3614"/>
                    <a:pt x="3953" y="2963"/>
                  </a:cubicBezTo>
                  <a:lnTo>
                    <a:pt x="3953" y="2963"/>
                  </a:lnTo>
                  <a:cubicBezTo>
                    <a:pt x="3953" y="2963"/>
                    <a:pt x="4515" y="3195"/>
                    <a:pt x="4800" y="3962"/>
                  </a:cubicBezTo>
                  <a:cubicBezTo>
                    <a:pt x="4800" y="3962"/>
                    <a:pt x="4702" y="3141"/>
                    <a:pt x="4095" y="2829"/>
                  </a:cubicBezTo>
                  <a:lnTo>
                    <a:pt x="4095" y="2829"/>
                  </a:lnTo>
                  <a:cubicBezTo>
                    <a:pt x="4096" y="2829"/>
                    <a:pt x="4711" y="2954"/>
                    <a:pt x="5059" y="3739"/>
                  </a:cubicBezTo>
                  <a:cubicBezTo>
                    <a:pt x="5059" y="3739"/>
                    <a:pt x="4988" y="3355"/>
                    <a:pt x="4765" y="3079"/>
                  </a:cubicBezTo>
                  <a:lnTo>
                    <a:pt x="4765" y="3079"/>
                  </a:lnTo>
                  <a:cubicBezTo>
                    <a:pt x="4765" y="3079"/>
                    <a:pt x="5291" y="3266"/>
                    <a:pt x="5585" y="3667"/>
                  </a:cubicBezTo>
                  <a:cubicBezTo>
                    <a:pt x="5585" y="3667"/>
                    <a:pt x="5451" y="3177"/>
                    <a:pt x="5005" y="2829"/>
                  </a:cubicBezTo>
                  <a:lnTo>
                    <a:pt x="5005" y="2829"/>
                  </a:lnTo>
                  <a:cubicBezTo>
                    <a:pt x="5006" y="2829"/>
                    <a:pt x="5425" y="2963"/>
                    <a:pt x="5648" y="3195"/>
                  </a:cubicBezTo>
                  <a:cubicBezTo>
                    <a:pt x="5648" y="3195"/>
                    <a:pt x="5532" y="2615"/>
                    <a:pt x="4854" y="2276"/>
                  </a:cubicBezTo>
                  <a:lnTo>
                    <a:pt x="4854" y="2276"/>
                  </a:lnTo>
                  <a:cubicBezTo>
                    <a:pt x="4854" y="2276"/>
                    <a:pt x="5389" y="2347"/>
                    <a:pt x="5683" y="2677"/>
                  </a:cubicBezTo>
                  <a:cubicBezTo>
                    <a:pt x="5683" y="2677"/>
                    <a:pt x="5621" y="2320"/>
                    <a:pt x="5166" y="2124"/>
                  </a:cubicBezTo>
                  <a:cubicBezTo>
                    <a:pt x="4927" y="2014"/>
                    <a:pt x="4676" y="1989"/>
                    <a:pt x="4494" y="1989"/>
                  </a:cubicBezTo>
                  <a:cubicBezTo>
                    <a:pt x="4335" y="1989"/>
                    <a:pt x="4229" y="2008"/>
                    <a:pt x="4229" y="2008"/>
                  </a:cubicBezTo>
                  <a:cubicBezTo>
                    <a:pt x="4229" y="2008"/>
                    <a:pt x="4390" y="1856"/>
                    <a:pt x="4720" y="1848"/>
                  </a:cubicBezTo>
                  <a:cubicBezTo>
                    <a:pt x="4740" y="1847"/>
                    <a:pt x="4760" y="1846"/>
                    <a:pt x="4779" y="1846"/>
                  </a:cubicBezTo>
                  <a:cubicBezTo>
                    <a:pt x="5128" y="1846"/>
                    <a:pt x="5417" y="1994"/>
                    <a:pt x="5603" y="2213"/>
                  </a:cubicBezTo>
                  <a:cubicBezTo>
                    <a:pt x="5603" y="2213"/>
                    <a:pt x="5523" y="1865"/>
                    <a:pt x="5130" y="1687"/>
                  </a:cubicBezTo>
                  <a:cubicBezTo>
                    <a:pt x="5002" y="1630"/>
                    <a:pt x="4848" y="1612"/>
                    <a:pt x="4698" y="1612"/>
                  </a:cubicBezTo>
                  <a:cubicBezTo>
                    <a:pt x="4400" y="1612"/>
                    <a:pt x="4122" y="1687"/>
                    <a:pt x="4122" y="1687"/>
                  </a:cubicBezTo>
                  <a:cubicBezTo>
                    <a:pt x="4122" y="1687"/>
                    <a:pt x="4381" y="1393"/>
                    <a:pt x="4961" y="1294"/>
                  </a:cubicBezTo>
                  <a:cubicBezTo>
                    <a:pt x="4961" y="1294"/>
                    <a:pt x="4901" y="1289"/>
                    <a:pt x="4806" y="1289"/>
                  </a:cubicBezTo>
                  <a:cubicBezTo>
                    <a:pt x="4664" y="1289"/>
                    <a:pt x="4443" y="1302"/>
                    <a:pt x="4229" y="1366"/>
                  </a:cubicBezTo>
                  <a:cubicBezTo>
                    <a:pt x="4229" y="1366"/>
                    <a:pt x="4515" y="982"/>
                    <a:pt x="5353" y="964"/>
                  </a:cubicBezTo>
                  <a:cubicBezTo>
                    <a:pt x="5353" y="964"/>
                    <a:pt x="5187" y="899"/>
                    <a:pt x="4870" y="899"/>
                  </a:cubicBezTo>
                  <a:cubicBezTo>
                    <a:pt x="4798" y="899"/>
                    <a:pt x="4718" y="903"/>
                    <a:pt x="4631" y="911"/>
                  </a:cubicBezTo>
                  <a:cubicBezTo>
                    <a:pt x="4158" y="955"/>
                    <a:pt x="3837" y="1205"/>
                    <a:pt x="3837" y="1205"/>
                  </a:cubicBezTo>
                  <a:cubicBezTo>
                    <a:pt x="3837" y="1205"/>
                    <a:pt x="4203" y="715"/>
                    <a:pt x="4747" y="545"/>
                  </a:cubicBezTo>
                  <a:lnTo>
                    <a:pt x="4747" y="545"/>
                  </a:lnTo>
                  <a:cubicBezTo>
                    <a:pt x="4747" y="545"/>
                    <a:pt x="3890" y="554"/>
                    <a:pt x="3444" y="1161"/>
                  </a:cubicBezTo>
                  <a:cubicBezTo>
                    <a:pt x="3444" y="1161"/>
                    <a:pt x="3569" y="527"/>
                    <a:pt x="4229" y="72"/>
                  </a:cubicBezTo>
                  <a:lnTo>
                    <a:pt x="4229" y="72"/>
                  </a:lnTo>
                  <a:cubicBezTo>
                    <a:pt x="4229" y="72"/>
                    <a:pt x="3640" y="269"/>
                    <a:pt x="3266" y="884"/>
                  </a:cubicBezTo>
                  <a:cubicBezTo>
                    <a:pt x="3266" y="884"/>
                    <a:pt x="3328" y="492"/>
                    <a:pt x="3462" y="1"/>
                  </a:cubicBezTo>
                  <a:lnTo>
                    <a:pt x="3462" y="1"/>
                  </a:lnTo>
                  <a:cubicBezTo>
                    <a:pt x="3462" y="1"/>
                    <a:pt x="2989" y="304"/>
                    <a:pt x="2838" y="973"/>
                  </a:cubicBezTo>
                  <a:cubicBezTo>
                    <a:pt x="2686" y="304"/>
                    <a:pt x="2213" y="1"/>
                    <a:pt x="2213"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18" name="Google Shape;7518;p116"/>
            <p:cNvGrpSpPr/>
            <p:nvPr/>
          </p:nvGrpSpPr>
          <p:grpSpPr>
            <a:xfrm>
              <a:off x="4025327" y="4080797"/>
              <a:ext cx="659136" cy="1697576"/>
              <a:chOff x="4025327" y="4080797"/>
              <a:chExt cx="659136" cy="1697576"/>
            </a:xfrm>
          </p:grpSpPr>
          <p:sp>
            <p:nvSpPr>
              <p:cNvPr id="7519" name="Google Shape;7519;p116"/>
              <p:cNvSpPr/>
              <p:nvPr/>
            </p:nvSpPr>
            <p:spPr>
              <a:xfrm>
                <a:off x="4302184" y="4412109"/>
                <a:ext cx="105413" cy="1366264"/>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116"/>
              <p:cNvSpPr/>
              <p:nvPr/>
            </p:nvSpPr>
            <p:spPr>
              <a:xfrm>
                <a:off x="4346648" y="4412109"/>
                <a:ext cx="60948" cy="1366264"/>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116"/>
              <p:cNvSpPr/>
              <p:nvPr/>
            </p:nvSpPr>
            <p:spPr>
              <a:xfrm>
                <a:off x="4025327" y="4080797"/>
                <a:ext cx="659136" cy="514779"/>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116"/>
              <p:cNvSpPr/>
              <p:nvPr/>
            </p:nvSpPr>
            <p:spPr>
              <a:xfrm>
                <a:off x="4158719" y="4201478"/>
                <a:ext cx="392246" cy="307911"/>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23" name="Google Shape;7523;p116"/>
            <p:cNvSpPr/>
            <p:nvPr/>
          </p:nvSpPr>
          <p:spPr>
            <a:xfrm>
              <a:off x="5106404" y="4721645"/>
              <a:ext cx="87200" cy="1136603"/>
            </a:xfrm>
            <a:custGeom>
              <a:rect b="b" l="l" r="r" t="t"/>
              <a:pathLst>
                <a:path extrusionOk="0" h="11170" w="857">
                  <a:moveTo>
                    <a:pt x="206" y="1"/>
                  </a:moveTo>
                  <a:cubicBezTo>
                    <a:pt x="206" y="1"/>
                    <a:pt x="0" y="563"/>
                    <a:pt x="206" y="1749"/>
                  </a:cubicBezTo>
                  <a:cubicBezTo>
                    <a:pt x="357" y="2677"/>
                    <a:pt x="206" y="11170"/>
                    <a:pt x="206" y="11170"/>
                  </a:cubicBezTo>
                  <a:lnTo>
                    <a:pt x="652" y="11170"/>
                  </a:lnTo>
                  <a:cubicBezTo>
                    <a:pt x="652" y="11170"/>
                    <a:pt x="500" y="2677"/>
                    <a:pt x="652" y="1749"/>
                  </a:cubicBezTo>
                  <a:cubicBezTo>
                    <a:pt x="857" y="563"/>
                    <a:pt x="652" y="1"/>
                    <a:pt x="652"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116"/>
            <p:cNvSpPr/>
            <p:nvPr/>
          </p:nvSpPr>
          <p:spPr>
            <a:xfrm>
              <a:off x="5143644" y="4721645"/>
              <a:ext cx="49959" cy="1136603"/>
            </a:xfrm>
            <a:custGeom>
              <a:rect b="b" l="l" r="r" t="t"/>
              <a:pathLst>
                <a:path extrusionOk="0" h="11170" w="491">
                  <a:moveTo>
                    <a:pt x="161" y="1"/>
                  </a:moveTo>
                  <a:cubicBezTo>
                    <a:pt x="161" y="1"/>
                    <a:pt x="357" y="563"/>
                    <a:pt x="161" y="1749"/>
                  </a:cubicBezTo>
                  <a:cubicBezTo>
                    <a:pt x="0" y="2677"/>
                    <a:pt x="161" y="11170"/>
                    <a:pt x="161" y="11170"/>
                  </a:cubicBezTo>
                  <a:lnTo>
                    <a:pt x="286" y="11170"/>
                  </a:lnTo>
                  <a:cubicBezTo>
                    <a:pt x="286" y="11170"/>
                    <a:pt x="134" y="2677"/>
                    <a:pt x="286" y="1749"/>
                  </a:cubicBezTo>
                  <a:cubicBezTo>
                    <a:pt x="491" y="563"/>
                    <a:pt x="286" y="1"/>
                    <a:pt x="286"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116"/>
            <p:cNvSpPr/>
            <p:nvPr/>
          </p:nvSpPr>
          <p:spPr>
            <a:xfrm>
              <a:off x="4875842" y="4445688"/>
              <a:ext cx="547415" cy="428592"/>
            </a:xfrm>
            <a:custGeom>
              <a:rect b="b" l="l" r="r" t="t"/>
              <a:pathLst>
                <a:path extrusionOk="0" h="4212" w="5380">
                  <a:moveTo>
                    <a:pt x="2106" y="1"/>
                  </a:moveTo>
                  <a:cubicBezTo>
                    <a:pt x="2231" y="473"/>
                    <a:pt x="2293" y="839"/>
                    <a:pt x="2293" y="839"/>
                  </a:cubicBezTo>
                  <a:cubicBezTo>
                    <a:pt x="1936" y="259"/>
                    <a:pt x="1374" y="72"/>
                    <a:pt x="1374" y="72"/>
                  </a:cubicBezTo>
                  <a:lnTo>
                    <a:pt x="1374" y="72"/>
                  </a:lnTo>
                  <a:cubicBezTo>
                    <a:pt x="1999" y="500"/>
                    <a:pt x="2115" y="1098"/>
                    <a:pt x="2115" y="1098"/>
                  </a:cubicBezTo>
                  <a:cubicBezTo>
                    <a:pt x="1695" y="527"/>
                    <a:pt x="884" y="527"/>
                    <a:pt x="884" y="527"/>
                  </a:cubicBezTo>
                  <a:lnTo>
                    <a:pt x="884" y="527"/>
                  </a:lnTo>
                  <a:cubicBezTo>
                    <a:pt x="1410" y="687"/>
                    <a:pt x="1749" y="1142"/>
                    <a:pt x="1749" y="1142"/>
                  </a:cubicBezTo>
                  <a:cubicBezTo>
                    <a:pt x="1749" y="1142"/>
                    <a:pt x="1446" y="902"/>
                    <a:pt x="1000" y="866"/>
                  </a:cubicBezTo>
                  <a:cubicBezTo>
                    <a:pt x="909" y="857"/>
                    <a:pt x="827" y="853"/>
                    <a:pt x="753" y="853"/>
                  </a:cubicBezTo>
                  <a:cubicBezTo>
                    <a:pt x="461" y="853"/>
                    <a:pt x="313" y="910"/>
                    <a:pt x="313" y="910"/>
                  </a:cubicBezTo>
                  <a:cubicBezTo>
                    <a:pt x="1107" y="937"/>
                    <a:pt x="1383" y="1303"/>
                    <a:pt x="1383" y="1303"/>
                  </a:cubicBezTo>
                  <a:cubicBezTo>
                    <a:pt x="1174" y="1239"/>
                    <a:pt x="966" y="1226"/>
                    <a:pt x="832" y="1226"/>
                  </a:cubicBezTo>
                  <a:cubicBezTo>
                    <a:pt x="743" y="1226"/>
                    <a:pt x="687" y="1232"/>
                    <a:pt x="687" y="1232"/>
                  </a:cubicBezTo>
                  <a:cubicBezTo>
                    <a:pt x="1232" y="1330"/>
                    <a:pt x="1481" y="1606"/>
                    <a:pt x="1481" y="1606"/>
                  </a:cubicBezTo>
                  <a:cubicBezTo>
                    <a:pt x="1481" y="1606"/>
                    <a:pt x="1220" y="1531"/>
                    <a:pt x="934" y="1531"/>
                  </a:cubicBezTo>
                  <a:cubicBezTo>
                    <a:pt x="791" y="1531"/>
                    <a:pt x="643" y="1550"/>
                    <a:pt x="518" y="1606"/>
                  </a:cubicBezTo>
                  <a:cubicBezTo>
                    <a:pt x="152" y="1776"/>
                    <a:pt x="81" y="2106"/>
                    <a:pt x="81" y="2106"/>
                  </a:cubicBezTo>
                  <a:cubicBezTo>
                    <a:pt x="249" y="1895"/>
                    <a:pt x="521" y="1756"/>
                    <a:pt x="851" y="1756"/>
                  </a:cubicBezTo>
                  <a:cubicBezTo>
                    <a:pt x="870" y="1756"/>
                    <a:pt x="890" y="1757"/>
                    <a:pt x="910" y="1758"/>
                  </a:cubicBezTo>
                  <a:cubicBezTo>
                    <a:pt x="1223" y="1767"/>
                    <a:pt x="1374" y="1910"/>
                    <a:pt x="1374" y="1910"/>
                  </a:cubicBezTo>
                  <a:cubicBezTo>
                    <a:pt x="1374" y="1910"/>
                    <a:pt x="1275" y="1893"/>
                    <a:pt x="1127" y="1893"/>
                  </a:cubicBezTo>
                  <a:cubicBezTo>
                    <a:pt x="954" y="1893"/>
                    <a:pt x="713" y="1916"/>
                    <a:pt x="482" y="2017"/>
                  </a:cubicBezTo>
                  <a:cubicBezTo>
                    <a:pt x="63" y="2204"/>
                    <a:pt x="0" y="2543"/>
                    <a:pt x="0" y="2543"/>
                  </a:cubicBezTo>
                  <a:cubicBezTo>
                    <a:pt x="277" y="2231"/>
                    <a:pt x="785" y="2168"/>
                    <a:pt x="786" y="2168"/>
                  </a:cubicBezTo>
                  <a:lnTo>
                    <a:pt x="786" y="2168"/>
                  </a:lnTo>
                  <a:cubicBezTo>
                    <a:pt x="143" y="2481"/>
                    <a:pt x="36" y="3034"/>
                    <a:pt x="36" y="3034"/>
                  </a:cubicBezTo>
                  <a:cubicBezTo>
                    <a:pt x="241" y="2811"/>
                    <a:pt x="643" y="2686"/>
                    <a:pt x="643" y="2686"/>
                  </a:cubicBezTo>
                  <a:lnTo>
                    <a:pt x="643" y="2686"/>
                  </a:lnTo>
                  <a:cubicBezTo>
                    <a:pt x="215" y="3016"/>
                    <a:pt x="90" y="3489"/>
                    <a:pt x="90" y="3489"/>
                  </a:cubicBezTo>
                  <a:cubicBezTo>
                    <a:pt x="366" y="3096"/>
                    <a:pt x="875" y="2918"/>
                    <a:pt x="875" y="2918"/>
                  </a:cubicBezTo>
                  <a:lnTo>
                    <a:pt x="875" y="2918"/>
                  </a:lnTo>
                  <a:cubicBezTo>
                    <a:pt x="661" y="3185"/>
                    <a:pt x="598" y="3551"/>
                    <a:pt x="598" y="3551"/>
                  </a:cubicBezTo>
                  <a:cubicBezTo>
                    <a:pt x="919" y="2802"/>
                    <a:pt x="1508" y="2686"/>
                    <a:pt x="1508" y="2686"/>
                  </a:cubicBezTo>
                  <a:lnTo>
                    <a:pt x="1508" y="2686"/>
                  </a:lnTo>
                  <a:cubicBezTo>
                    <a:pt x="928" y="2980"/>
                    <a:pt x="839" y="3756"/>
                    <a:pt x="839" y="3756"/>
                  </a:cubicBezTo>
                  <a:cubicBezTo>
                    <a:pt x="1107" y="3034"/>
                    <a:pt x="1633" y="2811"/>
                    <a:pt x="1633" y="2811"/>
                  </a:cubicBezTo>
                  <a:lnTo>
                    <a:pt x="1633" y="2811"/>
                  </a:lnTo>
                  <a:cubicBezTo>
                    <a:pt x="1071" y="3426"/>
                    <a:pt x="1294" y="4140"/>
                    <a:pt x="1294" y="4140"/>
                  </a:cubicBezTo>
                  <a:cubicBezTo>
                    <a:pt x="1294" y="3524"/>
                    <a:pt x="1588" y="3212"/>
                    <a:pt x="1588" y="3212"/>
                  </a:cubicBezTo>
                  <a:lnTo>
                    <a:pt x="1588" y="3212"/>
                  </a:lnTo>
                  <a:cubicBezTo>
                    <a:pt x="1464" y="3551"/>
                    <a:pt x="1517" y="3837"/>
                    <a:pt x="1517" y="3837"/>
                  </a:cubicBezTo>
                  <a:cubicBezTo>
                    <a:pt x="1642" y="3185"/>
                    <a:pt x="1999" y="2918"/>
                    <a:pt x="1999" y="2918"/>
                  </a:cubicBezTo>
                  <a:lnTo>
                    <a:pt x="1999" y="2918"/>
                  </a:lnTo>
                  <a:cubicBezTo>
                    <a:pt x="1785" y="3310"/>
                    <a:pt x="1820" y="3899"/>
                    <a:pt x="1820" y="3899"/>
                  </a:cubicBezTo>
                  <a:cubicBezTo>
                    <a:pt x="1927" y="3230"/>
                    <a:pt x="2266" y="2838"/>
                    <a:pt x="2266" y="2837"/>
                  </a:cubicBezTo>
                  <a:lnTo>
                    <a:pt x="2266" y="2837"/>
                  </a:lnTo>
                  <a:cubicBezTo>
                    <a:pt x="2008" y="3507"/>
                    <a:pt x="2284" y="4211"/>
                    <a:pt x="2284" y="4211"/>
                  </a:cubicBezTo>
                  <a:cubicBezTo>
                    <a:pt x="2195" y="3069"/>
                    <a:pt x="2695" y="2713"/>
                    <a:pt x="2695" y="2713"/>
                  </a:cubicBezTo>
                  <a:cubicBezTo>
                    <a:pt x="2695" y="2713"/>
                    <a:pt x="3194" y="3069"/>
                    <a:pt x="3105" y="4211"/>
                  </a:cubicBezTo>
                  <a:cubicBezTo>
                    <a:pt x="3105" y="4211"/>
                    <a:pt x="3382" y="3507"/>
                    <a:pt x="3114" y="2837"/>
                  </a:cubicBezTo>
                  <a:lnTo>
                    <a:pt x="3114" y="2837"/>
                  </a:lnTo>
                  <a:cubicBezTo>
                    <a:pt x="3114" y="2838"/>
                    <a:pt x="3453" y="3230"/>
                    <a:pt x="3560" y="3899"/>
                  </a:cubicBezTo>
                  <a:cubicBezTo>
                    <a:pt x="3560" y="3899"/>
                    <a:pt x="3605" y="3310"/>
                    <a:pt x="3390" y="2918"/>
                  </a:cubicBezTo>
                  <a:lnTo>
                    <a:pt x="3390" y="2918"/>
                  </a:lnTo>
                  <a:cubicBezTo>
                    <a:pt x="3391" y="2918"/>
                    <a:pt x="3747" y="3185"/>
                    <a:pt x="3872" y="3837"/>
                  </a:cubicBezTo>
                  <a:cubicBezTo>
                    <a:pt x="3872" y="3837"/>
                    <a:pt x="3926" y="3551"/>
                    <a:pt x="3801" y="3212"/>
                  </a:cubicBezTo>
                  <a:lnTo>
                    <a:pt x="3801" y="3212"/>
                  </a:lnTo>
                  <a:cubicBezTo>
                    <a:pt x="3801" y="3212"/>
                    <a:pt x="4095" y="3524"/>
                    <a:pt x="4095" y="4140"/>
                  </a:cubicBezTo>
                  <a:cubicBezTo>
                    <a:pt x="4095" y="4140"/>
                    <a:pt x="4318" y="3426"/>
                    <a:pt x="3747" y="2811"/>
                  </a:cubicBezTo>
                  <a:lnTo>
                    <a:pt x="3747" y="2811"/>
                  </a:lnTo>
                  <a:cubicBezTo>
                    <a:pt x="3747" y="2811"/>
                    <a:pt x="4274" y="3034"/>
                    <a:pt x="4550" y="3756"/>
                  </a:cubicBezTo>
                  <a:cubicBezTo>
                    <a:pt x="4550" y="3756"/>
                    <a:pt x="4452" y="2980"/>
                    <a:pt x="3881" y="2686"/>
                  </a:cubicBezTo>
                  <a:lnTo>
                    <a:pt x="3881" y="2686"/>
                  </a:lnTo>
                  <a:cubicBezTo>
                    <a:pt x="3881" y="2686"/>
                    <a:pt x="4470" y="2802"/>
                    <a:pt x="4791" y="3551"/>
                  </a:cubicBezTo>
                  <a:cubicBezTo>
                    <a:pt x="4791" y="3551"/>
                    <a:pt x="4729" y="3185"/>
                    <a:pt x="4515" y="2918"/>
                  </a:cubicBezTo>
                  <a:lnTo>
                    <a:pt x="4515" y="2918"/>
                  </a:lnTo>
                  <a:cubicBezTo>
                    <a:pt x="4515" y="2918"/>
                    <a:pt x="5014" y="3096"/>
                    <a:pt x="5300" y="3489"/>
                  </a:cubicBezTo>
                  <a:cubicBezTo>
                    <a:pt x="5300" y="3489"/>
                    <a:pt x="5166" y="3016"/>
                    <a:pt x="4746" y="2686"/>
                  </a:cubicBezTo>
                  <a:lnTo>
                    <a:pt x="4746" y="2686"/>
                  </a:lnTo>
                  <a:cubicBezTo>
                    <a:pt x="4747" y="2686"/>
                    <a:pt x="5139" y="2811"/>
                    <a:pt x="5353" y="3034"/>
                  </a:cubicBezTo>
                  <a:cubicBezTo>
                    <a:pt x="5353" y="3034"/>
                    <a:pt x="5246" y="2481"/>
                    <a:pt x="4604" y="2168"/>
                  </a:cubicBezTo>
                  <a:lnTo>
                    <a:pt x="4604" y="2168"/>
                  </a:lnTo>
                  <a:cubicBezTo>
                    <a:pt x="4604" y="2168"/>
                    <a:pt x="5103" y="2231"/>
                    <a:pt x="5380" y="2543"/>
                  </a:cubicBezTo>
                  <a:cubicBezTo>
                    <a:pt x="5380" y="2543"/>
                    <a:pt x="5326" y="2204"/>
                    <a:pt x="4898" y="2017"/>
                  </a:cubicBezTo>
                  <a:cubicBezTo>
                    <a:pt x="4672" y="1916"/>
                    <a:pt x="4431" y="1893"/>
                    <a:pt x="4256" y="1893"/>
                  </a:cubicBezTo>
                  <a:cubicBezTo>
                    <a:pt x="4107" y="1893"/>
                    <a:pt x="4006" y="1910"/>
                    <a:pt x="4006" y="1910"/>
                  </a:cubicBezTo>
                  <a:cubicBezTo>
                    <a:pt x="4006" y="1910"/>
                    <a:pt x="4158" y="1767"/>
                    <a:pt x="4470" y="1758"/>
                  </a:cubicBezTo>
                  <a:cubicBezTo>
                    <a:pt x="4490" y="1757"/>
                    <a:pt x="4510" y="1756"/>
                    <a:pt x="4530" y="1756"/>
                  </a:cubicBezTo>
                  <a:cubicBezTo>
                    <a:pt x="4861" y="1756"/>
                    <a:pt x="5140" y="1895"/>
                    <a:pt x="5308" y="2106"/>
                  </a:cubicBezTo>
                  <a:cubicBezTo>
                    <a:pt x="5308" y="2106"/>
                    <a:pt x="5237" y="1776"/>
                    <a:pt x="4871" y="1606"/>
                  </a:cubicBezTo>
                  <a:cubicBezTo>
                    <a:pt x="4746" y="1550"/>
                    <a:pt x="4598" y="1531"/>
                    <a:pt x="4455" y="1531"/>
                  </a:cubicBezTo>
                  <a:cubicBezTo>
                    <a:pt x="4170" y="1531"/>
                    <a:pt x="3908" y="1606"/>
                    <a:pt x="3908" y="1606"/>
                  </a:cubicBezTo>
                  <a:cubicBezTo>
                    <a:pt x="3908" y="1606"/>
                    <a:pt x="4149" y="1330"/>
                    <a:pt x="4702" y="1232"/>
                  </a:cubicBezTo>
                  <a:cubicBezTo>
                    <a:pt x="4702" y="1232"/>
                    <a:pt x="4645" y="1226"/>
                    <a:pt x="4555" y="1226"/>
                  </a:cubicBezTo>
                  <a:cubicBezTo>
                    <a:pt x="4419" y="1226"/>
                    <a:pt x="4209" y="1239"/>
                    <a:pt x="4006" y="1303"/>
                  </a:cubicBezTo>
                  <a:cubicBezTo>
                    <a:pt x="4006" y="1303"/>
                    <a:pt x="4283" y="937"/>
                    <a:pt x="5077" y="910"/>
                  </a:cubicBezTo>
                  <a:cubicBezTo>
                    <a:pt x="5077" y="910"/>
                    <a:pt x="4922" y="853"/>
                    <a:pt x="4632" y="853"/>
                  </a:cubicBezTo>
                  <a:cubicBezTo>
                    <a:pt x="4560" y="853"/>
                    <a:pt x="4479" y="857"/>
                    <a:pt x="4390" y="866"/>
                  </a:cubicBezTo>
                  <a:cubicBezTo>
                    <a:pt x="3935" y="902"/>
                    <a:pt x="3640" y="1142"/>
                    <a:pt x="3640" y="1142"/>
                  </a:cubicBezTo>
                  <a:cubicBezTo>
                    <a:pt x="3640" y="1142"/>
                    <a:pt x="3979" y="687"/>
                    <a:pt x="4506" y="527"/>
                  </a:cubicBezTo>
                  <a:lnTo>
                    <a:pt x="4506" y="527"/>
                  </a:lnTo>
                  <a:cubicBezTo>
                    <a:pt x="4505" y="527"/>
                    <a:pt x="3685" y="527"/>
                    <a:pt x="3266" y="1098"/>
                  </a:cubicBezTo>
                  <a:cubicBezTo>
                    <a:pt x="3266" y="1098"/>
                    <a:pt x="3382" y="500"/>
                    <a:pt x="4006" y="72"/>
                  </a:cubicBezTo>
                  <a:lnTo>
                    <a:pt x="4006" y="72"/>
                  </a:lnTo>
                  <a:cubicBezTo>
                    <a:pt x="4006" y="72"/>
                    <a:pt x="3444" y="259"/>
                    <a:pt x="3096" y="839"/>
                  </a:cubicBezTo>
                  <a:cubicBezTo>
                    <a:pt x="3096" y="839"/>
                    <a:pt x="3159" y="473"/>
                    <a:pt x="3283" y="1"/>
                  </a:cubicBezTo>
                  <a:lnTo>
                    <a:pt x="3283" y="1"/>
                  </a:lnTo>
                  <a:cubicBezTo>
                    <a:pt x="3283" y="1"/>
                    <a:pt x="2837" y="295"/>
                    <a:pt x="2695" y="919"/>
                  </a:cubicBezTo>
                  <a:cubicBezTo>
                    <a:pt x="2552" y="295"/>
                    <a:pt x="2106" y="1"/>
                    <a:pt x="2106" y="1"/>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116"/>
            <p:cNvSpPr/>
            <p:nvPr/>
          </p:nvSpPr>
          <p:spPr>
            <a:xfrm>
              <a:off x="4986545" y="4546425"/>
              <a:ext cx="326923" cy="256117"/>
            </a:xfrm>
            <a:custGeom>
              <a:rect b="b" l="l" r="r" t="t"/>
              <a:pathLst>
                <a:path extrusionOk="0" h="2517" w="3213">
                  <a:moveTo>
                    <a:pt x="1955" y="1"/>
                  </a:moveTo>
                  <a:cubicBezTo>
                    <a:pt x="1954" y="1"/>
                    <a:pt x="1687" y="179"/>
                    <a:pt x="1607" y="554"/>
                  </a:cubicBezTo>
                  <a:cubicBezTo>
                    <a:pt x="1517" y="179"/>
                    <a:pt x="1250" y="1"/>
                    <a:pt x="1250" y="1"/>
                  </a:cubicBezTo>
                  <a:lnTo>
                    <a:pt x="1250" y="1"/>
                  </a:lnTo>
                  <a:cubicBezTo>
                    <a:pt x="1330" y="286"/>
                    <a:pt x="1366" y="500"/>
                    <a:pt x="1366" y="500"/>
                  </a:cubicBezTo>
                  <a:cubicBezTo>
                    <a:pt x="1152" y="161"/>
                    <a:pt x="822" y="45"/>
                    <a:pt x="822" y="45"/>
                  </a:cubicBezTo>
                  <a:lnTo>
                    <a:pt x="822" y="45"/>
                  </a:lnTo>
                  <a:cubicBezTo>
                    <a:pt x="1196" y="304"/>
                    <a:pt x="1259" y="661"/>
                    <a:pt x="1259" y="661"/>
                  </a:cubicBezTo>
                  <a:cubicBezTo>
                    <a:pt x="1009" y="322"/>
                    <a:pt x="527" y="313"/>
                    <a:pt x="527" y="313"/>
                  </a:cubicBezTo>
                  <a:lnTo>
                    <a:pt x="527" y="313"/>
                  </a:lnTo>
                  <a:cubicBezTo>
                    <a:pt x="839" y="411"/>
                    <a:pt x="1045" y="688"/>
                    <a:pt x="1045" y="688"/>
                  </a:cubicBezTo>
                  <a:cubicBezTo>
                    <a:pt x="1045" y="688"/>
                    <a:pt x="866" y="545"/>
                    <a:pt x="590" y="518"/>
                  </a:cubicBezTo>
                  <a:cubicBezTo>
                    <a:pt x="536" y="513"/>
                    <a:pt x="488" y="511"/>
                    <a:pt x="444" y="511"/>
                  </a:cubicBezTo>
                  <a:cubicBezTo>
                    <a:pt x="271" y="511"/>
                    <a:pt x="179" y="545"/>
                    <a:pt x="179" y="545"/>
                  </a:cubicBezTo>
                  <a:cubicBezTo>
                    <a:pt x="661" y="563"/>
                    <a:pt x="822" y="777"/>
                    <a:pt x="822" y="777"/>
                  </a:cubicBezTo>
                  <a:cubicBezTo>
                    <a:pt x="711" y="743"/>
                    <a:pt x="601" y="736"/>
                    <a:pt x="522" y="736"/>
                  </a:cubicBezTo>
                  <a:cubicBezTo>
                    <a:pt x="455" y="736"/>
                    <a:pt x="411" y="741"/>
                    <a:pt x="411" y="741"/>
                  </a:cubicBezTo>
                  <a:cubicBezTo>
                    <a:pt x="732" y="795"/>
                    <a:pt x="875" y="964"/>
                    <a:pt x="875" y="964"/>
                  </a:cubicBezTo>
                  <a:cubicBezTo>
                    <a:pt x="875" y="964"/>
                    <a:pt x="720" y="917"/>
                    <a:pt x="551" y="917"/>
                  </a:cubicBezTo>
                  <a:cubicBezTo>
                    <a:pt x="467" y="917"/>
                    <a:pt x="378" y="929"/>
                    <a:pt x="304" y="964"/>
                  </a:cubicBezTo>
                  <a:cubicBezTo>
                    <a:pt x="90" y="1062"/>
                    <a:pt x="45" y="1259"/>
                    <a:pt x="45" y="1259"/>
                  </a:cubicBezTo>
                  <a:cubicBezTo>
                    <a:pt x="147" y="1132"/>
                    <a:pt x="313" y="1053"/>
                    <a:pt x="513" y="1053"/>
                  </a:cubicBezTo>
                  <a:cubicBezTo>
                    <a:pt x="523" y="1053"/>
                    <a:pt x="534" y="1053"/>
                    <a:pt x="545" y="1053"/>
                  </a:cubicBezTo>
                  <a:cubicBezTo>
                    <a:pt x="732" y="1053"/>
                    <a:pt x="822" y="1143"/>
                    <a:pt x="822" y="1143"/>
                  </a:cubicBezTo>
                  <a:cubicBezTo>
                    <a:pt x="822" y="1143"/>
                    <a:pt x="758" y="1130"/>
                    <a:pt x="663" y="1130"/>
                  </a:cubicBezTo>
                  <a:cubicBezTo>
                    <a:pt x="560" y="1130"/>
                    <a:pt x="421" y="1145"/>
                    <a:pt x="286" y="1205"/>
                  </a:cubicBezTo>
                  <a:cubicBezTo>
                    <a:pt x="37" y="1312"/>
                    <a:pt x="1" y="1517"/>
                    <a:pt x="1" y="1517"/>
                  </a:cubicBezTo>
                  <a:cubicBezTo>
                    <a:pt x="170" y="1330"/>
                    <a:pt x="465" y="1294"/>
                    <a:pt x="465" y="1294"/>
                  </a:cubicBezTo>
                  <a:lnTo>
                    <a:pt x="465" y="1294"/>
                  </a:lnTo>
                  <a:cubicBezTo>
                    <a:pt x="81" y="1482"/>
                    <a:pt x="19" y="1812"/>
                    <a:pt x="19" y="1812"/>
                  </a:cubicBezTo>
                  <a:cubicBezTo>
                    <a:pt x="144" y="1678"/>
                    <a:pt x="384" y="1607"/>
                    <a:pt x="384" y="1607"/>
                  </a:cubicBezTo>
                  <a:lnTo>
                    <a:pt x="384" y="1607"/>
                  </a:lnTo>
                  <a:cubicBezTo>
                    <a:pt x="126" y="1803"/>
                    <a:pt x="54" y="2079"/>
                    <a:pt x="54" y="2079"/>
                  </a:cubicBezTo>
                  <a:cubicBezTo>
                    <a:pt x="215" y="1847"/>
                    <a:pt x="518" y="1740"/>
                    <a:pt x="518" y="1740"/>
                  </a:cubicBezTo>
                  <a:lnTo>
                    <a:pt x="518" y="1740"/>
                  </a:lnTo>
                  <a:cubicBezTo>
                    <a:pt x="393" y="1901"/>
                    <a:pt x="349" y="2115"/>
                    <a:pt x="349" y="2115"/>
                  </a:cubicBezTo>
                  <a:cubicBezTo>
                    <a:pt x="545" y="1678"/>
                    <a:pt x="893" y="1607"/>
                    <a:pt x="893" y="1607"/>
                  </a:cubicBezTo>
                  <a:lnTo>
                    <a:pt x="893" y="1607"/>
                  </a:lnTo>
                  <a:cubicBezTo>
                    <a:pt x="554" y="1785"/>
                    <a:pt x="500" y="2249"/>
                    <a:pt x="500" y="2249"/>
                  </a:cubicBezTo>
                  <a:cubicBezTo>
                    <a:pt x="661" y="1812"/>
                    <a:pt x="973" y="1678"/>
                    <a:pt x="973" y="1678"/>
                  </a:cubicBezTo>
                  <a:lnTo>
                    <a:pt x="973" y="1678"/>
                  </a:lnTo>
                  <a:cubicBezTo>
                    <a:pt x="634" y="2053"/>
                    <a:pt x="768" y="2472"/>
                    <a:pt x="768" y="2472"/>
                  </a:cubicBezTo>
                  <a:cubicBezTo>
                    <a:pt x="768" y="2106"/>
                    <a:pt x="946" y="1919"/>
                    <a:pt x="946" y="1919"/>
                  </a:cubicBezTo>
                  <a:lnTo>
                    <a:pt x="946" y="1919"/>
                  </a:lnTo>
                  <a:cubicBezTo>
                    <a:pt x="866" y="2124"/>
                    <a:pt x="902" y="2293"/>
                    <a:pt x="902" y="2293"/>
                  </a:cubicBezTo>
                  <a:cubicBezTo>
                    <a:pt x="973" y="1901"/>
                    <a:pt x="1187" y="1749"/>
                    <a:pt x="1187" y="1749"/>
                  </a:cubicBezTo>
                  <a:lnTo>
                    <a:pt x="1187" y="1749"/>
                  </a:lnTo>
                  <a:cubicBezTo>
                    <a:pt x="1062" y="1972"/>
                    <a:pt x="1089" y="2329"/>
                    <a:pt x="1089" y="2329"/>
                  </a:cubicBezTo>
                  <a:cubicBezTo>
                    <a:pt x="1152" y="1928"/>
                    <a:pt x="1357" y="1696"/>
                    <a:pt x="1357" y="1696"/>
                  </a:cubicBezTo>
                  <a:lnTo>
                    <a:pt x="1357" y="1696"/>
                  </a:lnTo>
                  <a:cubicBezTo>
                    <a:pt x="1196" y="2088"/>
                    <a:pt x="1357" y="2517"/>
                    <a:pt x="1357" y="2517"/>
                  </a:cubicBezTo>
                  <a:cubicBezTo>
                    <a:pt x="1303" y="1830"/>
                    <a:pt x="1607" y="1624"/>
                    <a:pt x="1607" y="1624"/>
                  </a:cubicBezTo>
                  <a:cubicBezTo>
                    <a:pt x="1607" y="1624"/>
                    <a:pt x="1901" y="1830"/>
                    <a:pt x="1847" y="2517"/>
                  </a:cubicBezTo>
                  <a:cubicBezTo>
                    <a:pt x="1847" y="2517"/>
                    <a:pt x="2017" y="2088"/>
                    <a:pt x="1856" y="1696"/>
                  </a:cubicBezTo>
                  <a:lnTo>
                    <a:pt x="1856" y="1696"/>
                  </a:lnTo>
                  <a:cubicBezTo>
                    <a:pt x="1856" y="1696"/>
                    <a:pt x="2062" y="1928"/>
                    <a:pt x="2124" y="2329"/>
                  </a:cubicBezTo>
                  <a:cubicBezTo>
                    <a:pt x="2124" y="2329"/>
                    <a:pt x="2151" y="1972"/>
                    <a:pt x="2017" y="1749"/>
                  </a:cubicBezTo>
                  <a:lnTo>
                    <a:pt x="2017" y="1749"/>
                  </a:lnTo>
                  <a:cubicBezTo>
                    <a:pt x="2017" y="1749"/>
                    <a:pt x="2231" y="1901"/>
                    <a:pt x="2302" y="2293"/>
                  </a:cubicBezTo>
                  <a:cubicBezTo>
                    <a:pt x="2302" y="2293"/>
                    <a:pt x="2338" y="2124"/>
                    <a:pt x="2267" y="1919"/>
                  </a:cubicBezTo>
                  <a:lnTo>
                    <a:pt x="2267" y="1919"/>
                  </a:lnTo>
                  <a:cubicBezTo>
                    <a:pt x="2267" y="1919"/>
                    <a:pt x="2436" y="2106"/>
                    <a:pt x="2436" y="2472"/>
                  </a:cubicBezTo>
                  <a:cubicBezTo>
                    <a:pt x="2436" y="2472"/>
                    <a:pt x="2570" y="2053"/>
                    <a:pt x="2240" y="1678"/>
                  </a:cubicBezTo>
                  <a:lnTo>
                    <a:pt x="2240" y="1678"/>
                  </a:lnTo>
                  <a:cubicBezTo>
                    <a:pt x="2240" y="1678"/>
                    <a:pt x="2552" y="1812"/>
                    <a:pt x="2713" y="2249"/>
                  </a:cubicBezTo>
                  <a:cubicBezTo>
                    <a:pt x="2713" y="2249"/>
                    <a:pt x="2659" y="1785"/>
                    <a:pt x="2311" y="1607"/>
                  </a:cubicBezTo>
                  <a:lnTo>
                    <a:pt x="2311" y="1607"/>
                  </a:lnTo>
                  <a:cubicBezTo>
                    <a:pt x="2311" y="1607"/>
                    <a:pt x="2668" y="1678"/>
                    <a:pt x="2856" y="2115"/>
                  </a:cubicBezTo>
                  <a:cubicBezTo>
                    <a:pt x="2856" y="2115"/>
                    <a:pt x="2820" y="1901"/>
                    <a:pt x="2695" y="1740"/>
                  </a:cubicBezTo>
                  <a:lnTo>
                    <a:pt x="2695" y="1740"/>
                  </a:lnTo>
                  <a:cubicBezTo>
                    <a:pt x="2695" y="1740"/>
                    <a:pt x="2989" y="1847"/>
                    <a:pt x="3159" y="2079"/>
                  </a:cubicBezTo>
                  <a:cubicBezTo>
                    <a:pt x="3159" y="2079"/>
                    <a:pt x="3079" y="1803"/>
                    <a:pt x="2829" y="1607"/>
                  </a:cubicBezTo>
                  <a:lnTo>
                    <a:pt x="2829" y="1607"/>
                  </a:lnTo>
                  <a:cubicBezTo>
                    <a:pt x="2829" y="1607"/>
                    <a:pt x="3070" y="1678"/>
                    <a:pt x="3195" y="1812"/>
                  </a:cubicBezTo>
                  <a:cubicBezTo>
                    <a:pt x="3195" y="1812"/>
                    <a:pt x="3132" y="1482"/>
                    <a:pt x="2740" y="1294"/>
                  </a:cubicBezTo>
                  <a:lnTo>
                    <a:pt x="2740" y="1294"/>
                  </a:lnTo>
                  <a:cubicBezTo>
                    <a:pt x="2740" y="1294"/>
                    <a:pt x="3043" y="1330"/>
                    <a:pt x="3212" y="1517"/>
                  </a:cubicBezTo>
                  <a:cubicBezTo>
                    <a:pt x="3212" y="1517"/>
                    <a:pt x="3177" y="1312"/>
                    <a:pt x="2927" y="1205"/>
                  </a:cubicBezTo>
                  <a:cubicBezTo>
                    <a:pt x="2792" y="1145"/>
                    <a:pt x="2653" y="1130"/>
                    <a:pt x="2550" y="1130"/>
                  </a:cubicBezTo>
                  <a:cubicBezTo>
                    <a:pt x="2455" y="1130"/>
                    <a:pt x="2392" y="1143"/>
                    <a:pt x="2392" y="1143"/>
                  </a:cubicBezTo>
                  <a:cubicBezTo>
                    <a:pt x="2392" y="1143"/>
                    <a:pt x="2481" y="1053"/>
                    <a:pt x="2668" y="1053"/>
                  </a:cubicBezTo>
                  <a:cubicBezTo>
                    <a:pt x="2679" y="1053"/>
                    <a:pt x="2690" y="1053"/>
                    <a:pt x="2700" y="1053"/>
                  </a:cubicBezTo>
                  <a:cubicBezTo>
                    <a:pt x="2900" y="1053"/>
                    <a:pt x="3066" y="1132"/>
                    <a:pt x="3168" y="1259"/>
                  </a:cubicBezTo>
                  <a:cubicBezTo>
                    <a:pt x="3168" y="1259"/>
                    <a:pt x="3123" y="1062"/>
                    <a:pt x="2900" y="964"/>
                  </a:cubicBezTo>
                  <a:cubicBezTo>
                    <a:pt x="2826" y="929"/>
                    <a:pt x="2738" y="917"/>
                    <a:pt x="2653" y="917"/>
                  </a:cubicBezTo>
                  <a:cubicBezTo>
                    <a:pt x="2484" y="917"/>
                    <a:pt x="2329" y="964"/>
                    <a:pt x="2329" y="964"/>
                  </a:cubicBezTo>
                  <a:cubicBezTo>
                    <a:pt x="2329" y="964"/>
                    <a:pt x="2472" y="795"/>
                    <a:pt x="2802" y="741"/>
                  </a:cubicBezTo>
                  <a:cubicBezTo>
                    <a:pt x="2802" y="741"/>
                    <a:pt x="2756" y="736"/>
                    <a:pt x="2688" y="736"/>
                  </a:cubicBezTo>
                  <a:cubicBezTo>
                    <a:pt x="2608" y="736"/>
                    <a:pt x="2497" y="743"/>
                    <a:pt x="2392" y="777"/>
                  </a:cubicBezTo>
                  <a:cubicBezTo>
                    <a:pt x="2392" y="777"/>
                    <a:pt x="2552" y="563"/>
                    <a:pt x="3025" y="545"/>
                  </a:cubicBezTo>
                  <a:cubicBezTo>
                    <a:pt x="3025" y="545"/>
                    <a:pt x="2934" y="511"/>
                    <a:pt x="2760" y="511"/>
                  </a:cubicBezTo>
                  <a:cubicBezTo>
                    <a:pt x="2717" y="511"/>
                    <a:pt x="2668" y="513"/>
                    <a:pt x="2615" y="518"/>
                  </a:cubicBezTo>
                  <a:cubicBezTo>
                    <a:pt x="2347" y="545"/>
                    <a:pt x="2169" y="688"/>
                    <a:pt x="2169" y="688"/>
                  </a:cubicBezTo>
                  <a:cubicBezTo>
                    <a:pt x="2169" y="688"/>
                    <a:pt x="2374" y="411"/>
                    <a:pt x="2686" y="313"/>
                  </a:cubicBezTo>
                  <a:lnTo>
                    <a:pt x="2686" y="313"/>
                  </a:lnTo>
                  <a:cubicBezTo>
                    <a:pt x="2686" y="313"/>
                    <a:pt x="2195" y="322"/>
                    <a:pt x="1946" y="661"/>
                  </a:cubicBezTo>
                  <a:cubicBezTo>
                    <a:pt x="1946" y="661"/>
                    <a:pt x="2017" y="304"/>
                    <a:pt x="2392" y="45"/>
                  </a:cubicBezTo>
                  <a:lnTo>
                    <a:pt x="2392" y="45"/>
                  </a:lnTo>
                  <a:cubicBezTo>
                    <a:pt x="2392" y="45"/>
                    <a:pt x="2053" y="161"/>
                    <a:pt x="1847" y="500"/>
                  </a:cubicBezTo>
                  <a:cubicBezTo>
                    <a:pt x="1847" y="500"/>
                    <a:pt x="1883" y="286"/>
                    <a:pt x="1955"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27" name="Google Shape;7527;p116"/>
            <p:cNvGrpSpPr/>
            <p:nvPr/>
          </p:nvGrpSpPr>
          <p:grpSpPr>
            <a:xfrm>
              <a:off x="5106389" y="3947572"/>
              <a:ext cx="659136" cy="1697576"/>
              <a:chOff x="4025327" y="4080797"/>
              <a:chExt cx="659136" cy="1697576"/>
            </a:xfrm>
          </p:grpSpPr>
          <p:sp>
            <p:nvSpPr>
              <p:cNvPr id="7528" name="Google Shape;7528;p116"/>
              <p:cNvSpPr/>
              <p:nvPr/>
            </p:nvSpPr>
            <p:spPr>
              <a:xfrm>
                <a:off x="4302184" y="4412109"/>
                <a:ext cx="105413" cy="1366264"/>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116"/>
              <p:cNvSpPr/>
              <p:nvPr/>
            </p:nvSpPr>
            <p:spPr>
              <a:xfrm>
                <a:off x="4346648" y="4412109"/>
                <a:ext cx="60948" cy="1366264"/>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116"/>
              <p:cNvSpPr/>
              <p:nvPr/>
            </p:nvSpPr>
            <p:spPr>
              <a:xfrm>
                <a:off x="4025327" y="4080797"/>
                <a:ext cx="659136" cy="514779"/>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116"/>
              <p:cNvSpPr/>
              <p:nvPr/>
            </p:nvSpPr>
            <p:spPr>
              <a:xfrm>
                <a:off x="4158719" y="4201478"/>
                <a:ext cx="392246" cy="307911"/>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532" name="Google Shape;7532;p116"/>
          <p:cNvSpPr txBox="1"/>
          <p:nvPr>
            <p:ph hasCustomPrompt="1" type="title"/>
          </p:nvPr>
        </p:nvSpPr>
        <p:spPr>
          <a:xfrm>
            <a:off x="2402350" y="1310613"/>
            <a:ext cx="4339200" cy="13107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sz="72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7533" name="Google Shape;7533;p116"/>
          <p:cNvSpPr txBox="1"/>
          <p:nvPr>
            <p:ph idx="1" type="subTitle"/>
          </p:nvPr>
        </p:nvSpPr>
        <p:spPr>
          <a:xfrm>
            <a:off x="2402350" y="2621488"/>
            <a:ext cx="4339200" cy="497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a:lvl1pPr>
            <a:lvl2pPr lvl="1" algn="ctr">
              <a:lnSpc>
                <a:spcPct val="100000"/>
              </a:lnSpc>
              <a:spcBef>
                <a:spcPts val="0"/>
              </a:spcBef>
              <a:spcAft>
                <a:spcPts val="0"/>
              </a:spcAft>
              <a:buSzPts val="1600"/>
              <a:buNone/>
              <a:defRPr sz="1600"/>
            </a:lvl2pPr>
            <a:lvl3pPr lvl="2" algn="ctr">
              <a:lnSpc>
                <a:spcPct val="100000"/>
              </a:lnSpc>
              <a:spcBef>
                <a:spcPts val="1600"/>
              </a:spcBef>
              <a:spcAft>
                <a:spcPts val="0"/>
              </a:spcAft>
              <a:buSzPts val="1600"/>
              <a:buNone/>
              <a:defRPr sz="1600"/>
            </a:lvl3pPr>
            <a:lvl4pPr lvl="3" algn="ctr">
              <a:lnSpc>
                <a:spcPct val="100000"/>
              </a:lnSpc>
              <a:spcBef>
                <a:spcPts val="1600"/>
              </a:spcBef>
              <a:spcAft>
                <a:spcPts val="0"/>
              </a:spcAft>
              <a:buSzPts val="1600"/>
              <a:buNone/>
              <a:defRPr sz="1600"/>
            </a:lvl4pPr>
            <a:lvl5pPr lvl="4" algn="ctr">
              <a:lnSpc>
                <a:spcPct val="100000"/>
              </a:lnSpc>
              <a:spcBef>
                <a:spcPts val="1600"/>
              </a:spcBef>
              <a:spcAft>
                <a:spcPts val="0"/>
              </a:spcAft>
              <a:buSzPts val="1600"/>
              <a:buNone/>
              <a:defRPr sz="1600"/>
            </a:lvl5pPr>
            <a:lvl6pPr lvl="5" algn="ctr">
              <a:lnSpc>
                <a:spcPct val="100000"/>
              </a:lnSpc>
              <a:spcBef>
                <a:spcPts val="1600"/>
              </a:spcBef>
              <a:spcAft>
                <a:spcPts val="0"/>
              </a:spcAft>
              <a:buSzPts val="1600"/>
              <a:buNone/>
              <a:defRPr sz="1600"/>
            </a:lvl6pPr>
            <a:lvl7pPr lvl="6" algn="ctr">
              <a:lnSpc>
                <a:spcPct val="100000"/>
              </a:lnSpc>
              <a:spcBef>
                <a:spcPts val="1600"/>
              </a:spcBef>
              <a:spcAft>
                <a:spcPts val="0"/>
              </a:spcAft>
              <a:buSzPts val="1600"/>
              <a:buNone/>
              <a:defRPr sz="1600"/>
            </a:lvl7pPr>
            <a:lvl8pPr lvl="7" algn="ctr">
              <a:lnSpc>
                <a:spcPct val="100000"/>
              </a:lnSpc>
              <a:spcBef>
                <a:spcPts val="1600"/>
              </a:spcBef>
              <a:spcAft>
                <a:spcPts val="0"/>
              </a:spcAft>
              <a:buSzPts val="1600"/>
              <a:buNone/>
              <a:defRPr sz="1600"/>
            </a:lvl8pPr>
            <a:lvl9pPr lvl="8" algn="ctr">
              <a:lnSpc>
                <a:spcPct val="100000"/>
              </a:lnSpc>
              <a:spcBef>
                <a:spcPts val="1600"/>
              </a:spcBef>
              <a:spcAft>
                <a:spcPts val="1600"/>
              </a:spcAft>
              <a:buSzPts val="1600"/>
              <a:buNone/>
              <a:defRPr sz="1600"/>
            </a:lvl9pPr>
          </a:lstStyle>
          <a:p/>
        </p:txBody>
      </p:sp>
    </p:spTree>
  </p:cSld>
  <p:clrMapOvr>
    <a:masterClrMapping/>
  </p:clrMapOvr>
</p:sldLayout>
</file>

<file path=ppt/slideLayouts/slideLayout1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lt1"/>
        </a:solidFill>
      </p:bgPr>
    </p:bg>
    <p:spTree>
      <p:nvGrpSpPr>
        <p:cNvPr id="7534" name="Shape 7534"/>
        <p:cNvGrpSpPr/>
        <p:nvPr/>
      </p:nvGrpSpPr>
      <p:grpSpPr>
        <a:xfrm>
          <a:off x="0" y="0"/>
          <a:ext cx="0" cy="0"/>
          <a:chOff x="0" y="0"/>
          <a:chExt cx="0" cy="0"/>
        </a:xfrm>
      </p:grpSpPr>
    </p:spTree>
  </p:cSld>
  <p:clrMapOvr>
    <a:masterClrMapping/>
  </p:clrMapOvr>
</p:sldLayout>
</file>

<file path=ppt/slideLayouts/slideLayout1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7535" name="Shape 7535"/>
        <p:cNvGrpSpPr/>
        <p:nvPr/>
      </p:nvGrpSpPr>
      <p:grpSpPr>
        <a:xfrm>
          <a:off x="0" y="0"/>
          <a:ext cx="0" cy="0"/>
          <a:chOff x="0" y="0"/>
          <a:chExt cx="0" cy="0"/>
        </a:xfrm>
      </p:grpSpPr>
      <p:sp>
        <p:nvSpPr>
          <p:cNvPr id="7536" name="Google Shape;7536;p118"/>
          <p:cNvSpPr/>
          <p:nvPr/>
        </p:nvSpPr>
        <p:spPr>
          <a:xfrm>
            <a:off x="0" y="1371600"/>
            <a:ext cx="9144017" cy="3771820"/>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7" name="Google Shape;7537;p118"/>
          <p:cNvGrpSpPr/>
          <p:nvPr/>
        </p:nvGrpSpPr>
        <p:grpSpPr>
          <a:xfrm>
            <a:off x="5221413" y="2571747"/>
            <a:ext cx="4532217" cy="3156913"/>
            <a:chOff x="4611813" y="2571747"/>
            <a:chExt cx="4532217" cy="3156913"/>
          </a:xfrm>
        </p:grpSpPr>
        <p:sp>
          <p:nvSpPr>
            <p:cNvPr id="7538" name="Google Shape;7538;p118"/>
            <p:cNvSpPr/>
            <p:nvPr/>
          </p:nvSpPr>
          <p:spPr>
            <a:xfrm>
              <a:off x="4611813" y="2571747"/>
              <a:ext cx="4532217" cy="3156913"/>
            </a:xfrm>
            <a:custGeom>
              <a:rect b="b" l="l" r="r" t="t"/>
              <a:pathLst>
                <a:path extrusionOk="0" h="11777" w="16907">
                  <a:moveTo>
                    <a:pt x="3159" y="1"/>
                  </a:moveTo>
                  <a:cubicBezTo>
                    <a:pt x="3159" y="1"/>
                    <a:pt x="1107" y="188"/>
                    <a:pt x="2276" y="581"/>
                  </a:cubicBezTo>
                  <a:cubicBezTo>
                    <a:pt x="3453" y="982"/>
                    <a:pt x="4087" y="1143"/>
                    <a:pt x="2927" y="1571"/>
                  </a:cubicBezTo>
                  <a:cubicBezTo>
                    <a:pt x="1767" y="1999"/>
                    <a:pt x="2490" y="2320"/>
                    <a:pt x="4631" y="2570"/>
                  </a:cubicBezTo>
                  <a:cubicBezTo>
                    <a:pt x="6772" y="2820"/>
                    <a:pt x="7860" y="3203"/>
                    <a:pt x="6397" y="3676"/>
                  </a:cubicBezTo>
                  <a:cubicBezTo>
                    <a:pt x="4934" y="4149"/>
                    <a:pt x="4533" y="4684"/>
                    <a:pt x="6674" y="4684"/>
                  </a:cubicBezTo>
                  <a:cubicBezTo>
                    <a:pt x="8815" y="4684"/>
                    <a:pt x="11964" y="4916"/>
                    <a:pt x="9350" y="5817"/>
                  </a:cubicBezTo>
                  <a:cubicBezTo>
                    <a:pt x="6736" y="6709"/>
                    <a:pt x="1125" y="8208"/>
                    <a:pt x="4033" y="8360"/>
                  </a:cubicBezTo>
                  <a:cubicBezTo>
                    <a:pt x="6942" y="8511"/>
                    <a:pt x="3730" y="9849"/>
                    <a:pt x="1" y="10331"/>
                  </a:cubicBezTo>
                  <a:lnTo>
                    <a:pt x="1" y="11776"/>
                  </a:lnTo>
                  <a:lnTo>
                    <a:pt x="16906" y="11776"/>
                  </a:lnTo>
                  <a:lnTo>
                    <a:pt x="16906" y="6156"/>
                  </a:lnTo>
                  <a:cubicBezTo>
                    <a:pt x="15131" y="6076"/>
                    <a:pt x="13106" y="5219"/>
                    <a:pt x="14444" y="4604"/>
                  </a:cubicBezTo>
                  <a:cubicBezTo>
                    <a:pt x="15782" y="3988"/>
                    <a:pt x="14819" y="3631"/>
                    <a:pt x="13008" y="3507"/>
                  </a:cubicBezTo>
                  <a:cubicBezTo>
                    <a:pt x="11206" y="3382"/>
                    <a:pt x="9243" y="3177"/>
                    <a:pt x="10706" y="2695"/>
                  </a:cubicBezTo>
                  <a:cubicBezTo>
                    <a:pt x="12169" y="2213"/>
                    <a:pt x="9796" y="1919"/>
                    <a:pt x="8039" y="1856"/>
                  </a:cubicBezTo>
                  <a:cubicBezTo>
                    <a:pt x="6281" y="1785"/>
                    <a:pt x="4337" y="1580"/>
                    <a:pt x="5371" y="1267"/>
                  </a:cubicBezTo>
                  <a:cubicBezTo>
                    <a:pt x="6406" y="964"/>
                    <a:pt x="5818" y="750"/>
                    <a:pt x="5095" y="581"/>
                  </a:cubicBezTo>
                  <a:cubicBezTo>
                    <a:pt x="4381" y="420"/>
                    <a:pt x="7191" y="1"/>
                    <a:pt x="7191" y="1"/>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118"/>
            <p:cNvSpPr/>
            <p:nvPr/>
          </p:nvSpPr>
          <p:spPr>
            <a:xfrm>
              <a:off x="5336666" y="2571747"/>
              <a:ext cx="3807363" cy="3156913"/>
            </a:xfrm>
            <a:custGeom>
              <a:rect b="b" l="l" r="r" t="t"/>
              <a:pathLst>
                <a:path extrusionOk="0" h="11777" w="14203">
                  <a:moveTo>
                    <a:pt x="1329" y="1"/>
                  </a:moveTo>
                  <a:cubicBezTo>
                    <a:pt x="1329" y="1"/>
                    <a:pt x="89" y="134"/>
                    <a:pt x="732" y="456"/>
                  </a:cubicBezTo>
                  <a:cubicBezTo>
                    <a:pt x="1383" y="768"/>
                    <a:pt x="1758" y="1009"/>
                    <a:pt x="1080" y="1348"/>
                  </a:cubicBezTo>
                  <a:cubicBezTo>
                    <a:pt x="402" y="1678"/>
                    <a:pt x="0" y="1794"/>
                    <a:pt x="2034" y="2070"/>
                  </a:cubicBezTo>
                  <a:cubicBezTo>
                    <a:pt x="4059" y="2356"/>
                    <a:pt x="6182" y="2766"/>
                    <a:pt x="5076" y="3391"/>
                  </a:cubicBezTo>
                  <a:cubicBezTo>
                    <a:pt x="3970" y="4006"/>
                    <a:pt x="5629" y="3988"/>
                    <a:pt x="7021" y="4140"/>
                  </a:cubicBezTo>
                  <a:cubicBezTo>
                    <a:pt x="8422" y="4292"/>
                    <a:pt x="11116" y="4845"/>
                    <a:pt x="8439" y="5987"/>
                  </a:cubicBezTo>
                  <a:cubicBezTo>
                    <a:pt x="5772" y="7129"/>
                    <a:pt x="1463" y="7887"/>
                    <a:pt x="3970" y="8261"/>
                  </a:cubicBezTo>
                  <a:cubicBezTo>
                    <a:pt x="6477" y="8636"/>
                    <a:pt x="526" y="11776"/>
                    <a:pt x="526" y="11776"/>
                  </a:cubicBezTo>
                  <a:lnTo>
                    <a:pt x="14202" y="11776"/>
                  </a:lnTo>
                  <a:lnTo>
                    <a:pt x="11812" y="7182"/>
                  </a:lnTo>
                  <a:cubicBezTo>
                    <a:pt x="11812" y="7182"/>
                    <a:pt x="8502" y="6495"/>
                    <a:pt x="10598" y="5362"/>
                  </a:cubicBezTo>
                  <a:cubicBezTo>
                    <a:pt x="12695" y="4229"/>
                    <a:pt x="10117" y="3926"/>
                    <a:pt x="8306" y="3810"/>
                  </a:cubicBezTo>
                  <a:cubicBezTo>
                    <a:pt x="6495" y="3694"/>
                    <a:pt x="5112" y="3551"/>
                    <a:pt x="5968" y="3087"/>
                  </a:cubicBezTo>
                  <a:cubicBezTo>
                    <a:pt x="6825" y="2623"/>
                    <a:pt x="6557" y="2284"/>
                    <a:pt x="3568" y="2035"/>
                  </a:cubicBezTo>
                  <a:cubicBezTo>
                    <a:pt x="571" y="1785"/>
                    <a:pt x="1231" y="1392"/>
                    <a:pt x="1820" y="964"/>
                  </a:cubicBezTo>
                  <a:cubicBezTo>
                    <a:pt x="2418" y="536"/>
                    <a:pt x="1320" y="491"/>
                    <a:pt x="1294" y="295"/>
                  </a:cubicBezTo>
                  <a:cubicBezTo>
                    <a:pt x="1276" y="108"/>
                    <a:pt x="2507" y="1"/>
                    <a:pt x="25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0" name="Google Shape;7540;p118"/>
          <p:cNvGrpSpPr/>
          <p:nvPr/>
        </p:nvGrpSpPr>
        <p:grpSpPr>
          <a:xfrm>
            <a:off x="3809369" y="-21219"/>
            <a:ext cx="5449400" cy="5178727"/>
            <a:chOff x="7946247" y="1587834"/>
            <a:chExt cx="775759" cy="737196"/>
          </a:xfrm>
        </p:grpSpPr>
        <p:sp>
          <p:nvSpPr>
            <p:cNvPr id="7541" name="Google Shape;7541;p118"/>
            <p:cNvSpPr/>
            <p:nvPr/>
          </p:nvSpPr>
          <p:spPr>
            <a:xfrm>
              <a:off x="8325333" y="2249500"/>
              <a:ext cx="33090" cy="75514"/>
            </a:xfrm>
            <a:custGeom>
              <a:rect b="b" l="l" r="r" t="t"/>
              <a:pathLst>
                <a:path extrusionOk="0" h="2079" w="911">
                  <a:moveTo>
                    <a:pt x="1" y="0"/>
                  </a:moveTo>
                  <a:lnTo>
                    <a:pt x="1" y="2079"/>
                  </a:lnTo>
                  <a:lnTo>
                    <a:pt x="911" y="2079"/>
                  </a:lnTo>
                  <a:lnTo>
                    <a:pt x="91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118"/>
            <p:cNvSpPr/>
            <p:nvPr/>
          </p:nvSpPr>
          <p:spPr>
            <a:xfrm>
              <a:off x="8325333" y="2249500"/>
              <a:ext cx="20123" cy="75514"/>
            </a:xfrm>
            <a:custGeom>
              <a:rect b="b" l="l" r="r" t="t"/>
              <a:pathLst>
                <a:path extrusionOk="0" h="2079" w="554">
                  <a:moveTo>
                    <a:pt x="1" y="0"/>
                  </a:moveTo>
                  <a:lnTo>
                    <a:pt x="1" y="2079"/>
                  </a:lnTo>
                  <a:lnTo>
                    <a:pt x="554" y="2079"/>
                  </a:lnTo>
                  <a:lnTo>
                    <a:pt x="55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118"/>
            <p:cNvSpPr/>
            <p:nvPr/>
          </p:nvSpPr>
          <p:spPr>
            <a:xfrm>
              <a:off x="8426125" y="2196035"/>
              <a:ext cx="33090" cy="128981"/>
            </a:xfrm>
            <a:custGeom>
              <a:rect b="b" l="l" r="r" t="t"/>
              <a:pathLst>
                <a:path extrusionOk="0" h="3551" w="911">
                  <a:moveTo>
                    <a:pt x="0" y="0"/>
                  </a:moveTo>
                  <a:lnTo>
                    <a:pt x="0" y="3551"/>
                  </a:lnTo>
                  <a:lnTo>
                    <a:pt x="910" y="3551"/>
                  </a:lnTo>
                  <a:lnTo>
                    <a:pt x="910"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118"/>
            <p:cNvSpPr/>
            <p:nvPr/>
          </p:nvSpPr>
          <p:spPr>
            <a:xfrm>
              <a:off x="8426125" y="2196035"/>
              <a:ext cx="20123" cy="128981"/>
            </a:xfrm>
            <a:custGeom>
              <a:rect b="b" l="l" r="r" t="t"/>
              <a:pathLst>
                <a:path extrusionOk="0" h="3551" w="554">
                  <a:moveTo>
                    <a:pt x="0" y="0"/>
                  </a:moveTo>
                  <a:lnTo>
                    <a:pt x="0" y="3551"/>
                  </a:lnTo>
                  <a:lnTo>
                    <a:pt x="553" y="3551"/>
                  </a:lnTo>
                  <a:lnTo>
                    <a:pt x="55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118"/>
            <p:cNvSpPr/>
            <p:nvPr/>
          </p:nvSpPr>
          <p:spPr>
            <a:xfrm>
              <a:off x="8526881" y="2129277"/>
              <a:ext cx="33090" cy="195742"/>
            </a:xfrm>
            <a:custGeom>
              <a:rect b="b" l="l" r="r" t="t"/>
              <a:pathLst>
                <a:path extrusionOk="0" h="5389" w="911">
                  <a:moveTo>
                    <a:pt x="1" y="1"/>
                  </a:moveTo>
                  <a:lnTo>
                    <a:pt x="1" y="5389"/>
                  </a:lnTo>
                  <a:lnTo>
                    <a:pt x="911" y="5389"/>
                  </a:lnTo>
                  <a:lnTo>
                    <a:pt x="91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118"/>
            <p:cNvSpPr/>
            <p:nvPr/>
          </p:nvSpPr>
          <p:spPr>
            <a:xfrm>
              <a:off x="8526881" y="2129277"/>
              <a:ext cx="20123" cy="195742"/>
            </a:xfrm>
            <a:custGeom>
              <a:rect b="b" l="l" r="r" t="t"/>
              <a:pathLst>
                <a:path extrusionOk="0" h="5389" w="554">
                  <a:moveTo>
                    <a:pt x="1" y="1"/>
                  </a:moveTo>
                  <a:lnTo>
                    <a:pt x="1" y="5389"/>
                  </a:lnTo>
                  <a:lnTo>
                    <a:pt x="554" y="5389"/>
                  </a:lnTo>
                  <a:lnTo>
                    <a:pt x="554"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118"/>
            <p:cNvSpPr/>
            <p:nvPr/>
          </p:nvSpPr>
          <p:spPr>
            <a:xfrm>
              <a:off x="8627672" y="2058958"/>
              <a:ext cx="33053" cy="266062"/>
            </a:xfrm>
            <a:custGeom>
              <a:rect b="b" l="l" r="r" t="t"/>
              <a:pathLst>
                <a:path extrusionOk="0" h="7325" w="910">
                  <a:moveTo>
                    <a:pt x="0" y="1"/>
                  </a:moveTo>
                  <a:lnTo>
                    <a:pt x="0" y="7325"/>
                  </a:lnTo>
                  <a:lnTo>
                    <a:pt x="910" y="7325"/>
                  </a:lnTo>
                  <a:lnTo>
                    <a:pt x="910"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118"/>
            <p:cNvSpPr/>
            <p:nvPr/>
          </p:nvSpPr>
          <p:spPr>
            <a:xfrm>
              <a:off x="8627672" y="2058958"/>
              <a:ext cx="20123" cy="266062"/>
            </a:xfrm>
            <a:custGeom>
              <a:rect b="b" l="l" r="r" t="t"/>
              <a:pathLst>
                <a:path extrusionOk="0" h="7325" w="554">
                  <a:moveTo>
                    <a:pt x="0" y="1"/>
                  </a:moveTo>
                  <a:lnTo>
                    <a:pt x="0" y="7325"/>
                  </a:lnTo>
                  <a:lnTo>
                    <a:pt x="553" y="7325"/>
                  </a:lnTo>
                  <a:lnTo>
                    <a:pt x="553"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118"/>
            <p:cNvSpPr/>
            <p:nvPr/>
          </p:nvSpPr>
          <p:spPr>
            <a:xfrm>
              <a:off x="8176924" y="2005493"/>
              <a:ext cx="540551" cy="319529"/>
            </a:xfrm>
            <a:custGeom>
              <a:rect b="b" l="l" r="r" t="t"/>
              <a:pathLst>
                <a:path extrusionOk="0" h="8797" w="14882">
                  <a:moveTo>
                    <a:pt x="14881" y="1"/>
                  </a:moveTo>
                  <a:lnTo>
                    <a:pt x="1" y="8797"/>
                  </a:lnTo>
                  <a:lnTo>
                    <a:pt x="1999" y="8797"/>
                  </a:lnTo>
                  <a:lnTo>
                    <a:pt x="14881" y="340"/>
                  </a:lnTo>
                  <a:lnTo>
                    <a:pt x="14881"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118"/>
            <p:cNvSpPr/>
            <p:nvPr/>
          </p:nvSpPr>
          <p:spPr>
            <a:xfrm>
              <a:off x="8249531" y="2017806"/>
              <a:ext cx="467943" cy="307216"/>
            </a:xfrm>
            <a:custGeom>
              <a:rect b="b" l="l" r="r" t="t"/>
              <a:pathLst>
                <a:path extrusionOk="0" h="8458" w="12883">
                  <a:moveTo>
                    <a:pt x="12882" y="1"/>
                  </a:moveTo>
                  <a:lnTo>
                    <a:pt x="0" y="8458"/>
                  </a:lnTo>
                  <a:lnTo>
                    <a:pt x="857" y="8458"/>
                  </a:lnTo>
                  <a:lnTo>
                    <a:pt x="12882" y="260"/>
                  </a:lnTo>
                  <a:lnTo>
                    <a:pt x="1288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118"/>
            <p:cNvSpPr/>
            <p:nvPr/>
          </p:nvSpPr>
          <p:spPr>
            <a:xfrm>
              <a:off x="8284835" y="1862888"/>
              <a:ext cx="427165" cy="213583"/>
            </a:xfrm>
            <a:custGeom>
              <a:rect b="b" l="l" r="r" t="t"/>
              <a:pathLst>
                <a:path extrusionOk="0" h="4827" w="9654">
                  <a:moveTo>
                    <a:pt x="9653" y="0"/>
                  </a:moveTo>
                  <a:lnTo>
                    <a:pt x="8948" y="482"/>
                  </a:lnTo>
                  <a:cubicBezTo>
                    <a:pt x="8948" y="482"/>
                    <a:pt x="8774" y="656"/>
                    <a:pt x="8707" y="656"/>
                  </a:cubicBezTo>
                  <a:cubicBezTo>
                    <a:pt x="8688" y="656"/>
                    <a:pt x="8677" y="642"/>
                    <a:pt x="8681" y="607"/>
                  </a:cubicBezTo>
                  <a:cubicBezTo>
                    <a:pt x="8687" y="553"/>
                    <a:pt x="8657" y="536"/>
                    <a:pt x="8615" y="536"/>
                  </a:cubicBezTo>
                  <a:cubicBezTo>
                    <a:pt x="8530" y="536"/>
                    <a:pt x="8395" y="607"/>
                    <a:pt x="8395" y="607"/>
                  </a:cubicBezTo>
                  <a:lnTo>
                    <a:pt x="7780" y="1044"/>
                  </a:lnTo>
                  <a:lnTo>
                    <a:pt x="6941" y="1178"/>
                  </a:lnTo>
                  <a:lnTo>
                    <a:pt x="5505" y="1187"/>
                  </a:lnTo>
                  <a:lnTo>
                    <a:pt x="4863" y="1365"/>
                  </a:lnTo>
                  <a:lnTo>
                    <a:pt x="4318" y="1365"/>
                  </a:lnTo>
                  <a:lnTo>
                    <a:pt x="3712" y="1544"/>
                  </a:lnTo>
                  <a:cubicBezTo>
                    <a:pt x="3712" y="1544"/>
                    <a:pt x="3582" y="1520"/>
                    <a:pt x="3388" y="1520"/>
                  </a:cubicBezTo>
                  <a:cubicBezTo>
                    <a:pt x="3227" y="1520"/>
                    <a:pt x="3022" y="1536"/>
                    <a:pt x="2811" y="1597"/>
                  </a:cubicBezTo>
                  <a:cubicBezTo>
                    <a:pt x="2338" y="1740"/>
                    <a:pt x="1910" y="1776"/>
                    <a:pt x="1910" y="1776"/>
                  </a:cubicBezTo>
                  <a:lnTo>
                    <a:pt x="197" y="2150"/>
                  </a:lnTo>
                  <a:cubicBezTo>
                    <a:pt x="197" y="2150"/>
                    <a:pt x="1" y="2231"/>
                    <a:pt x="1044" y="2587"/>
                  </a:cubicBezTo>
                  <a:cubicBezTo>
                    <a:pt x="2498" y="3096"/>
                    <a:pt x="3587" y="2846"/>
                    <a:pt x="3774" y="3087"/>
                  </a:cubicBezTo>
                  <a:cubicBezTo>
                    <a:pt x="3962" y="3328"/>
                    <a:pt x="3863" y="3167"/>
                    <a:pt x="4113" y="3497"/>
                  </a:cubicBezTo>
                  <a:cubicBezTo>
                    <a:pt x="4363" y="3818"/>
                    <a:pt x="4292" y="3890"/>
                    <a:pt x="4684" y="3917"/>
                  </a:cubicBezTo>
                  <a:cubicBezTo>
                    <a:pt x="4815" y="3926"/>
                    <a:pt x="4929" y="3928"/>
                    <a:pt x="5023" y="3928"/>
                  </a:cubicBezTo>
                  <a:cubicBezTo>
                    <a:pt x="5210" y="3928"/>
                    <a:pt x="5318" y="3917"/>
                    <a:pt x="5318" y="3917"/>
                  </a:cubicBezTo>
                  <a:lnTo>
                    <a:pt x="5790" y="3863"/>
                  </a:lnTo>
                  <a:lnTo>
                    <a:pt x="6040" y="3917"/>
                  </a:lnTo>
                  <a:cubicBezTo>
                    <a:pt x="6040" y="3917"/>
                    <a:pt x="6352" y="4131"/>
                    <a:pt x="6629" y="4175"/>
                  </a:cubicBezTo>
                  <a:cubicBezTo>
                    <a:pt x="6672" y="4184"/>
                    <a:pt x="6701" y="4187"/>
                    <a:pt x="6720" y="4187"/>
                  </a:cubicBezTo>
                  <a:cubicBezTo>
                    <a:pt x="6782" y="4187"/>
                    <a:pt x="6748" y="4155"/>
                    <a:pt x="6759" y="4155"/>
                  </a:cubicBezTo>
                  <a:lnTo>
                    <a:pt x="6759" y="4155"/>
                  </a:lnTo>
                  <a:cubicBezTo>
                    <a:pt x="6767" y="4155"/>
                    <a:pt x="6798" y="4172"/>
                    <a:pt x="6905" y="4229"/>
                  </a:cubicBezTo>
                  <a:cubicBezTo>
                    <a:pt x="7218" y="4380"/>
                    <a:pt x="7405" y="4452"/>
                    <a:pt x="7405" y="4452"/>
                  </a:cubicBezTo>
                  <a:cubicBezTo>
                    <a:pt x="7405" y="4452"/>
                    <a:pt x="7905" y="4505"/>
                    <a:pt x="8154" y="4568"/>
                  </a:cubicBezTo>
                  <a:cubicBezTo>
                    <a:pt x="8413" y="4630"/>
                    <a:pt x="8681" y="4666"/>
                    <a:pt x="8681" y="4666"/>
                  </a:cubicBezTo>
                  <a:lnTo>
                    <a:pt x="9653" y="4827"/>
                  </a:lnTo>
                  <a:lnTo>
                    <a:pt x="965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118"/>
            <p:cNvSpPr/>
            <p:nvPr/>
          </p:nvSpPr>
          <p:spPr>
            <a:xfrm>
              <a:off x="8454567" y="1962751"/>
              <a:ext cx="257432" cy="113716"/>
            </a:xfrm>
            <a:custGeom>
              <a:rect b="b" l="l" r="r" t="t"/>
              <a:pathLst>
                <a:path extrusionOk="0" h="2570" w="5818">
                  <a:moveTo>
                    <a:pt x="5817" y="0"/>
                  </a:moveTo>
                  <a:lnTo>
                    <a:pt x="5202" y="152"/>
                  </a:lnTo>
                  <a:lnTo>
                    <a:pt x="4809" y="411"/>
                  </a:lnTo>
                  <a:lnTo>
                    <a:pt x="4399" y="500"/>
                  </a:lnTo>
                  <a:lnTo>
                    <a:pt x="4006" y="830"/>
                  </a:lnTo>
                  <a:cubicBezTo>
                    <a:pt x="4006" y="830"/>
                    <a:pt x="3911" y="850"/>
                    <a:pt x="3781" y="850"/>
                  </a:cubicBezTo>
                  <a:cubicBezTo>
                    <a:pt x="3717" y="850"/>
                    <a:pt x="3643" y="845"/>
                    <a:pt x="3569" y="830"/>
                  </a:cubicBezTo>
                  <a:cubicBezTo>
                    <a:pt x="3426" y="796"/>
                    <a:pt x="3246" y="780"/>
                    <a:pt x="3042" y="780"/>
                  </a:cubicBezTo>
                  <a:cubicBezTo>
                    <a:pt x="2927" y="780"/>
                    <a:pt x="2805" y="785"/>
                    <a:pt x="2677" y="794"/>
                  </a:cubicBezTo>
                  <a:cubicBezTo>
                    <a:pt x="2363" y="817"/>
                    <a:pt x="2417" y="919"/>
                    <a:pt x="2416" y="919"/>
                  </a:cubicBezTo>
                  <a:cubicBezTo>
                    <a:pt x="2416" y="919"/>
                    <a:pt x="2414" y="917"/>
                    <a:pt x="2409" y="910"/>
                  </a:cubicBezTo>
                  <a:cubicBezTo>
                    <a:pt x="2405" y="906"/>
                    <a:pt x="2401" y="905"/>
                    <a:pt x="2395" y="905"/>
                  </a:cubicBezTo>
                  <a:cubicBezTo>
                    <a:pt x="2338" y="905"/>
                    <a:pt x="2204" y="1098"/>
                    <a:pt x="2204" y="1098"/>
                  </a:cubicBezTo>
                  <a:cubicBezTo>
                    <a:pt x="2204" y="1098"/>
                    <a:pt x="2052" y="1089"/>
                    <a:pt x="1847" y="1053"/>
                  </a:cubicBezTo>
                  <a:cubicBezTo>
                    <a:pt x="1788" y="1046"/>
                    <a:pt x="1746" y="1042"/>
                    <a:pt x="1710" y="1042"/>
                  </a:cubicBezTo>
                  <a:cubicBezTo>
                    <a:pt x="1618" y="1042"/>
                    <a:pt x="1577" y="1065"/>
                    <a:pt x="1428" y="1098"/>
                  </a:cubicBezTo>
                  <a:cubicBezTo>
                    <a:pt x="1223" y="1133"/>
                    <a:pt x="1080" y="1231"/>
                    <a:pt x="1080" y="1231"/>
                  </a:cubicBezTo>
                  <a:lnTo>
                    <a:pt x="946" y="1312"/>
                  </a:lnTo>
                  <a:lnTo>
                    <a:pt x="1" y="910"/>
                  </a:lnTo>
                  <a:lnTo>
                    <a:pt x="1" y="910"/>
                  </a:lnTo>
                  <a:cubicBezTo>
                    <a:pt x="99" y="1035"/>
                    <a:pt x="63" y="955"/>
                    <a:pt x="277" y="1240"/>
                  </a:cubicBezTo>
                  <a:cubicBezTo>
                    <a:pt x="527" y="1561"/>
                    <a:pt x="456" y="1633"/>
                    <a:pt x="848" y="1660"/>
                  </a:cubicBezTo>
                  <a:cubicBezTo>
                    <a:pt x="979" y="1669"/>
                    <a:pt x="1093" y="1671"/>
                    <a:pt x="1187" y="1671"/>
                  </a:cubicBezTo>
                  <a:cubicBezTo>
                    <a:pt x="1374" y="1671"/>
                    <a:pt x="1482" y="1660"/>
                    <a:pt x="1482" y="1660"/>
                  </a:cubicBezTo>
                  <a:lnTo>
                    <a:pt x="1954" y="1606"/>
                  </a:lnTo>
                  <a:lnTo>
                    <a:pt x="2204" y="1660"/>
                  </a:lnTo>
                  <a:cubicBezTo>
                    <a:pt x="2204" y="1660"/>
                    <a:pt x="2516" y="1874"/>
                    <a:pt x="2793" y="1918"/>
                  </a:cubicBezTo>
                  <a:cubicBezTo>
                    <a:pt x="2836" y="1927"/>
                    <a:pt x="2865" y="1930"/>
                    <a:pt x="2884" y="1930"/>
                  </a:cubicBezTo>
                  <a:cubicBezTo>
                    <a:pt x="2946" y="1930"/>
                    <a:pt x="2912" y="1898"/>
                    <a:pt x="2923" y="1898"/>
                  </a:cubicBezTo>
                  <a:lnTo>
                    <a:pt x="2923" y="1898"/>
                  </a:lnTo>
                  <a:cubicBezTo>
                    <a:pt x="2931" y="1898"/>
                    <a:pt x="2962" y="1915"/>
                    <a:pt x="3069" y="1972"/>
                  </a:cubicBezTo>
                  <a:cubicBezTo>
                    <a:pt x="3382" y="2123"/>
                    <a:pt x="3569" y="2195"/>
                    <a:pt x="3569" y="2195"/>
                  </a:cubicBezTo>
                  <a:cubicBezTo>
                    <a:pt x="3569" y="2195"/>
                    <a:pt x="4069" y="2248"/>
                    <a:pt x="4318" y="2311"/>
                  </a:cubicBezTo>
                  <a:cubicBezTo>
                    <a:pt x="4577" y="2373"/>
                    <a:pt x="4845" y="2409"/>
                    <a:pt x="4845" y="2409"/>
                  </a:cubicBezTo>
                  <a:lnTo>
                    <a:pt x="5817" y="2570"/>
                  </a:lnTo>
                  <a:lnTo>
                    <a:pt x="5817"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118"/>
            <p:cNvSpPr/>
            <p:nvPr/>
          </p:nvSpPr>
          <p:spPr>
            <a:xfrm>
              <a:off x="8293508" y="1862888"/>
              <a:ext cx="418493" cy="100176"/>
            </a:xfrm>
            <a:custGeom>
              <a:rect b="b" l="l" r="r" t="t"/>
              <a:pathLst>
                <a:path extrusionOk="0" h="2264" w="9458">
                  <a:moveTo>
                    <a:pt x="9457" y="0"/>
                  </a:moveTo>
                  <a:lnTo>
                    <a:pt x="8752" y="482"/>
                  </a:lnTo>
                  <a:cubicBezTo>
                    <a:pt x="8752" y="482"/>
                    <a:pt x="8578" y="656"/>
                    <a:pt x="8511" y="656"/>
                  </a:cubicBezTo>
                  <a:cubicBezTo>
                    <a:pt x="8492" y="656"/>
                    <a:pt x="8481" y="642"/>
                    <a:pt x="8485" y="607"/>
                  </a:cubicBezTo>
                  <a:cubicBezTo>
                    <a:pt x="8491" y="553"/>
                    <a:pt x="8461" y="536"/>
                    <a:pt x="8419" y="536"/>
                  </a:cubicBezTo>
                  <a:cubicBezTo>
                    <a:pt x="8334" y="536"/>
                    <a:pt x="8199" y="607"/>
                    <a:pt x="8199" y="607"/>
                  </a:cubicBezTo>
                  <a:lnTo>
                    <a:pt x="7584" y="1044"/>
                  </a:lnTo>
                  <a:lnTo>
                    <a:pt x="6745" y="1178"/>
                  </a:lnTo>
                  <a:lnTo>
                    <a:pt x="5309" y="1187"/>
                  </a:lnTo>
                  <a:lnTo>
                    <a:pt x="4667" y="1365"/>
                  </a:lnTo>
                  <a:lnTo>
                    <a:pt x="4122" y="1365"/>
                  </a:lnTo>
                  <a:lnTo>
                    <a:pt x="3516" y="1544"/>
                  </a:lnTo>
                  <a:cubicBezTo>
                    <a:pt x="3516" y="1544"/>
                    <a:pt x="3386" y="1520"/>
                    <a:pt x="3192" y="1520"/>
                  </a:cubicBezTo>
                  <a:cubicBezTo>
                    <a:pt x="3031" y="1520"/>
                    <a:pt x="2826" y="1536"/>
                    <a:pt x="2615" y="1597"/>
                  </a:cubicBezTo>
                  <a:cubicBezTo>
                    <a:pt x="2142" y="1740"/>
                    <a:pt x="1714" y="1776"/>
                    <a:pt x="1714" y="1776"/>
                  </a:cubicBezTo>
                  <a:lnTo>
                    <a:pt x="1" y="2150"/>
                  </a:lnTo>
                  <a:lnTo>
                    <a:pt x="170" y="2239"/>
                  </a:lnTo>
                  <a:cubicBezTo>
                    <a:pt x="170" y="2239"/>
                    <a:pt x="262" y="2263"/>
                    <a:pt x="341" y="2263"/>
                  </a:cubicBezTo>
                  <a:cubicBezTo>
                    <a:pt x="380" y="2263"/>
                    <a:pt x="417" y="2257"/>
                    <a:pt x="438" y="2239"/>
                  </a:cubicBezTo>
                  <a:cubicBezTo>
                    <a:pt x="500" y="2186"/>
                    <a:pt x="1098" y="2150"/>
                    <a:pt x="1098" y="2150"/>
                  </a:cubicBezTo>
                  <a:lnTo>
                    <a:pt x="1508" y="2052"/>
                  </a:lnTo>
                  <a:lnTo>
                    <a:pt x="1919" y="1972"/>
                  </a:lnTo>
                  <a:cubicBezTo>
                    <a:pt x="1919" y="1972"/>
                    <a:pt x="2133" y="1918"/>
                    <a:pt x="2258" y="1874"/>
                  </a:cubicBezTo>
                  <a:cubicBezTo>
                    <a:pt x="2315" y="1853"/>
                    <a:pt x="2399" y="1848"/>
                    <a:pt x="2474" y="1848"/>
                  </a:cubicBezTo>
                  <a:cubicBezTo>
                    <a:pt x="2564" y="1848"/>
                    <a:pt x="2641" y="1856"/>
                    <a:pt x="2641" y="1856"/>
                  </a:cubicBezTo>
                  <a:lnTo>
                    <a:pt x="3302" y="1972"/>
                  </a:lnTo>
                  <a:lnTo>
                    <a:pt x="3685" y="1865"/>
                  </a:lnTo>
                  <a:lnTo>
                    <a:pt x="4015" y="1749"/>
                  </a:lnTo>
                  <a:lnTo>
                    <a:pt x="4354" y="1686"/>
                  </a:lnTo>
                  <a:lnTo>
                    <a:pt x="4961" y="1722"/>
                  </a:lnTo>
                  <a:lnTo>
                    <a:pt x="5353" y="1740"/>
                  </a:lnTo>
                  <a:lnTo>
                    <a:pt x="5737" y="1642"/>
                  </a:lnTo>
                  <a:lnTo>
                    <a:pt x="6112" y="1642"/>
                  </a:lnTo>
                  <a:lnTo>
                    <a:pt x="6469" y="1829"/>
                  </a:lnTo>
                  <a:lnTo>
                    <a:pt x="6870" y="1776"/>
                  </a:lnTo>
                  <a:lnTo>
                    <a:pt x="7120" y="1695"/>
                  </a:lnTo>
                  <a:lnTo>
                    <a:pt x="7949" y="1472"/>
                  </a:lnTo>
                  <a:lnTo>
                    <a:pt x="8404" y="1356"/>
                  </a:lnTo>
                  <a:lnTo>
                    <a:pt x="8485" y="1214"/>
                  </a:lnTo>
                  <a:cubicBezTo>
                    <a:pt x="8485" y="1214"/>
                    <a:pt x="8529" y="1169"/>
                    <a:pt x="8485" y="1098"/>
                  </a:cubicBezTo>
                  <a:cubicBezTo>
                    <a:pt x="8449" y="1026"/>
                    <a:pt x="8574" y="973"/>
                    <a:pt x="8690" y="839"/>
                  </a:cubicBezTo>
                  <a:cubicBezTo>
                    <a:pt x="8729" y="794"/>
                    <a:pt x="8756" y="779"/>
                    <a:pt x="8776" y="779"/>
                  </a:cubicBezTo>
                  <a:cubicBezTo>
                    <a:pt x="8816" y="779"/>
                    <a:pt x="8824" y="839"/>
                    <a:pt x="8824" y="839"/>
                  </a:cubicBezTo>
                  <a:cubicBezTo>
                    <a:pt x="8824" y="839"/>
                    <a:pt x="8894" y="853"/>
                    <a:pt x="8981" y="853"/>
                  </a:cubicBezTo>
                  <a:cubicBezTo>
                    <a:pt x="9060" y="853"/>
                    <a:pt x="9152" y="841"/>
                    <a:pt x="9216" y="794"/>
                  </a:cubicBezTo>
                  <a:cubicBezTo>
                    <a:pt x="9350" y="696"/>
                    <a:pt x="9270" y="634"/>
                    <a:pt x="9314" y="384"/>
                  </a:cubicBezTo>
                  <a:cubicBezTo>
                    <a:pt x="9350" y="134"/>
                    <a:pt x="9457" y="0"/>
                    <a:pt x="9457"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118"/>
            <p:cNvSpPr/>
            <p:nvPr/>
          </p:nvSpPr>
          <p:spPr>
            <a:xfrm>
              <a:off x="8473089" y="2197343"/>
              <a:ext cx="248918" cy="127674"/>
            </a:xfrm>
            <a:custGeom>
              <a:rect b="b" l="l" r="r" t="t"/>
              <a:pathLst>
                <a:path extrusionOk="0" h="3515" w="6853">
                  <a:moveTo>
                    <a:pt x="3426" y="0"/>
                  </a:moveTo>
                  <a:cubicBezTo>
                    <a:pt x="3105" y="54"/>
                    <a:pt x="3087" y="678"/>
                    <a:pt x="3087" y="678"/>
                  </a:cubicBezTo>
                  <a:cubicBezTo>
                    <a:pt x="3087" y="678"/>
                    <a:pt x="2826" y="187"/>
                    <a:pt x="2603" y="187"/>
                  </a:cubicBezTo>
                  <a:cubicBezTo>
                    <a:pt x="2586" y="187"/>
                    <a:pt x="2569" y="190"/>
                    <a:pt x="2552" y="196"/>
                  </a:cubicBezTo>
                  <a:cubicBezTo>
                    <a:pt x="2320" y="277"/>
                    <a:pt x="2365" y="999"/>
                    <a:pt x="2365" y="999"/>
                  </a:cubicBezTo>
                  <a:cubicBezTo>
                    <a:pt x="2365" y="999"/>
                    <a:pt x="2038" y="539"/>
                    <a:pt x="1832" y="539"/>
                  </a:cubicBezTo>
                  <a:cubicBezTo>
                    <a:pt x="1812" y="539"/>
                    <a:pt x="1793" y="544"/>
                    <a:pt x="1776" y="553"/>
                  </a:cubicBezTo>
                  <a:cubicBezTo>
                    <a:pt x="1580" y="660"/>
                    <a:pt x="1776" y="1383"/>
                    <a:pt x="1776" y="1383"/>
                  </a:cubicBezTo>
                  <a:cubicBezTo>
                    <a:pt x="1776" y="1383"/>
                    <a:pt x="1409" y="1088"/>
                    <a:pt x="1192" y="1088"/>
                  </a:cubicBezTo>
                  <a:cubicBezTo>
                    <a:pt x="1155" y="1088"/>
                    <a:pt x="1123" y="1096"/>
                    <a:pt x="1098" y="1115"/>
                  </a:cubicBezTo>
                  <a:cubicBezTo>
                    <a:pt x="928" y="1249"/>
                    <a:pt x="1250" y="2043"/>
                    <a:pt x="1250" y="2043"/>
                  </a:cubicBezTo>
                  <a:cubicBezTo>
                    <a:pt x="1250" y="2043"/>
                    <a:pt x="849" y="1700"/>
                    <a:pt x="607" y="1700"/>
                  </a:cubicBezTo>
                  <a:cubicBezTo>
                    <a:pt x="581" y="1700"/>
                    <a:pt x="557" y="1704"/>
                    <a:pt x="536" y="1713"/>
                  </a:cubicBezTo>
                  <a:cubicBezTo>
                    <a:pt x="322" y="1793"/>
                    <a:pt x="750" y="2801"/>
                    <a:pt x="750" y="2801"/>
                  </a:cubicBezTo>
                  <a:cubicBezTo>
                    <a:pt x="750" y="2801"/>
                    <a:pt x="485" y="2553"/>
                    <a:pt x="293" y="2553"/>
                  </a:cubicBezTo>
                  <a:cubicBezTo>
                    <a:pt x="246" y="2553"/>
                    <a:pt x="203" y="2568"/>
                    <a:pt x="170" y="2605"/>
                  </a:cubicBezTo>
                  <a:cubicBezTo>
                    <a:pt x="1" y="2783"/>
                    <a:pt x="420" y="3515"/>
                    <a:pt x="420" y="3515"/>
                  </a:cubicBezTo>
                  <a:lnTo>
                    <a:pt x="6433" y="3515"/>
                  </a:lnTo>
                  <a:cubicBezTo>
                    <a:pt x="6433" y="3515"/>
                    <a:pt x="6852" y="2783"/>
                    <a:pt x="6683" y="2605"/>
                  </a:cubicBezTo>
                  <a:cubicBezTo>
                    <a:pt x="6649" y="2568"/>
                    <a:pt x="6607" y="2553"/>
                    <a:pt x="6560" y="2553"/>
                  </a:cubicBezTo>
                  <a:cubicBezTo>
                    <a:pt x="6368" y="2553"/>
                    <a:pt x="6103" y="2801"/>
                    <a:pt x="6103" y="2801"/>
                  </a:cubicBezTo>
                  <a:cubicBezTo>
                    <a:pt x="6103" y="2801"/>
                    <a:pt x="6531" y="1793"/>
                    <a:pt x="6317" y="1713"/>
                  </a:cubicBezTo>
                  <a:cubicBezTo>
                    <a:pt x="6295" y="1704"/>
                    <a:pt x="6271" y="1700"/>
                    <a:pt x="6246" y="1700"/>
                  </a:cubicBezTo>
                  <a:cubicBezTo>
                    <a:pt x="6004" y="1700"/>
                    <a:pt x="5603" y="2043"/>
                    <a:pt x="5603" y="2043"/>
                  </a:cubicBezTo>
                  <a:cubicBezTo>
                    <a:pt x="5603" y="2043"/>
                    <a:pt x="5924" y="1249"/>
                    <a:pt x="5755" y="1115"/>
                  </a:cubicBezTo>
                  <a:cubicBezTo>
                    <a:pt x="5729" y="1096"/>
                    <a:pt x="5697" y="1088"/>
                    <a:pt x="5661" y="1088"/>
                  </a:cubicBezTo>
                  <a:cubicBezTo>
                    <a:pt x="5444" y="1088"/>
                    <a:pt x="5077" y="1383"/>
                    <a:pt x="5077" y="1383"/>
                  </a:cubicBezTo>
                  <a:cubicBezTo>
                    <a:pt x="5077" y="1383"/>
                    <a:pt x="5273" y="660"/>
                    <a:pt x="5077" y="553"/>
                  </a:cubicBezTo>
                  <a:cubicBezTo>
                    <a:pt x="5059" y="544"/>
                    <a:pt x="5041" y="539"/>
                    <a:pt x="5021" y="539"/>
                  </a:cubicBezTo>
                  <a:cubicBezTo>
                    <a:pt x="4814" y="539"/>
                    <a:pt x="4488" y="999"/>
                    <a:pt x="4488" y="999"/>
                  </a:cubicBezTo>
                  <a:cubicBezTo>
                    <a:pt x="4488" y="999"/>
                    <a:pt x="4533" y="277"/>
                    <a:pt x="4301" y="196"/>
                  </a:cubicBezTo>
                  <a:cubicBezTo>
                    <a:pt x="4284" y="190"/>
                    <a:pt x="4267" y="187"/>
                    <a:pt x="4249" y="187"/>
                  </a:cubicBezTo>
                  <a:cubicBezTo>
                    <a:pt x="4026" y="187"/>
                    <a:pt x="3765" y="678"/>
                    <a:pt x="3765" y="678"/>
                  </a:cubicBezTo>
                  <a:cubicBezTo>
                    <a:pt x="3765" y="678"/>
                    <a:pt x="3748" y="54"/>
                    <a:pt x="34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118"/>
            <p:cNvSpPr/>
            <p:nvPr/>
          </p:nvSpPr>
          <p:spPr>
            <a:xfrm>
              <a:off x="8520742" y="2245941"/>
              <a:ext cx="153935" cy="79074"/>
            </a:xfrm>
            <a:custGeom>
              <a:rect b="b" l="l" r="r" t="t"/>
              <a:pathLst>
                <a:path extrusionOk="0" h="2177" w="4238">
                  <a:moveTo>
                    <a:pt x="2114" y="0"/>
                  </a:moveTo>
                  <a:cubicBezTo>
                    <a:pt x="1918" y="36"/>
                    <a:pt x="1909" y="428"/>
                    <a:pt x="1909" y="428"/>
                  </a:cubicBezTo>
                  <a:cubicBezTo>
                    <a:pt x="1909" y="428"/>
                    <a:pt x="1747" y="120"/>
                    <a:pt x="1602" y="120"/>
                  </a:cubicBezTo>
                  <a:cubicBezTo>
                    <a:pt x="1592" y="120"/>
                    <a:pt x="1581" y="121"/>
                    <a:pt x="1570" y="125"/>
                  </a:cubicBezTo>
                  <a:cubicBezTo>
                    <a:pt x="1427" y="170"/>
                    <a:pt x="1454" y="625"/>
                    <a:pt x="1454" y="625"/>
                  </a:cubicBezTo>
                  <a:cubicBezTo>
                    <a:pt x="1454" y="625"/>
                    <a:pt x="1256" y="338"/>
                    <a:pt x="1133" y="338"/>
                  </a:cubicBezTo>
                  <a:cubicBezTo>
                    <a:pt x="1120" y="338"/>
                    <a:pt x="1108" y="342"/>
                    <a:pt x="1097" y="348"/>
                  </a:cubicBezTo>
                  <a:cubicBezTo>
                    <a:pt x="972" y="411"/>
                    <a:pt x="1097" y="857"/>
                    <a:pt x="1097" y="857"/>
                  </a:cubicBezTo>
                  <a:cubicBezTo>
                    <a:pt x="1097" y="857"/>
                    <a:pt x="873" y="677"/>
                    <a:pt x="739" y="677"/>
                  </a:cubicBezTo>
                  <a:cubicBezTo>
                    <a:pt x="715" y="677"/>
                    <a:pt x="694" y="683"/>
                    <a:pt x="678" y="696"/>
                  </a:cubicBezTo>
                  <a:cubicBezTo>
                    <a:pt x="571" y="776"/>
                    <a:pt x="767" y="1267"/>
                    <a:pt x="767" y="1267"/>
                  </a:cubicBezTo>
                  <a:cubicBezTo>
                    <a:pt x="767" y="1267"/>
                    <a:pt x="518" y="1055"/>
                    <a:pt x="372" y="1055"/>
                  </a:cubicBezTo>
                  <a:cubicBezTo>
                    <a:pt x="357" y="1055"/>
                    <a:pt x="343" y="1057"/>
                    <a:pt x="330" y="1062"/>
                  </a:cubicBezTo>
                  <a:cubicBezTo>
                    <a:pt x="196" y="1115"/>
                    <a:pt x="455" y="1731"/>
                    <a:pt x="455" y="1731"/>
                  </a:cubicBezTo>
                  <a:cubicBezTo>
                    <a:pt x="455" y="1731"/>
                    <a:pt x="295" y="1582"/>
                    <a:pt x="176" y="1582"/>
                  </a:cubicBezTo>
                  <a:cubicBezTo>
                    <a:pt x="147" y="1582"/>
                    <a:pt x="120" y="1592"/>
                    <a:pt x="98" y="1615"/>
                  </a:cubicBezTo>
                  <a:cubicBezTo>
                    <a:pt x="0" y="1722"/>
                    <a:pt x="250" y="2177"/>
                    <a:pt x="250" y="2177"/>
                  </a:cubicBezTo>
                  <a:lnTo>
                    <a:pt x="3979" y="2177"/>
                  </a:lnTo>
                  <a:cubicBezTo>
                    <a:pt x="3979" y="2177"/>
                    <a:pt x="4238" y="1722"/>
                    <a:pt x="4131" y="1615"/>
                  </a:cubicBezTo>
                  <a:cubicBezTo>
                    <a:pt x="4109" y="1592"/>
                    <a:pt x="4082" y="1582"/>
                    <a:pt x="4052" y="1582"/>
                  </a:cubicBezTo>
                  <a:cubicBezTo>
                    <a:pt x="3934" y="1582"/>
                    <a:pt x="3774" y="1731"/>
                    <a:pt x="3774" y="1731"/>
                  </a:cubicBezTo>
                  <a:cubicBezTo>
                    <a:pt x="3774" y="1731"/>
                    <a:pt x="4032" y="1115"/>
                    <a:pt x="3899" y="1062"/>
                  </a:cubicBezTo>
                  <a:cubicBezTo>
                    <a:pt x="3886" y="1057"/>
                    <a:pt x="3872" y="1055"/>
                    <a:pt x="3857" y="1055"/>
                  </a:cubicBezTo>
                  <a:cubicBezTo>
                    <a:pt x="3711" y="1055"/>
                    <a:pt x="3461" y="1267"/>
                    <a:pt x="3461" y="1267"/>
                  </a:cubicBezTo>
                  <a:cubicBezTo>
                    <a:pt x="3461" y="1267"/>
                    <a:pt x="3658" y="776"/>
                    <a:pt x="3551" y="696"/>
                  </a:cubicBezTo>
                  <a:cubicBezTo>
                    <a:pt x="3534" y="683"/>
                    <a:pt x="3513" y="677"/>
                    <a:pt x="3490" y="677"/>
                  </a:cubicBezTo>
                  <a:cubicBezTo>
                    <a:pt x="3356" y="677"/>
                    <a:pt x="3131" y="857"/>
                    <a:pt x="3131" y="857"/>
                  </a:cubicBezTo>
                  <a:cubicBezTo>
                    <a:pt x="3131" y="857"/>
                    <a:pt x="3256" y="411"/>
                    <a:pt x="3131" y="348"/>
                  </a:cubicBezTo>
                  <a:cubicBezTo>
                    <a:pt x="3121" y="342"/>
                    <a:pt x="3109" y="338"/>
                    <a:pt x="3096" y="338"/>
                  </a:cubicBezTo>
                  <a:cubicBezTo>
                    <a:pt x="2973" y="338"/>
                    <a:pt x="2775" y="625"/>
                    <a:pt x="2775" y="625"/>
                  </a:cubicBezTo>
                  <a:cubicBezTo>
                    <a:pt x="2775" y="625"/>
                    <a:pt x="2801" y="170"/>
                    <a:pt x="2659" y="125"/>
                  </a:cubicBezTo>
                  <a:cubicBezTo>
                    <a:pt x="2649" y="121"/>
                    <a:pt x="2638" y="120"/>
                    <a:pt x="2628" y="120"/>
                  </a:cubicBezTo>
                  <a:cubicBezTo>
                    <a:pt x="2491" y="120"/>
                    <a:pt x="2328" y="428"/>
                    <a:pt x="2328" y="428"/>
                  </a:cubicBezTo>
                  <a:cubicBezTo>
                    <a:pt x="2328" y="428"/>
                    <a:pt x="2311" y="36"/>
                    <a:pt x="2114"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118"/>
            <p:cNvSpPr/>
            <p:nvPr/>
          </p:nvSpPr>
          <p:spPr>
            <a:xfrm>
              <a:off x="8609185" y="2064552"/>
              <a:ext cx="108277" cy="136718"/>
            </a:xfrm>
            <a:custGeom>
              <a:rect b="b" l="l" r="r" t="t"/>
              <a:pathLst>
                <a:path extrusionOk="0" h="3764" w="2981">
                  <a:moveTo>
                    <a:pt x="2931" y="1"/>
                  </a:moveTo>
                  <a:cubicBezTo>
                    <a:pt x="2915" y="1"/>
                    <a:pt x="2900" y="3"/>
                    <a:pt x="2882" y="7"/>
                  </a:cubicBezTo>
                  <a:cubicBezTo>
                    <a:pt x="2623" y="106"/>
                    <a:pt x="2668" y="926"/>
                    <a:pt x="2668" y="926"/>
                  </a:cubicBezTo>
                  <a:cubicBezTo>
                    <a:pt x="2668" y="926"/>
                    <a:pt x="2306" y="401"/>
                    <a:pt x="2072" y="401"/>
                  </a:cubicBezTo>
                  <a:cubicBezTo>
                    <a:pt x="2050" y="401"/>
                    <a:pt x="2028" y="407"/>
                    <a:pt x="2008" y="418"/>
                  </a:cubicBezTo>
                  <a:cubicBezTo>
                    <a:pt x="1794" y="543"/>
                    <a:pt x="2008" y="1354"/>
                    <a:pt x="2008" y="1354"/>
                  </a:cubicBezTo>
                  <a:cubicBezTo>
                    <a:pt x="2008" y="1354"/>
                    <a:pt x="1588" y="1020"/>
                    <a:pt x="1350" y="1020"/>
                  </a:cubicBezTo>
                  <a:cubicBezTo>
                    <a:pt x="1311" y="1020"/>
                    <a:pt x="1276" y="1029"/>
                    <a:pt x="1249" y="1051"/>
                  </a:cubicBezTo>
                  <a:cubicBezTo>
                    <a:pt x="1053" y="1203"/>
                    <a:pt x="1410" y="2095"/>
                    <a:pt x="1410" y="2095"/>
                  </a:cubicBezTo>
                  <a:cubicBezTo>
                    <a:pt x="1410" y="2095"/>
                    <a:pt x="950" y="1709"/>
                    <a:pt x="686" y="1709"/>
                  </a:cubicBezTo>
                  <a:cubicBezTo>
                    <a:pt x="661" y="1709"/>
                    <a:pt x="637" y="1712"/>
                    <a:pt x="616" y="1720"/>
                  </a:cubicBezTo>
                  <a:cubicBezTo>
                    <a:pt x="366" y="1818"/>
                    <a:pt x="848" y="2951"/>
                    <a:pt x="848" y="2951"/>
                  </a:cubicBezTo>
                  <a:cubicBezTo>
                    <a:pt x="848" y="2951"/>
                    <a:pt x="552" y="2673"/>
                    <a:pt x="334" y="2673"/>
                  </a:cubicBezTo>
                  <a:cubicBezTo>
                    <a:pt x="282" y="2673"/>
                    <a:pt x="235" y="2689"/>
                    <a:pt x="197" y="2728"/>
                  </a:cubicBezTo>
                  <a:cubicBezTo>
                    <a:pt x="1" y="2942"/>
                    <a:pt x="473" y="3763"/>
                    <a:pt x="473" y="3763"/>
                  </a:cubicBezTo>
                  <a:lnTo>
                    <a:pt x="2980" y="3763"/>
                  </a:lnTo>
                  <a:lnTo>
                    <a:pt x="2980" y="7"/>
                  </a:lnTo>
                  <a:cubicBezTo>
                    <a:pt x="2962" y="3"/>
                    <a:pt x="2947" y="1"/>
                    <a:pt x="29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118"/>
            <p:cNvSpPr/>
            <p:nvPr/>
          </p:nvSpPr>
          <p:spPr>
            <a:xfrm>
              <a:off x="8662977" y="2125717"/>
              <a:ext cx="54484" cy="75551"/>
            </a:xfrm>
            <a:custGeom>
              <a:rect b="b" l="l" r="r" t="t"/>
              <a:pathLst>
                <a:path extrusionOk="0" h="2080" w="1500">
                  <a:moveTo>
                    <a:pt x="1281" y="0"/>
                  </a:moveTo>
                  <a:cubicBezTo>
                    <a:pt x="1267" y="0"/>
                    <a:pt x="1253" y="3"/>
                    <a:pt x="1240" y="9"/>
                  </a:cubicBezTo>
                  <a:cubicBezTo>
                    <a:pt x="1107" y="90"/>
                    <a:pt x="1240" y="589"/>
                    <a:pt x="1240" y="589"/>
                  </a:cubicBezTo>
                  <a:cubicBezTo>
                    <a:pt x="1240" y="589"/>
                    <a:pt x="976" y="384"/>
                    <a:pt x="828" y="384"/>
                  </a:cubicBezTo>
                  <a:cubicBezTo>
                    <a:pt x="804" y="384"/>
                    <a:pt x="784" y="390"/>
                    <a:pt x="768" y="402"/>
                  </a:cubicBezTo>
                  <a:cubicBezTo>
                    <a:pt x="652" y="500"/>
                    <a:pt x="866" y="1044"/>
                    <a:pt x="866" y="1044"/>
                  </a:cubicBezTo>
                  <a:cubicBezTo>
                    <a:pt x="866" y="1044"/>
                    <a:pt x="582" y="806"/>
                    <a:pt x="418" y="806"/>
                  </a:cubicBezTo>
                  <a:cubicBezTo>
                    <a:pt x="402" y="806"/>
                    <a:pt x="388" y="808"/>
                    <a:pt x="375" y="812"/>
                  </a:cubicBezTo>
                  <a:cubicBezTo>
                    <a:pt x="223" y="875"/>
                    <a:pt x="518" y="1580"/>
                    <a:pt x="518" y="1580"/>
                  </a:cubicBezTo>
                  <a:cubicBezTo>
                    <a:pt x="518" y="1580"/>
                    <a:pt x="336" y="1404"/>
                    <a:pt x="201" y="1404"/>
                  </a:cubicBezTo>
                  <a:cubicBezTo>
                    <a:pt x="169" y="1404"/>
                    <a:pt x="140" y="1413"/>
                    <a:pt x="116" y="1437"/>
                  </a:cubicBezTo>
                  <a:cubicBezTo>
                    <a:pt x="0" y="1571"/>
                    <a:pt x="286" y="2079"/>
                    <a:pt x="286" y="2079"/>
                  </a:cubicBezTo>
                  <a:lnTo>
                    <a:pt x="1499" y="2079"/>
                  </a:lnTo>
                  <a:lnTo>
                    <a:pt x="1499" y="134"/>
                  </a:lnTo>
                  <a:cubicBezTo>
                    <a:pt x="1426" y="61"/>
                    <a:pt x="1347" y="0"/>
                    <a:pt x="128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118"/>
            <p:cNvSpPr/>
            <p:nvPr/>
          </p:nvSpPr>
          <p:spPr>
            <a:xfrm>
              <a:off x="8481515" y="1811102"/>
              <a:ext cx="170171" cy="132396"/>
            </a:xfrm>
            <a:custGeom>
              <a:rect b="b" l="l" r="r" t="t"/>
              <a:pathLst>
                <a:path extrusionOk="0" h="3645" w="4685">
                  <a:moveTo>
                    <a:pt x="465" y="0"/>
                  </a:moveTo>
                  <a:lnTo>
                    <a:pt x="1" y="116"/>
                  </a:lnTo>
                  <a:cubicBezTo>
                    <a:pt x="1" y="116"/>
                    <a:pt x="1108" y="3644"/>
                    <a:pt x="4484" y="3644"/>
                  </a:cubicBezTo>
                  <a:cubicBezTo>
                    <a:pt x="4550" y="3644"/>
                    <a:pt x="4617" y="3643"/>
                    <a:pt x="4684" y="3640"/>
                  </a:cubicBezTo>
                  <a:lnTo>
                    <a:pt x="4684" y="2837"/>
                  </a:lnTo>
                  <a:cubicBezTo>
                    <a:pt x="4684" y="2837"/>
                    <a:pt x="4506" y="2868"/>
                    <a:pt x="4219" y="2868"/>
                  </a:cubicBezTo>
                  <a:cubicBezTo>
                    <a:pt x="3317" y="2868"/>
                    <a:pt x="1338" y="2560"/>
                    <a:pt x="465" y="0"/>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118"/>
            <p:cNvSpPr/>
            <p:nvPr/>
          </p:nvSpPr>
          <p:spPr>
            <a:xfrm>
              <a:off x="8481515" y="1814334"/>
              <a:ext cx="170171" cy="129163"/>
            </a:xfrm>
            <a:custGeom>
              <a:rect b="b" l="l" r="r" t="t"/>
              <a:pathLst>
                <a:path extrusionOk="0" h="3556" w="4685">
                  <a:moveTo>
                    <a:pt x="117" y="0"/>
                  </a:moveTo>
                  <a:lnTo>
                    <a:pt x="1" y="27"/>
                  </a:lnTo>
                  <a:cubicBezTo>
                    <a:pt x="1" y="27"/>
                    <a:pt x="1108" y="3555"/>
                    <a:pt x="4484" y="3555"/>
                  </a:cubicBezTo>
                  <a:cubicBezTo>
                    <a:pt x="4550" y="3555"/>
                    <a:pt x="4617" y="3554"/>
                    <a:pt x="4684" y="3551"/>
                  </a:cubicBezTo>
                  <a:lnTo>
                    <a:pt x="4684" y="3221"/>
                  </a:lnTo>
                  <a:cubicBezTo>
                    <a:pt x="4618" y="3224"/>
                    <a:pt x="4552" y="3225"/>
                    <a:pt x="4487" y="3225"/>
                  </a:cubicBezTo>
                  <a:cubicBezTo>
                    <a:pt x="1717" y="3225"/>
                    <a:pt x="474" y="855"/>
                    <a:pt x="117"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118"/>
            <p:cNvSpPr/>
            <p:nvPr/>
          </p:nvSpPr>
          <p:spPr>
            <a:xfrm>
              <a:off x="8578711" y="1765082"/>
              <a:ext cx="138752" cy="559948"/>
            </a:xfrm>
            <a:custGeom>
              <a:rect b="b" l="l" r="r" t="t"/>
              <a:pathLst>
                <a:path extrusionOk="0" h="15416" w="3820">
                  <a:moveTo>
                    <a:pt x="599" y="0"/>
                  </a:moveTo>
                  <a:lnTo>
                    <a:pt x="206" y="375"/>
                  </a:lnTo>
                  <a:cubicBezTo>
                    <a:pt x="1446" y="1606"/>
                    <a:pt x="2303" y="3524"/>
                    <a:pt x="1116" y="8297"/>
                  </a:cubicBezTo>
                  <a:cubicBezTo>
                    <a:pt x="1" y="12740"/>
                    <a:pt x="1687" y="15416"/>
                    <a:pt x="1687" y="15416"/>
                  </a:cubicBezTo>
                  <a:lnTo>
                    <a:pt x="3819" y="15416"/>
                  </a:lnTo>
                  <a:lnTo>
                    <a:pt x="3819" y="12044"/>
                  </a:lnTo>
                  <a:cubicBezTo>
                    <a:pt x="1669" y="9448"/>
                    <a:pt x="2267" y="7967"/>
                    <a:pt x="2383" y="4961"/>
                  </a:cubicBezTo>
                  <a:cubicBezTo>
                    <a:pt x="2535" y="1267"/>
                    <a:pt x="599" y="0"/>
                    <a:pt x="599" y="0"/>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118"/>
            <p:cNvSpPr/>
            <p:nvPr/>
          </p:nvSpPr>
          <p:spPr>
            <a:xfrm>
              <a:off x="8598506" y="1770603"/>
              <a:ext cx="118956" cy="554427"/>
            </a:xfrm>
            <a:custGeom>
              <a:rect b="b" l="l" r="r" t="t"/>
              <a:pathLst>
                <a:path extrusionOk="0" h="15264" w="3275">
                  <a:moveTo>
                    <a:pt x="241" y="0"/>
                  </a:moveTo>
                  <a:lnTo>
                    <a:pt x="0" y="223"/>
                  </a:lnTo>
                  <a:cubicBezTo>
                    <a:pt x="1240" y="1454"/>
                    <a:pt x="2221" y="2730"/>
                    <a:pt x="1258" y="7744"/>
                  </a:cubicBezTo>
                  <a:cubicBezTo>
                    <a:pt x="446" y="11945"/>
                    <a:pt x="2953" y="15264"/>
                    <a:pt x="2953" y="15264"/>
                  </a:cubicBezTo>
                  <a:lnTo>
                    <a:pt x="3274" y="15264"/>
                  </a:lnTo>
                  <a:lnTo>
                    <a:pt x="3274" y="11892"/>
                  </a:lnTo>
                  <a:cubicBezTo>
                    <a:pt x="1124" y="9296"/>
                    <a:pt x="1722" y="7815"/>
                    <a:pt x="1838" y="4809"/>
                  </a:cubicBezTo>
                  <a:cubicBezTo>
                    <a:pt x="1963" y="1829"/>
                    <a:pt x="723" y="428"/>
                    <a:pt x="241"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118"/>
            <p:cNvSpPr/>
            <p:nvPr/>
          </p:nvSpPr>
          <p:spPr>
            <a:xfrm>
              <a:off x="8644162" y="1913165"/>
              <a:ext cx="73299" cy="124150"/>
            </a:xfrm>
            <a:custGeom>
              <a:rect b="b" l="l" r="r" t="t"/>
              <a:pathLst>
                <a:path extrusionOk="0" h="3418" w="2018">
                  <a:moveTo>
                    <a:pt x="2017" y="0"/>
                  </a:moveTo>
                  <a:cubicBezTo>
                    <a:pt x="1642" y="1802"/>
                    <a:pt x="1" y="2570"/>
                    <a:pt x="1" y="2570"/>
                  </a:cubicBezTo>
                  <a:lnTo>
                    <a:pt x="1" y="3417"/>
                  </a:lnTo>
                  <a:cubicBezTo>
                    <a:pt x="1776" y="2507"/>
                    <a:pt x="2017" y="1196"/>
                    <a:pt x="2017" y="1196"/>
                  </a:cubicBezTo>
                  <a:lnTo>
                    <a:pt x="2017"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118"/>
            <p:cNvSpPr/>
            <p:nvPr/>
          </p:nvSpPr>
          <p:spPr>
            <a:xfrm>
              <a:off x="8647104" y="1941677"/>
              <a:ext cx="70357" cy="94003"/>
            </a:xfrm>
            <a:custGeom>
              <a:rect b="b" l="l" r="r" t="t"/>
              <a:pathLst>
                <a:path extrusionOk="0" h="2588" w="1937">
                  <a:moveTo>
                    <a:pt x="1936" y="0"/>
                  </a:moveTo>
                  <a:cubicBezTo>
                    <a:pt x="1936" y="0"/>
                    <a:pt x="1713" y="1232"/>
                    <a:pt x="72" y="2133"/>
                  </a:cubicBezTo>
                  <a:cubicBezTo>
                    <a:pt x="54" y="2284"/>
                    <a:pt x="27" y="2436"/>
                    <a:pt x="0" y="2588"/>
                  </a:cubicBezTo>
                  <a:cubicBezTo>
                    <a:pt x="1704" y="1686"/>
                    <a:pt x="1936" y="411"/>
                    <a:pt x="1936" y="411"/>
                  </a:cubicBezTo>
                  <a:lnTo>
                    <a:pt x="1936"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118"/>
            <p:cNvSpPr/>
            <p:nvPr/>
          </p:nvSpPr>
          <p:spPr>
            <a:xfrm>
              <a:off x="7946247" y="1587834"/>
              <a:ext cx="771236" cy="254076"/>
            </a:xfrm>
            <a:custGeom>
              <a:rect b="b" l="l" r="r" t="t"/>
              <a:pathLst>
                <a:path extrusionOk="0" h="6995" w="21233">
                  <a:moveTo>
                    <a:pt x="21232" y="1"/>
                  </a:moveTo>
                  <a:lnTo>
                    <a:pt x="0" y="19"/>
                  </a:lnTo>
                  <a:lnTo>
                    <a:pt x="170" y="375"/>
                  </a:lnTo>
                  <a:lnTo>
                    <a:pt x="535" y="875"/>
                  </a:lnTo>
                  <a:lnTo>
                    <a:pt x="749" y="875"/>
                  </a:lnTo>
                  <a:cubicBezTo>
                    <a:pt x="749" y="875"/>
                    <a:pt x="749" y="920"/>
                    <a:pt x="999" y="1125"/>
                  </a:cubicBezTo>
                  <a:cubicBezTo>
                    <a:pt x="1249" y="1339"/>
                    <a:pt x="1401" y="1339"/>
                    <a:pt x="1401" y="1339"/>
                  </a:cubicBezTo>
                  <a:lnTo>
                    <a:pt x="1793" y="1339"/>
                  </a:lnTo>
                  <a:cubicBezTo>
                    <a:pt x="1963" y="1339"/>
                    <a:pt x="2248" y="1464"/>
                    <a:pt x="2480" y="1865"/>
                  </a:cubicBezTo>
                  <a:cubicBezTo>
                    <a:pt x="2703" y="2267"/>
                    <a:pt x="2917" y="2436"/>
                    <a:pt x="2917" y="2436"/>
                  </a:cubicBezTo>
                  <a:lnTo>
                    <a:pt x="3872" y="2240"/>
                  </a:lnTo>
                  <a:lnTo>
                    <a:pt x="4318" y="2240"/>
                  </a:lnTo>
                  <a:cubicBezTo>
                    <a:pt x="4318" y="2240"/>
                    <a:pt x="4465" y="2161"/>
                    <a:pt x="4647" y="2161"/>
                  </a:cubicBezTo>
                  <a:cubicBezTo>
                    <a:pt x="4738" y="2161"/>
                    <a:pt x="4838" y="2180"/>
                    <a:pt x="4933" y="2240"/>
                  </a:cubicBezTo>
                  <a:cubicBezTo>
                    <a:pt x="5029" y="2302"/>
                    <a:pt x="5106" y="2323"/>
                    <a:pt x="5167" y="2323"/>
                  </a:cubicBezTo>
                  <a:cubicBezTo>
                    <a:pt x="5288" y="2323"/>
                    <a:pt x="5344" y="2240"/>
                    <a:pt x="5344" y="2240"/>
                  </a:cubicBezTo>
                  <a:lnTo>
                    <a:pt x="5638" y="2240"/>
                  </a:lnTo>
                  <a:lnTo>
                    <a:pt x="6022" y="2677"/>
                  </a:lnTo>
                  <a:cubicBezTo>
                    <a:pt x="6022" y="2677"/>
                    <a:pt x="6227" y="2739"/>
                    <a:pt x="6254" y="2918"/>
                  </a:cubicBezTo>
                  <a:cubicBezTo>
                    <a:pt x="6280" y="3105"/>
                    <a:pt x="6691" y="3498"/>
                    <a:pt x="6691" y="3498"/>
                  </a:cubicBezTo>
                  <a:lnTo>
                    <a:pt x="7039" y="4479"/>
                  </a:lnTo>
                  <a:cubicBezTo>
                    <a:pt x="7039" y="4479"/>
                    <a:pt x="7027" y="4774"/>
                    <a:pt x="7296" y="4774"/>
                  </a:cubicBezTo>
                  <a:cubicBezTo>
                    <a:pt x="7358" y="4774"/>
                    <a:pt x="7434" y="4758"/>
                    <a:pt x="7529" y="4720"/>
                  </a:cubicBezTo>
                  <a:cubicBezTo>
                    <a:pt x="7904" y="4578"/>
                    <a:pt x="8026" y="4375"/>
                    <a:pt x="8102" y="4375"/>
                  </a:cubicBezTo>
                  <a:cubicBezTo>
                    <a:pt x="8131" y="4375"/>
                    <a:pt x="8153" y="4405"/>
                    <a:pt x="8181" y="4479"/>
                  </a:cubicBezTo>
                  <a:cubicBezTo>
                    <a:pt x="8279" y="4738"/>
                    <a:pt x="8038" y="4702"/>
                    <a:pt x="8555" y="4925"/>
                  </a:cubicBezTo>
                  <a:cubicBezTo>
                    <a:pt x="8696" y="4983"/>
                    <a:pt x="8811" y="5005"/>
                    <a:pt x="8909" y="5005"/>
                  </a:cubicBezTo>
                  <a:cubicBezTo>
                    <a:pt x="9171" y="5005"/>
                    <a:pt x="9316" y="4854"/>
                    <a:pt x="9537" y="4854"/>
                  </a:cubicBezTo>
                  <a:cubicBezTo>
                    <a:pt x="9641" y="4851"/>
                    <a:pt x="9745" y="4850"/>
                    <a:pt x="9837" y="4850"/>
                  </a:cubicBezTo>
                  <a:cubicBezTo>
                    <a:pt x="10022" y="4850"/>
                    <a:pt x="10161" y="4854"/>
                    <a:pt x="10161" y="4854"/>
                  </a:cubicBezTo>
                  <a:lnTo>
                    <a:pt x="10652" y="4880"/>
                  </a:lnTo>
                  <a:lnTo>
                    <a:pt x="11053" y="5032"/>
                  </a:lnTo>
                  <a:lnTo>
                    <a:pt x="11588" y="5184"/>
                  </a:lnTo>
                  <a:cubicBezTo>
                    <a:pt x="11588" y="5184"/>
                    <a:pt x="11582" y="5141"/>
                    <a:pt x="11613" y="5141"/>
                  </a:cubicBezTo>
                  <a:cubicBezTo>
                    <a:pt x="11646" y="5141"/>
                    <a:pt x="11724" y="5192"/>
                    <a:pt x="11901" y="5407"/>
                  </a:cubicBezTo>
                  <a:cubicBezTo>
                    <a:pt x="12240" y="5808"/>
                    <a:pt x="12124" y="5853"/>
                    <a:pt x="12445" y="6067"/>
                  </a:cubicBezTo>
                  <a:cubicBezTo>
                    <a:pt x="12775" y="6281"/>
                    <a:pt x="13105" y="6424"/>
                    <a:pt x="13105" y="6424"/>
                  </a:cubicBezTo>
                  <a:lnTo>
                    <a:pt x="14122" y="6995"/>
                  </a:lnTo>
                  <a:cubicBezTo>
                    <a:pt x="14122" y="6995"/>
                    <a:pt x="14131" y="6861"/>
                    <a:pt x="14738" y="6852"/>
                  </a:cubicBezTo>
                  <a:cubicBezTo>
                    <a:pt x="15208" y="6838"/>
                    <a:pt x="15121" y="6642"/>
                    <a:pt x="15301" y="6642"/>
                  </a:cubicBezTo>
                  <a:cubicBezTo>
                    <a:pt x="15356" y="6642"/>
                    <a:pt x="15437" y="6661"/>
                    <a:pt x="15567" y="6709"/>
                  </a:cubicBezTo>
                  <a:cubicBezTo>
                    <a:pt x="15863" y="6819"/>
                    <a:pt x="16093" y="6845"/>
                    <a:pt x="16242" y="6845"/>
                  </a:cubicBezTo>
                  <a:cubicBezTo>
                    <a:pt x="16372" y="6845"/>
                    <a:pt x="16442" y="6825"/>
                    <a:pt x="16442" y="6825"/>
                  </a:cubicBezTo>
                  <a:cubicBezTo>
                    <a:pt x="16442" y="6825"/>
                    <a:pt x="16552" y="6307"/>
                    <a:pt x="16906" y="6307"/>
                  </a:cubicBezTo>
                  <a:cubicBezTo>
                    <a:pt x="16914" y="6307"/>
                    <a:pt x="16923" y="6307"/>
                    <a:pt x="16932" y="6308"/>
                  </a:cubicBezTo>
                  <a:cubicBezTo>
                    <a:pt x="16945" y="6308"/>
                    <a:pt x="16957" y="6309"/>
                    <a:pt x="16970" y="6309"/>
                  </a:cubicBezTo>
                  <a:cubicBezTo>
                    <a:pt x="17322" y="6309"/>
                    <a:pt x="17405" y="6067"/>
                    <a:pt x="17405" y="6067"/>
                  </a:cubicBezTo>
                  <a:lnTo>
                    <a:pt x="17673" y="5924"/>
                  </a:lnTo>
                  <a:cubicBezTo>
                    <a:pt x="17673" y="5924"/>
                    <a:pt x="18181" y="5514"/>
                    <a:pt x="18324" y="5407"/>
                  </a:cubicBezTo>
                  <a:cubicBezTo>
                    <a:pt x="18467" y="5291"/>
                    <a:pt x="18547" y="5157"/>
                    <a:pt x="18547" y="5157"/>
                  </a:cubicBezTo>
                  <a:lnTo>
                    <a:pt x="19038" y="4756"/>
                  </a:lnTo>
                  <a:lnTo>
                    <a:pt x="19216" y="4479"/>
                  </a:lnTo>
                  <a:lnTo>
                    <a:pt x="19421" y="4425"/>
                  </a:lnTo>
                  <a:cubicBezTo>
                    <a:pt x="19421" y="4425"/>
                    <a:pt x="19360" y="4380"/>
                    <a:pt x="19540" y="4380"/>
                  </a:cubicBezTo>
                  <a:cubicBezTo>
                    <a:pt x="19555" y="4380"/>
                    <a:pt x="19572" y="4380"/>
                    <a:pt x="19591" y="4381"/>
                  </a:cubicBezTo>
                  <a:cubicBezTo>
                    <a:pt x="19603" y="4382"/>
                    <a:pt x="19616" y="4382"/>
                    <a:pt x="19628" y="4382"/>
                  </a:cubicBezTo>
                  <a:cubicBezTo>
                    <a:pt x="19809" y="4382"/>
                    <a:pt x="19931" y="4288"/>
                    <a:pt x="20028" y="4288"/>
                  </a:cubicBezTo>
                  <a:cubicBezTo>
                    <a:pt x="20053" y="4288"/>
                    <a:pt x="20077" y="4294"/>
                    <a:pt x="20099" y="4310"/>
                  </a:cubicBezTo>
                  <a:cubicBezTo>
                    <a:pt x="20224" y="4399"/>
                    <a:pt x="20385" y="4524"/>
                    <a:pt x="20385" y="4524"/>
                  </a:cubicBezTo>
                  <a:lnTo>
                    <a:pt x="20599" y="4675"/>
                  </a:lnTo>
                  <a:lnTo>
                    <a:pt x="20741" y="4729"/>
                  </a:lnTo>
                  <a:lnTo>
                    <a:pt x="21232" y="4934"/>
                  </a:lnTo>
                  <a:lnTo>
                    <a:pt x="21232"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118"/>
            <p:cNvSpPr/>
            <p:nvPr/>
          </p:nvSpPr>
          <p:spPr>
            <a:xfrm>
              <a:off x="8131559" y="1587834"/>
              <a:ext cx="585918" cy="182811"/>
            </a:xfrm>
            <a:custGeom>
              <a:rect b="b" l="l" r="r" t="t"/>
              <a:pathLst>
                <a:path extrusionOk="0" h="5033" w="16131">
                  <a:moveTo>
                    <a:pt x="16130" y="1"/>
                  </a:moveTo>
                  <a:lnTo>
                    <a:pt x="1" y="10"/>
                  </a:lnTo>
                  <a:lnTo>
                    <a:pt x="126" y="268"/>
                  </a:lnTo>
                  <a:lnTo>
                    <a:pt x="384" y="625"/>
                  </a:lnTo>
                  <a:lnTo>
                    <a:pt x="545" y="625"/>
                  </a:lnTo>
                  <a:cubicBezTo>
                    <a:pt x="545" y="625"/>
                    <a:pt x="545" y="661"/>
                    <a:pt x="723" y="812"/>
                  </a:cubicBezTo>
                  <a:cubicBezTo>
                    <a:pt x="902" y="964"/>
                    <a:pt x="1009" y="964"/>
                    <a:pt x="1009" y="964"/>
                  </a:cubicBezTo>
                  <a:lnTo>
                    <a:pt x="1294" y="964"/>
                  </a:lnTo>
                  <a:cubicBezTo>
                    <a:pt x="1410" y="964"/>
                    <a:pt x="1625" y="1053"/>
                    <a:pt x="1785" y="1339"/>
                  </a:cubicBezTo>
                  <a:cubicBezTo>
                    <a:pt x="1955" y="1633"/>
                    <a:pt x="2097" y="1749"/>
                    <a:pt x="2097" y="1749"/>
                  </a:cubicBezTo>
                  <a:lnTo>
                    <a:pt x="2793" y="1615"/>
                  </a:lnTo>
                  <a:lnTo>
                    <a:pt x="3114" y="1615"/>
                  </a:lnTo>
                  <a:cubicBezTo>
                    <a:pt x="3114" y="1615"/>
                    <a:pt x="3217" y="1556"/>
                    <a:pt x="3347" y="1556"/>
                  </a:cubicBezTo>
                  <a:cubicBezTo>
                    <a:pt x="3412" y="1556"/>
                    <a:pt x="3483" y="1571"/>
                    <a:pt x="3551" y="1615"/>
                  </a:cubicBezTo>
                  <a:cubicBezTo>
                    <a:pt x="3620" y="1657"/>
                    <a:pt x="3675" y="1671"/>
                    <a:pt x="3719" y="1671"/>
                  </a:cubicBezTo>
                  <a:cubicBezTo>
                    <a:pt x="3806" y="1671"/>
                    <a:pt x="3846" y="1615"/>
                    <a:pt x="3846" y="1615"/>
                  </a:cubicBezTo>
                  <a:lnTo>
                    <a:pt x="4060" y="1615"/>
                  </a:lnTo>
                  <a:lnTo>
                    <a:pt x="4337" y="1919"/>
                  </a:lnTo>
                  <a:cubicBezTo>
                    <a:pt x="4337" y="1919"/>
                    <a:pt x="4488" y="1963"/>
                    <a:pt x="4506" y="2097"/>
                  </a:cubicBezTo>
                  <a:cubicBezTo>
                    <a:pt x="4524" y="2240"/>
                    <a:pt x="4818" y="2516"/>
                    <a:pt x="4818" y="2516"/>
                  </a:cubicBezTo>
                  <a:lnTo>
                    <a:pt x="5068" y="3221"/>
                  </a:lnTo>
                  <a:cubicBezTo>
                    <a:pt x="5068" y="3221"/>
                    <a:pt x="5062" y="3436"/>
                    <a:pt x="5260" y="3436"/>
                  </a:cubicBezTo>
                  <a:cubicBezTo>
                    <a:pt x="5304" y="3436"/>
                    <a:pt x="5358" y="3426"/>
                    <a:pt x="5425" y="3400"/>
                  </a:cubicBezTo>
                  <a:cubicBezTo>
                    <a:pt x="5691" y="3296"/>
                    <a:pt x="5778" y="3150"/>
                    <a:pt x="5833" y="3150"/>
                  </a:cubicBezTo>
                  <a:cubicBezTo>
                    <a:pt x="5853" y="3150"/>
                    <a:pt x="5869" y="3170"/>
                    <a:pt x="5889" y="3221"/>
                  </a:cubicBezTo>
                  <a:cubicBezTo>
                    <a:pt x="5960" y="3409"/>
                    <a:pt x="5782" y="3382"/>
                    <a:pt x="6156" y="3542"/>
                  </a:cubicBezTo>
                  <a:cubicBezTo>
                    <a:pt x="6258" y="3583"/>
                    <a:pt x="6340" y="3598"/>
                    <a:pt x="6410" y="3598"/>
                  </a:cubicBezTo>
                  <a:cubicBezTo>
                    <a:pt x="6601" y="3598"/>
                    <a:pt x="6707" y="3489"/>
                    <a:pt x="6870" y="3489"/>
                  </a:cubicBezTo>
                  <a:lnTo>
                    <a:pt x="7316" y="3489"/>
                  </a:lnTo>
                  <a:lnTo>
                    <a:pt x="7664" y="3507"/>
                  </a:lnTo>
                  <a:lnTo>
                    <a:pt x="7958" y="3614"/>
                  </a:lnTo>
                  <a:lnTo>
                    <a:pt x="8342" y="3730"/>
                  </a:lnTo>
                  <a:cubicBezTo>
                    <a:pt x="8342" y="3730"/>
                    <a:pt x="8338" y="3699"/>
                    <a:pt x="8360" y="3699"/>
                  </a:cubicBezTo>
                  <a:cubicBezTo>
                    <a:pt x="8384" y="3699"/>
                    <a:pt x="8439" y="3736"/>
                    <a:pt x="8565" y="3890"/>
                  </a:cubicBezTo>
                  <a:cubicBezTo>
                    <a:pt x="8815" y="4176"/>
                    <a:pt x="8726" y="4211"/>
                    <a:pt x="8958" y="4363"/>
                  </a:cubicBezTo>
                  <a:cubicBezTo>
                    <a:pt x="9190" y="4515"/>
                    <a:pt x="9430" y="4622"/>
                    <a:pt x="9430" y="4622"/>
                  </a:cubicBezTo>
                  <a:lnTo>
                    <a:pt x="10162" y="5032"/>
                  </a:lnTo>
                  <a:cubicBezTo>
                    <a:pt x="10162" y="5032"/>
                    <a:pt x="10171" y="4934"/>
                    <a:pt x="10608" y="4925"/>
                  </a:cubicBezTo>
                  <a:cubicBezTo>
                    <a:pt x="10943" y="4918"/>
                    <a:pt x="10880" y="4781"/>
                    <a:pt x="11012" y="4781"/>
                  </a:cubicBezTo>
                  <a:cubicBezTo>
                    <a:pt x="11053" y="4781"/>
                    <a:pt x="11112" y="4794"/>
                    <a:pt x="11206" y="4827"/>
                  </a:cubicBezTo>
                  <a:cubicBezTo>
                    <a:pt x="11408" y="4905"/>
                    <a:pt x="11568" y="4924"/>
                    <a:pt x="11675" y="4924"/>
                  </a:cubicBezTo>
                  <a:cubicBezTo>
                    <a:pt x="11776" y="4924"/>
                    <a:pt x="11830" y="4907"/>
                    <a:pt x="11830" y="4907"/>
                  </a:cubicBezTo>
                  <a:cubicBezTo>
                    <a:pt x="11830" y="4907"/>
                    <a:pt x="11917" y="4532"/>
                    <a:pt x="12178" y="4532"/>
                  </a:cubicBezTo>
                  <a:cubicBezTo>
                    <a:pt x="12181" y="4532"/>
                    <a:pt x="12184" y="4532"/>
                    <a:pt x="12187" y="4533"/>
                  </a:cubicBezTo>
                  <a:cubicBezTo>
                    <a:pt x="12199" y="4533"/>
                    <a:pt x="12211" y="4534"/>
                    <a:pt x="12222" y="4534"/>
                  </a:cubicBezTo>
                  <a:cubicBezTo>
                    <a:pt x="12461" y="4534"/>
                    <a:pt x="12526" y="4363"/>
                    <a:pt x="12526" y="4363"/>
                  </a:cubicBezTo>
                  <a:lnTo>
                    <a:pt x="12713" y="4256"/>
                  </a:lnTo>
                  <a:cubicBezTo>
                    <a:pt x="12713" y="4256"/>
                    <a:pt x="13079" y="3962"/>
                    <a:pt x="13186" y="3890"/>
                  </a:cubicBezTo>
                  <a:cubicBezTo>
                    <a:pt x="13284" y="3810"/>
                    <a:pt x="13347" y="3712"/>
                    <a:pt x="13347" y="3712"/>
                  </a:cubicBezTo>
                  <a:lnTo>
                    <a:pt x="14551" y="3417"/>
                  </a:lnTo>
                  <a:lnTo>
                    <a:pt x="14676" y="3221"/>
                  </a:lnTo>
                  <a:lnTo>
                    <a:pt x="14828" y="3185"/>
                  </a:lnTo>
                  <a:cubicBezTo>
                    <a:pt x="14828" y="3185"/>
                    <a:pt x="14783" y="3149"/>
                    <a:pt x="14909" y="3149"/>
                  </a:cubicBezTo>
                  <a:cubicBezTo>
                    <a:pt x="14922" y="3149"/>
                    <a:pt x="14936" y="3149"/>
                    <a:pt x="14953" y="3150"/>
                  </a:cubicBezTo>
                  <a:cubicBezTo>
                    <a:pt x="14959" y="3150"/>
                    <a:pt x="14966" y="3150"/>
                    <a:pt x="14972" y="3150"/>
                  </a:cubicBezTo>
                  <a:cubicBezTo>
                    <a:pt x="15101" y="3150"/>
                    <a:pt x="15187" y="3087"/>
                    <a:pt x="15259" y="3087"/>
                  </a:cubicBezTo>
                  <a:cubicBezTo>
                    <a:pt x="15280" y="3087"/>
                    <a:pt x="15299" y="3092"/>
                    <a:pt x="15318" y="3105"/>
                  </a:cubicBezTo>
                  <a:cubicBezTo>
                    <a:pt x="15408" y="3159"/>
                    <a:pt x="15524" y="3257"/>
                    <a:pt x="15524" y="3257"/>
                  </a:cubicBezTo>
                  <a:lnTo>
                    <a:pt x="15675" y="3364"/>
                  </a:lnTo>
                  <a:lnTo>
                    <a:pt x="15773" y="3400"/>
                  </a:lnTo>
                  <a:lnTo>
                    <a:pt x="16130" y="3551"/>
                  </a:lnTo>
                  <a:lnTo>
                    <a:pt x="161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118"/>
            <p:cNvSpPr/>
            <p:nvPr/>
          </p:nvSpPr>
          <p:spPr>
            <a:xfrm>
              <a:off x="8402117" y="1587834"/>
              <a:ext cx="315352" cy="98216"/>
            </a:xfrm>
            <a:custGeom>
              <a:rect b="b" l="l" r="r" t="t"/>
              <a:pathLst>
                <a:path extrusionOk="0" h="2704" w="8682">
                  <a:moveTo>
                    <a:pt x="1" y="1"/>
                  </a:moveTo>
                  <a:lnTo>
                    <a:pt x="63" y="143"/>
                  </a:lnTo>
                  <a:lnTo>
                    <a:pt x="206" y="340"/>
                  </a:lnTo>
                  <a:lnTo>
                    <a:pt x="295" y="340"/>
                  </a:lnTo>
                  <a:cubicBezTo>
                    <a:pt x="295" y="340"/>
                    <a:pt x="295" y="358"/>
                    <a:pt x="385" y="438"/>
                  </a:cubicBezTo>
                  <a:cubicBezTo>
                    <a:pt x="483" y="518"/>
                    <a:pt x="545" y="518"/>
                    <a:pt x="545" y="518"/>
                  </a:cubicBezTo>
                  <a:lnTo>
                    <a:pt x="697" y="518"/>
                  </a:lnTo>
                  <a:cubicBezTo>
                    <a:pt x="759" y="518"/>
                    <a:pt x="875" y="563"/>
                    <a:pt x="964" y="723"/>
                  </a:cubicBezTo>
                  <a:cubicBezTo>
                    <a:pt x="1054" y="875"/>
                    <a:pt x="1134" y="937"/>
                    <a:pt x="1134" y="937"/>
                  </a:cubicBezTo>
                  <a:lnTo>
                    <a:pt x="1500" y="866"/>
                  </a:lnTo>
                  <a:lnTo>
                    <a:pt x="1678" y="866"/>
                  </a:lnTo>
                  <a:cubicBezTo>
                    <a:pt x="1678" y="866"/>
                    <a:pt x="1734" y="834"/>
                    <a:pt x="1802" y="834"/>
                  </a:cubicBezTo>
                  <a:cubicBezTo>
                    <a:pt x="1837" y="834"/>
                    <a:pt x="1874" y="842"/>
                    <a:pt x="1910" y="866"/>
                  </a:cubicBezTo>
                  <a:cubicBezTo>
                    <a:pt x="1949" y="890"/>
                    <a:pt x="1979" y="898"/>
                    <a:pt x="2003" y="898"/>
                  </a:cubicBezTo>
                  <a:cubicBezTo>
                    <a:pt x="2051" y="898"/>
                    <a:pt x="2071" y="866"/>
                    <a:pt x="2071" y="866"/>
                  </a:cubicBezTo>
                  <a:lnTo>
                    <a:pt x="2187" y="866"/>
                  </a:lnTo>
                  <a:lnTo>
                    <a:pt x="2329" y="1036"/>
                  </a:lnTo>
                  <a:cubicBezTo>
                    <a:pt x="2329" y="1036"/>
                    <a:pt x="2410" y="1053"/>
                    <a:pt x="2419" y="1134"/>
                  </a:cubicBezTo>
                  <a:cubicBezTo>
                    <a:pt x="2436" y="1205"/>
                    <a:pt x="2588" y="1348"/>
                    <a:pt x="2588" y="1348"/>
                  </a:cubicBezTo>
                  <a:lnTo>
                    <a:pt x="2731" y="1731"/>
                  </a:lnTo>
                  <a:cubicBezTo>
                    <a:pt x="2731" y="1731"/>
                    <a:pt x="2725" y="1847"/>
                    <a:pt x="2833" y="1847"/>
                  </a:cubicBezTo>
                  <a:cubicBezTo>
                    <a:pt x="2856" y="1847"/>
                    <a:pt x="2884" y="1842"/>
                    <a:pt x="2918" y="1829"/>
                  </a:cubicBezTo>
                  <a:cubicBezTo>
                    <a:pt x="3061" y="1771"/>
                    <a:pt x="3109" y="1694"/>
                    <a:pt x="3139" y="1694"/>
                  </a:cubicBezTo>
                  <a:cubicBezTo>
                    <a:pt x="3150" y="1694"/>
                    <a:pt x="3158" y="1705"/>
                    <a:pt x="3168" y="1731"/>
                  </a:cubicBezTo>
                  <a:cubicBezTo>
                    <a:pt x="3204" y="1829"/>
                    <a:pt x="3114" y="1821"/>
                    <a:pt x="3311" y="1901"/>
                  </a:cubicBezTo>
                  <a:cubicBezTo>
                    <a:pt x="3368" y="1926"/>
                    <a:pt x="3414" y="1935"/>
                    <a:pt x="3453" y="1935"/>
                  </a:cubicBezTo>
                  <a:cubicBezTo>
                    <a:pt x="3555" y="1935"/>
                    <a:pt x="3611" y="1874"/>
                    <a:pt x="3694" y="1874"/>
                  </a:cubicBezTo>
                  <a:lnTo>
                    <a:pt x="3935" y="1874"/>
                  </a:lnTo>
                  <a:lnTo>
                    <a:pt x="4122" y="1883"/>
                  </a:lnTo>
                  <a:lnTo>
                    <a:pt x="4283" y="1945"/>
                  </a:lnTo>
                  <a:lnTo>
                    <a:pt x="4488" y="2008"/>
                  </a:lnTo>
                  <a:cubicBezTo>
                    <a:pt x="4488" y="2008"/>
                    <a:pt x="4486" y="1988"/>
                    <a:pt x="4501" y="1988"/>
                  </a:cubicBezTo>
                  <a:cubicBezTo>
                    <a:pt x="4515" y="1988"/>
                    <a:pt x="4546" y="2008"/>
                    <a:pt x="4613" y="2088"/>
                  </a:cubicBezTo>
                  <a:cubicBezTo>
                    <a:pt x="4738" y="2249"/>
                    <a:pt x="4693" y="2267"/>
                    <a:pt x="4818" y="2347"/>
                  </a:cubicBezTo>
                  <a:cubicBezTo>
                    <a:pt x="4943" y="2427"/>
                    <a:pt x="5077" y="2481"/>
                    <a:pt x="5077" y="2481"/>
                  </a:cubicBezTo>
                  <a:lnTo>
                    <a:pt x="5470" y="2704"/>
                  </a:lnTo>
                  <a:cubicBezTo>
                    <a:pt x="5470" y="2704"/>
                    <a:pt x="5470" y="2659"/>
                    <a:pt x="5710" y="2650"/>
                  </a:cubicBezTo>
                  <a:cubicBezTo>
                    <a:pt x="5886" y="2643"/>
                    <a:pt x="5857" y="2570"/>
                    <a:pt x="5926" y="2570"/>
                  </a:cubicBezTo>
                  <a:cubicBezTo>
                    <a:pt x="5948" y="2570"/>
                    <a:pt x="5980" y="2577"/>
                    <a:pt x="6032" y="2597"/>
                  </a:cubicBezTo>
                  <a:cubicBezTo>
                    <a:pt x="6145" y="2639"/>
                    <a:pt x="6233" y="2649"/>
                    <a:pt x="6291" y="2649"/>
                  </a:cubicBezTo>
                  <a:cubicBezTo>
                    <a:pt x="6343" y="2649"/>
                    <a:pt x="6371" y="2641"/>
                    <a:pt x="6371" y="2641"/>
                  </a:cubicBezTo>
                  <a:cubicBezTo>
                    <a:pt x="6371" y="2641"/>
                    <a:pt x="6413" y="2436"/>
                    <a:pt x="6549" y="2436"/>
                  </a:cubicBezTo>
                  <a:cubicBezTo>
                    <a:pt x="6552" y="2436"/>
                    <a:pt x="6555" y="2436"/>
                    <a:pt x="6558" y="2436"/>
                  </a:cubicBezTo>
                  <a:cubicBezTo>
                    <a:pt x="6564" y="2437"/>
                    <a:pt x="6570" y="2437"/>
                    <a:pt x="6576" y="2437"/>
                  </a:cubicBezTo>
                  <a:cubicBezTo>
                    <a:pt x="6704" y="2437"/>
                    <a:pt x="6736" y="2347"/>
                    <a:pt x="6736" y="2347"/>
                  </a:cubicBezTo>
                  <a:lnTo>
                    <a:pt x="6843" y="2293"/>
                  </a:lnTo>
                  <a:cubicBezTo>
                    <a:pt x="6843" y="2293"/>
                    <a:pt x="7040" y="2133"/>
                    <a:pt x="7093" y="2088"/>
                  </a:cubicBezTo>
                  <a:cubicBezTo>
                    <a:pt x="7147" y="2044"/>
                    <a:pt x="7182" y="1999"/>
                    <a:pt x="7182" y="1999"/>
                  </a:cubicBezTo>
                  <a:lnTo>
                    <a:pt x="7834" y="1838"/>
                  </a:lnTo>
                  <a:lnTo>
                    <a:pt x="7896" y="1731"/>
                  </a:lnTo>
                  <a:lnTo>
                    <a:pt x="7976" y="1714"/>
                  </a:lnTo>
                  <a:cubicBezTo>
                    <a:pt x="7976" y="1714"/>
                    <a:pt x="7957" y="1694"/>
                    <a:pt x="8013" y="1694"/>
                  </a:cubicBezTo>
                  <a:cubicBezTo>
                    <a:pt x="8022" y="1694"/>
                    <a:pt x="8034" y="1694"/>
                    <a:pt x="8048" y="1696"/>
                  </a:cubicBezTo>
                  <a:cubicBezTo>
                    <a:pt x="8117" y="1696"/>
                    <a:pt x="8165" y="1658"/>
                    <a:pt x="8208" y="1658"/>
                  </a:cubicBezTo>
                  <a:cubicBezTo>
                    <a:pt x="8220" y="1658"/>
                    <a:pt x="8232" y="1661"/>
                    <a:pt x="8244" y="1669"/>
                  </a:cubicBezTo>
                  <a:cubicBezTo>
                    <a:pt x="8289" y="1696"/>
                    <a:pt x="8351" y="1749"/>
                    <a:pt x="8351" y="1749"/>
                  </a:cubicBezTo>
                  <a:lnTo>
                    <a:pt x="8431" y="1803"/>
                  </a:lnTo>
                  <a:lnTo>
                    <a:pt x="8485" y="1829"/>
                  </a:lnTo>
                  <a:lnTo>
                    <a:pt x="8681" y="1910"/>
                  </a:lnTo>
                  <a:lnTo>
                    <a:pt x="8681"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67" name="Google Shape;7567;p118"/>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7568" name="Google Shape;7568;p118"/>
          <p:cNvSpPr txBox="1"/>
          <p:nvPr>
            <p:ph idx="2" type="title"/>
          </p:nvPr>
        </p:nvSpPr>
        <p:spPr>
          <a:xfrm>
            <a:off x="1567525" y="1517075"/>
            <a:ext cx="3905100" cy="315900"/>
          </a:xfrm>
          <a:prstGeom prst="rect">
            <a:avLst/>
          </a:prstGeom>
        </p:spPr>
        <p:txBody>
          <a:bodyPr anchorCtr="0" anchor="ctr" bIns="91425" lIns="91425" spcFirstLastPara="1" rIns="91425" wrap="square" tIns="91425">
            <a:noAutofit/>
          </a:bodyPr>
          <a:lstStyle>
            <a:lvl1pPr lvl="0">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7569" name="Google Shape;7569;p118"/>
          <p:cNvSpPr txBox="1"/>
          <p:nvPr>
            <p:ph idx="1" type="subTitle"/>
          </p:nvPr>
        </p:nvSpPr>
        <p:spPr>
          <a:xfrm>
            <a:off x="1567525" y="1814848"/>
            <a:ext cx="3905100" cy="315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7570" name="Google Shape;7570;p118"/>
          <p:cNvSpPr txBox="1"/>
          <p:nvPr>
            <p:ph hasCustomPrompt="1" idx="3" type="title"/>
          </p:nvPr>
        </p:nvSpPr>
        <p:spPr>
          <a:xfrm>
            <a:off x="720000" y="1495475"/>
            <a:ext cx="840600" cy="657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r>
              <a:t>xx%</a:t>
            </a:r>
          </a:p>
        </p:txBody>
      </p:sp>
      <p:sp>
        <p:nvSpPr>
          <p:cNvPr id="7571" name="Google Shape;7571;p118"/>
          <p:cNvSpPr txBox="1"/>
          <p:nvPr>
            <p:ph idx="4" type="title"/>
          </p:nvPr>
        </p:nvSpPr>
        <p:spPr>
          <a:xfrm>
            <a:off x="1567525" y="2314263"/>
            <a:ext cx="3905100" cy="315900"/>
          </a:xfrm>
          <a:prstGeom prst="rect">
            <a:avLst/>
          </a:prstGeom>
        </p:spPr>
        <p:txBody>
          <a:bodyPr anchorCtr="0" anchor="ctr" bIns="91425" lIns="91425" spcFirstLastPara="1" rIns="91425" wrap="square" tIns="91425">
            <a:noAutofit/>
          </a:bodyPr>
          <a:lstStyle>
            <a:lvl1pPr lvl="0">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7572" name="Google Shape;7572;p118"/>
          <p:cNvSpPr txBox="1"/>
          <p:nvPr>
            <p:ph idx="5" type="subTitle"/>
          </p:nvPr>
        </p:nvSpPr>
        <p:spPr>
          <a:xfrm>
            <a:off x="1567525" y="2612032"/>
            <a:ext cx="3905100" cy="315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7573" name="Google Shape;7573;p118"/>
          <p:cNvSpPr txBox="1"/>
          <p:nvPr>
            <p:ph hasCustomPrompt="1" idx="6" type="title"/>
          </p:nvPr>
        </p:nvSpPr>
        <p:spPr>
          <a:xfrm>
            <a:off x="720000" y="2292658"/>
            <a:ext cx="840600" cy="657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r>
              <a:t>xx%</a:t>
            </a:r>
          </a:p>
        </p:txBody>
      </p:sp>
      <p:sp>
        <p:nvSpPr>
          <p:cNvPr id="7574" name="Google Shape;7574;p118"/>
          <p:cNvSpPr txBox="1"/>
          <p:nvPr>
            <p:ph idx="7" type="title"/>
          </p:nvPr>
        </p:nvSpPr>
        <p:spPr>
          <a:xfrm>
            <a:off x="1567525" y="3111427"/>
            <a:ext cx="3905100" cy="315900"/>
          </a:xfrm>
          <a:prstGeom prst="rect">
            <a:avLst/>
          </a:prstGeom>
        </p:spPr>
        <p:txBody>
          <a:bodyPr anchorCtr="0" anchor="ctr" bIns="91425" lIns="91425" spcFirstLastPara="1" rIns="91425" wrap="square" tIns="91425">
            <a:noAutofit/>
          </a:bodyPr>
          <a:lstStyle>
            <a:lvl1pPr lvl="0">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7575" name="Google Shape;7575;p118"/>
          <p:cNvSpPr txBox="1"/>
          <p:nvPr>
            <p:ph idx="8" type="subTitle"/>
          </p:nvPr>
        </p:nvSpPr>
        <p:spPr>
          <a:xfrm>
            <a:off x="1567525" y="3409203"/>
            <a:ext cx="3905100" cy="315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7576" name="Google Shape;7576;p118"/>
          <p:cNvSpPr txBox="1"/>
          <p:nvPr>
            <p:ph hasCustomPrompt="1" idx="9" type="title"/>
          </p:nvPr>
        </p:nvSpPr>
        <p:spPr>
          <a:xfrm>
            <a:off x="720000" y="3089829"/>
            <a:ext cx="840600" cy="657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r>
              <a:t>xx%</a:t>
            </a:r>
          </a:p>
        </p:txBody>
      </p:sp>
      <p:sp>
        <p:nvSpPr>
          <p:cNvPr id="7577" name="Google Shape;7577;p118"/>
          <p:cNvSpPr txBox="1"/>
          <p:nvPr>
            <p:ph idx="13" type="title"/>
          </p:nvPr>
        </p:nvSpPr>
        <p:spPr>
          <a:xfrm>
            <a:off x="1567525" y="3908627"/>
            <a:ext cx="3905100" cy="315900"/>
          </a:xfrm>
          <a:prstGeom prst="rect">
            <a:avLst/>
          </a:prstGeom>
        </p:spPr>
        <p:txBody>
          <a:bodyPr anchorCtr="0" anchor="ctr" bIns="91425" lIns="91425" spcFirstLastPara="1" rIns="91425" wrap="square" tIns="91425">
            <a:noAutofit/>
          </a:bodyPr>
          <a:lstStyle>
            <a:lvl1pPr lvl="0">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7578" name="Google Shape;7578;p118"/>
          <p:cNvSpPr txBox="1"/>
          <p:nvPr>
            <p:ph idx="14" type="subTitle"/>
          </p:nvPr>
        </p:nvSpPr>
        <p:spPr>
          <a:xfrm>
            <a:off x="1567525" y="4206400"/>
            <a:ext cx="3905100" cy="315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7579" name="Google Shape;7579;p118"/>
          <p:cNvSpPr txBox="1"/>
          <p:nvPr>
            <p:ph hasCustomPrompt="1" idx="15" type="title"/>
          </p:nvPr>
        </p:nvSpPr>
        <p:spPr>
          <a:xfrm>
            <a:off x="720000" y="3887025"/>
            <a:ext cx="840600" cy="657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r>
              <a:t>xx%</a:t>
            </a:r>
          </a:p>
        </p:txBody>
      </p:sp>
    </p:spTree>
  </p:cSld>
  <p:clrMapOvr>
    <a:masterClrMapping/>
  </p:clrMapOvr>
</p:sldLayout>
</file>

<file path=ppt/slideLayouts/slideLayout1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7580" name="Shape 7580"/>
        <p:cNvGrpSpPr/>
        <p:nvPr/>
      </p:nvGrpSpPr>
      <p:grpSpPr>
        <a:xfrm>
          <a:off x="0" y="0"/>
          <a:ext cx="0" cy="0"/>
          <a:chOff x="0" y="0"/>
          <a:chExt cx="0" cy="0"/>
        </a:xfrm>
      </p:grpSpPr>
      <p:sp>
        <p:nvSpPr>
          <p:cNvPr id="7581" name="Google Shape;7581;p119"/>
          <p:cNvSpPr txBox="1"/>
          <p:nvPr>
            <p:ph type="title"/>
          </p:nvPr>
        </p:nvSpPr>
        <p:spPr>
          <a:xfrm>
            <a:off x="4070700" y="3065849"/>
            <a:ext cx="4360200" cy="490200"/>
          </a:xfrm>
          <a:prstGeom prst="rect">
            <a:avLst/>
          </a:prstGeom>
        </p:spPr>
        <p:txBody>
          <a:bodyPr anchorCtr="0" anchor="ctr" bIns="91425" lIns="91425" spcFirstLastPara="1" rIns="91425" wrap="square" tIns="91425">
            <a:noAutofit/>
          </a:bodyPr>
          <a:lstStyle>
            <a:lvl1pPr lvl="0" algn="r">
              <a:spcBef>
                <a:spcPts val="0"/>
              </a:spcBef>
              <a:spcAft>
                <a:spcPts val="0"/>
              </a:spcAft>
              <a:buSzPts val="3000"/>
              <a:buNone/>
              <a:defRPr sz="3000"/>
            </a:lvl1pPr>
            <a:lvl2pPr lvl="1" algn="ctr">
              <a:spcBef>
                <a:spcPts val="0"/>
              </a:spcBef>
              <a:spcAft>
                <a:spcPts val="0"/>
              </a:spcAft>
              <a:buSzPts val="3000"/>
              <a:buNone/>
              <a:defRPr sz="3000"/>
            </a:lvl2pPr>
            <a:lvl3pPr lvl="2" algn="ctr">
              <a:spcBef>
                <a:spcPts val="0"/>
              </a:spcBef>
              <a:spcAft>
                <a:spcPts val="0"/>
              </a:spcAft>
              <a:buSzPts val="3000"/>
              <a:buNone/>
              <a:defRPr sz="3000"/>
            </a:lvl3pPr>
            <a:lvl4pPr lvl="3" algn="ctr">
              <a:spcBef>
                <a:spcPts val="0"/>
              </a:spcBef>
              <a:spcAft>
                <a:spcPts val="0"/>
              </a:spcAft>
              <a:buSzPts val="3000"/>
              <a:buNone/>
              <a:defRPr sz="3000"/>
            </a:lvl4pPr>
            <a:lvl5pPr lvl="4" algn="ctr">
              <a:spcBef>
                <a:spcPts val="0"/>
              </a:spcBef>
              <a:spcAft>
                <a:spcPts val="0"/>
              </a:spcAft>
              <a:buSzPts val="3000"/>
              <a:buNone/>
              <a:defRPr sz="3000"/>
            </a:lvl5pPr>
            <a:lvl6pPr lvl="5" algn="ctr">
              <a:spcBef>
                <a:spcPts val="0"/>
              </a:spcBef>
              <a:spcAft>
                <a:spcPts val="0"/>
              </a:spcAft>
              <a:buSzPts val="3000"/>
              <a:buNone/>
              <a:defRPr sz="3000"/>
            </a:lvl6pPr>
            <a:lvl7pPr lvl="6" algn="ctr">
              <a:spcBef>
                <a:spcPts val="0"/>
              </a:spcBef>
              <a:spcAft>
                <a:spcPts val="0"/>
              </a:spcAft>
              <a:buSzPts val="3000"/>
              <a:buNone/>
              <a:defRPr sz="3000"/>
            </a:lvl7pPr>
            <a:lvl8pPr lvl="7" algn="ctr">
              <a:spcBef>
                <a:spcPts val="0"/>
              </a:spcBef>
              <a:spcAft>
                <a:spcPts val="0"/>
              </a:spcAft>
              <a:buSzPts val="3000"/>
              <a:buNone/>
              <a:defRPr sz="3000"/>
            </a:lvl8pPr>
            <a:lvl9pPr lvl="8" algn="ctr">
              <a:spcBef>
                <a:spcPts val="0"/>
              </a:spcBef>
              <a:spcAft>
                <a:spcPts val="0"/>
              </a:spcAft>
              <a:buSzPts val="3000"/>
              <a:buNone/>
              <a:defRPr sz="3000"/>
            </a:lvl9pPr>
          </a:lstStyle>
          <a:p/>
        </p:txBody>
      </p:sp>
      <p:sp>
        <p:nvSpPr>
          <p:cNvPr id="7582" name="Google Shape;7582;p119"/>
          <p:cNvSpPr txBox="1"/>
          <p:nvPr>
            <p:ph idx="1" type="subTitle"/>
          </p:nvPr>
        </p:nvSpPr>
        <p:spPr>
          <a:xfrm>
            <a:off x="4070725" y="1587450"/>
            <a:ext cx="4360200" cy="1478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SzPts val="3000"/>
              <a:buNone/>
              <a:defRPr sz="2000"/>
            </a:lvl1pPr>
            <a:lvl2pPr lvl="1" algn="ctr">
              <a:lnSpc>
                <a:spcPct val="100000"/>
              </a:lnSpc>
              <a:spcBef>
                <a:spcPts val="0"/>
              </a:spcBef>
              <a:spcAft>
                <a:spcPts val="0"/>
              </a:spcAft>
              <a:buSzPts val="3000"/>
              <a:buNone/>
              <a:defRPr sz="3000"/>
            </a:lvl2pPr>
            <a:lvl3pPr lvl="2" algn="ctr">
              <a:lnSpc>
                <a:spcPct val="100000"/>
              </a:lnSpc>
              <a:spcBef>
                <a:spcPts val="1600"/>
              </a:spcBef>
              <a:spcAft>
                <a:spcPts val="0"/>
              </a:spcAft>
              <a:buSzPts val="3000"/>
              <a:buNone/>
              <a:defRPr sz="3000"/>
            </a:lvl3pPr>
            <a:lvl4pPr lvl="3" algn="ctr">
              <a:lnSpc>
                <a:spcPct val="100000"/>
              </a:lnSpc>
              <a:spcBef>
                <a:spcPts val="1600"/>
              </a:spcBef>
              <a:spcAft>
                <a:spcPts val="0"/>
              </a:spcAft>
              <a:buSzPts val="3000"/>
              <a:buNone/>
              <a:defRPr sz="3000"/>
            </a:lvl4pPr>
            <a:lvl5pPr lvl="4" algn="ctr">
              <a:lnSpc>
                <a:spcPct val="100000"/>
              </a:lnSpc>
              <a:spcBef>
                <a:spcPts val="1600"/>
              </a:spcBef>
              <a:spcAft>
                <a:spcPts val="0"/>
              </a:spcAft>
              <a:buSzPts val="3000"/>
              <a:buNone/>
              <a:defRPr sz="3000"/>
            </a:lvl5pPr>
            <a:lvl6pPr lvl="5" algn="ctr">
              <a:lnSpc>
                <a:spcPct val="100000"/>
              </a:lnSpc>
              <a:spcBef>
                <a:spcPts val="1600"/>
              </a:spcBef>
              <a:spcAft>
                <a:spcPts val="0"/>
              </a:spcAft>
              <a:buSzPts val="3000"/>
              <a:buNone/>
              <a:defRPr sz="3000"/>
            </a:lvl6pPr>
            <a:lvl7pPr lvl="6" algn="ctr">
              <a:lnSpc>
                <a:spcPct val="100000"/>
              </a:lnSpc>
              <a:spcBef>
                <a:spcPts val="1600"/>
              </a:spcBef>
              <a:spcAft>
                <a:spcPts val="0"/>
              </a:spcAft>
              <a:buSzPts val="3000"/>
              <a:buNone/>
              <a:defRPr sz="3000"/>
            </a:lvl7pPr>
            <a:lvl8pPr lvl="7" algn="ctr">
              <a:lnSpc>
                <a:spcPct val="100000"/>
              </a:lnSpc>
              <a:spcBef>
                <a:spcPts val="1600"/>
              </a:spcBef>
              <a:spcAft>
                <a:spcPts val="0"/>
              </a:spcAft>
              <a:buSzPts val="3000"/>
              <a:buNone/>
              <a:defRPr sz="3000"/>
            </a:lvl8pPr>
            <a:lvl9pPr lvl="8" algn="ctr">
              <a:lnSpc>
                <a:spcPct val="100000"/>
              </a:lnSpc>
              <a:spcBef>
                <a:spcPts val="1600"/>
              </a:spcBef>
              <a:spcAft>
                <a:spcPts val="1600"/>
              </a:spcAft>
              <a:buSzPts val="3000"/>
              <a:buNone/>
              <a:defRPr sz="3000"/>
            </a:lvl9pPr>
          </a:lstStyle>
          <a:p/>
        </p:txBody>
      </p:sp>
      <p:sp>
        <p:nvSpPr>
          <p:cNvPr id="7583" name="Google Shape;7583;p119"/>
          <p:cNvSpPr/>
          <p:nvPr/>
        </p:nvSpPr>
        <p:spPr>
          <a:xfrm flipH="1">
            <a:off x="-6" y="3996398"/>
            <a:ext cx="9173906" cy="1147080"/>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119"/>
          <p:cNvSpPr/>
          <p:nvPr/>
        </p:nvSpPr>
        <p:spPr>
          <a:xfrm flipH="1">
            <a:off x="-459104" y="3775428"/>
            <a:ext cx="6683105" cy="2534470"/>
          </a:xfrm>
          <a:custGeom>
            <a:rect b="b" l="l" r="r" t="t"/>
            <a:pathLst>
              <a:path extrusionOk="0" h="13052" w="30413">
                <a:moveTo>
                  <a:pt x="22990" y="1"/>
                </a:moveTo>
                <a:lnTo>
                  <a:pt x="13801" y="1071"/>
                </a:lnTo>
                <a:lnTo>
                  <a:pt x="13596" y="1071"/>
                </a:lnTo>
                <a:cubicBezTo>
                  <a:pt x="13596" y="1071"/>
                  <a:pt x="9965" y="1437"/>
                  <a:pt x="11027" y="1856"/>
                </a:cubicBezTo>
                <a:cubicBezTo>
                  <a:pt x="12080" y="2275"/>
                  <a:pt x="12570" y="2552"/>
                  <a:pt x="10447" y="2918"/>
                </a:cubicBezTo>
                <a:cubicBezTo>
                  <a:pt x="8333" y="3275"/>
                  <a:pt x="5960" y="3560"/>
                  <a:pt x="7610" y="4184"/>
                </a:cubicBezTo>
                <a:cubicBezTo>
                  <a:pt x="9260" y="4800"/>
                  <a:pt x="6575" y="5549"/>
                  <a:pt x="3694" y="5755"/>
                </a:cubicBezTo>
                <a:cubicBezTo>
                  <a:pt x="2427" y="5844"/>
                  <a:pt x="1098" y="6450"/>
                  <a:pt x="0" y="7102"/>
                </a:cubicBezTo>
                <a:lnTo>
                  <a:pt x="0" y="13052"/>
                </a:lnTo>
                <a:lnTo>
                  <a:pt x="28869" y="13052"/>
                </a:lnTo>
                <a:lnTo>
                  <a:pt x="30412" y="12704"/>
                </a:lnTo>
                <a:lnTo>
                  <a:pt x="30412" y="81"/>
                </a:lnTo>
                <a:lnTo>
                  <a:pt x="30038"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119"/>
          <p:cNvSpPr/>
          <p:nvPr/>
        </p:nvSpPr>
        <p:spPr>
          <a:xfrm flipH="1">
            <a:off x="-459104" y="3775428"/>
            <a:ext cx="6683105" cy="2534470"/>
          </a:xfrm>
          <a:custGeom>
            <a:rect b="b" l="l" r="r" t="t"/>
            <a:pathLst>
              <a:path extrusionOk="0" h="13052" w="30413">
                <a:moveTo>
                  <a:pt x="22990" y="1"/>
                </a:moveTo>
                <a:lnTo>
                  <a:pt x="15728" y="848"/>
                </a:lnTo>
                <a:lnTo>
                  <a:pt x="13569" y="1749"/>
                </a:lnTo>
                <a:cubicBezTo>
                  <a:pt x="13569" y="1749"/>
                  <a:pt x="15666" y="2409"/>
                  <a:pt x="12766" y="2909"/>
                </a:cubicBezTo>
                <a:cubicBezTo>
                  <a:pt x="9867" y="3417"/>
                  <a:pt x="12017" y="3997"/>
                  <a:pt x="13337" y="4184"/>
                </a:cubicBezTo>
                <a:cubicBezTo>
                  <a:pt x="14649" y="4372"/>
                  <a:pt x="15407" y="5210"/>
                  <a:pt x="8939" y="6236"/>
                </a:cubicBezTo>
                <a:cubicBezTo>
                  <a:pt x="2480" y="7271"/>
                  <a:pt x="4684" y="7789"/>
                  <a:pt x="5888" y="8029"/>
                </a:cubicBezTo>
                <a:cubicBezTo>
                  <a:pt x="7030" y="8252"/>
                  <a:pt x="5291" y="8725"/>
                  <a:pt x="0" y="9555"/>
                </a:cubicBezTo>
                <a:lnTo>
                  <a:pt x="0" y="13052"/>
                </a:lnTo>
                <a:lnTo>
                  <a:pt x="28494" y="13052"/>
                </a:lnTo>
                <a:lnTo>
                  <a:pt x="28155" y="7887"/>
                </a:lnTo>
                <a:cubicBezTo>
                  <a:pt x="28155" y="7887"/>
                  <a:pt x="25953" y="8060"/>
                  <a:pt x="24567" y="8060"/>
                </a:cubicBezTo>
                <a:cubicBezTo>
                  <a:pt x="24042" y="8060"/>
                  <a:pt x="23635" y="8036"/>
                  <a:pt x="23507" y="7967"/>
                </a:cubicBezTo>
                <a:cubicBezTo>
                  <a:pt x="23035" y="7726"/>
                  <a:pt x="26639" y="7664"/>
                  <a:pt x="25104" y="6888"/>
                </a:cubicBezTo>
                <a:cubicBezTo>
                  <a:pt x="23579" y="6111"/>
                  <a:pt x="18413" y="6067"/>
                  <a:pt x="20233" y="5317"/>
                </a:cubicBezTo>
                <a:cubicBezTo>
                  <a:pt x="22062" y="4577"/>
                  <a:pt x="20028" y="4220"/>
                  <a:pt x="18333" y="3640"/>
                </a:cubicBezTo>
                <a:cubicBezTo>
                  <a:pt x="16638" y="3060"/>
                  <a:pt x="17236" y="2543"/>
                  <a:pt x="18770" y="2525"/>
                </a:cubicBezTo>
                <a:cubicBezTo>
                  <a:pt x="18807" y="2525"/>
                  <a:pt x="18842" y="2525"/>
                  <a:pt x="18876" y="2525"/>
                </a:cubicBezTo>
                <a:cubicBezTo>
                  <a:pt x="20301" y="2525"/>
                  <a:pt x="20215" y="2879"/>
                  <a:pt x="19832" y="3105"/>
                </a:cubicBezTo>
                <a:cubicBezTo>
                  <a:pt x="19586" y="3247"/>
                  <a:pt x="19856" y="3386"/>
                  <a:pt x="20555" y="3386"/>
                </a:cubicBezTo>
                <a:cubicBezTo>
                  <a:pt x="20997" y="3386"/>
                  <a:pt x="21611" y="3330"/>
                  <a:pt x="22374" y="3185"/>
                </a:cubicBezTo>
                <a:cubicBezTo>
                  <a:pt x="22844" y="3098"/>
                  <a:pt x="23275" y="3061"/>
                  <a:pt x="23640" y="3061"/>
                </a:cubicBezTo>
                <a:cubicBezTo>
                  <a:pt x="24807" y="3061"/>
                  <a:pt x="25303" y="3439"/>
                  <a:pt x="24257" y="3765"/>
                </a:cubicBezTo>
                <a:cubicBezTo>
                  <a:pt x="23293" y="4074"/>
                  <a:pt x="23579" y="4205"/>
                  <a:pt x="24624" y="4205"/>
                </a:cubicBezTo>
                <a:cubicBezTo>
                  <a:pt x="25060" y="4205"/>
                  <a:pt x="25627" y="4182"/>
                  <a:pt x="26291" y="4140"/>
                </a:cubicBezTo>
                <a:cubicBezTo>
                  <a:pt x="26778" y="4109"/>
                  <a:pt x="27185" y="4094"/>
                  <a:pt x="27510" y="4094"/>
                </a:cubicBezTo>
                <a:cubicBezTo>
                  <a:pt x="28693" y="4094"/>
                  <a:pt x="28808" y="4287"/>
                  <a:pt x="27843" y="4595"/>
                </a:cubicBezTo>
                <a:cubicBezTo>
                  <a:pt x="27072" y="4842"/>
                  <a:pt x="27244" y="5114"/>
                  <a:pt x="28358" y="5114"/>
                </a:cubicBezTo>
                <a:cubicBezTo>
                  <a:pt x="28855" y="5114"/>
                  <a:pt x="29540" y="5060"/>
                  <a:pt x="30412" y="4925"/>
                </a:cubicBezTo>
                <a:lnTo>
                  <a:pt x="30412" y="179"/>
                </a:lnTo>
                <a:cubicBezTo>
                  <a:pt x="29547" y="108"/>
                  <a:pt x="28494" y="45"/>
                  <a:pt x="27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86" name="Google Shape;7586;p119"/>
          <p:cNvGrpSpPr/>
          <p:nvPr/>
        </p:nvGrpSpPr>
        <p:grpSpPr>
          <a:xfrm flipH="1">
            <a:off x="-760212" y="1663728"/>
            <a:ext cx="4484281" cy="2708498"/>
            <a:chOff x="6244119" y="1698941"/>
            <a:chExt cx="760628" cy="457625"/>
          </a:xfrm>
        </p:grpSpPr>
        <p:sp>
          <p:nvSpPr>
            <p:cNvPr id="7587" name="Google Shape;7587;p119"/>
            <p:cNvSpPr/>
            <p:nvPr/>
          </p:nvSpPr>
          <p:spPr>
            <a:xfrm>
              <a:off x="6462191" y="1698941"/>
              <a:ext cx="542556" cy="308882"/>
            </a:xfrm>
            <a:custGeom>
              <a:rect b="b" l="l" r="r" t="t"/>
              <a:pathLst>
                <a:path extrusionOk="0" h="6522" w="11456">
                  <a:moveTo>
                    <a:pt x="9502" y="0"/>
                  </a:moveTo>
                  <a:cubicBezTo>
                    <a:pt x="8699" y="0"/>
                    <a:pt x="8708" y="848"/>
                    <a:pt x="8708" y="848"/>
                  </a:cubicBezTo>
                  <a:cubicBezTo>
                    <a:pt x="8671" y="845"/>
                    <a:pt x="8636" y="844"/>
                    <a:pt x="8602" y="844"/>
                  </a:cubicBezTo>
                  <a:cubicBezTo>
                    <a:pt x="7656" y="844"/>
                    <a:pt x="7664" y="1775"/>
                    <a:pt x="7664" y="1775"/>
                  </a:cubicBezTo>
                  <a:cubicBezTo>
                    <a:pt x="7631" y="1773"/>
                    <a:pt x="7600" y="1772"/>
                    <a:pt x="7570" y="1772"/>
                  </a:cubicBezTo>
                  <a:cubicBezTo>
                    <a:pt x="6944" y="1772"/>
                    <a:pt x="6977" y="2284"/>
                    <a:pt x="6977" y="2284"/>
                  </a:cubicBezTo>
                  <a:cubicBezTo>
                    <a:pt x="6883" y="2268"/>
                    <a:pt x="6797" y="2261"/>
                    <a:pt x="6719" y="2261"/>
                  </a:cubicBezTo>
                  <a:cubicBezTo>
                    <a:pt x="5978" y="2261"/>
                    <a:pt x="5897" y="2882"/>
                    <a:pt x="5897" y="2882"/>
                  </a:cubicBezTo>
                  <a:cubicBezTo>
                    <a:pt x="5785" y="2868"/>
                    <a:pt x="5681" y="2861"/>
                    <a:pt x="5583" y="2861"/>
                  </a:cubicBezTo>
                  <a:cubicBezTo>
                    <a:pt x="4370" y="2861"/>
                    <a:pt x="4202" y="3854"/>
                    <a:pt x="4202" y="3854"/>
                  </a:cubicBezTo>
                  <a:cubicBezTo>
                    <a:pt x="4113" y="3833"/>
                    <a:pt x="4032" y="3823"/>
                    <a:pt x="3959" y="3823"/>
                  </a:cubicBezTo>
                  <a:cubicBezTo>
                    <a:pt x="3453" y="3823"/>
                    <a:pt x="3337" y="4273"/>
                    <a:pt x="3337" y="4273"/>
                  </a:cubicBezTo>
                  <a:cubicBezTo>
                    <a:pt x="3145" y="4199"/>
                    <a:pt x="2971" y="4168"/>
                    <a:pt x="2815" y="4168"/>
                  </a:cubicBezTo>
                  <a:cubicBezTo>
                    <a:pt x="2108" y="4168"/>
                    <a:pt x="1767" y="4791"/>
                    <a:pt x="1767" y="4791"/>
                  </a:cubicBezTo>
                  <a:cubicBezTo>
                    <a:pt x="1649" y="4743"/>
                    <a:pt x="1540" y="4724"/>
                    <a:pt x="1440" y="4724"/>
                  </a:cubicBezTo>
                  <a:cubicBezTo>
                    <a:pt x="1014" y="4724"/>
                    <a:pt x="768" y="5076"/>
                    <a:pt x="768" y="5076"/>
                  </a:cubicBezTo>
                  <a:lnTo>
                    <a:pt x="1" y="6521"/>
                  </a:lnTo>
                  <a:lnTo>
                    <a:pt x="11455" y="6521"/>
                  </a:lnTo>
                  <a:lnTo>
                    <a:pt x="1145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119"/>
            <p:cNvSpPr/>
            <p:nvPr/>
          </p:nvSpPr>
          <p:spPr>
            <a:xfrm>
              <a:off x="6401936" y="1925441"/>
              <a:ext cx="24990" cy="29240"/>
            </a:xfrm>
            <a:custGeom>
              <a:rect b="b" l="l" r="r" t="t"/>
              <a:pathLst>
                <a:path extrusionOk="0" h="805" w="688">
                  <a:moveTo>
                    <a:pt x="669" y="0"/>
                  </a:moveTo>
                  <a:cubicBezTo>
                    <a:pt x="619" y="0"/>
                    <a:pt x="477" y="18"/>
                    <a:pt x="455" y="215"/>
                  </a:cubicBezTo>
                  <a:cubicBezTo>
                    <a:pt x="455" y="215"/>
                    <a:pt x="437" y="208"/>
                    <a:pt x="413" y="208"/>
                  </a:cubicBezTo>
                  <a:cubicBezTo>
                    <a:pt x="378" y="208"/>
                    <a:pt x="332" y="224"/>
                    <a:pt x="322" y="305"/>
                  </a:cubicBezTo>
                  <a:cubicBezTo>
                    <a:pt x="322" y="305"/>
                    <a:pt x="274" y="288"/>
                    <a:pt x="215" y="288"/>
                  </a:cubicBezTo>
                  <a:cubicBezTo>
                    <a:pt x="132" y="288"/>
                    <a:pt x="26" y="321"/>
                    <a:pt x="0" y="483"/>
                  </a:cubicBezTo>
                  <a:lnTo>
                    <a:pt x="687" y="804"/>
                  </a:lnTo>
                  <a:lnTo>
                    <a:pt x="687" y="1"/>
                  </a:lnTo>
                  <a:cubicBezTo>
                    <a:pt x="687" y="1"/>
                    <a:pt x="680" y="0"/>
                    <a:pt x="669"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119"/>
            <p:cNvSpPr/>
            <p:nvPr/>
          </p:nvSpPr>
          <p:spPr>
            <a:xfrm>
              <a:off x="6780077" y="1840885"/>
              <a:ext cx="47328" cy="114452"/>
            </a:xfrm>
            <a:custGeom>
              <a:rect b="b" l="l" r="r" t="t"/>
              <a:pathLst>
                <a:path extrusionOk="0" h="3151" w="1303">
                  <a:moveTo>
                    <a:pt x="0" y="1"/>
                  </a:moveTo>
                  <a:lnTo>
                    <a:pt x="0" y="3150"/>
                  </a:lnTo>
                  <a:lnTo>
                    <a:pt x="1303" y="3150"/>
                  </a:lnTo>
                  <a:lnTo>
                    <a:pt x="1303"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119"/>
            <p:cNvSpPr/>
            <p:nvPr/>
          </p:nvSpPr>
          <p:spPr>
            <a:xfrm>
              <a:off x="6804376" y="1859373"/>
              <a:ext cx="5848" cy="1038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119"/>
            <p:cNvSpPr/>
            <p:nvPr/>
          </p:nvSpPr>
          <p:spPr>
            <a:xfrm>
              <a:off x="6790756" y="1848694"/>
              <a:ext cx="5884" cy="10715"/>
            </a:xfrm>
            <a:custGeom>
              <a:rect b="b" l="l" r="r" t="t"/>
              <a:pathLst>
                <a:path extrusionOk="0" h="295" w="162">
                  <a:moveTo>
                    <a:pt x="1" y="0"/>
                  </a:moveTo>
                  <a:lnTo>
                    <a:pt x="1" y="294"/>
                  </a:lnTo>
                  <a:lnTo>
                    <a:pt x="161" y="294"/>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119"/>
            <p:cNvSpPr/>
            <p:nvPr/>
          </p:nvSpPr>
          <p:spPr>
            <a:xfrm>
              <a:off x="6816689" y="1871359"/>
              <a:ext cx="5848" cy="10715"/>
            </a:xfrm>
            <a:custGeom>
              <a:rect b="b" l="l" r="r" t="t"/>
              <a:pathLst>
                <a:path extrusionOk="0" h="295" w="161">
                  <a:moveTo>
                    <a:pt x="0" y="1"/>
                  </a:moveTo>
                  <a:lnTo>
                    <a:pt x="0"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119"/>
            <p:cNvSpPr/>
            <p:nvPr/>
          </p:nvSpPr>
          <p:spPr>
            <a:xfrm>
              <a:off x="6808590" y="1896965"/>
              <a:ext cx="5848" cy="10715"/>
            </a:xfrm>
            <a:custGeom>
              <a:rect b="b" l="l" r="r" t="t"/>
              <a:pathLst>
                <a:path extrusionOk="0" h="295" w="161">
                  <a:moveTo>
                    <a:pt x="0" y="0"/>
                  </a:moveTo>
                  <a:lnTo>
                    <a:pt x="0"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119"/>
            <p:cNvSpPr/>
            <p:nvPr/>
          </p:nvSpPr>
          <p:spPr>
            <a:xfrm>
              <a:off x="6817343" y="1912838"/>
              <a:ext cx="5848" cy="10715"/>
            </a:xfrm>
            <a:custGeom>
              <a:rect b="b" l="l" r="r" t="t"/>
              <a:pathLst>
                <a:path extrusionOk="0" h="295" w="161">
                  <a:moveTo>
                    <a:pt x="0" y="0"/>
                  </a:moveTo>
                  <a:lnTo>
                    <a:pt x="0"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119"/>
            <p:cNvSpPr/>
            <p:nvPr/>
          </p:nvSpPr>
          <p:spPr>
            <a:xfrm>
              <a:off x="6787850" y="1870051"/>
              <a:ext cx="5848" cy="10751"/>
            </a:xfrm>
            <a:custGeom>
              <a:rect b="b" l="l" r="r" t="t"/>
              <a:pathLst>
                <a:path extrusionOk="0" h="296" w="161">
                  <a:moveTo>
                    <a:pt x="0" y="1"/>
                  </a:moveTo>
                  <a:lnTo>
                    <a:pt x="0"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119"/>
            <p:cNvSpPr/>
            <p:nvPr/>
          </p:nvSpPr>
          <p:spPr>
            <a:xfrm>
              <a:off x="6800817" y="1930671"/>
              <a:ext cx="11696" cy="24663"/>
            </a:xfrm>
            <a:custGeom>
              <a:rect b="b" l="l" r="r" t="t"/>
              <a:pathLst>
                <a:path extrusionOk="0" h="679" w="322">
                  <a:moveTo>
                    <a:pt x="0" y="0"/>
                  </a:moveTo>
                  <a:lnTo>
                    <a:pt x="0" y="678"/>
                  </a:lnTo>
                  <a:lnTo>
                    <a:pt x="321" y="678"/>
                  </a:lnTo>
                  <a:lnTo>
                    <a:pt x="32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119"/>
            <p:cNvSpPr/>
            <p:nvPr/>
          </p:nvSpPr>
          <p:spPr>
            <a:xfrm>
              <a:off x="6780077" y="1829553"/>
              <a:ext cx="47328" cy="11369"/>
            </a:xfrm>
            <a:custGeom>
              <a:rect b="b" l="l" r="r" t="t"/>
              <a:pathLst>
                <a:path extrusionOk="0" h="313" w="1303">
                  <a:moveTo>
                    <a:pt x="312" y="1"/>
                  </a:moveTo>
                  <a:lnTo>
                    <a:pt x="0" y="313"/>
                  </a:lnTo>
                  <a:lnTo>
                    <a:pt x="1303" y="313"/>
                  </a:lnTo>
                  <a:lnTo>
                    <a:pt x="130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119"/>
            <p:cNvSpPr/>
            <p:nvPr/>
          </p:nvSpPr>
          <p:spPr>
            <a:xfrm>
              <a:off x="6426235" y="1898563"/>
              <a:ext cx="32109" cy="56118"/>
            </a:xfrm>
            <a:custGeom>
              <a:rect b="b" l="l" r="r" t="t"/>
              <a:pathLst>
                <a:path extrusionOk="0" h="1545" w="884">
                  <a:moveTo>
                    <a:pt x="0" y="1"/>
                  </a:moveTo>
                  <a:lnTo>
                    <a:pt x="0" y="1544"/>
                  </a:lnTo>
                  <a:lnTo>
                    <a:pt x="884" y="1544"/>
                  </a:lnTo>
                  <a:lnTo>
                    <a:pt x="884"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119"/>
            <p:cNvSpPr/>
            <p:nvPr/>
          </p:nvSpPr>
          <p:spPr>
            <a:xfrm>
              <a:off x="6458306" y="1890791"/>
              <a:ext cx="7482" cy="63891"/>
            </a:xfrm>
            <a:custGeom>
              <a:rect b="b" l="l" r="r" t="t"/>
              <a:pathLst>
                <a:path extrusionOk="0" h="1759" w="206">
                  <a:moveTo>
                    <a:pt x="206" y="1"/>
                  </a:moveTo>
                  <a:lnTo>
                    <a:pt x="1" y="215"/>
                  </a:lnTo>
                  <a:lnTo>
                    <a:pt x="1" y="1758"/>
                  </a:lnTo>
                  <a:lnTo>
                    <a:pt x="206" y="1758"/>
                  </a:lnTo>
                  <a:lnTo>
                    <a:pt x="206"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119"/>
            <p:cNvSpPr/>
            <p:nvPr/>
          </p:nvSpPr>
          <p:spPr>
            <a:xfrm>
              <a:off x="6430121" y="1903757"/>
              <a:ext cx="4250" cy="7156"/>
            </a:xfrm>
            <a:custGeom>
              <a:rect b="b" l="l" r="r" t="t"/>
              <a:pathLst>
                <a:path extrusionOk="0" h="197" w="117">
                  <a:moveTo>
                    <a:pt x="0" y="1"/>
                  </a:moveTo>
                  <a:lnTo>
                    <a:pt x="0" y="197"/>
                  </a:lnTo>
                  <a:lnTo>
                    <a:pt x="116" y="197"/>
                  </a:lnTo>
                  <a:lnTo>
                    <a:pt x="11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119"/>
            <p:cNvSpPr/>
            <p:nvPr/>
          </p:nvSpPr>
          <p:spPr>
            <a:xfrm>
              <a:off x="6449553" y="1905719"/>
              <a:ext cx="4250" cy="7156"/>
            </a:xfrm>
            <a:custGeom>
              <a:rect b="b" l="l" r="r" t="t"/>
              <a:pathLst>
                <a:path extrusionOk="0" h="197" w="117">
                  <a:moveTo>
                    <a:pt x="1" y="0"/>
                  </a:moveTo>
                  <a:lnTo>
                    <a:pt x="1" y="196"/>
                  </a:lnTo>
                  <a:lnTo>
                    <a:pt x="117" y="196"/>
                  </a:lnTo>
                  <a:lnTo>
                    <a:pt x="117"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119"/>
            <p:cNvSpPr/>
            <p:nvPr/>
          </p:nvSpPr>
          <p:spPr>
            <a:xfrm>
              <a:off x="6439528" y="1911857"/>
              <a:ext cx="4250" cy="7156"/>
            </a:xfrm>
            <a:custGeom>
              <a:rect b="b" l="l" r="r" t="t"/>
              <a:pathLst>
                <a:path extrusionOk="0" h="197" w="117">
                  <a:moveTo>
                    <a:pt x="0" y="1"/>
                  </a:moveTo>
                  <a:lnTo>
                    <a:pt x="0" y="197"/>
                  </a:lnTo>
                  <a:lnTo>
                    <a:pt x="116" y="197"/>
                  </a:lnTo>
                  <a:lnTo>
                    <a:pt x="11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119"/>
            <p:cNvSpPr/>
            <p:nvPr/>
          </p:nvSpPr>
          <p:spPr>
            <a:xfrm>
              <a:off x="6448282" y="1925151"/>
              <a:ext cx="4250" cy="7156"/>
            </a:xfrm>
            <a:custGeom>
              <a:rect b="b" l="l" r="r" t="t"/>
              <a:pathLst>
                <a:path extrusionOk="0" h="197" w="117">
                  <a:moveTo>
                    <a:pt x="0" y="0"/>
                  </a:moveTo>
                  <a:lnTo>
                    <a:pt x="0" y="197"/>
                  </a:lnTo>
                  <a:lnTo>
                    <a:pt x="116" y="197"/>
                  </a:lnTo>
                  <a:lnTo>
                    <a:pt x="11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119"/>
            <p:cNvSpPr/>
            <p:nvPr/>
          </p:nvSpPr>
          <p:spPr>
            <a:xfrm>
              <a:off x="6433027" y="1923843"/>
              <a:ext cx="4250" cy="7192"/>
            </a:xfrm>
            <a:custGeom>
              <a:rect b="b" l="l" r="r" t="t"/>
              <a:pathLst>
                <a:path extrusionOk="0" h="198" w="117">
                  <a:moveTo>
                    <a:pt x="1" y="1"/>
                  </a:moveTo>
                  <a:lnTo>
                    <a:pt x="1" y="197"/>
                  </a:lnTo>
                  <a:lnTo>
                    <a:pt x="117" y="197"/>
                  </a:lnTo>
                  <a:lnTo>
                    <a:pt x="11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119"/>
            <p:cNvSpPr/>
            <p:nvPr/>
          </p:nvSpPr>
          <p:spPr>
            <a:xfrm>
              <a:off x="6436259" y="1939389"/>
              <a:ext cx="8136" cy="15292"/>
            </a:xfrm>
            <a:custGeom>
              <a:rect b="b" l="l" r="r" t="t"/>
              <a:pathLst>
                <a:path extrusionOk="0" h="421" w="224">
                  <a:moveTo>
                    <a:pt x="1" y="1"/>
                  </a:moveTo>
                  <a:lnTo>
                    <a:pt x="1" y="420"/>
                  </a:lnTo>
                  <a:lnTo>
                    <a:pt x="224" y="420"/>
                  </a:lnTo>
                  <a:lnTo>
                    <a:pt x="22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119"/>
            <p:cNvSpPr/>
            <p:nvPr/>
          </p:nvSpPr>
          <p:spPr>
            <a:xfrm>
              <a:off x="6426235" y="1890791"/>
              <a:ext cx="39555" cy="7809"/>
            </a:xfrm>
            <a:custGeom>
              <a:rect b="b" l="l" r="r" t="t"/>
              <a:pathLst>
                <a:path extrusionOk="0" h="215" w="1089">
                  <a:moveTo>
                    <a:pt x="215" y="1"/>
                  </a:moveTo>
                  <a:lnTo>
                    <a:pt x="0" y="215"/>
                  </a:lnTo>
                  <a:lnTo>
                    <a:pt x="884" y="215"/>
                  </a:lnTo>
                  <a:lnTo>
                    <a:pt x="108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119"/>
            <p:cNvSpPr/>
            <p:nvPr/>
          </p:nvSpPr>
          <p:spPr>
            <a:xfrm>
              <a:off x="6577549" y="1906990"/>
              <a:ext cx="52849" cy="85285"/>
            </a:xfrm>
            <a:custGeom>
              <a:rect b="b" l="l" r="r" t="t"/>
              <a:pathLst>
                <a:path extrusionOk="0" h="2348" w="1455">
                  <a:moveTo>
                    <a:pt x="1" y="1"/>
                  </a:moveTo>
                  <a:lnTo>
                    <a:pt x="1" y="2347"/>
                  </a:lnTo>
                  <a:lnTo>
                    <a:pt x="1455" y="2347"/>
                  </a:lnTo>
                  <a:lnTo>
                    <a:pt x="1455"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119"/>
            <p:cNvSpPr/>
            <p:nvPr/>
          </p:nvSpPr>
          <p:spPr>
            <a:xfrm>
              <a:off x="6616450" y="1913491"/>
              <a:ext cx="5521" cy="9734"/>
            </a:xfrm>
            <a:custGeom>
              <a:rect b="b" l="l" r="r" t="t"/>
              <a:pathLst>
                <a:path extrusionOk="0" h="268" w="152">
                  <a:moveTo>
                    <a:pt x="0" y="0"/>
                  </a:moveTo>
                  <a:lnTo>
                    <a:pt x="0" y="268"/>
                  </a:lnTo>
                  <a:lnTo>
                    <a:pt x="152" y="268"/>
                  </a:lnTo>
                  <a:lnTo>
                    <a:pt x="15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119"/>
            <p:cNvSpPr/>
            <p:nvPr/>
          </p:nvSpPr>
          <p:spPr>
            <a:xfrm>
              <a:off x="6602502" y="1925804"/>
              <a:ext cx="5230" cy="9734"/>
            </a:xfrm>
            <a:custGeom>
              <a:rect b="b" l="l" r="r" t="t"/>
              <a:pathLst>
                <a:path extrusionOk="0" h="268" w="144">
                  <a:moveTo>
                    <a:pt x="0" y="0"/>
                  </a:moveTo>
                  <a:lnTo>
                    <a:pt x="0" y="268"/>
                  </a:lnTo>
                  <a:lnTo>
                    <a:pt x="143" y="268"/>
                  </a:lnTo>
                  <a:lnTo>
                    <a:pt x="14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119"/>
            <p:cNvSpPr/>
            <p:nvPr/>
          </p:nvSpPr>
          <p:spPr>
            <a:xfrm>
              <a:off x="6584668" y="1915743"/>
              <a:ext cx="5230" cy="9444"/>
            </a:xfrm>
            <a:custGeom>
              <a:rect b="b" l="l" r="r" t="t"/>
              <a:pathLst>
                <a:path extrusionOk="0" h="260" w="144">
                  <a:moveTo>
                    <a:pt x="1" y="1"/>
                  </a:moveTo>
                  <a:lnTo>
                    <a:pt x="1" y="259"/>
                  </a:lnTo>
                  <a:lnTo>
                    <a:pt x="144" y="259"/>
                  </a:lnTo>
                  <a:lnTo>
                    <a:pt x="14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119"/>
            <p:cNvSpPr/>
            <p:nvPr/>
          </p:nvSpPr>
          <p:spPr>
            <a:xfrm>
              <a:off x="6613834" y="1936483"/>
              <a:ext cx="5557" cy="9444"/>
            </a:xfrm>
            <a:custGeom>
              <a:rect b="b" l="l" r="r" t="t"/>
              <a:pathLst>
                <a:path extrusionOk="0" h="260" w="153">
                  <a:moveTo>
                    <a:pt x="1" y="1"/>
                  </a:moveTo>
                  <a:lnTo>
                    <a:pt x="1" y="259"/>
                  </a:lnTo>
                  <a:lnTo>
                    <a:pt x="152" y="259"/>
                  </a:lnTo>
                  <a:lnTo>
                    <a:pt x="15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119"/>
            <p:cNvSpPr/>
            <p:nvPr/>
          </p:nvSpPr>
          <p:spPr>
            <a:xfrm>
              <a:off x="6588228" y="1935502"/>
              <a:ext cx="5557" cy="9771"/>
            </a:xfrm>
            <a:custGeom>
              <a:rect b="b" l="l" r="r" t="t"/>
              <a:pathLst>
                <a:path extrusionOk="0" h="269" w="153">
                  <a:moveTo>
                    <a:pt x="1" y="1"/>
                  </a:moveTo>
                  <a:lnTo>
                    <a:pt x="1" y="269"/>
                  </a:lnTo>
                  <a:lnTo>
                    <a:pt x="153" y="269"/>
                  </a:lnTo>
                  <a:lnTo>
                    <a:pt x="15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119"/>
            <p:cNvSpPr/>
            <p:nvPr/>
          </p:nvSpPr>
          <p:spPr>
            <a:xfrm>
              <a:off x="6602502" y="1964668"/>
              <a:ext cx="13330" cy="27605"/>
            </a:xfrm>
            <a:custGeom>
              <a:rect b="b" l="l" r="r" t="t"/>
              <a:pathLst>
                <a:path extrusionOk="0" h="760" w="367">
                  <a:moveTo>
                    <a:pt x="0" y="1"/>
                  </a:moveTo>
                  <a:lnTo>
                    <a:pt x="0" y="759"/>
                  </a:lnTo>
                  <a:lnTo>
                    <a:pt x="366" y="759"/>
                  </a:lnTo>
                  <a:lnTo>
                    <a:pt x="36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119"/>
            <p:cNvSpPr/>
            <p:nvPr/>
          </p:nvSpPr>
          <p:spPr>
            <a:xfrm>
              <a:off x="6577549" y="1894350"/>
              <a:ext cx="52849" cy="12677"/>
            </a:xfrm>
            <a:custGeom>
              <a:rect b="b" l="l" r="r" t="t"/>
              <a:pathLst>
                <a:path extrusionOk="0" h="349" w="1455">
                  <a:moveTo>
                    <a:pt x="1" y="1"/>
                  </a:moveTo>
                  <a:lnTo>
                    <a:pt x="1" y="349"/>
                  </a:lnTo>
                  <a:lnTo>
                    <a:pt x="1455" y="349"/>
                  </a:lnTo>
                  <a:lnTo>
                    <a:pt x="145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119"/>
            <p:cNvSpPr/>
            <p:nvPr/>
          </p:nvSpPr>
          <p:spPr>
            <a:xfrm>
              <a:off x="6560369" y="1980214"/>
              <a:ext cx="17217" cy="12059"/>
            </a:xfrm>
            <a:custGeom>
              <a:rect b="b" l="l" r="r" t="t"/>
              <a:pathLst>
                <a:path extrusionOk="0" h="332" w="474">
                  <a:moveTo>
                    <a:pt x="460" y="0"/>
                  </a:moveTo>
                  <a:cubicBezTo>
                    <a:pt x="423" y="0"/>
                    <a:pt x="320" y="12"/>
                    <a:pt x="313" y="144"/>
                  </a:cubicBezTo>
                  <a:cubicBezTo>
                    <a:pt x="313" y="144"/>
                    <a:pt x="300" y="140"/>
                    <a:pt x="284" y="140"/>
                  </a:cubicBezTo>
                  <a:cubicBezTo>
                    <a:pt x="257" y="140"/>
                    <a:pt x="220" y="150"/>
                    <a:pt x="215" y="206"/>
                  </a:cubicBezTo>
                  <a:cubicBezTo>
                    <a:pt x="215" y="206"/>
                    <a:pt x="182" y="194"/>
                    <a:pt x="141" y="194"/>
                  </a:cubicBezTo>
                  <a:cubicBezTo>
                    <a:pt x="86" y="194"/>
                    <a:pt x="16" y="217"/>
                    <a:pt x="1" y="331"/>
                  </a:cubicBezTo>
                  <a:lnTo>
                    <a:pt x="474" y="331"/>
                  </a:lnTo>
                  <a:lnTo>
                    <a:pt x="474" y="1"/>
                  </a:lnTo>
                  <a:cubicBezTo>
                    <a:pt x="474" y="1"/>
                    <a:pt x="469" y="0"/>
                    <a:pt x="46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119"/>
            <p:cNvSpPr/>
            <p:nvPr/>
          </p:nvSpPr>
          <p:spPr>
            <a:xfrm>
              <a:off x="6671186" y="1975637"/>
              <a:ext cx="24663" cy="17253"/>
            </a:xfrm>
            <a:custGeom>
              <a:rect b="b" l="l" r="r" t="t"/>
              <a:pathLst>
                <a:path extrusionOk="0" h="475" w="679">
                  <a:moveTo>
                    <a:pt x="651" y="0"/>
                  </a:moveTo>
                  <a:cubicBezTo>
                    <a:pt x="594" y="0"/>
                    <a:pt x="467" y="21"/>
                    <a:pt x="447" y="207"/>
                  </a:cubicBezTo>
                  <a:cubicBezTo>
                    <a:pt x="447" y="207"/>
                    <a:pt x="431" y="203"/>
                    <a:pt x="411" y="203"/>
                  </a:cubicBezTo>
                  <a:cubicBezTo>
                    <a:pt x="375" y="203"/>
                    <a:pt x="324" y="217"/>
                    <a:pt x="313" y="297"/>
                  </a:cubicBezTo>
                  <a:cubicBezTo>
                    <a:pt x="313" y="297"/>
                    <a:pt x="265" y="280"/>
                    <a:pt x="207" y="280"/>
                  </a:cubicBezTo>
                  <a:cubicBezTo>
                    <a:pt x="125" y="280"/>
                    <a:pt x="22" y="313"/>
                    <a:pt x="1" y="475"/>
                  </a:cubicBezTo>
                  <a:lnTo>
                    <a:pt x="679" y="475"/>
                  </a:lnTo>
                  <a:lnTo>
                    <a:pt x="679" y="2"/>
                  </a:lnTo>
                  <a:cubicBezTo>
                    <a:pt x="679" y="2"/>
                    <a:pt x="668" y="0"/>
                    <a:pt x="65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119"/>
            <p:cNvSpPr/>
            <p:nvPr/>
          </p:nvSpPr>
          <p:spPr>
            <a:xfrm>
              <a:off x="6552597" y="1940950"/>
              <a:ext cx="24990" cy="17290"/>
            </a:xfrm>
            <a:custGeom>
              <a:rect b="b" l="l" r="r" t="t"/>
              <a:pathLst>
                <a:path extrusionOk="0" h="476" w="688">
                  <a:moveTo>
                    <a:pt x="659" y="1"/>
                  </a:moveTo>
                  <a:cubicBezTo>
                    <a:pt x="599" y="1"/>
                    <a:pt x="467" y="22"/>
                    <a:pt x="447" y="208"/>
                  </a:cubicBezTo>
                  <a:cubicBezTo>
                    <a:pt x="447" y="208"/>
                    <a:pt x="431" y="203"/>
                    <a:pt x="411" y="203"/>
                  </a:cubicBezTo>
                  <a:cubicBezTo>
                    <a:pt x="375" y="203"/>
                    <a:pt x="324" y="217"/>
                    <a:pt x="313" y="297"/>
                  </a:cubicBezTo>
                  <a:cubicBezTo>
                    <a:pt x="313" y="297"/>
                    <a:pt x="265" y="280"/>
                    <a:pt x="207" y="280"/>
                  </a:cubicBezTo>
                  <a:cubicBezTo>
                    <a:pt x="125" y="280"/>
                    <a:pt x="22" y="314"/>
                    <a:pt x="1" y="475"/>
                  </a:cubicBezTo>
                  <a:lnTo>
                    <a:pt x="688" y="475"/>
                  </a:lnTo>
                  <a:lnTo>
                    <a:pt x="688" y="3"/>
                  </a:lnTo>
                  <a:cubicBezTo>
                    <a:pt x="688" y="3"/>
                    <a:pt x="676" y="1"/>
                    <a:pt x="659"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119"/>
            <p:cNvSpPr/>
            <p:nvPr/>
          </p:nvSpPr>
          <p:spPr>
            <a:xfrm>
              <a:off x="6510464" y="1968809"/>
              <a:ext cx="24990" cy="17290"/>
            </a:xfrm>
            <a:custGeom>
              <a:rect b="b" l="l" r="r" t="t"/>
              <a:pathLst>
                <a:path extrusionOk="0" h="476" w="688">
                  <a:moveTo>
                    <a:pt x="659" y="1"/>
                  </a:moveTo>
                  <a:cubicBezTo>
                    <a:pt x="600" y="1"/>
                    <a:pt x="470" y="22"/>
                    <a:pt x="456" y="208"/>
                  </a:cubicBezTo>
                  <a:cubicBezTo>
                    <a:pt x="456" y="208"/>
                    <a:pt x="441" y="204"/>
                    <a:pt x="420" y="204"/>
                  </a:cubicBezTo>
                  <a:cubicBezTo>
                    <a:pt x="382" y="204"/>
                    <a:pt x="325" y="219"/>
                    <a:pt x="313" y="306"/>
                  </a:cubicBezTo>
                  <a:cubicBezTo>
                    <a:pt x="313" y="306"/>
                    <a:pt x="260" y="286"/>
                    <a:pt x="198" y="286"/>
                  </a:cubicBezTo>
                  <a:cubicBezTo>
                    <a:pt x="118" y="286"/>
                    <a:pt x="21" y="320"/>
                    <a:pt x="1" y="476"/>
                  </a:cubicBezTo>
                  <a:lnTo>
                    <a:pt x="688" y="476"/>
                  </a:lnTo>
                  <a:lnTo>
                    <a:pt x="688" y="3"/>
                  </a:lnTo>
                  <a:cubicBezTo>
                    <a:pt x="688" y="3"/>
                    <a:pt x="677" y="1"/>
                    <a:pt x="659"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119"/>
            <p:cNvSpPr/>
            <p:nvPr/>
          </p:nvSpPr>
          <p:spPr>
            <a:xfrm>
              <a:off x="6458306" y="1938408"/>
              <a:ext cx="24990" cy="17253"/>
            </a:xfrm>
            <a:custGeom>
              <a:rect b="b" l="l" r="r" t="t"/>
              <a:pathLst>
                <a:path extrusionOk="0" h="475" w="688">
                  <a:moveTo>
                    <a:pt x="668" y="0"/>
                  </a:moveTo>
                  <a:cubicBezTo>
                    <a:pt x="614" y="0"/>
                    <a:pt x="470" y="18"/>
                    <a:pt x="456" y="206"/>
                  </a:cubicBezTo>
                  <a:cubicBezTo>
                    <a:pt x="456" y="206"/>
                    <a:pt x="440" y="202"/>
                    <a:pt x="420" y="202"/>
                  </a:cubicBezTo>
                  <a:cubicBezTo>
                    <a:pt x="382" y="202"/>
                    <a:pt x="324" y="217"/>
                    <a:pt x="313" y="305"/>
                  </a:cubicBezTo>
                  <a:cubicBezTo>
                    <a:pt x="313" y="305"/>
                    <a:pt x="265" y="287"/>
                    <a:pt x="206" y="287"/>
                  </a:cubicBezTo>
                  <a:cubicBezTo>
                    <a:pt x="126" y="287"/>
                    <a:pt x="26" y="320"/>
                    <a:pt x="1" y="474"/>
                  </a:cubicBezTo>
                  <a:lnTo>
                    <a:pt x="688" y="474"/>
                  </a:lnTo>
                  <a:lnTo>
                    <a:pt x="688" y="1"/>
                  </a:lnTo>
                  <a:cubicBezTo>
                    <a:pt x="688" y="1"/>
                    <a:pt x="680" y="0"/>
                    <a:pt x="668"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119"/>
            <p:cNvSpPr/>
            <p:nvPr/>
          </p:nvSpPr>
          <p:spPr>
            <a:xfrm>
              <a:off x="6537705" y="1951411"/>
              <a:ext cx="39882" cy="31128"/>
            </a:xfrm>
            <a:custGeom>
              <a:rect b="b" l="l" r="r" t="t"/>
              <a:pathLst>
                <a:path extrusionOk="0" h="857" w="1098">
                  <a:moveTo>
                    <a:pt x="955" y="0"/>
                  </a:moveTo>
                  <a:lnTo>
                    <a:pt x="411" y="187"/>
                  </a:lnTo>
                  <a:cubicBezTo>
                    <a:pt x="411" y="187"/>
                    <a:pt x="363" y="169"/>
                    <a:pt x="302" y="169"/>
                  </a:cubicBezTo>
                  <a:cubicBezTo>
                    <a:pt x="229" y="169"/>
                    <a:pt x="138" y="195"/>
                    <a:pt x="89" y="312"/>
                  </a:cubicBezTo>
                  <a:cubicBezTo>
                    <a:pt x="0" y="535"/>
                    <a:pt x="223" y="848"/>
                    <a:pt x="250" y="848"/>
                  </a:cubicBezTo>
                  <a:cubicBezTo>
                    <a:pt x="277" y="856"/>
                    <a:pt x="553" y="856"/>
                    <a:pt x="553" y="856"/>
                  </a:cubicBezTo>
                  <a:cubicBezTo>
                    <a:pt x="553" y="856"/>
                    <a:pt x="678" y="785"/>
                    <a:pt x="839" y="678"/>
                  </a:cubicBezTo>
                  <a:cubicBezTo>
                    <a:pt x="990" y="571"/>
                    <a:pt x="1098" y="339"/>
                    <a:pt x="1098" y="339"/>
                  </a:cubicBezTo>
                  <a:lnTo>
                    <a:pt x="1071" y="9"/>
                  </a:lnTo>
                  <a:lnTo>
                    <a:pt x="95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119"/>
            <p:cNvSpPr/>
            <p:nvPr/>
          </p:nvSpPr>
          <p:spPr>
            <a:xfrm>
              <a:off x="6714626" y="1924134"/>
              <a:ext cx="41807" cy="14674"/>
            </a:xfrm>
            <a:custGeom>
              <a:rect b="b" l="l" r="r" t="t"/>
              <a:pathLst>
                <a:path extrusionOk="0" h="404" w="1151">
                  <a:moveTo>
                    <a:pt x="552" y="1"/>
                  </a:moveTo>
                  <a:cubicBezTo>
                    <a:pt x="507" y="1"/>
                    <a:pt x="398" y="17"/>
                    <a:pt x="384" y="180"/>
                  </a:cubicBezTo>
                  <a:cubicBezTo>
                    <a:pt x="384" y="180"/>
                    <a:pt x="367" y="174"/>
                    <a:pt x="346" y="174"/>
                  </a:cubicBezTo>
                  <a:cubicBezTo>
                    <a:pt x="314" y="174"/>
                    <a:pt x="273" y="187"/>
                    <a:pt x="268" y="251"/>
                  </a:cubicBezTo>
                  <a:cubicBezTo>
                    <a:pt x="268" y="251"/>
                    <a:pt x="229" y="238"/>
                    <a:pt x="181" y="238"/>
                  </a:cubicBezTo>
                  <a:cubicBezTo>
                    <a:pt x="111" y="238"/>
                    <a:pt x="21" y="266"/>
                    <a:pt x="0" y="403"/>
                  </a:cubicBezTo>
                  <a:lnTo>
                    <a:pt x="1151" y="403"/>
                  </a:lnTo>
                  <a:cubicBezTo>
                    <a:pt x="1130" y="266"/>
                    <a:pt x="1040" y="238"/>
                    <a:pt x="970" y="238"/>
                  </a:cubicBezTo>
                  <a:cubicBezTo>
                    <a:pt x="922" y="238"/>
                    <a:pt x="883" y="251"/>
                    <a:pt x="883" y="251"/>
                  </a:cubicBezTo>
                  <a:cubicBezTo>
                    <a:pt x="873" y="187"/>
                    <a:pt x="833" y="174"/>
                    <a:pt x="803" y="174"/>
                  </a:cubicBezTo>
                  <a:cubicBezTo>
                    <a:pt x="783" y="174"/>
                    <a:pt x="767" y="180"/>
                    <a:pt x="767" y="180"/>
                  </a:cubicBezTo>
                  <a:cubicBezTo>
                    <a:pt x="753" y="17"/>
                    <a:pt x="638" y="1"/>
                    <a:pt x="591" y="1"/>
                  </a:cubicBezTo>
                  <a:cubicBezTo>
                    <a:pt x="579" y="1"/>
                    <a:pt x="571" y="2"/>
                    <a:pt x="571" y="2"/>
                  </a:cubicBezTo>
                  <a:cubicBezTo>
                    <a:pt x="571" y="2"/>
                    <a:pt x="564" y="1"/>
                    <a:pt x="552"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119"/>
            <p:cNvSpPr/>
            <p:nvPr/>
          </p:nvSpPr>
          <p:spPr>
            <a:xfrm>
              <a:off x="6695812" y="1893079"/>
              <a:ext cx="32109" cy="104028"/>
            </a:xfrm>
            <a:custGeom>
              <a:rect b="b" l="l" r="r" t="t"/>
              <a:pathLst>
                <a:path extrusionOk="0" h="2864" w="884">
                  <a:moveTo>
                    <a:pt x="1" y="0"/>
                  </a:moveTo>
                  <a:lnTo>
                    <a:pt x="1" y="2864"/>
                  </a:lnTo>
                  <a:lnTo>
                    <a:pt x="884" y="2864"/>
                  </a:lnTo>
                  <a:lnTo>
                    <a:pt x="88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119"/>
            <p:cNvSpPr/>
            <p:nvPr/>
          </p:nvSpPr>
          <p:spPr>
            <a:xfrm>
              <a:off x="6727884" y="1885306"/>
              <a:ext cx="7519" cy="111801"/>
            </a:xfrm>
            <a:custGeom>
              <a:rect b="b" l="l" r="r" t="t"/>
              <a:pathLst>
                <a:path extrusionOk="0" h="3078" w="207">
                  <a:moveTo>
                    <a:pt x="206" y="0"/>
                  </a:moveTo>
                  <a:lnTo>
                    <a:pt x="1" y="214"/>
                  </a:lnTo>
                  <a:lnTo>
                    <a:pt x="1" y="3078"/>
                  </a:lnTo>
                  <a:lnTo>
                    <a:pt x="206" y="3078"/>
                  </a:lnTo>
                  <a:lnTo>
                    <a:pt x="206"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119"/>
            <p:cNvSpPr/>
            <p:nvPr/>
          </p:nvSpPr>
          <p:spPr>
            <a:xfrm>
              <a:off x="6701006" y="1898236"/>
              <a:ext cx="3923" cy="7192"/>
            </a:xfrm>
            <a:custGeom>
              <a:rect b="b" l="l" r="r" t="t"/>
              <a:pathLst>
                <a:path extrusionOk="0" h="198" w="108">
                  <a:moveTo>
                    <a:pt x="0" y="1"/>
                  </a:moveTo>
                  <a:lnTo>
                    <a:pt x="0"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119"/>
            <p:cNvSpPr/>
            <p:nvPr/>
          </p:nvSpPr>
          <p:spPr>
            <a:xfrm>
              <a:off x="6710086" y="1911530"/>
              <a:ext cx="3923" cy="7192"/>
            </a:xfrm>
            <a:custGeom>
              <a:rect b="b" l="l" r="r" t="t"/>
              <a:pathLst>
                <a:path extrusionOk="0" h="198"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119"/>
            <p:cNvSpPr/>
            <p:nvPr/>
          </p:nvSpPr>
          <p:spPr>
            <a:xfrm>
              <a:off x="6718513" y="1900198"/>
              <a:ext cx="3923" cy="7156"/>
            </a:xfrm>
            <a:custGeom>
              <a:rect b="b" l="l" r="r" t="t"/>
              <a:pathLst>
                <a:path extrusionOk="0" h="197"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119"/>
            <p:cNvSpPr/>
            <p:nvPr/>
          </p:nvSpPr>
          <p:spPr>
            <a:xfrm>
              <a:off x="6700025" y="1919303"/>
              <a:ext cx="3923" cy="7192"/>
            </a:xfrm>
            <a:custGeom>
              <a:rect b="b" l="l" r="r" t="t"/>
              <a:pathLst>
                <a:path extrusionOk="0" h="198"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119"/>
            <p:cNvSpPr/>
            <p:nvPr/>
          </p:nvSpPr>
          <p:spPr>
            <a:xfrm>
              <a:off x="6720438" y="1923516"/>
              <a:ext cx="3923" cy="7192"/>
            </a:xfrm>
            <a:custGeom>
              <a:rect b="b" l="l" r="r" t="t"/>
              <a:pathLst>
                <a:path extrusionOk="0" h="198"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119"/>
            <p:cNvSpPr/>
            <p:nvPr/>
          </p:nvSpPr>
          <p:spPr>
            <a:xfrm>
              <a:off x="6709432" y="1932923"/>
              <a:ext cx="3923" cy="7156"/>
            </a:xfrm>
            <a:custGeom>
              <a:rect b="b" l="l" r="r" t="t"/>
              <a:pathLst>
                <a:path extrusionOk="0" h="197"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119"/>
            <p:cNvSpPr/>
            <p:nvPr/>
          </p:nvSpPr>
          <p:spPr>
            <a:xfrm>
              <a:off x="6699371" y="1944909"/>
              <a:ext cx="3923" cy="7156"/>
            </a:xfrm>
            <a:custGeom>
              <a:rect b="b" l="l" r="r" t="t"/>
              <a:pathLst>
                <a:path extrusionOk="0" h="197"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119"/>
            <p:cNvSpPr/>
            <p:nvPr/>
          </p:nvSpPr>
          <p:spPr>
            <a:xfrm>
              <a:off x="6702931" y="1963070"/>
              <a:ext cx="3959" cy="7156"/>
            </a:xfrm>
            <a:custGeom>
              <a:rect b="b" l="l" r="r" t="t"/>
              <a:pathLst>
                <a:path extrusionOk="0" h="197" w="109">
                  <a:moveTo>
                    <a:pt x="1" y="0"/>
                  </a:moveTo>
                  <a:lnTo>
                    <a:pt x="1" y="196"/>
                  </a:lnTo>
                  <a:lnTo>
                    <a:pt x="108" y="196"/>
                  </a:lnTo>
                  <a:lnTo>
                    <a:pt x="10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119"/>
            <p:cNvSpPr/>
            <p:nvPr/>
          </p:nvSpPr>
          <p:spPr>
            <a:xfrm>
              <a:off x="6695812" y="1885306"/>
              <a:ext cx="39592" cy="7809"/>
            </a:xfrm>
            <a:custGeom>
              <a:rect b="b" l="l" r="r" t="t"/>
              <a:pathLst>
                <a:path extrusionOk="0" h="215" w="1090">
                  <a:moveTo>
                    <a:pt x="215" y="0"/>
                  </a:moveTo>
                  <a:lnTo>
                    <a:pt x="1" y="214"/>
                  </a:lnTo>
                  <a:lnTo>
                    <a:pt x="884" y="214"/>
                  </a:lnTo>
                  <a:lnTo>
                    <a:pt x="10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119"/>
            <p:cNvSpPr/>
            <p:nvPr/>
          </p:nvSpPr>
          <p:spPr>
            <a:xfrm>
              <a:off x="6634901" y="1859373"/>
              <a:ext cx="15909" cy="139696"/>
            </a:xfrm>
            <a:custGeom>
              <a:rect b="b" l="l" r="r" t="t"/>
              <a:pathLst>
                <a:path extrusionOk="0" h="3846" w="438">
                  <a:moveTo>
                    <a:pt x="438" y="0"/>
                  </a:moveTo>
                  <a:cubicBezTo>
                    <a:pt x="438" y="0"/>
                    <a:pt x="384" y="63"/>
                    <a:pt x="393" y="143"/>
                  </a:cubicBezTo>
                  <a:cubicBezTo>
                    <a:pt x="402" y="215"/>
                    <a:pt x="322" y="250"/>
                    <a:pt x="357" y="313"/>
                  </a:cubicBezTo>
                  <a:cubicBezTo>
                    <a:pt x="384" y="384"/>
                    <a:pt x="286" y="402"/>
                    <a:pt x="331" y="491"/>
                  </a:cubicBezTo>
                  <a:cubicBezTo>
                    <a:pt x="375" y="571"/>
                    <a:pt x="268" y="670"/>
                    <a:pt x="304" y="759"/>
                  </a:cubicBezTo>
                  <a:cubicBezTo>
                    <a:pt x="348" y="857"/>
                    <a:pt x="259" y="893"/>
                    <a:pt x="295" y="973"/>
                  </a:cubicBezTo>
                  <a:cubicBezTo>
                    <a:pt x="340" y="1053"/>
                    <a:pt x="206" y="1142"/>
                    <a:pt x="268" y="1276"/>
                  </a:cubicBezTo>
                  <a:cubicBezTo>
                    <a:pt x="340" y="1401"/>
                    <a:pt x="206" y="1472"/>
                    <a:pt x="250" y="1562"/>
                  </a:cubicBezTo>
                  <a:cubicBezTo>
                    <a:pt x="295" y="1660"/>
                    <a:pt x="134" y="1767"/>
                    <a:pt x="206" y="1865"/>
                  </a:cubicBezTo>
                  <a:cubicBezTo>
                    <a:pt x="277" y="1972"/>
                    <a:pt x="143" y="2061"/>
                    <a:pt x="188" y="2142"/>
                  </a:cubicBezTo>
                  <a:cubicBezTo>
                    <a:pt x="233" y="2222"/>
                    <a:pt x="108" y="2338"/>
                    <a:pt x="179" y="2427"/>
                  </a:cubicBezTo>
                  <a:cubicBezTo>
                    <a:pt x="241" y="2516"/>
                    <a:pt x="90" y="2623"/>
                    <a:pt x="134" y="2739"/>
                  </a:cubicBezTo>
                  <a:cubicBezTo>
                    <a:pt x="188" y="2864"/>
                    <a:pt x="63" y="2998"/>
                    <a:pt x="125" y="3105"/>
                  </a:cubicBezTo>
                  <a:cubicBezTo>
                    <a:pt x="188" y="3212"/>
                    <a:pt x="36" y="3239"/>
                    <a:pt x="108" y="3355"/>
                  </a:cubicBezTo>
                  <a:cubicBezTo>
                    <a:pt x="179" y="3480"/>
                    <a:pt x="1" y="3631"/>
                    <a:pt x="1" y="3845"/>
                  </a:cubicBezTo>
                  <a:lnTo>
                    <a:pt x="438" y="3845"/>
                  </a:lnTo>
                  <a:lnTo>
                    <a:pt x="4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119"/>
            <p:cNvSpPr/>
            <p:nvPr/>
          </p:nvSpPr>
          <p:spPr>
            <a:xfrm>
              <a:off x="6650773" y="1859373"/>
              <a:ext cx="15909" cy="139696"/>
            </a:xfrm>
            <a:custGeom>
              <a:rect b="b" l="l" r="r" t="t"/>
              <a:pathLst>
                <a:path extrusionOk="0" h="3846" w="438">
                  <a:moveTo>
                    <a:pt x="1" y="0"/>
                  </a:moveTo>
                  <a:lnTo>
                    <a:pt x="1" y="3845"/>
                  </a:lnTo>
                  <a:lnTo>
                    <a:pt x="438" y="3845"/>
                  </a:lnTo>
                  <a:cubicBezTo>
                    <a:pt x="438" y="3631"/>
                    <a:pt x="259" y="3480"/>
                    <a:pt x="331" y="3355"/>
                  </a:cubicBezTo>
                  <a:cubicBezTo>
                    <a:pt x="402" y="3239"/>
                    <a:pt x="250" y="3212"/>
                    <a:pt x="313" y="3105"/>
                  </a:cubicBezTo>
                  <a:cubicBezTo>
                    <a:pt x="375" y="2998"/>
                    <a:pt x="250" y="2864"/>
                    <a:pt x="304" y="2739"/>
                  </a:cubicBezTo>
                  <a:cubicBezTo>
                    <a:pt x="358" y="2623"/>
                    <a:pt x="197" y="2516"/>
                    <a:pt x="268" y="2427"/>
                  </a:cubicBezTo>
                  <a:cubicBezTo>
                    <a:pt x="331" y="2338"/>
                    <a:pt x="206" y="2222"/>
                    <a:pt x="250" y="2142"/>
                  </a:cubicBezTo>
                  <a:cubicBezTo>
                    <a:pt x="295" y="2061"/>
                    <a:pt x="170" y="1972"/>
                    <a:pt x="233" y="1865"/>
                  </a:cubicBezTo>
                  <a:cubicBezTo>
                    <a:pt x="304" y="1767"/>
                    <a:pt x="152" y="1660"/>
                    <a:pt x="188" y="1562"/>
                  </a:cubicBezTo>
                  <a:cubicBezTo>
                    <a:pt x="233" y="1472"/>
                    <a:pt x="108" y="1401"/>
                    <a:pt x="170" y="1276"/>
                  </a:cubicBezTo>
                  <a:cubicBezTo>
                    <a:pt x="242" y="1142"/>
                    <a:pt x="99" y="1053"/>
                    <a:pt x="143" y="973"/>
                  </a:cubicBezTo>
                  <a:cubicBezTo>
                    <a:pt x="188" y="893"/>
                    <a:pt x="90" y="857"/>
                    <a:pt x="135" y="759"/>
                  </a:cubicBezTo>
                  <a:cubicBezTo>
                    <a:pt x="179" y="670"/>
                    <a:pt x="63" y="571"/>
                    <a:pt x="108" y="491"/>
                  </a:cubicBezTo>
                  <a:cubicBezTo>
                    <a:pt x="161" y="402"/>
                    <a:pt x="54" y="384"/>
                    <a:pt x="90" y="313"/>
                  </a:cubicBezTo>
                  <a:cubicBezTo>
                    <a:pt x="117" y="250"/>
                    <a:pt x="45" y="215"/>
                    <a:pt x="54" y="143"/>
                  </a:cubicBezTo>
                  <a:cubicBezTo>
                    <a:pt x="63" y="63"/>
                    <a:pt x="1" y="0"/>
                    <a:pt x="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119"/>
            <p:cNvSpPr/>
            <p:nvPr/>
          </p:nvSpPr>
          <p:spPr>
            <a:xfrm>
              <a:off x="6474179" y="1859373"/>
              <a:ext cx="15909" cy="139696"/>
            </a:xfrm>
            <a:custGeom>
              <a:rect b="b" l="l" r="r" t="t"/>
              <a:pathLst>
                <a:path extrusionOk="0" h="3846" w="438">
                  <a:moveTo>
                    <a:pt x="438" y="0"/>
                  </a:moveTo>
                  <a:cubicBezTo>
                    <a:pt x="438" y="0"/>
                    <a:pt x="375" y="63"/>
                    <a:pt x="384" y="143"/>
                  </a:cubicBezTo>
                  <a:cubicBezTo>
                    <a:pt x="393" y="215"/>
                    <a:pt x="322" y="250"/>
                    <a:pt x="349" y="313"/>
                  </a:cubicBezTo>
                  <a:cubicBezTo>
                    <a:pt x="384" y="384"/>
                    <a:pt x="277" y="402"/>
                    <a:pt x="331" y="491"/>
                  </a:cubicBezTo>
                  <a:cubicBezTo>
                    <a:pt x="375" y="571"/>
                    <a:pt x="259" y="670"/>
                    <a:pt x="304" y="759"/>
                  </a:cubicBezTo>
                  <a:cubicBezTo>
                    <a:pt x="349" y="857"/>
                    <a:pt x="251" y="893"/>
                    <a:pt x="295" y="973"/>
                  </a:cubicBezTo>
                  <a:cubicBezTo>
                    <a:pt x="340" y="1053"/>
                    <a:pt x="197" y="1142"/>
                    <a:pt x="268" y="1276"/>
                  </a:cubicBezTo>
                  <a:cubicBezTo>
                    <a:pt x="331" y="1401"/>
                    <a:pt x="206" y="1472"/>
                    <a:pt x="251" y="1562"/>
                  </a:cubicBezTo>
                  <a:cubicBezTo>
                    <a:pt x="286" y="1660"/>
                    <a:pt x="135" y="1767"/>
                    <a:pt x="206" y="1865"/>
                  </a:cubicBezTo>
                  <a:cubicBezTo>
                    <a:pt x="268" y="1972"/>
                    <a:pt x="143" y="2061"/>
                    <a:pt x="188" y="2142"/>
                  </a:cubicBezTo>
                  <a:cubicBezTo>
                    <a:pt x="233" y="2222"/>
                    <a:pt x="108" y="2338"/>
                    <a:pt x="170" y="2427"/>
                  </a:cubicBezTo>
                  <a:cubicBezTo>
                    <a:pt x="242" y="2516"/>
                    <a:pt x="81" y="2623"/>
                    <a:pt x="135" y="2739"/>
                  </a:cubicBezTo>
                  <a:cubicBezTo>
                    <a:pt x="188" y="2864"/>
                    <a:pt x="63" y="2998"/>
                    <a:pt x="126" y="3105"/>
                  </a:cubicBezTo>
                  <a:cubicBezTo>
                    <a:pt x="188" y="3212"/>
                    <a:pt x="36" y="3239"/>
                    <a:pt x="108" y="3355"/>
                  </a:cubicBezTo>
                  <a:cubicBezTo>
                    <a:pt x="179" y="3480"/>
                    <a:pt x="1" y="3631"/>
                    <a:pt x="1" y="3845"/>
                  </a:cubicBezTo>
                  <a:lnTo>
                    <a:pt x="438" y="3845"/>
                  </a:lnTo>
                  <a:lnTo>
                    <a:pt x="4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119"/>
            <p:cNvSpPr/>
            <p:nvPr/>
          </p:nvSpPr>
          <p:spPr>
            <a:xfrm>
              <a:off x="6490051" y="1859373"/>
              <a:ext cx="15909" cy="139696"/>
            </a:xfrm>
            <a:custGeom>
              <a:rect b="b" l="l" r="r" t="t"/>
              <a:pathLst>
                <a:path extrusionOk="0" h="3846" w="438">
                  <a:moveTo>
                    <a:pt x="1" y="0"/>
                  </a:moveTo>
                  <a:lnTo>
                    <a:pt x="1" y="3845"/>
                  </a:lnTo>
                  <a:lnTo>
                    <a:pt x="438" y="3845"/>
                  </a:lnTo>
                  <a:cubicBezTo>
                    <a:pt x="438" y="3631"/>
                    <a:pt x="260" y="3480"/>
                    <a:pt x="331" y="3355"/>
                  </a:cubicBezTo>
                  <a:cubicBezTo>
                    <a:pt x="402" y="3239"/>
                    <a:pt x="251" y="3212"/>
                    <a:pt x="313" y="3105"/>
                  </a:cubicBezTo>
                  <a:cubicBezTo>
                    <a:pt x="376" y="2998"/>
                    <a:pt x="251" y="2864"/>
                    <a:pt x="304" y="2739"/>
                  </a:cubicBezTo>
                  <a:cubicBezTo>
                    <a:pt x="358" y="2623"/>
                    <a:pt x="197" y="2516"/>
                    <a:pt x="260" y="2427"/>
                  </a:cubicBezTo>
                  <a:cubicBezTo>
                    <a:pt x="331" y="2338"/>
                    <a:pt x="206" y="2222"/>
                    <a:pt x="251" y="2142"/>
                  </a:cubicBezTo>
                  <a:cubicBezTo>
                    <a:pt x="295" y="2061"/>
                    <a:pt x="161" y="1972"/>
                    <a:pt x="233" y="1865"/>
                  </a:cubicBezTo>
                  <a:cubicBezTo>
                    <a:pt x="304" y="1767"/>
                    <a:pt x="144" y="1660"/>
                    <a:pt x="188" y="1562"/>
                  </a:cubicBezTo>
                  <a:cubicBezTo>
                    <a:pt x="233" y="1472"/>
                    <a:pt x="99" y="1401"/>
                    <a:pt x="170" y="1276"/>
                  </a:cubicBezTo>
                  <a:cubicBezTo>
                    <a:pt x="233" y="1142"/>
                    <a:pt x="99" y="1053"/>
                    <a:pt x="144" y="973"/>
                  </a:cubicBezTo>
                  <a:cubicBezTo>
                    <a:pt x="179" y="893"/>
                    <a:pt x="90" y="857"/>
                    <a:pt x="135" y="759"/>
                  </a:cubicBezTo>
                  <a:cubicBezTo>
                    <a:pt x="170" y="670"/>
                    <a:pt x="63" y="571"/>
                    <a:pt x="108" y="491"/>
                  </a:cubicBezTo>
                  <a:cubicBezTo>
                    <a:pt x="153" y="402"/>
                    <a:pt x="54" y="384"/>
                    <a:pt x="81" y="313"/>
                  </a:cubicBezTo>
                  <a:cubicBezTo>
                    <a:pt x="117" y="250"/>
                    <a:pt x="37" y="215"/>
                    <a:pt x="45" y="143"/>
                  </a:cubicBezTo>
                  <a:cubicBezTo>
                    <a:pt x="54" y="63"/>
                    <a:pt x="1" y="0"/>
                    <a:pt x="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119"/>
            <p:cNvSpPr/>
            <p:nvPr/>
          </p:nvSpPr>
          <p:spPr>
            <a:xfrm>
              <a:off x="6654987" y="1902450"/>
              <a:ext cx="12677" cy="111510"/>
            </a:xfrm>
            <a:custGeom>
              <a:rect b="b" l="l" r="r" t="t"/>
              <a:pathLst>
                <a:path extrusionOk="0" h="3070" w="349">
                  <a:moveTo>
                    <a:pt x="349" y="1"/>
                  </a:moveTo>
                  <a:cubicBezTo>
                    <a:pt x="349" y="1"/>
                    <a:pt x="304" y="54"/>
                    <a:pt x="313" y="117"/>
                  </a:cubicBezTo>
                  <a:cubicBezTo>
                    <a:pt x="322" y="179"/>
                    <a:pt x="259" y="206"/>
                    <a:pt x="277" y="251"/>
                  </a:cubicBezTo>
                  <a:cubicBezTo>
                    <a:pt x="304" y="304"/>
                    <a:pt x="224" y="331"/>
                    <a:pt x="259" y="393"/>
                  </a:cubicBezTo>
                  <a:cubicBezTo>
                    <a:pt x="295" y="456"/>
                    <a:pt x="206" y="536"/>
                    <a:pt x="242" y="608"/>
                  </a:cubicBezTo>
                  <a:cubicBezTo>
                    <a:pt x="277" y="688"/>
                    <a:pt x="206" y="715"/>
                    <a:pt x="233" y="777"/>
                  </a:cubicBezTo>
                  <a:cubicBezTo>
                    <a:pt x="268" y="848"/>
                    <a:pt x="161" y="911"/>
                    <a:pt x="215" y="1018"/>
                  </a:cubicBezTo>
                  <a:cubicBezTo>
                    <a:pt x="268" y="1125"/>
                    <a:pt x="161" y="1179"/>
                    <a:pt x="197" y="1250"/>
                  </a:cubicBezTo>
                  <a:cubicBezTo>
                    <a:pt x="233" y="1321"/>
                    <a:pt x="108" y="1410"/>
                    <a:pt x="161" y="1491"/>
                  </a:cubicBezTo>
                  <a:cubicBezTo>
                    <a:pt x="215" y="1580"/>
                    <a:pt x="117" y="1651"/>
                    <a:pt x="143" y="1714"/>
                  </a:cubicBezTo>
                  <a:cubicBezTo>
                    <a:pt x="179" y="1776"/>
                    <a:pt x="90" y="1865"/>
                    <a:pt x="143" y="1937"/>
                  </a:cubicBezTo>
                  <a:cubicBezTo>
                    <a:pt x="197" y="2008"/>
                    <a:pt x="63" y="2097"/>
                    <a:pt x="108" y="2187"/>
                  </a:cubicBezTo>
                  <a:cubicBezTo>
                    <a:pt x="152" y="2285"/>
                    <a:pt x="45" y="2392"/>
                    <a:pt x="99" y="2481"/>
                  </a:cubicBezTo>
                  <a:cubicBezTo>
                    <a:pt x="152" y="2561"/>
                    <a:pt x="27" y="2588"/>
                    <a:pt x="90" y="2686"/>
                  </a:cubicBezTo>
                  <a:cubicBezTo>
                    <a:pt x="143" y="2775"/>
                    <a:pt x="1" y="2900"/>
                    <a:pt x="1" y="3070"/>
                  </a:cubicBezTo>
                  <a:lnTo>
                    <a:pt x="349" y="3070"/>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119"/>
            <p:cNvSpPr/>
            <p:nvPr/>
          </p:nvSpPr>
          <p:spPr>
            <a:xfrm>
              <a:off x="6667626" y="1902450"/>
              <a:ext cx="12677" cy="111510"/>
            </a:xfrm>
            <a:custGeom>
              <a:rect b="b" l="l" r="r" t="t"/>
              <a:pathLst>
                <a:path extrusionOk="0" h="3070" w="349">
                  <a:moveTo>
                    <a:pt x="1" y="1"/>
                  </a:moveTo>
                  <a:lnTo>
                    <a:pt x="1" y="3070"/>
                  </a:lnTo>
                  <a:lnTo>
                    <a:pt x="349" y="3070"/>
                  </a:lnTo>
                  <a:cubicBezTo>
                    <a:pt x="349" y="2900"/>
                    <a:pt x="206" y="2775"/>
                    <a:pt x="268" y="2686"/>
                  </a:cubicBezTo>
                  <a:cubicBezTo>
                    <a:pt x="322" y="2588"/>
                    <a:pt x="197" y="2561"/>
                    <a:pt x="250" y="2481"/>
                  </a:cubicBezTo>
                  <a:cubicBezTo>
                    <a:pt x="304" y="2392"/>
                    <a:pt x="197" y="2285"/>
                    <a:pt x="241" y="2187"/>
                  </a:cubicBezTo>
                  <a:cubicBezTo>
                    <a:pt x="286" y="2097"/>
                    <a:pt x="161" y="2008"/>
                    <a:pt x="206" y="1937"/>
                  </a:cubicBezTo>
                  <a:cubicBezTo>
                    <a:pt x="259" y="1865"/>
                    <a:pt x="170" y="1776"/>
                    <a:pt x="206" y="1714"/>
                  </a:cubicBezTo>
                  <a:cubicBezTo>
                    <a:pt x="241" y="1651"/>
                    <a:pt x="134" y="1580"/>
                    <a:pt x="188" y="1491"/>
                  </a:cubicBezTo>
                  <a:cubicBezTo>
                    <a:pt x="241" y="1410"/>
                    <a:pt x="117" y="1321"/>
                    <a:pt x="152" y="1250"/>
                  </a:cubicBezTo>
                  <a:cubicBezTo>
                    <a:pt x="188" y="1179"/>
                    <a:pt x="81" y="1125"/>
                    <a:pt x="134" y="1018"/>
                  </a:cubicBezTo>
                  <a:cubicBezTo>
                    <a:pt x="188" y="911"/>
                    <a:pt x="81" y="848"/>
                    <a:pt x="117" y="777"/>
                  </a:cubicBezTo>
                  <a:cubicBezTo>
                    <a:pt x="152" y="715"/>
                    <a:pt x="72" y="688"/>
                    <a:pt x="108" y="608"/>
                  </a:cubicBezTo>
                  <a:cubicBezTo>
                    <a:pt x="143" y="536"/>
                    <a:pt x="54" y="456"/>
                    <a:pt x="90" y="393"/>
                  </a:cubicBezTo>
                  <a:cubicBezTo>
                    <a:pt x="125" y="331"/>
                    <a:pt x="45" y="304"/>
                    <a:pt x="72" y="251"/>
                  </a:cubicBezTo>
                  <a:cubicBezTo>
                    <a:pt x="90" y="206"/>
                    <a:pt x="36" y="179"/>
                    <a:pt x="36" y="117"/>
                  </a:cubicBezTo>
                  <a:cubicBezTo>
                    <a:pt x="45" y="54"/>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119"/>
            <p:cNvSpPr/>
            <p:nvPr/>
          </p:nvSpPr>
          <p:spPr>
            <a:xfrm>
              <a:off x="6389296" y="1882037"/>
              <a:ext cx="12677" cy="111183"/>
            </a:xfrm>
            <a:custGeom>
              <a:rect b="b" l="l" r="r" t="t"/>
              <a:pathLst>
                <a:path extrusionOk="0" h="3061" w="349">
                  <a:moveTo>
                    <a:pt x="348" y="1"/>
                  </a:moveTo>
                  <a:cubicBezTo>
                    <a:pt x="348" y="1"/>
                    <a:pt x="304" y="46"/>
                    <a:pt x="304" y="108"/>
                  </a:cubicBezTo>
                  <a:cubicBezTo>
                    <a:pt x="313" y="170"/>
                    <a:pt x="250" y="197"/>
                    <a:pt x="277" y="251"/>
                  </a:cubicBezTo>
                  <a:cubicBezTo>
                    <a:pt x="304" y="304"/>
                    <a:pt x="223" y="322"/>
                    <a:pt x="259" y="385"/>
                  </a:cubicBezTo>
                  <a:cubicBezTo>
                    <a:pt x="295" y="456"/>
                    <a:pt x="206" y="527"/>
                    <a:pt x="241" y="608"/>
                  </a:cubicBezTo>
                  <a:cubicBezTo>
                    <a:pt x="277" y="679"/>
                    <a:pt x="197" y="715"/>
                    <a:pt x="232" y="777"/>
                  </a:cubicBezTo>
                  <a:cubicBezTo>
                    <a:pt x="268" y="840"/>
                    <a:pt x="161" y="911"/>
                    <a:pt x="215" y="1009"/>
                  </a:cubicBezTo>
                  <a:cubicBezTo>
                    <a:pt x="268" y="1116"/>
                    <a:pt x="161" y="1170"/>
                    <a:pt x="197" y="1241"/>
                  </a:cubicBezTo>
                  <a:cubicBezTo>
                    <a:pt x="232" y="1321"/>
                    <a:pt x="99" y="1402"/>
                    <a:pt x="161" y="1491"/>
                  </a:cubicBezTo>
                  <a:cubicBezTo>
                    <a:pt x="215" y="1571"/>
                    <a:pt x="107" y="1642"/>
                    <a:pt x="143" y="1705"/>
                  </a:cubicBezTo>
                  <a:cubicBezTo>
                    <a:pt x="179" y="1776"/>
                    <a:pt x="81" y="1865"/>
                    <a:pt x="134" y="1937"/>
                  </a:cubicBezTo>
                  <a:cubicBezTo>
                    <a:pt x="188" y="2008"/>
                    <a:pt x="63" y="2088"/>
                    <a:pt x="107" y="2187"/>
                  </a:cubicBezTo>
                  <a:cubicBezTo>
                    <a:pt x="143" y="2285"/>
                    <a:pt x="45" y="2392"/>
                    <a:pt x="99" y="2472"/>
                  </a:cubicBezTo>
                  <a:cubicBezTo>
                    <a:pt x="143" y="2561"/>
                    <a:pt x="27" y="2579"/>
                    <a:pt x="81" y="2677"/>
                  </a:cubicBezTo>
                  <a:cubicBezTo>
                    <a:pt x="134" y="2766"/>
                    <a:pt x="0" y="2891"/>
                    <a:pt x="0" y="3061"/>
                  </a:cubicBezTo>
                  <a:lnTo>
                    <a:pt x="348" y="3061"/>
                  </a:lnTo>
                  <a:lnTo>
                    <a:pt x="3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119"/>
            <p:cNvSpPr/>
            <p:nvPr/>
          </p:nvSpPr>
          <p:spPr>
            <a:xfrm>
              <a:off x="6401936" y="1882037"/>
              <a:ext cx="12677" cy="111183"/>
            </a:xfrm>
            <a:custGeom>
              <a:rect b="b" l="l" r="r" t="t"/>
              <a:pathLst>
                <a:path extrusionOk="0" h="3061" w="349">
                  <a:moveTo>
                    <a:pt x="0" y="1"/>
                  </a:moveTo>
                  <a:lnTo>
                    <a:pt x="0" y="3061"/>
                  </a:lnTo>
                  <a:lnTo>
                    <a:pt x="348" y="3061"/>
                  </a:lnTo>
                  <a:cubicBezTo>
                    <a:pt x="348" y="2891"/>
                    <a:pt x="206" y="2766"/>
                    <a:pt x="259" y="2677"/>
                  </a:cubicBezTo>
                  <a:cubicBezTo>
                    <a:pt x="313" y="2579"/>
                    <a:pt x="197" y="2561"/>
                    <a:pt x="250" y="2472"/>
                  </a:cubicBezTo>
                  <a:cubicBezTo>
                    <a:pt x="295" y="2392"/>
                    <a:pt x="197" y="2285"/>
                    <a:pt x="241" y="2187"/>
                  </a:cubicBezTo>
                  <a:cubicBezTo>
                    <a:pt x="277" y="2088"/>
                    <a:pt x="152" y="2008"/>
                    <a:pt x="206" y="1937"/>
                  </a:cubicBezTo>
                  <a:cubicBezTo>
                    <a:pt x="259" y="1865"/>
                    <a:pt x="161" y="1776"/>
                    <a:pt x="197" y="1705"/>
                  </a:cubicBezTo>
                  <a:cubicBezTo>
                    <a:pt x="232" y="1642"/>
                    <a:pt x="125" y="1571"/>
                    <a:pt x="188" y="1491"/>
                  </a:cubicBezTo>
                  <a:cubicBezTo>
                    <a:pt x="241" y="1402"/>
                    <a:pt x="116" y="1321"/>
                    <a:pt x="152" y="1241"/>
                  </a:cubicBezTo>
                  <a:cubicBezTo>
                    <a:pt x="179" y="1170"/>
                    <a:pt x="81" y="1116"/>
                    <a:pt x="134" y="1009"/>
                  </a:cubicBezTo>
                  <a:cubicBezTo>
                    <a:pt x="188" y="911"/>
                    <a:pt x="81" y="840"/>
                    <a:pt x="107" y="777"/>
                  </a:cubicBezTo>
                  <a:cubicBezTo>
                    <a:pt x="143" y="715"/>
                    <a:pt x="72" y="679"/>
                    <a:pt x="107" y="608"/>
                  </a:cubicBezTo>
                  <a:cubicBezTo>
                    <a:pt x="134" y="527"/>
                    <a:pt x="45" y="456"/>
                    <a:pt x="81" y="385"/>
                  </a:cubicBezTo>
                  <a:cubicBezTo>
                    <a:pt x="125" y="322"/>
                    <a:pt x="45" y="304"/>
                    <a:pt x="63" y="251"/>
                  </a:cubicBezTo>
                  <a:cubicBezTo>
                    <a:pt x="90" y="197"/>
                    <a:pt x="27" y="170"/>
                    <a:pt x="36" y="108"/>
                  </a:cubicBezTo>
                  <a:cubicBezTo>
                    <a:pt x="45" y="46"/>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119"/>
            <p:cNvSpPr/>
            <p:nvPr/>
          </p:nvSpPr>
          <p:spPr>
            <a:xfrm>
              <a:off x="6528951" y="1902450"/>
              <a:ext cx="12677" cy="111510"/>
            </a:xfrm>
            <a:custGeom>
              <a:rect b="b" l="l" r="r" t="t"/>
              <a:pathLst>
                <a:path extrusionOk="0" h="3070" w="349">
                  <a:moveTo>
                    <a:pt x="348" y="1"/>
                  </a:moveTo>
                  <a:cubicBezTo>
                    <a:pt x="348" y="1"/>
                    <a:pt x="304" y="46"/>
                    <a:pt x="313" y="117"/>
                  </a:cubicBezTo>
                  <a:cubicBezTo>
                    <a:pt x="322" y="179"/>
                    <a:pt x="259" y="206"/>
                    <a:pt x="286" y="251"/>
                  </a:cubicBezTo>
                  <a:cubicBezTo>
                    <a:pt x="304" y="304"/>
                    <a:pt x="223" y="322"/>
                    <a:pt x="259" y="393"/>
                  </a:cubicBezTo>
                  <a:cubicBezTo>
                    <a:pt x="304" y="456"/>
                    <a:pt x="214" y="536"/>
                    <a:pt x="241" y="608"/>
                  </a:cubicBezTo>
                  <a:cubicBezTo>
                    <a:pt x="277" y="688"/>
                    <a:pt x="206" y="715"/>
                    <a:pt x="232" y="777"/>
                  </a:cubicBezTo>
                  <a:cubicBezTo>
                    <a:pt x="268" y="840"/>
                    <a:pt x="161" y="911"/>
                    <a:pt x="214" y="1018"/>
                  </a:cubicBezTo>
                  <a:cubicBezTo>
                    <a:pt x="268" y="1125"/>
                    <a:pt x="170" y="1179"/>
                    <a:pt x="197" y="1250"/>
                  </a:cubicBezTo>
                  <a:cubicBezTo>
                    <a:pt x="232" y="1321"/>
                    <a:pt x="107" y="1410"/>
                    <a:pt x="161" y="1491"/>
                  </a:cubicBezTo>
                  <a:cubicBezTo>
                    <a:pt x="214" y="1580"/>
                    <a:pt x="116" y="1651"/>
                    <a:pt x="152" y="1714"/>
                  </a:cubicBezTo>
                  <a:cubicBezTo>
                    <a:pt x="188" y="1776"/>
                    <a:pt x="90" y="1865"/>
                    <a:pt x="143" y="1937"/>
                  </a:cubicBezTo>
                  <a:cubicBezTo>
                    <a:pt x="197" y="2008"/>
                    <a:pt x="72" y="2088"/>
                    <a:pt x="107" y="2187"/>
                  </a:cubicBezTo>
                  <a:cubicBezTo>
                    <a:pt x="152" y="2285"/>
                    <a:pt x="54" y="2392"/>
                    <a:pt x="99" y="2481"/>
                  </a:cubicBezTo>
                  <a:cubicBezTo>
                    <a:pt x="152" y="2561"/>
                    <a:pt x="27" y="2588"/>
                    <a:pt x="90" y="2677"/>
                  </a:cubicBezTo>
                  <a:cubicBezTo>
                    <a:pt x="143" y="2775"/>
                    <a:pt x="0" y="2891"/>
                    <a:pt x="0" y="3070"/>
                  </a:cubicBezTo>
                  <a:lnTo>
                    <a:pt x="348" y="3070"/>
                  </a:lnTo>
                  <a:lnTo>
                    <a:pt x="3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119"/>
            <p:cNvSpPr/>
            <p:nvPr/>
          </p:nvSpPr>
          <p:spPr>
            <a:xfrm>
              <a:off x="6541591" y="1902450"/>
              <a:ext cx="12677" cy="111510"/>
            </a:xfrm>
            <a:custGeom>
              <a:rect b="b" l="l" r="r" t="t"/>
              <a:pathLst>
                <a:path extrusionOk="0" h="3070" w="349">
                  <a:moveTo>
                    <a:pt x="0" y="1"/>
                  </a:moveTo>
                  <a:lnTo>
                    <a:pt x="0" y="3070"/>
                  </a:lnTo>
                  <a:lnTo>
                    <a:pt x="348" y="3070"/>
                  </a:lnTo>
                  <a:cubicBezTo>
                    <a:pt x="348" y="2891"/>
                    <a:pt x="214" y="2775"/>
                    <a:pt x="268" y="2677"/>
                  </a:cubicBezTo>
                  <a:cubicBezTo>
                    <a:pt x="321" y="2588"/>
                    <a:pt x="197" y="2561"/>
                    <a:pt x="250" y="2481"/>
                  </a:cubicBezTo>
                  <a:cubicBezTo>
                    <a:pt x="304" y="2392"/>
                    <a:pt x="197" y="2285"/>
                    <a:pt x="241" y="2187"/>
                  </a:cubicBezTo>
                  <a:cubicBezTo>
                    <a:pt x="286" y="2088"/>
                    <a:pt x="161" y="2008"/>
                    <a:pt x="214" y="1937"/>
                  </a:cubicBezTo>
                  <a:cubicBezTo>
                    <a:pt x="268" y="1865"/>
                    <a:pt x="170" y="1776"/>
                    <a:pt x="205" y="1714"/>
                  </a:cubicBezTo>
                  <a:cubicBezTo>
                    <a:pt x="241" y="1651"/>
                    <a:pt x="134" y="1580"/>
                    <a:pt x="188" y="1491"/>
                  </a:cubicBezTo>
                  <a:cubicBezTo>
                    <a:pt x="241" y="1410"/>
                    <a:pt x="116" y="1321"/>
                    <a:pt x="152" y="1250"/>
                  </a:cubicBezTo>
                  <a:cubicBezTo>
                    <a:pt x="188" y="1179"/>
                    <a:pt x="81" y="1125"/>
                    <a:pt x="134" y="1018"/>
                  </a:cubicBezTo>
                  <a:cubicBezTo>
                    <a:pt x="188" y="911"/>
                    <a:pt x="81" y="840"/>
                    <a:pt x="116" y="777"/>
                  </a:cubicBezTo>
                  <a:cubicBezTo>
                    <a:pt x="152" y="715"/>
                    <a:pt x="72" y="688"/>
                    <a:pt x="107" y="608"/>
                  </a:cubicBezTo>
                  <a:cubicBezTo>
                    <a:pt x="143" y="536"/>
                    <a:pt x="54" y="456"/>
                    <a:pt x="90" y="393"/>
                  </a:cubicBezTo>
                  <a:cubicBezTo>
                    <a:pt x="125" y="322"/>
                    <a:pt x="45" y="304"/>
                    <a:pt x="72" y="251"/>
                  </a:cubicBezTo>
                  <a:cubicBezTo>
                    <a:pt x="98" y="206"/>
                    <a:pt x="36" y="179"/>
                    <a:pt x="45" y="117"/>
                  </a:cubicBezTo>
                  <a:cubicBezTo>
                    <a:pt x="45" y="46"/>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119"/>
            <p:cNvSpPr/>
            <p:nvPr/>
          </p:nvSpPr>
          <p:spPr>
            <a:xfrm>
              <a:off x="6244119" y="1770930"/>
              <a:ext cx="634191" cy="385636"/>
            </a:xfrm>
            <a:custGeom>
              <a:rect b="b" l="l" r="r" t="t"/>
              <a:pathLst>
                <a:path extrusionOk="0" h="10617" w="17460">
                  <a:moveTo>
                    <a:pt x="17459" y="0"/>
                  </a:moveTo>
                  <a:lnTo>
                    <a:pt x="16094" y="1472"/>
                  </a:lnTo>
                  <a:lnTo>
                    <a:pt x="15711" y="2953"/>
                  </a:lnTo>
                  <a:lnTo>
                    <a:pt x="14266" y="3774"/>
                  </a:lnTo>
                  <a:lnTo>
                    <a:pt x="13855" y="4478"/>
                  </a:lnTo>
                  <a:lnTo>
                    <a:pt x="13052" y="4719"/>
                  </a:lnTo>
                  <a:lnTo>
                    <a:pt x="12687" y="5995"/>
                  </a:lnTo>
                  <a:lnTo>
                    <a:pt x="11304" y="6164"/>
                  </a:lnTo>
                  <a:lnTo>
                    <a:pt x="10519" y="5692"/>
                  </a:lnTo>
                  <a:lnTo>
                    <a:pt x="10153" y="4951"/>
                  </a:lnTo>
                  <a:lnTo>
                    <a:pt x="8806" y="5112"/>
                  </a:lnTo>
                  <a:lnTo>
                    <a:pt x="8253" y="5879"/>
                  </a:lnTo>
                  <a:lnTo>
                    <a:pt x="7370" y="5897"/>
                  </a:lnTo>
                  <a:lnTo>
                    <a:pt x="6130" y="4701"/>
                  </a:lnTo>
                  <a:lnTo>
                    <a:pt x="5059" y="4496"/>
                  </a:lnTo>
                  <a:lnTo>
                    <a:pt x="4363" y="4889"/>
                  </a:lnTo>
                  <a:lnTo>
                    <a:pt x="3596" y="3836"/>
                  </a:lnTo>
                  <a:lnTo>
                    <a:pt x="2748" y="3444"/>
                  </a:lnTo>
                  <a:lnTo>
                    <a:pt x="1749" y="5308"/>
                  </a:lnTo>
                  <a:lnTo>
                    <a:pt x="938" y="6075"/>
                  </a:lnTo>
                  <a:lnTo>
                    <a:pt x="777" y="7271"/>
                  </a:lnTo>
                  <a:lnTo>
                    <a:pt x="1" y="7868"/>
                  </a:lnTo>
                  <a:lnTo>
                    <a:pt x="1" y="8975"/>
                  </a:lnTo>
                  <a:lnTo>
                    <a:pt x="938" y="8983"/>
                  </a:lnTo>
                  <a:lnTo>
                    <a:pt x="2053" y="9091"/>
                  </a:lnTo>
                  <a:lnTo>
                    <a:pt x="2918" y="8859"/>
                  </a:lnTo>
                  <a:lnTo>
                    <a:pt x="5220" y="8859"/>
                  </a:lnTo>
                  <a:lnTo>
                    <a:pt x="5844" y="9091"/>
                  </a:lnTo>
                  <a:lnTo>
                    <a:pt x="7343" y="8903"/>
                  </a:lnTo>
                  <a:lnTo>
                    <a:pt x="8190" y="9091"/>
                  </a:lnTo>
                  <a:lnTo>
                    <a:pt x="7655" y="9813"/>
                  </a:lnTo>
                  <a:lnTo>
                    <a:pt x="9073" y="9974"/>
                  </a:lnTo>
                  <a:lnTo>
                    <a:pt x="10867" y="9626"/>
                  </a:lnTo>
                  <a:lnTo>
                    <a:pt x="11901" y="9626"/>
                  </a:lnTo>
                  <a:lnTo>
                    <a:pt x="12865" y="9974"/>
                  </a:lnTo>
                  <a:lnTo>
                    <a:pt x="14970" y="9974"/>
                  </a:lnTo>
                  <a:lnTo>
                    <a:pt x="15693" y="10616"/>
                  </a:lnTo>
                  <a:lnTo>
                    <a:pt x="17459" y="10616"/>
                  </a:lnTo>
                  <a:lnTo>
                    <a:pt x="1745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119"/>
            <p:cNvSpPr/>
            <p:nvPr/>
          </p:nvSpPr>
          <p:spPr>
            <a:xfrm>
              <a:off x="6704892" y="1770930"/>
              <a:ext cx="173404" cy="243034"/>
            </a:xfrm>
            <a:custGeom>
              <a:rect b="b" l="l" r="r" t="t"/>
              <a:pathLst>
                <a:path extrusionOk="0" h="6691" w="4774">
                  <a:moveTo>
                    <a:pt x="4773" y="0"/>
                  </a:moveTo>
                  <a:lnTo>
                    <a:pt x="3408" y="1472"/>
                  </a:lnTo>
                  <a:lnTo>
                    <a:pt x="3025" y="2953"/>
                  </a:lnTo>
                  <a:lnTo>
                    <a:pt x="1588" y="3774"/>
                  </a:lnTo>
                  <a:lnTo>
                    <a:pt x="1169" y="4478"/>
                  </a:lnTo>
                  <a:lnTo>
                    <a:pt x="366" y="4719"/>
                  </a:lnTo>
                  <a:lnTo>
                    <a:pt x="1" y="5995"/>
                  </a:lnTo>
                  <a:lnTo>
                    <a:pt x="1722" y="6691"/>
                  </a:lnTo>
                  <a:lnTo>
                    <a:pt x="580" y="5727"/>
                  </a:lnTo>
                  <a:lnTo>
                    <a:pt x="759" y="5255"/>
                  </a:lnTo>
                  <a:lnTo>
                    <a:pt x="1321" y="4844"/>
                  </a:lnTo>
                  <a:lnTo>
                    <a:pt x="1901" y="4692"/>
                  </a:lnTo>
                  <a:lnTo>
                    <a:pt x="2097" y="3916"/>
                  </a:lnTo>
                  <a:lnTo>
                    <a:pt x="3212" y="3765"/>
                  </a:lnTo>
                  <a:lnTo>
                    <a:pt x="3310" y="3015"/>
                  </a:lnTo>
                  <a:lnTo>
                    <a:pt x="3614" y="2373"/>
                  </a:lnTo>
                  <a:lnTo>
                    <a:pt x="4015" y="3916"/>
                  </a:lnTo>
                  <a:lnTo>
                    <a:pt x="3890" y="1490"/>
                  </a:lnTo>
                  <a:lnTo>
                    <a:pt x="4773"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119"/>
            <p:cNvSpPr/>
            <p:nvPr/>
          </p:nvSpPr>
          <p:spPr>
            <a:xfrm>
              <a:off x="6612854" y="1950757"/>
              <a:ext cx="92078" cy="79728"/>
            </a:xfrm>
            <a:custGeom>
              <a:rect b="b" l="l" r="r" t="t"/>
              <a:pathLst>
                <a:path extrusionOk="0" h="2195" w="2535">
                  <a:moveTo>
                    <a:pt x="1" y="0"/>
                  </a:moveTo>
                  <a:lnTo>
                    <a:pt x="170" y="1178"/>
                  </a:lnTo>
                  <a:lnTo>
                    <a:pt x="724" y="1454"/>
                  </a:lnTo>
                  <a:lnTo>
                    <a:pt x="724" y="2195"/>
                  </a:lnTo>
                  <a:lnTo>
                    <a:pt x="1089" y="1820"/>
                  </a:lnTo>
                  <a:lnTo>
                    <a:pt x="2535" y="1044"/>
                  </a:lnTo>
                  <a:lnTo>
                    <a:pt x="2535" y="1044"/>
                  </a:lnTo>
                  <a:lnTo>
                    <a:pt x="1152" y="1213"/>
                  </a:lnTo>
                  <a:lnTo>
                    <a:pt x="367" y="741"/>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119"/>
            <p:cNvSpPr/>
            <p:nvPr/>
          </p:nvSpPr>
          <p:spPr>
            <a:xfrm>
              <a:off x="6676380" y="2039200"/>
              <a:ext cx="64182" cy="94003"/>
            </a:xfrm>
            <a:custGeom>
              <a:rect b="b" l="l" r="r" t="t"/>
              <a:pathLst>
                <a:path extrusionOk="0" h="2588" w="1767">
                  <a:moveTo>
                    <a:pt x="1767" y="1"/>
                  </a:moveTo>
                  <a:lnTo>
                    <a:pt x="1276" y="652"/>
                  </a:lnTo>
                  <a:lnTo>
                    <a:pt x="786" y="1794"/>
                  </a:lnTo>
                  <a:lnTo>
                    <a:pt x="0" y="2240"/>
                  </a:lnTo>
                  <a:lnTo>
                    <a:pt x="964" y="2588"/>
                  </a:lnTo>
                  <a:lnTo>
                    <a:pt x="1410" y="1758"/>
                  </a:lnTo>
                  <a:lnTo>
                    <a:pt x="1410" y="1027"/>
                  </a:lnTo>
                  <a:lnTo>
                    <a:pt x="176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119"/>
            <p:cNvSpPr/>
            <p:nvPr/>
          </p:nvSpPr>
          <p:spPr>
            <a:xfrm>
              <a:off x="6778443" y="1943311"/>
              <a:ext cx="99851" cy="213249"/>
            </a:xfrm>
            <a:custGeom>
              <a:rect b="b" l="l" r="r" t="t"/>
              <a:pathLst>
                <a:path extrusionOk="0" h="5871" w="2749">
                  <a:moveTo>
                    <a:pt x="1089" y="0"/>
                  </a:moveTo>
                  <a:lnTo>
                    <a:pt x="661" y="1115"/>
                  </a:lnTo>
                  <a:lnTo>
                    <a:pt x="482" y="3212"/>
                  </a:lnTo>
                  <a:lnTo>
                    <a:pt x="1" y="4514"/>
                  </a:lnTo>
                  <a:lnTo>
                    <a:pt x="259" y="5228"/>
                  </a:lnTo>
                  <a:lnTo>
                    <a:pt x="982" y="5870"/>
                  </a:lnTo>
                  <a:lnTo>
                    <a:pt x="2748" y="5870"/>
                  </a:lnTo>
                  <a:lnTo>
                    <a:pt x="2748" y="3105"/>
                  </a:lnTo>
                  <a:lnTo>
                    <a:pt x="2133" y="4737"/>
                  </a:lnTo>
                  <a:lnTo>
                    <a:pt x="1678" y="4086"/>
                  </a:lnTo>
                  <a:lnTo>
                    <a:pt x="1544" y="2480"/>
                  </a:lnTo>
                  <a:lnTo>
                    <a:pt x="1071" y="1302"/>
                  </a:lnTo>
                  <a:lnTo>
                    <a:pt x="108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119"/>
            <p:cNvSpPr/>
            <p:nvPr/>
          </p:nvSpPr>
          <p:spPr>
            <a:xfrm>
              <a:off x="6787850" y="2079044"/>
              <a:ext cx="26261" cy="77512"/>
            </a:xfrm>
            <a:custGeom>
              <a:rect b="b" l="l" r="r" t="t"/>
              <a:pathLst>
                <a:path extrusionOk="0" h="2134" w="723">
                  <a:moveTo>
                    <a:pt x="607" y="1"/>
                  </a:moveTo>
                  <a:lnTo>
                    <a:pt x="437" y="1455"/>
                  </a:lnTo>
                  <a:lnTo>
                    <a:pt x="205" y="875"/>
                  </a:lnTo>
                  <a:lnTo>
                    <a:pt x="0" y="1491"/>
                  </a:lnTo>
                  <a:lnTo>
                    <a:pt x="723" y="2133"/>
                  </a:lnTo>
                  <a:lnTo>
                    <a:pt x="607"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119"/>
            <p:cNvSpPr/>
            <p:nvPr/>
          </p:nvSpPr>
          <p:spPr>
            <a:xfrm>
              <a:off x="6743139" y="2044067"/>
              <a:ext cx="23355" cy="89135"/>
            </a:xfrm>
            <a:custGeom>
              <a:rect b="b" l="l" r="r" t="t"/>
              <a:pathLst>
                <a:path extrusionOk="0" h="2454" w="643">
                  <a:moveTo>
                    <a:pt x="419" y="0"/>
                  </a:moveTo>
                  <a:lnTo>
                    <a:pt x="98" y="1410"/>
                  </a:lnTo>
                  <a:lnTo>
                    <a:pt x="188" y="1883"/>
                  </a:lnTo>
                  <a:lnTo>
                    <a:pt x="0" y="2454"/>
                  </a:lnTo>
                  <a:lnTo>
                    <a:pt x="643" y="2454"/>
                  </a:lnTo>
                  <a:lnTo>
                    <a:pt x="366" y="1232"/>
                  </a:lnTo>
                  <a:lnTo>
                    <a:pt x="419"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119"/>
            <p:cNvSpPr/>
            <p:nvPr/>
          </p:nvSpPr>
          <p:spPr>
            <a:xfrm>
              <a:off x="6522159" y="2039200"/>
              <a:ext cx="54447" cy="94003"/>
            </a:xfrm>
            <a:custGeom>
              <a:rect b="b" l="l" r="r" t="t"/>
              <a:pathLst>
                <a:path extrusionOk="0" h="2588" w="1499">
                  <a:moveTo>
                    <a:pt x="1187" y="1"/>
                  </a:moveTo>
                  <a:lnTo>
                    <a:pt x="1187" y="1455"/>
                  </a:lnTo>
                  <a:lnTo>
                    <a:pt x="0" y="2427"/>
                  </a:lnTo>
                  <a:lnTo>
                    <a:pt x="1418" y="2588"/>
                  </a:lnTo>
                  <a:lnTo>
                    <a:pt x="1499" y="1151"/>
                  </a:lnTo>
                  <a:lnTo>
                    <a:pt x="118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119"/>
            <p:cNvSpPr/>
            <p:nvPr/>
          </p:nvSpPr>
          <p:spPr>
            <a:xfrm>
              <a:off x="6573663" y="2047299"/>
              <a:ext cx="73262" cy="85903"/>
            </a:xfrm>
            <a:custGeom>
              <a:rect b="b" l="l" r="r" t="t"/>
              <a:pathLst>
                <a:path extrusionOk="0" h="2365" w="2017">
                  <a:moveTo>
                    <a:pt x="2017" y="1"/>
                  </a:moveTo>
                  <a:lnTo>
                    <a:pt x="1321" y="1214"/>
                  </a:lnTo>
                  <a:lnTo>
                    <a:pt x="1160" y="1785"/>
                  </a:lnTo>
                  <a:lnTo>
                    <a:pt x="0" y="2365"/>
                  </a:lnTo>
                  <a:lnTo>
                    <a:pt x="1794" y="2017"/>
                  </a:lnTo>
                  <a:lnTo>
                    <a:pt x="1695" y="1259"/>
                  </a:lnTo>
                  <a:lnTo>
                    <a:pt x="2017"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119"/>
            <p:cNvSpPr/>
            <p:nvPr/>
          </p:nvSpPr>
          <p:spPr>
            <a:xfrm>
              <a:off x="6510791" y="2044067"/>
              <a:ext cx="30838" cy="57063"/>
            </a:xfrm>
            <a:custGeom>
              <a:rect b="b" l="l" r="r" t="t"/>
              <a:pathLst>
                <a:path extrusionOk="0" h="1571" w="849">
                  <a:moveTo>
                    <a:pt x="545" y="0"/>
                  </a:moveTo>
                  <a:lnTo>
                    <a:pt x="393" y="848"/>
                  </a:lnTo>
                  <a:lnTo>
                    <a:pt x="1" y="1383"/>
                  </a:lnTo>
                  <a:lnTo>
                    <a:pt x="848" y="1571"/>
                  </a:lnTo>
                  <a:lnTo>
                    <a:pt x="54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119"/>
            <p:cNvSpPr/>
            <p:nvPr/>
          </p:nvSpPr>
          <p:spPr>
            <a:xfrm>
              <a:off x="6410362" y="1934231"/>
              <a:ext cx="133522" cy="94656"/>
            </a:xfrm>
            <a:custGeom>
              <a:rect b="b" l="l" r="r" t="t"/>
              <a:pathLst>
                <a:path extrusionOk="0" h="2606" w="3676">
                  <a:moveTo>
                    <a:pt x="482" y="0"/>
                  </a:moveTo>
                  <a:lnTo>
                    <a:pt x="901" y="375"/>
                  </a:lnTo>
                  <a:lnTo>
                    <a:pt x="955" y="812"/>
                  </a:lnTo>
                  <a:lnTo>
                    <a:pt x="1321" y="518"/>
                  </a:lnTo>
                  <a:lnTo>
                    <a:pt x="2061" y="1142"/>
                  </a:lnTo>
                  <a:lnTo>
                    <a:pt x="1267" y="1401"/>
                  </a:lnTo>
                  <a:lnTo>
                    <a:pt x="0" y="2605"/>
                  </a:lnTo>
                  <a:lnTo>
                    <a:pt x="1642" y="1677"/>
                  </a:lnTo>
                  <a:lnTo>
                    <a:pt x="2462" y="1481"/>
                  </a:lnTo>
                  <a:lnTo>
                    <a:pt x="2766" y="1909"/>
                  </a:lnTo>
                  <a:lnTo>
                    <a:pt x="2578" y="2605"/>
                  </a:lnTo>
                  <a:lnTo>
                    <a:pt x="3676" y="1383"/>
                  </a:lnTo>
                  <a:lnTo>
                    <a:pt x="2793" y="1401"/>
                  </a:lnTo>
                  <a:lnTo>
                    <a:pt x="1553" y="205"/>
                  </a:lnTo>
                  <a:lnTo>
                    <a:pt x="482"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119"/>
            <p:cNvSpPr/>
            <p:nvPr/>
          </p:nvSpPr>
          <p:spPr>
            <a:xfrm>
              <a:off x="6343930" y="1895985"/>
              <a:ext cx="58697" cy="52522"/>
            </a:xfrm>
            <a:custGeom>
              <a:rect b="b" l="l" r="r" t="t"/>
              <a:pathLst>
                <a:path extrusionOk="0" h="1446" w="1616">
                  <a:moveTo>
                    <a:pt x="0" y="1"/>
                  </a:moveTo>
                  <a:lnTo>
                    <a:pt x="1615" y="1446"/>
                  </a:lnTo>
                  <a:lnTo>
                    <a:pt x="848" y="393"/>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119"/>
            <p:cNvSpPr/>
            <p:nvPr/>
          </p:nvSpPr>
          <p:spPr>
            <a:xfrm>
              <a:off x="6244119" y="1963724"/>
              <a:ext cx="116704" cy="137408"/>
            </a:xfrm>
            <a:custGeom>
              <a:rect b="b" l="l" r="r" t="t"/>
              <a:pathLst>
                <a:path extrusionOk="0" h="3783" w="3213">
                  <a:moveTo>
                    <a:pt x="1749" y="0"/>
                  </a:moveTo>
                  <a:lnTo>
                    <a:pt x="938" y="767"/>
                  </a:lnTo>
                  <a:lnTo>
                    <a:pt x="777" y="1963"/>
                  </a:lnTo>
                  <a:lnTo>
                    <a:pt x="1" y="2560"/>
                  </a:lnTo>
                  <a:lnTo>
                    <a:pt x="1" y="3667"/>
                  </a:lnTo>
                  <a:lnTo>
                    <a:pt x="938" y="3675"/>
                  </a:lnTo>
                  <a:lnTo>
                    <a:pt x="2053" y="3783"/>
                  </a:lnTo>
                  <a:lnTo>
                    <a:pt x="2186" y="2212"/>
                  </a:lnTo>
                  <a:lnTo>
                    <a:pt x="1687" y="3426"/>
                  </a:lnTo>
                  <a:lnTo>
                    <a:pt x="688" y="3488"/>
                  </a:lnTo>
                  <a:lnTo>
                    <a:pt x="304" y="2917"/>
                  </a:lnTo>
                  <a:lnTo>
                    <a:pt x="1223" y="1963"/>
                  </a:lnTo>
                  <a:lnTo>
                    <a:pt x="1419" y="1258"/>
                  </a:lnTo>
                  <a:lnTo>
                    <a:pt x="2427" y="740"/>
                  </a:lnTo>
                  <a:lnTo>
                    <a:pt x="3212" y="54"/>
                  </a:lnTo>
                  <a:lnTo>
                    <a:pt x="2133" y="544"/>
                  </a:lnTo>
                  <a:lnTo>
                    <a:pt x="1348" y="669"/>
                  </a:lnTo>
                  <a:lnTo>
                    <a:pt x="174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119"/>
            <p:cNvSpPr/>
            <p:nvPr/>
          </p:nvSpPr>
          <p:spPr>
            <a:xfrm>
              <a:off x="6343930" y="2023654"/>
              <a:ext cx="31128" cy="69049"/>
            </a:xfrm>
            <a:custGeom>
              <a:rect b="b" l="l" r="r" t="t"/>
              <a:pathLst>
                <a:path extrusionOk="0" h="1901" w="857">
                  <a:moveTo>
                    <a:pt x="0" y="0"/>
                  </a:moveTo>
                  <a:lnTo>
                    <a:pt x="170" y="1901"/>
                  </a:lnTo>
                  <a:lnTo>
                    <a:pt x="857" y="190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119"/>
            <p:cNvSpPr/>
            <p:nvPr/>
          </p:nvSpPr>
          <p:spPr>
            <a:xfrm>
              <a:off x="6433681" y="2028848"/>
              <a:ext cx="26624" cy="72282"/>
            </a:xfrm>
            <a:custGeom>
              <a:rect b="b" l="l" r="r" t="t"/>
              <a:pathLst>
                <a:path extrusionOk="0" h="1990" w="733">
                  <a:moveTo>
                    <a:pt x="465" y="0"/>
                  </a:moveTo>
                  <a:lnTo>
                    <a:pt x="268" y="901"/>
                  </a:lnTo>
                  <a:lnTo>
                    <a:pt x="331" y="1303"/>
                  </a:lnTo>
                  <a:lnTo>
                    <a:pt x="1" y="1758"/>
                  </a:lnTo>
                  <a:lnTo>
                    <a:pt x="625" y="1990"/>
                  </a:lnTo>
                  <a:lnTo>
                    <a:pt x="732" y="1472"/>
                  </a:lnTo>
                  <a:lnTo>
                    <a:pt x="500" y="839"/>
                  </a:lnTo>
                  <a:lnTo>
                    <a:pt x="46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8" name="Google Shape;7658;p119"/>
          <p:cNvGrpSpPr/>
          <p:nvPr/>
        </p:nvGrpSpPr>
        <p:grpSpPr>
          <a:xfrm>
            <a:off x="1694749" y="-132157"/>
            <a:ext cx="1151601" cy="1147072"/>
            <a:chOff x="6089572" y="1894059"/>
            <a:chExt cx="91097" cy="90734"/>
          </a:xfrm>
        </p:grpSpPr>
        <p:sp>
          <p:nvSpPr>
            <p:cNvPr id="7659" name="Google Shape;7659;p119"/>
            <p:cNvSpPr/>
            <p:nvPr/>
          </p:nvSpPr>
          <p:spPr>
            <a:xfrm>
              <a:off x="6089572" y="1894059"/>
              <a:ext cx="91097" cy="90734"/>
            </a:xfrm>
            <a:custGeom>
              <a:rect b="b" l="l" r="r" t="t"/>
              <a:pathLst>
                <a:path extrusionOk="0" h="2498" w="2508">
                  <a:moveTo>
                    <a:pt x="1258" y="0"/>
                  </a:moveTo>
                  <a:cubicBezTo>
                    <a:pt x="562" y="0"/>
                    <a:pt x="0" y="553"/>
                    <a:pt x="0" y="1249"/>
                  </a:cubicBezTo>
                  <a:cubicBezTo>
                    <a:pt x="0" y="1936"/>
                    <a:pt x="562" y="2498"/>
                    <a:pt x="1258" y="2498"/>
                  </a:cubicBezTo>
                  <a:cubicBezTo>
                    <a:pt x="1945" y="2498"/>
                    <a:pt x="2507" y="1936"/>
                    <a:pt x="2507" y="1249"/>
                  </a:cubicBezTo>
                  <a:cubicBezTo>
                    <a:pt x="2507" y="553"/>
                    <a:pt x="1945" y="0"/>
                    <a:pt x="12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119"/>
            <p:cNvSpPr/>
            <p:nvPr/>
          </p:nvSpPr>
          <p:spPr>
            <a:xfrm>
              <a:off x="6096037" y="1900525"/>
              <a:ext cx="78130" cy="77803"/>
            </a:xfrm>
            <a:custGeom>
              <a:rect b="b" l="l" r="r" t="t"/>
              <a:pathLst>
                <a:path extrusionOk="0" h="2142" w="2151">
                  <a:moveTo>
                    <a:pt x="1080" y="0"/>
                  </a:moveTo>
                  <a:cubicBezTo>
                    <a:pt x="483" y="0"/>
                    <a:pt x="1" y="482"/>
                    <a:pt x="1" y="1071"/>
                  </a:cubicBezTo>
                  <a:cubicBezTo>
                    <a:pt x="1" y="1660"/>
                    <a:pt x="483" y="2141"/>
                    <a:pt x="1080" y="2141"/>
                  </a:cubicBezTo>
                  <a:cubicBezTo>
                    <a:pt x="1669" y="2141"/>
                    <a:pt x="2151" y="1660"/>
                    <a:pt x="2151" y="1071"/>
                  </a:cubicBezTo>
                  <a:cubicBezTo>
                    <a:pt x="2151" y="482"/>
                    <a:pt x="1669" y="0"/>
                    <a:pt x="1080" y="0"/>
                  </a:cubicBezTo>
                  <a:close/>
                </a:path>
              </a:pathLst>
            </a:custGeom>
            <a:solidFill>
              <a:srgbClr val="EA9B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
  <p:cSld name="CUSTOM">
    <p:spTree>
      <p:nvGrpSpPr>
        <p:cNvPr id="7661" name="Shape 7661"/>
        <p:cNvGrpSpPr/>
        <p:nvPr/>
      </p:nvGrpSpPr>
      <p:grpSpPr>
        <a:xfrm>
          <a:off x="0" y="0"/>
          <a:ext cx="0" cy="0"/>
          <a:chOff x="0" y="0"/>
          <a:chExt cx="0" cy="0"/>
        </a:xfrm>
      </p:grpSpPr>
      <p:sp>
        <p:nvSpPr>
          <p:cNvPr id="7662" name="Google Shape;7662;p120"/>
          <p:cNvSpPr/>
          <p:nvPr/>
        </p:nvSpPr>
        <p:spPr>
          <a:xfrm>
            <a:off x="0" y="4457704"/>
            <a:ext cx="9144017" cy="685804"/>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120"/>
          <p:cNvSpPr/>
          <p:nvPr/>
        </p:nvSpPr>
        <p:spPr>
          <a:xfrm flipH="1" rot="-238332">
            <a:off x="6971149" y="3937517"/>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4" name="Google Shape;7664;p120"/>
          <p:cNvGrpSpPr/>
          <p:nvPr/>
        </p:nvGrpSpPr>
        <p:grpSpPr>
          <a:xfrm flipH="1">
            <a:off x="6989366" y="3684202"/>
            <a:ext cx="2154611" cy="785401"/>
            <a:chOff x="3363545" y="1399908"/>
            <a:chExt cx="240164" cy="87537"/>
          </a:xfrm>
        </p:grpSpPr>
        <p:sp>
          <p:nvSpPr>
            <p:cNvPr id="7665" name="Google Shape;7665;p120"/>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120"/>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120"/>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120"/>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120"/>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70" name="Google Shape;7670;p120"/>
          <p:cNvSpPr/>
          <p:nvPr/>
        </p:nvSpPr>
        <p:spPr>
          <a:xfrm rot="27">
            <a:off x="-3372095" y="4126636"/>
            <a:ext cx="5553997" cy="2709902"/>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71" name="Google Shape;7671;p120"/>
          <p:cNvGrpSpPr/>
          <p:nvPr/>
        </p:nvGrpSpPr>
        <p:grpSpPr>
          <a:xfrm>
            <a:off x="-13051" y="3684166"/>
            <a:ext cx="2154611" cy="785401"/>
            <a:chOff x="3363545" y="1399908"/>
            <a:chExt cx="240164" cy="87537"/>
          </a:xfrm>
        </p:grpSpPr>
        <p:sp>
          <p:nvSpPr>
            <p:cNvPr id="7672" name="Google Shape;7672;p120"/>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120"/>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120"/>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120"/>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120"/>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77" name="Google Shape;7677;p120"/>
          <p:cNvSpPr/>
          <p:nvPr/>
        </p:nvSpPr>
        <p:spPr>
          <a:xfrm flipH="1">
            <a:off x="8364279" y="287984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120"/>
          <p:cNvSpPr txBox="1"/>
          <p:nvPr>
            <p:ph type="title"/>
          </p:nvPr>
        </p:nvSpPr>
        <p:spPr>
          <a:xfrm>
            <a:off x="713100" y="1052963"/>
            <a:ext cx="3142800" cy="21111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7679" name="Google Shape;7679;p120"/>
          <p:cNvSpPr txBox="1"/>
          <p:nvPr>
            <p:ph idx="1" type="subTitle"/>
          </p:nvPr>
        </p:nvSpPr>
        <p:spPr>
          <a:xfrm>
            <a:off x="713100" y="3163825"/>
            <a:ext cx="3852000" cy="926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1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7680" name="Shape 7680"/>
        <p:cNvGrpSpPr/>
        <p:nvPr/>
      </p:nvGrpSpPr>
      <p:grpSpPr>
        <a:xfrm>
          <a:off x="0" y="0"/>
          <a:ext cx="0" cy="0"/>
          <a:chOff x="0" y="0"/>
          <a:chExt cx="0" cy="0"/>
        </a:xfrm>
      </p:grpSpPr>
      <p:sp>
        <p:nvSpPr>
          <p:cNvPr id="7681" name="Google Shape;7681;p121"/>
          <p:cNvSpPr/>
          <p:nvPr/>
        </p:nvSpPr>
        <p:spPr>
          <a:xfrm>
            <a:off x="0" y="4321767"/>
            <a:ext cx="9144017" cy="821711"/>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121"/>
          <p:cNvSpPr/>
          <p:nvPr/>
        </p:nvSpPr>
        <p:spPr>
          <a:xfrm>
            <a:off x="-1990651" y="4443935"/>
            <a:ext cx="3909622" cy="1843739"/>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121"/>
          <p:cNvSpPr/>
          <p:nvPr/>
        </p:nvSpPr>
        <p:spPr>
          <a:xfrm flipH="1" rot="-118">
            <a:off x="7102514" y="4317796"/>
            <a:ext cx="2656786" cy="855007"/>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4" name="Google Shape;7684;p121"/>
          <p:cNvGrpSpPr/>
          <p:nvPr/>
        </p:nvGrpSpPr>
        <p:grpSpPr>
          <a:xfrm>
            <a:off x="7290042" y="3940088"/>
            <a:ext cx="1963893" cy="855121"/>
            <a:chOff x="8284835" y="1862888"/>
            <a:chExt cx="427165" cy="213583"/>
          </a:xfrm>
        </p:grpSpPr>
        <p:sp>
          <p:nvSpPr>
            <p:cNvPr id="7685" name="Google Shape;7685;p121"/>
            <p:cNvSpPr/>
            <p:nvPr/>
          </p:nvSpPr>
          <p:spPr>
            <a:xfrm>
              <a:off x="8284835" y="1862888"/>
              <a:ext cx="427165" cy="213583"/>
            </a:xfrm>
            <a:custGeom>
              <a:rect b="b" l="l" r="r" t="t"/>
              <a:pathLst>
                <a:path extrusionOk="0" h="4827" w="9654">
                  <a:moveTo>
                    <a:pt x="9653" y="0"/>
                  </a:moveTo>
                  <a:lnTo>
                    <a:pt x="8948" y="482"/>
                  </a:lnTo>
                  <a:cubicBezTo>
                    <a:pt x="8948" y="482"/>
                    <a:pt x="8774" y="656"/>
                    <a:pt x="8707" y="656"/>
                  </a:cubicBezTo>
                  <a:cubicBezTo>
                    <a:pt x="8688" y="656"/>
                    <a:pt x="8677" y="642"/>
                    <a:pt x="8681" y="607"/>
                  </a:cubicBezTo>
                  <a:cubicBezTo>
                    <a:pt x="8687" y="553"/>
                    <a:pt x="8657" y="536"/>
                    <a:pt x="8615" y="536"/>
                  </a:cubicBezTo>
                  <a:cubicBezTo>
                    <a:pt x="8530" y="536"/>
                    <a:pt x="8395" y="607"/>
                    <a:pt x="8395" y="607"/>
                  </a:cubicBezTo>
                  <a:lnTo>
                    <a:pt x="7780" y="1044"/>
                  </a:lnTo>
                  <a:lnTo>
                    <a:pt x="6941" y="1178"/>
                  </a:lnTo>
                  <a:lnTo>
                    <a:pt x="5505" y="1187"/>
                  </a:lnTo>
                  <a:lnTo>
                    <a:pt x="4863" y="1365"/>
                  </a:lnTo>
                  <a:lnTo>
                    <a:pt x="4318" y="1365"/>
                  </a:lnTo>
                  <a:lnTo>
                    <a:pt x="3712" y="1544"/>
                  </a:lnTo>
                  <a:cubicBezTo>
                    <a:pt x="3712" y="1544"/>
                    <a:pt x="3582" y="1520"/>
                    <a:pt x="3388" y="1520"/>
                  </a:cubicBezTo>
                  <a:cubicBezTo>
                    <a:pt x="3227" y="1520"/>
                    <a:pt x="3022" y="1536"/>
                    <a:pt x="2811" y="1597"/>
                  </a:cubicBezTo>
                  <a:cubicBezTo>
                    <a:pt x="2338" y="1740"/>
                    <a:pt x="1910" y="1776"/>
                    <a:pt x="1910" y="1776"/>
                  </a:cubicBezTo>
                  <a:lnTo>
                    <a:pt x="197" y="2150"/>
                  </a:lnTo>
                  <a:cubicBezTo>
                    <a:pt x="197" y="2150"/>
                    <a:pt x="1" y="2231"/>
                    <a:pt x="1044" y="2587"/>
                  </a:cubicBezTo>
                  <a:cubicBezTo>
                    <a:pt x="2498" y="3096"/>
                    <a:pt x="3587" y="2846"/>
                    <a:pt x="3774" y="3087"/>
                  </a:cubicBezTo>
                  <a:cubicBezTo>
                    <a:pt x="3962" y="3328"/>
                    <a:pt x="3863" y="3167"/>
                    <a:pt x="4113" y="3497"/>
                  </a:cubicBezTo>
                  <a:cubicBezTo>
                    <a:pt x="4363" y="3818"/>
                    <a:pt x="4292" y="3890"/>
                    <a:pt x="4684" y="3917"/>
                  </a:cubicBezTo>
                  <a:cubicBezTo>
                    <a:pt x="4815" y="3926"/>
                    <a:pt x="4929" y="3928"/>
                    <a:pt x="5023" y="3928"/>
                  </a:cubicBezTo>
                  <a:cubicBezTo>
                    <a:pt x="5210" y="3928"/>
                    <a:pt x="5318" y="3917"/>
                    <a:pt x="5318" y="3917"/>
                  </a:cubicBezTo>
                  <a:lnTo>
                    <a:pt x="5790" y="3863"/>
                  </a:lnTo>
                  <a:lnTo>
                    <a:pt x="6040" y="3917"/>
                  </a:lnTo>
                  <a:cubicBezTo>
                    <a:pt x="6040" y="3917"/>
                    <a:pt x="6352" y="4131"/>
                    <a:pt x="6629" y="4175"/>
                  </a:cubicBezTo>
                  <a:cubicBezTo>
                    <a:pt x="6672" y="4184"/>
                    <a:pt x="6701" y="4187"/>
                    <a:pt x="6720" y="4187"/>
                  </a:cubicBezTo>
                  <a:cubicBezTo>
                    <a:pt x="6782" y="4187"/>
                    <a:pt x="6748" y="4155"/>
                    <a:pt x="6759" y="4155"/>
                  </a:cubicBezTo>
                  <a:lnTo>
                    <a:pt x="6759" y="4155"/>
                  </a:lnTo>
                  <a:cubicBezTo>
                    <a:pt x="6767" y="4155"/>
                    <a:pt x="6798" y="4172"/>
                    <a:pt x="6905" y="4229"/>
                  </a:cubicBezTo>
                  <a:cubicBezTo>
                    <a:pt x="7218" y="4380"/>
                    <a:pt x="7405" y="4452"/>
                    <a:pt x="7405" y="4452"/>
                  </a:cubicBezTo>
                  <a:cubicBezTo>
                    <a:pt x="7405" y="4452"/>
                    <a:pt x="7905" y="4505"/>
                    <a:pt x="8154" y="4568"/>
                  </a:cubicBezTo>
                  <a:cubicBezTo>
                    <a:pt x="8413" y="4630"/>
                    <a:pt x="8681" y="4666"/>
                    <a:pt x="8681" y="4666"/>
                  </a:cubicBezTo>
                  <a:lnTo>
                    <a:pt x="9653" y="4827"/>
                  </a:lnTo>
                  <a:lnTo>
                    <a:pt x="965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121"/>
            <p:cNvSpPr/>
            <p:nvPr/>
          </p:nvSpPr>
          <p:spPr>
            <a:xfrm>
              <a:off x="8454567" y="1962751"/>
              <a:ext cx="257432" cy="113716"/>
            </a:xfrm>
            <a:custGeom>
              <a:rect b="b" l="l" r="r" t="t"/>
              <a:pathLst>
                <a:path extrusionOk="0" h="2570" w="5818">
                  <a:moveTo>
                    <a:pt x="5817" y="0"/>
                  </a:moveTo>
                  <a:lnTo>
                    <a:pt x="5202" y="152"/>
                  </a:lnTo>
                  <a:lnTo>
                    <a:pt x="4809" y="411"/>
                  </a:lnTo>
                  <a:lnTo>
                    <a:pt x="4399" y="500"/>
                  </a:lnTo>
                  <a:lnTo>
                    <a:pt x="4006" y="830"/>
                  </a:lnTo>
                  <a:cubicBezTo>
                    <a:pt x="4006" y="830"/>
                    <a:pt x="3911" y="850"/>
                    <a:pt x="3781" y="850"/>
                  </a:cubicBezTo>
                  <a:cubicBezTo>
                    <a:pt x="3717" y="850"/>
                    <a:pt x="3643" y="845"/>
                    <a:pt x="3569" y="830"/>
                  </a:cubicBezTo>
                  <a:cubicBezTo>
                    <a:pt x="3426" y="796"/>
                    <a:pt x="3246" y="780"/>
                    <a:pt x="3042" y="780"/>
                  </a:cubicBezTo>
                  <a:cubicBezTo>
                    <a:pt x="2927" y="780"/>
                    <a:pt x="2805" y="785"/>
                    <a:pt x="2677" y="794"/>
                  </a:cubicBezTo>
                  <a:cubicBezTo>
                    <a:pt x="2363" y="817"/>
                    <a:pt x="2417" y="919"/>
                    <a:pt x="2416" y="919"/>
                  </a:cubicBezTo>
                  <a:cubicBezTo>
                    <a:pt x="2416" y="919"/>
                    <a:pt x="2414" y="917"/>
                    <a:pt x="2409" y="910"/>
                  </a:cubicBezTo>
                  <a:cubicBezTo>
                    <a:pt x="2405" y="906"/>
                    <a:pt x="2401" y="905"/>
                    <a:pt x="2395" y="905"/>
                  </a:cubicBezTo>
                  <a:cubicBezTo>
                    <a:pt x="2338" y="905"/>
                    <a:pt x="2204" y="1098"/>
                    <a:pt x="2204" y="1098"/>
                  </a:cubicBezTo>
                  <a:cubicBezTo>
                    <a:pt x="2204" y="1098"/>
                    <a:pt x="2052" y="1089"/>
                    <a:pt x="1847" y="1053"/>
                  </a:cubicBezTo>
                  <a:cubicBezTo>
                    <a:pt x="1788" y="1046"/>
                    <a:pt x="1746" y="1042"/>
                    <a:pt x="1710" y="1042"/>
                  </a:cubicBezTo>
                  <a:cubicBezTo>
                    <a:pt x="1618" y="1042"/>
                    <a:pt x="1577" y="1065"/>
                    <a:pt x="1428" y="1098"/>
                  </a:cubicBezTo>
                  <a:cubicBezTo>
                    <a:pt x="1223" y="1133"/>
                    <a:pt x="1080" y="1231"/>
                    <a:pt x="1080" y="1231"/>
                  </a:cubicBezTo>
                  <a:lnTo>
                    <a:pt x="946" y="1312"/>
                  </a:lnTo>
                  <a:lnTo>
                    <a:pt x="1" y="910"/>
                  </a:lnTo>
                  <a:lnTo>
                    <a:pt x="1" y="910"/>
                  </a:lnTo>
                  <a:cubicBezTo>
                    <a:pt x="99" y="1035"/>
                    <a:pt x="63" y="955"/>
                    <a:pt x="277" y="1240"/>
                  </a:cubicBezTo>
                  <a:cubicBezTo>
                    <a:pt x="527" y="1561"/>
                    <a:pt x="456" y="1633"/>
                    <a:pt x="848" y="1660"/>
                  </a:cubicBezTo>
                  <a:cubicBezTo>
                    <a:pt x="979" y="1669"/>
                    <a:pt x="1093" y="1671"/>
                    <a:pt x="1187" y="1671"/>
                  </a:cubicBezTo>
                  <a:cubicBezTo>
                    <a:pt x="1374" y="1671"/>
                    <a:pt x="1482" y="1660"/>
                    <a:pt x="1482" y="1660"/>
                  </a:cubicBezTo>
                  <a:lnTo>
                    <a:pt x="1954" y="1606"/>
                  </a:lnTo>
                  <a:lnTo>
                    <a:pt x="2204" y="1660"/>
                  </a:lnTo>
                  <a:cubicBezTo>
                    <a:pt x="2204" y="1660"/>
                    <a:pt x="2516" y="1874"/>
                    <a:pt x="2793" y="1918"/>
                  </a:cubicBezTo>
                  <a:cubicBezTo>
                    <a:pt x="2836" y="1927"/>
                    <a:pt x="2865" y="1930"/>
                    <a:pt x="2884" y="1930"/>
                  </a:cubicBezTo>
                  <a:cubicBezTo>
                    <a:pt x="2946" y="1930"/>
                    <a:pt x="2912" y="1898"/>
                    <a:pt x="2923" y="1898"/>
                  </a:cubicBezTo>
                  <a:lnTo>
                    <a:pt x="2923" y="1898"/>
                  </a:lnTo>
                  <a:cubicBezTo>
                    <a:pt x="2931" y="1898"/>
                    <a:pt x="2962" y="1915"/>
                    <a:pt x="3069" y="1972"/>
                  </a:cubicBezTo>
                  <a:cubicBezTo>
                    <a:pt x="3382" y="2123"/>
                    <a:pt x="3569" y="2195"/>
                    <a:pt x="3569" y="2195"/>
                  </a:cubicBezTo>
                  <a:cubicBezTo>
                    <a:pt x="3569" y="2195"/>
                    <a:pt x="4069" y="2248"/>
                    <a:pt x="4318" y="2311"/>
                  </a:cubicBezTo>
                  <a:cubicBezTo>
                    <a:pt x="4577" y="2373"/>
                    <a:pt x="4845" y="2409"/>
                    <a:pt x="4845" y="2409"/>
                  </a:cubicBezTo>
                  <a:lnTo>
                    <a:pt x="5817" y="2570"/>
                  </a:lnTo>
                  <a:lnTo>
                    <a:pt x="5817"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121"/>
            <p:cNvSpPr/>
            <p:nvPr/>
          </p:nvSpPr>
          <p:spPr>
            <a:xfrm>
              <a:off x="8293508" y="1862888"/>
              <a:ext cx="418493" cy="100176"/>
            </a:xfrm>
            <a:custGeom>
              <a:rect b="b" l="l" r="r" t="t"/>
              <a:pathLst>
                <a:path extrusionOk="0" h="2264" w="9458">
                  <a:moveTo>
                    <a:pt x="9457" y="0"/>
                  </a:moveTo>
                  <a:lnTo>
                    <a:pt x="8752" y="482"/>
                  </a:lnTo>
                  <a:cubicBezTo>
                    <a:pt x="8752" y="482"/>
                    <a:pt x="8578" y="656"/>
                    <a:pt x="8511" y="656"/>
                  </a:cubicBezTo>
                  <a:cubicBezTo>
                    <a:pt x="8492" y="656"/>
                    <a:pt x="8481" y="642"/>
                    <a:pt x="8485" y="607"/>
                  </a:cubicBezTo>
                  <a:cubicBezTo>
                    <a:pt x="8491" y="553"/>
                    <a:pt x="8461" y="536"/>
                    <a:pt x="8419" y="536"/>
                  </a:cubicBezTo>
                  <a:cubicBezTo>
                    <a:pt x="8334" y="536"/>
                    <a:pt x="8199" y="607"/>
                    <a:pt x="8199" y="607"/>
                  </a:cubicBezTo>
                  <a:lnTo>
                    <a:pt x="7584" y="1044"/>
                  </a:lnTo>
                  <a:lnTo>
                    <a:pt x="6745" y="1178"/>
                  </a:lnTo>
                  <a:lnTo>
                    <a:pt x="5309" y="1187"/>
                  </a:lnTo>
                  <a:lnTo>
                    <a:pt x="4667" y="1365"/>
                  </a:lnTo>
                  <a:lnTo>
                    <a:pt x="4122" y="1365"/>
                  </a:lnTo>
                  <a:lnTo>
                    <a:pt x="3516" y="1544"/>
                  </a:lnTo>
                  <a:cubicBezTo>
                    <a:pt x="3516" y="1544"/>
                    <a:pt x="3386" y="1520"/>
                    <a:pt x="3192" y="1520"/>
                  </a:cubicBezTo>
                  <a:cubicBezTo>
                    <a:pt x="3031" y="1520"/>
                    <a:pt x="2826" y="1536"/>
                    <a:pt x="2615" y="1597"/>
                  </a:cubicBezTo>
                  <a:cubicBezTo>
                    <a:pt x="2142" y="1740"/>
                    <a:pt x="1714" y="1776"/>
                    <a:pt x="1714" y="1776"/>
                  </a:cubicBezTo>
                  <a:lnTo>
                    <a:pt x="1" y="2150"/>
                  </a:lnTo>
                  <a:lnTo>
                    <a:pt x="170" y="2239"/>
                  </a:lnTo>
                  <a:cubicBezTo>
                    <a:pt x="170" y="2239"/>
                    <a:pt x="262" y="2263"/>
                    <a:pt x="341" y="2263"/>
                  </a:cubicBezTo>
                  <a:cubicBezTo>
                    <a:pt x="380" y="2263"/>
                    <a:pt x="417" y="2257"/>
                    <a:pt x="438" y="2239"/>
                  </a:cubicBezTo>
                  <a:cubicBezTo>
                    <a:pt x="500" y="2186"/>
                    <a:pt x="1098" y="2150"/>
                    <a:pt x="1098" y="2150"/>
                  </a:cubicBezTo>
                  <a:lnTo>
                    <a:pt x="1508" y="2052"/>
                  </a:lnTo>
                  <a:lnTo>
                    <a:pt x="1919" y="1972"/>
                  </a:lnTo>
                  <a:cubicBezTo>
                    <a:pt x="1919" y="1972"/>
                    <a:pt x="2133" y="1918"/>
                    <a:pt x="2258" y="1874"/>
                  </a:cubicBezTo>
                  <a:cubicBezTo>
                    <a:pt x="2315" y="1853"/>
                    <a:pt x="2399" y="1848"/>
                    <a:pt x="2474" y="1848"/>
                  </a:cubicBezTo>
                  <a:cubicBezTo>
                    <a:pt x="2564" y="1848"/>
                    <a:pt x="2641" y="1856"/>
                    <a:pt x="2641" y="1856"/>
                  </a:cubicBezTo>
                  <a:lnTo>
                    <a:pt x="3302" y="1972"/>
                  </a:lnTo>
                  <a:lnTo>
                    <a:pt x="3685" y="1865"/>
                  </a:lnTo>
                  <a:lnTo>
                    <a:pt x="4015" y="1749"/>
                  </a:lnTo>
                  <a:lnTo>
                    <a:pt x="4354" y="1686"/>
                  </a:lnTo>
                  <a:lnTo>
                    <a:pt x="4961" y="1722"/>
                  </a:lnTo>
                  <a:lnTo>
                    <a:pt x="5353" y="1740"/>
                  </a:lnTo>
                  <a:lnTo>
                    <a:pt x="5737" y="1642"/>
                  </a:lnTo>
                  <a:lnTo>
                    <a:pt x="6112" y="1642"/>
                  </a:lnTo>
                  <a:lnTo>
                    <a:pt x="6469" y="1829"/>
                  </a:lnTo>
                  <a:lnTo>
                    <a:pt x="6870" y="1776"/>
                  </a:lnTo>
                  <a:lnTo>
                    <a:pt x="7120" y="1695"/>
                  </a:lnTo>
                  <a:lnTo>
                    <a:pt x="7949" y="1472"/>
                  </a:lnTo>
                  <a:lnTo>
                    <a:pt x="8404" y="1356"/>
                  </a:lnTo>
                  <a:lnTo>
                    <a:pt x="8485" y="1214"/>
                  </a:lnTo>
                  <a:cubicBezTo>
                    <a:pt x="8485" y="1214"/>
                    <a:pt x="8529" y="1169"/>
                    <a:pt x="8485" y="1098"/>
                  </a:cubicBezTo>
                  <a:cubicBezTo>
                    <a:pt x="8449" y="1026"/>
                    <a:pt x="8574" y="973"/>
                    <a:pt x="8690" y="839"/>
                  </a:cubicBezTo>
                  <a:cubicBezTo>
                    <a:pt x="8729" y="794"/>
                    <a:pt x="8756" y="779"/>
                    <a:pt x="8776" y="779"/>
                  </a:cubicBezTo>
                  <a:cubicBezTo>
                    <a:pt x="8816" y="779"/>
                    <a:pt x="8824" y="839"/>
                    <a:pt x="8824" y="839"/>
                  </a:cubicBezTo>
                  <a:cubicBezTo>
                    <a:pt x="8824" y="839"/>
                    <a:pt x="8894" y="853"/>
                    <a:pt x="8981" y="853"/>
                  </a:cubicBezTo>
                  <a:cubicBezTo>
                    <a:pt x="9060" y="853"/>
                    <a:pt x="9152" y="841"/>
                    <a:pt x="9216" y="794"/>
                  </a:cubicBezTo>
                  <a:cubicBezTo>
                    <a:pt x="9350" y="696"/>
                    <a:pt x="9270" y="634"/>
                    <a:pt x="9314" y="384"/>
                  </a:cubicBezTo>
                  <a:cubicBezTo>
                    <a:pt x="9350" y="134"/>
                    <a:pt x="9457" y="0"/>
                    <a:pt x="9457"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88" name="Google Shape;7688;p121"/>
          <p:cNvSpPr/>
          <p:nvPr/>
        </p:nvSpPr>
        <p:spPr>
          <a:xfrm>
            <a:off x="-27193" y="4323721"/>
            <a:ext cx="1172549" cy="617040"/>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9" name="Google Shape;7689;p121"/>
          <p:cNvGrpSpPr/>
          <p:nvPr/>
        </p:nvGrpSpPr>
        <p:grpSpPr>
          <a:xfrm>
            <a:off x="-141423" y="2951641"/>
            <a:ext cx="1270176" cy="2033197"/>
            <a:chOff x="1352322" y="1338997"/>
            <a:chExt cx="415457" cy="676942"/>
          </a:xfrm>
        </p:grpSpPr>
        <p:sp>
          <p:nvSpPr>
            <p:cNvPr id="7690" name="Google Shape;7690;p121"/>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121"/>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121"/>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121"/>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121"/>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121"/>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121"/>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121"/>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121"/>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121"/>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121"/>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121"/>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121"/>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3" name="Google Shape;7703;p121"/>
          <p:cNvGrpSpPr/>
          <p:nvPr/>
        </p:nvGrpSpPr>
        <p:grpSpPr>
          <a:xfrm flipH="1">
            <a:off x="935126" y="4112968"/>
            <a:ext cx="839013" cy="613436"/>
            <a:chOff x="6123718" y="525411"/>
            <a:chExt cx="1395563" cy="1024955"/>
          </a:xfrm>
        </p:grpSpPr>
        <p:grpSp>
          <p:nvGrpSpPr>
            <p:cNvPr id="7704" name="Google Shape;7704;p121"/>
            <p:cNvGrpSpPr/>
            <p:nvPr/>
          </p:nvGrpSpPr>
          <p:grpSpPr>
            <a:xfrm flipH="1">
              <a:off x="6123718" y="525411"/>
              <a:ext cx="1395563" cy="1024955"/>
              <a:chOff x="1696430" y="1591394"/>
              <a:chExt cx="279683" cy="208092"/>
            </a:xfrm>
          </p:grpSpPr>
          <p:sp>
            <p:nvSpPr>
              <p:cNvPr id="7705" name="Google Shape;7705;p121"/>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121"/>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121"/>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121"/>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121"/>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121"/>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121"/>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121"/>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121"/>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121"/>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121"/>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16" name="Google Shape;7716;p121"/>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17" name="Google Shape;7717;p121"/>
          <p:cNvSpPr txBox="1"/>
          <p:nvPr>
            <p:ph type="title"/>
          </p:nvPr>
        </p:nvSpPr>
        <p:spPr>
          <a:xfrm>
            <a:off x="4849800" y="1874550"/>
            <a:ext cx="34104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7718" name="Google Shape;7718;p121"/>
          <p:cNvSpPr txBox="1"/>
          <p:nvPr>
            <p:ph idx="1" type="subTitle"/>
          </p:nvPr>
        </p:nvSpPr>
        <p:spPr>
          <a:xfrm>
            <a:off x="4849800" y="2447250"/>
            <a:ext cx="3410400" cy="821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1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7719" name="Shape 7719"/>
        <p:cNvGrpSpPr/>
        <p:nvPr/>
      </p:nvGrpSpPr>
      <p:grpSpPr>
        <a:xfrm>
          <a:off x="0" y="0"/>
          <a:ext cx="0" cy="0"/>
          <a:chOff x="0" y="0"/>
          <a:chExt cx="0" cy="0"/>
        </a:xfrm>
      </p:grpSpPr>
      <p:sp>
        <p:nvSpPr>
          <p:cNvPr id="7720" name="Google Shape;7720;p122"/>
          <p:cNvSpPr/>
          <p:nvPr/>
        </p:nvSpPr>
        <p:spPr>
          <a:xfrm flipH="1">
            <a:off x="-1" y="4762490"/>
            <a:ext cx="9173906"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122"/>
          <p:cNvSpPr/>
          <p:nvPr/>
        </p:nvSpPr>
        <p:spPr>
          <a:xfrm rot="238332">
            <a:off x="-3594095" y="4242315"/>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22" name="Google Shape;7722;p122"/>
          <p:cNvGrpSpPr/>
          <p:nvPr/>
        </p:nvGrpSpPr>
        <p:grpSpPr>
          <a:xfrm>
            <a:off x="-12751" y="2647408"/>
            <a:ext cx="2737383" cy="2109215"/>
            <a:chOff x="3363545" y="1191568"/>
            <a:chExt cx="384038" cy="295876"/>
          </a:xfrm>
        </p:grpSpPr>
        <p:sp>
          <p:nvSpPr>
            <p:cNvPr id="7723" name="Google Shape;7723;p122"/>
            <p:cNvSpPr/>
            <p:nvPr/>
          </p:nvSpPr>
          <p:spPr>
            <a:xfrm>
              <a:off x="3363545"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122"/>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122"/>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122"/>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122"/>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122"/>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122"/>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0" name="Google Shape;7730;p122"/>
          <p:cNvSpPr/>
          <p:nvPr/>
        </p:nvSpPr>
        <p:spPr>
          <a:xfrm flipH="1" rot="-238332">
            <a:off x="7203298" y="4242312"/>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31" name="Google Shape;7731;p122"/>
          <p:cNvGrpSpPr/>
          <p:nvPr/>
        </p:nvGrpSpPr>
        <p:grpSpPr>
          <a:xfrm flipH="1">
            <a:off x="6438566" y="2647368"/>
            <a:ext cx="2737383" cy="2109215"/>
            <a:chOff x="3363545" y="1191568"/>
            <a:chExt cx="384038" cy="295876"/>
          </a:xfrm>
        </p:grpSpPr>
        <p:sp>
          <p:nvSpPr>
            <p:cNvPr id="7732" name="Google Shape;7732;p122"/>
            <p:cNvSpPr/>
            <p:nvPr/>
          </p:nvSpPr>
          <p:spPr>
            <a:xfrm>
              <a:off x="3363545"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122"/>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122"/>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122"/>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122"/>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122"/>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122"/>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9" name="Google Shape;7739;p122"/>
          <p:cNvSpPr/>
          <p:nvPr/>
        </p:nvSpPr>
        <p:spPr>
          <a:xfrm flipH="1">
            <a:off x="-334053" y="8650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122"/>
          <p:cNvSpPr/>
          <p:nvPr/>
        </p:nvSpPr>
        <p:spPr>
          <a:xfrm flipH="1">
            <a:off x="8430904" y="158472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122"/>
          <p:cNvSpPr txBox="1"/>
          <p:nvPr>
            <p:ph type="title"/>
          </p:nvPr>
        </p:nvSpPr>
        <p:spPr>
          <a:xfrm>
            <a:off x="720075"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7742" name="Google Shape;7742;p122"/>
          <p:cNvSpPr txBox="1"/>
          <p:nvPr>
            <p:ph idx="2" type="title"/>
          </p:nvPr>
        </p:nvSpPr>
        <p:spPr>
          <a:xfrm>
            <a:off x="937700" y="2437638"/>
            <a:ext cx="21753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7743" name="Google Shape;7743;p122"/>
          <p:cNvSpPr txBox="1"/>
          <p:nvPr>
            <p:ph idx="1" type="subTitle"/>
          </p:nvPr>
        </p:nvSpPr>
        <p:spPr>
          <a:xfrm>
            <a:off x="937700" y="2762863"/>
            <a:ext cx="2175300" cy="869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7744" name="Google Shape;7744;p122"/>
          <p:cNvSpPr txBox="1"/>
          <p:nvPr>
            <p:ph idx="3" type="title"/>
          </p:nvPr>
        </p:nvSpPr>
        <p:spPr>
          <a:xfrm>
            <a:off x="3484425" y="3409475"/>
            <a:ext cx="21753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7745" name="Google Shape;7745;p122"/>
          <p:cNvSpPr txBox="1"/>
          <p:nvPr>
            <p:ph idx="4" type="subTitle"/>
          </p:nvPr>
        </p:nvSpPr>
        <p:spPr>
          <a:xfrm>
            <a:off x="3484421" y="3734700"/>
            <a:ext cx="2175300" cy="869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7746" name="Google Shape;7746;p122"/>
          <p:cNvSpPr txBox="1"/>
          <p:nvPr>
            <p:ph idx="5" type="title"/>
          </p:nvPr>
        </p:nvSpPr>
        <p:spPr>
          <a:xfrm>
            <a:off x="6031150" y="2437638"/>
            <a:ext cx="21753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7747" name="Google Shape;7747;p122"/>
          <p:cNvSpPr txBox="1"/>
          <p:nvPr>
            <p:ph idx="6" type="subTitle"/>
          </p:nvPr>
        </p:nvSpPr>
        <p:spPr>
          <a:xfrm>
            <a:off x="6031149" y="2762863"/>
            <a:ext cx="2175300" cy="869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1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_2">
    <p:spTree>
      <p:nvGrpSpPr>
        <p:cNvPr id="7748" name="Shape 7748"/>
        <p:cNvGrpSpPr/>
        <p:nvPr/>
      </p:nvGrpSpPr>
      <p:grpSpPr>
        <a:xfrm>
          <a:off x="0" y="0"/>
          <a:ext cx="0" cy="0"/>
          <a:chOff x="0" y="0"/>
          <a:chExt cx="0" cy="0"/>
        </a:xfrm>
      </p:grpSpPr>
      <p:sp>
        <p:nvSpPr>
          <p:cNvPr id="7749" name="Google Shape;7749;p123"/>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123"/>
          <p:cNvSpPr/>
          <p:nvPr/>
        </p:nvSpPr>
        <p:spPr>
          <a:xfrm>
            <a:off x="-1554963" y="4806852"/>
            <a:ext cx="2885856" cy="136094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123"/>
          <p:cNvSpPr/>
          <p:nvPr/>
        </p:nvSpPr>
        <p:spPr>
          <a:xfrm flipH="1" rot="-99">
            <a:off x="7380676" y="4769930"/>
            <a:ext cx="2100438" cy="452713"/>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52" name="Google Shape;7752;p123"/>
          <p:cNvGrpSpPr/>
          <p:nvPr/>
        </p:nvGrpSpPr>
        <p:grpSpPr>
          <a:xfrm>
            <a:off x="7719034" y="4445634"/>
            <a:ext cx="1534549" cy="668193"/>
            <a:chOff x="8284835" y="1862888"/>
            <a:chExt cx="427165" cy="213583"/>
          </a:xfrm>
        </p:grpSpPr>
        <p:sp>
          <p:nvSpPr>
            <p:cNvPr id="7753" name="Google Shape;7753;p123"/>
            <p:cNvSpPr/>
            <p:nvPr/>
          </p:nvSpPr>
          <p:spPr>
            <a:xfrm>
              <a:off x="8284835" y="1862888"/>
              <a:ext cx="427165" cy="213583"/>
            </a:xfrm>
            <a:custGeom>
              <a:rect b="b" l="l" r="r" t="t"/>
              <a:pathLst>
                <a:path extrusionOk="0" h="4827" w="9654">
                  <a:moveTo>
                    <a:pt x="9653" y="0"/>
                  </a:moveTo>
                  <a:lnTo>
                    <a:pt x="8948" y="482"/>
                  </a:lnTo>
                  <a:cubicBezTo>
                    <a:pt x="8948" y="482"/>
                    <a:pt x="8774" y="656"/>
                    <a:pt x="8707" y="656"/>
                  </a:cubicBezTo>
                  <a:cubicBezTo>
                    <a:pt x="8688" y="656"/>
                    <a:pt x="8677" y="642"/>
                    <a:pt x="8681" y="607"/>
                  </a:cubicBezTo>
                  <a:cubicBezTo>
                    <a:pt x="8687" y="553"/>
                    <a:pt x="8657" y="536"/>
                    <a:pt x="8615" y="536"/>
                  </a:cubicBezTo>
                  <a:cubicBezTo>
                    <a:pt x="8530" y="536"/>
                    <a:pt x="8395" y="607"/>
                    <a:pt x="8395" y="607"/>
                  </a:cubicBezTo>
                  <a:lnTo>
                    <a:pt x="7780" y="1044"/>
                  </a:lnTo>
                  <a:lnTo>
                    <a:pt x="6941" y="1178"/>
                  </a:lnTo>
                  <a:lnTo>
                    <a:pt x="5505" y="1187"/>
                  </a:lnTo>
                  <a:lnTo>
                    <a:pt x="4863" y="1365"/>
                  </a:lnTo>
                  <a:lnTo>
                    <a:pt x="4318" y="1365"/>
                  </a:lnTo>
                  <a:lnTo>
                    <a:pt x="3712" y="1544"/>
                  </a:lnTo>
                  <a:cubicBezTo>
                    <a:pt x="3712" y="1544"/>
                    <a:pt x="3582" y="1520"/>
                    <a:pt x="3388" y="1520"/>
                  </a:cubicBezTo>
                  <a:cubicBezTo>
                    <a:pt x="3227" y="1520"/>
                    <a:pt x="3022" y="1536"/>
                    <a:pt x="2811" y="1597"/>
                  </a:cubicBezTo>
                  <a:cubicBezTo>
                    <a:pt x="2338" y="1740"/>
                    <a:pt x="1910" y="1776"/>
                    <a:pt x="1910" y="1776"/>
                  </a:cubicBezTo>
                  <a:lnTo>
                    <a:pt x="197" y="2150"/>
                  </a:lnTo>
                  <a:cubicBezTo>
                    <a:pt x="197" y="2150"/>
                    <a:pt x="1" y="2231"/>
                    <a:pt x="1044" y="2587"/>
                  </a:cubicBezTo>
                  <a:cubicBezTo>
                    <a:pt x="2498" y="3096"/>
                    <a:pt x="3587" y="2846"/>
                    <a:pt x="3774" y="3087"/>
                  </a:cubicBezTo>
                  <a:cubicBezTo>
                    <a:pt x="3962" y="3328"/>
                    <a:pt x="3863" y="3167"/>
                    <a:pt x="4113" y="3497"/>
                  </a:cubicBezTo>
                  <a:cubicBezTo>
                    <a:pt x="4363" y="3818"/>
                    <a:pt x="4292" y="3890"/>
                    <a:pt x="4684" y="3917"/>
                  </a:cubicBezTo>
                  <a:cubicBezTo>
                    <a:pt x="4815" y="3926"/>
                    <a:pt x="4929" y="3928"/>
                    <a:pt x="5023" y="3928"/>
                  </a:cubicBezTo>
                  <a:cubicBezTo>
                    <a:pt x="5210" y="3928"/>
                    <a:pt x="5318" y="3917"/>
                    <a:pt x="5318" y="3917"/>
                  </a:cubicBezTo>
                  <a:lnTo>
                    <a:pt x="5790" y="3863"/>
                  </a:lnTo>
                  <a:lnTo>
                    <a:pt x="6040" y="3917"/>
                  </a:lnTo>
                  <a:cubicBezTo>
                    <a:pt x="6040" y="3917"/>
                    <a:pt x="6352" y="4131"/>
                    <a:pt x="6629" y="4175"/>
                  </a:cubicBezTo>
                  <a:cubicBezTo>
                    <a:pt x="6672" y="4184"/>
                    <a:pt x="6701" y="4187"/>
                    <a:pt x="6720" y="4187"/>
                  </a:cubicBezTo>
                  <a:cubicBezTo>
                    <a:pt x="6782" y="4187"/>
                    <a:pt x="6748" y="4155"/>
                    <a:pt x="6759" y="4155"/>
                  </a:cubicBezTo>
                  <a:lnTo>
                    <a:pt x="6759" y="4155"/>
                  </a:lnTo>
                  <a:cubicBezTo>
                    <a:pt x="6767" y="4155"/>
                    <a:pt x="6798" y="4172"/>
                    <a:pt x="6905" y="4229"/>
                  </a:cubicBezTo>
                  <a:cubicBezTo>
                    <a:pt x="7218" y="4380"/>
                    <a:pt x="7405" y="4452"/>
                    <a:pt x="7405" y="4452"/>
                  </a:cubicBezTo>
                  <a:cubicBezTo>
                    <a:pt x="7405" y="4452"/>
                    <a:pt x="7905" y="4505"/>
                    <a:pt x="8154" y="4568"/>
                  </a:cubicBezTo>
                  <a:cubicBezTo>
                    <a:pt x="8413" y="4630"/>
                    <a:pt x="8681" y="4666"/>
                    <a:pt x="8681" y="4666"/>
                  </a:cubicBezTo>
                  <a:lnTo>
                    <a:pt x="9653" y="4827"/>
                  </a:lnTo>
                  <a:lnTo>
                    <a:pt x="965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123"/>
            <p:cNvSpPr/>
            <p:nvPr/>
          </p:nvSpPr>
          <p:spPr>
            <a:xfrm>
              <a:off x="8454567" y="1962751"/>
              <a:ext cx="257432" cy="113716"/>
            </a:xfrm>
            <a:custGeom>
              <a:rect b="b" l="l" r="r" t="t"/>
              <a:pathLst>
                <a:path extrusionOk="0" h="2570" w="5818">
                  <a:moveTo>
                    <a:pt x="5817" y="0"/>
                  </a:moveTo>
                  <a:lnTo>
                    <a:pt x="5202" y="152"/>
                  </a:lnTo>
                  <a:lnTo>
                    <a:pt x="4809" y="411"/>
                  </a:lnTo>
                  <a:lnTo>
                    <a:pt x="4399" y="500"/>
                  </a:lnTo>
                  <a:lnTo>
                    <a:pt x="4006" y="830"/>
                  </a:lnTo>
                  <a:cubicBezTo>
                    <a:pt x="4006" y="830"/>
                    <a:pt x="3911" y="850"/>
                    <a:pt x="3781" y="850"/>
                  </a:cubicBezTo>
                  <a:cubicBezTo>
                    <a:pt x="3717" y="850"/>
                    <a:pt x="3643" y="845"/>
                    <a:pt x="3569" y="830"/>
                  </a:cubicBezTo>
                  <a:cubicBezTo>
                    <a:pt x="3426" y="796"/>
                    <a:pt x="3246" y="780"/>
                    <a:pt x="3042" y="780"/>
                  </a:cubicBezTo>
                  <a:cubicBezTo>
                    <a:pt x="2927" y="780"/>
                    <a:pt x="2805" y="785"/>
                    <a:pt x="2677" y="794"/>
                  </a:cubicBezTo>
                  <a:cubicBezTo>
                    <a:pt x="2363" y="817"/>
                    <a:pt x="2417" y="919"/>
                    <a:pt x="2416" y="919"/>
                  </a:cubicBezTo>
                  <a:cubicBezTo>
                    <a:pt x="2416" y="919"/>
                    <a:pt x="2414" y="917"/>
                    <a:pt x="2409" y="910"/>
                  </a:cubicBezTo>
                  <a:cubicBezTo>
                    <a:pt x="2405" y="906"/>
                    <a:pt x="2401" y="905"/>
                    <a:pt x="2395" y="905"/>
                  </a:cubicBezTo>
                  <a:cubicBezTo>
                    <a:pt x="2338" y="905"/>
                    <a:pt x="2204" y="1098"/>
                    <a:pt x="2204" y="1098"/>
                  </a:cubicBezTo>
                  <a:cubicBezTo>
                    <a:pt x="2204" y="1098"/>
                    <a:pt x="2052" y="1089"/>
                    <a:pt x="1847" y="1053"/>
                  </a:cubicBezTo>
                  <a:cubicBezTo>
                    <a:pt x="1788" y="1046"/>
                    <a:pt x="1746" y="1042"/>
                    <a:pt x="1710" y="1042"/>
                  </a:cubicBezTo>
                  <a:cubicBezTo>
                    <a:pt x="1618" y="1042"/>
                    <a:pt x="1577" y="1065"/>
                    <a:pt x="1428" y="1098"/>
                  </a:cubicBezTo>
                  <a:cubicBezTo>
                    <a:pt x="1223" y="1133"/>
                    <a:pt x="1080" y="1231"/>
                    <a:pt x="1080" y="1231"/>
                  </a:cubicBezTo>
                  <a:lnTo>
                    <a:pt x="946" y="1312"/>
                  </a:lnTo>
                  <a:lnTo>
                    <a:pt x="1" y="910"/>
                  </a:lnTo>
                  <a:lnTo>
                    <a:pt x="1" y="910"/>
                  </a:lnTo>
                  <a:cubicBezTo>
                    <a:pt x="99" y="1035"/>
                    <a:pt x="63" y="955"/>
                    <a:pt x="277" y="1240"/>
                  </a:cubicBezTo>
                  <a:cubicBezTo>
                    <a:pt x="527" y="1561"/>
                    <a:pt x="456" y="1633"/>
                    <a:pt x="848" y="1660"/>
                  </a:cubicBezTo>
                  <a:cubicBezTo>
                    <a:pt x="979" y="1669"/>
                    <a:pt x="1093" y="1671"/>
                    <a:pt x="1187" y="1671"/>
                  </a:cubicBezTo>
                  <a:cubicBezTo>
                    <a:pt x="1374" y="1671"/>
                    <a:pt x="1482" y="1660"/>
                    <a:pt x="1482" y="1660"/>
                  </a:cubicBezTo>
                  <a:lnTo>
                    <a:pt x="1954" y="1606"/>
                  </a:lnTo>
                  <a:lnTo>
                    <a:pt x="2204" y="1660"/>
                  </a:lnTo>
                  <a:cubicBezTo>
                    <a:pt x="2204" y="1660"/>
                    <a:pt x="2516" y="1874"/>
                    <a:pt x="2793" y="1918"/>
                  </a:cubicBezTo>
                  <a:cubicBezTo>
                    <a:pt x="2836" y="1927"/>
                    <a:pt x="2865" y="1930"/>
                    <a:pt x="2884" y="1930"/>
                  </a:cubicBezTo>
                  <a:cubicBezTo>
                    <a:pt x="2946" y="1930"/>
                    <a:pt x="2912" y="1898"/>
                    <a:pt x="2923" y="1898"/>
                  </a:cubicBezTo>
                  <a:lnTo>
                    <a:pt x="2923" y="1898"/>
                  </a:lnTo>
                  <a:cubicBezTo>
                    <a:pt x="2931" y="1898"/>
                    <a:pt x="2962" y="1915"/>
                    <a:pt x="3069" y="1972"/>
                  </a:cubicBezTo>
                  <a:cubicBezTo>
                    <a:pt x="3382" y="2123"/>
                    <a:pt x="3569" y="2195"/>
                    <a:pt x="3569" y="2195"/>
                  </a:cubicBezTo>
                  <a:cubicBezTo>
                    <a:pt x="3569" y="2195"/>
                    <a:pt x="4069" y="2248"/>
                    <a:pt x="4318" y="2311"/>
                  </a:cubicBezTo>
                  <a:cubicBezTo>
                    <a:pt x="4577" y="2373"/>
                    <a:pt x="4845" y="2409"/>
                    <a:pt x="4845" y="2409"/>
                  </a:cubicBezTo>
                  <a:lnTo>
                    <a:pt x="5817" y="2570"/>
                  </a:lnTo>
                  <a:lnTo>
                    <a:pt x="5817"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123"/>
            <p:cNvSpPr/>
            <p:nvPr/>
          </p:nvSpPr>
          <p:spPr>
            <a:xfrm>
              <a:off x="8293508" y="1862888"/>
              <a:ext cx="418493" cy="100176"/>
            </a:xfrm>
            <a:custGeom>
              <a:rect b="b" l="l" r="r" t="t"/>
              <a:pathLst>
                <a:path extrusionOk="0" h="2264" w="9458">
                  <a:moveTo>
                    <a:pt x="9457" y="0"/>
                  </a:moveTo>
                  <a:lnTo>
                    <a:pt x="8752" y="482"/>
                  </a:lnTo>
                  <a:cubicBezTo>
                    <a:pt x="8752" y="482"/>
                    <a:pt x="8578" y="656"/>
                    <a:pt x="8511" y="656"/>
                  </a:cubicBezTo>
                  <a:cubicBezTo>
                    <a:pt x="8492" y="656"/>
                    <a:pt x="8481" y="642"/>
                    <a:pt x="8485" y="607"/>
                  </a:cubicBezTo>
                  <a:cubicBezTo>
                    <a:pt x="8491" y="553"/>
                    <a:pt x="8461" y="536"/>
                    <a:pt x="8419" y="536"/>
                  </a:cubicBezTo>
                  <a:cubicBezTo>
                    <a:pt x="8334" y="536"/>
                    <a:pt x="8199" y="607"/>
                    <a:pt x="8199" y="607"/>
                  </a:cubicBezTo>
                  <a:lnTo>
                    <a:pt x="7584" y="1044"/>
                  </a:lnTo>
                  <a:lnTo>
                    <a:pt x="6745" y="1178"/>
                  </a:lnTo>
                  <a:lnTo>
                    <a:pt x="5309" y="1187"/>
                  </a:lnTo>
                  <a:lnTo>
                    <a:pt x="4667" y="1365"/>
                  </a:lnTo>
                  <a:lnTo>
                    <a:pt x="4122" y="1365"/>
                  </a:lnTo>
                  <a:lnTo>
                    <a:pt x="3516" y="1544"/>
                  </a:lnTo>
                  <a:cubicBezTo>
                    <a:pt x="3516" y="1544"/>
                    <a:pt x="3386" y="1520"/>
                    <a:pt x="3192" y="1520"/>
                  </a:cubicBezTo>
                  <a:cubicBezTo>
                    <a:pt x="3031" y="1520"/>
                    <a:pt x="2826" y="1536"/>
                    <a:pt x="2615" y="1597"/>
                  </a:cubicBezTo>
                  <a:cubicBezTo>
                    <a:pt x="2142" y="1740"/>
                    <a:pt x="1714" y="1776"/>
                    <a:pt x="1714" y="1776"/>
                  </a:cubicBezTo>
                  <a:lnTo>
                    <a:pt x="1" y="2150"/>
                  </a:lnTo>
                  <a:lnTo>
                    <a:pt x="170" y="2239"/>
                  </a:lnTo>
                  <a:cubicBezTo>
                    <a:pt x="170" y="2239"/>
                    <a:pt x="262" y="2263"/>
                    <a:pt x="341" y="2263"/>
                  </a:cubicBezTo>
                  <a:cubicBezTo>
                    <a:pt x="380" y="2263"/>
                    <a:pt x="417" y="2257"/>
                    <a:pt x="438" y="2239"/>
                  </a:cubicBezTo>
                  <a:cubicBezTo>
                    <a:pt x="500" y="2186"/>
                    <a:pt x="1098" y="2150"/>
                    <a:pt x="1098" y="2150"/>
                  </a:cubicBezTo>
                  <a:lnTo>
                    <a:pt x="1508" y="2052"/>
                  </a:lnTo>
                  <a:lnTo>
                    <a:pt x="1919" y="1972"/>
                  </a:lnTo>
                  <a:cubicBezTo>
                    <a:pt x="1919" y="1972"/>
                    <a:pt x="2133" y="1918"/>
                    <a:pt x="2258" y="1874"/>
                  </a:cubicBezTo>
                  <a:cubicBezTo>
                    <a:pt x="2315" y="1853"/>
                    <a:pt x="2399" y="1848"/>
                    <a:pt x="2474" y="1848"/>
                  </a:cubicBezTo>
                  <a:cubicBezTo>
                    <a:pt x="2564" y="1848"/>
                    <a:pt x="2641" y="1856"/>
                    <a:pt x="2641" y="1856"/>
                  </a:cubicBezTo>
                  <a:lnTo>
                    <a:pt x="3302" y="1972"/>
                  </a:lnTo>
                  <a:lnTo>
                    <a:pt x="3685" y="1865"/>
                  </a:lnTo>
                  <a:lnTo>
                    <a:pt x="4015" y="1749"/>
                  </a:lnTo>
                  <a:lnTo>
                    <a:pt x="4354" y="1686"/>
                  </a:lnTo>
                  <a:lnTo>
                    <a:pt x="4961" y="1722"/>
                  </a:lnTo>
                  <a:lnTo>
                    <a:pt x="5353" y="1740"/>
                  </a:lnTo>
                  <a:lnTo>
                    <a:pt x="5737" y="1642"/>
                  </a:lnTo>
                  <a:lnTo>
                    <a:pt x="6112" y="1642"/>
                  </a:lnTo>
                  <a:lnTo>
                    <a:pt x="6469" y="1829"/>
                  </a:lnTo>
                  <a:lnTo>
                    <a:pt x="6870" y="1776"/>
                  </a:lnTo>
                  <a:lnTo>
                    <a:pt x="7120" y="1695"/>
                  </a:lnTo>
                  <a:lnTo>
                    <a:pt x="7949" y="1472"/>
                  </a:lnTo>
                  <a:lnTo>
                    <a:pt x="8404" y="1356"/>
                  </a:lnTo>
                  <a:lnTo>
                    <a:pt x="8485" y="1214"/>
                  </a:lnTo>
                  <a:cubicBezTo>
                    <a:pt x="8485" y="1214"/>
                    <a:pt x="8529" y="1169"/>
                    <a:pt x="8485" y="1098"/>
                  </a:cubicBezTo>
                  <a:cubicBezTo>
                    <a:pt x="8449" y="1026"/>
                    <a:pt x="8574" y="973"/>
                    <a:pt x="8690" y="839"/>
                  </a:cubicBezTo>
                  <a:cubicBezTo>
                    <a:pt x="8729" y="794"/>
                    <a:pt x="8756" y="779"/>
                    <a:pt x="8776" y="779"/>
                  </a:cubicBezTo>
                  <a:cubicBezTo>
                    <a:pt x="8816" y="779"/>
                    <a:pt x="8824" y="839"/>
                    <a:pt x="8824" y="839"/>
                  </a:cubicBezTo>
                  <a:cubicBezTo>
                    <a:pt x="8824" y="839"/>
                    <a:pt x="8894" y="853"/>
                    <a:pt x="8981" y="853"/>
                  </a:cubicBezTo>
                  <a:cubicBezTo>
                    <a:pt x="9060" y="853"/>
                    <a:pt x="9152" y="841"/>
                    <a:pt x="9216" y="794"/>
                  </a:cubicBezTo>
                  <a:cubicBezTo>
                    <a:pt x="9350" y="696"/>
                    <a:pt x="9270" y="634"/>
                    <a:pt x="9314" y="384"/>
                  </a:cubicBezTo>
                  <a:cubicBezTo>
                    <a:pt x="9350" y="134"/>
                    <a:pt x="9457" y="0"/>
                    <a:pt x="9457"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56" name="Google Shape;7756;p123"/>
          <p:cNvSpPr/>
          <p:nvPr/>
        </p:nvSpPr>
        <p:spPr>
          <a:xfrm>
            <a:off x="-49407" y="4774363"/>
            <a:ext cx="865511" cy="455470"/>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57" name="Google Shape;7757;p123"/>
          <p:cNvGrpSpPr/>
          <p:nvPr/>
        </p:nvGrpSpPr>
        <p:grpSpPr>
          <a:xfrm>
            <a:off x="-49410" y="4054122"/>
            <a:ext cx="684507" cy="1095699"/>
            <a:chOff x="1352322" y="1338997"/>
            <a:chExt cx="415457" cy="676942"/>
          </a:xfrm>
        </p:grpSpPr>
        <p:sp>
          <p:nvSpPr>
            <p:cNvPr id="7758" name="Google Shape;7758;p123"/>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123"/>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123"/>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123"/>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123"/>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123"/>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123"/>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123"/>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123"/>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123"/>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123"/>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123"/>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123"/>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1" name="Google Shape;7771;p123"/>
          <p:cNvGrpSpPr/>
          <p:nvPr/>
        </p:nvGrpSpPr>
        <p:grpSpPr>
          <a:xfrm flipH="1">
            <a:off x="441417" y="4660901"/>
            <a:ext cx="619351" cy="452825"/>
            <a:chOff x="6123718" y="525411"/>
            <a:chExt cx="1395563" cy="1024955"/>
          </a:xfrm>
        </p:grpSpPr>
        <p:grpSp>
          <p:nvGrpSpPr>
            <p:cNvPr id="7772" name="Google Shape;7772;p123"/>
            <p:cNvGrpSpPr/>
            <p:nvPr/>
          </p:nvGrpSpPr>
          <p:grpSpPr>
            <a:xfrm flipH="1">
              <a:off x="6123718" y="525411"/>
              <a:ext cx="1395563" cy="1024955"/>
              <a:chOff x="1696430" y="1591394"/>
              <a:chExt cx="279683" cy="208092"/>
            </a:xfrm>
          </p:grpSpPr>
          <p:sp>
            <p:nvSpPr>
              <p:cNvPr id="7773" name="Google Shape;7773;p123"/>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123"/>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123"/>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123"/>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123"/>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123"/>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123"/>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123"/>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123"/>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123"/>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123"/>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4" name="Google Shape;7784;p123"/>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5" name="Google Shape;7785;p123"/>
          <p:cNvSpPr/>
          <p:nvPr/>
        </p:nvSpPr>
        <p:spPr>
          <a:xfrm flipH="1">
            <a:off x="-80978" y="381194"/>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123"/>
          <p:cNvSpPr/>
          <p:nvPr/>
        </p:nvSpPr>
        <p:spPr>
          <a:xfrm flipH="1">
            <a:off x="8424079" y="131829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123"/>
          <p:cNvSpPr/>
          <p:nvPr/>
        </p:nvSpPr>
        <p:spPr>
          <a:xfrm flipH="1">
            <a:off x="-175421" y="153847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123"/>
          <p:cNvSpPr txBox="1"/>
          <p:nvPr>
            <p:ph type="title"/>
          </p:nvPr>
        </p:nvSpPr>
        <p:spPr>
          <a:xfrm>
            <a:off x="720075"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7789" name="Google Shape;7789;p123"/>
          <p:cNvSpPr txBox="1"/>
          <p:nvPr>
            <p:ph idx="2" type="title"/>
          </p:nvPr>
        </p:nvSpPr>
        <p:spPr>
          <a:xfrm>
            <a:off x="937700" y="1664250"/>
            <a:ext cx="2175300" cy="5277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7790" name="Google Shape;7790;p123"/>
          <p:cNvSpPr txBox="1"/>
          <p:nvPr>
            <p:ph idx="1" type="subTitle"/>
          </p:nvPr>
        </p:nvSpPr>
        <p:spPr>
          <a:xfrm>
            <a:off x="937700" y="2191950"/>
            <a:ext cx="2175300" cy="783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7791" name="Google Shape;7791;p123"/>
          <p:cNvSpPr txBox="1"/>
          <p:nvPr>
            <p:ph idx="3" type="title"/>
          </p:nvPr>
        </p:nvSpPr>
        <p:spPr>
          <a:xfrm>
            <a:off x="3484419" y="1664250"/>
            <a:ext cx="2175300" cy="5277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7792" name="Google Shape;7792;p123"/>
          <p:cNvSpPr txBox="1"/>
          <p:nvPr>
            <p:ph idx="4" type="subTitle"/>
          </p:nvPr>
        </p:nvSpPr>
        <p:spPr>
          <a:xfrm>
            <a:off x="3484422" y="2191950"/>
            <a:ext cx="2175300" cy="783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7793" name="Google Shape;7793;p123"/>
          <p:cNvSpPr txBox="1"/>
          <p:nvPr>
            <p:ph idx="5" type="title"/>
          </p:nvPr>
        </p:nvSpPr>
        <p:spPr>
          <a:xfrm>
            <a:off x="6031146" y="1664250"/>
            <a:ext cx="2175300" cy="5277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7794" name="Google Shape;7794;p123"/>
          <p:cNvSpPr txBox="1"/>
          <p:nvPr>
            <p:ph idx="6" type="subTitle"/>
          </p:nvPr>
        </p:nvSpPr>
        <p:spPr>
          <a:xfrm>
            <a:off x="6031150" y="2191950"/>
            <a:ext cx="2175300" cy="783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1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6_2_1">
    <p:spTree>
      <p:nvGrpSpPr>
        <p:cNvPr id="7795" name="Shape 7795"/>
        <p:cNvGrpSpPr/>
        <p:nvPr/>
      </p:nvGrpSpPr>
      <p:grpSpPr>
        <a:xfrm>
          <a:off x="0" y="0"/>
          <a:ext cx="0" cy="0"/>
          <a:chOff x="0" y="0"/>
          <a:chExt cx="0" cy="0"/>
        </a:xfrm>
      </p:grpSpPr>
      <p:sp>
        <p:nvSpPr>
          <p:cNvPr id="7796" name="Google Shape;7796;p124"/>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124"/>
          <p:cNvSpPr/>
          <p:nvPr/>
        </p:nvSpPr>
        <p:spPr>
          <a:xfrm flipH="1" rot="-238332">
            <a:off x="6971149" y="4242317"/>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124"/>
          <p:cNvSpPr/>
          <p:nvPr/>
        </p:nvSpPr>
        <p:spPr>
          <a:xfrm>
            <a:off x="4" y="4864136"/>
            <a:ext cx="1665423" cy="78539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124"/>
          <p:cNvSpPr/>
          <p:nvPr/>
        </p:nvSpPr>
        <p:spPr>
          <a:xfrm>
            <a:off x="96226" y="4775056"/>
            <a:ext cx="1043455" cy="549114"/>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00" name="Google Shape;7800;p124"/>
          <p:cNvGrpSpPr/>
          <p:nvPr/>
        </p:nvGrpSpPr>
        <p:grpSpPr>
          <a:xfrm>
            <a:off x="-114735" y="3498258"/>
            <a:ext cx="1159291" cy="1855702"/>
            <a:chOff x="1352322" y="1338997"/>
            <a:chExt cx="415457" cy="676942"/>
          </a:xfrm>
        </p:grpSpPr>
        <p:sp>
          <p:nvSpPr>
            <p:cNvPr id="7801" name="Google Shape;7801;p124"/>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124"/>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124"/>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124"/>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124"/>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124"/>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124"/>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124"/>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124"/>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124"/>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124"/>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124"/>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124"/>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4" name="Google Shape;7814;p124"/>
          <p:cNvGrpSpPr/>
          <p:nvPr/>
        </p:nvGrpSpPr>
        <p:grpSpPr>
          <a:xfrm flipH="1">
            <a:off x="939877" y="4497343"/>
            <a:ext cx="746626" cy="545891"/>
            <a:chOff x="6123718" y="525411"/>
            <a:chExt cx="1395563" cy="1024955"/>
          </a:xfrm>
        </p:grpSpPr>
        <p:grpSp>
          <p:nvGrpSpPr>
            <p:cNvPr id="7815" name="Google Shape;7815;p124"/>
            <p:cNvGrpSpPr/>
            <p:nvPr/>
          </p:nvGrpSpPr>
          <p:grpSpPr>
            <a:xfrm flipH="1">
              <a:off x="6123718" y="525411"/>
              <a:ext cx="1395563" cy="1024955"/>
              <a:chOff x="1696430" y="1591394"/>
              <a:chExt cx="279683" cy="208092"/>
            </a:xfrm>
          </p:grpSpPr>
          <p:sp>
            <p:nvSpPr>
              <p:cNvPr id="7816" name="Google Shape;7816;p124"/>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124"/>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124"/>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124"/>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124"/>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124"/>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124"/>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124"/>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124"/>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124"/>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124"/>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27" name="Google Shape;7827;p124"/>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8" name="Google Shape;7828;p124"/>
          <p:cNvGrpSpPr/>
          <p:nvPr/>
        </p:nvGrpSpPr>
        <p:grpSpPr>
          <a:xfrm flipH="1">
            <a:off x="6989366" y="3989002"/>
            <a:ext cx="2154611" cy="785401"/>
            <a:chOff x="3363545" y="1399908"/>
            <a:chExt cx="240164" cy="87537"/>
          </a:xfrm>
        </p:grpSpPr>
        <p:sp>
          <p:nvSpPr>
            <p:cNvPr id="7829" name="Google Shape;7829;p124"/>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124"/>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124"/>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124"/>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124"/>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34" name="Google Shape;7834;p124"/>
          <p:cNvSpPr txBox="1"/>
          <p:nvPr>
            <p:ph type="title"/>
          </p:nvPr>
        </p:nvSpPr>
        <p:spPr>
          <a:xfrm>
            <a:off x="720075"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7835" name="Google Shape;7835;p124"/>
          <p:cNvSpPr txBox="1"/>
          <p:nvPr>
            <p:ph idx="2" type="title"/>
          </p:nvPr>
        </p:nvSpPr>
        <p:spPr>
          <a:xfrm>
            <a:off x="937700" y="3018875"/>
            <a:ext cx="2175300" cy="5277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7836" name="Google Shape;7836;p124"/>
          <p:cNvSpPr txBox="1"/>
          <p:nvPr>
            <p:ph idx="1" type="subTitle"/>
          </p:nvPr>
        </p:nvSpPr>
        <p:spPr>
          <a:xfrm>
            <a:off x="937700" y="3546575"/>
            <a:ext cx="2175300" cy="783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7837" name="Google Shape;7837;p124"/>
          <p:cNvSpPr txBox="1"/>
          <p:nvPr>
            <p:ph idx="3" type="title"/>
          </p:nvPr>
        </p:nvSpPr>
        <p:spPr>
          <a:xfrm>
            <a:off x="6031146" y="3018875"/>
            <a:ext cx="2175300" cy="5277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7838" name="Google Shape;7838;p124"/>
          <p:cNvSpPr txBox="1"/>
          <p:nvPr>
            <p:ph idx="4" type="subTitle"/>
          </p:nvPr>
        </p:nvSpPr>
        <p:spPr>
          <a:xfrm>
            <a:off x="6031150" y="3546575"/>
            <a:ext cx="2175300" cy="783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1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6_1">
    <p:spTree>
      <p:nvGrpSpPr>
        <p:cNvPr id="7839" name="Shape 7839"/>
        <p:cNvGrpSpPr/>
        <p:nvPr/>
      </p:nvGrpSpPr>
      <p:grpSpPr>
        <a:xfrm>
          <a:off x="0" y="0"/>
          <a:ext cx="0" cy="0"/>
          <a:chOff x="0" y="0"/>
          <a:chExt cx="0" cy="0"/>
        </a:xfrm>
      </p:grpSpPr>
      <p:sp>
        <p:nvSpPr>
          <p:cNvPr id="7840" name="Google Shape;7840;p125"/>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125"/>
          <p:cNvSpPr/>
          <p:nvPr/>
        </p:nvSpPr>
        <p:spPr>
          <a:xfrm>
            <a:off x="-294671" y="4901161"/>
            <a:ext cx="1665423" cy="78539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125"/>
          <p:cNvSpPr/>
          <p:nvPr/>
        </p:nvSpPr>
        <p:spPr>
          <a:xfrm>
            <a:off x="96226" y="4775056"/>
            <a:ext cx="1043455" cy="549114"/>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3" name="Google Shape;7843;p125"/>
          <p:cNvGrpSpPr/>
          <p:nvPr/>
        </p:nvGrpSpPr>
        <p:grpSpPr>
          <a:xfrm>
            <a:off x="-114732" y="3692004"/>
            <a:ext cx="1038268" cy="1662029"/>
            <a:chOff x="1352322" y="1338997"/>
            <a:chExt cx="415457" cy="676942"/>
          </a:xfrm>
        </p:grpSpPr>
        <p:sp>
          <p:nvSpPr>
            <p:cNvPr id="7844" name="Google Shape;7844;p125"/>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125"/>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125"/>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125"/>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125"/>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125"/>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125"/>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125"/>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125"/>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125"/>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125"/>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125"/>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125"/>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7" name="Google Shape;7857;p125"/>
          <p:cNvGrpSpPr/>
          <p:nvPr/>
        </p:nvGrpSpPr>
        <p:grpSpPr>
          <a:xfrm flipH="1">
            <a:off x="713096" y="4680107"/>
            <a:ext cx="540920" cy="395428"/>
            <a:chOff x="6123718" y="525411"/>
            <a:chExt cx="1395563" cy="1024955"/>
          </a:xfrm>
        </p:grpSpPr>
        <p:grpSp>
          <p:nvGrpSpPr>
            <p:cNvPr id="7858" name="Google Shape;7858;p125"/>
            <p:cNvGrpSpPr/>
            <p:nvPr/>
          </p:nvGrpSpPr>
          <p:grpSpPr>
            <a:xfrm flipH="1">
              <a:off x="6123718" y="525411"/>
              <a:ext cx="1395563" cy="1024955"/>
              <a:chOff x="1696430" y="1591394"/>
              <a:chExt cx="279683" cy="208092"/>
            </a:xfrm>
          </p:grpSpPr>
          <p:sp>
            <p:nvSpPr>
              <p:cNvPr id="7859" name="Google Shape;7859;p125"/>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125"/>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125"/>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125"/>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125"/>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125"/>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125"/>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125"/>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125"/>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125"/>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125"/>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70" name="Google Shape;7870;p125"/>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1" name="Google Shape;7871;p125"/>
          <p:cNvGrpSpPr/>
          <p:nvPr/>
        </p:nvGrpSpPr>
        <p:grpSpPr>
          <a:xfrm>
            <a:off x="8303848" y="3734044"/>
            <a:ext cx="1176845" cy="1035418"/>
            <a:chOff x="3650956" y="1757963"/>
            <a:chExt cx="258943" cy="227815"/>
          </a:xfrm>
        </p:grpSpPr>
        <p:sp>
          <p:nvSpPr>
            <p:cNvPr id="7872" name="Google Shape;7872;p125"/>
            <p:cNvSpPr/>
            <p:nvPr/>
          </p:nvSpPr>
          <p:spPr>
            <a:xfrm>
              <a:off x="3650956" y="1757963"/>
              <a:ext cx="258943" cy="227815"/>
            </a:xfrm>
            <a:custGeom>
              <a:rect b="b" l="l" r="r" t="t"/>
              <a:pathLst>
                <a:path extrusionOk="0" h="6272" w="7129">
                  <a:moveTo>
                    <a:pt x="5416" y="0"/>
                  </a:moveTo>
                  <a:lnTo>
                    <a:pt x="3828" y="411"/>
                  </a:lnTo>
                  <a:lnTo>
                    <a:pt x="3337" y="1499"/>
                  </a:lnTo>
                  <a:lnTo>
                    <a:pt x="2320" y="1945"/>
                  </a:lnTo>
                  <a:lnTo>
                    <a:pt x="1642" y="3016"/>
                  </a:lnTo>
                  <a:lnTo>
                    <a:pt x="1535" y="4095"/>
                  </a:lnTo>
                  <a:lnTo>
                    <a:pt x="1018" y="5219"/>
                  </a:lnTo>
                  <a:lnTo>
                    <a:pt x="1" y="6272"/>
                  </a:lnTo>
                  <a:lnTo>
                    <a:pt x="3846" y="6272"/>
                  </a:lnTo>
                  <a:lnTo>
                    <a:pt x="3417" y="5255"/>
                  </a:lnTo>
                  <a:lnTo>
                    <a:pt x="3623" y="4461"/>
                  </a:lnTo>
                  <a:lnTo>
                    <a:pt x="4390" y="3408"/>
                  </a:lnTo>
                  <a:lnTo>
                    <a:pt x="4898" y="3533"/>
                  </a:lnTo>
                  <a:lnTo>
                    <a:pt x="5327" y="4505"/>
                  </a:lnTo>
                  <a:lnTo>
                    <a:pt x="5077" y="5522"/>
                  </a:lnTo>
                  <a:lnTo>
                    <a:pt x="5228" y="6272"/>
                  </a:lnTo>
                  <a:lnTo>
                    <a:pt x="7129" y="6272"/>
                  </a:lnTo>
                  <a:lnTo>
                    <a:pt x="6745" y="5174"/>
                  </a:lnTo>
                  <a:lnTo>
                    <a:pt x="7066" y="4211"/>
                  </a:lnTo>
                  <a:lnTo>
                    <a:pt x="6593" y="2837"/>
                  </a:lnTo>
                  <a:lnTo>
                    <a:pt x="6308" y="1196"/>
                  </a:lnTo>
                  <a:lnTo>
                    <a:pt x="54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125"/>
            <p:cNvSpPr/>
            <p:nvPr/>
          </p:nvSpPr>
          <p:spPr>
            <a:xfrm>
              <a:off x="3710595" y="1757963"/>
              <a:ext cx="169481" cy="109549"/>
            </a:xfrm>
            <a:custGeom>
              <a:rect b="b" l="l" r="r" t="t"/>
              <a:pathLst>
                <a:path extrusionOk="0" h="3016" w="4666">
                  <a:moveTo>
                    <a:pt x="3774" y="0"/>
                  </a:moveTo>
                  <a:lnTo>
                    <a:pt x="2186" y="411"/>
                  </a:lnTo>
                  <a:lnTo>
                    <a:pt x="1695" y="1499"/>
                  </a:lnTo>
                  <a:lnTo>
                    <a:pt x="678" y="1945"/>
                  </a:lnTo>
                  <a:lnTo>
                    <a:pt x="0" y="3016"/>
                  </a:lnTo>
                  <a:lnTo>
                    <a:pt x="0" y="3016"/>
                  </a:lnTo>
                  <a:lnTo>
                    <a:pt x="794" y="2346"/>
                  </a:lnTo>
                  <a:lnTo>
                    <a:pt x="1401" y="2257"/>
                  </a:lnTo>
                  <a:lnTo>
                    <a:pt x="1918" y="2552"/>
                  </a:lnTo>
                  <a:lnTo>
                    <a:pt x="1570" y="1927"/>
                  </a:lnTo>
                  <a:lnTo>
                    <a:pt x="2186" y="2061"/>
                  </a:lnTo>
                  <a:lnTo>
                    <a:pt x="2025" y="1579"/>
                  </a:lnTo>
                  <a:lnTo>
                    <a:pt x="2560" y="866"/>
                  </a:lnTo>
                  <a:lnTo>
                    <a:pt x="3649" y="803"/>
                  </a:lnTo>
                  <a:lnTo>
                    <a:pt x="4666" y="1196"/>
                  </a:lnTo>
                  <a:lnTo>
                    <a:pt x="3774"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125"/>
            <p:cNvSpPr/>
            <p:nvPr/>
          </p:nvSpPr>
          <p:spPr>
            <a:xfrm>
              <a:off x="3768600" y="1867472"/>
              <a:ext cx="141295" cy="118302"/>
            </a:xfrm>
            <a:custGeom>
              <a:rect b="b" l="l" r="r" t="t"/>
              <a:pathLst>
                <a:path extrusionOk="0" h="3257" w="3890">
                  <a:moveTo>
                    <a:pt x="1534" y="1"/>
                  </a:moveTo>
                  <a:lnTo>
                    <a:pt x="856" y="116"/>
                  </a:lnTo>
                  <a:lnTo>
                    <a:pt x="259" y="1196"/>
                  </a:lnTo>
                  <a:lnTo>
                    <a:pt x="71" y="447"/>
                  </a:lnTo>
                  <a:lnTo>
                    <a:pt x="0" y="1767"/>
                  </a:lnTo>
                  <a:lnTo>
                    <a:pt x="178" y="2240"/>
                  </a:lnTo>
                  <a:lnTo>
                    <a:pt x="384" y="1446"/>
                  </a:lnTo>
                  <a:lnTo>
                    <a:pt x="1151" y="393"/>
                  </a:lnTo>
                  <a:lnTo>
                    <a:pt x="1659" y="518"/>
                  </a:lnTo>
                  <a:lnTo>
                    <a:pt x="2088" y="1490"/>
                  </a:lnTo>
                  <a:lnTo>
                    <a:pt x="1838" y="2507"/>
                  </a:lnTo>
                  <a:lnTo>
                    <a:pt x="1989" y="3257"/>
                  </a:lnTo>
                  <a:lnTo>
                    <a:pt x="3890" y="3257"/>
                  </a:lnTo>
                  <a:lnTo>
                    <a:pt x="3506" y="2159"/>
                  </a:lnTo>
                  <a:lnTo>
                    <a:pt x="3488" y="3087"/>
                  </a:lnTo>
                  <a:lnTo>
                    <a:pt x="2935" y="2820"/>
                  </a:lnTo>
                  <a:lnTo>
                    <a:pt x="2882" y="1767"/>
                  </a:lnTo>
                  <a:lnTo>
                    <a:pt x="2614" y="2820"/>
                  </a:lnTo>
                  <a:lnTo>
                    <a:pt x="2177" y="2382"/>
                  </a:lnTo>
                  <a:lnTo>
                    <a:pt x="2543" y="973"/>
                  </a:lnTo>
                  <a:lnTo>
                    <a:pt x="1534"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125"/>
            <p:cNvSpPr/>
            <p:nvPr/>
          </p:nvSpPr>
          <p:spPr>
            <a:xfrm>
              <a:off x="3722908" y="1895331"/>
              <a:ext cx="23682" cy="90443"/>
            </a:xfrm>
            <a:custGeom>
              <a:rect b="b" l="l" r="r" t="t"/>
              <a:pathLst>
                <a:path extrusionOk="0" h="2490" w="652">
                  <a:moveTo>
                    <a:pt x="179" y="1"/>
                  </a:moveTo>
                  <a:lnTo>
                    <a:pt x="286" y="1856"/>
                  </a:lnTo>
                  <a:lnTo>
                    <a:pt x="0" y="2490"/>
                  </a:lnTo>
                  <a:lnTo>
                    <a:pt x="651" y="2490"/>
                  </a:lnTo>
                  <a:lnTo>
                    <a:pt x="598" y="1910"/>
                  </a:lnTo>
                  <a:lnTo>
                    <a:pt x="598" y="1348"/>
                  </a:lnTo>
                  <a:lnTo>
                    <a:pt x="179"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125"/>
            <p:cNvSpPr/>
            <p:nvPr/>
          </p:nvSpPr>
          <p:spPr>
            <a:xfrm>
              <a:off x="3650956" y="1906663"/>
              <a:ext cx="57390" cy="79110"/>
            </a:xfrm>
            <a:custGeom>
              <a:rect b="b" l="l" r="r" t="t"/>
              <a:pathLst>
                <a:path extrusionOk="0" h="2178" w="1580">
                  <a:moveTo>
                    <a:pt x="1535" y="1"/>
                  </a:moveTo>
                  <a:lnTo>
                    <a:pt x="1018" y="1125"/>
                  </a:lnTo>
                  <a:lnTo>
                    <a:pt x="1" y="2178"/>
                  </a:lnTo>
                  <a:lnTo>
                    <a:pt x="1250" y="2178"/>
                  </a:lnTo>
                  <a:lnTo>
                    <a:pt x="795" y="1839"/>
                  </a:lnTo>
                  <a:lnTo>
                    <a:pt x="1428" y="1303"/>
                  </a:lnTo>
                  <a:lnTo>
                    <a:pt x="1580" y="643"/>
                  </a:lnTo>
                  <a:lnTo>
                    <a:pt x="153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125"/>
            <p:cNvSpPr/>
            <p:nvPr/>
          </p:nvSpPr>
          <p:spPr>
            <a:xfrm>
              <a:off x="3857370" y="1801367"/>
              <a:ext cx="50270" cy="109549"/>
            </a:xfrm>
            <a:custGeom>
              <a:rect b="b" l="l" r="r" t="t"/>
              <a:pathLst>
                <a:path extrusionOk="0" h="3016" w="1384">
                  <a:moveTo>
                    <a:pt x="625" y="1"/>
                  </a:moveTo>
                  <a:lnTo>
                    <a:pt x="580" y="1357"/>
                  </a:lnTo>
                  <a:lnTo>
                    <a:pt x="0" y="402"/>
                  </a:lnTo>
                  <a:lnTo>
                    <a:pt x="411" y="1874"/>
                  </a:lnTo>
                  <a:lnTo>
                    <a:pt x="1383" y="3016"/>
                  </a:lnTo>
                  <a:lnTo>
                    <a:pt x="910" y="1642"/>
                  </a:lnTo>
                  <a:lnTo>
                    <a:pt x="62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78" name="Google Shape;7878;p125"/>
          <p:cNvSpPr/>
          <p:nvPr/>
        </p:nvSpPr>
        <p:spPr>
          <a:xfrm rot="557657">
            <a:off x="8216558" y="4705705"/>
            <a:ext cx="1351433" cy="380974"/>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125"/>
          <p:cNvSpPr/>
          <p:nvPr/>
        </p:nvSpPr>
        <p:spPr>
          <a:xfrm flipH="1">
            <a:off x="7642147" y="70838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125"/>
          <p:cNvSpPr/>
          <p:nvPr/>
        </p:nvSpPr>
        <p:spPr>
          <a:xfrm flipH="1">
            <a:off x="-168596" y="2487257"/>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125"/>
          <p:cNvSpPr/>
          <p:nvPr/>
        </p:nvSpPr>
        <p:spPr>
          <a:xfrm flipH="1">
            <a:off x="8447941" y="2191232"/>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125"/>
          <p:cNvSpPr txBox="1"/>
          <p:nvPr>
            <p:ph type="title"/>
          </p:nvPr>
        </p:nvSpPr>
        <p:spPr>
          <a:xfrm>
            <a:off x="720075"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7883" name="Google Shape;7883;p125"/>
          <p:cNvSpPr txBox="1"/>
          <p:nvPr>
            <p:ph idx="2" type="title"/>
          </p:nvPr>
        </p:nvSpPr>
        <p:spPr>
          <a:xfrm>
            <a:off x="937700" y="3384150"/>
            <a:ext cx="21753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7884" name="Google Shape;7884;p125"/>
          <p:cNvSpPr txBox="1"/>
          <p:nvPr>
            <p:ph idx="1" type="subTitle"/>
          </p:nvPr>
        </p:nvSpPr>
        <p:spPr>
          <a:xfrm>
            <a:off x="937700" y="3740100"/>
            <a:ext cx="21753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7885" name="Google Shape;7885;p125"/>
          <p:cNvSpPr txBox="1"/>
          <p:nvPr>
            <p:ph idx="3" type="title"/>
          </p:nvPr>
        </p:nvSpPr>
        <p:spPr>
          <a:xfrm>
            <a:off x="3484421" y="3384150"/>
            <a:ext cx="21753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7886" name="Google Shape;7886;p125"/>
          <p:cNvSpPr txBox="1"/>
          <p:nvPr>
            <p:ph idx="4" type="subTitle"/>
          </p:nvPr>
        </p:nvSpPr>
        <p:spPr>
          <a:xfrm>
            <a:off x="3484421" y="3740100"/>
            <a:ext cx="21753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7887" name="Google Shape;7887;p125"/>
          <p:cNvSpPr txBox="1"/>
          <p:nvPr>
            <p:ph idx="5" type="title"/>
          </p:nvPr>
        </p:nvSpPr>
        <p:spPr>
          <a:xfrm>
            <a:off x="6031149" y="3384150"/>
            <a:ext cx="21753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7888" name="Google Shape;7888;p125"/>
          <p:cNvSpPr txBox="1"/>
          <p:nvPr>
            <p:ph idx="6" type="subTitle"/>
          </p:nvPr>
        </p:nvSpPr>
        <p:spPr>
          <a:xfrm>
            <a:off x="6031148" y="3740100"/>
            <a:ext cx="21753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7889" name="Google Shape;7889;p125"/>
          <p:cNvSpPr txBox="1"/>
          <p:nvPr>
            <p:ph hasCustomPrompt="1" idx="7" type="title"/>
          </p:nvPr>
        </p:nvSpPr>
        <p:spPr>
          <a:xfrm>
            <a:off x="1502000" y="1845783"/>
            <a:ext cx="1046700" cy="4416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2400"/>
            </a:lvl1pPr>
            <a:lvl2pPr lvl="1" algn="ctr">
              <a:spcBef>
                <a:spcPts val="0"/>
              </a:spcBef>
              <a:spcAft>
                <a:spcPts val="0"/>
              </a:spcAft>
              <a:buSzPts val="4800"/>
              <a:buNone/>
              <a:defRPr sz="4800"/>
            </a:lvl2pPr>
            <a:lvl3pPr lvl="2" algn="ctr">
              <a:spcBef>
                <a:spcPts val="0"/>
              </a:spcBef>
              <a:spcAft>
                <a:spcPts val="0"/>
              </a:spcAft>
              <a:buSzPts val="4800"/>
              <a:buNone/>
              <a:defRPr sz="4800"/>
            </a:lvl3pPr>
            <a:lvl4pPr lvl="3" algn="ctr">
              <a:spcBef>
                <a:spcPts val="0"/>
              </a:spcBef>
              <a:spcAft>
                <a:spcPts val="0"/>
              </a:spcAft>
              <a:buSzPts val="4800"/>
              <a:buNone/>
              <a:defRPr sz="4800"/>
            </a:lvl4pPr>
            <a:lvl5pPr lvl="4" algn="ctr">
              <a:spcBef>
                <a:spcPts val="0"/>
              </a:spcBef>
              <a:spcAft>
                <a:spcPts val="0"/>
              </a:spcAft>
              <a:buSzPts val="4800"/>
              <a:buNone/>
              <a:defRPr sz="4800"/>
            </a:lvl5pPr>
            <a:lvl6pPr lvl="5" algn="ctr">
              <a:spcBef>
                <a:spcPts val="0"/>
              </a:spcBef>
              <a:spcAft>
                <a:spcPts val="0"/>
              </a:spcAft>
              <a:buSzPts val="4800"/>
              <a:buNone/>
              <a:defRPr sz="4800"/>
            </a:lvl6pPr>
            <a:lvl7pPr lvl="6" algn="ctr">
              <a:spcBef>
                <a:spcPts val="0"/>
              </a:spcBef>
              <a:spcAft>
                <a:spcPts val="0"/>
              </a:spcAft>
              <a:buSzPts val="4800"/>
              <a:buNone/>
              <a:defRPr sz="4800"/>
            </a:lvl7pPr>
            <a:lvl8pPr lvl="7" algn="ctr">
              <a:spcBef>
                <a:spcPts val="0"/>
              </a:spcBef>
              <a:spcAft>
                <a:spcPts val="0"/>
              </a:spcAft>
              <a:buSzPts val="4800"/>
              <a:buNone/>
              <a:defRPr sz="4800"/>
            </a:lvl8pPr>
            <a:lvl9pPr lvl="8" algn="ctr">
              <a:spcBef>
                <a:spcPts val="0"/>
              </a:spcBef>
              <a:spcAft>
                <a:spcPts val="0"/>
              </a:spcAft>
              <a:buSzPts val="4800"/>
              <a:buNone/>
              <a:defRPr sz="4800"/>
            </a:lvl9pPr>
          </a:lstStyle>
          <a:p>
            <a:r>
              <a:t>xx%</a:t>
            </a:r>
          </a:p>
        </p:txBody>
      </p:sp>
      <p:sp>
        <p:nvSpPr>
          <p:cNvPr id="7890" name="Google Shape;7890;p125"/>
          <p:cNvSpPr txBox="1"/>
          <p:nvPr>
            <p:ph hasCustomPrompt="1" idx="8" type="title"/>
          </p:nvPr>
        </p:nvSpPr>
        <p:spPr>
          <a:xfrm>
            <a:off x="4048721" y="1845858"/>
            <a:ext cx="1046700" cy="4416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2400"/>
            </a:lvl1pPr>
            <a:lvl2pPr lvl="1" algn="ctr">
              <a:spcBef>
                <a:spcPts val="0"/>
              </a:spcBef>
              <a:spcAft>
                <a:spcPts val="0"/>
              </a:spcAft>
              <a:buSzPts val="4800"/>
              <a:buNone/>
              <a:defRPr sz="4800"/>
            </a:lvl2pPr>
            <a:lvl3pPr lvl="2" algn="ctr">
              <a:spcBef>
                <a:spcPts val="0"/>
              </a:spcBef>
              <a:spcAft>
                <a:spcPts val="0"/>
              </a:spcAft>
              <a:buSzPts val="4800"/>
              <a:buNone/>
              <a:defRPr sz="4800"/>
            </a:lvl3pPr>
            <a:lvl4pPr lvl="3" algn="ctr">
              <a:spcBef>
                <a:spcPts val="0"/>
              </a:spcBef>
              <a:spcAft>
                <a:spcPts val="0"/>
              </a:spcAft>
              <a:buSzPts val="4800"/>
              <a:buNone/>
              <a:defRPr sz="4800"/>
            </a:lvl4pPr>
            <a:lvl5pPr lvl="4" algn="ctr">
              <a:spcBef>
                <a:spcPts val="0"/>
              </a:spcBef>
              <a:spcAft>
                <a:spcPts val="0"/>
              </a:spcAft>
              <a:buSzPts val="4800"/>
              <a:buNone/>
              <a:defRPr sz="4800"/>
            </a:lvl5pPr>
            <a:lvl6pPr lvl="5" algn="ctr">
              <a:spcBef>
                <a:spcPts val="0"/>
              </a:spcBef>
              <a:spcAft>
                <a:spcPts val="0"/>
              </a:spcAft>
              <a:buSzPts val="4800"/>
              <a:buNone/>
              <a:defRPr sz="4800"/>
            </a:lvl6pPr>
            <a:lvl7pPr lvl="6" algn="ctr">
              <a:spcBef>
                <a:spcPts val="0"/>
              </a:spcBef>
              <a:spcAft>
                <a:spcPts val="0"/>
              </a:spcAft>
              <a:buSzPts val="4800"/>
              <a:buNone/>
              <a:defRPr sz="4800"/>
            </a:lvl7pPr>
            <a:lvl8pPr lvl="7" algn="ctr">
              <a:spcBef>
                <a:spcPts val="0"/>
              </a:spcBef>
              <a:spcAft>
                <a:spcPts val="0"/>
              </a:spcAft>
              <a:buSzPts val="4800"/>
              <a:buNone/>
              <a:defRPr sz="4800"/>
            </a:lvl8pPr>
            <a:lvl9pPr lvl="8" algn="ctr">
              <a:spcBef>
                <a:spcPts val="0"/>
              </a:spcBef>
              <a:spcAft>
                <a:spcPts val="0"/>
              </a:spcAft>
              <a:buSzPts val="4800"/>
              <a:buNone/>
              <a:defRPr sz="4800"/>
            </a:lvl9pPr>
          </a:lstStyle>
          <a:p>
            <a:r>
              <a:t>xx%</a:t>
            </a:r>
          </a:p>
        </p:txBody>
      </p:sp>
      <p:sp>
        <p:nvSpPr>
          <p:cNvPr id="7891" name="Google Shape;7891;p125"/>
          <p:cNvSpPr txBox="1"/>
          <p:nvPr>
            <p:ph hasCustomPrompt="1" idx="9" type="title"/>
          </p:nvPr>
        </p:nvSpPr>
        <p:spPr>
          <a:xfrm>
            <a:off x="6595448" y="1845858"/>
            <a:ext cx="1046700" cy="4416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2400"/>
            </a:lvl1pPr>
            <a:lvl2pPr lvl="1" algn="ctr">
              <a:spcBef>
                <a:spcPts val="0"/>
              </a:spcBef>
              <a:spcAft>
                <a:spcPts val="0"/>
              </a:spcAft>
              <a:buSzPts val="4800"/>
              <a:buNone/>
              <a:defRPr sz="4800"/>
            </a:lvl2pPr>
            <a:lvl3pPr lvl="2" algn="ctr">
              <a:spcBef>
                <a:spcPts val="0"/>
              </a:spcBef>
              <a:spcAft>
                <a:spcPts val="0"/>
              </a:spcAft>
              <a:buSzPts val="4800"/>
              <a:buNone/>
              <a:defRPr sz="4800"/>
            </a:lvl3pPr>
            <a:lvl4pPr lvl="3" algn="ctr">
              <a:spcBef>
                <a:spcPts val="0"/>
              </a:spcBef>
              <a:spcAft>
                <a:spcPts val="0"/>
              </a:spcAft>
              <a:buSzPts val="4800"/>
              <a:buNone/>
              <a:defRPr sz="4800"/>
            </a:lvl4pPr>
            <a:lvl5pPr lvl="4" algn="ctr">
              <a:spcBef>
                <a:spcPts val="0"/>
              </a:spcBef>
              <a:spcAft>
                <a:spcPts val="0"/>
              </a:spcAft>
              <a:buSzPts val="4800"/>
              <a:buNone/>
              <a:defRPr sz="4800"/>
            </a:lvl5pPr>
            <a:lvl6pPr lvl="5" algn="ctr">
              <a:spcBef>
                <a:spcPts val="0"/>
              </a:spcBef>
              <a:spcAft>
                <a:spcPts val="0"/>
              </a:spcAft>
              <a:buSzPts val="4800"/>
              <a:buNone/>
              <a:defRPr sz="4800"/>
            </a:lvl6pPr>
            <a:lvl7pPr lvl="6" algn="ctr">
              <a:spcBef>
                <a:spcPts val="0"/>
              </a:spcBef>
              <a:spcAft>
                <a:spcPts val="0"/>
              </a:spcAft>
              <a:buSzPts val="4800"/>
              <a:buNone/>
              <a:defRPr sz="4800"/>
            </a:lvl7pPr>
            <a:lvl8pPr lvl="7" algn="ctr">
              <a:spcBef>
                <a:spcPts val="0"/>
              </a:spcBef>
              <a:spcAft>
                <a:spcPts val="0"/>
              </a:spcAft>
              <a:buSzPts val="4800"/>
              <a:buNone/>
              <a:defRPr sz="4800"/>
            </a:lvl8pPr>
            <a:lvl9pPr lvl="8" algn="ctr">
              <a:spcBef>
                <a:spcPts val="0"/>
              </a:spcBef>
              <a:spcAft>
                <a:spcPts val="0"/>
              </a:spcAft>
              <a:buSzPts val="4800"/>
              <a:buNone/>
              <a:defRPr sz="4800"/>
            </a:lvl9pPr>
          </a:lstStyle>
          <a:p>
            <a:r>
              <a:t>xx%</a:t>
            </a:r>
          </a:p>
        </p:txBody>
      </p:sp>
    </p:spTree>
  </p:cSld>
  <p:clrMapOvr>
    <a:masterClrMapping/>
  </p:clrMapOvr>
</p:sldLayout>
</file>

<file path=ppt/slideLayouts/slideLayout1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7892" name="Shape 7892"/>
        <p:cNvGrpSpPr/>
        <p:nvPr/>
      </p:nvGrpSpPr>
      <p:grpSpPr>
        <a:xfrm>
          <a:off x="0" y="0"/>
          <a:ext cx="0" cy="0"/>
          <a:chOff x="0" y="0"/>
          <a:chExt cx="0" cy="0"/>
        </a:xfrm>
      </p:grpSpPr>
      <p:sp>
        <p:nvSpPr>
          <p:cNvPr id="7893" name="Google Shape;7893;p126"/>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126"/>
          <p:cNvSpPr/>
          <p:nvPr/>
        </p:nvSpPr>
        <p:spPr>
          <a:xfrm flipH="1" rot="-27">
            <a:off x="6928297" y="4535828"/>
            <a:ext cx="5553997" cy="166108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126"/>
          <p:cNvSpPr/>
          <p:nvPr/>
        </p:nvSpPr>
        <p:spPr>
          <a:xfrm>
            <a:off x="-281248" y="4723350"/>
            <a:ext cx="1872395" cy="736075"/>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96" name="Google Shape;7896;p126"/>
          <p:cNvGrpSpPr/>
          <p:nvPr/>
        </p:nvGrpSpPr>
        <p:grpSpPr>
          <a:xfrm>
            <a:off x="-107222" y="3866483"/>
            <a:ext cx="1587377" cy="1306567"/>
            <a:chOff x="1352322" y="1338997"/>
            <a:chExt cx="415457" cy="676942"/>
          </a:xfrm>
        </p:grpSpPr>
        <p:sp>
          <p:nvSpPr>
            <p:cNvPr id="7897" name="Google Shape;7897;p126"/>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126"/>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126"/>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126"/>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126"/>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126"/>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126"/>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126"/>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126"/>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126"/>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126"/>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126"/>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126"/>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0" name="Google Shape;7910;p126"/>
          <p:cNvGrpSpPr/>
          <p:nvPr/>
        </p:nvGrpSpPr>
        <p:grpSpPr>
          <a:xfrm flipH="1">
            <a:off x="6989366" y="3989002"/>
            <a:ext cx="2154611" cy="785401"/>
            <a:chOff x="3363545" y="1399908"/>
            <a:chExt cx="240164" cy="87537"/>
          </a:xfrm>
        </p:grpSpPr>
        <p:sp>
          <p:nvSpPr>
            <p:cNvPr id="7911" name="Google Shape;7911;p126"/>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126"/>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126"/>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126"/>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126"/>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16" name="Google Shape;7916;p126"/>
          <p:cNvSpPr/>
          <p:nvPr/>
        </p:nvSpPr>
        <p:spPr>
          <a:xfrm flipH="1">
            <a:off x="-281246" y="195779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126"/>
          <p:cNvSpPr/>
          <p:nvPr/>
        </p:nvSpPr>
        <p:spPr>
          <a:xfrm flipH="1">
            <a:off x="7784522" y="8946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126"/>
          <p:cNvSpPr/>
          <p:nvPr/>
        </p:nvSpPr>
        <p:spPr>
          <a:xfrm flipH="1">
            <a:off x="8430904" y="1991707"/>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126"/>
          <p:cNvSpPr/>
          <p:nvPr/>
        </p:nvSpPr>
        <p:spPr>
          <a:xfrm flipH="1">
            <a:off x="-145626" y="239627"/>
            <a:ext cx="1255728" cy="238749"/>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126"/>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7921" name="Google Shape;7921;p126"/>
          <p:cNvSpPr txBox="1"/>
          <p:nvPr>
            <p:ph idx="2" type="title"/>
          </p:nvPr>
        </p:nvSpPr>
        <p:spPr>
          <a:xfrm>
            <a:off x="628650" y="2941350"/>
            <a:ext cx="19782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7922" name="Google Shape;7922;p126"/>
          <p:cNvSpPr txBox="1"/>
          <p:nvPr>
            <p:ph idx="1" type="subTitle"/>
          </p:nvPr>
        </p:nvSpPr>
        <p:spPr>
          <a:xfrm>
            <a:off x="628650" y="3265015"/>
            <a:ext cx="1978200" cy="77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7923" name="Google Shape;7923;p126"/>
          <p:cNvSpPr txBox="1"/>
          <p:nvPr>
            <p:ph idx="3" type="title"/>
          </p:nvPr>
        </p:nvSpPr>
        <p:spPr>
          <a:xfrm>
            <a:off x="6537176" y="2941350"/>
            <a:ext cx="19782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7924" name="Google Shape;7924;p126"/>
          <p:cNvSpPr txBox="1"/>
          <p:nvPr>
            <p:ph idx="4" type="subTitle"/>
          </p:nvPr>
        </p:nvSpPr>
        <p:spPr>
          <a:xfrm>
            <a:off x="6537176" y="3265015"/>
            <a:ext cx="1978200" cy="77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7925" name="Google Shape;7925;p126"/>
          <p:cNvSpPr txBox="1"/>
          <p:nvPr>
            <p:ph idx="5" type="title"/>
          </p:nvPr>
        </p:nvSpPr>
        <p:spPr>
          <a:xfrm>
            <a:off x="2598159" y="2941350"/>
            <a:ext cx="19782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7926" name="Google Shape;7926;p126"/>
          <p:cNvSpPr txBox="1"/>
          <p:nvPr>
            <p:ph idx="6" type="subTitle"/>
          </p:nvPr>
        </p:nvSpPr>
        <p:spPr>
          <a:xfrm>
            <a:off x="2598159" y="3265015"/>
            <a:ext cx="1978200" cy="77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7927" name="Google Shape;7927;p126"/>
          <p:cNvSpPr txBox="1"/>
          <p:nvPr>
            <p:ph idx="7" type="title"/>
          </p:nvPr>
        </p:nvSpPr>
        <p:spPr>
          <a:xfrm>
            <a:off x="4567667" y="2941350"/>
            <a:ext cx="19782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7928" name="Google Shape;7928;p126"/>
          <p:cNvSpPr txBox="1"/>
          <p:nvPr>
            <p:ph idx="8" type="subTitle"/>
          </p:nvPr>
        </p:nvSpPr>
        <p:spPr>
          <a:xfrm>
            <a:off x="4567667" y="3265015"/>
            <a:ext cx="1978200" cy="77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1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5_1">
    <p:spTree>
      <p:nvGrpSpPr>
        <p:cNvPr id="7929" name="Shape 7929"/>
        <p:cNvGrpSpPr/>
        <p:nvPr/>
      </p:nvGrpSpPr>
      <p:grpSpPr>
        <a:xfrm>
          <a:off x="0" y="0"/>
          <a:ext cx="0" cy="0"/>
          <a:chOff x="0" y="0"/>
          <a:chExt cx="0" cy="0"/>
        </a:xfrm>
      </p:grpSpPr>
      <p:sp>
        <p:nvSpPr>
          <p:cNvPr id="7930" name="Google Shape;7930;p127"/>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127"/>
          <p:cNvSpPr/>
          <p:nvPr/>
        </p:nvSpPr>
        <p:spPr>
          <a:xfrm flipH="1" rot="-238332">
            <a:off x="6971149" y="4242317"/>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32" name="Google Shape;7932;p127"/>
          <p:cNvGrpSpPr/>
          <p:nvPr/>
        </p:nvGrpSpPr>
        <p:grpSpPr>
          <a:xfrm flipH="1">
            <a:off x="6989366" y="3989002"/>
            <a:ext cx="2154611" cy="785401"/>
            <a:chOff x="3363545" y="1399908"/>
            <a:chExt cx="240164" cy="87537"/>
          </a:xfrm>
        </p:grpSpPr>
        <p:sp>
          <p:nvSpPr>
            <p:cNvPr id="7933" name="Google Shape;7933;p127"/>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127"/>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127"/>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127"/>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127"/>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38" name="Google Shape;7938;p127"/>
          <p:cNvSpPr/>
          <p:nvPr/>
        </p:nvSpPr>
        <p:spPr>
          <a:xfrm rot="238332">
            <a:off x="-3394295" y="4242315"/>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39" name="Google Shape;7939;p127"/>
          <p:cNvGrpSpPr/>
          <p:nvPr/>
        </p:nvGrpSpPr>
        <p:grpSpPr>
          <a:xfrm>
            <a:off x="-13051" y="3988966"/>
            <a:ext cx="2154611" cy="785401"/>
            <a:chOff x="3363545" y="1399908"/>
            <a:chExt cx="240164" cy="87537"/>
          </a:xfrm>
        </p:grpSpPr>
        <p:sp>
          <p:nvSpPr>
            <p:cNvPr id="7940" name="Google Shape;7940;p127"/>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127"/>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127"/>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127"/>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127"/>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5" name="Google Shape;7945;p127"/>
          <p:cNvSpPr/>
          <p:nvPr/>
        </p:nvSpPr>
        <p:spPr>
          <a:xfrm flipH="1">
            <a:off x="-334053" y="8650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127"/>
          <p:cNvSpPr/>
          <p:nvPr/>
        </p:nvSpPr>
        <p:spPr>
          <a:xfrm flipH="1">
            <a:off x="8430904" y="123517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127"/>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7948" name="Google Shape;7948;p127"/>
          <p:cNvSpPr txBox="1"/>
          <p:nvPr>
            <p:ph idx="2" type="title"/>
          </p:nvPr>
        </p:nvSpPr>
        <p:spPr>
          <a:xfrm>
            <a:off x="628650" y="2489575"/>
            <a:ext cx="1978200" cy="4782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7949" name="Google Shape;7949;p127"/>
          <p:cNvSpPr txBox="1"/>
          <p:nvPr>
            <p:ph idx="1" type="subTitle"/>
          </p:nvPr>
        </p:nvSpPr>
        <p:spPr>
          <a:xfrm>
            <a:off x="628650" y="1710775"/>
            <a:ext cx="1978200" cy="7788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7950" name="Google Shape;7950;p127"/>
          <p:cNvSpPr txBox="1"/>
          <p:nvPr>
            <p:ph idx="3" type="title"/>
          </p:nvPr>
        </p:nvSpPr>
        <p:spPr>
          <a:xfrm>
            <a:off x="6537175" y="2489575"/>
            <a:ext cx="1978200" cy="4782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7951" name="Google Shape;7951;p127"/>
          <p:cNvSpPr txBox="1"/>
          <p:nvPr>
            <p:ph idx="4" type="subTitle"/>
          </p:nvPr>
        </p:nvSpPr>
        <p:spPr>
          <a:xfrm>
            <a:off x="6537176" y="1717404"/>
            <a:ext cx="1978200" cy="7788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7952" name="Google Shape;7952;p127"/>
          <p:cNvSpPr txBox="1"/>
          <p:nvPr>
            <p:ph idx="5" type="title"/>
          </p:nvPr>
        </p:nvSpPr>
        <p:spPr>
          <a:xfrm>
            <a:off x="2598158" y="2489575"/>
            <a:ext cx="1978200" cy="4782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7953" name="Google Shape;7953;p127"/>
          <p:cNvSpPr txBox="1"/>
          <p:nvPr>
            <p:ph idx="6" type="subTitle"/>
          </p:nvPr>
        </p:nvSpPr>
        <p:spPr>
          <a:xfrm>
            <a:off x="2598159" y="1710775"/>
            <a:ext cx="1978200" cy="7788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7954" name="Google Shape;7954;p127"/>
          <p:cNvSpPr txBox="1"/>
          <p:nvPr>
            <p:ph idx="7" type="title"/>
          </p:nvPr>
        </p:nvSpPr>
        <p:spPr>
          <a:xfrm>
            <a:off x="4567667" y="2489575"/>
            <a:ext cx="1978200" cy="4782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7955" name="Google Shape;7955;p127"/>
          <p:cNvSpPr txBox="1"/>
          <p:nvPr>
            <p:ph idx="8" type="subTitle"/>
          </p:nvPr>
        </p:nvSpPr>
        <p:spPr>
          <a:xfrm>
            <a:off x="4567667" y="1710775"/>
            <a:ext cx="1978200" cy="7788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1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7956" name="Shape 7956"/>
        <p:cNvGrpSpPr/>
        <p:nvPr/>
      </p:nvGrpSpPr>
      <p:grpSpPr>
        <a:xfrm>
          <a:off x="0" y="0"/>
          <a:ext cx="0" cy="0"/>
          <a:chOff x="0" y="0"/>
          <a:chExt cx="0" cy="0"/>
        </a:xfrm>
      </p:grpSpPr>
      <p:sp>
        <p:nvSpPr>
          <p:cNvPr id="7957" name="Google Shape;7957;p128"/>
          <p:cNvSpPr/>
          <p:nvPr/>
        </p:nvSpPr>
        <p:spPr>
          <a:xfrm flipH="1">
            <a:off x="-1" y="4762490"/>
            <a:ext cx="9173906"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128"/>
          <p:cNvSpPr/>
          <p:nvPr/>
        </p:nvSpPr>
        <p:spPr>
          <a:xfrm flipH="1">
            <a:off x="7935179" y="4901155"/>
            <a:ext cx="1670860" cy="78539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128"/>
          <p:cNvSpPr/>
          <p:nvPr/>
        </p:nvSpPr>
        <p:spPr>
          <a:xfrm flipH="1">
            <a:off x="8166989" y="4775050"/>
            <a:ext cx="1046875" cy="549114"/>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0" name="Google Shape;7960;p128"/>
          <p:cNvGrpSpPr/>
          <p:nvPr/>
        </p:nvGrpSpPr>
        <p:grpSpPr>
          <a:xfrm flipH="1">
            <a:off x="8383798" y="3692007"/>
            <a:ext cx="1041675" cy="1662029"/>
            <a:chOff x="1352322" y="1338997"/>
            <a:chExt cx="415457" cy="676942"/>
          </a:xfrm>
        </p:grpSpPr>
        <p:sp>
          <p:nvSpPr>
            <p:cNvPr id="7961" name="Google Shape;7961;p128"/>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128"/>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128"/>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128"/>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128"/>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128"/>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128"/>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128"/>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128"/>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128"/>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128"/>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128"/>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128"/>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4" name="Google Shape;7974;p128"/>
          <p:cNvGrpSpPr/>
          <p:nvPr/>
        </p:nvGrpSpPr>
        <p:grpSpPr>
          <a:xfrm flipH="1">
            <a:off x="-201443" y="3734057"/>
            <a:ext cx="1180703" cy="1035418"/>
            <a:chOff x="3650956" y="1757963"/>
            <a:chExt cx="258943" cy="227815"/>
          </a:xfrm>
        </p:grpSpPr>
        <p:sp>
          <p:nvSpPr>
            <p:cNvPr id="7975" name="Google Shape;7975;p128"/>
            <p:cNvSpPr/>
            <p:nvPr/>
          </p:nvSpPr>
          <p:spPr>
            <a:xfrm>
              <a:off x="3650956" y="1757963"/>
              <a:ext cx="258943" cy="227815"/>
            </a:xfrm>
            <a:custGeom>
              <a:rect b="b" l="l" r="r" t="t"/>
              <a:pathLst>
                <a:path extrusionOk="0" h="6272" w="7129">
                  <a:moveTo>
                    <a:pt x="5416" y="0"/>
                  </a:moveTo>
                  <a:lnTo>
                    <a:pt x="3828" y="411"/>
                  </a:lnTo>
                  <a:lnTo>
                    <a:pt x="3337" y="1499"/>
                  </a:lnTo>
                  <a:lnTo>
                    <a:pt x="2320" y="1945"/>
                  </a:lnTo>
                  <a:lnTo>
                    <a:pt x="1642" y="3016"/>
                  </a:lnTo>
                  <a:lnTo>
                    <a:pt x="1535" y="4095"/>
                  </a:lnTo>
                  <a:lnTo>
                    <a:pt x="1018" y="5219"/>
                  </a:lnTo>
                  <a:lnTo>
                    <a:pt x="1" y="6272"/>
                  </a:lnTo>
                  <a:lnTo>
                    <a:pt x="3846" y="6272"/>
                  </a:lnTo>
                  <a:lnTo>
                    <a:pt x="3417" y="5255"/>
                  </a:lnTo>
                  <a:lnTo>
                    <a:pt x="3623" y="4461"/>
                  </a:lnTo>
                  <a:lnTo>
                    <a:pt x="4390" y="3408"/>
                  </a:lnTo>
                  <a:lnTo>
                    <a:pt x="4898" y="3533"/>
                  </a:lnTo>
                  <a:lnTo>
                    <a:pt x="5327" y="4505"/>
                  </a:lnTo>
                  <a:lnTo>
                    <a:pt x="5077" y="5522"/>
                  </a:lnTo>
                  <a:lnTo>
                    <a:pt x="5228" y="6272"/>
                  </a:lnTo>
                  <a:lnTo>
                    <a:pt x="7129" y="6272"/>
                  </a:lnTo>
                  <a:lnTo>
                    <a:pt x="6745" y="5174"/>
                  </a:lnTo>
                  <a:lnTo>
                    <a:pt x="7066" y="4211"/>
                  </a:lnTo>
                  <a:lnTo>
                    <a:pt x="6593" y="2837"/>
                  </a:lnTo>
                  <a:lnTo>
                    <a:pt x="6308" y="1196"/>
                  </a:lnTo>
                  <a:lnTo>
                    <a:pt x="54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128"/>
            <p:cNvSpPr/>
            <p:nvPr/>
          </p:nvSpPr>
          <p:spPr>
            <a:xfrm>
              <a:off x="3710595" y="1757963"/>
              <a:ext cx="169481" cy="109549"/>
            </a:xfrm>
            <a:custGeom>
              <a:rect b="b" l="l" r="r" t="t"/>
              <a:pathLst>
                <a:path extrusionOk="0" h="3016" w="4666">
                  <a:moveTo>
                    <a:pt x="3774" y="0"/>
                  </a:moveTo>
                  <a:lnTo>
                    <a:pt x="2186" y="411"/>
                  </a:lnTo>
                  <a:lnTo>
                    <a:pt x="1695" y="1499"/>
                  </a:lnTo>
                  <a:lnTo>
                    <a:pt x="678" y="1945"/>
                  </a:lnTo>
                  <a:lnTo>
                    <a:pt x="0" y="3016"/>
                  </a:lnTo>
                  <a:lnTo>
                    <a:pt x="0" y="3016"/>
                  </a:lnTo>
                  <a:lnTo>
                    <a:pt x="794" y="2346"/>
                  </a:lnTo>
                  <a:lnTo>
                    <a:pt x="1401" y="2257"/>
                  </a:lnTo>
                  <a:lnTo>
                    <a:pt x="1918" y="2552"/>
                  </a:lnTo>
                  <a:lnTo>
                    <a:pt x="1570" y="1927"/>
                  </a:lnTo>
                  <a:lnTo>
                    <a:pt x="2186" y="2061"/>
                  </a:lnTo>
                  <a:lnTo>
                    <a:pt x="2025" y="1579"/>
                  </a:lnTo>
                  <a:lnTo>
                    <a:pt x="2560" y="866"/>
                  </a:lnTo>
                  <a:lnTo>
                    <a:pt x="3649" y="803"/>
                  </a:lnTo>
                  <a:lnTo>
                    <a:pt x="4666" y="1196"/>
                  </a:lnTo>
                  <a:lnTo>
                    <a:pt x="3774"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128"/>
            <p:cNvSpPr/>
            <p:nvPr/>
          </p:nvSpPr>
          <p:spPr>
            <a:xfrm>
              <a:off x="3768600" y="1867472"/>
              <a:ext cx="141295" cy="118302"/>
            </a:xfrm>
            <a:custGeom>
              <a:rect b="b" l="l" r="r" t="t"/>
              <a:pathLst>
                <a:path extrusionOk="0" h="3257" w="3890">
                  <a:moveTo>
                    <a:pt x="1534" y="1"/>
                  </a:moveTo>
                  <a:lnTo>
                    <a:pt x="856" y="116"/>
                  </a:lnTo>
                  <a:lnTo>
                    <a:pt x="259" y="1196"/>
                  </a:lnTo>
                  <a:lnTo>
                    <a:pt x="71" y="447"/>
                  </a:lnTo>
                  <a:lnTo>
                    <a:pt x="0" y="1767"/>
                  </a:lnTo>
                  <a:lnTo>
                    <a:pt x="178" y="2240"/>
                  </a:lnTo>
                  <a:lnTo>
                    <a:pt x="384" y="1446"/>
                  </a:lnTo>
                  <a:lnTo>
                    <a:pt x="1151" y="393"/>
                  </a:lnTo>
                  <a:lnTo>
                    <a:pt x="1659" y="518"/>
                  </a:lnTo>
                  <a:lnTo>
                    <a:pt x="2088" y="1490"/>
                  </a:lnTo>
                  <a:lnTo>
                    <a:pt x="1838" y="2507"/>
                  </a:lnTo>
                  <a:lnTo>
                    <a:pt x="1989" y="3257"/>
                  </a:lnTo>
                  <a:lnTo>
                    <a:pt x="3890" y="3257"/>
                  </a:lnTo>
                  <a:lnTo>
                    <a:pt x="3506" y="2159"/>
                  </a:lnTo>
                  <a:lnTo>
                    <a:pt x="3488" y="3087"/>
                  </a:lnTo>
                  <a:lnTo>
                    <a:pt x="2935" y="2820"/>
                  </a:lnTo>
                  <a:lnTo>
                    <a:pt x="2882" y="1767"/>
                  </a:lnTo>
                  <a:lnTo>
                    <a:pt x="2614" y="2820"/>
                  </a:lnTo>
                  <a:lnTo>
                    <a:pt x="2177" y="2382"/>
                  </a:lnTo>
                  <a:lnTo>
                    <a:pt x="2543" y="973"/>
                  </a:lnTo>
                  <a:lnTo>
                    <a:pt x="1534"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128"/>
            <p:cNvSpPr/>
            <p:nvPr/>
          </p:nvSpPr>
          <p:spPr>
            <a:xfrm>
              <a:off x="3722908" y="1895331"/>
              <a:ext cx="23682" cy="90443"/>
            </a:xfrm>
            <a:custGeom>
              <a:rect b="b" l="l" r="r" t="t"/>
              <a:pathLst>
                <a:path extrusionOk="0" h="2490" w="652">
                  <a:moveTo>
                    <a:pt x="179" y="1"/>
                  </a:moveTo>
                  <a:lnTo>
                    <a:pt x="286" y="1856"/>
                  </a:lnTo>
                  <a:lnTo>
                    <a:pt x="0" y="2490"/>
                  </a:lnTo>
                  <a:lnTo>
                    <a:pt x="651" y="2490"/>
                  </a:lnTo>
                  <a:lnTo>
                    <a:pt x="598" y="1910"/>
                  </a:lnTo>
                  <a:lnTo>
                    <a:pt x="598" y="1348"/>
                  </a:lnTo>
                  <a:lnTo>
                    <a:pt x="179"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128"/>
            <p:cNvSpPr/>
            <p:nvPr/>
          </p:nvSpPr>
          <p:spPr>
            <a:xfrm>
              <a:off x="3650956" y="1906663"/>
              <a:ext cx="57390" cy="79110"/>
            </a:xfrm>
            <a:custGeom>
              <a:rect b="b" l="l" r="r" t="t"/>
              <a:pathLst>
                <a:path extrusionOk="0" h="2178" w="1580">
                  <a:moveTo>
                    <a:pt x="1535" y="1"/>
                  </a:moveTo>
                  <a:lnTo>
                    <a:pt x="1018" y="1125"/>
                  </a:lnTo>
                  <a:lnTo>
                    <a:pt x="1" y="2178"/>
                  </a:lnTo>
                  <a:lnTo>
                    <a:pt x="1250" y="2178"/>
                  </a:lnTo>
                  <a:lnTo>
                    <a:pt x="795" y="1839"/>
                  </a:lnTo>
                  <a:lnTo>
                    <a:pt x="1428" y="1303"/>
                  </a:lnTo>
                  <a:lnTo>
                    <a:pt x="1580" y="643"/>
                  </a:lnTo>
                  <a:lnTo>
                    <a:pt x="153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128"/>
            <p:cNvSpPr/>
            <p:nvPr/>
          </p:nvSpPr>
          <p:spPr>
            <a:xfrm>
              <a:off x="3857370" y="1801367"/>
              <a:ext cx="50270" cy="109549"/>
            </a:xfrm>
            <a:custGeom>
              <a:rect b="b" l="l" r="r" t="t"/>
              <a:pathLst>
                <a:path extrusionOk="0" h="3016" w="1384">
                  <a:moveTo>
                    <a:pt x="625" y="1"/>
                  </a:moveTo>
                  <a:lnTo>
                    <a:pt x="580" y="1357"/>
                  </a:lnTo>
                  <a:lnTo>
                    <a:pt x="0" y="402"/>
                  </a:lnTo>
                  <a:lnTo>
                    <a:pt x="411" y="1874"/>
                  </a:lnTo>
                  <a:lnTo>
                    <a:pt x="1383" y="3016"/>
                  </a:lnTo>
                  <a:lnTo>
                    <a:pt x="910" y="1642"/>
                  </a:lnTo>
                  <a:lnTo>
                    <a:pt x="62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81" name="Google Shape;7981;p128"/>
          <p:cNvSpPr/>
          <p:nvPr/>
        </p:nvSpPr>
        <p:spPr>
          <a:xfrm flipH="1" rot="-555866">
            <a:off x="-288823" y="4705683"/>
            <a:ext cx="1355749" cy="381007"/>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128"/>
          <p:cNvSpPr/>
          <p:nvPr/>
        </p:nvSpPr>
        <p:spPr>
          <a:xfrm flipH="1">
            <a:off x="-113446" y="37042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128"/>
          <p:cNvSpPr/>
          <p:nvPr/>
        </p:nvSpPr>
        <p:spPr>
          <a:xfrm flipH="1">
            <a:off x="7814147" y="46568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128"/>
          <p:cNvSpPr/>
          <p:nvPr/>
        </p:nvSpPr>
        <p:spPr>
          <a:xfrm flipH="1">
            <a:off x="8326279" y="3021607"/>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85" name="Google Shape;7985;p128"/>
          <p:cNvGrpSpPr/>
          <p:nvPr/>
        </p:nvGrpSpPr>
        <p:grpSpPr>
          <a:xfrm>
            <a:off x="8052488" y="4680102"/>
            <a:ext cx="542735" cy="395428"/>
            <a:chOff x="6123718" y="525411"/>
            <a:chExt cx="1395563" cy="1024955"/>
          </a:xfrm>
        </p:grpSpPr>
        <p:grpSp>
          <p:nvGrpSpPr>
            <p:cNvPr id="7986" name="Google Shape;7986;p128"/>
            <p:cNvGrpSpPr/>
            <p:nvPr/>
          </p:nvGrpSpPr>
          <p:grpSpPr>
            <a:xfrm flipH="1">
              <a:off x="6123718" y="525411"/>
              <a:ext cx="1395563" cy="1024955"/>
              <a:chOff x="1696430" y="1591394"/>
              <a:chExt cx="279683" cy="208092"/>
            </a:xfrm>
          </p:grpSpPr>
          <p:sp>
            <p:nvSpPr>
              <p:cNvPr id="7987" name="Google Shape;7987;p128"/>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128"/>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128"/>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128"/>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128"/>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128"/>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128"/>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128"/>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128"/>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128"/>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128"/>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8" name="Google Shape;7998;p128"/>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9" name="Google Shape;7999;p128"/>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8000" name="Google Shape;8000;p128"/>
          <p:cNvSpPr txBox="1"/>
          <p:nvPr>
            <p:ph idx="2" type="title"/>
          </p:nvPr>
        </p:nvSpPr>
        <p:spPr>
          <a:xfrm>
            <a:off x="1101175" y="1866200"/>
            <a:ext cx="198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8001" name="Google Shape;8001;p128"/>
          <p:cNvSpPr txBox="1"/>
          <p:nvPr>
            <p:ph idx="1" type="subTitle"/>
          </p:nvPr>
        </p:nvSpPr>
        <p:spPr>
          <a:xfrm>
            <a:off x="1101175" y="2191400"/>
            <a:ext cx="19860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8002" name="Google Shape;8002;p128"/>
          <p:cNvSpPr txBox="1"/>
          <p:nvPr>
            <p:ph idx="3" type="title"/>
          </p:nvPr>
        </p:nvSpPr>
        <p:spPr>
          <a:xfrm>
            <a:off x="3578950" y="1866200"/>
            <a:ext cx="198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8003" name="Google Shape;8003;p128"/>
          <p:cNvSpPr txBox="1"/>
          <p:nvPr>
            <p:ph idx="4" type="subTitle"/>
          </p:nvPr>
        </p:nvSpPr>
        <p:spPr>
          <a:xfrm>
            <a:off x="3578950" y="2191400"/>
            <a:ext cx="19860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8004" name="Google Shape;8004;p128"/>
          <p:cNvSpPr txBox="1"/>
          <p:nvPr>
            <p:ph idx="5" type="title"/>
          </p:nvPr>
        </p:nvSpPr>
        <p:spPr>
          <a:xfrm>
            <a:off x="1101175" y="3680600"/>
            <a:ext cx="198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8005" name="Google Shape;8005;p128"/>
          <p:cNvSpPr txBox="1"/>
          <p:nvPr>
            <p:ph idx="6" type="subTitle"/>
          </p:nvPr>
        </p:nvSpPr>
        <p:spPr>
          <a:xfrm>
            <a:off x="1101175" y="4005800"/>
            <a:ext cx="19860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8006" name="Google Shape;8006;p128"/>
          <p:cNvSpPr txBox="1"/>
          <p:nvPr>
            <p:ph idx="7" type="title"/>
          </p:nvPr>
        </p:nvSpPr>
        <p:spPr>
          <a:xfrm>
            <a:off x="3578947" y="3680600"/>
            <a:ext cx="198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8007" name="Google Shape;8007;p128"/>
          <p:cNvSpPr txBox="1"/>
          <p:nvPr>
            <p:ph idx="8" type="subTitle"/>
          </p:nvPr>
        </p:nvSpPr>
        <p:spPr>
          <a:xfrm>
            <a:off x="3578997" y="4005800"/>
            <a:ext cx="19860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8008" name="Google Shape;8008;p128"/>
          <p:cNvSpPr txBox="1"/>
          <p:nvPr>
            <p:ph idx="9" type="title"/>
          </p:nvPr>
        </p:nvSpPr>
        <p:spPr>
          <a:xfrm>
            <a:off x="6056725" y="1866200"/>
            <a:ext cx="198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8009" name="Google Shape;8009;p128"/>
          <p:cNvSpPr txBox="1"/>
          <p:nvPr>
            <p:ph idx="13" type="subTitle"/>
          </p:nvPr>
        </p:nvSpPr>
        <p:spPr>
          <a:xfrm>
            <a:off x="6056725" y="2191400"/>
            <a:ext cx="19860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8010" name="Google Shape;8010;p128"/>
          <p:cNvSpPr txBox="1"/>
          <p:nvPr>
            <p:ph idx="14" type="title"/>
          </p:nvPr>
        </p:nvSpPr>
        <p:spPr>
          <a:xfrm>
            <a:off x="6056725" y="3680600"/>
            <a:ext cx="198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8011" name="Google Shape;8011;p128"/>
          <p:cNvSpPr txBox="1"/>
          <p:nvPr>
            <p:ph idx="15" type="subTitle"/>
          </p:nvPr>
        </p:nvSpPr>
        <p:spPr>
          <a:xfrm>
            <a:off x="6056825" y="4005800"/>
            <a:ext cx="19860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1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8012" name="Shape 8012"/>
        <p:cNvGrpSpPr/>
        <p:nvPr/>
      </p:nvGrpSpPr>
      <p:grpSpPr>
        <a:xfrm>
          <a:off x="0" y="0"/>
          <a:ext cx="0" cy="0"/>
          <a:chOff x="0" y="0"/>
          <a:chExt cx="0" cy="0"/>
        </a:xfrm>
      </p:grpSpPr>
      <p:sp>
        <p:nvSpPr>
          <p:cNvPr id="8013" name="Google Shape;8013;p129"/>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129"/>
          <p:cNvSpPr/>
          <p:nvPr/>
        </p:nvSpPr>
        <p:spPr>
          <a:xfrm flipH="1" rot="-27">
            <a:off x="7712747" y="4535828"/>
            <a:ext cx="5553997" cy="166108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129"/>
          <p:cNvSpPr/>
          <p:nvPr/>
        </p:nvSpPr>
        <p:spPr>
          <a:xfrm rot="-484425">
            <a:off x="-584671" y="4812462"/>
            <a:ext cx="1872361" cy="736091"/>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16" name="Google Shape;8016;p129"/>
          <p:cNvGrpSpPr/>
          <p:nvPr/>
        </p:nvGrpSpPr>
        <p:grpSpPr>
          <a:xfrm>
            <a:off x="-107175" y="4023152"/>
            <a:ext cx="1339640" cy="1102672"/>
            <a:chOff x="1352322" y="1338997"/>
            <a:chExt cx="415457" cy="676942"/>
          </a:xfrm>
        </p:grpSpPr>
        <p:sp>
          <p:nvSpPr>
            <p:cNvPr id="8017" name="Google Shape;8017;p129"/>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129"/>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129"/>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129"/>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129"/>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129"/>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129"/>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129"/>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129"/>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129"/>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129"/>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129"/>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129"/>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30" name="Google Shape;8030;p129"/>
          <p:cNvSpPr/>
          <p:nvPr/>
        </p:nvSpPr>
        <p:spPr>
          <a:xfrm flipH="1">
            <a:off x="-334053" y="8650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129"/>
          <p:cNvSpPr/>
          <p:nvPr/>
        </p:nvSpPr>
        <p:spPr>
          <a:xfrm flipH="1">
            <a:off x="8430904" y="158472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32" name="Google Shape;8032;p129"/>
          <p:cNvGrpSpPr/>
          <p:nvPr/>
        </p:nvGrpSpPr>
        <p:grpSpPr>
          <a:xfrm flipH="1">
            <a:off x="7770333" y="4233183"/>
            <a:ext cx="1484696" cy="541199"/>
            <a:chOff x="3363545" y="1399908"/>
            <a:chExt cx="240164" cy="87537"/>
          </a:xfrm>
        </p:grpSpPr>
        <p:sp>
          <p:nvSpPr>
            <p:cNvPr id="8033" name="Google Shape;8033;p129"/>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129"/>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129"/>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129"/>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129"/>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38" name="Google Shape;8038;p129"/>
          <p:cNvSpPr txBox="1"/>
          <p:nvPr>
            <p:ph type="title"/>
          </p:nvPr>
        </p:nvSpPr>
        <p:spPr>
          <a:xfrm>
            <a:off x="720000" y="3384148"/>
            <a:ext cx="192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8039" name="Google Shape;8039;p129"/>
          <p:cNvSpPr txBox="1"/>
          <p:nvPr>
            <p:ph idx="1" type="subTitle"/>
          </p:nvPr>
        </p:nvSpPr>
        <p:spPr>
          <a:xfrm>
            <a:off x="720000" y="3740099"/>
            <a:ext cx="19260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8040" name="Google Shape;8040;p129"/>
          <p:cNvSpPr txBox="1"/>
          <p:nvPr>
            <p:ph hasCustomPrompt="1" idx="2" type="title"/>
          </p:nvPr>
        </p:nvSpPr>
        <p:spPr>
          <a:xfrm>
            <a:off x="1131131" y="2205300"/>
            <a:ext cx="1104000" cy="441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4800"/>
              <a:buNone/>
              <a:defRPr sz="2400"/>
            </a:lvl1pPr>
            <a:lvl2pPr lvl="1" algn="ctr">
              <a:lnSpc>
                <a:spcPct val="100000"/>
              </a:lnSpc>
              <a:spcBef>
                <a:spcPts val="0"/>
              </a:spcBef>
              <a:spcAft>
                <a:spcPts val="0"/>
              </a:spcAft>
              <a:buSzPts val="4800"/>
              <a:buNone/>
              <a:defRPr sz="4800"/>
            </a:lvl2pPr>
            <a:lvl3pPr lvl="2" algn="ctr">
              <a:lnSpc>
                <a:spcPct val="100000"/>
              </a:lnSpc>
              <a:spcBef>
                <a:spcPts val="0"/>
              </a:spcBef>
              <a:spcAft>
                <a:spcPts val="0"/>
              </a:spcAft>
              <a:buSzPts val="4800"/>
              <a:buNone/>
              <a:defRPr sz="4800"/>
            </a:lvl3pPr>
            <a:lvl4pPr lvl="3" algn="ctr">
              <a:lnSpc>
                <a:spcPct val="100000"/>
              </a:lnSpc>
              <a:spcBef>
                <a:spcPts val="0"/>
              </a:spcBef>
              <a:spcAft>
                <a:spcPts val="0"/>
              </a:spcAft>
              <a:buSzPts val="4800"/>
              <a:buNone/>
              <a:defRPr sz="4800"/>
            </a:lvl4pPr>
            <a:lvl5pPr lvl="4" algn="ctr">
              <a:lnSpc>
                <a:spcPct val="100000"/>
              </a:lnSpc>
              <a:spcBef>
                <a:spcPts val="0"/>
              </a:spcBef>
              <a:spcAft>
                <a:spcPts val="0"/>
              </a:spcAft>
              <a:buSzPts val="4800"/>
              <a:buNone/>
              <a:defRPr sz="4800"/>
            </a:lvl5pPr>
            <a:lvl6pPr lvl="5" algn="ctr">
              <a:lnSpc>
                <a:spcPct val="100000"/>
              </a:lnSpc>
              <a:spcBef>
                <a:spcPts val="0"/>
              </a:spcBef>
              <a:spcAft>
                <a:spcPts val="0"/>
              </a:spcAft>
              <a:buSzPts val="4800"/>
              <a:buNone/>
              <a:defRPr sz="4800"/>
            </a:lvl6pPr>
            <a:lvl7pPr lvl="6" algn="ctr">
              <a:lnSpc>
                <a:spcPct val="100000"/>
              </a:lnSpc>
              <a:spcBef>
                <a:spcPts val="0"/>
              </a:spcBef>
              <a:spcAft>
                <a:spcPts val="0"/>
              </a:spcAft>
              <a:buSzPts val="4800"/>
              <a:buNone/>
              <a:defRPr sz="4800"/>
            </a:lvl7pPr>
            <a:lvl8pPr lvl="7" algn="ctr">
              <a:lnSpc>
                <a:spcPct val="100000"/>
              </a:lnSpc>
              <a:spcBef>
                <a:spcPts val="0"/>
              </a:spcBef>
              <a:spcAft>
                <a:spcPts val="0"/>
              </a:spcAft>
              <a:buSzPts val="4800"/>
              <a:buNone/>
              <a:defRPr sz="4800"/>
            </a:lvl8pPr>
            <a:lvl9pPr lvl="8" algn="ctr">
              <a:lnSpc>
                <a:spcPct val="100000"/>
              </a:lnSpc>
              <a:spcBef>
                <a:spcPts val="0"/>
              </a:spcBef>
              <a:spcAft>
                <a:spcPts val="0"/>
              </a:spcAft>
              <a:buSzPts val="4800"/>
              <a:buNone/>
              <a:defRPr sz="4800"/>
            </a:lvl9pPr>
          </a:lstStyle>
          <a:p>
            <a:r>
              <a:t>xx%</a:t>
            </a:r>
          </a:p>
        </p:txBody>
      </p:sp>
      <p:sp>
        <p:nvSpPr>
          <p:cNvPr id="8041" name="Google Shape;8041;p129"/>
          <p:cNvSpPr txBox="1"/>
          <p:nvPr>
            <p:ph idx="3"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8042" name="Google Shape;8042;p129"/>
          <p:cNvSpPr txBox="1"/>
          <p:nvPr>
            <p:ph idx="4" type="title"/>
          </p:nvPr>
        </p:nvSpPr>
        <p:spPr>
          <a:xfrm>
            <a:off x="2646000" y="3384148"/>
            <a:ext cx="192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8043" name="Google Shape;8043;p129"/>
          <p:cNvSpPr txBox="1"/>
          <p:nvPr>
            <p:ph idx="5" type="subTitle"/>
          </p:nvPr>
        </p:nvSpPr>
        <p:spPr>
          <a:xfrm>
            <a:off x="2646000" y="3740099"/>
            <a:ext cx="19260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8044" name="Google Shape;8044;p129"/>
          <p:cNvSpPr txBox="1"/>
          <p:nvPr>
            <p:ph hasCustomPrompt="1" idx="6" type="title"/>
          </p:nvPr>
        </p:nvSpPr>
        <p:spPr>
          <a:xfrm>
            <a:off x="3057131" y="2205300"/>
            <a:ext cx="1104000" cy="441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4800"/>
              <a:buNone/>
              <a:defRPr sz="2400"/>
            </a:lvl1pPr>
            <a:lvl2pPr lvl="1" algn="ctr">
              <a:lnSpc>
                <a:spcPct val="100000"/>
              </a:lnSpc>
              <a:spcBef>
                <a:spcPts val="0"/>
              </a:spcBef>
              <a:spcAft>
                <a:spcPts val="0"/>
              </a:spcAft>
              <a:buSzPts val="4800"/>
              <a:buNone/>
              <a:defRPr sz="4800"/>
            </a:lvl2pPr>
            <a:lvl3pPr lvl="2" algn="ctr">
              <a:lnSpc>
                <a:spcPct val="100000"/>
              </a:lnSpc>
              <a:spcBef>
                <a:spcPts val="0"/>
              </a:spcBef>
              <a:spcAft>
                <a:spcPts val="0"/>
              </a:spcAft>
              <a:buSzPts val="4800"/>
              <a:buNone/>
              <a:defRPr sz="4800"/>
            </a:lvl3pPr>
            <a:lvl4pPr lvl="3" algn="ctr">
              <a:lnSpc>
                <a:spcPct val="100000"/>
              </a:lnSpc>
              <a:spcBef>
                <a:spcPts val="0"/>
              </a:spcBef>
              <a:spcAft>
                <a:spcPts val="0"/>
              </a:spcAft>
              <a:buSzPts val="4800"/>
              <a:buNone/>
              <a:defRPr sz="4800"/>
            </a:lvl4pPr>
            <a:lvl5pPr lvl="4" algn="ctr">
              <a:lnSpc>
                <a:spcPct val="100000"/>
              </a:lnSpc>
              <a:spcBef>
                <a:spcPts val="0"/>
              </a:spcBef>
              <a:spcAft>
                <a:spcPts val="0"/>
              </a:spcAft>
              <a:buSzPts val="4800"/>
              <a:buNone/>
              <a:defRPr sz="4800"/>
            </a:lvl5pPr>
            <a:lvl6pPr lvl="5" algn="ctr">
              <a:lnSpc>
                <a:spcPct val="100000"/>
              </a:lnSpc>
              <a:spcBef>
                <a:spcPts val="0"/>
              </a:spcBef>
              <a:spcAft>
                <a:spcPts val="0"/>
              </a:spcAft>
              <a:buSzPts val="4800"/>
              <a:buNone/>
              <a:defRPr sz="4800"/>
            </a:lvl6pPr>
            <a:lvl7pPr lvl="6" algn="ctr">
              <a:lnSpc>
                <a:spcPct val="100000"/>
              </a:lnSpc>
              <a:spcBef>
                <a:spcPts val="0"/>
              </a:spcBef>
              <a:spcAft>
                <a:spcPts val="0"/>
              </a:spcAft>
              <a:buSzPts val="4800"/>
              <a:buNone/>
              <a:defRPr sz="4800"/>
            </a:lvl7pPr>
            <a:lvl8pPr lvl="7" algn="ctr">
              <a:lnSpc>
                <a:spcPct val="100000"/>
              </a:lnSpc>
              <a:spcBef>
                <a:spcPts val="0"/>
              </a:spcBef>
              <a:spcAft>
                <a:spcPts val="0"/>
              </a:spcAft>
              <a:buSzPts val="4800"/>
              <a:buNone/>
              <a:defRPr sz="4800"/>
            </a:lvl8pPr>
            <a:lvl9pPr lvl="8" algn="ctr">
              <a:lnSpc>
                <a:spcPct val="100000"/>
              </a:lnSpc>
              <a:spcBef>
                <a:spcPts val="0"/>
              </a:spcBef>
              <a:spcAft>
                <a:spcPts val="0"/>
              </a:spcAft>
              <a:buSzPts val="4800"/>
              <a:buNone/>
              <a:defRPr sz="4800"/>
            </a:lvl9pPr>
          </a:lstStyle>
          <a:p>
            <a:r>
              <a:t>xx%</a:t>
            </a:r>
          </a:p>
        </p:txBody>
      </p:sp>
      <p:sp>
        <p:nvSpPr>
          <p:cNvPr id="8045" name="Google Shape;8045;p129"/>
          <p:cNvSpPr txBox="1"/>
          <p:nvPr>
            <p:ph idx="7" type="title"/>
          </p:nvPr>
        </p:nvSpPr>
        <p:spPr>
          <a:xfrm>
            <a:off x="4572000" y="3384148"/>
            <a:ext cx="192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8046" name="Google Shape;8046;p129"/>
          <p:cNvSpPr txBox="1"/>
          <p:nvPr>
            <p:ph idx="8" type="subTitle"/>
          </p:nvPr>
        </p:nvSpPr>
        <p:spPr>
          <a:xfrm>
            <a:off x="4572000" y="3740099"/>
            <a:ext cx="19260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8047" name="Google Shape;8047;p129"/>
          <p:cNvSpPr txBox="1"/>
          <p:nvPr>
            <p:ph hasCustomPrompt="1" idx="9" type="title"/>
          </p:nvPr>
        </p:nvSpPr>
        <p:spPr>
          <a:xfrm>
            <a:off x="4983131" y="2205300"/>
            <a:ext cx="1104000" cy="441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4800"/>
              <a:buNone/>
              <a:defRPr sz="2400"/>
            </a:lvl1pPr>
            <a:lvl2pPr lvl="1" algn="ctr">
              <a:lnSpc>
                <a:spcPct val="100000"/>
              </a:lnSpc>
              <a:spcBef>
                <a:spcPts val="0"/>
              </a:spcBef>
              <a:spcAft>
                <a:spcPts val="0"/>
              </a:spcAft>
              <a:buSzPts val="4800"/>
              <a:buNone/>
              <a:defRPr sz="4800"/>
            </a:lvl2pPr>
            <a:lvl3pPr lvl="2" algn="ctr">
              <a:lnSpc>
                <a:spcPct val="100000"/>
              </a:lnSpc>
              <a:spcBef>
                <a:spcPts val="0"/>
              </a:spcBef>
              <a:spcAft>
                <a:spcPts val="0"/>
              </a:spcAft>
              <a:buSzPts val="4800"/>
              <a:buNone/>
              <a:defRPr sz="4800"/>
            </a:lvl3pPr>
            <a:lvl4pPr lvl="3" algn="ctr">
              <a:lnSpc>
                <a:spcPct val="100000"/>
              </a:lnSpc>
              <a:spcBef>
                <a:spcPts val="0"/>
              </a:spcBef>
              <a:spcAft>
                <a:spcPts val="0"/>
              </a:spcAft>
              <a:buSzPts val="4800"/>
              <a:buNone/>
              <a:defRPr sz="4800"/>
            </a:lvl4pPr>
            <a:lvl5pPr lvl="4" algn="ctr">
              <a:lnSpc>
                <a:spcPct val="100000"/>
              </a:lnSpc>
              <a:spcBef>
                <a:spcPts val="0"/>
              </a:spcBef>
              <a:spcAft>
                <a:spcPts val="0"/>
              </a:spcAft>
              <a:buSzPts val="4800"/>
              <a:buNone/>
              <a:defRPr sz="4800"/>
            </a:lvl5pPr>
            <a:lvl6pPr lvl="5" algn="ctr">
              <a:lnSpc>
                <a:spcPct val="100000"/>
              </a:lnSpc>
              <a:spcBef>
                <a:spcPts val="0"/>
              </a:spcBef>
              <a:spcAft>
                <a:spcPts val="0"/>
              </a:spcAft>
              <a:buSzPts val="4800"/>
              <a:buNone/>
              <a:defRPr sz="4800"/>
            </a:lvl6pPr>
            <a:lvl7pPr lvl="6" algn="ctr">
              <a:lnSpc>
                <a:spcPct val="100000"/>
              </a:lnSpc>
              <a:spcBef>
                <a:spcPts val="0"/>
              </a:spcBef>
              <a:spcAft>
                <a:spcPts val="0"/>
              </a:spcAft>
              <a:buSzPts val="4800"/>
              <a:buNone/>
              <a:defRPr sz="4800"/>
            </a:lvl7pPr>
            <a:lvl8pPr lvl="7" algn="ctr">
              <a:lnSpc>
                <a:spcPct val="100000"/>
              </a:lnSpc>
              <a:spcBef>
                <a:spcPts val="0"/>
              </a:spcBef>
              <a:spcAft>
                <a:spcPts val="0"/>
              </a:spcAft>
              <a:buSzPts val="4800"/>
              <a:buNone/>
              <a:defRPr sz="4800"/>
            </a:lvl8pPr>
            <a:lvl9pPr lvl="8" algn="ctr">
              <a:lnSpc>
                <a:spcPct val="100000"/>
              </a:lnSpc>
              <a:spcBef>
                <a:spcPts val="0"/>
              </a:spcBef>
              <a:spcAft>
                <a:spcPts val="0"/>
              </a:spcAft>
              <a:buSzPts val="4800"/>
              <a:buNone/>
              <a:defRPr sz="4800"/>
            </a:lvl9pPr>
          </a:lstStyle>
          <a:p>
            <a:r>
              <a:t>xx%</a:t>
            </a:r>
          </a:p>
        </p:txBody>
      </p:sp>
      <p:sp>
        <p:nvSpPr>
          <p:cNvPr id="8048" name="Google Shape;8048;p129"/>
          <p:cNvSpPr txBox="1"/>
          <p:nvPr>
            <p:ph idx="13" type="title"/>
          </p:nvPr>
        </p:nvSpPr>
        <p:spPr>
          <a:xfrm>
            <a:off x="6498000" y="3384148"/>
            <a:ext cx="192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8049" name="Google Shape;8049;p129"/>
          <p:cNvSpPr txBox="1"/>
          <p:nvPr>
            <p:ph idx="14" type="subTitle"/>
          </p:nvPr>
        </p:nvSpPr>
        <p:spPr>
          <a:xfrm>
            <a:off x="6498000" y="3740099"/>
            <a:ext cx="19260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8050" name="Google Shape;8050;p129"/>
          <p:cNvSpPr txBox="1"/>
          <p:nvPr>
            <p:ph hasCustomPrompt="1" idx="15" type="title"/>
          </p:nvPr>
        </p:nvSpPr>
        <p:spPr>
          <a:xfrm>
            <a:off x="6909131" y="2205300"/>
            <a:ext cx="1104000" cy="441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4800"/>
              <a:buNone/>
              <a:defRPr sz="2400"/>
            </a:lvl1pPr>
            <a:lvl2pPr lvl="1" algn="ctr">
              <a:lnSpc>
                <a:spcPct val="100000"/>
              </a:lnSpc>
              <a:spcBef>
                <a:spcPts val="0"/>
              </a:spcBef>
              <a:spcAft>
                <a:spcPts val="0"/>
              </a:spcAft>
              <a:buSzPts val="4800"/>
              <a:buNone/>
              <a:defRPr sz="4800"/>
            </a:lvl2pPr>
            <a:lvl3pPr lvl="2" algn="ctr">
              <a:lnSpc>
                <a:spcPct val="100000"/>
              </a:lnSpc>
              <a:spcBef>
                <a:spcPts val="0"/>
              </a:spcBef>
              <a:spcAft>
                <a:spcPts val="0"/>
              </a:spcAft>
              <a:buSzPts val="4800"/>
              <a:buNone/>
              <a:defRPr sz="4800"/>
            </a:lvl3pPr>
            <a:lvl4pPr lvl="3" algn="ctr">
              <a:lnSpc>
                <a:spcPct val="100000"/>
              </a:lnSpc>
              <a:spcBef>
                <a:spcPts val="0"/>
              </a:spcBef>
              <a:spcAft>
                <a:spcPts val="0"/>
              </a:spcAft>
              <a:buSzPts val="4800"/>
              <a:buNone/>
              <a:defRPr sz="4800"/>
            </a:lvl4pPr>
            <a:lvl5pPr lvl="4" algn="ctr">
              <a:lnSpc>
                <a:spcPct val="100000"/>
              </a:lnSpc>
              <a:spcBef>
                <a:spcPts val="0"/>
              </a:spcBef>
              <a:spcAft>
                <a:spcPts val="0"/>
              </a:spcAft>
              <a:buSzPts val="4800"/>
              <a:buNone/>
              <a:defRPr sz="4800"/>
            </a:lvl5pPr>
            <a:lvl6pPr lvl="5" algn="ctr">
              <a:lnSpc>
                <a:spcPct val="100000"/>
              </a:lnSpc>
              <a:spcBef>
                <a:spcPts val="0"/>
              </a:spcBef>
              <a:spcAft>
                <a:spcPts val="0"/>
              </a:spcAft>
              <a:buSzPts val="4800"/>
              <a:buNone/>
              <a:defRPr sz="4800"/>
            </a:lvl6pPr>
            <a:lvl7pPr lvl="6" algn="ctr">
              <a:lnSpc>
                <a:spcPct val="100000"/>
              </a:lnSpc>
              <a:spcBef>
                <a:spcPts val="0"/>
              </a:spcBef>
              <a:spcAft>
                <a:spcPts val="0"/>
              </a:spcAft>
              <a:buSzPts val="4800"/>
              <a:buNone/>
              <a:defRPr sz="4800"/>
            </a:lvl7pPr>
            <a:lvl8pPr lvl="7" algn="ctr">
              <a:lnSpc>
                <a:spcPct val="100000"/>
              </a:lnSpc>
              <a:spcBef>
                <a:spcPts val="0"/>
              </a:spcBef>
              <a:spcAft>
                <a:spcPts val="0"/>
              </a:spcAft>
              <a:buSzPts val="4800"/>
              <a:buNone/>
              <a:defRPr sz="4800"/>
            </a:lvl8pPr>
            <a:lvl9pPr lvl="8" algn="ctr">
              <a:lnSpc>
                <a:spcPct val="100000"/>
              </a:lnSpc>
              <a:spcBef>
                <a:spcPts val="0"/>
              </a:spcBef>
              <a:spcAft>
                <a:spcPts val="0"/>
              </a:spcAft>
              <a:buSzPts val="4800"/>
              <a:buNone/>
              <a:defRPr sz="4800"/>
            </a:lvl9pPr>
          </a:lstStyle>
          <a:p>
            <a:r>
              <a:t>xx%</a:t>
            </a:r>
          </a:p>
        </p:txBody>
      </p:sp>
    </p:spTree>
  </p:cSld>
  <p:clrMapOvr>
    <a:masterClrMapping/>
  </p:clrMapOvr>
</p:sldLayout>
</file>

<file path=ppt/slideLayouts/slideLayout1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2">
    <p:spTree>
      <p:nvGrpSpPr>
        <p:cNvPr id="8051" name="Shape 8051"/>
        <p:cNvGrpSpPr/>
        <p:nvPr/>
      </p:nvGrpSpPr>
      <p:grpSpPr>
        <a:xfrm>
          <a:off x="0" y="0"/>
          <a:ext cx="0" cy="0"/>
          <a:chOff x="0" y="0"/>
          <a:chExt cx="0" cy="0"/>
        </a:xfrm>
      </p:grpSpPr>
      <p:sp>
        <p:nvSpPr>
          <p:cNvPr id="8052" name="Google Shape;8052;p130"/>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
        <p:nvSpPr>
          <p:cNvPr id="8053" name="Google Shape;8053;p130"/>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130"/>
          <p:cNvSpPr/>
          <p:nvPr/>
        </p:nvSpPr>
        <p:spPr>
          <a:xfrm flipH="1">
            <a:off x="7770062" y="4806850"/>
            <a:ext cx="2872438" cy="136094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130"/>
          <p:cNvSpPr/>
          <p:nvPr/>
        </p:nvSpPr>
        <p:spPr>
          <a:xfrm rot="100">
            <a:off x="-274143" y="4769926"/>
            <a:ext cx="2084375" cy="452721"/>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56" name="Google Shape;8056;p130"/>
          <p:cNvGrpSpPr/>
          <p:nvPr/>
        </p:nvGrpSpPr>
        <p:grpSpPr>
          <a:xfrm flipH="1">
            <a:off x="-48291" y="4445541"/>
            <a:ext cx="1522802" cy="668193"/>
            <a:chOff x="8284835" y="1862888"/>
            <a:chExt cx="427165" cy="213583"/>
          </a:xfrm>
        </p:grpSpPr>
        <p:sp>
          <p:nvSpPr>
            <p:cNvPr id="8057" name="Google Shape;8057;p130"/>
            <p:cNvSpPr/>
            <p:nvPr/>
          </p:nvSpPr>
          <p:spPr>
            <a:xfrm>
              <a:off x="8284835" y="1862888"/>
              <a:ext cx="427165" cy="213583"/>
            </a:xfrm>
            <a:custGeom>
              <a:rect b="b" l="l" r="r" t="t"/>
              <a:pathLst>
                <a:path extrusionOk="0" h="4827" w="9654">
                  <a:moveTo>
                    <a:pt x="9653" y="0"/>
                  </a:moveTo>
                  <a:lnTo>
                    <a:pt x="8948" y="482"/>
                  </a:lnTo>
                  <a:cubicBezTo>
                    <a:pt x="8948" y="482"/>
                    <a:pt x="8774" y="656"/>
                    <a:pt x="8707" y="656"/>
                  </a:cubicBezTo>
                  <a:cubicBezTo>
                    <a:pt x="8688" y="656"/>
                    <a:pt x="8677" y="642"/>
                    <a:pt x="8681" y="607"/>
                  </a:cubicBezTo>
                  <a:cubicBezTo>
                    <a:pt x="8687" y="553"/>
                    <a:pt x="8657" y="536"/>
                    <a:pt x="8615" y="536"/>
                  </a:cubicBezTo>
                  <a:cubicBezTo>
                    <a:pt x="8530" y="536"/>
                    <a:pt x="8395" y="607"/>
                    <a:pt x="8395" y="607"/>
                  </a:cubicBezTo>
                  <a:lnTo>
                    <a:pt x="7780" y="1044"/>
                  </a:lnTo>
                  <a:lnTo>
                    <a:pt x="6941" y="1178"/>
                  </a:lnTo>
                  <a:lnTo>
                    <a:pt x="5505" y="1187"/>
                  </a:lnTo>
                  <a:lnTo>
                    <a:pt x="4863" y="1365"/>
                  </a:lnTo>
                  <a:lnTo>
                    <a:pt x="4318" y="1365"/>
                  </a:lnTo>
                  <a:lnTo>
                    <a:pt x="3712" y="1544"/>
                  </a:lnTo>
                  <a:cubicBezTo>
                    <a:pt x="3712" y="1544"/>
                    <a:pt x="3582" y="1520"/>
                    <a:pt x="3388" y="1520"/>
                  </a:cubicBezTo>
                  <a:cubicBezTo>
                    <a:pt x="3227" y="1520"/>
                    <a:pt x="3022" y="1536"/>
                    <a:pt x="2811" y="1597"/>
                  </a:cubicBezTo>
                  <a:cubicBezTo>
                    <a:pt x="2338" y="1740"/>
                    <a:pt x="1910" y="1776"/>
                    <a:pt x="1910" y="1776"/>
                  </a:cubicBezTo>
                  <a:lnTo>
                    <a:pt x="197" y="2150"/>
                  </a:lnTo>
                  <a:cubicBezTo>
                    <a:pt x="197" y="2150"/>
                    <a:pt x="1" y="2231"/>
                    <a:pt x="1044" y="2587"/>
                  </a:cubicBezTo>
                  <a:cubicBezTo>
                    <a:pt x="2498" y="3096"/>
                    <a:pt x="3587" y="2846"/>
                    <a:pt x="3774" y="3087"/>
                  </a:cubicBezTo>
                  <a:cubicBezTo>
                    <a:pt x="3962" y="3328"/>
                    <a:pt x="3863" y="3167"/>
                    <a:pt x="4113" y="3497"/>
                  </a:cubicBezTo>
                  <a:cubicBezTo>
                    <a:pt x="4363" y="3818"/>
                    <a:pt x="4292" y="3890"/>
                    <a:pt x="4684" y="3917"/>
                  </a:cubicBezTo>
                  <a:cubicBezTo>
                    <a:pt x="4815" y="3926"/>
                    <a:pt x="4929" y="3928"/>
                    <a:pt x="5023" y="3928"/>
                  </a:cubicBezTo>
                  <a:cubicBezTo>
                    <a:pt x="5210" y="3928"/>
                    <a:pt x="5318" y="3917"/>
                    <a:pt x="5318" y="3917"/>
                  </a:cubicBezTo>
                  <a:lnTo>
                    <a:pt x="5790" y="3863"/>
                  </a:lnTo>
                  <a:lnTo>
                    <a:pt x="6040" y="3917"/>
                  </a:lnTo>
                  <a:cubicBezTo>
                    <a:pt x="6040" y="3917"/>
                    <a:pt x="6352" y="4131"/>
                    <a:pt x="6629" y="4175"/>
                  </a:cubicBezTo>
                  <a:cubicBezTo>
                    <a:pt x="6672" y="4184"/>
                    <a:pt x="6701" y="4187"/>
                    <a:pt x="6720" y="4187"/>
                  </a:cubicBezTo>
                  <a:cubicBezTo>
                    <a:pt x="6782" y="4187"/>
                    <a:pt x="6748" y="4155"/>
                    <a:pt x="6759" y="4155"/>
                  </a:cubicBezTo>
                  <a:lnTo>
                    <a:pt x="6759" y="4155"/>
                  </a:lnTo>
                  <a:cubicBezTo>
                    <a:pt x="6767" y="4155"/>
                    <a:pt x="6798" y="4172"/>
                    <a:pt x="6905" y="4229"/>
                  </a:cubicBezTo>
                  <a:cubicBezTo>
                    <a:pt x="7218" y="4380"/>
                    <a:pt x="7405" y="4452"/>
                    <a:pt x="7405" y="4452"/>
                  </a:cubicBezTo>
                  <a:cubicBezTo>
                    <a:pt x="7405" y="4452"/>
                    <a:pt x="7905" y="4505"/>
                    <a:pt x="8154" y="4568"/>
                  </a:cubicBezTo>
                  <a:cubicBezTo>
                    <a:pt x="8413" y="4630"/>
                    <a:pt x="8681" y="4666"/>
                    <a:pt x="8681" y="4666"/>
                  </a:cubicBezTo>
                  <a:lnTo>
                    <a:pt x="9653" y="4827"/>
                  </a:lnTo>
                  <a:lnTo>
                    <a:pt x="965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130"/>
            <p:cNvSpPr/>
            <p:nvPr/>
          </p:nvSpPr>
          <p:spPr>
            <a:xfrm>
              <a:off x="8454567" y="1962751"/>
              <a:ext cx="257432" cy="113716"/>
            </a:xfrm>
            <a:custGeom>
              <a:rect b="b" l="l" r="r" t="t"/>
              <a:pathLst>
                <a:path extrusionOk="0" h="2570" w="5818">
                  <a:moveTo>
                    <a:pt x="5817" y="0"/>
                  </a:moveTo>
                  <a:lnTo>
                    <a:pt x="5202" y="152"/>
                  </a:lnTo>
                  <a:lnTo>
                    <a:pt x="4809" y="411"/>
                  </a:lnTo>
                  <a:lnTo>
                    <a:pt x="4399" y="500"/>
                  </a:lnTo>
                  <a:lnTo>
                    <a:pt x="4006" y="830"/>
                  </a:lnTo>
                  <a:cubicBezTo>
                    <a:pt x="4006" y="830"/>
                    <a:pt x="3911" y="850"/>
                    <a:pt x="3781" y="850"/>
                  </a:cubicBezTo>
                  <a:cubicBezTo>
                    <a:pt x="3717" y="850"/>
                    <a:pt x="3643" y="845"/>
                    <a:pt x="3569" y="830"/>
                  </a:cubicBezTo>
                  <a:cubicBezTo>
                    <a:pt x="3426" y="796"/>
                    <a:pt x="3246" y="780"/>
                    <a:pt x="3042" y="780"/>
                  </a:cubicBezTo>
                  <a:cubicBezTo>
                    <a:pt x="2927" y="780"/>
                    <a:pt x="2805" y="785"/>
                    <a:pt x="2677" y="794"/>
                  </a:cubicBezTo>
                  <a:cubicBezTo>
                    <a:pt x="2363" y="817"/>
                    <a:pt x="2417" y="919"/>
                    <a:pt x="2416" y="919"/>
                  </a:cubicBezTo>
                  <a:cubicBezTo>
                    <a:pt x="2416" y="919"/>
                    <a:pt x="2414" y="917"/>
                    <a:pt x="2409" y="910"/>
                  </a:cubicBezTo>
                  <a:cubicBezTo>
                    <a:pt x="2405" y="906"/>
                    <a:pt x="2401" y="905"/>
                    <a:pt x="2395" y="905"/>
                  </a:cubicBezTo>
                  <a:cubicBezTo>
                    <a:pt x="2338" y="905"/>
                    <a:pt x="2204" y="1098"/>
                    <a:pt x="2204" y="1098"/>
                  </a:cubicBezTo>
                  <a:cubicBezTo>
                    <a:pt x="2204" y="1098"/>
                    <a:pt x="2052" y="1089"/>
                    <a:pt x="1847" y="1053"/>
                  </a:cubicBezTo>
                  <a:cubicBezTo>
                    <a:pt x="1788" y="1046"/>
                    <a:pt x="1746" y="1042"/>
                    <a:pt x="1710" y="1042"/>
                  </a:cubicBezTo>
                  <a:cubicBezTo>
                    <a:pt x="1618" y="1042"/>
                    <a:pt x="1577" y="1065"/>
                    <a:pt x="1428" y="1098"/>
                  </a:cubicBezTo>
                  <a:cubicBezTo>
                    <a:pt x="1223" y="1133"/>
                    <a:pt x="1080" y="1231"/>
                    <a:pt x="1080" y="1231"/>
                  </a:cubicBezTo>
                  <a:lnTo>
                    <a:pt x="946" y="1312"/>
                  </a:lnTo>
                  <a:lnTo>
                    <a:pt x="1" y="910"/>
                  </a:lnTo>
                  <a:lnTo>
                    <a:pt x="1" y="910"/>
                  </a:lnTo>
                  <a:cubicBezTo>
                    <a:pt x="99" y="1035"/>
                    <a:pt x="63" y="955"/>
                    <a:pt x="277" y="1240"/>
                  </a:cubicBezTo>
                  <a:cubicBezTo>
                    <a:pt x="527" y="1561"/>
                    <a:pt x="456" y="1633"/>
                    <a:pt x="848" y="1660"/>
                  </a:cubicBezTo>
                  <a:cubicBezTo>
                    <a:pt x="979" y="1669"/>
                    <a:pt x="1093" y="1671"/>
                    <a:pt x="1187" y="1671"/>
                  </a:cubicBezTo>
                  <a:cubicBezTo>
                    <a:pt x="1374" y="1671"/>
                    <a:pt x="1482" y="1660"/>
                    <a:pt x="1482" y="1660"/>
                  </a:cubicBezTo>
                  <a:lnTo>
                    <a:pt x="1954" y="1606"/>
                  </a:lnTo>
                  <a:lnTo>
                    <a:pt x="2204" y="1660"/>
                  </a:lnTo>
                  <a:cubicBezTo>
                    <a:pt x="2204" y="1660"/>
                    <a:pt x="2516" y="1874"/>
                    <a:pt x="2793" y="1918"/>
                  </a:cubicBezTo>
                  <a:cubicBezTo>
                    <a:pt x="2836" y="1927"/>
                    <a:pt x="2865" y="1930"/>
                    <a:pt x="2884" y="1930"/>
                  </a:cubicBezTo>
                  <a:cubicBezTo>
                    <a:pt x="2946" y="1930"/>
                    <a:pt x="2912" y="1898"/>
                    <a:pt x="2923" y="1898"/>
                  </a:cubicBezTo>
                  <a:lnTo>
                    <a:pt x="2923" y="1898"/>
                  </a:lnTo>
                  <a:cubicBezTo>
                    <a:pt x="2931" y="1898"/>
                    <a:pt x="2962" y="1915"/>
                    <a:pt x="3069" y="1972"/>
                  </a:cubicBezTo>
                  <a:cubicBezTo>
                    <a:pt x="3382" y="2123"/>
                    <a:pt x="3569" y="2195"/>
                    <a:pt x="3569" y="2195"/>
                  </a:cubicBezTo>
                  <a:cubicBezTo>
                    <a:pt x="3569" y="2195"/>
                    <a:pt x="4069" y="2248"/>
                    <a:pt x="4318" y="2311"/>
                  </a:cubicBezTo>
                  <a:cubicBezTo>
                    <a:pt x="4577" y="2373"/>
                    <a:pt x="4845" y="2409"/>
                    <a:pt x="4845" y="2409"/>
                  </a:cubicBezTo>
                  <a:lnTo>
                    <a:pt x="5817" y="2570"/>
                  </a:lnTo>
                  <a:lnTo>
                    <a:pt x="5817"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130"/>
            <p:cNvSpPr/>
            <p:nvPr/>
          </p:nvSpPr>
          <p:spPr>
            <a:xfrm>
              <a:off x="8293508" y="1862888"/>
              <a:ext cx="418493" cy="100176"/>
            </a:xfrm>
            <a:custGeom>
              <a:rect b="b" l="l" r="r" t="t"/>
              <a:pathLst>
                <a:path extrusionOk="0" h="2264" w="9458">
                  <a:moveTo>
                    <a:pt x="9457" y="0"/>
                  </a:moveTo>
                  <a:lnTo>
                    <a:pt x="8752" y="482"/>
                  </a:lnTo>
                  <a:cubicBezTo>
                    <a:pt x="8752" y="482"/>
                    <a:pt x="8578" y="656"/>
                    <a:pt x="8511" y="656"/>
                  </a:cubicBezTo>
                  <a:cubicBezTo>
                    <a:pt x="8492" y="656"/>
                    <a:pt x="8481" y="642"/>
                    <a:pt x="8485" y="607"/>
                  </a:cubicBezTo>
                  <a:cubicBezTo>
                    <a:pt x="8491" y="553"/>
                    <a:pt x="8461" y="536"/>
                    <a:pt x="8419" y="536"/>
                  </a:cubicBezTo>
                  <a:cubicBezTo>
                    <a:pt x="8334" y="536"/>
                    <a:pt x="8199" y="607"/>
                    <a:pt x="8199" y="607"/>
                  </a:cubicBezTo>
                  <a:lnTo>
                    <a:pt x="7584" y="1044"/>
                  </a:lnTo>
                  <a:lnTo>
                    <a:pt x="6745" y="1178"/>
                  </a:lnTo>
                  <a:lnTo>
                    <a:pt x="5309" y="1187"/>
                  </a:lnTo>
                  <a:lnTo>
                    <a:pt x="4667" y="1365"/>
                  </a:lnTo>
                  <a:lnTo>
                    <a:pt x="4122" y="1365"/>
                  </a:lnTo>
                  <a:lnTo>
                    <a:pt x="3516" y="1544"/>
                  </a:lnTo>
                  <a:cubicBezTo>
                    <a:pt x="3516" y="1544"/>
                    <a:pt x="3386" y="1520"/>
                    <a:pt x="3192" y="1520"/>
                  </a:cubicBezTo>
                  <a:cubicBezTo>
                    <a:pt x="3031" y="1520"/>
                    <a:pt x="2826" y="1536"/>
                    <a:pt x="2615" y="1597"/>
                  </a:cubicBezTo>
                  <a:cubicBezTo>
                    <a:pt x="2142" y="1740"/>
                    <a:pt x="1714" y="1776"/>
                    <a:pt x="1714" y="1776"/>
                  </a:cubicBezTo>
                  <a:lnTo>
                    <a:pt x="1" y="2150"/>
                  </a:lnTo>
                  <a:lnTo>
                    <a:pt x="170" y="2239"/>
                  </a:lnTo>
                  <a:cubicBezTo>
                    <a:pt x="170" y="2239"/>
                    <a:pt x="262" y="2263"/>
                    <a:pt x="341" y="2263"/>
                  </a:cubicBezTo>
                  <a:cubicBezTo>
                    <a:pt x="380" y="2263"/>
                    <a:pt x="417" y="2257"/>
                    <a:pt x="438" y="2239"/>
                  </a:cubicBezTo>
                  <a:cubicBezTo>
                    <a:pt x="500" y="2186"/>
                    <a:pt x="1098" y="2150"/>
                    <a:pt x="1098" y="2150"/>
                  </a:cubicBezTo>
                  <a:lnTo>
                    <a:pt x="1508" y="2052"/>
                  </a:lnTo>
                  <a:lnTo>
                    <a:pt x="1919" y="1972"/>
                  </a:lnTo>
                  <a:cubicBezTo>
                    <a:pt x="1919" y="1972"/>
                    <a:pt x="2133" y="1918"/>
                    <a:pt x="2258" y="1874"/>
                  </a:cubicBezTo>
                  <a:cubicBezTo>
                    <a:pt x="2315" y="1853"/>
                    <a:pt x="2399" y="1848"/>
                    <a:pt x="2474" y="1848"/>
                  </a:cubicBezTo>
                  <a:cubicBezTo>
                    <a:pt x="2564" y="1848"/>
                    <a:pt x="2641" y="1856"/>
                    <a:pt x="2641" y="1856"/>
                  </a:cubicBezTo>
                  <a:lnTo>
                    <a:pt x="3302" y="1972"/>
                  </a:lnTo>
                  <a:lnTo>
                    <a:pt x="3685" y="1865"/>
                  </a:lnTo>
                  <a:lnTo>
                    <a:pt x="4015" y="1749"/>
                  </a:lnTo>
                  <a:lnTo>
                    <a:pt x="4354" y="1686"/>
                  </a:lnTo>
                  <a:lnTo>
                    <a:pt x="4961" y="1722"/>
                  </a:lnTo>
                  <a:lnTo>
                    <a:pt x="5353" y="1740"/>
                  </a:lnTo>
                  <a:lnTo>
                    <a:pt x="5737" y="1642"/>
                  </a:lnTo>
                  <a:lnTo>
                    <a:pt x="6112" y="1642"/>
                  </a:lnTo>
                  <a:lnTo>
                    <a:pt x="6469" y="1829"/>
                  </a:lnTo>
                  <a:lnTo>
                    <a:pt x="6870" y="1776"/>
                  </a:lnTo>
                  <a:lnTo>
                    <a:pt x="7120" y="1695"/>
                  </a:lnTo>
                  <a:lnTo>
                    <a:pt x="7949" y="1472"/>
                  </a:lnTo>
                  <a:lnTo>
                    <a:pt x="8404" y="1356"/>
                  </a:lnTo>
                  <a:lnTo>
                    <a:pt x="8485" y="1214"/>
                  </a:lnTo>
                  <a:cubicBezTo>
                    <a:pt x="8485" y="1214"/>
                    <a:pt x="8529" y="1169"/>
                    <a:pt x="8485" y="1098"/>
                  </a:cubicBezTo>
                  <a:cubicBezTo>
                    <a:pt x="8449" y="1026"/>
                    <a:pt x="8574" y="973"/>
                    <a:pt x="8690" y="839"/>
                  </a:cubicBezTo>
                  <a:cubicBezTo>
                    <a:pt x="8729" y="794"/>
                    <a:pt x="8756" y="779"/>
                    <a:pt x="8776" y="779"/>
                  </a:cubicBezTo>
                  <a:cubicBezTo>
                    <a:pt x="8816" y="779"/>
                    <a:pt x="8824" y="839"/>
                    <a:pt x="8824" y="839"/>
                  </a:cubicBezTo>
                  <a:cubicBezTo>
                    <a:pt x="8824" y="839"/>
                    <a:pt x="8894" y="853"/>
                    <a:pt x="8981" y="853"/>
                  </a:cubicBezTo>
                  <a:cubicBezTo>
                    <a:pt x="9060" y="853"/>
                    <a:pt x="9152" y="841"/>
                    <a:pt x="9216" y="794"/>
                  </a:cubicBezTo>
                  <a:cubicBezTo>
                    <a:pt x="9350" y="696"/>
                    <a:pt x="9270" y="634"/>
                    <a:pt x="9314" y="384"/>
                  </a:cubicBezTo>
                  <a:cubicBezTo>
                    <a:pt x="9350" y="134"/>
                    <a:pt x="9457" y="0"/>
                    <a:pt x="9457"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60" name="Google Shape;8060;p130"/>
          <p:cNvSpPr/>
          <p:nvPr/>
        </p:nvSpPr>
        <p:spPr>
          <a:xfrm flipH="1">
            <a:off x="8282464" y="4774361"/>
            <a:ext cx="861477" cy="455470"/>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1" name="Google Shape;8061;p130"/>
          <p:cNvGrpSpPr/>
          <p:nvPr/>
        </p:nvGrpSpPr>
        <p:grpSpPr>
          <a:xfrm flipH="1">
            <a:off x="8462695" y="4054124"/>
            <a:ext cx="681308" cy="1095699"/>
            <a:chOff x="1352322" y="1338997"/>
            <a:chExt cx="415457" cy="676942"/>
          </a:xfrm>
        </p:grpSpPr>
        <p:sp>
          <p:nvSpPr>
            <p:cNvPr id="8062" name="Google Shape;8062;p130"/>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130"/>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130"/>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130"/>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130"/>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130"/>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130"/>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130"/>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130"/>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130"/>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130"/>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130"/>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130"/>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5" name="Google Shape;8075;p130"/>
          <p:cNvGrpSpPr/>
          <p:nvPr/>
        </p:nvGrpSpPr>
        <p:grpSpPr>
          <a:xfrm>
            <a:off x="8038697" y="4660899"/>
            <a:ext cx="616420" cy="452825"/>
            <a:chOff x="6123718" y="525411"/>
            <a:chExt cx="1395563" cy="1024955"/>
          </a:xfrm>
        </p:grpSpPr>
        <p:grpSp>
          <p:nvGrpSpPr>
            <p:cNvPr id="8076" name="Google Shape;8076;p130"/>
            <p:cNvGrpSpPr/>
            <p:nvPr/>
          </p:nvGrpSpPr>
          <p:grpSpPr>
            <a:xfrm flipH="1">
              <a:off x="6123718" y="525411"/>
              <a:ext cx="1395563" cy="1024955"/>
              <a:chOff x="1696430" y="1591394"/>
              <a:chExt cx="279683" cy="208092"/>
            </a:xfrm>
          </p:grpSpPr>
          <p:sp>
            <p:nvSpPr>
              <p:cNvPr id="8077" name="Google Shape;8077;p130"/>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130"/>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130"/>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130"/>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130"/>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130"/>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130"/>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130"/>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130"/>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130"/>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130"/>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88" name="Google Shape;8088;p130"/>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89" name="Google Shape;8089;p130"/>
          <p:cNvSpPr/>
          <p:nvPr/>
        </p:nvSpPr>
        <p:spPr>
          <a:xfrm flipH="1">
            <a:off x="7779947" y="3182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130"/>
          <p:cNvSpPr/>
          <p:nvPr/>
        </p:nvSpPr>
        <p:spPr>
          <a:xfrm flipH="1">
            <a:off x="8488479" y="244204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130"/>
          <p:cNvSpPr/>
          <p:nvPr/>
        </p:nvSpPr>
        <p:spPr>
          <a:xfrm flipH="1">
            <a:off x="-302196" y="175007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2_1">
    <p:spTree>
      <p:nvGrpSpPr>
        <p:cNvPr id="8092" name="Shape 8092"/>
        <p:cNvGrpSpPr/>
        <p:nvPr/>
      </p:nvGrpSpPr>
      <p:grpSpPr>
        <a:xfrm>
          <a:off x="0" y="0"/>
          <a:ext cx="0" cy="0"/>
          <a:chOff x="0" y="0"/>
          <a:chExt cx="0" cy="0"/>
        </a:xfrm>
      </p:grpSpPr>
      <p:sp>
        <p:nvSpPr>
          <p:cNvPr id="8093" name="Google Shape;8093;p131"/>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131"/>
          <p:cNvSpPr/>
          <p:nvPr/>
        </p:nvSpPr>
        <p:spPr>
          <a:xfrm flipH="1">
            <a:off x="7929862" y="4570200"/>
            <a:ext cx="2872438" cy="136094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131"/>
          <p:cNvSpPr/>
          <p:nvPr/>
        </p:nvSpPr>
        <p:spPr>
          <a:xfrm flipH="1">
            <a:off x="-266407" y="4852500"/>
            <a:ext cx="9676842" cy="289832"/>
          </a:xfrm>
          <a:custGeom>
            <a:rect b="b" l="l" r="r" t="t"/>
            <a:pathLst>
              <a:path extrusionOk="0" h="9234" w="27897">
                <a:moveTo>
                  <a:pt x="14337" y="0"/>
                </a:moveTo>
                <a:cubicBezTo>
                  <a:pt x="14337" y="0"/>
                  <a:pt x="12053" y="402"/>
                  <a:pt x="13222" y="633"/>
                </a:cubicBezTo>
                <a:cubicBezTo>
                  <a:pt x="14391" y="857"/>
                  <a:pt x="13704" y="1276"/>
                  <a:pt x="11001" y="1419"/>
                </a:cubicBezTo>
                <a:cubicBezTo>
                  <a:pt x="8289" y="1561"/>
                  <a:pt x="8164" y="2204"/>
                  <a:pt x="9529" y="2346"/>
                </a:cubicBezTo>
                <a:cubicBezTo>
                  <a:pt x="10885" y="2489"/>
                  <a:pt x="4131" y="3470"/>
                  <a:pt x="5808" y="4006"/>
                </a:cubicBezTo>
                <a:cubicBezTo>
                  <a:pt x="7495" y="4550"/>
                  <a:pt x="4961" y="5040"/>
                  <a:pt x="3257" y="5272"/>
                </a:cubicBezTo>
                <a:cubicBezTo>
                  <a:pt x="1553" y="5504"/>
                  <a:pt x="1375" y="6040"/>
                  <a:pt x="2365" y="6227"/>
                </a:cubicBezTo>
                <a:cubicBezTo>
                  <a:pt x="3355" y="6414"/>
                  <a:pt x="1" y="7271"/>
                  <a:pt x="1" y="7271"/>
                </a:cubicBezTo>
                <a:lnTo>
                  <a:pt x="1" y="9233"/>
                </a:lnTo>
                <a:lnTo>
                  <a:pt x="27897" y="9233"/>
                </a:lnTo>
                <a:lnTo>
                  <a:pt x="27897" y="7137"/>
                </a:lnTo>
                <a:cubicBezTo>
                  <a:pt x="27897" y="7137"/>
                  <a:pt x="23472" y="6361"/>
                  <a:pt x="24445" y="5504"/>
                </a:cubicBezTo>
                <a:cubicBezTo>
                  <a:pt x="25417" y="4648"/>
                  <a:pt x="20171" y="4434"/>
                  <a:pt x="21340" y="3925"/>
                </a:cubicBezTo>
                <a:cubicBezTo>
                  <a:pt x="22500" y="3417"/>
                  <a:pt x="21893" y="2917"/>
                  <a:pt x="20912" y="2721"/>
                </a:cubicBezTo>
                <a:cubicBezTo>
                  <a:pt x="19939" y="2534"/>
                  <a:pt x="18780" y="2034"/>
                  <a:pt x="19422" y="1481"/>
                </a:cubicBezTo>
                <a:cubicBezTo>
                  <a:pt x="20055" y="928"/>
                  <a:pt x="19288" y="732"/>
                  <a:pt x="18512" y="491"/>
                </a:cubicBezTo>
                <a:cubicBezTo>
                  <a:pt x="17727" y="259"/>
                  <a:pt x="18637" y="0"/>
                  <a:pt x="18637"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131"/>
          <p:cNvSpPr/>
          <p:nvPr/>
        </p:nvSpPr>
        <p:spPr>
          <a:xfrm flipH="1" rot="-517971">
            <a:off x="-642987" y="4698288"/>
            <a:ext cx="1482423" cy="380966"/>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97" name="Google Shape;8097;p131"/>
          <p:cNvGrpSpPr/>
          <p:nvPr/>
        </p:nvGrpSpPr>
        <p:grpSpPr>
          <a:xfrm>
            <a:off x="-340785" y="3600346"/>
            <a:ext cx="1043741" cy="1287607"/>
            <a:chOff x="4171005" y="1331224"/>
            <a:chExt cx="356505" cy="439757"/>
          </a:xfrm>
        </p:grpSpPr>
        <p:sp>
          <p:nvSpPr>
            <p:cNvPr id="8098" name="Google Shape;8098;p131"/>
            <p:cNvSpPr/>
            <p:nvPr/>
          </p:nvSpPr>
          <p:spPr>
            <a:xfrm>
              <a:off x="4171005" y="1331224"/>
              <a:ext cx="356505" cy="439757"/>
            </a:xfrm>
            <a:custGeom>
              <a:rect b="b" l="l" r="r" t="t"/>
              <a:pathLst>
                <a:path extrusionOk="0" h="12107" w="9815">
                  <a:moveTo>
                    <a:pt x="3337" y="0"/>
                  </a:moveTo>
                  <a:lnTo>
                    <a:pt x="2320" y="464"/>
                  </a:lnTo>
                  <a:lnTo>
                    <a:pt x="2320" y="2525"/>
                  </a:lnTo>
                  <a:lnTo>
                    <a:pt x="1562" y="2257"/>
                  </a:lnTo>
                  <a:lnTo>
                    <a:pt x="964" y="2793"/>
                  </a:lnTo>
                  <a:lnTo>
                    <a:pt x="1152" y="5505"/>
                  </a:lnTo>
                  <a:lnTo>
                    <a:pt x="920" y="7182"/>
                  </a:lnTo>
                  <a:lnTo>
                    <a:pt x="1152" y="9510"/>
                  </a:lnTo>
                  <a:lnTo>
                    <a:pt x="1" y="11152"/>
                  </a:lnTo>
                  <a:lnTo>
                    <a:pt x="3266" y="11152"/>
                  </a:lnTo>
                  <a:lnTo>
                    <a:pt x="4238" y="11571"/>
                  </a:lnTo>
                  <a:lnTo>
                    <a:pt x="5282" y="11571"/>
                  </a:lnTo>
                  <a:lnTo>
                    <a:pt x="5452" y="12106"/>
                  </a:lnTo>
                  <a:lnTo>
                    <a:pt x="6522" y="12106"/>
                  </a:lnTo>
                  <a:lnTo>
                    <a:pt x="7352" y="11036"/>
                  </a:lnTo>
                  <a:lnTo>
                    <a:pt x="9814" y="11036"/>
                  </a:lnTo>
                  <a:lnTo>
                    <a:pt x="9814" y="9831"/>
                  </a:lnTo>
                  <a:lnTo>
                    <a:pt x="9341" y="9394"/>
                  </a:lnTo>
                  <a:lnTo>
                    <a:pt x="9341" y="8404"/>
                  </a:lnTo>
                  <a:lnTo>
                    <a:pt x="8467" y="6530"/>
                  </a:lnTo>
                  <a:lnTo>
                    <a:pt x="8369" y="5005"/>
                  </a:lnTo>
                  <a:lnTo>
                    <a:pt x="7138" y="3515"/>
                  </a:lnTo>
                  <a:lnTo>
                    <a:pt x="5407" y="304"/>
                  </a:lnTo>
                  <a:lnTo>
                    <a:pt x="4595" y="464"/>
                  </a:lnTo>
                  <a:lnTo>
                    <a:pt x="333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131"/>
            <p:cNvSpPr/>
            <p:nvPr/>
          </p:nvSpPr>
          <p:spPr>
            <a:xfrm>
              <a:off x="4345021" y="1403794"/>
              <a:ext cx="149431" cy="367184"/>
            </a:xfrm>
            <a:custGeom>
              <a:rect b="b" l="l" r="r" t="t"/>
              <a:pathLst>
                <a:path extrusionOk="0" h="10109" w="4114">
                  <a:moveTo>
                    <a:pt x="652" y="1"/>
                  </a:moveTo>
                  <a:lnTo>
                    <a:pt x="652" y="1669"/>
                  </a:lnTo>
                  <a:lnTo>
                    <a:pt x="1116" y="2266"/>
                  </a:lnTo>
                  <a:lnTo>
                    <a:pt x="741" y="2882"/>
                  </a:lnTo>
                  <a:lnTo>
                    <a:pt x="910" y="3890"/>
                  </a:lnTo>
                  <a:lnTo>
                    <a:pt x="812" y="5059"/>
                  </a:lnTo>
                  <a:lnTo>
                    <a:pt x="982" y="5862"/>
                  </a:lnTo>
                  <a:lnTo>
                    <a:pt x="812" y="6682"/>
                  </a:lnTo>
                  <a:lnTo>
                    <a:pt x="277" y="7325"/>
                  </a:lnTo>
                  <a:lnTo>
                    <a:pt x="224" y="9038"/>
                  </a:lnTo>
                  <a:lnTo>
                    <a:pt x="1" y="9573"/>
                  </a:lnTo>
                  <a:lnTo>
                    <a:pt x="491" y="9573"/>
                  </a:lnTo>
                  <a:lnTo>
                    <a:pt x="661" y="10108"/>
                  </a:lnTo>
                  <a:lnTo>
                    <a:pt x="1731" y="10108"/>
                  </a:lnTo>
                  <a:lnTo>
                    <a:pt x="2561" y="9038"/>
                  </a:lnTo>
                  <a:lnTo>
                    <a:pt x="4113" y="9038"/>
                  </a:lnTo>
                  <a:lnTo>
                    <a:pt x="3765" y="8172"/>
                  </a:lnTo>
                  <a:lnTo>
                    <a:pt x="3846" y="6798"/>
                  </a:lnTo>
                  <a:cubicBezTo>
                    <a:pt x="3846" y="6798"/>
                    <a:pt x="2855" y="5879"/>
                    <a:pt x="2846" y="5835"/>
                  </a:cubicBezTo>
                  <a:cubicBezTo>
                    <a:pt x="2837" y="5790"/>
                    <a:pt x="2846" y="4961"/>
                    <a:pt x="2846" y="4961"/>
                  </a:cubicBezTo>
                  <a:lnTo>
                    <a:pt x="2418" y="4185"/>
                  </a:lnTo>
                  <a:lnTo>
                    <a:pt x="1990" y="2391"/>
                  </a:lnTo>
                  <a:lnTo>
                    <a:pt x="946" y="1214"/>
                  </a:lnTo>
                  <a:lnTo>
                    <a:pt x="652"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131"/>
            <p:cNvSpPr/>
            <p:nvPr/>
          </p:nvSpPr>
          <p:spPr>
            <a:xfrm>
              <a:off x="4430230" y="1458893"/>
              <a:ext cx="97272" cy="237549"/>
            </a:xfrm>
            <a:custGeom>
              <a:rect b="b" l="l" r="r" t="t"/>
              <a:pathLst>
                <a:path extrusionOk="0" h="6540" w="2678">
                  <a:moveTo>
                    <a:pt x="1" y="0"/>
                  </a:moveTo>
                  <a:lnTo>
                    <a:pt x="661" y="1490"/>
                  </a:lnTo>
                  <a:lnTo>
                    <a:pt x="982" y="1775"/>
                  </a:lnTo>
                  <a:lnTo>
                    <a:pt x="697" y="2926"/>
                  </a:lnTo>
                  <a:lnTo>
                    <a:pt x="1401" y="3872"/>
                  </a:lnTo>
                  <a:lnTo>
                    <a:pt x="1357" y="4505"/>
                  </a:lnTo>
                  <a:lnTo>
                    <a:pt x="1803" y="4844"/>
                  </a:lnTo>
                  <a:lnTo>
                    <a:pt x="2035" y="5879"/>
                  </a:lnTo>
                  <a:lnTo>
                    <a:pt x="1999" y="6405"/>
                  </a:lnTo>
                  <a:lnTo>
                    <a:pt x="2677" y="6539"/>
                  </a:lnTo>
                  <a:lnTo>
                    <a:pt x="2677" y="6316"/>
                  </a:lnTo>
                  <a:lnTo>
                    <a:pt x="2204" y="5879"/>
                  </a:lnTo>
                  <a:lnTo>
                    <a:pt x="2204" y="4889"/>
                  </a:lnTo>
                  <a:lnTo>
                    <a:pt x="1330" y="3015"/>
                  </a:lnTo>
                  <a:lnTo>
                    <a:pt x="1276" y="2257"/>
                  </a:lnTo>
                  <a:lnTo>
                    <a:pt x="1232" y="1490"/>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131"/>
            <p:cNvSpPr/>
            <p:nvPr/>
          </p:nvSpPr>
          <p:spPr>
            <a:xfrm>
              <a:off x="4255270" y="1331224"/>
              <a:ext cx="112164" cy="220042"/>
            </a:xfrm>
            <a:custGeom>
              <a:rect b="b" l="l" r="r" t="t"/>
              <a:pathLst>
                <a:path extrusionOk="0" h="6058" w="3088">
                  <a:moveTo>
                    <a:pt x="1017" y="0"/>
                  </a:moveTo>
                  <a:lnTo>
                    <a:pt x="0" y="464"/>
                  </a:lnTo>
                  <a:lnTo>
                    <a:pt x="330" y="955"/>
                  </a:lnTo>
                  <a:lnTo>
                    <a:pt x="1008" y="1044"/>
                  </a:lnTo>
                  <a:lnTo>
                    <a:pt x="1740" y="2338"/>
                  </a:lnTo>
                  <a:lnTo>
                    <a:pt x="1571" y="3738"/>
                  </a:lnTo>
                  <a:cubicBezTo>
                    <a:pt x="1571" y="3738"/>
                    <a:pt x="2637" y="6058"/>
                    <a:pt x="2641" y="6058"/>
                  </a:cubicBezTo>
                  <a:cubicBezTo>
                    <a:pt x="2641" y="6058"/>
                    <a:pt x="2641" y="6058"/>
                    <a:pt x="2641" y="6058"/>
                  </a:cubicBezTo>
                  <a:cubicBezTo>
                    <a:pt x="2641" y="6040"/>
                    <a:pt x="2043" y="3631"/>
                    <a:pt x="2025" y="3542"/>
                  </a:cubicBezTo>
                  <a:cubicBezTo>
                    <a:pt x="2017" y="3453"/>
                    <a:pt x="2454" y="2320"/>
                    <a:pt x="2454" y="2320"/>
                  </a:cubicBezTo>
                  <a:lnTo>
                    <a:pt x="2382" y="1704"/>
                  </a:lnTo>
                  <a:lnTo>
                    <a:pt x="3087" y="304"/>
                  </a:lnTo>
                  <a:lnTo>
                    <a:pt x="2275" y="464"/>
                  </a:lnTo>
                  <a:lnTo>
                    <a:pt x="1017"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131"/>
            <p:cNvSpPr/>
            <p:nvPr/>
          </p:nvSpPr>
          <p:spPr>
            <a:xfrm>
              <a:off x="4206019" y="1413201"/>
              <a:ext cx="76495" cy="154915"/>
            </a:xfrm>
            <a:custGeom>
              <a:rect b="b" l="l" r="r" t="t"/>
              <a:pathLst>
                <a:path extrusionOk="0" h="4265" w="2106">
                  <a:moveTo>
                    <a:pt x="598" y="0"/>
                  </a:moveTo>
                  <a:lnTo>
                    <a:pt x="0" y="536"/>
                  </a:lnTo>
                  <a:lnTo>
                    <a:pt x="0" y="536"/>
                  </a:lnTo>
                  <a:lnTo>
                    <a:pt x="812" y="393"/>
                  </a:lnTo>
                  <a:lnTo>
                    <a:pt x="1740" y="1767"/>
                  </a:lnTo>
                  <a:lnTo>
                    <a:pt x="2106" y="4265"/>
                  </a:lnTo>
                  <a:lnTo>
                    <a:pt x="2106" y="1883"/>
                  </a:lnTo>
                  <a:lnTo>
                    <a:pt x="1356" y="268"/>
                  </a:lnTo>
                  <a:lnTo>
                    <a:pt x="598"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131"/>
            <p:cNvSpPr/>
            <p:nvPr/>
          </p:nvSpPr>
          <p:spPr>
            <a:xfrm>
              <a:off x="4367394" y="1342229"/>
              <a:ext cx="62874" cy="116704"/>
            </a:xfrm>
            <a:custGeom>
              <a:rect b="b" l="l" r="r" t="t"/>
              <a:pathLst>
                <a:path extrusionOk="0" h="3213" w="1731">
                  <a:moveTo>
                    <a:pt x="0" y="1"/>
                  </a:moveTo>
                  <a:lnTo>
                    <a:pt x="803" y="2605"/>
                  </a:lnTo>
                  <a:lnTo>
                    <a:pt x="1731" y="3212"/>
                  </a:lnTo>
                  <a:lnTo>
                    <a:pt x="0" y="1"/>
                  </a:lnTo>
                  <a:close/>
                  <a:moveTo>
                    <a:pt x="1731" y="3212"/>
                  </a:moveTo>
                  <a:lnTo>
                    <a:pt x="1731" y="3212"/>
                  </a:lnTo>
                  <a:lnTo>
                    <a:pt x="1731" y="3212"/>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131"/>
            <p:cNvSpPr/>
            <p:nvPr/>
          </p:nvSpPr>
          <p:spPr>
            <a:xfrm>
              <a:off x="4362854" y="1675659"/>
              <a:ext cx="11696" cy="95310"/>
            </a:xfrm>
            <a:custGeom>
              <a:rect b="b" l="l" r="r" t="t"/>
              <a:pathLst>
                <a:path extrusionOk="0" h="2624" w="322">
                  <a:moveTo>
                    <a:pt x="321" y="0"/>
                  </a:moveTo>
                  <a:lnTo>
                    <a:pt x="0" y="2088"/>
                  </a:lnTo>
                  <a:lnTo>
                    <a:pt x="170" y="2623"/>
                  </a:lnTo>
                  <a:lnTo>
                    <a:pt x="32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131"/>
            <p:cNvSpPr/>
            <p:nvPr/>
          </p:nvSpPr>
          <p:spPr>
            <a:xfrm>
              <a:off x="4385519" y="1551222"/>
              <a:ext cx="52522" cy="219751"/>
            </a:xfrm>
            <a:custGeom>
              <a:rect b="b" l="l" r="r" t="t"/>
              <a:pathLst>
                <a:path extrusionOk="0" h="6050" w="1446">
                  <a:moveTo>
                    <a:pt x="1" y="1"/>
                  </a:moveTo>
                  <a:lnTo>
                    <a:pt x="331" y="1642"/>
                  </a:lnTo>
                  <a:lnTo>
                    <a:pt x="366" y="2855"/>
                  </a:lnTo>
                  <a:lnTo>
                    <a:pt x="616" y="4880"/>
                  </a:lnTo>
                  <a:lnTo>
                    <a:pt x="545" y="5442"/>
                  </a:lnTo>
                  <a:lnTo>
                    <a:pt x="616" y="6049"/>
                  </a:lnTo>
                  <a:lnTo>
                    <a:pt x="1446" y="4979"/>
                  </a:lnTo>
                  <a:lnTo>
                    <a:pt x="670" y="2748"/>
                  </a:lnTo>
                  <a:lnTo>
                    <a:pt x="670" y="1901"/>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131"/>
            <p:cNvSpPr/>
            <p:nvPr/>
          </p:nvSpPr>
          <p:spPr>
            <a:xfrm>
              <a:off x="4251384" y="1576502"/>
              <a:ext cx="38284" cy="159783"/>
            </a:xfrm>
            <a:custGeom>
              <a:rect b="b" l="l" r="r" t="t"/>
              <a:pathLst>
                <a:path extrusionOk="0" h="4399" w="1054">
                  <a:moveTo>
                    <a:pt x="0" y="0"/>
                  </a:moveTo>
                  <a:lnTo>
                    <a:pt x="366" y="2918"/>
                  </a:lnTo>
                  <a:lnTo>
                    <a:pt x="54" y="4399"/>
                  </a:lnTo>
                  <a:lnTo>
                    <a:pt x="1053" y="4399"/>
                  </a:lnTo>
                  <a:lnTo>
                    <a:pt x="928" y="2730"/>
                  </a:lnTo>
                  <a:lnTo>
                    <a:pt x="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131"/>
            <p:cNvSpPr/>
            <p:nvPr/>
          </p:nvSpPr>
          <p:spPr>
            <a:xfrm>
              <a:off x="4455510" y="1650706"/>
              <a:ext cx="29203" cy="81362"/>
            </a:xfrm>
            <a:custGeom>
              <a:rect b="b" l="l" r="r" t="t"/>
              <a:pathLst>
                <a:path extrusionOk="0" h="2240" w="804">
                  <a:moveTo>
                    <a:pt x="90" y="0"/>
                  </a:moveTo>
                  <a:lnTo>
                    <a:pt x="1" y="1017"/>
                  </a:lnTo>
                  <a:lnTo>
                    <a:pt x="170" y="2240"/>
                  </a:lnTo>
                  <a:lnTo>
                    <a:pt x="804" y="2240"/>
                  </a:lnTo>
                  <a:lnTo>
                    <a:pt x="224" y="1035"/>
                  </a:lnTo>
                  <a:lnTo>
                    <a:pt x="9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131"/>
            <p:cNvSpPr/>
            <p:nvPr/>
          </p:nvSpPr>
          <p:spPr>
            <a:xfrm>
              <a:off x="4171005" y="1592047"/>
              <a:ext cx="82343" cy="144237"/>
            </a:xfrm>
            <a:custGeom>
              <a:rect b="b" l="l" r="r" t="t"/>
              <a:pathLst>
                <a:path extrusionOk="0" h="3971" w="2267">
                  <a:moveTo>
                    <a:pt x="920" y="1"/>
                  </a:moveTo>
                  <a:lnTo>
                    <a:pt x="1152" y="2329"/>
                  </a:lnTo>
                  <a:lnTo>
                    <a:pt x="1" y="3971"/>
                  </a:lnTo>
                  <a:lnTo>
                    <a:pt x="2267" y="3971"/>
                  </a:lnTo>
                  <a:lnTo>
                    <a:pt x="1366" y="3248"/>
                  </a:lnTo>
                  <a:lnTo>
                    <a:pt x="1607" y="2124"/>
                  </a:lnTo>
                  <a:lnTo>
                    <a:pt x="92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131"/>
            <p:cNvSpPr/>
            <p:nvPr/>
          </p:nvSpPr>
          <p:spPr>
            <a:xfrm>
              <a:off x="4289630" y="1649726"/>
              <a:ext cx="38248" cy="101776"/>
            </a:xfrm>
            <a:custGeom>
              <a:rect b="b" l="l" r="r" t="t"/>
              <a:pathLst>
                <a:path extrusionOk="0" h="2802" w="1053">
                  <a:moveTo>
                    <a:pt x="723" y="1"/>
                  </a:moveTo>
                  <a:lnTo>
                    <a:pt x="446" y="1490"/>
                  </a:lnTo>
                  <a:lnTo>
                    <a:pt x="0" y="2383"/>
                  </a:lnTo>
                  <a:lnTo>
                    <a:pt x="972" y="2802"/>
                  </a:lnTo>
                  <a:lnTo>
                    <a:pt x="1053" y="1357"/>
                  </a:lnTo>
                  <a:lnTo>
                    <a:pt x="758" y="2070"/>
                  </a:lnTo>
                  <a:lnTo>
                    <a:pt x="723"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0" name="Google Shape;8110;p131"/>
          <p:cNvGrpSpPr/>
          <p:nvPr/>
        </p:nvGrpSpPr>
        <p:grpSpPr>
          <a:xfrm flipH="1">
            <a:off x="7979792" y="4298154"/>
            <a:ext cx="1281277" cy="466197"/>
            <a:chOff x="3363545" y="1399908"/>
            <a:chExt cx="240164" cy="87537"/>
          </a:xfrm>
        </p:grpSpPr>
        <p:sp>
          <p:nvSpPr>
            <p:cNvPr id="8111" name="Google Shape;8111;p131"/>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131"/>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131"/>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131"/>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131"/>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16" name="Google Shape;8116;p131"/>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
        <p:nvSpPr>
          <p:cNvPr id="8117" name="Google Shape;8117;p131"/>
          <p:cNvSpPr/>
          <p:nvPr/>
        </p:nvSpPr>
        <p:spPr>
          <a:xfrm flipH="1">
            <a:off x="-266391" y="92444"/>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131"/>
          <p:cNvSpPr/>
          <p:nvPr/>
        </p:nvSpPr>
        <p:spPr>
          <a:xfrm flipH="1">
            <a:off x="8488479" y="97247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131"/>
          <p:cNvSpPr/>
          <p:nvPr/>
        </p:nvSpPr>
        <p:spPr>
          <a:xfrm flipH="1">
            <a:off x="-302196" y="213464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
    <p:spTree>
      <p:nvGrpSpPr>
        <p:cNvPr id="8120" name="Shape 8120"/>
        <p:cNvGrpSpPr/>
        <p:nvPr/>
      </p:nvGrpSpPr>
      <p:grpSpPr>
        <a:xfrm>
          <a:off x="0" y="0"/>
          <a:ext cx="0" cy="0"/>
          <a:chOff x="0" y="0"/>
          <a:chExt cx="0" cy="0"/>
        </a:xfrm>
      </p:grpSpPr>
      <p:sp>
        <p:nvSpPr>
          <p:cNvPr id="8121" name="Google Shape;8121;p132"/>
          <p:cNvSpPr/>
          <p:nvPr/>
        </p:nvSpPr>
        <p:spPr>
          <a:xfrm>
            <a:off x="0" y="2946100"/>
            <a:ext cx="9144017" cy="2212162"/>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132"/>
          <p:cNvSpPr/>
          <p:nvPr/>
        </p:nvSpPr>
        <p:spPr>
          <a:xfrm rot="-238101">
            <a:off x="2252374" y="2540951"/>
            <a:ext cx="9184698" cy="3467877"/>
          </a:xfrm>
          <a:custGeom>
            <a:rect b="b" l="l" r="r" t="t"/>
            <a:pathLst>
              <a:path extrusionOk="0" h="13052" w="30413">
                <a:moveTo>
                  <a:pt x="22990" y="1"/>
                </a:moveTo>
                <a:lnTo>
                  <a:pt x="13801" y="1071"/>
                </a:lnTo>
                <a:lnTo>
                  <a:pt x="13596" y="1071"/>
                </a:lnTo>
                <a:cubicBezTo>
                  <a:pt x="13596" y="1071"/>
                  <a:pt x="9965" y="1437"/>
                  <a:pt x="11027" y="1856"/>
                </a:cubicBezTo>
                <a:cubicBezTo>
                  <a:pt x="12080" y="2275"/>
                  <a:pt x="12570" y="2552"/>
                  <a:pt x="10447" y="2918"/>
                </a:cubicBezTo>
                <a:cubicBezTo>
                  <a:pt x="8333" y="3275"/>
                  <a:pt x="5960" y="3560"/>
                  <a:pt x="7610" y="4184"/>
                </a:cubicBezTo>
                <a:cubicBezTo>
                  <a:pt x="9260" y="4800"/>
                  <a:pt x="6575" y="5549"/>
                  <a:pt x="3694" y="5755"/>
                </a:cubicBezTo>
                <a:cubicBezTo>
                  <a:pt x="2427" y="5844"/>
                  <a:pt x="1098" y="6450"/>
                  <a:pt x="0" y="7102"/>
                </a:cubicBezTo>
                <a:lnTo>
                  <a:pt x="0" y="13052"/>
                </a:lnTo>
                <a:lnTo>
                  <a:pt x="28869" y="13052"/>
                </a:lnTo>
                <a:lnTo>
                  <a:pt x="30412" y="12704"/>
                </a:lnTo>
                <a:lnTo>
                  <a:pt x="30412" y="81"/>
                </a:lnTo>
                <a:lnTo>
                  <a:pt x="30038"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132"/>
          <p:cNvSpPr/>
          <p:nvPr/>
        </p:nvSpPr>
        <p:spPr>
          <a:xfrm rot="-238109">
            <a:off x="2107217" y="2665026"/>
            <a:ext cx="8527419" cy="3219687"/>
          </a:xfrm>
          <a:custGeom>
            <a:rect b="b" l="l" r="r" t="t"/>
            <a:pathLst>
              <a:path extrusionOk="0" h="13052" w="30413">
                <a:moveTo>
                  <a:pt x="22990" y="1"/>
                </a:moveTo>
                <a:lnTo>
                  <a:pt x="15728" y="848"/>
                </a:lnTo>
                <a:lnTo>
                  <a:pt x="13569" y="1749"/>
                </a:lnTo>
                <a:cubicBezTo>
                  <a:pt x="13569" y="1749"/>
                  <a:pt x="15666" y="2409"/>
                  <a:pt x="12766" y="2909"/>
                </a:cubicBezTo>
                <a:cubicBezTo>
                  <a:pt x="9867" y="3417"/>
                  <a:pt x="12017" y="3997"/>
                  <a:pt x="13337" y="4184"/>
                </a:cubicBezTo>
                <a:cubicBezTo>
                  <a:pt x="14649" y="4372"/>
                  <a:pt x="15407" y="5210"/>
                  <a:pt x="8939" y="6236"/>
                </a:cubicBezTo>
                <a:cubicBezTo>
                  <a:pt x="2480" y="7271"/>
                  <a:pt x="4684" y="7789"/>
                  <a:pt x="5888" y="8029"/>
                </a:cubicBezTo>
                <a:cubicBezTo>
                  <a:pt x="7030" y="8252"/>
                  <a:pt x="5291" y="8725"/>
                  <a:pt x="0" y="9555"/>
                </a:cubicBezTo>
                <a:lnTo>
                  <a:pt x="0" y="13052"/>
                </a:lnTo>
                <a:lnTo>
                  <a:pt x="28494" y="13052"/>
                </a:lnTo>
                <a:lnTo>
                  <a:pt x="28155" y="7887"/>
                </a:lnTo>
                <a:cubicBezTo>
                  <a:pt x="28155" y="7887"/>
                  <a:pt x="25953" y="8060"/>
                  <a:pt x="24567" y="8060"/>
                </a:cubicBezTo>
                <a:cubicBezTo>
                  <a:pt x="24042" y="8060"/>
                  <a:pt x="23635" y="8036"/>
                  <a:pt x="23507" y="7967"/>
                </a:cubicBezTo>
                <a:cubicBezTo>
                  <a:pt x="23035" y="7726"/>
                  <a:pt x="26639" y="7664"/>
                  <a:pt x="25104" y="6888"/>
                </a:cubicBezTo>
                <a:cubicBezTo>
                  <a:pt x="23579" y="6111"/>
                  <a:pt x="18413" y="6067"/>
                  <a:pt x="20233" y="5317"/>
                </a:cubicBezTo>
                <a:cubicBezTo>
                  <a:pt x="22062" y="4577"/>
                  <a:pt x="20028" y="4220"/>
                  <a:pt x="18333" y="3640"/>
                </a:cubicBezTo>
                <a:cubicBezTo>
                  <a:pt x="16638" y="3060"/>
                  <a:pt x="17236" y="2543"/>
                  <a:pt x="18770" y="2525"/>
                </a:cubicBezTo>
                <a:cubicBezTo>
                  <a:pt x="18807" y="2525"/>
                  <a:pt x="18842" y="2525"/>
                  <a:pt x="18876" y="2525"/>
                </a:cubicBezTo>
                <a:cubicBezTo>
                  <a:pt x="20301" y="2525"/>
                  <a:pt x="20215" y="2879"/>
                  <a:pt x="19832" y="3105"/>
                </a:cubicBezTo>
                <a:cubicBezTo>
                  <a:pt x="19586" y="3247"/>
                  <a:pt x="19856" y="3386"/>
                  <a:pt x="20555" y="3386"/>
                </a:cubicBezTo>
                <a:cubicBezTo>
                  <a:pt x="20997" y="3386"/>
                  <a:pt x="21611" y="3330"/>
                  <a:pt x="22374" y="3185"/>
                </a:cubicBezTo>
                <a:cubicBezTo>
                  <a:pt x="22844" y="3098"/>
                  <a:pt x="23275" y="3061"/>
                  <a:pt x="23640" y="3061"/>
                </a:cubicBezTo>
                <a:cubicBezTo>
                  <a:pt x="24807" y="3061"/>
                  <a:pt x="25303" y="3439"/>
                  <a:pt x="24257" y="3765"/>
                </a:cubicBezTo>
                <a:cubicBezTo>
                  <a:pt x="23293" y="4074"/>
                  <a:pt x="23579" y="4205"/>
                  <a:pt x="24624" y="4205"/>
                </a:cubicBezTo>
                <a:cubicBezTo>
                  <a:pt x="25060" y="4205"/>
                  <a:pt x="25627" y="4182"/>
                  <a:pt x="26291" y="4140"/>
                </a:cubicBezTo>
                <a:cubicBezTo>
                  <a:pt x="26778" y="4109"/>
                  <a:pt x="27185" y="4094"/>
                  <a:pt x="27510" y="4094"/>
                </a:cubicBezTo>
                <a:cubicBezTo>
                  <a:pt x="28693" y="4094"/>
                  <a:pt x="28808" y="4287"/>
                  <a:pt x="27843" y="4595"/>
                </a:cubicBezTo>
                <a:cubicBezTo>
                  <a:pt x="27072" y="4842"/>
                  <a:pt x="27244" y="5114"/>
                  <a:pt x="28358" y="5114"/>
                </a:cubicBezTo>
                <a:cubicBezTo>
                  <a:pt x="28855" y="5114"/>
                  <a:pt x="29540" y="5060"/>
                  <a:pt x="30412" y="4925"/>
                </a:cubicBezTo>
                <a:lnTo>
                  <a:pt x="30412" y="179"/>
                </a:lnTo>
                <a:cubicBezTo>
                  <a:pt x="29547" y="108"/>
                  <a:pt x="28494" y="45"/>
                  <a:pt x="27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24" name="Google Shape;8124;p132"/>
          <p:cNvGrpSpPr/>
          <p:nvPr/>
        </p:nvGrpSpPr>
        <p:grpSpPr>
          <a:xfrm>
            <a:off x="3619619" y="2360686"/>
            <a:ext cx="2081626" cy="2993796"/>
            <a:chOff x="4025327" y="3355494"/>
            <a:chExt cx="1740199" cy="2502755"/>
          </a:xfrm>
        </p:grpSpPr>
        <p:sp>
          <p:nvSpPr>
            <p:cNvPr id="8125" name="Google Shape;8125;p132"/>
            <p:cNvSpPr/>
            <p:nvPr/>
          </p:nvSpPr>
          <p:spPr>
            <a:xfrm>
              <a:off x="4706126" y="3843812"/>
              <a:ext cx="153439" cy="2008135"/>
            </a:xfrm>
            <a:custGeom>
              <a:rect b="b" l="l" r="r" t="t"/>
              <a:pathLst>
                <a:path extrusionOk="0" h="19735" w="1508">
                  <a:moveTo>
                    <a:pt x="357" y="1"/>
                  </a:moveTo>
                  <a:cubicBezTo>
                    <a:pt x="357" y="1"/>
                    <a:pt x="0" y="982"/>
                    <a:pt x="357" y="3088"/>
                  </a:cubicBezTo>
                  <a:cubicBezTo>
                    <a:pt x="634" y="4720"/>
                    <a:pt x="357" y="19734"/>
                    <a:pt x="357" y="19734"/>
                  </a:cubicBezTo>
                  <a:lnTo>
                    <a:pt x="1151" y="19734"/>
                  </a:lnTo>
                  <a:cubicBezTo>
                    <a:pt x="1151" y="19734"/>
                    <a:pt x="874" y="4720"/>
                    <a:pt x="1151" y="3088"/>
                  </a:cubicBezTo>
                  <a:cubicBezTo>
                    <a:pt x="1508" y="982"/>
                    <a:pt x="1151" y="1"/>
                    <a:pt x="1151"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132"/>
            <p:cNvSpPr/>
            <p:nvPr/>
          </p:nvSpPr>
          <p:spPr>
            <a:xfrm>
              <a:off x="4775111" y="3843812"/>
              <a:ext cx="84453" cy="2008135"/>
            </a:xfrm>
            <a:custGeom>
              <a:rect b="b" l="l" r="r" t="t"/>
              <a:pathLst>
                <a:path extrusionOk="0" h="19735" w="830">
                  <a:moveTo>
                    <a:pt x="277" y="1"/>
                  </a:moveTo>
                  <a:cubicBezTo>
                    <a:pt x="277" y="1"/>
                    <a:pt x="634" y="982"/>
                    <a:pt x="277" y="3088"/>
                  </a:cubicBezTo>
                  <a:cubicBezTo>
                    <a:pt x="0" y="4720"/>
                    <a:pt x="277" y="19734"/>
                    <a:pt x="277" y="19734"/>
                  </a:cubicBezTo>
                  <a:lnTo>
                    <a:pt x="473" y="19734"/>
                  </a:lnTo>
                  <a:cubicBezTo>
                    <a:pt x="473" y="19734"/>
                    <a:pt x="196" y="4720"/>
                    <a:pt x="473" y="3088"/>
                  </a:cubicBezTo>
                  <a:cubicBezTo>
                    <a:pt x="830" y="982"/>
                    <a:pt x="473" y="1"/>
                    <a:pt x="473"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132"/>
            <p:cNvSpPr/>
            <p:nvPr/>
          </p:nvSpPr>
          <p:spPr>
            <a:xfrm>
              <a:off x="4298521" y="3355494"/>
              <a:ext cx="968660" cy="758075"/>
            </a:xfrm>
            <a:custGeom>
              <a:rect b="b" l="l" r="r" t="t"/>
              <a:pathLst>
                <a:path extrusionOk="0" h="7450" w="9520">
                  <a:moveTo>
                    <a:pt x="3712" y="0"/>
                  </a:moveTo>
                  <a:lnTo>
                    <a:pt x="3712" y="0"/>
                  </a:lnTo>
                  <a:cubicBezTo>
                    <a:pt x="3944" y="830"/>
                    <a:pt x="4042" y="1481"/>
                    <a:pt x="4042" y="1481"/>
                  </a:cubicBezTo>
                  <a:cubicBezTo>
                    <a:pt x="3426" y="456"/>
                    <a:pt x="2436" y="125"/>
                    <a:pt x="2436" y="125"/>
                  </a:cubicBezTo>
                  <a:lnTo>
                    <a:pt x="2436" y="125"/>
                  </a:lnTo>
                  <a:cubicBezTo>
                    <a:pt x="3533" y="884"/>
                    <a:pt x="3748" y="1945"/>
                    <a:pt x="3748" y="1945"/>
                  </a:cubicBezTo>
                  <a:cubicBezTo>
                    <a:pt x="2998" y="937"/>
                    <a:pt x="1562" y="919"/>
                    <a:pt x="1562" y="919"/>
                  </a:cubicBezTo>
                  <a:lnTo>
                    <a:pt x="1562" y="919"/>
                  </a:lnTo>
                  <a:cubicBezTo>
                    <a:pt x="2481" y="1214"/>
                    <a:pt x="3087" y="2017"/>
                    <a:pt x="3087" y="2017"/>
                  </a:cubicBezTo>
                  <a:cubicBezTo>
                    <a:pt x="3087" y="2017"/>
                    <a:pt x="2561" y="1597"/>
                    <a:pt x="1758" y="1526"/>
                  </a:cubicBezTo>
                  <a:cubicBezTo>
                    <a:pt x="1614" y="1513"/>
                    <a:pt x="1482" y="1508"/>
                    <a:pt x="1362" y="1508"/>
                  </a:cubicBezTo>
                  <a:cubicBezTo>
                    <a:pt x="826" y="1508"/>
                    <a:pt x="545" y="1615"/>
                    <a:pt x="545" y="1615"/>
                  </a:cubicBezTo>
                  <a:cubicBezTo>
                    <a:pt x="1954" y="1651"/>
                    <a:pt x="2436" y="2302"/>
                    <a:pt x="2436" y="2302"/>
                  </a:cubicBezTo>
                  <a:cubicBezTo>
                    <a:pt x="2107" y="2194"/>
                    <a:pt x="1771" y="2170"/>
                    <a:pt x="1534" y="2170"/>
                  </a:cubicBezTo>
                  <a:cubicBezTo>
                    <a:pt x="1340" y="2170"/>
                    <a:pt x="1214" y="2186"/>
                    <a:pt x="1214" y="2186"/>
                  </a:cubicBezTo>
                  <a:cubicBezTo>
                    <a:pt x="2186" y="2347"/>
                    <a:pt x="2606" y="2837"/>
                    <a:pt x="2606" y="2837"/>
                  </a:cubicBezTo>
                  <a:cubicBezTo>
                    <a:pt x="2606" y="2837"/>
                    <a:pt x="2146" y="2706"/>
                    <a:pt x="1646" y="2706"/>
                  </a:cubicBezTo>
                  <a:cubicBezTo>
                    <a:pt x="1396" y="2706"/>
                    <a:pt x="1137" y="2739"/>
                    <a:pt x="920" y="2837"/>
                  </a:cubicBezTo>
                  <a:cubicBezTo>
                    <a:pt x="259" y="3132"/>
                    <a:pt x="134" y="3720"/>
                    <a:pt x="134" y="3720"/>
                  </a:cubicBezTo>
                  <a:cubicBezTo>
                    <a:pt x="439" y="3339"/>
                    <a:pt x="929" y="3103"/>
                    <a:pt x="1520" y="3103"/>
                  </a:cubicBezTo>
                  <a:cubicBezTo>
                    <a:pt x="1552" y="3103"/>
                    <a:pt x="1583" y="3104"/>
                    <a:pt x="1615" y="3105"/>
                  </a:cubicBezTo>
                  <a:cubicBezTo>
                    <a:pt x="2168" y="3123"/>
                    <a:pt x="2436" y="3364"/>
                    <a:pt x="2436" y="3364"/>
                  </a:cubicBezTo>
                  <a:cubicBezTo>
                    <a:pt x="2436" y="3364"/>
                    <a:pt x="2270" y="3337"/>
                    <a:pt x="2019" y="3337"/>
                  </a:cubicBezTo>
                  <a:cubicBezTo>
                    <a:pt x="1709" y="3337"/>
                    <a:pt x="1271" y="3378"/>
                    <a:pt x="857" y="3560"/>
                  </a:cubicBezTo>
                  <a:cubicBezTo>
                    <a:pt x="108" y="3890"/>
                    <a:pt x="1" y="4488"/>
                    <a:pt x="1" y="4488"/>
                  </a:cubicBezTo>
                  <a:cubicBezTo>
                    <a:pt x="500" y="3935"/>
                    <a:pt x="1383" y="3828"/>
                    <a:pt x="1383" y="3828"/>
                  </a:cubicBezTo>
                  <a:lnTo>
                    <a:pt x="1383" y="3828"/>
                  </a:lnTo>
                  <a:cubicBezTo>
                    <a:pt x="242" y="4390"/>
                    <a:pt x="63" y="5362"/>
                    <a:pt x="63" y="5362"/>
                  </a:cubicBezTo>
                  <a:cubicBezTo>
                    <a:pt x="429" y="4969"/>
                    <a:pt x="1134" y="4755"/>
                    <a:pt x="1134" y="4755"/>
                  </a:cubicBezTo>
                  <a:lnTo>
                    <a:pt x="1134" y="4755"/>
                  </a:lnTo>
                  <a:cubicBezTo>
                    <a:pt x="384" y="5335"/>
                    <a:pt x="152" y="6156"/>
                    <a:pt x="152" y="6156"/>
                  </a:cubicBezTo>
                  <a:cubicBezTo>
                    <a:pt x="652" y="5469"/>
                    <a:pt x="1544" y="5157"/>
                    <a:pt x="1544" y="5157"/>
                  </a:cubicBezTo>
                  <a:lnTo>
                    <a:pt x="1544" y="5157"/>
                  </a:lnTo>
                  <a:cubicBezTo>
                    <a:pt x="1160" y="5630"/>
                    <a:pt x="1044" y="6272"/>
                    <a:pt x="1044" y="6272"/>
                  </a:cubicBezTo>
                  <a:cubicBezTo>
                    <a:pt x="1624" y="4961"/>
                    <a:pt x="2659" y="4755"/>
                    <a:pt x="2659" y="4755"/>
                  </a:cubicBezTo>
                  <a:lnTo>
                    <a:pt x="2659" y="4755"/>
                  </a:lnTo>
                  <a:cubicBezTo>
                    <a:pt x="1642" y="5273"/>
                    <a:pt x="1473" y="6647"/>
                    <a:pt x="1473" y="6647"/>
                  </a:cubicBezTo>
                  <a:cubicBezTo>
                    <a:pt x="1963" y="5362"/>
                    <a:pt x="2891" y="4969"/>
                    <a:pt x="2891" y="4969"/>
                  </a:cubicBezTo>
                  <a:lnTo>
                    <a:pt x="2891" y="4969"/>
                  </a:lnTo>
                  <a:cubicBezTo>
                    <a:pt x="1892" y="6067"/>
                    <a:pt x="2284" y="7316"/>
                    <a:pt x="2284" y="7316"/>
                  </a:cubicBezTo>
                  <a:cubicBezTo>
                    <a:pt x="2284" y="6236"/>
                    <a:pt x="2802" y="5674"/>
                    <a:pt x="2802" y="5674"/>
                  </a:cubicBezTo>
                  <a:lnTo>
                    <a:pt x="2802" y="5674"/>
                  </a:lnTo>
                  <a:cubicBezTo>
                    <a:pt x="2579" y="6272"/>
                    <a:pt x="2686" y="6780"/>
                    <a:pt x="2686" y="6780"/>
                  </a:cubicBezTo>
                  <a:cubicBezTo>
                    <a:pt x="2900" y="5630"/>
                    <a:pt x="3533" y="5166"/>
                    <a:pt x="3533" y="5166"/>
                  </a:cubicBezTo>
                  <a:lnTo>
                    <a:pt x="3533" y="5166"/>
                  </a:lnTo>
                  <a:cubicBezTo>
                    <a:pt x="3150" y="5853"/>
                    <a:pt x="3221" y="6896"/>
                    <a:pt x="3221" y="6896"/>
                  </a:cubicBezTo>
                  <a:cubicBezTo>
                    <a:pt x="3408" y="5701"/>
                    <a:pt x="4015" y="5023"/>
                    <a:pt x="4015" y="5023"/>
                  </a:cubicBezTo>
                  <a:lnTo>
                    <a:pt x="4015" y="5023"/>
                  </a:lnTo>
                  <a:cubicBezTo>
                    <a:pt x="3542" y="6192"/>
                    <a:pt x="4033" y="7449"/>
                    <a:pt x="4033" y="7449"/>
                  </a:cubicBezTo>
                  <a:cubicBezTo>
                    <a:pt x="3872" y="5415"/>
                    <a:pt x="4756" y="4800"/>
                    <a:pt x="4756" y="4800"/>
                  </a:cubicBezTo>
                  <a:cubicBezTo>
                    <a:pt x="4756" y="4800"/>
                    <a:pt x="5639" y="5415"/>
                    <a:pt x="5487" y="7449"/>
                  </a:cubicBezTo>
                  <a:cubicBezTo>
                    <a:pt x="5487" y="7449"/>
                    <a:pt x="5978" y="6192"/>
                    <a:pt x="5505" y="5023"/>
                  </a:cubicBezTo>
                  <a:lnTo>
                    <a:pt x="5505" y="5023"/>
                  </a:lnTo>
                  <a:cubicBezTo>
                    <a:pt x="5505" y="5023"/>
                    <a:pt x="6103" y="5701"/>
                    <a:pt x="6299" y="6896"/>
                  </a:cubicBezTo>
                  <a:cubicBezTo>
                    <a:pt x="6299" y="6896"/>
                    <a:pt x="6361" y="5853"/>
                    <a:pt x="5987" y="5166"/>
                  </a:cubicBezTo>
                  <a:lnTo>
                    <a:pt x="5987" y="5166"/>
                  </a:lnTo>
                  <a:cubicBezTo>
                    <a:pt x="5987" y="5166"/>
                    <a:pt x="6620" y="5630"/>
                    <a:pt x="6834" y="6780"/>
                  </a:cubicBezTo>
                  <a:cubicBezTo>
                    <a:pt x="6834" y="6780"/>
                    <a:pt x="6941" y="6272"/>
                    <a:pt x="6718" y="5674"/>
                  </a:cubicBezTo>
                  <a:lnTo>
                    <a:pt x="6718" y="5674"/>
                  </a:lnTo>
                  <a:cubicBezTo>
                    <a:pt x="6718" y="5674"/>
                    <a:pt x="7236" y="6236"/>
                    <a:pt x="7236" y="7316"/>
                  </a:cubicBezTo>
                  <a:cubicBezTo>
                    <a:pt x="7236" y="7316"/>
                    <a:pt x="7628" y="6067"/>
                    <a:pt x="6629" y="4969"/>
                  </a:cubicBezTo>
                  <a:lnTo>
                    <a:pt x="6629" y="4969"/>
                  </a:lnTo>
                  <a:cubicBezTo>
                    <a:pt x="6629" y="4969"/>
                    <a:pt x="7557" y="5362"/>
                    <a:pt x="8047" y="6647"/>
                  </a:cubicBezTo>
                  <a:cubicBezTo>
                    <a:pt x="8047" y="6647"/>
                    <a:pt x="7878" y="5273"/>
                    <a:pt x="6861" y="4755"/>
                  </a:cubicBezTo>
                  <a:lnTo>
                    <a:pt x="6861" y="4755"/>
                  </a:lnTo>
                  <a:cubicBezTo>
                    <a:pt x="6861" y="4755"/>
                    <a:pt x="7896" y="4961"/>
                    <a:pt x="8467" y="6272"/>
                  </a:cubicBezTo>
                  <a:cubicBezTo>
                    <a:pt x="8467" y="6272"/>
                    <a:pt x="8351" y="5630"/>
                    <a:pt x="7976" y="5157"/>
                  </a:cubicBezTo>
                  <a:lnTo>
                    <a:pt x="7976" y="5157"/>
                  </a:lnTo>
                  <a:cubicBezTo>
                    <a:pt x="7976" y="5157"/>
                    <a:pt x="8868" y="5469"/>
                    <a:pt x="9368" y="6156"/>
                  </a:cubicBezTo>
                  <a:cubicBezTo>
                    <a:pt x="9368" y="6156"/>
                    <a:pt x="9136" y="5335"/>
                    <a:pt x="8386" y="4755"/>
                  </a:cubicBezTo>
                  <a:lnTo>
                    <a:pt x="8386" y="4755"/>
                  </a:lnTo>
                  <a:cubicBezTo>
                    <a:pt x="8387" y="4755"/>
                    <a:pt x="9091" y="4969"/>
                    <a:pt x="9457" y="5362"/>
                  </a:cubicBezTo>
                  <a:cubicBezTo>
                    <a:pt x="9457" y="5362"/>
                    <a:pt x="9270" y="4390"/>
                    <a:pt x="8128" y="3828"/>
                  </a:cubicBezTo>
                  <a:lnTo>
                    <a:pt x="8128" y="3828"/>
                  </a:lnTo>
                  <a:cubicBezTo>
                    <a:pt x="8128" y="3828"/>
                    <a:pt x="9020" y="3935"/>
                    <a:pt x="9519" y="4488"/>
                  </a:cubicBezTo>
                  <a:cubicBezTo>
                    <a:pt x="9519" y="4488"/>
                    <a:pt x="9412" y="3890"/>
                    <a:pt x="8663" y="3560"/>
                  </a:cubicBezTo>
                  <a:cubicBezTo>
                    <a:pt x="8249" y="3378"/>
                    <a:pt x="7811" y="3337"/>
                    <a:pt x="7501" y="3337"/>
                  </a:cubicBezTo>
                  <a:cubicBezTo>
                    <a:pt x="7250" y="3337"/>
                    <a:pt x="7084" y="3364"/>
                    <a:pt x="7084" y="3364"/>
                  </a:cubicBezTo>
                  <a:cubicBezTo>
                    <a:pt x="7084" y="3364"/>
                    <a:pt x="7352" y="3123"/>
                    <a:pt x="7905" y="3105"/>
                  </a:cubicBezTo>
                  <a:cubicBezTo>
                    <a:pt x="7937" y="3104"/>
                    <a:pt x="7968" y="3103"/>
                    <a:pt x="8000" y="3103"/>
                  </a:cubicBezTo>
                  <a:cubicBezTo>
                    <a:pt x="8590" y="3103"/>
                    <a:pt x="9072" y="3339"/>
                    <a:pt x="9386" y="3720"/>
                  </a:cubicBezTo>
                  <a:cubicBezTo>
                    <a:pt x="9386" y="3720"/>
                    <a:pt x="9261" y="3132"/>
                    <a:pt x="8601" y="2837"/>
                  </a:cubicBezTo>
                  <a:cubicBezTo>
                    <a:pt x="8383" y="2739"/>
                    <a:pt x="8123" y="2706"/>
                    <a:pt x="7872" y="2706"/>
                  </a:cubicBezTo>
                  <a:cubicBezTo>
                    <a:pt x="7369" y="2706"/>
                    <a:pt x="6906" y="2837"/>
                    <a:pt x="6906" y="2837"/>
                  </a:cubicBezTo>
                  <a:cubicBezTo>
                    <a:pt x="6906" y="2837"/>
                    <a:pt x="7334" y="2347"/>
                    <a:pt x="8306" y="2186"/>
                  </a:cubicBezTo>
                  <a:cubicBezTo>
                    <a:pt x="8306" y="2186"/>
                    <a:pt x="8180" y="2170"/>
                    <a:pt x="7985" y="2170"/>
                  </a:cubicBezTo>
                  <a:cubicBezTo>
                    <a:pt x="7748" y="2170"/>
                    <a:pt x="7409" y="2194"/>
                    <a:pt x="7075" y="2302"/>
                  </a:cubicBezTo>
                  <a:cubicBezTo>
                    <a:pt x="7075" y="2302"/>
                    <a:pt x="7566" y="1651"/>
                    <a:pt x="8975" y="1615"/>
                  </a:cubicBezTo>
                  <a:cubicBezTo>
                    <a:pt x="8975" y="1615"/>
                    <a:pt x="8689" y="1508"/>
                    <a:pt x="8149" y="1508"/>
                  </a:cubicBezTo>
                  <a:cubicBezTo>
                    <a:pt x="8030" y="1508"/>
                    <a:pt x="7897" y="1513"/>
                    <a:pt x="7753" y="1526"/>
                  </a:cubicBezTo>
                  <a:cubicBezTo>
                    <a:pt x="6959" y="1597"/>
                    <a:pt x="6433" y="2017"/>
                    <a:pt x="6433" y="2017"/>
                  </a:cubicBezTo>
                  <a:cubicBezTo>
                    <a:pt x="6433" y="2017"/>
                    <a:pt x="7030" y="1214"/>
                    <a:pt x="7958" y="919"/>
                  </a:cubicBezTo>
                  <a:lnTo>
                    <a:pt x="7958" y="919"/>
                  </a:lnTo>
                  <a:cubicBezTo>
                    <a:pt x="7958" y="919"/>
                    <a:pt x="6522" y="937"/>
                    <a:pt x="5773" y="1945"/>
                  </a:cubicBezTo>
                  <a:cubicBezTo>
                    <a:pt x="5773" y="1945"/>
                    <a:pt x="5978" y="884"/>
                    <a:pt x="7084" y="125"/>
                  </a:cubicBezTo>
                  <a:lnTo>
                    <a:pt x="7084" y="125"/>
                  </a:lnTo>
                  <a:cubicBezTo>
                    <a:pt x="7084" y="125"/>
                    <a:pt x="6094" y="456"/>
                    <a:pt x="5469" y="1481"/>
                  </a:cubicBezTo>
                  <a:cubicBezTo>
                    <a:pt x="5469" y="1481"/>
                    <a:pt x="5576" y="830"/>
                    <a:pt x="5808" y="0"/>
                  </a:cubicBezTo>
                  <a:lnTo>
                    <a:pt x="5808" y="0"/>
                  </a:lnTo>
                  <a:cubicBezTo>
                    <a:pt x="5808" y="1"/>
                    <a:pt x="5014" y="518"/>
                    <a:pt x="4756" y="1633"/>
                  </a:cubicBezTo>
                  <a:cubicBezTo>
                    <a:pt x="4506" y="518"/>
                    <a:pt x="3712" y="1"/>
                    <a:pt x="37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132"/>
            <p:cNvSpPr/>
            <p:nvPr/>
          </p:nvSpPr>
          <p:spPr>
            <a:xfrm>
              <a:off x="4493675" y="3534276"/>
              <a:ext cx="578347" cy="452199"/>
            </a:xfrm>
            <a:custGeom>
              <a:rect b="b" l="l" r="r" t="t"/>
              <a:pathLst>
                <a:path extrusionOk="0" h="4444" w="5684">
                  <a:moveTo>
                    <a:pt x="2213" y="1"/>
                  </a:moveTo>
                  <a:lnTo>
                    <a:pt x="2213" y="1"/>
                  </a:lnTo>
                  <a:cubicBezTo>
                    <a:pt x="2356" y="492"/>
                    <a:pt x="2418" y="884"/>
                    <a:pt x="2418" y="884"/>
                  </a:cubicBezTo>
                  <a:cubicBezTo>
                    <a:pt x="2044" y="269"/>
                    <a:pt x="1455" y="72"/>
                    <a:pt x="1455" y="72"/>
                  </a:cubicBezTo>
                  <a:lnTo>
                    <a:pt x="1455" y="72"/>
                  </a:lnTo>
                  <a:cubicBezTo>
                    <a:pt x="2115" y="527"/>
                    <a:pt x="2231" y="1161"/>
                    <a:pt x="2231" y="1161"/>
                  </a:cubicBezTo>
                  <a:cubicBezTo>
                    <a:pt x="1794" y="554"/>
                    <a:pt x="938" y="545"/>
                    <a:pt x="937" y="545"/>
                  </a:cubicBezTo>
                  <a:lnTo>
                    <a:pt x="937" y="545"/>
                  </a:lnTo>
                  <a:cubicBezTo>
                    <a:pt x="1482" y="715"/>
                    <a:pt x="1847" y="1205"/>
                    <a:pt x="1847" y="1205"/>
                  </a:cubicBezTo>
                  <a:cubicBezTo>
                    <a:pt x="1847" y="1205"/>
                    <a:pt x="1526" y="955"/>
                    <a:pt x="1053" y="911"/>
                  </a:cubicBezTo>
                  <a:cubicBezTo>
                    <a:pt x="966" y="903"/>
                    <a:pt x="886" y="899"/>
                    <a:pt x="814" y="899"/>
                  </a:cubicBezTo>
                  <a:cubicBezTo>
                    <a:pt x="497" y="899"/>
                    <a:pt x="331" y="964"/>
                    <a:pt x="331" y="964"/>
                  </a:cubicBezTo>
                  <a:cubicBezTo>
                    <a:pt x="1169" y="982"/>
                    <a:pt x="1455" y="1366"/>
                    <a:pt x="1455" y="1366"/>
                  </a:cubicBezTo>
                  <a:cubicBezTo>
                    <a:pt x="1241" y="1302"/>
                    <a:pt x="1020" y="1289"/>
                    <a:pt x="878" y="1289"/>
                  </a:cubicBezTo>
                  <a:cubicBezTo>
                    <a:pt x="783" y="1289"/>
                    <a:pt x="723" y="1294"/>
                    <a:pt x="723" y="1294"/>
                  </a:cubicBezTo>
                  <a:cubicBezTo>
                    <a:pt x="1303" y="1393"/>
                    <a:pt x="1562" y="1687"/>
                    <a:pt x="1562" y="1687"/>
                  </a:cubicBezTo>
                  <a:cubicBezTo>
                    <a:pt x="1562" y="1687"/>
                    <a:pt x="1284" y="1612"/>
                    <a:pt x="983" y="1612"/>
                  </a:cubicBezTo>
                  <a:cubicBezTo>
                    <a:pt x="832" y="1612"/>
                    <a:pt x="676" y="1630"/>
                    <a:pt x="545" y="1687"/>
                  </a:cubicBezTo>
                  <a:cubicBezTo>
                    <a:pt x="161" y="1865"/>
                    <a:pt x="81" y="2213"/>
                    <a:pt x="81" y="2213"/>
                  </a:cubicBezTo>
                  <a:cubicBezTo>
                    <a:pt x="267" y="1994"/>
                    <a:pt x="556" y="1846"/>
                    <a:pt x="905" y="1846"/>
                  </a:cubicBezTo>
                  <a:cubicBezTo>
                    <a:pt x="924" y="1846"/>
                    <a:pt x="944" y="1847"/>
                    <a:pt x="964" y="1848"/>
                  </a:cubicBezTo>
                  <a:cubicBezTo>
                    <a:pt x="1294" y="1856"/>
                    <a:pt x="1455" y="2008"/>
                    <a:pt x="1455" y="2008"/>
                  </a:cubicBezTo>
                  <a:cubicBezTo>
                    <a:pt x="1455" y="2008"/>
                    <a:pt x="1349" y="1989"/>
                    <a:pt x="1189" y="1989"/>
                  </a:cubicBezTo>
                  <a:cubicBezTo>
                    <a:pt x="1006" y="1989"/>
                    <a:pt x="753" y="2014"/>
                    <a:pt x="509" y="2124"/>
                  </a:cubicBezTo>
                  <a:cubicBezTo>
                    <a:pt x="63" y="2320"/>
                    <a:pt x="1" y="2677"/>
                    <a:pt x="1" y="2677"/>
                  </a:cubicBezTo>
                  <a:cubicBezTo>
                    <a:pt x="295" y="2347"/>
                    <a:pt x="830" y="2276"/>
                    <a:pt x="830" y="2276"/>
                  </a:cubicBezTo>
                  <a:lnTo>
                    <a:pt x="830" y="2276"/>
                  </a:lnTo>
                  <a:cubicBezTo>
                    <a:pt x="152" y="2615"/>
                    <a:pt x="36" y="3195"/>
                    <a:pt x="36" y="3195"/>
                  </a:cubicBezTo>
                  <a:cubicBezTo>
                    <a:pt x="259" y="2963"/>
                    <a:pt x="679" y="2829"/>
                    <a:pt x="679" y="2829"/>
                  </a:cubicBezTo>
                  <a:lnTo>
                    <a:pt x="679" y="2829"/>
                  </a:lnTo>
                  <a:cubicBezTo>
                    <a:pt x="233" y="3177"/>
                    <a:pt x="90" y="3667"/>
                    <a:pt x="90" y="3667"/>
                  </a:cubicBezTo>
                  <a:cubicBezTo>
                    <a:pt x="393" y="3266"/>
                    <a:pt x="919" y="3079"/>
                    <a:pt x="920" y="3079"/>
                  </a:cubicBezTo>
                  <a:lnTo>
                    <a:pt x="920" y="3079"/>
                  </a:lnTo>
                  <a:cubicBezTo>
                    <a:pt x="697" y="3355"/>
                    <a:pt x="625" y="3739"/>
                    <a:pt x="625" y="3739"/>
                  </a:cubicBezTo>
                  <a:cubicBezTo>
                    <a:pt x="973" y="2954"/>
                    <a:pt x="1589" y="2829"/>
                    <a:pt x="1589" y="2829"/>
                  </a:cubicBezTo>
                  <a:lnTo>
                    <a:pt x="1589" y="2829"/>
                  </a:lnTo>
                  <a:cubicBezTo>
                    <a:pt x="982" y="3141"/>
                    <a:pt x="884" y="3962"/>
                    <a:pt x="884" y="3962"/>
                  </a:cubicBezTo>
                  <a:cubicBezTo>
                    <a:pt x="1169" y="3195"/>
                    <a:pt x="1722" y="2963"/>
                    <a:pt x="1722" y="2963"/>
                  </a:cubicBezTo>
                  <a:lnTo>
                    <a:pt x="1722" y="2963"/>
                  </a:lnTo>
                  <a:cubicBezTo>
                    <a:pt x="1125" y="3614"/>
                    <a:pt x="1366" y="4363"/>
                    <a:pt x="1366" y="4363"/>
                  </a:cubicBezTo>
                  <a:cubicBezTo>
                    <a:pt x="1366" y="3712"/>
                    <a:pt x="1669" y="3382"/>
                    <a:pt x="1669" y="3382"/>
                  </a:cubicBezTo>
                  <a:lnTo>
                    <a:pt x="1669" y="3382"/>
                  </a:lnTo>
                  <a:cubicBezTo>
                    <a:pt x="1544" y="3739"/>
                    <a:pt x="1606" y="4042"/>
                    <a:pt x="1606" y="4042"/>
                  </a:cubicBezTo>
                  <a:cubicBezTo>
                    <a:pt x="1731" y="3355"/>
                    <a:pt x="2106" y="3079"/>
                    <a:pt x="2106" y="3079"/>
                  </a:cubicBezTo>
                  <a:lnTo>
                    <a:pt x="2106" y="3079"/>
                  </a:lnTo>
                  <a:cubicBezTo>
                    <a:pt x="1883" y="3489"/>
                    <a:pt x="1919" y="4113"/>
                    <a:pt x="1919" y="4113"/>
                  </a:cubicBezTo>
                  <a:cubicBezTo>
                    <a:pt x="2035" y="3400"/>
                    <a:pt x="2391" y="2990"/>
                    <a:pt x="2392" y="2989"/>
                  </a:cubicBezTo>
                  <a:lnTo>
                    <a:pt x="2392" y="2989"/>
                  </a:lnTo>
                  <a:cubicBezTo>
                    <a:pt x="2115" y="3694"/>
                    <a:pt x="2409" y="4444"/>
                    <a:pt x="2409" y="4444"/>
                  </a:cubicBezTo>
                  <a:cubicBezTo>
                    <a:pt x="2311" y="3230"/>
                    <a:pt x="2838" y="2856"/>
                    <a:pt x="2838" y="2856"/>
                  </a:cubicBezTo>
                  <a:cubicBezTo>
                    <a:pt x="2838" y="2856"/>
                    <a:pt x="3364" y="3230"/>
                    <a:pt x="3275" y="4444"/>
                  </a:cubicBezTo>
                  <a:cubicBezTo>
                    <a:pt x="3275" y="4444"/>
                    <a:pt x="3569" y="3694"/>
                    <a:pt x="3284" y="2989"/>
                  </a:cubicBezTo>
                  <a:lnTo>
                    <a:pt x="3284" y="2989"/>
                  </a:lnTo>
                  <a:cubicBezTo>
                    <a:pt x="3284" y="2990"/>
                    <a:pt x="3649" y="3400"/>
                    <a:pt x="3756" y="4113"/>
                  </a:cubicBezTo>
                  <a:cubicBezTo>
                    <a:pt x="3756" y="4113"/>
                    <a:pt x="3801" y="3489"/>
                    <a:pt x="3578" y="3079"/>
                  </a:cubicBezTo>
                  <a:lnTo>
                    <a:pt x="3578" y="3079"/>
                  </a:lnTo>
                  <a:cubicBezTo>
                    <a:pt x="3578" y="3079"/>
                    <a:pt x="3953" y="3355"/>
                    <a:pt x="4078" y="4042"/>
                  </a:cubicBezTo>
                  <a:cubicBezTo>
                    <a:pt x="4078" y="4042"/>
                    <a:pt x="4140" y="3739"/>
                    <a:pt x="4006" y="3382"/>
                  </a:cubicBezTo>
                  <a:lnTo>
                    <a:pt x="4006" y="3382"/>
                  </a:lnTo>
                  <a:cubicBezTo>
                    <a:pt x="4006" y="3382"/>
                    <a:pt x="4318" y="3712"/>
                    <a:pt x="4318" y="4363"/>
                  </a:cubicBezTo>
                  <a:cubicBezTo>
                    <a:pt x="4318" y="4363"/>
                    <a:pt x="4550" y="3614"/>
                    <a:pt x="3953" y="2963"/>
                  </a:cubicBezTo>
                  <a:lnTo>
                    <a:pt x="3953" y="2963"/>
                  </a:lnTo>
                  <a:cubicBezTo>
                    <a:pt x="3953" y="2963"/>
                    <a:pt x="4515" y="3195"/>
                    <a:pt x="4800" y="3962"/>
                  </a:cubicBezTo>
                  <a:cubicBezTo>
                    <a:pt x="4800" y="3962"/>
                    <a:pt x="4702" y="3141"/>
                    <a:pt x="4095" y="2829"/>
                  </a:cubicBezTo>
                  <a:lnTo>
                    <a:pt x="4095" y="2829"/>
                  </a:lnTo>
                  <a:cubicBezTo>
                    <a:pt x="4096" y="2829"/>
                    <a:pt x="4711" y="2954"/>
                    <a:pt x="5059" y="3739"/>
                  </a:cubicBezTo>
                  <a:cubicBezTo>
                    <a:pt x="5059" y="3739"/>
                    <a:pt x="4988" y="3355"/>
                    <a:pt x="4765" y="3079"/>
                  </a:cubicBezTo>
                  <a:lnTo>
                    <a:pt x="4765" y="3079"/>
                  </a:lnTo>
                  <a:cubicBezTo>
                    <a:pt x="4765" y="3079"/>
                    <a:pt x="5291" y="3266"/>
                    <a:pt x="5585" y="3667"/>
                  </a:cubicBezTo>
                  <a:cubicBezTo>
                    <a:pt x="5585" y="3667"/>
                    <a:pt x="5451" y="3177"/>
                    <a:pt x="5005" y="2829"/>
                  </a:cubicBezTo>
                  <a:lnTo>
                    <a:pt x="5005" y="2829"/>
                  </a:lnTo>
                  <a:cubicBezTo>
                    <a:pt x="5006" y="2829"/>
                    <a:pt x="5425" y="2963"/>
                    <a:pt x="5648" y="3195"/>
                  </a:cubicBezTo>
                  <a:cubicBezTo>
                    <a:pt x="5648" y="3195"/>
                    <a:pt x="5532" y="2615"/>
                    <a:pt x="4854" y="2276"/>
                  </a:cubicBezTo>
                  <a:lnTo>
                    <a:pt x="4854" y="2276"/>
                  </a:lnTo>
                  <a:cubicBezTo>
                    <a:pt x="4854" y="2276"/>
                    <a:pt x="5389" y="2347"/>
                    <a:pt x="5683" y="2677"/>
                  </a:cubicBezTo>
                  <a:cubicBezTo>
                    <a:pt x="5683" y="2677"/>
                    <a:pt x="5621" y="2320"/>
                    <a:pt x="5166" y="2124"/>
                  </a:cubicBezTo>
                  <a:cubicBezTo>
                    <a:pt x="4927" y="2014"/>
                    <a:pt x="4676" y="1989"/>
                    <a:pt x="4494" y="1989"/>
                  </a:cubicBezTo>
                  <a:cubicBezTo>
                    <a:pt x="4335" y="1989"/>
                    <a:pt x="4229" y="2008"/>
                    <a:pt x="4229" y="2008"/>
                  </a:cubicBezTo>
                  <a:cubicBezTo>
                    <a:pt x="4229" y="2008"/>
                    <a:pt x="4390" y="1856"/>
                    <a:pt x="4720" y="1848"/>
                  </a:cubicBezTo>
                  <a:cubicBezTo>
                    <a:pt x="4740" y="1847"/>
                    <a:pt x="4760" y="1846"/>
                    <a:pt x="4779" y="1846"/>
                  </a:cubicBezTo>
                  <a:cubicBezTo>
                    <a:pt x="5128" y="1846"/>
                    <a:pt x="5417" y="1994"/>
                    <a:pt x="5603" y="2213"/>
                  </a:cubicBezTo>
                  <a:cubicBezTo>
                    <a:pt x="5603" y="2213"/>
                    <a:pt x="5523" y="1865"/>
                    <a:pt x="5130" y="1687"/>
                  </a:cubicBezTo>
                  <a:cubicBezTo>
                    <a:pt x="5002" y="1630"/>
                    <a:pt x="4848" y="1612"/>
                    <a:pt x="4698" y="1612"/>
                  </a:cubicBezTo>
                  <a:cubicBezTo>
                    <a:pt x="4400" y="1612"/>
                    <a:pt x="4122" y="1687"/>
                    <a:pt x="4122" y="1687"/>
                  </a:cubicBezTo>
                  <a:cubicBezTo>
                    <a:pt x="4122" y="1687"/>
                    <a:pt x="4381" y="1393"/>
                    <a:pt x="4961" y="1294"/>
                  </a:cubicBezTo>
                  <a:cubicBezTo>
                    <a:pt x="4961" y="1294"/>
                    <a:pt x="4901" y="1289"/>
                    <a:pt x="4806" y="1289"/>
                  </a:cubicBezTo>
                  <a:cubicBezTo>
                    <a:pt x="4664" y="1289"/>
                    <a:pt x="4443" y="1302"/>
                    <a:pt x="4229" y="1366"/>
                  </a:cubicBezTo>
                  <a:cubicBezTo>
                    <a:pt x="4229" y="1366"/>
                    <a:pt x="4515" y="982"/>
                    <a:pt x="5353" y="964"/>
                  </a:cubicBezTo>
                  <a:cubicBezTo>
                    <a:pt x="5353" y="964"/>
                    <a:pt x="5187" y="899"/>
                    <a:pt x="4870" y="899"/>
                  </a:cubicBezTo>
                  <a:cubicBezTo>
                    <a:pt x="4798" y="899"/>
                    <a:pt x="4718" y="903"/>
                    <a:pt x="4631" y="911"/>
                  </a:cubicBezTo>
                  <a:cubicBezTo>
                    <a:pt x="4158" y="955"/>
                    <a:pt x="3837" y="1205"/>
                    <a:pt x="3837" y="1205"/>
                  </a:cubicBezTo>
                  <a:cubicBezTo>
                    <a:pt x="3837" y="1205"/>
                    <a:pt x="4203" y="715"/>
                    <a:pt x="4747" y="545"/>
                  </a:cubicBezTo>
                  <a:lnTo>
                    <a:pt x="4747" y="545"/>
                  </a:lnTo>
                  <a:cubicBezTo>
                    <a:pt x="4747" y="545"/>
                    <a:pt x="3890" y="554"/>
                    <a:pt x="3444" y="1161"/>
                  </a:cubicBezTo>
                  <a:cubicBezTo>
                    <a:pt x="3444" y="1161"/>
                    <a:pt x="3569" y="527"/>
                    <a:pt x="4229" y="72"/>
                  </a:cubicBezTo>
                  <a:lnTo>
                    <a:pt x="4229" y="72"/>
                  </a:lnTo>
                  <a:cubicBezTo>
                    <a:pt x="4229" y="72"/>
                    <a:pt x="3640" y="269"/>
                    <a:pt x="3266" y="884"/>
                  </a:cubicBezTo>
                  <a:cubicBezTo>
                    <a:pt x="3266" y="884"/>
                    <a:pt x="3328" y="492"/>
                    <a:pt x="3462" y="1"/>
                  </a:cubicBezTo>
                  <a:lnTo>
                    <a:pt x="3462" y="1"/>
                  </a:lnTo>
                  <a:cubicBezTo>
                    <a:pt x="3462" y="1"/>
                    <a:pt x="2989" y="304"/>
                    <a:pt x="2838" y="973"/>
                  </a:cubicBezTo>
                  <a:cubicBezTo>
                    <a:pt x="2686" y="304"/>
                    <a:pt x="2213" y="1"/>
                    <a:pt x="2213"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29" name="Google Shape;8129;p132"/>
            <p:cNvGrpSpPr/>
            <p:nvPr/>
          </p:nvGrpSpPr>
          <p:grpSpPr>
            <a:xfrm>
              <a:off x="4025327" y="4080797"/>
              <a:ext cx="659136" cy="1697576"/>
              <a:chOff x="4025327" y="4080797"/>
              <a:chExt cx="659136" cy="1697576"/>
            </a:xfrm>
          </p:grpSpPr>
          <p:sp>
            <p:nvSpPr>
              <p:cNvPr id="8130" name="Google Shape;8130;p132"/>
              <p:cNvSpPr/>
              <p:nvPr/>
            </p:nvSpPr>
            <p:spPr>
              <a:xfrm>
                <a:off x="4302184" y="4412109"/>
                <a:ext cx="105413" cy="1366264"/>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132"/>
              <p:cNvSpPr/>
              <p:nvPr/>
            </p:nvSpPr>
            <p:spPr>
              <a:xfrm>
                <a:off x="4346648" y="4412109"/>
                <a:ext cx="60948" cy="1366264"/>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132"/>
              <p:cNvSpPr/>
              <p:nvPr/>
            </p:nvSpPr>
            <p:spPr>
              <a:xfrm>
                <a:off x="4025327" y="4080797"/>
                <a:ext cx="659136" cy="514779"/>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132"/>
              <p:cNvSpPr/>
              <p:nvPr/>
            </p:nvSpPr>
            <p:spPr>
              <a:xfrm>
                <a:off x="4158719" y="4201478"/>
                <a:ext cx="392246" cy="307911"/>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34" name="Google Shape;8134;p132"/>
            <p:cNvSpPr/>
            <p:nvPr/>
          </p:nvSpPr>
          <p:spPr>
            <a:xfrm>
              <a:off x="5106404" y="4721645"/>
              <a:ext cx="87200" cy="1136603"/>
            </a:xfrm>
            <a:custGeom>
              <a:rect b="b" l="l" r="r" t="t"/>
              <a:pathLst>
                <a:path extrusionOk="0" h="11170" w="857">
                  <a:moveTo>
                    <a:pt x="206" y="1"/>
                  </a:moveTo>
                  <a:cubicBezTo>
                    <a:pt x="206" y="1"/>
                    <a:pt x="0" y="563"/>
                    <a:pt x="206" y="1749"/>
                  </a:cubicBezTo>
                  <a:cubicBezTo>
                    <a:pt x="357" y="2677"/>
                    <a:pt x="206" y="11170"/>
                    <a:pt x="206" y="11170"/>
                  </a:cubicBezTo>
                  <a:lnTo>
                    <a:pt x="652" y="11170"/>
                  </a:lnTo>
                  <a:cubicBezTo>
                    <a:pt x="652" y="11170"/>
                    <a:pt x="500" y="2677"/>
                    <a:pt x="652" y="1749"/>
                  </a:cubicBezTo>
                  <a:cubicBezTo>
                    <a:pt x="857" y="563"/>
                    <a:pt x="652" y="1"/>
                    <a:pt x="652"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132"/>
            <p:cNvSpPr/>
            <p:nvPr/>
          </p:nvSpPr>
          <p:spPr>
            <a:xfrm>
              <a:off x="5143644" y="4721645"/>
              <a:ext cx="49959" cy="1136603"/>
            </a:xfrm>
            <a:custGeom>
              <a:rect b="b" l="l" r="r" t="t"/>
              <a:pathLst>
                <a:path extrusionOk="0" h="11170" w="491">
                  <a:moveTo>
                    <a:pt x="161" y="1"/>
                  </a:moveTo>
                  <a:cubicBezTo>
                    <a:pt x="161" y="1"/>
                    <a:pt x="357" y="563"/>
                    <a:pt x="161" y="1749"/>
                  </a:cubicBezTo>
                  <a:cubicBezTo>
                    <a:pt x="0" y="2677"/>
                    <a:pt x="161" y="11170"/>
                    <a:pt x="161" y="11170"/>
                  </a:cubicBezTo>
                  <a:lnTo>
                    <a:pt x="286" y="11170"/>
                  </a:lnTo>
                  <a:cubicBezTo>
                    <a:pt x="286" y="11170"/>
                    <a:pt x="134" y="2677"/>
                    <a:pt x="286" y="1749"/>
                  </a:cubicBezTo>
                  <a:cubicBezTo>
                    <a:pt x="491" y="563"/>
                    <a:pt x="286" y="1"/>
                    <a:pt x="286"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132"/>
            <p:cNvSpPr/>
            <p:nvPr/>
          </p:nvSpPr>
          <p:spPr>
            <a:xfrm>
              <a:off x="4875842" y="4445688"/>
              <a:ext cx="547415" cy="428592"/>
            </a:xfrm>
            <a:custGeom>
              <a:rect b="b" l="l" r="r" t="t"/>
              <a:pathLst>
                <a:path extrusionOk="0" h="4212" w="5380">
                  <a:moveTo>
                    <a:pt x="2106" y="1"/>
                  </a:moveTo>
                  <a:cubicBezTo>
                    <a:pt x="2231" y="473"/>
                    <a:pt x="2293" y="839"/>
                    <a:pt x="2293" y="839"/>
                  </a:cubicBezTo>
                  <a:cubicBezTo>
                    <a:pt x="1936" y="259"/>
                    <a:pt x="1374" y="72"/>
                    <a:pt x="1374" y="72"/>
                  </a:cubicBezTo>
                  <a:lnTo>
                    <a:pt x="1374" y="72"/>
                  </a:lnTo>
                  <a:cubicBezTo>
                    <a:pt x="1999" y="500"/>
                    <a:pt x="2115" y="1098"/>
                    <a:pt x="2115" y="1098"/>
                  </a:cubicBezTo>
                  <a:cubicBezTo>
                    <a:pt x="1695" y="527"/>
                    <a:pt x="884" y="527"/>
                    <a:pt x="884" y="527"/>
                  </a:cubicBezTo>
                  <a:lnTo>
                    <a:pt x="884" y="527"/>
                  </a:lnTo>
                  <a:cubicBezTo>
                    <a:pt x="1410" y="687"/>
                    <a:pt x="1749" y="1142"/>
                    <a:pt x="1749" y="1142"/>
                  </a:cubicBezTo>
                  <a:cubicBezTo>
                    <a:pt x="1749" y="1142"/>
                    <a:pt x="1446" y="902"/>
                    <a:pt x="1000" y="866"/>
                  </a:cubicBezTo>
                  <a:cubicBezTo>
                    <a:pt x="909" y="857"/>
                    <a:pt x="827" y="853"/>
                    <a:pt x="753" y="853"/>
                  </a:cubicBezTo>
                  <a:cubicBezTo>
                    <a:pt x="461" y="853"/>
                    <a:pt x="313" y="910"/>
                    <a:pt x="313" y="910"/>
                  </a:cubicBezTo>
                  <a:cubicBezTo>
                    <a:pt x="1107" y="937"/>
                    <a:pt x="1383" y="1303"/>
                    <a:pt x="1383" y="1303"/>
                  </a:cubicBezTo>
                  <a:cubicBezTo>
                    <a:pt x="1174" y="1239"/>
                    <a:pt x="966" y="1226"/>
                    <a:pt x="832" y="1226"/>
                  </a:cubicBezTo>
                  <a:cubicBezTo>
                    <a:pt x="743" y="1226"/>
                    <a:pt x="687" y="1232"/>
                    <a:pt x="687" y="1232"/>
                  </a:cubicBezTo>
                  <a:cubicBezTo>
                    <a:pt x="1232" y="1330"/>
                    <a:pt x="1481" y="1606"/>
                    <a:pt x="1481" y="1606"/>
                  </a:cubicBezTo>
                  <a:cubicBezTo>
                    <a:pt x="1481" y="1606"/>
                    <a:pt x="1220" y="1531"/>
                    <a:pt x="934" y="1531"/>
                  </a:cubicBezTo>
                  <a:cubicBezTo>
                    <a:pt x="791" y="1531"/>
                    <a:pt x="643" y="1550"/>
                    <a:pt x="518" y="1606"/>
                  </a:cubicBezTo>
                  <a:cubicBezTo>
                    <a:pt x="152" y="1776"/>
                    <a:pt x="81" y="2106"/>
                    <a:pt x="81" y="2106"/>
                  </a:cubicBezTo>
                  <a:cubicBezTo>
                    <a:pt x="249" y="1895"/>
                    <a:pt x="521" y="1756"/>
                    <a:pt x="851" y="1756"/>
                  </a:cubicBezTo>
                  <a:cubicBezTo>
                    <a:pt x="870" y="1756"/>
                    <a:pt x="890" y="1757"/>
                    <a:pt x="910" y="1758"/>
                  </a:cubicBezTo>
                  <a:cubicBezTo>
                    <a:pt x="1223" y="1767"/>
                    <a:pt x="1374" y="1910"/>
                    <a:pt x="1374" y="1910"/>
                  </a:cubicBezTo>
                  <a:cubicBezTo>
                    <a:pt x="1374" y="1910"/>
                    <a:pt x="1275" y="1893"/>
                    <a:pt x="1127" y="1893"/>
                  </a:cubicBezTo>
                  <a:cubicBezTo>
                    <a:pt x="954" y="1893"/>
                    <a:pt x="713" y="1916"/>
                    <a:pt x="482" y="2017"/>
                  </a:cubicBezTo>
                  <a:cubicBezTo>
                    <a:pt x="63" y="2204"/>
                    <a:pt x="0" y="2543"/>
                    <a:pt x="0" y="2543"/>
                  </a:cubicBezTo>
                  <a:cubicBezTo>
                    <a:pt x="277" y="2231"/>
                    <a:pt x="785" y="2168"/>
                    <a:pt x="786" y="2168"/>
                  </a:cubicBezTo>
                  <a:lnTo>
                    <a:pt x="786" y="2168"/>
                  </a:lnTo>
                  <a:cubicBezTo>
                    <a:pt x="143" y="2481"/>
                    <a:pt x="36" y="3034"/>
                    <a:pt x="36" y="3034"/>
                  </a:cubicBezTo>
                  <a:cubicBezTo>
                    <a:pt x="241" y="2811"/>
                    <a:pt x="643" y="2686"/>
                    <a:pt x="643" y="2686"/>
                  </a:cubicBezTo>
                  <a:lnTo>
                    <a:pt x="643" y="2686"/>
                  </a:lnTo>
                  <a:cubicBezTo>
                    <a:pt x="215" y="3016"/>
                    <a:pt x="90" y="3489"/>
                    <a:pt x="90" y="3489"/>
                  </a:cubicBezTo>
                  <a:cubicBezTo>
                    <a:pt x="366" y="3096"/>
                    <a:pt x="875" y="2918"/>
                    <a:pt x="875" y="2918"/>
                  </a:cubicBezTo>
                  <a:lnTo>
                    <a:pt x="875" y="2918"/>
                  </a:lnTo>
                  <a:cubicBezTo>
                    <a:pt x="661" y="3185"/>
                    <a:pt x="598" y="3551"/>
                    <a:pt x="598" y="3551"/>
                  </a:cubicBezTo>
                  <a:cubicBezTo>
                    <a:pt x="919" y="2802"/>
                    <a:pt x="1508" y="2686"/>
                    <a:pt x="1508" y="2686"/>
                  </a:cubicBezTo>
                  <a:lnTo>
                    <a:pt x="1508" y="2686"/>
                  </a:lnTo>
                  <a:cubicBezTo>
                    <a:pt x="928" y="2980"/>
                    <a:pt x="839" y="3756"/>
                    <a:pt x="839" y="3756"/>
                  </a:cubicBezTo>
                  <a:cubicBezTo>
                    <a:pt x="1107" y="3034"/>
                    <a:pt x="1633" y="2811"/>
                    <a:pt x="1633" y="2811"/>
                  </a:cubicBezTo>
                  <a:lnTo>
                    <a:pt x="1633" y="2811"/>
                  </a:lnTo>
                  <a:cubicBezTo>
                    <a:pt x="1071" y="3426"/>
                    <a:pt x="1294" y="4140"/>
                    <a:pt x="1294" y="4140"/>
                  </a:cubicBezTo>
                  <a:cubicBezTo>
                    <a:pt x="1294" y="3524"/>
                    <a:pt x="1588" y="3212"/>
                    <a:pt x="1588" y="3212"/>
                  </a:cubicBezTo>
                  <a:lnTo>
                    <a:pt x="1588" y="3212"/>
                  </a:lnTo>
                  <a:cubicBezTo>
                    <a:pt x="1464" y="3551"/>
                    <a:pt x="1517" y="3837"/>
                    <a:pt x="1517" y="3837"/>
                  </a:cubicBezTo>
                  <a:cubicBezTo>
                    <a:pt x="1642" y="3185"/>
                    <a:pt x="1999" y="2918"/>
                    <a:pt x="1999" y="2918"/>
                  </a:cubicBezTo>
                  <a:lnTo>
                    <a:pt x="1999" y="2918"/>
                  </a:lnTo>
                  <a:cubicBezTo>
                    <a:pt x="1785" y="3310"/>
                    <a:pt x="1820" y="3899"/>
                    <a:pt x="1820" y="3899"/>
                  </a:cubicBezTo>
                  <a:cubicBezTo>
                    <a:pt x="1927" y="3230"/>
                    <a:pt x="2266" y="2838"/>
                    <a:pt x="2266" y="2837"/>
                  </a:cubicBezTo>
                  <a:lnTo>
                    <a:pt x="2266" y="2837"/>
                  </a:lnTo>
                  <a:cubicBezTo>
                    <a:pt x="2008" y="3507"/>
                    <a:pt x="2284" y="4211"/>
                    <a:pt x="2284" y="4211"/>
                  </a:cubicBezTo>
                  <a:cubicBezTo>
                    <a:pt x="2195" y="3069"/>
                    <a:pt x="2695" y="2713"/>
                    <a:pt x="2695" y="2713"/>
                  </a:cubicBezTo>
                  <a:cubicBezTo>
                    <a:pt x="2695" y="2713"/>
                    <a:pt x="3194" y="3069"/>
                    <a:pt x="3105" y="4211"/>
                  </a:cubicBezTo>
                  <a:cubicBezTo>
                    <a:pt x="3105" y="4211"/>
                    <a:pt x="3382" y="3507"/>
                    <a:pt x="3114" y="2837"/>
                  </a:cubicBezTo>
                  <a:lnTo>
                    <a:pt x="3114" y="2837"/>
                  </a:lnTo>
                  <a:cubicBezTo>
                    <a:pt x="3114" y="2838"/>
                    <a:pt x="3453" y="3230"/>
                    <a:pt x="3560" y="3899"/>
                  </a:cubicBezTo>
                  <a:cubicBezTo>
                    <a:pt x="3560" y="3899"/>
                    <a:pt x="3605" y="3310"/>
                    <a:pt x="3390" y="2918"/>
                  </a:cubicBezTo>
                  <a:lnTo>
                    <a:pt x="3390" y="2918"/>
                  </a:lnTo>
                  <a:cubicBezTo>
                    <a:pt x="3391" y="2918"/>
                    <a:pt x="3747" y="3185"/>
                    <a:pt x="3872" y="3837"/>
                  </a:cubicBezTo>
                  <a:cubicBezTo>
                    <a:pt x="3872" y="3837"/>
                    <a:pt x="3926" y="3551"/>
                    <a:pt x="3801" y="3212"/>
                  </a:cubicBezTo>
                  <a:lnTo>
                    <a:pt x="3801" y="3212"/>
                  </a:lnTo>
                  <a:cubicBezTo>
                    <a:pt x="3801" y="3212"/>
                    <a:pt x="4095" y="3524"/>
                    <a:pt x="4095" y="4140"/>
                  </a:cubicBezTo>
                  <a:cubicBezTo>
                    <a:pt x="4095" y="4140"/>
                    <a:pt x="4318" y="3426"/>
                    <a:pt x="3747" y="2811"/>
                  </a:cubicBezTo>
                  <a:lnTo>
                    <a:pt x="3747" y="2811"/>
                  </a:lnTo>
                  <a:cubicBezTo>
                    <a:pt x="3747" y="2811"/>
                    <a:pt x="4274" y="3034"/>
                    <a:pt x="4550" y="3756"/>
                  </a:cubicBezTo>
                  <a:cubicBezTo>
                    <a:pt x="4550" y="3756"/>
                    <a:pt x="4452" y="2980"/>
                    <a:pt x="3881" y="2686"/>
                  </a:cubicBezTo>
                  <a:lnTo>
                    <a:pt x="3881" y="2686"/>
                  </a:lnTo>
                  <a:cubicBezTo>
                    <a:pt x="3881" y="2686"/>
                    <a:pt x="4470" y="2802"/>
                    <a:pt x="4791" y="3551"/>
                  </a:cubicBezTo>
                  <a:cubicBezTo>
                    <a:pt x="4791" y="3551"/>
                    <a:pt x="4729" y="3185"/>
                    <a:pt x="4515" y="2918"/>
                  </a:cubicBezTo>
                  <a:lnTo>
                    <a:pt x="4515" y="2918"/>
                  </a:lnTo>
                  <a:cubicBezTo>
                    <a:pt x="4515" y="2918"/>
                    <a:pt x="5014" y="3096"/>
                    <a:pt x="5300" y="3489"/>
                  </a:cubicBezTo>
                  <a:cubicBezTo>
                    <a:pt x="5300" y="3489"/>
                    <a:pt x="5166" y="3016"/>
                    <a:pt x="4746" y="2686"/>
                  </a:cubicBezTo>
                  <a:lnTo>
                    <a:pt x="4746" y="2686"/>
                  </a:lnTo>
                  <a:cubicBezTo>
                    <a:pt x="4747" y="2686"/>
                    <a:pt x="5139" y="2811"/>
                    <a:pt x="5353" y="3034"/>
                  </a:cubicBezTo>
                  <a:cubicBezTo>
                    <a:pt x="5353" y="3034"/>
                    <a:pt x="5246" y="2481"/>
                    <a:pt x="4604" y="2168"/>
                  </a:cubicBezTo>
                  <a:lnTo>
                    <a:pt x="4604" y="2168"/>
                  </a:lnTo>
                  <a:cubicBezTo>
                    <a:pt x="4604" y="2168"/>
                    <a:pt x="5103" y="2231"/>
                    <a:pt x="5380" y="2543"/>
                  </a:cubicBezTo>
                  <a:cubicBezTo>
                    <a:pt x="5380" y="2543"/>
                    <a:pt x="5326" y="2204"/>
                    <a:pt x="4898" y="2017"/>
                  </a:cubicBezTo>
                  <a:cubicBezTo>
                    <a:pt x="4672" y="1916"/>
                    <a:pt x="4431" y="1893"/>
                    <a:pt x="4256" y="1893"/>
                  </a:cubicBezTo>
                  <a:cubicBezTo>
                    <a:pt x="4107" y="1893"/>
                    <a:pt x="4006" y="1910"/>
                    <a:pt x="4006" y="1910"/>
                  </a:cubicBezTo>
                  <a:cubicBezTo>
                    <a:pt x="4006" y="1910"/>
                    <a:pt x="4158" y="1767"/>
                    <a:pt x="4470" y="1758"/>
                  </a:cubicBezTo>
                  <a:cubicBezTo>
                    <a:pt x="4490" y="1757"/>
                    <a:pt x="4510" y="1756"/>
                    <a:pt x="4530" y="1756"/>
                  </a:cubicBezTo>
                  <a:cubicBezTo>
                    <a:pt x="4861" y="1756"/>
                    <a:pt x="5140" y="1895"/>
                    <a:pt x="5308" y="2106"/>
                  </a:cubicBezTo>
                  <a:cubicBezTo>
                    <a:pt x="5308" y="2106"/>
                    <a:pt x="5237" y="1776"/>
                    <a:pt x="4871" y="1606"/>
                  </a:cubicBezTo>
                  <a:cubicBezTo>
                    <a:pt x="4746" y="1550"/>
                    <a:pt x="4598" y="1531"/>
                    <a:pt x="4455" y="1531"/>
                  </a:cubicBezTo>
                  <a:cubicBezTo>
                    <a:pt x="4170" y="1531"/>
                    <a:pt x="3908" y="1606"/>
                    <a:pt x="3908" y="1606"/>
                  </a:cubicBezTo>
                  <a:cubicBezTo>
                    <a:pt x="3908" y="1606"/>
                    <a:pt x="4149" y="1330"/>
                    <a:pt x="4702" y="1232"/>
                  </a:cubicBezTo>
                  <a:cubicBezTo>
                    <a:pt x="4702" y="1232"/>
                    <a:pt x="4645" y="1226"/>
                    <a:pt x="4555" y="1226"/>
                  </a:cubicBezTo>
                  <a:cubicBezTo>
                    <a:pt x="4419" y="1226"/>
                    <a:pt x="4209" y="1239"/>
                    <a:pt x="4006" y="1303"/>
                  </a:cubicBezTo>
                  <a:cubicBezTo>
                    <a:pt x="4006" y="1303"/>
                    <a:pt x="4283" y="937"/>
                    <a:pt x="5077" y="910"/>
                  </a:cubicBezTo>
                  <a:cubicBezTo>
                    <a:pt x="5077" y="910"/>
                    <a:pt x="4922" y="853"/>
                    <a:pt x="4632" y="853"/>
                  </a:cubicBezTo>
                  <a:cubicBezTo>
                    <a:pt x="4560" y="853"/>
                    <a:pt x="4479" y="857"/>
                    <a:pt x="4390" y="866"/>
                  </a:cubicBezTo>
                  <a:cubicBezTo>
                    <a:pt x="3935" y="902"/>
                    <a:pt x="3640" y="1142"/>
                    <a:pt x="3640" y="1142"/>
                  </a:cubicBezTo>
                  <a:cubicBezTo>
                    <a:pt x="3640" y="1142"/>
                    <a:pt x="3979" y="687"/>
                    <a:pt x="4506" y="527"/>
                  </a:cubicBezTo>
                  <a:lnTo>
                    <a:pt x="4506" y="527"/>
                  </a:lnTo>
                  <a:cubicBezTo>
                    <a:pt x="4505" y="527"/>
                    <a:pt x="3685" y="527"/>
                    <a:pt x="3266" y="1098"/>
                  </a:cubicBezTo>
                  <a:cubicBezTo>
                    <a:pt x="3266" y="1098"/>
                    <a:pt x="3382" y="500"/>
                    <a:pt x="4006" y="72"/>
                  </a:cubicBezTo>
                  <a:lnTo>
                    <a:pt x="4006" y="72"/>
                  </a:lnTo>
                  <a:cubicBezTo>
                    <a:pt x="4006" y="72"/>
                    <a:pt x="3444" y="259"/>
                    <a:pt x="3096" y="839"/>
                  </a:cubicBezTo>
                  <a:cubicBezTo>
                    <a:pt x="3096" y="839"/>
                    <a:pt x="3159" y="473"/>
                    <a:pt x="3283" y="1"/>
                  </a:cubicBezTo>
                  <a:lnTo>
                    <a:pt x="3283" y="1"/>
                  </a:lnTo>
                  <a:cubicBezTo>
                    <a:pt x="3283" y="1"/>
                    <a:pt x="2837" y="295"/>
                    <a:pt x="2695" y="919"/>
                  </a:cubicBezTo>
                  <a:cubicBezTo>
                    <a:pt x="2552" y="295"/>
                    <a:pt x="2106" y="1"/>
                    <a:pt x="2106" y="1"/>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132"/>
            <p:cNvSpPr/>
            <p:nvPr/>
          </p:nvSpPr>
          <p:spPr>
            <a:xfrm>
              <a:off x="4986545" y="4546425"/>
              <a:ext cx="326923" cy="256117"/>
            </a:xfrm>
            <a:custGeom>
              <a:rect b="b" l="l" r="r" t="t"/>
              <a:pathLst>
                <a:path extrusionOk="0" h="2517" w="3213">
                  <a:moveTo>
                    <a:pt x="1955" y="1"/>
                  </a:moveTo>
                  <a:cubicBezTo>
                    <a:pt x="1954" y="1"/>
                    <a:pt x="1687" y="179"/>
                    <a:pt x="1607" y="554"/>
                  </a:cubicBezTo>
                  <a:cubicBezTo>
                    <a:pt x="1517" y="179"/>
                    <a:pt x="1250" y="1"/>
                    <a:pt x="1250" y="1"/>
                  </a:cubicBezTo>
                  <a:lnTo>
                    <a:pt x="1250" y="1"/>
                  </a:lnTo>
                  <a:cubicBezTo>
                    <a:pt x="1330" y="286"/>
                    <a:pt x="1366" y="500"/>
                    <a:pt x="1366" y="500"/>
                  </a:cubicBezTo>
                  <a:cubicBezTo>
                    <a:pt x="1152" y="161"/>
                    <a:pt x="822" y="45"/>
                    <a:pt x="822" y="45"/>
                  </a:cubicBezTo>
                  <a:lnTo>
                    <a:pt x="822" y="45"/>
                  </a:lnTo>
                  <a:cubicBezTo>
                    <a:pt x="1196" y="304"/>
                    <a:pt x="1259" y="661"/>
                    <a:pt x="1259" y="661"/>
                  </a:cubicBezTo>
                  <a:cubicBezTo>
                    <a:pt x="1009" y="322"/>
                    <a:pt x="527" y="313"/>
                    <a:pt x="527" y="313"/>
                  </a:cubicBezTo>
                  <a:lnTo>
                    <a:pt x="527" y="313"/>
                  </a:lnTo>
                  <a:cubicBezTo>
                    <a:pt x="839" y="411"/>
                    <a:pt x="1045" y="688"/>
                    <a:pt x="1045" y="688"/>
                  </a:cubicBezTo>
                  <a:cubicBezTo>
                    <a:pt x="1045" y="688"/>
                    <a:pt x="866" y="545"/>
                    <a:pt x="590" y="518"/>
                  </a:cubicBezTo>
                  <a:cubicBezTo>
                    <a:pt x="536" y="513"/>
                    <a:pt x="488" y="511"/>
                    <a:pt x="444" y="511"/>
                  </a:cubicBezTo>
                  <a:cubicBezTo>
                    <a:pt x="271" y="511"/>
                    <a:pt x="179" y="545"/>
                    <a:pt x="179" y="545"/>
                  </a:cubicBezTo>
                  <a:cubicBezTo>
                    <a:pt x="661" y="563"/>
                    <a:pt x="822" y="777"/>
                    <a:pt x="822" y="777"/>
                  </a:cubicBezTo>
                  <a:cubicBezTo>
                    <a:pt x="711" y="743"/>
                    <a:pt x="601" y="736"/>
                    <a:pt x="522" y="736"/>
                  </a:cubicBezTo>
                  <a:cubicBezTo>
                    <a:pt x="455" y="736"/>
                    <a:pt x="411" y="741"/>
                    <a:pt x="411" y="741"/>
                  </a:cubicBezTo>
                  <a:cubicBezTo>
                    <a:pt x="732" y="795"/>
                    <a:pt x="875" y="964"/>
                    <a:pt x="875" y="964"/>
                  </a:cubicBezTo>
                  <a:cubicBezTo>
                    <a:pt x="875" y="964"/>
                    <a:pt x="720" y="917"/>
                    <a:pt x="551" y="917"/>
                  </a:cubicBezTo>
                  <a:cubicBezTo>
                    <a:pt x="467" y="917"/>
                    <a:pt x="378" y="929"/>
                    <a:pt x="304" y="964"/>
                  </a:cubicBezTo>
                  <a:cubicBezTo>
                    <a:pt x="90" y="1062"/>
                    <a:pt x="45" y="1259"/>
                    <a:pt x="45" y="1259"/>
                  </a:cubicBezTo>
                  <a:cubicBezTo>
                    <a:pt x="147" y="1132"/>
                    <a:pt x="313" y="1053"/>
                    <a:pt x="513" y="1053"/>
                  </a:cubicBezTo>
                  <a:cubicBezTo>
                    <a:pt x="523" y="1053"/>
                    <a:pt x="534" y="1053"/>
                    <a:pt x="545" y="1053"/>
                  </a:cubicBezTo>
                  <a:cubicBezTo>
                    <a:pt x="732" y="1053"/>
                    <a:pt x="822" y="1143"/>
                    <a:pt x="822" y="1143"/>
                  </a:cubicBezTo>
                  <a:cubicBezTo>
                    <a:pt x="822" y="1143"/>
                    <a:pt x="758" y="1130"/>
                    <a:pt x="663" y="1130"/>
                  </a:cubicBezTo>
                  <a:cubicBezTo>
                    <a:pt x="560" y="1130"/>
                    <a:pt x="421" y="1145"/>
                    <a:pt x="286" y="1205"/>
                  </a:cubicBezTo>
                  <a:cubicBezTo>
                    <a:pt x="37" y="1312"/>
                    <a:pt x="1" y="1517"/>
                    <a:pt x="1" y="1517"/>
                  </a:cubicBezTo>
                  <a:cubicBezTo>
                    <a:pt x="170" y="1330"/>
                    <a:pt x="465" y="1294"/>
                    <a:pt x="465" y="1294"/>
                  </a:cubicBezTo>
                  <a:lnTo>
                    <a:pt x="465" y="1294"/>
                  </a:lnTo>
                  <a:cubicBezTo>
                    <a:pt x="81" y="1482"/>
                    <a:pt x="19" y="1812"/>
                    <a:pt x="19" y="1812"/>
                  </a:cubicBezTo>
                  <a:cubicBezTo>
                    <a:pt x="144" y="1678"/>
                    <a:pt x="384" y="1607"/>
                    <a:pt x="384" y="1607"/>
                  </a:cubicBezTo>
                  <a:lnTo>
                    <a:pt x="384" y="1607"/>
                  </a:lnTo>
                  <a:cubicBezTo>
                    <a:pt x="126" y="1803"/>
                    <a:pt x="54" y="2079"/>
                    <a:pt x="54" y="2079"/>
                  </a:cubicBezTo>
                  <a:cubicBezTo>
                    <a:pt x="215" y="1847"/>
                    <a:pt x="518" y="1740"/>
                    <a:pt x="518" y="1740"/>
                  </a:cubicBezTo>
                  <a:lnTo>
                    <a:pt x="518" y="1740"/>
                  </a:lnTo>
                  <a:cubicBezTo>
                    <a:pt x="393" y="1901"/>
                    <a:pt x="349" y="2115"/>
                    <a:pt x="349" y="2115"/>
                  </a:cubicBezTo>
                  <a:cubicBezTo>
                    <a:pt x="545" y="1678"/>
                    <a:pt x="893" y="1607"/>
                    <a:pt x="893" y="1607"/>
                  </a:cubicBezTo>
                  <a:lnTo>
                    <a:pt x="893" y="1607"/>
                  </a:lnTo>
                  <a:cubicBezTo>
                    <a:pt x="554" y="1785"/>
                    <a:pt x="500" y="2249"/>
                    <a:pt x="500" y="2249"/>
                  </a:cubicBezTo>
                  <a:cubicBezTo>
                    <a:pt x="661" y="1812"/>
                    <a:pt x="973" y="1678"/>
                    <a:pt x="973" y="1678"/>
                  </a:cubicBezTo>
                  <a:lnTo>
                    <a:pt x="973" y="1678"/>
                  </a:lnTo>
                  <a:cubicBezTo>
                    <a:pt x="634" y="2053"/>
                    <a:pt x="768" y="2472"/>
                    <a:pt x="768" y="2472"/>
                  </a:cubicBezTo>
                  <a:cubicBezTo>
                    <a:pt x="768" y="2106"/>
                    <a:pt x="946" y="1919"/>
                    <a:pt x="946" y="1919"/>
                  </a:cubicBezTo>
                  <a:lnTo>
                    <a:pt x="946" y="1919"/>
                  </a:lnTo>
                  <a:cubicBezTo>
                    <a:pt x="866" y="2124"/>
                    <a:pt x="902" y="2293"/>
                    <a:pt x="902" y="2293"/>
                  </a:cubicBezTo>
                  <a:cubicBezTo>
                    <a:pt x="973" y="1901"/>
                    <a:pt x="1187" y="1749"/>
                    <a:pt x="1187" y="1749"/>
                  </a:cubicBezTo>
                  <a:lnTo>
                    <a:pt x="1187" y="1749"/>
                  </a:lnTo>
                  <a:cubicBezTo>
                    <a:pt x="1062" y="1972"/>
                    <a:pt x="1089" y="2329"/>
                    <a:pt x="1089" y="2329"/>
                  </a:cubicBezTo>
                  <a:cubicBezTo>
                    <a:pt x="1152" y="1928"/>
                    <a:pt x="1357" y="1696"/>
                    <a:pt x="1357" y="1696"/>
                  </a:cubicBezTo>
                  <a:lnTo>
                    <a:pt x="1357" y="1696"/>
                  </a:lnTo>
                  <a:cubicBezTo>
                    <a:pt x="1196" y="2088"/>
                    <a:pt x="1357" y="2517"/>
                    <a:pt x="1357" y="2517"/>
                  </a:cubicBezTo>
                  <a:cubicBezTo>
                    <a:pt x="1303" y="1830"/>
                    <a:pt x="1607" y="1624"/>
                    <a:pt x="1607" y="1624"/>
                  </a:cubicBezTo>
                  <a:cubicBezTo>
                    <a:pt x="1607" y="1624"/>
                    <a:pt x="1901" y="1830"/>
                    <a:pt x="1847" y="2517"/>
                  </a:cubicBezTo>
                  <a:cubicBezTo>
                    <a:pt x="1847" y="2517"/>
                    <a:pt x="2017" y="2088"/>
                    <a:pt x="1856" y="1696"/>
                  </a:cubicBezTo>
                  <a:lnTo>
                    <a:pt x="1856" y="1696"/>
                  </a:lnTo>
                  <a:cubicBezTo>
                    <a:pt x="1856" y="1696"/>
                    <a:pt x="2062" y="1928"/>
                    <a:pt x="2124" y="2329"/>
                  </a:cubicBezTo>
                  <a:cubicBezTo>
                    <a:pt x="2124" y="2329"/>
                    <a:pt x="2151" y="1972"/>
                    <a:pt x="2017" y="1749"/>
                  </a:cubicBezTo>
                  <a:lnTo>
                    <a:pt x="2017" y="1749"/>
                  </a:lnTo>
                  <a:cubicBezTo>
                    <a:pt x="2017" y="1749"/>
                    <a:pt x="2231" y="1901"/>
                    <a:pt x="2302" y="2293"/>
                  </a:cubicBezTo>
                  <a:cubicBezTo>
                    <a:pt x="2302" y="2293"/>
                    <a:pt x="2338" y="2124"/>
                    <a:pt x="2267" y="1919"/>
                  </a:cubicBezTo>
                  <a:lnTo>
                    <a:pt x="2267" y="1919"/>
                  </a:lnTo>
                  <a:cubicBezTo>
                    <a:pt x="2267" y="1919"/>
                    <a:pt x="2436" y="2106"/>
                    <a:pt x="2436" y="2472"/>
                  </a:cubicBezTo>
                  <a:cubicBezTo>
                    <a:pt x="2436" y="2472"/>
                    <a:pt x="2570" y="2053"/>
                    <a:pt x="2240" y="1678"/>
                  </a:cubicBezTo>
                  <a:lnTo>
                    <a:pt x="2240" y="1678"/>
                  </a:lnTo>
                  <a:cubicBezTo>
                    <a:pt x="2240" y="1678"/>
                    <a:pt x="2552" y="1812"/>
                    <a:pt x="2713" y="2249"/>
                  </a:cubicBezTo>
                  <a:cubicBezTo>
                    <a:pt x="2713" y="2249"/>
                    <a:pt x="2659" y="1785"/>
                    <a:pt x="2311" y="1607"/>
                  </a:cubicBezTo>
                  <a:lnTo>
                    <a:pt x="2311" y="1607"/>
                  </a:lnTo>
                  <a:cubicBezTo>
                    <a:pt x="2311" y="1607"/>
                    <a:pt x="2668" y="1678"/>
                    <a:pt x="2856" y="2115"/>
                  </a:cubicBezTo>
                  <a:cubicBezTo>
                    <a:pt x="2856" y="2115"/>
                    <a:pt x="2820" y="1901"/>
                    <a:pt x="2695" y="1740"/>
                  </a:cubicBezTo>
                  <a:lnTo>
                    <a:pt x="2695" y="1740"/>
                  </a:lnTo>
                  <a:cubicBezTo>
                    <a:pt x="2695" y="1740"/>
                    <a:pt x="2989" y="1847"/>
                    <a:pt x="3159" y="2079"/>
                  </a:cubicBezTo>
                  <a:cubicBezTo>
                    <a:pt x="3159" y="2079"/>
                    <a:pt x="3079" y="1803"/>
                    <a:pt x="2829" y="1607"/>
                  </a:cubicBezTo>
                  <a:lnTo>
                    <a:pt x="2829" y="1607"/>
                  </a:lnTo>
                  <a:cubicBezTo>
                    <a:pt x="2829" y="1607"/>
                    <a:pt x="3070" y="1678"/>
                    <a:pt x="3195" y="1812"/>
                  </a:cubicBezTo>
                  <a:cubicBezTo>
                    <a:pt x="3195" y="1812"/>
                    <a:pt x="3132" y="1482"/>
                    <a:pt x="2740" y="1294"/>
                  </a:cubicBezTo>
                  <a:lnTo>
                    <a:pt x="2740" y="1294"/>
                  </a:lnTo>
                  <a:cubicBezTo>
                    <a:pt x="2740" y="1294"/>
                    <a:pt x="3043" y="1330"/>
                    <a:pt x="3212" y="1517"/>
                  </a:cubicBezTo>
                  <a:cubicBezTo>
                    <a:pt x="3212" y="1517"/>
                    <a:pt x="3177" y="1312"/>
                    <a:pt x="2927" y="1205"/>
                  </a:cubicBezTo>
                  <a:cubicBezTo>
                    <a:pt x="2792" y="1145"/>
                    <a:pt x="2653" y="1130"/>
                    <a:pt x="2550" y="1130"/>
                  </a:cubicBezTo>
                  <a:cubicBezTo>
                    <a:pt x="2455" y="1130"/>
                    <a:pt x="2392" y="1143"/>
                    <a:pt x="2392" y="1143"/>
                  </a:cubicBezTo>
                  <a:cubicBezTo>
                    <a:pt x="2392" y="1143"/>
                    <a:pt x="2481" y="1053"/>
                    <a:pt x="2668" y="1053"/>
                  </a:cubicBezTo>
                  <a:cubicBezTo>
                    <a:pt x="2679" y="1053"/>
                    <a:pt x="2690" y="1053"/>
                    <a:pt x="2700" y="1053"/>
                  </a:cubicBezTo>
                  <a:cubicBezTo>
                    <a:pt x="2900" y="1053"/>
                    <a:pt x="3066" y="1132"/>
                    <a:pt x="3168" y="1259"/>
                  </a:cubicBezTo>
                  <a:cubicBezTo>
                    <a:pt x="3168" y="1259"/>
                    <a:pt x="3123" y="1062"/>
                    <a:pt x="2900" y="964"/>
                  </a:cubicBezTo>
                  <a:cubicBezTo>
                    <a:pt x="2826" y="929"/>
                    <a:pt x="2738" y="917"/>
                    <a:pt x="2653" y="917"/>
                  </a:cubicBezTo>
                  <a:cubicBezTo>
                    <a:pt x="2484" y="917"/>
                    <a:pt x="2329" y="964"/>
                    <a:pt x="2329" y="964"/>
                  </a:cubicBezTo>
                  <a:cubicBezTo>
                    <a:pt x="2329" y="964"/>
                    <a:pt x="2472" y="795"/>
                    <a:pt x="2802" y="741"/>
                  </a:cubicBezTo>
                  <a:cubicBezTo>
                    <a:pt x="2802" y="741"/>
                    <a:pt x="2756" y="736"/>
                    <a:pt x="2688" y="736"/>
                  </a:cubicBezTo>
                  <a:cubicBezTo>
                    <a:pt x="2608" y="736"/>
                    <a:pt x="2497" y="743"/>
                    <a:pt x="2392" y="777"/>
                  </a:cubicBezTo>
                  <a:cubicBezTo>
                    <a:pt x="2392" y="777"/>
                    <a:pt x="2552" y="563"/>
                    <a:pt x="3025" y="545"/>
                  </a:cubicBezTo>
                  <a:cubicBezTo>
                    <a:pt x="3025" y="545"/>
                    <a:pt x="2934" y="511"/>
                    <a:pt x="2760" y="511"/>
                  </a:cubicBezTo>
                  <a:cubicBezTo>
                    <a:pt x="2717" y="511"/>
                    <a:pt x="2668" y="513"/>
                    <a:pt x="2615" y="518"/>
                  </a:cubicBezTo>
                  <a:cubicBezTo>
                    <a:pt x="2347" y="545"/>
                    <a:pt x="2169" y="688"/>
                    <a:pt x="2169" y="688"/>
                  </a:cubicBezTo>
                  <a:cubicBezTo>
                    <a:pt x="2169" y="688"/>
                    <a:pt x="2374" y="411"/>
                    <a:pt x="2686" y="313"/>
                  </a:cubicBezTo>
                  <a:lnTo>
                    <a:pt x="2686" y="313"/>
                  </a:lnTo>
                  <a:cubicBezTo>
                    <a:pt x="2686" y="313"/>
                    <a:pt x="2195" y="322"/>
                    <a:pt x="1946" y="661"/>
                  </a:cubicBezTo>
                  <a:cubicBezTo>
                    <a:pt x="1946" y="661"/>
                    <a:pt x="2017" y="304"/>
                    <a:pt x="2392" y="45"/>
                  </a:cubicBezTo>
                  <a:lnTo>
                    <a:pt x="2392" y="45"/>
                  </a:lnTo>
                  <a:cubicBezTo>
                    <a:pt x="2392" y="45"/>
                    <a:pt x="2053" y="161"/>
                    <a:pt x="1847" y="500"/>
                  </a:cubicBezTo>
                  <a:cubicBezTo>
                    <a:pt x="1847" y="500"/>
                    <a:pt x="1883" y="286"/>
                    <a:pt x="1955"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8" name="Google Shape;8138;p132"/>
            <p:cNvGrpSpPr/>
            <p:nvPr/>
          </p:nvGrpSpPr>
          <p:grpSpPr>
            <a:xfrm>
              <a:off x="5106389" y="3947572"/>
              <a:ext cx="659136" cy="1697576"/>
              <a:chOff x="4025327" y="4080797"/>
              <a:chExt cx="659136" cy="1697576"/>
            </a:xfrm>
          </p:grpSpPr>
          <p:sp>
            <p:nvSpPr>
              <p:cNvPr id="8139" name="Google Shape;8139;p132"/>
              <p:cNvSpPr/>
              <p:nvPr/>
            </p:nvSpPr>
            <p:spPr>
              <a:xfrm>
                <a:off x="4302184" y="4412109"/>
                <a:ext cx="105413" cy="1366264"/>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132"/>
              <p:cNvSpPr/>
              <p:nvPr/>
            </p:nvSpPr>
            <p:spPr>
              <a:xfrm>
                <a:off x="4346648" y="4412109"/>
                <a:ext cx="60948" cy="1366264"/>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132"/>
              <p:cNvSpPr/>
              <p:nvPr/>
            </p:nvSpPr>
            <p:spPr>
              <a:xfrm>
                <a:off x="4025327" y="4080797"/>
                <a:ext cx="659136" cy="514779"/>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132"/>
              <p:cNvSpPr/>
              <p:nvPr/>
            </p:nvSpPr>
            <p:spPr>
              <a:xfrm>
                <a:off x="4158719" y="4201478"/>
                <a:ext cx="392246" cy="307911"/>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43" name="Google Shape;8143;p132"/>
          <p:cNvGrpSpPr/>
          <p:nvPr/>
        </p:nvGrpSpPr>
        <p:grpSpPr>
          <a:xfrm>
            <a:off x="2099002" y="3455897"/>
            <a:ext cx="7059754" cy="1819833"/>
            <a:chOff x="5739616" y="2566077"/>
            <a:chExt cx="1105003" cy="284838"/>
          </a:xfrm>
        </p:grpSpPr>
        <p:sp>
          <p:nvSpPr>
            <p:cNvPr id="8144" name="Google Shape;8144;p132"/>
            <p:cNvSpPr/>
            <p:nvPr/>
          </p:nvSpPr>
          <p:spPr>
            <a:xfrm>
              <a:off x="5797294" y="2673334"/>
              <a:ext cx="1047323" cy="177581"/>
            </a:xfrm>
            <a:custGeom>
              <a:rect b="b" l="l" r="r" t="t"/>
              <a:pathLst>
                <a:path extrusionOk="0" h="4889" w="28834">
                  <a:moveTo>
                    <a:pt x="28833" y="0"/>
                  </a:moveTo>
                  <a:lnTo>
                    <a:pt x="1" y="4889"/>
                  </a:lnTo>
                  <a:lnTo>
                    <a:pt x="28833" y="4889"/>
                  </a:lnTo>
                  <a:lnTo>
                    <a:pt x="2883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132"/>
            <p:cNvSpPr/>
            <p:nvPr/>
          </p:nvSpPr>
          <p:spPr>
            <a:xfrm>
              <a:off x="5797294" y="2673334"/>
              <a:ext cx="1047323" cy="177581"/>
            </a:xfrm>
            <a:custGeom>
              <a:rect b="b" l="l" r="r" t="t"/>
              <a:pathLst>
                <a:path extrusionOk="0" h="4889" w="28834">
                  <a:moveTo>
                    <a:pt x="28833" y="0"/>
                  </a:moveTo>
                  <a:lnTo>
                    <a:pt x="1" y="4889"/>
                  </a:lnTo>
                  <a:lnTo>
                    <a:pt x="2097" y="4889"/>
                  </a:lnTo>
                  <a:lnTo>
                    <a:pt x="28833" y="357"/>
                  </a:lnTo>
                  <a:lnTo>
                    <a:pt x="28833"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132"/>
            <p:cNvSpPr/>
            <p:nvPr/>
          </p:nvSpPr>
          <p:spPr>
            <a:xfrm>
              <a:off x="5739616" y="2647727"/>
              <a:ext cx="1105003" cy="203188"/>
            </a:xfrm>
            <a:custGeom>
              <a:rect b="b" l="l" r="r" t="t"/>
              <a:pathLst>
                <a:path extrusionOk="0" h="5594" w="30422">
                  <a:moveTo>
                    <a:pt x="30421" y="0"/>
                  </a:moveTo>
                  <a:lnTo>
                    <a:pt x="1" y="5166"/>
                  </a:lnTo>
                  <a:lnTo>
                    <a:pt x="1" y="5594"/>
                  </a:lnTo>
                  <a:lnTo>
                    <a:pt x="1589" y="5594"/>
                  </a:lnTo>
                  <a:lnTo>
                    <a:pt x="30421" y="705"/>
                  </a:lnTo>
                  <a:lnTo>
                    <a:pt x="30421"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132"/>
            <p:cNvSpPr/>
            <p:nvPr/>
          </p:nvSpPr>
          <p:spPr>
            <a:xfrm>
              <a:off x="5764568" y="2760142"/>
              <a:ext cx="19469" cy="1671"/>
            </a:xfrm>
            <a:custGeom>
              <a:rect b="b" l="l" r="r" t="t"/>
              <a:pathLst>
                <a:path extrusionOk="0" h="46" w="536">
                  <a:moveTo>
                    <a:pt x="277" y="1"/>
                  </a:moveTo>
                  <a:lnTo>
                    <a:pt x="1" y="45"/>
                  </a:lnTo>
                  <a:lnTo>
                    <a:pt x="259" y="45"/>
                  </a:lnTo>
                  <a:lnTo>
                    <a:pt x="536"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132"/>
            <p:cNvSpPr/>
            <p:nvPr/>
          </p:nvSpPr>
          <p:spPr>
            <a:xfrm>
              <a:off x="5773976" y="2760142"/>
              <a:ext cx="10061" cy="85903"/>
            </a:xfrm>
            <a:custGeom>
              <a:rect b="b" l="l" r="r" t="t"/>
              <a:pathLst>
                <a:path extrusionOk="0" h="2365" w="277">
                  <a:moveTo>
                    <a:pt x="277" y="1"/>
                  </a:moveTo>
                  <a:lnTo>
                    <a:pt x="0" y="45"/>
                  </a:lnTo>
                  <a:lnTo>
                    <a:pt x="0" y="2365"/>
                  </a:lnTo>
                  <a:lnTo>
                    <a:pt x="277" y="2311"/>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132"/>
            <p:cNvSpPr/>
            <p:nvPr/>
          </p:nvSpPr>
          <p:spPr>
            <a:xfrm>
              <a:off x="5764568" y="2761776"/>
              <a:ext cx="9444" cy="84268"/>
            </a:xfrm>
            <a:custGeom>
              <a:rect b="b" l="l" r="r" t="t"/>
              <a:pathLst>
                <a:path extrusionOk="0" h="2320" w="260">
                  <a:moveTo>
                    <a:pt x="1" y="0"/>
                  </a:moveTo>
                  <a:lnTo>
                    <a:pt x="1" y="2320"/>
                  </a:lnTo>
                  <a:lnTo>
                    <a:pt x="259" y="2320"/>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132"/>
            <p:cNvSpPr/>
            <p:nvPr/>
          </p:nvSpPr>
          <p:spPr>
            <a:xfrm>
              <a:off x="5833579" y="2748156"/>
              <a:ext cx="19505" cy="1998"/>
            </a:xfrm>
            <a:custGeom>
              <a:rect b="b" l="l" r="r" t="t"/>
              <a:pathLst>
                <a:path extrusionOk="0" h="55" w="537">
                  <a:moveTo>
                    <a:pt x="277" y="1"/>
                  </a:moveTo>
                  <a:lnTo>
                    <a:pt x="1" y="54"/>
                  </a:lnTo>
                  <a:lnTo>
                    <a:pt x="260" y="54"/>
                  </a:lnTo>
                  <a:lnTo>
                    <a:pt x="536"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132"/>
            <p:cNvSpPr/>
            <p:nvPr/>
          </p:nvSpPr>
          <p:spPr>
            <a:xfrm>
              <a:off x="5842986" y="2748156"/>
              <a:ext cx="10098" cy="85903"/>
            </a:xfrm>
            <a:custGeom>
              <a:rect b="b" l="l" r="r" t="t"/>
              <a:pathLst>
                <a:path extrusionOk="0" h="2365" w="278">
                  <a:moveTo>
                    <a:pt x="277" y="1"/>
                  </a:moveTo>
                  <a:lnTo>
                    <a:pt x="1" y="54"/>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132"/>
            <p:cNvSpPr/>
            <p:nvPr/>
          </p:nvSpPr>
          <p:spPr>
            <a:xfrm>
              <a:off x="5833579" y="2750117"/>
              <a:ext cx="9444" cy="83941"/>
            </a:xfrm>
            <a:custGeom>
              <a:rect b="b" l="l" r="r" t="t"/>
              <a:pathLst>
                <a:path extrusionOk="0" h="2311" w="260">
                  <a:moveTo>
                    <a:pt x="1" y="0"/>
                  </a:moveTo>
                  <a:lnTo>
                    <a:pt x="1" y="2311"/>
                  </a:lnTo>
                  <a:lnTo>
                    <a:pt x="260" y="2311"/>
                  </a:lnTo>
                  <a:lnTo>
                    <a:pt x="260"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132"/>
            <p:cNvSpPr/>
            <p:nvPr/>
          </p:nvSpPr>
          <p:spPr>
            <a:xfrm>
              <a:off x="5902626" y="2736497"/>
              <a:ext cx="19469" cy="1998"/>
            </a:xfrm>
            <a:custGeom>
              <a:rect b="b" l="l" r="r" t="t"/>
              <a:pathLst>
                <a:path extrusionOk="0" h="55" w="536">
                  <a:moveTo>
                    <a:pt x="277" y="1"/>
                  </a:moveTo>
                  <a:lnTo>
                    <a:pt x="0" y="54"/>
                  </a:lnTo>
                  <a:lnTo>
                    <a:pt x="259" y="54"/>
                  </a:lnTo>
                  <a:lnTo>
                    <a:pt x="535"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132"/>
            <p:cNvSpPr/>
            <p:nvPr/>
          </p:nvSpPr>
          <p:spPr>
            <a:xfrm>
              <a:off x="5911997" y="2736497"/>
              <a:ext cx="10098" cy="85903"/>
            </a:xfrm>
            <a:custGeom>
              <a:rect b="b" l="l" r="r" t="t"/>
              <a:pathLst>
                <a:path extrusionOk="0" h="2365" w="278">
                  <a:moveTo>
                    <a:pt x="277" y="1"/>
                  </a:moveTo>
                  <a:lnTo>
                    <a:pt x="1" y="54"/>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132"/>
            <p:cNvSpPr/>
            <p:nvPr/>
          </p:nvSpPr>
          <p:spPr>
            <a:xfrm>
              <a:off x="5902626" y="2738458"/>
              <a:ext cx="9408" cy="83941"/>
            </a:xfrm>
            <a:custGeom>
              <a:rect b="b" l="l" r="r" t="t"/>
              <a:pathLst>
                <a:path extrusionOk="0" h="2311" w="259">
                  <a:moveTo>
                    <a:pt x="0" y="0"/>
                  </a:moveTo>
                  <a:lnTo>
                    <a:pt x="0" y="2311"/>
                  </a:lnTo>
                  <a:lnTo>
                    <a:pt x="259" y="2311"/>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132"/>
            <p:cNvSpPr/>
            <p:nvPr/>
          </p:nvSpPr>
          <p:spPr>
            <a:xfrm>
              <a:off x="5971636" y="2724838"/>
              <a:ext cx="19469" cy="1671"/>
            </a:xfrm>
            <a:custGeom>
              <a:rect b="b" l="l" r="r" t="t"/>
              <a:pathLst>
                <a:path extrusionOk="0" h="46" w="536">
                  <a:moveTo>
                    <a:pt x="277" y="0"/>
                  </a:moveTo>
                  <a:lnTo>
                    <a:pt x="0" y="45"/>
                  </a:lnTo>
                  <a:lnTo>
                    <a:pt x="259" y="45"/>
                  </a:lnTo>
                  <a:lnTo>
                    <a:pt x="535"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132"/>
            <p:cNvSpPr/>
            <p:nvPr/>
          </p:nvSpPr>
          <p:spPr>
            <a:xfrm>
              <a:off x="5981007" y="2724838"/>
              <a:ext cx="10098" cy="85903"/>
            </a:xfrm>
            <a:custGeom>
              <a:rect b="b" l="l" r="r" t="t"/>
              <a:pathLst>
                <a:path extrusionOk="0" h="2365" w="278">
                  <a:moveTo>
                    <a:pt x="277" y="0"/>
                  </a:moveTo>
                  <a:lnTo>
                    <a:pt x="1" y="45"/>
                  </a:lnTo>
                  <a:lnTo>
                    <a:pt x="1" y="2365"/>
                  </a:lnTo>
                  <a:lnTo>
                    <a:pt x="277" y="2320"/>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132"/>
            <p:cNvSpPr/>
            <p:nvPr/>
          </p:nvSpPr>
          <p:spPr>
            <a:xfrm>
              <a:off x="5971636" y="2726472"/>
              <a:ext cx="9408" cy="84268"/>
            </a:xfrm>
            <a:custGeom>
              <a:rect b="b" l="l" r="r" t="t"/>
              <a:pathLst>
                <a:path extrusionOk="0" h="2320" w="259">
                  <a:moveTo>
                    <a:pt x="0" y="0"/>
                  </a:moveTo>
                  <a:lnTo>
                    <a:pt x="0" y="2320"/>
                  </a:lnTo>
                  <a:lnTo>
                    <a:pt x="259" y="2320"/>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132"/>
            <p:cNvSpPr/>
            <p:nvPr/>
          </p:nvSpPr>
          <p:spPr>
            <a:xfrm>
              <a:off x="6040647" y="2713178"/>
              <a:ext cx="19469" cy="1635"/>
            </a:xfrm>
            <a:custGeom>
              <a:rect b="b" l="l" r="r" t="t"/>
              <a:pathLst>
                <a:path extrusionOk="0" h="45" w="536">
                  <a:moveTo>
                    <a:pt x="277" y="0"/>
                  </a:moveTo>
                  <a:lnTo>
                    <a:pt x="0" y="45"/>
                  </a:lnTo>
                  <a:lnTo>
                    <a:pt x="259" y="45"/>
                  </a:lnTo>
                  <a:lnTo>
                    <a:pt x="536"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132"/>
            <p:cNvSpPr/>
            <p:nvPr/>
          </p:nvSpPr>
          <p:spPr>
            <a:xfrm>
              <a:off x="6050054" y="2713178"/>
              <a:ext cx="10061" cy="85903"/>
            </a:xfrm>
            <a:custGeom>
              <a:rect b="b" l="l" r="r" t="t"/>
              <a:pathLst>
                <a:path extrusionOk="0" h="2365" w="277">
                  <a:moveTo>
                    <a:pt x="277" y="0"/>
                  </a:moveTo>
                  <a:lnTo>
                    <a:pt x="0" y="45"/>
                  </a:lnTo>
                  <a:lnTo>
                    <a:pt x="0" y="2364"/>
                  </a:lnTo>
                  <a:lnTo>
                    <a:pt x="277" y="2320"/>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132"/>
            <p:cNvSpPr/>
            <p:nvPr/>
          </p:nvSpPr>
          <p:spPr>
            <a:xfrm>
              <a:off x="6040647" y="2714777"/>
              <a:ext cx="9444" cy="84305"/>
            </a:xfrm>
            <a:custGeom>
              <a:rect b="b" l="l" r="r" t="t"/>
              <a:pathLst>
                <a:path extrusionOk="0" h="2321" w="260">
                  <a:moveTo>
                    <a:pt x="0" y="1"/>
                  </a:moveTo>
                  <a:lnTo>
                    <a:pt x="0" y="2320"/>
                  </a:lnTo>
                  <a:lnTo>
                    <a:pt x="259" y="2320"/>
                  </a:lnTo>
                  <a:lnTo>
                    <a:pt x="259"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132"/>
            <p:cNvSpPr/>
            <p:nvPr/>
          </p:nvSpPr>
          <p:spPr>
            <a:xfrm>
              <a:off x="6109985" y="2701519"/>
              <a:ext cx="19469" cy="1635"/>
            </a:xfrm>
            <a:custGeom>
              <a:rect b="b" l="l" r="r" t="t"/>
              <a:pathLst>
                <a:path extrusionOk="0" h="45" w="536">
                  <a:moveTo>
                    <a:pt x="277" y="0"/>
                  </a:moveTo>
                  <a:lnTo>
                    <a:pt x="0" y="45"/>
                  </a:lnTo>
                  <a:lnTo>
                    <a:pt x="259" y="45"/>
                  </a:lnTo>
                  <a:lnTo>
                    <a:pt x="536"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132"/>
            <p:cNvSpPr/>
            <p:nvPr/>
          </p:nvSpPr>
          <p:spPr>
            <a:xfrm>
              <a:off x="6119392" y="2701519"/>
              <a:ext cx="10061" cy="85903"/>
            </a:xfrm>
            <a:custGeom>
              <a:rect b="b" l="l" r="r" t="t"/>
              <a:pathLst>
                <a:path extrusionOk="0" h="2365" w="277">
                  <a:moveTo>
                    <a:pt x="277" y="0"/>
                  </a:moveTo>
                  <a:lnTo>
                    <a:pt x="0" y="45"/>
                  </a:lnTo>
                  <a:lnTo>
                    <a:pt x="0" y="2364"/>
                  </a:lnTo>
                  <a:lnTo>
                    <a:pt x="277" y="2311"/>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132"/>
            <p:cNvSpPr/>
            <p:nvPr/>
          </p:nvSpPr>
          <p:spPr>
            <a:xfrm>
              <a:off x="6109985" y="2703117"/>
              <a:ext cx="9444" cy="84305"/>
            </a:xfrm>
            <a:custGeom>
              <a:rect b="b" l="l" r="r" t="t"/>
              <a:pathLst>
                <a:path extrusionOk="0" h="2321" w="260">
                  <a:moveTo>
                    <a:pt x="0" y="1"/>
                  </a:moveTo>
                  <a:lnTo>
                    <a:pt x="0" y="2320"/>
                  </a:lnTo>
                  <a:lnTo>
                    <a:pt x="259" y="2320"/>
                  </a:lnTo>
                  <a:lnTo>
                    <a:pt x="259"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132"/>
            <p:cNvSpPr/>
            <p:nvPr/>
          </p:nvSpPr>
          <p:spPr>
            <a:xfrm>
              <a:off x="6178995" y="2689824"/>
              <a:ext cx="19469" cy="1671"/>
            </a:xfrm>
            <a:custGeom>
              <a:rect b="b" l="l" r="r" t="t"/>
              <a:pathLst>
                <a:path extrusionOk="0" h="46" w="536">
                  <a:moveTo>
                    <a:pt x="277" y="1"/>
                  </a:moveTo>
                  <a:lnTo>
                    <a:pt x="1" y="46"/>
                  </a:lnTo>
                  <a:lnTo>
                    <a:pt x="259" y="46"/>
                  </a:lnTo>
                  <a:lnTo>
                    <a:pt x="536"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132"/>
            <p:cNvSpPr/>
            <p:nvPr/>
          </p:nvSpPr>
          <p:spPr>
            <a:xfrm>
              <a:off x="6188402" y="2689824"/>
              <a:ext cx="10061" cy="85939"/>
            </a:xfrm>
            <a:custGeom>
              <a:rect b="b" l="l" r="r" t="t"/>
              <a:pathLst>
                <a:path extrusionOk="0" h="2366" w="277">
                  <a:moveTo>
                    <a:pt x="277" y="1"/>
                  </a:moveTo>
                  <a:lnTo>
                    <a:pt x="0" y="46"/>
                  </a:lnTo>
                  <a:lnTo>
                    <a:pt x="0" y="2365"/>
                  </a:lnTo>
                  <a:lnTo>
                    <a:pt x="277" y="2312"/>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132"/>
            <p:cNvSpPr/>
            <p:nvPr/>
          </p:nvSpPr>
          <p:spPr>
            <a:xfrm>
              <a:off x="6178995" y="2691458"/>
              <a:ext cx="9444" cy="84305"/>
            </a:xfrm>
            <a:custGeom>
              <a:rect b="b" l="l" r="r" t="t"/>
              <a:pathLst>
                <a:path extrusionOk="0" h="2321" w="260">
                  <a:moveTo>
                    <a:pt x="1" y="1"/>
                  </a:moveTo>
                  <a:lnTo>
                    <a:pt x="1" y="2320"/>
                  </a:lnTo>
                  <a:lnTo>
                    <a:pt x="259" y="2320"/>
                  </a:lnTo>
                  <a:lnTo>
                    <a:pt x="259"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132"/>
            <p:cNvSpPr/>
            <p:nvPr/>
          </p:nvSpPr>
          <p:spPr>
            <a:xfrm>
              <a:off x="6248006" y="2677838"/>
              <a:ext cx="19505" cy="1998"/>
            </a:xfrm>
            <a:custGeom>
              <a:rect b="b" l="l" r="r" t="t"/>
              <a:pathLst>
                <a:path extrusionOk="0" h="55" w="537">
                  <a:moveTo>
                    <a:pt x="277" y="1"/>
                  </a:moveTo>
                  <a:lnTo>
                    <a:pt x="1" y="54"/>
                  </a:lnTo>
                  <a:lnTo>
                    <a:pt x="260" y="54"/>
                  </a:lnTo>
                  <a:lnTo>
                    <a:pt x="536"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132"/>
            <p:cNvSpPr/>
            <p:nvPr/>
          </p:nvSpPr>
          <p:spPr>
            <a:xfrm>
              <a:off x="6257413" y="2677838"/>
              <a:ext cx="10098" cy="85903"/>
            </a:xfrm>
            <a:custGeom>
              <a:rect b="b" l="l" r="r" t="t"/>
              <a:pathLst>
                <a:path extrusionOk="0" h="2365" w="278">
                  <a:moveTo>
                    <a:pt x="277" y="1"/>
                  </a:moveTo>
                  <a:lnTo>
                    <a:pt x="1" y="54"/>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132"/>
            <p:cNvSpPr/>
            <p:nvPr/>
          </p:nvSpPr>
          <p:spPr>
            <a:xfrm>
              <a:off x="6248006" y="2679799"/>
              <a:ext cx="9444" cy="83941"/>
            </a:xfrm>
            <a:custGeom>
              <a:rect b="b" l="l" r="r" t="t"/>
              <a:pathLst>
                <a:path extrusionOk="0" h="2311" w="260">
                  <a:moveTo>
                    <a:pt x="1" y="0"/>
                  </a:moveTo>
                  <a:lnTo>
                    <a:pt x="1" y="2311"/>
                  </a:lnTo>
                  <a:lnTo>
                    <a:pt x="260" y="2311"/>
                  </a:lnTo>
                  <a:lnTo>
                    <a:pt x="260"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132"/>
            <p:cNvSpPr/>
            <p:nvPr/>
          </p:nvSpPr>
          <p:spPr>
            <a:xfrm>
              <a:off x="6317053" y="2666179"/>
              <a:ext cx="19469" cy="1998"/>
            </a:xfrm>
            <a:custGeom>
              <a:rect b="b" l="l" r="r" t="t"/>
              <a:pathLst>
                <a:path extrusionOk="0" h="55" w="536">
                  <a:moveTo>
                    <a:pt x="277" y="1"/>
                  </a:moveTo>
                  <a:lnTo>
                    <a:pt x="0" y="54"/>
                  </a:lnTo>
                  <a:lnTo>
                    <a:pt x="259" y="54"/>
                  </a:lnTo>
                  <a:lnTo>
                    <a:pt x="535"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132"/>
            <p:cNvSpPr/>
            <p:nvPr/>
          </p:nvSpPr>
          <p:spPr>
            <a:xfrm>
              <a:off x="6326424" y="2666179"/>
              <a:ext cx="10098" cy="85903"/>
            </a:xfrm>
            <a:custGeom>
              <a:rect b="b" l="l" r="r" t="t"/>
              <a:pathLst>
                <a:path extrusionOk="0" h="2365" w="278">
                  <a:moveTo>
                    <a:pt x="277" y="1"/>
                  </a:moveTo>
                  <a:lnTo>
                    <a:pt x="1" y="54"/>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132"/>
            <p:cNvSpPr/>
            <p:nvPr/>
          </p:nvSpPr>
          <p:spPr>
            <a:xfrm>
              <a:off x="6317053" y="2668140"/>
              <a:ext cx="9408" cy="83941"/>
            </a:xfrm>
            <a:custGeom>
              <a:rect b="b" l="l" r="r" t="t"/>
              <a:pathLst>
                <a:path extrusionOk="0" h="2311" w="259">
                  <a:moveTo>
                    <a:pt x="0" y="0"/>
                  </a:moveTo>
                  <a:lnTo>
                    <a:pt x="0" y="2311"/>
                  </a:lnTo>
                  <a:lnTo>
                    <a:pt x="259" y="2311"/>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132"/>
            <p:cNvSpPr/>
            <p:nvPr/>
          </p:nvSpPr>
          <p:spPr>
            <a:xfrm>
              <a:off x="6386390" y="2654520"/>
              <a:ext cx="19469" cy="1671"/>
            </a:xfrm>
            <a:custGeom>
              <a:rect b="b" l="l" r="r" t="t"/>
              <a:pathLst>
                <a:path extrusionOk="0" h="46" w="536">
                  <a:moveTo>
                    <a:pt x="277" y="1"/>
                  </a:moveTo>
                  <a:lnTo>
                    <a:pt x="0" y="45"/>
                  </a:lnTo>
                  <a:lnTo>
                    <a:pt x="259" y="45"/>
                  </a:lnTo>
                  <a:lnTo>
                    <a:pt x="535"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132"/>
            <p:cNvSpPr/>
            <p:nvPr/>
          </p:nvSpPr>
          <p:spPr>
            <a:xfrm>
              <a:off x="6395761" y="2654520"/>
              <a:ext cx="10098" cy="85903"/>
            </a:xfrm>
            <a:custGeom>
              <a:rect b="b" l="l" r="r" t="t"/>
              <a:pathLst>
                <a:path extrusionOk="0" h="2365" w="278">
                  <a:moveTo>
                    <a:pt x="277" y="1"/>
                  </a:moveTo>
                  <a:lnTo>
                    <a:pt x="1" y="45"/>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132"/>
            <p:cNvSpPr/>
            <p:nvPr/>
          </p:nvSpPr>
          <p:spPr>
            <a:xfrm>
              <a:off x="6386390" y="2656154"/>
              <a:ext cx="9408" cy="84268"/>
            </a:xfrm>
            <a:custGeom>
              <a:rect b="b" l="l" r="r" t="t"/>
              <a:pathLst>
                <a:path extrusionOk="0" h="2320" w="259">
                  <a:moveTo>
                    <a:pt x="0" y="0"/>
                  </a:moveTo>
                  <a:lnTo>
                    <a:pt x="0" y="2320"/>
                  </a:lnTo>
                  <a:lnTo>
                    <a:pt x="259" y="2320"/>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132"/>
            <p:cNvSpPr/>
            <p:nvPr/>
          </p:nvSpPr>
          <p:spPr>
            <a:xfrm>
              <a:off x="6455401" y="2642860"/>
              <a:ext cx="19469" cy="1671"/>
            </a:xfrm>
            <a:custGeom>
              <a:rect b="b" l="l" r="r" t="t"/>
              <a:pathLst>
                <a:path extrusionOk="0" h="46" w="536">
                  <a:moveTo>
                    <a:pt x="277" y="0"/>
                  </a:moveTo>
                  <a:lnTo>
                    <a:pt x="0" y="45"/>
                  </a:lnTo>
                  <a:lnTo>
                    <a:pt x="259" y="45"/>
                  </a:lnTo>
                  <a:lnTo>
                    <a:pt x="536"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132"/>
            <p:cNvSpPr/>
            <p:nvPr/>
          </p:nvSpPr>
          <p:spPr>
            <a:xfrm>
              <a:off x="6464808" y="2642860"/>
              <a:ext cx="10061" cy="85903"/>
            </a:xfrm>
            <a:custGeom>
              <a:rect b="b" l="l" r="r" t="t"/>
              <a:pathLst>
                <a:path extrusionOk="0" h="2365" w="277">
                  <a:moveTo>
                    <a:pt x="277" y="0"/>
                  </a:moveTo>
                  <a:lnTo>
                    <a:pt x="0" y="45"/>
                  </a:lnTo>
                  <a:lnTo>
                    <a:pt x="0" y="2365"/>
                  </a:lnTo>
                  <a:lnTo>
                    <a:pt x="277" y="2320"/>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132"/>
            <p:cNvSpPr/>
            <p:nvPr/>
          </p:nvSpPr>
          <p:spPr>
            <a:xfrm>
              <a:off x="6455401" y="2644495"/>
              <a:ext cx="9444" cy="84268"/>
            </a:xfrm>
            <a:custGeom>
              <a:rect b="b" l="l" r="r" t="t"/>
              <a:pathLst>
                <a:path extrusionOk="0" h="2320" w="260">
                  <a:moveTo>
                    <a:pt x="0" y="0"/>
                  </a:moveTo>
                  <a:lnTo>
                    <a:pt x="0" y="2320"/>
                  </a:lnTo>
                  <a:lnTo>
                    <a:pt x="259" y="2320"/>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132"/>
            <p:cNvSpPr/>
            <p:nvPr/>
          </p:nvSpPr>
          <p:spPr>
            <a:xfrm>
              <a:off x="6524411" y="2631201"/>
              <a:ext cx="19469" cy="1635"/>
            </a:xfrm>
            <a:custGeom>
              <a:rect b="b" l="l" r="r" t="t"/>
              <a:pathLst>
                <a:path extrusionOk="0" h="45" w="536">
                  <a:moveTo>
                    <a:pt x="277" y="0"/>
                  </a:moveTo>
                  <a:lnTo>
                    <a:pt x="0" y="45"/>
                  </a:lnTo>
                  <a:lnTo>
                    <a:pt x="259" y="45"/>
                  </a:lnTo>
                  <a:lnTo>
                    <a:pt x="536"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132"/>
            <p:cNvSpPr/>
            <p:nvPr/>
          </p:nvSpPr>
          <p:spPr>
            <a:xfrm>
              <a:off x="6533819" y="2631201"/>
              <a:ext cx="10061" cy="85903"/>
            </a:xfrm>
            <a:custGeom>
              <a:rect b="b" l="l" r="r" t="t"/>
              <a:pathLst>
                <a:path extrusionOk="0" h="2365" w="277">
                  <a:moveTo>
                    <a:pt x="277" y="0"/>
                  </a:moveTo>
                  <a:lnTo>
                    <a:pt x="0" y="45"/>
                  </a:lnTo>
                  <a:lnTo>
                    <a:pt x="0" y="2364"/>
                  </a:lnTo>
                  <a:lnTo>
                    <a:pt x="277" y="2311"/>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132"/>
            <p:cNvSpPr/>
            <p:nvPr/>
          </p:nvSpPr>
          <p:spPr>
            <a:xfrm>
              <a:off x="6524411" y="2632799"/>
              <a:ext cx="9444" cy="84305"/>
            </a:xfrm>
            <a:custGeom>
              <a:rect b="b" l="l" r="r" t="t"/>
              <a:pathLst>
                <a:path extrusionOk="0" h="2321" w="260">
                  <a:moveTo>
                    <a:pt x="0" y="1"/>
                  </a:moveTo>
                  <a:lnTo>
                    <a:pt x="0" y="2320"/>
                  </a:lnTo>
                  <a:lnTo>
                    <a:pt x="259" y="2320"/>
                  </a:lnTo>
                  <a:lnTo>
                    <a:pt x="259"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132"/>
            <p:cNvSpPr/>
            <p:nvPr/>
          </p:nvSpPr>
          <p:spPr>
            <a:xfrm>
              <a:off x="6593422" y="2619542"/>
              <a:ext cx="19469" cy="1635"/>
            </a:xfrm>
            <a:custGeom>
              <a:rect b="b" l="l" r="r" t="t"/>
              <a:pathLst>
                <a:path extrusionOk="0" h="45" w="536">
                  <a:moveTo>
                    <a:pt x="277" y="0"/>
                  </a:moveTo>
                  <a:lnTo>
                    <a:pt x="1" y="45"/>
                  </a:lnTo>
                  <a:lnTo>
                    <a:pt x="259" y="45"/>
                  </a:lnTo>
                  <a:lnTo>
                    <a:pt x="536"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132"/>
            <p:cNvSpPr/>
            <p:nvPr/>
          </p:nvSpPr>
          <p:spPr>
            <a:xfrm>
              <a:off x="6602829" y="2619542"/>
              <a:ext cx="10061" cy="85903"/>
            </a:xfrm>
            <a:custGeom>
              <a:rect b="b" l="l" r="r" t="t"/>
              <a:pathLst>
                <a:path extrusionOk="0" h="2365" w="277">
                  <a:moveTo>
                    <a:pt x="277" y="0"/>
                  </a:moveTo>
                  <a:lnTo>
                    <a:pt x="0" y="45"/>
                  </a:lnTo>
                  <a:lnTo>
                    <a:pt x="0" y="2364"/>
                  </a:lnTo>
                  <a:lnTo>
                    <a:pt x="277" y="2311"/>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132"/>
            <p:cNvSpPr/>
            <p:nvPr/>
          </p:nvSpPr>
          <p:spPr>
            <a:xfrm>
              <a:off x="6593422" y="2621140"/>
              <a:ext cx="9444" cy="84305"/>
            </a:xfrm>
            <a:custGeom>
              <a:rect b="b" l="l" r="r" t="t"/>
              <a:pathLst>
                <a:path extrusionOk="0" h="2321" w="260">
                  <a:moveTo>
                    <a:pt x="1" y="1"/>
                  </a:moveTo>
                  <a:lnTo>
                    <a:pt x="1" y="2320"/>
                  </a:lnTo>
                  <a:lnTo>
                    <a:pt x="259" y="2320"/>
                  </a:lnTo>
                  <a:lnTo>
                    <a:pt x="259"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132"/>
            <p:cNvSpPr/>
            <p:nvPr/>
          </p:nvSpPr>
          <p:spPr>
            <a:xfrm>
              <a:off x="6662432" y="2607556"/>
              <a:ext cx="19832" cy="1961"/>
            </a:xfrm>
            <a:custGeom>
              <a:rect b="b" l="l" r="r" t="t"/>
              <a:pathLst>
                <a:path extrusionOk="0" h="54" w="546">
                  <a:moveTo>
                    <a:pt x="277" y="0"/>
                  </a:moveTo>
                  <a:lnTo>
                    <a:pt x="1" y="54"/>
                  </a:lnTo>
                  <a:lnTo>
                    <a:pt x="268" y="54"/>
                  </a:lnTo>
                  <a:lnTo>
                    <a:pt x="545"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132"/>
            <p:cNvSpPr/>
            <p:nvPr/>
          </p:nvSpPr>
          <p:spPr>
            <a:xfrm>
              <a:off x="6672167" y="2607556"/>
              <a:ext cx="10098" cy="85903"/>
            </a:xfrm>
            <a:custGeom>
              <a:rect b="b" l="l" r="r" t="t"/>
              <a:pathLst>
                <a:path extrusionOk="0" h="2365" w="278">
                  <a:moveTo>
                    <a:pt x="277" y="0"/>
                  </a:moveTo>
                  <a:lnTo>
                    <a:pt x="0" y="54"/>
                  </a:lnTo>
                  <a:lnTo>
                    <a:pt x="0" y="2364"/>
                  </a:lnTo>
                  <a:lnTo>
                    <a:pt x="277" y="2320"/>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132"/>
            <p:cNvSpPr/>
            <p:nvPr/>
          </p:nvSpPr>
          <p:spPr>
            <a:xfrm>
              <a:off x="6662432" y="2609481"/>
              <a:ext cx="9444" cy="83978"/>
            </a:xfrm>
            <a:custGeom>
              <a:rect b="b" l="l" r="r" t="t"/>
              <a:pathLst>
                <a:path extrusionOk="0" h="2312" w="260">
                  <a:moveTo>
                    <a:pt x="1" y="1"/>
                  </a:moveTo>
                  <a:lnTo>
                    <a:pt x="1" y="2311"/>
                  </a:lnTo>
                  <a:lnTo>
                    <a:pt x="260" y="2311"/>
                  </a:lnTo>
                  <a:lnTo>
                    <a:pt x="260"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132"/>
            <p:cNvSpPr/>
            <p:nvPr/>
          </p:nvSpPr>
          <p:spPr>
            <a:xfrm>
              <a:off x="6731770" y="2595861"/>
              <a:ext cx="19505" cy="1998"/>
            </a:xfrm>
            <a:custGeom>
              <a:rect b="b" l="l" r="r" t="t"/>
              <a:pathLst>
                <a:path extrusionOk="0" h="55" w="537">
                  <a:moveTo>
                    <a:pt x="278" y="1"/>
                  </a:moveTo>
                  <a:lnTo>
                    <a:pt x="1" y="54"/>
                  </a:lnTo>
                  <a:lnTo>
                    <a:pt x="260" y="54"/>
                  </a:lnTo>
                  <a:lnTo>
                    <a:pt x="536"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132"/>
            <p:cNvSpPr/>
            <p:nvPr/>
          </p:nvSpPr>
          <p:spPr>
            <a:xfrm>
              <a:off x="6741177" y="2595861"/>
              <a:ext cx="10098" cy="85903"/>
            </a:xfrm>
            <a:custGeom>
              <a:rect b="b" l="l" r="r" t="t"/>
              <a:pathLst>
                <a:path extrusionOk="0" h="2365" w="278">
                  <a:moveTo>
                    <a:pt x="277" y="1"/>
                  </a:moveTo>
                  <a:lnTo>
                    <a:pt x="1" y="54"/>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132"/>
            <p:cNvSpPr/>
            <p:nvPr/>
          </p:nvSpPr>
          <p:spPr>
            <a:xfrm>
              <a:off x="6731770" y="2597822"/>
              <a:ext cx="9444" cy="83941"/>
            </a:xfrm>
            <a:custGeom>
              <a:rect b="b" l="l" r="r" t="t"/>
              <a:pathLst>
                <a:path extrusionOk="0" h="2311" w="260">
                  <a:moveTo>
                    <a:pt x="1" y="0"/>
                  </a:moveTo>
                  <a:lnTo>
                    <a:pt x="1" y="2311"/>
                  </a:lnTo>
                  <a:lnTo>
                    <a:pt x="260" y="2311"/>
                  </a:lnTo>
                  <a:lnTo>
                    <a:pt x="260"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132"/>
            <p:cNvSpPr/>
            <p:nvPr/>
          </p:nvSpPr>
          <p:spPr>
            <a:xfrm>
              <a:off x="6800817" y="2584201"/>
              <a:ext cx="19469" cy="1671"/>
            </a:xfrm>
            <a:custGeom>
              <a:rect b="b" l="l" r="r" t="t"/>
              <a:pathLst>
                <a:path extrusionOk="0" h="46" w="536">
                  <a:moveTo>
                    <a:pt x="277" y="1"/>
                  </a:moveTo>
                  <a:lnTo>
                    <a:pt x="0" y="45"/>
                  </a:lnTo>
                  <a:lnTo>
                    <a:pt x="259" y="45"/>
                  </a:lnTo>
                  <a:lnTo>
                    <a:pt x="535"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132"/>
            <p:cNvSpPr/>
            <p:nvPr/>
          </p:nvSpPr>
          <p:spPr>
            <a:xfrm>
              <a:off x="6810188" y="2584201"/>
              <a:ext cx="10098" cy="85903"/>
            </a:xfrm>
            <a:custGeom>
              <a:rect b="b" l="l" r="r" t="t"/>
              <a:pathLst>
                <a:path extrusionOk="0" h="2365" w="278">
                  <a:moveTo>
                    <a:pt x="277" y="1"/>
                  </a:moveTo>
                  <a:lnTo>
                    <a:pt x="1" y="45"/>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132"/>
            <p:cNvSpPr/>
            <p:nvPr/>
          </p:nvSpPr>
          <p:spPr>
            <a:xfrm>
              <a:off x="6800817" y="2585836"/>
              <a:ext cx="9408" cy="84268"/>
            </a:xfrm>
            <a:custGeom>
              <a:rect b="b" l="l" r="r" t="t"/>
              <a:pathLst>
                <a:path extrusionOk="0" h="2320" w="259">
                  <a:moveTo>
                    <a:pt x="0" y="0"/>
                  </a:moveTo>
                  <a:lnTo>
                    <a:pt x="0" y="2320"/>
                  </a:lnTo>
                  <a:lnTo>
                    <a:pt x="259" y="2320"/>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132"/>
            <p:cNvSpPr/>
            <p:nvPr/>
          </p:nvSpPr>
          <p:spPr>
            <a:xfrm>
              <a:off x="5739616" y="2566077"/>
              <a:ext cx="1105003" cy="204496"/>
            </a:xfrm>
            <a:custGeom>
              <a:rect b="b" l="l" r="r" t="t"/>
              <a:pathLst>
                <a:path extrusionOk="0" h="5630" w="30422">
                  <a:moveTo>
                    <a:pt x="30421" y="0"/>
                  </a:moveTo>
                  <a:lnTo>
                    <a:pt x="1" y="5165"/>
                  </a:lnTo>
                  <a:lnTo>
                    <a:pt x="1" y="5594"/>
                  </a:lnTo>
                  <a:lnTo>
                    <a:pt x="1" y="5629"/>
                  </a:lnTo>
                  <a:lnTo>
                    <a:pt x="30421" y="473"/>
                  </a:lnTo>
                  <a:lnTo>
                    <a:pt x="30421"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132"/>
            <p:cNvSpPr/>
            <p:nvPr/>
          </p:nvSpPr>
          <p:spPr>
            <a:xfrm>
              <a:off x="5739616" y="2579044"/>
              <a:ext cx="1105003" cy="191529"/>
            </a:xfrm>
            <a:custGeom>
              <a:rect b="b" l="l" r="r" t="t"/>
              <a:pathLst>
                <a:path extrusionOk="0" h="5273" w="30422">
                  <a:moveTo>
                    <a:pt x="30421" y="0"/>
                  </a:moveTo>
                  <a:lnTo>
                    <a:pt x="1" y="5165"/>
                  </a:lnTo>
                  <a:lnTo>
                    <a:pt x="1" y="5237"/>
                  </a:lnTo>
                  <a:lnTo>
                    <a:pt x="1" y="5272"/>
                  </a:lnTo>
                  <a:lnTo>
                    <a:pt x="30421" y="116"/>
                  </a:lnTo>
                  <a:lnTo>
                    <a:pt x="30421"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7" name="Google Shape;8197;p132"/>
          <p:cNvGrpSpPr/>
          <p:nvPr/>
        </p:nvGrpSpPr>
        <p:grpSpPr>
          <a:xfrm>
            <a:off x="5439700" y="741391"/>
            <a:ext cx="4503221" cy="2708498"/>
            <a:chOff x="6244119" y="1698941"/>
            <a:chExt cx="760628" cy="457625"/>
          </a:xfrm>
        </p:grpSpPr>
        <p:sp>
          <p:nvSpPr>
            <p:cNvPr id="8198" name="Google Shape;8198;p132"/>
            <p:cNvSpPr/>
            <p:nvPr/>
          </p:nvSpPr>
          <p:spPr>
            <a:xfrm>
              <a:off x="6462191" y="1698941"/>
              <a:ext cx="542556" cy="308882"/>
            </a:xfrm>
            <a:custGeom>
              <a:rect b="b" l="l" r="r" t="t"/>
              <a:pathLst>
                <a:path extrusionOk="0" h="6522" w="11456">
                  <a:moveTo>
                    <a:pt x="9502" y="0"/>
                  </a:moveTo>
                  <a:cubicBezTo>
                    <a:pt x="8699" y="0"/>
                    <a:pt x="8708" y="848"/>
                    <a:pt x="8708" y="848"/>
                  </a:cubicBezTo>
                  <a:cubicBezTo>
                    <a:pt x="8671" y="845"/>
                    <a:pt x="8636" y="844"/>
                    <a:pt x="8602" y="844"/>
                  </a:cubicBezTo>
                  <a:cubicBezTo>
                    <a:pt x="7656" y="844"/>
                    <a:pt x="7664" y="1775"/>
                    <a:pt x="7664" y="1775"/>
                  </a:cubicBezTo>
                  <a:cubicBezTo>
                    <a:pt x="7631" y="1773"/>
                    <a:pt x="7600" y="1772"/>
                    <a:pt x="7570" y="1772"/>
                  </a:cubicBezTo>
                  <a:cubicBezTo>
                    <a:pt x="6944" y="1772"/>
                    <a:pt x="6977" y="2284"/>
                    <a:pt x="6977" y="2284"/>
                  </a:cubicBezTo>
                  <a:cubicBezTo>
                    <a:pt x="6883" y="2268"/>
                    <a:pt x="6797" y="2261"/>
                    <a:pt x="6719" y="2261"/>
                  </a:cubicBezTo>
                  <a:cubicBezTo>
                    <a:pt x="5978" y="2261"/>
                    <a:pt x="5897" y="2882"/>
                    <a:pt x="5897" y="2882"/>
                  </a:cubicBezTo>
                  <a:cubicBezTo>
                    <a:pt x="5785" y="2868"/>
                    <a:pt x="5681" y="2861"/>
                    <a:pt x="5583" y="2861"/>
                  </a:cubicBezTo>
                  <a:cubicBezTo>
                    <a:pt x="4370" y="2861"/>
                    <a:pt x="4202" y="3854"/>
                    <a:pt x="4202" y="3854"/>
                  </a:cubicBezTo>
                  <a:cubicBezTo>
                    <a:pt x="4113" y="3833"/>
                    <a:pt x="4032" y="3823"/>
                    <a:pt x="3959" y="3823"/>
                  </a:cubicBezTo>
                  <a:cubicBezTo>
                    <a:pt x="3453" y="3823"/>
                    <a:pt x="3337" y="4273"/>
                    <a:pt x="3337" y="4273"/>
                  </a:cubicBezTo>
                  <a:cubicBezTo>
                    <a:pt x="3145" y="4199"/>
                    <a:pt x="2971" y="4168"/>
                    <a:pt x="2815" y="4168"/>
                  </a:cubicBezTo>
                  <a:cubicBezTo>
                    <a:pt x="2108" y="4168"/>
                    <a:pt x="1767" y="4791"/>
                    <a:pt x="1767" y="4791"/>
                  </a:cubicBezTo>
                  <a:cubicBezTo>
                    <a:pt x="1649" y="4743"/>
                    <a:pt x="1540" y="4724"/>
                    <a:pt x="1440" y="4724"/>
                  </a:cubicBezTo>
                  <a:cubicBezTo>
                    <a:pt x="1014" y="4724"/>
                    <a:pt x="768" y="5076"/>
                    <a:pt x="768" y="5076"/>
                  </a:cubicBezTo>
                  <a:lnTo>
                    <a:pt x="1" y="6521"/>
                  </a:lnTo>
                  <a:lnTo>
                    <a:pt x="11455" y="6521"/>
                  </a:lnTo>
                  <a:lnTo>
                    <a:pt x="1145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132"/>
            <p:cNvSpPr/>
            <p:nvPr/>
          </p:nvSpPr>
          <p:spPr>
            <a:xfrm>
              <a:off x="6401936" y="1925441"/>
              <a:ext cx="24990" cy="29240"/>
            </a:xfrm>
            <a:custGeom>
              <a:rect b="b" l="l" r="r" t="t"/>
              <a:pathLst>
                <a:path extrusionOk="0" h="805" w="688">
                  <a:moveTo>
                    <a:pt x="669" y="0"/>
                  </a:moveTo>
                  <a:cubicBezTo>
                    <a:pt x="619" y="0"/>
                    <a:pt x="477" y="18"/>
                    <a:pt x="455" y="215"/>
                  </a:cubicBezTo>
                  <a:cubicBezTo>
                    <a:pt x="455" y="215"/>
                    <a:pt x="437" y="208"/>
                    <a:pt x="413" y="208"/>
                  </a:cubicBezTo>
                  <a:cubicBezTo>
                    <a:pt x="378" y="208"/>
                    <a:pt x="332" y="224"/>
                    <a:pt x="322" y="305"/>
                  </a:cubicBezTo>
                  <a:cubicBezTo>
                    <a:pt x="322" y="305"/>
                    <a:pt x="274" y="288"/>
                    <a:pt x="215" y="288"/>
                  </a:cubicBezTo>
                  <a:cubicBezTo>
                    <a:pt x="132" y="288"/>
                    <a:pt x="26" y="321"/>
                    <a:pt x="0" y="483"/>
                  </a:cubicBezTo>
                  <a:lnTo>
                    <a:pt x="687" y="804"/>
                  </a:lnTo>
                  <a:lnTo>
                    <a:pt x="687" y="1"/>
                  </a:lnTo>
                  <a:cubicBezTo>
                    <a:pt x="687" y="1"/>
                    <a:pt x="680" y="0"/>
                    <a:pt x="669"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132"/>
            <p:cNvSpPr/>
            <p:nvPr/>
          </p:nvSpPr>
          <p:spPr>
            <a:xfrm>
              <a:off x="6780077" y="1840885"/>
              <a:ext cx="47328" cy="114452"/>
            </a:xfrm>
            <a:custGeom>
              <a:rect b="b" l="l" r="r" t="t"/>
              <a:pathLst>
                <a:path extrusionOk="0" h="3151" w="1303">
                  <a:moveTo>
                    <a:pt x="0" y="1"/>
                  </a:moveTo>
                  <a:lnTo>
                    <a:pt x="0" y="3150"/>
                  </a:lnTo>
                  <a:lnTo>
                    <a:pt x="1303" y="3150"/>
                  </a:lnTo>
                  <a:lnTo>
                    <a:pt x="1303"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132"/>
            <p:cNvSpPr/>
            <p:nvPr/>
          </p:nvSpPr>
          <p:spPr>
            <a:xfrm>
              <a:off x="6804376" y="1859373"/>
              <a:ext cx="5848" cy="1038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132"/>
            <p:cNvSpPr/>
            <p:nvPr/>
          </p:nvSpPr>
          <p:spPr>
            <a:xfrm>
              <a:off x="6790756" y="1848694"/>
              <a:ext cx="5884" cy="10715"/>
            </a:xfrm>
            <a:custGeom>
              <a:rect b="b" l="l" r="r" t="t"/>
              <a:pathLst>
                <a:path extrusionOk="0" h="295" w="162">
                  <a:moveTo>
                    <a:pt x="1" y="0"/>
                  </a:moveTo>
                  <a:lnTo>
                    <a:pt x="1" y="294"/>
                  </a:lnTo>
                  <a:lnTo>
                    <a:pt x="161" y="294"/>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132"/>
            <p:cNvSpPr/>
            <p:nvPr/>
          </p:nvSpPr>
          <p:spPr>
            <a:xfrm>
              <a:off x="6816689" y="1871359"/>
              <a:ext cx="5848" cy="10715"/>
            </a:xfrm>
            <a:custGeom>
              <a:rect b="b" l="l" r="r" t="t"/>
              <a:pathLst>
                <a:path extrusionOk="0" h="295" w="161">
                  <a:moveTo>
                    <a:pt x="0" y="1"/>
                  </a:moveTo>
                  <a:lnTo>
                    <a:pt x="0"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132"/>
            <p:cNvSpPr/>
            <p:nvPr/>
          </p:nvSpPr>
          <p:spPr>
            <a:xfrm>
              <a:off x="6808590" y="1896965"/>
              <a:ext cx="5848" cy="10715"/>
            </a:xfrm>
            <a:custGeom>
              <a:rect b="b" l="l" r="r" t="t"/>
              <a:pathLst>
                <a:path extrusionOk="0" h="295" w="161">
                  <a:moveTo>
                    <a:pt x="0" y="0"/>
                  </a:moveTo>
                  <a:lnTo>
                    <a:pt x="0"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132"/>
            <p:cNvSpPr/>
            <p:nvPr/>
          </p:nvSpPr>
          <p:spPr>
            <a:xfrm>
              <a:off x="6817343" y="1912838"/>
              <a:ext cx="5848" cy="10715"/>
            </a:xfrm>
            <a:custGeom>
              <a:rect b="b" l="l" r="r" t="t"/>
              <a:pathLst>
                <a:path extrusionOk="0" h="295" w="161">
                  <a:moveTo>
                    <a:pt x="0" y="0"/>
                  </a:moveTo>
                  <a:lnTo>
                    <a:pt x="0"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132"/>
            <p:cNvSpPr/>
            <p:nvPr/>
          </p:nvSpPr>
          <p:spPr>
            <a:xfrm>
              <a:off x="6787850" y="1870051"/>
              <a:ext cx="5848" cy="10751"/>
            </a:xfrm>
            <a:custGeom>
              <a:rect b="b" l="l" r="r" t="t"/>
              <a:pathLst>
                <a:path extrusionOk="0" h="296" w="161">
                  <a:moveTo>
                    <a:pt x="0" y="1"/>
                  </a:moveTo>
                  <a:lnTo>
                    <a:pt x="0"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132"/>
            <p:cNvSpPr/>
            <p:nvPr/>
          </p:nvSpPr>
          <p:spPr>
            <a:xfrm>
              <a:off x="6800817" y="1930671"/>
              <a:ext cx="11696" cy="24663"/>
            </a:xfrm>
            <a:custGeom>
              <a:rect b="b" l="l" r="r" t="t"/>
              <a:pathLst>
                <a:path extrusionOk="0" h="679" w="322">
                  <a:moveTo>
                    <a:pt x="0" y="0"/>
                  </a:moveTo>
                  <a:lnTo>
                    <a:pt x="0" y="678"/>
                  </a:lnTo>
                  <a:lnTo>
                    <a:pt x="321" y="678"/>
                  </a:lnTo>
                  <a:lnTo>
                    <a:pt x="32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132"/>
            <p:cNvSpPr/>
            <p:nvPr/>
          </p:nvSpPr>
          <p:spPr>
            <a:xfrm>
              <a:off x="6780077" y="1829553"/>
              <a:ext cx="47328" cy="11369"/>
            </a:xfrm>
            <a:custGeom>
              <a:rect b="b" l="l" r="r" t="t"/>
              <a:pathLst>
                <a:path extrusionOk="0" h="313" w="1303">
                  <a:moveTo>
                    <a:pt x="312" y="1"/>
                  </a:moveTo>
                  <a:lnTo>
                    <a:pt x="0" y="313"/>
                  </a:lnTo>
                  <a:lnTo>
                    <a:pt x="1303" y="313"/>
                  </a:lnTo>
                  <a:lnTo>
                    <a:pt x="130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132"/>
            <p:cNvSpPr/>
            <p:nvPr/>
          </p:nvSpPr>
          <p:spPr>
            <a:xfrm>
              <a:off x="6426235" y="1898563"/>
              <a:ext cx="32109" cy="56118"/>
            </a:xfrm>
            <a:custGeom>
              <a:rect b="b" l="l" r="r" t="t"/>
              <a:pathLst>
                <a:path extrusionOk="0" h="1545" w="884">
                  <a:moveTo>
                    <a:pt x="0" y="1"/>
                  </a:moveTo>
                  <a:lnTo>
                    <a:pt x="0" y="1544"/>
                  </a:lnTo>
                  <a:lnTo>
                    <a:pt x="884" y="1544"/>
                  </a:lnTo>
                  <a:lnTo>
                    <a:pt x="884"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132"/>
            <p:cNvSpPr/>
            <p:nvPr/>
          </p:nvSpPr>
          <p:spPr>
            <a:xfrm>
              <a:off x="6458306" y="1890791"/>
              <a:ext cx="7482" cy="63891"/>
            </a:xfrm>
            <a:custGeom>
              <a:rect b="b" l="l" r="r" t="t"/>
              <a:pathLst>
                <a:path extrusionOk="0" h="1759" w="206">
                  <a:moveTo>
                    <a:pt x="206" y="1"/>
                  </a:moveTo>
                  <a:lnTo>
                    <a:pt x="1" y="215"/>
                  </a:lnTo>
                  <a:lnTo>
                    <a:pt x="1" y="1758"/>
                  </a:lnTo>
                  <a:lnTo>
                    <a:pt x="206" y="1758"/>
                  </a:lnTo>
                  <a:lnTo>
                    <a:pt x="206"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132"/>
            <p:cNvSpPr/>
            <p:nvPr/>
          </p:nvSpPr>
          <p:spPr>
            <a:xfrm>
              <a:off x="6430121" y="1903757"/>
              <a:ext cx="4250" cy="7156"/>
            </a:xfrm>
            <a:custGeom>
              <a:rect b="b" l="l" r="r" t="t"/>
              <a:pathLst>
                <a:path extrusionOk="0" h="197" w="117">
                  <a:moveTo>
                    <a:pt x="0" y="1"/>
                  </a:moveTo>
                  <a:lnTo>
                    <a:pt x="0" y="197"/>
                  </a:lnTo>
                  <a:lnTo>
                    <a:pt x="116" y="197"/>
                  </a:lnTo>
                  <a:lnTo>
                    <a:pt x="11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132"/>
            <p:cNvSpPr/>
            <p:nvPr/>
          </p:nvSpPr>
          <p:spPr>
            <a:xfrm>
              <a:off x="6449553" y="1905719"/>
              <a:ext cx="4250" cy="7156"/>
            </a:xfrm>
            <a:custGeom>
              <a:rect b="b" l="l" r="r" t="t"/>
              <a:pathLst>
                <a:path extrusionOk="0" h="197" w="117">
                  <a:moveTo>
                    <a:pt x="1" y="0"/>
                  </a:moveTo>
                  <a:lnTo>
                    <a:pt x="1" y="196"/>
                  </a:lnTo>
                  <a:lnTo>
                    <a:pt x="117" y="196"/>
                  </a:lnTo>
                  <a:lnTo>
                    <a:pt x="117"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132"/>
            <p:cNvSpPr/>
            <p:nvPr/>
          </p:nvSpPr>
          <p:spPr>
            <a:xfrm>
              <a:off x="6439528" y="1911857"/>
              <a:ext cx="4250" cy="7156"/>
            </a:xfrm>
            <a:custGeom>
              <a:rect b="b" l="l" r="r" t="t"/>
              <a:pathLst>
                <a:path extrusionOk="0" h="197" w="117">
                  <a:moveTo>
                    <a:pt x="0" y="1"/>
                  </a:moveTo>
                  <a:lnTo>
                    <a:pt x="0" y="197"/>
                  </a:lnTo>
                  <a:lnTo>
                    <a:pt x="116" y="197"/>
                  </a:lnTo>
                  <a:lnTo>
                    <a:pt x="11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132"/>
            <p:cNvSpPr/>
            <p:nvPr/>
          </p:nvSpPr>
          <p:spPr>
            <a:xfrm>
              <a:off x="6448282" y="1925151"/>
              <a:ext cx="4250" cy="7156"/>
            </a:xfrm>
            <a:custGeom>
              <a:rect b="b" l="l" r="r" t="t"/>
              <a:pathLst>
                <a:path extrusionOk="0" h="197" w="117">
                  <a:moveTo>
                    <a:pt x="0" y="0"/>
                  </a:moveTo>
                  <a:lnTo>
                    <a:pt x="0" y="197"/>
                  </a:lnTo>
                  <a:lnTo>
                    <a:pt x="116" y="197"/>
                  </a:lnTo>
                  <a:lnTo>
                    <a:pt x="11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132"/>
            <p:cNvSpPr/>
            <p:nvPr/>
          </p:nvSpPr>
          <p:spPr>
            <a:xfrm>
              <a:off x="6433027" y="1923843"/>
              <a:ext cx="4250" cy="7192"/>
            </a:xfrm>
            <a:custGeom>
              <a:rect b="b" l="l" r="r" t="t"/>
              <a:pathLst>
                <a:path extrusionOk="0" h="198" w="117">
                  <a:moveTo>
                    <a:pt x="1" y="1"/>
                  </a:moveTo>
                  <a:lnTo>
                    <a:pt x="1" y="197"/>
                  </a:lnTo>
                  <a:lnTo>
                    <a:pt x="117" y="197"/>
                  </a:lnTo>
                  <a:lnTo>
                    <a:pt x="11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132"/>
            <p:cNvSpPr/>
            <p:nvPr/>
          </p:nvSpPr>
          <p:spPr>
            <a:xfrm>
              <a:off x="6436259" y="1939389"/>
              <a:ext cx="8136" cy="15292"/>
            </a:xfrm>
            <a:custGeom>
              <a:rect b="b" l="l" r="r" t="t"/>
              <a:pathLst>
                <a:path extrusionOk="0" h="421" w="224">
                  <a:moveTo>
                    <a:pt x="1" y="1"/>
                  </a:moveTo>
                  <a:lnTo>
                    <a:pt x="1" y="420"/>
                  </a:lnTo>
                  <a:lnTo>
                    <a:pt x="224" y="420"/>
                  </a:lnTo>
                  <a:lnTo>
                    <a:pt x="22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132"/>
            <p:cNvSpPr/>
            <p:nvPr/>
          </p:nvSpPr>
          <p:spPr>
            <a:xfrm>
              <a:off x="6426235" y="1890791"/>
              <a:ext cx="39555" cy="7809"/>
            </a:xfrm>
            <a:custGeom>
              <a:rect b="b" l="l" r="r" t="t"/>
              <a:pathLst>
                <a:path extrusionOk="0" h="215" w="1089">
                  <a:moveTo>
                    <a:pt x="215" y="1"/>
                  </a:moveTo>
                  <a:lnTo>
                    <a:pt x="0" y="215"/>
                  </a:lnTo>
                  <a:lnTo>
                    <a:pt x="884" y="215"/>
                  </a:lnTo>
                  <a:lnTo>
                    <a:pt x="108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132"/>
            <p:cNvSpPr/>
            <p:nvPr/>
          </p:nvSpPr>
          <p:spPr>
            <a:xfrm>
              <a:off x="6577549" y="1906990"/>
              <a:ext cx="52849" cy="85285"/>
            </a:xfrm>
            <a:custGeom>
              <a:rect b="b" l="l" r="r" t="t"/>
              <a:pathLst>
                <a:path extrusionOk="0" h="2348" w="1455">
                  <a:moveTo>
                    <a:pt x="1" y="1"/>
                  </a:moveTo>
                  <a:lnTo>
                    <a:pt x="1" y="2347"/>
                  </a:lnTo>
                  <a:lnTo>
                    <a:pt x="1455" y="2347"/>
                  </a:lnTo>
                  <a:lnTo>
                    <a:pt x="1455"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132"/>
            <p:cNvSpPr/>
            <p:nvPr/>
          </p:nvSpPr>
          <p:spPr>
            <a:xfrm>
              <a:off x="6616450" y="1913491"/>
              <a:ext cx="5521" cy="9734"/>
            </a:xfrm>
            <a:custGeom>
              <a:rect b="b" l="l" r="r" t="t"/>
              <a:pathLst>
                <a:path extrusionOk="0" h="268" w="152">
                  <a:moveTo>
                    <a:pt x="0" y="0"/>
                  </a:moveTo>
                  <a:lnTo>
                    <a:pt x="0" y="268"/>
                  </a:lnTo>
                  <a:lnTo>
                    <a:pt x="152" y="268"/>
                  </a:lnTo>
                  <a:lnTo>
                    <a:pt x="15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132"/>
            <p:cNvSpPr/>
            <p:nvPr/>
          </p:nvSpPr>
          <p:spPr>
            <a:xfrm>
              <a:off x="6602502" y="1925804"/>
              <a:ext cx="5230" cy="9734"/>
            </a:xfrm>
            <a:custGeom>
              <a:rect b="b" l="l" r="r" t="t"/>
              <a:pathLst>
                <a:path extrusionOk="0" h="268" w="144">
                  <a:moveTo>
                    <a:pt x="0" y="0"/>
                  </a:moveTo>
                  <a:lnTo>
                    <a:pt x="0" y="268"/>
                  </a:lnTo>
                  <a:lnTo>
                    <a:pt x="143" y="268"/>
                  </a:lnTo>
                  <a:lnTo>
                    <a:pt x="14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132"/>
            <p:cNvSpPr/>
            <p:nvPr/>
          </p:nvSpPr>
          <p:spPr>
            <a:xfrm>
              <a:off x="6584668" y="1915743"/>
              <a:ext cx="5230" cy="9444"/>
            </a:xfrm>
            <a:custGeom>
              <a:rect b="b" l="l" r="r" t="t"/>
              <a:pathLst>
                <a:path extrusionOk="0" h="260" w="144">
                  <a:moveTo>
                    <a:pt x="1" y="1"/>
                  </a:moveTo>
                  <a:lnTo>
                    <a:pt x="1" y="259"/>
                  </a:lnTo>
                  <a:lnTo>
                    <a:pt x="144" y="259"/>
                  </a:lnTo>
                  <a:lnTo>
                    <a:pt x="14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132"/>
            <p:cNvSpPr/>
            <p:nvPr/>
          </p:nvSpPr>
          <p:spPr>
            <a:xfrm>
              <a:off x="6613834" y="1936483"/>
              <a:ext cx="5557" cy="9444"/>
            </a:xfrm>
            <a:custGeom>
              <a:rect b="b" l="l" r="r" t="t"/>
              <a:pathLst>
                <a:path extrusionOk="0" h="260" w="153">
                  <a:moveTo>
                    <a:pt x="1" y="1"/>
                  </a:moveTo>
                  <a:lnTo>
                    <a:pt x="1" y="259"/>
                  </a:lnTo>
                  <a:lnTo>
                    <a:pt x="152" y="259"/>
                  </a:lnTo>
                  <a:lnTo>
                    <a:pt x="15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132"/>
            <p:cNvSpPr/>
            <p:nvPr/>
          </p:nvSpPr>
          <p:spPr>
            <a:xfrm>
              <a:off x="6588228" y="1935502"/>
              <a:ext cx="5557" cy="9771"/>
            </a:xfrm>
            <a:custGeom>
              <a:rect b="b" l="l" r="r" t="t"/>
              <a:pathLst>
                <a:path extrusionOk="0" h="269" w="153">
                  <a:moveTo>
                    <a:pt x="1" y="1"/>
                  </a:moveTo>
                  <a:lnTo>
                    <a:pt x="1" y="269"/>
                  </a:lnTo>
                  <a:lnTo>
                    <a:pt x="153" y="269"/>
                  </a:lnTo>
                  <a:lnTo>
                    <a:pt x="15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132"/>
            <p:cNvSpPr/>
            <p:nvPr/>
          </p:nvSpPr>
          <p:spPr>
            <a:xfrm>
              <a:off x="6602502" y="1964668"/>
              <a:ext cx="13330" cy="27605"/>
            </a:xfrm>
            <a:custGeom>
              <a:rect b="b" l="l" r="r" t="t"/>
              <a:pathLst>
                <a:path extrusionOk="0" h="760" w="367">
                  <a:moveTo>
                    <a:pt x="0" y="1"/>
                  </a:moveTo>
                  <a:lnTo>
                    <a:pt x="0" y="759"/>
                  </a:lnTo>
                  <a:lnTo>
                    <a:pt x="366" y="759"/>
                  </a:lnTo>
                  <a:lnTo>
                    <a:pt x="36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132"/>
            <p:cNvSpPr/>
            <p:nvPr/>
          </p:nvSpPr>
          <p:spPr>
            <a:xfrm>
              <a:off x="6577549" y="1894350"/>
              <a:ext cx="52849" cy="12677"/>
            </a:xfrm>
            <a:custGeom>
              <a:rect b="b" l="l" r="r" t="t"/>
              <a:pathLst>
                <a:path extrusionOk="0" h="349" w="1455">
                  <a:moveTo>
                    <a:pt x="1" y="1"/>
                  </a:moveTo>
                  <a:lnTo>
                    <a:pt x="1" y="349"/>
                  </a:lnTo>
                  <a:lnTo>
                    <a:pt x="1455" y="349"/>
                  </a:lnTo>
                  <a:lnTo>
                    <a:pt x="145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132"/>
            <p:cNvSpPr/>
            <p:nvPr/>
          </p:nvSpPr>
          <p:spPr>
            <a:xfrm>
              <a:off x="6560369" y="1980214"/>
              <a:ext cx="17217" cy="12059"/>
            </a:xfrm>
            <a:custGeom>
              <a:rect b="b" l="l" r="r" t="t"/>
              <a:pathLst>
                <a:path extrusionOk="0" h="332" w="474">
                  <a:moveTo>
                    <a:pt x="460" y="0"/>
                  </a:moveTo>
                  <a:cubicBezTo>
                    <a:pt x="423" y="0"/>
                    <a:pt x="320" y="12"/>
                    <a:pt x="313" y="144"/>
                  </a:cubicBezTo>
                  <a:cubicBezTo>
                    <a:pt x="313" y="144"/>
                    <a:pt x="300" y="140"/>
                    <a:pt x="284" y="140"/>
                  </a:cubicBezTo>
                  <a:cubicBezTo>
                    <a:pt x="257" y="140"/>
                    <a:pt x="220" y="150"/>
                    <a:pt x="215" y="206"/>
                  </a:cubicBezTo>
                  <a:cubicBezTo>
                    <a:pt x="215" y="206"/>
                    <a:pt x="182" y="194"/>
                    <a:pt x="141" y="194"/>
                  </a:cubicBezTo>
                  <a:cubicBezTo>
                    <a:pt x="86" y="194"/>
                    <a:pt x="16" y="217"/>
                    <a:pt x="1" y="331"/>
                  </a:cubicBezTo>
                  <a:lnTo>
                    <a:pt x="474" y="331"/>
                  </a:lnTo>
                  <a:lnTo>
                    <a:pt x="474" y="1"/>
                  </a:lnTo>
                  <a:cubicBezTo>
                    <a:pt x="474" y="1"/>
                    <a:pt x="469" y="0"/>
                    <a:pt x="46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132"/>
            <p:cNvSpPr/>
            <p:nvPr/>
          </p:nvSpPr>
          <p:spPr>
            <a:xfrm>
              <a:off x="6671186" y="1975637"/>
              <a:ext cx="24663" cy="17253"/>
            </a:xfrm>
            <a:custGeom>
              <a:rect b="b" l="l" r="r" t="t"/>
              <a:pathLst>
                <a:path extrusionOk="0" h="475" w="679">
                  <a:moveTo>
                    <a:pt x="651" y="0"/>
                  </a:moveTo>
                  <a:cubicBezTo>
                    <a:pt x="594" y="0"/>
                    <a:pt x="467" y="21"/>
                    <a:pt x="447" y="207"/>
                  </a:cubicBezTo>
                  <a:cubicBezTo>
                    <a:pt x="447" y="207"/>
                    <a:pt x="431" y="203"/>
                    <a:pt x="411" y="203"/>
                  </a:cubicBezTo>
                  <a:cubicBezTo>
                    <a:pt x="375" y="203"/>
                    <a:pt x="324" y="217"/>
                    <a:pt x="313" y="297"/>
                  </a:cubicBezTo>
                  <a:cubicBezTo>
                    <a:pt x="313" y="297"/>
                    <a:pt x="265" y="280"/>
                    <a:pt x="207" y="280"/>
                  </a:cubicBezTo>
                  <a:cubicBezTo>
                    <a:pt x="125" y="280"/>
                    <a:pt x="22" y="313"/>
                    <a:pt x="1" y="475"/>
                  </a:cubicBezTo>
                  <a:lnTo>
                    <a:pt x="679" y="475"/>
                  </a:lnTo>
                  <a:lnTo>
                    <a:pt x="679" y="2"/>
                  </a:lnTo>
                  <a:cubicBezTo>
                    <a:pt x="679" y="2"/>
                    <a:pt x="668" y="0"/>
                    <a:pt x="65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132"/>
            <p:cNvSpPr/>
            <p:nvPr/>
          </p:nvSpPr>
          <p:spPr>
            <a:xfrm>
              <a:off x="6552597" y="1940950"/>
              <a:ext cx="24990" cy="17290"/>
            </a:xfrm>
            <a:custGeom>
              <a:rect b="b" l="l" r="r" t="t"/>
              <a:pathLst>
                <a:path extrusionOk="0" h="476" w="688">
                  <a:moveTo>
                    <a:pt x="659" y="1"/>
                  </a:moveTo>
                  <a:cubicBezTo>
                    <a:pt x="599" y="1"/>
                    <a:pt x="467" y="22"/>
                    <a:pt x="447" y="208"/>
                  </a:cubicBezTo>
                  <a:cubicBezTo>
                    <a:pt x="447" y="208"/>
                    <a:pt x="431" y="203"/>
                    <a:pt x="411" y="203"/>
                  </a:cubicBezTo>
                  <a:cubicBezTo>
                    <a:pt x="375" y="203"/>
                    <a:pt x="324" y="217"/>
                    <a:pt x="313" y="297"/>
                  </a:cubicBezTo>
                  <a:cubicBezTo>
                    <a:pt x="313" y="297"/>
                    <a:pt x="265" y="280"/>
                    <a:pt x="207" y="280"/>
                  </a:cubicBezTo>
                  <a:cubicBezTo>
                    <a:pt x="125" y="280"/>
                    <a:pt x="22" y="314"/>
                    <a:pt x="1" y="475"/>
                  </a:cubicBezTo>
                  <a:lnTo>
                    <a:pt x="688" y="475"/>
                  </a:lnTo>
                  <a:lnTo>
                    <a:pt x="688" y="3"/>
                  </a:lnTo>
                  <a:cubicBezTo>
                    <a:pt x="688" y="3"/>
                    <a:pt x="676" y="1"/>
                    <a:pt x="659"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132"/>
            <p:cNvSpPr/>
            <p:nvPr/>
          </p:nvSpPr>
          <p:spPr>
            <a:xfrm>
              <a:off x="6510464" y="1968809"/>
              <a:ext cx="24990" cy="17290"/>
            </a:xfrm>
            <a:custGeom>
              <a:rect b="b" l="l" r="r" t="t"/>
              <a:pathLst>
                <a:path extrusionOk="0" h="476" w="688">
                  <a:moveTo>
                    <a:pt x="659" y="1"/>
                  </a:moveTo>
                  <a:cubicBezTo>
                    <a:pt x="600" y="1"/>
                    <a:pt x="470" y="22"/>
                    <a:pt x="456" y="208"/>
                  </a:cubicBezTo>
                  <a:cubicBezTo>
                    <a:pt x="456" y="208"/>
                    <a:pt x="441" y="204"/>
                    <a:pt x="420" y="204"/>
                  </a:cubicBezTo>
                  <a:cubicBezTo>
                    <a:pt x="382" y="204"/>
                    <a:pt x="325" y="219"/>
                    <a:pt x="313" y="306"/>
                  </a:cubicBezTo>
                  <a:cubicBezTo>
                    <a:pt x="313" y="306"/>
                    <a:pt x="260" y="286"/>
                    <a:pt x="198" y="286"/>
                  </a:cubicBezTo>
                  <a:cubicBezTo>
                    <a:pt x="118" y="286"/>
                    <a:pt x="21" y="320"/>
                    <a:pt x="1" y="476"/>
                  </a:cubicBezTo>
                  <a:lnTo>
                    <a:pt x="688" y="476"/>
                  </a:lnTo>
                  <a:lnTo>
                    <a:pt x="688" y="3"/>
                  </a:lnTo>
                  <a:cubicBezTo>
                    <a:pt x="688" y="3"/>
                    <a:pt x="677" y="1"/>
                    <a:pt x="659"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132"/>
            <p:cNvSpPr/>
            <p:nvPr/>
          </p:nvSpPr>
          <p:spPr>
            <a:xfrm>
              <a:off x="6458306" y="1938408"/>
              <a:ext cx="24990" cy="17253"/>
            </a:xfrm>
            <a:custGeom>
              <a:rect b="b" l="l" r="r" t="t"/>
              <a:pathLst>
                <a:path extrusionOk="0" h="475" w="688">
                  <a:moveTo>
                    <a:pt x="668" y="0"/>
                  </a:moveTo>
                  <a:cubicBezTo>
                    <a:pt x="614" y="0"/>
                    <a:pt x="470" y="18"/>
                    <a:pt x="456" y="206"/>
                  </a:cubicBezTo>
                  <a:cubicBezTo>
                    <a:pt x="456" y="206"/>
                    <a:pt x="440" y="202"/>
                    <a:pt x="420" y="202"/>
                  </a:cubicBezTo>
                  <a:cubicBezTo>
                    <a:pt x="382" y="202"/>
                    <a:pt x="324" y="217"/>
                    <a:pt x="313" y="305"/>
                  </a:cubicBezTo>
                  <a:cubicBezTo>
                    <a:pt x="313" y="305"/>
                    <a:pt x="265" y="287"/>
                    <a:pt x="206" y="287"/>
                  </a:cubicBezTo>
                  <a:cubicBezTo>
                    <a:pt x="126" y="287"/>
                    <a:pt x="26" y="320"/>
                    <a:pt x="1" y="474"/>
                  </a:cubicBezTo>
                  <a:lnTo>
                    <a:pt x="688" y="474"/>
                  </a:lnTo>
                  <a:lnTo>
                    <a:pt x="688" y="1"/>
                  </a:lnTo>
                  <a:cubicBezTo>
                    <a:pt x="688" y="1"/>
                    <a:pt x="680" y="0"/>
                    <a:pt x="668"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132"/>
            <p:cNvSpPr/>
            <p:nvPr/>
          </p:nvSpPr>
          <p:spPr>
            <a:xfrm>
              <a:off x="6537705" y="1951411"/>
              <a:ext cx="39882" cy="31128"/>
            </a:xfrm>
            <a:custGeom>
              <a:rect b="b" l="l" r="r" t="t"/>
              <a:pathLst>
                <a:path extrusionOk="0" h="857" w="1098">
                  <a:moveTo>
                    <a:pt x="955" y="0"/>
                  </a:moveTo>
                  <a:lnTo>
                    <a:pt x="411" y="187"/>
                  </a:lnTo>
                  <a:cubicBezTo>
                    <a:pt x="411" y="187"/>
                    <a:pt x="363" y="169"/>
                    <a:pt x="302" y="169"/>
                  </a:cubicBezTo>
                  <a:cubicBezTo>
                    <a:pt x="229" y="169"/>
                    <a:pt x="138" y="195"/>
                    <a:pt x="89" y="312"/>
                  </a:cubicBezTo>
                  <a:cubicBezTo>
                    <a:pt x="0" y="535"/>
                    <a:pt x="223" y="848"/>
                    <a:pt x="250" y="848"/>
                  </a:cubicBezTo>
                  <a:cubicBezTo>
                    <a:pt x="277" y="856"/>
                    <a:pt x="553" y="856"/>
                    <a:pt x="553" y="856"/>
                  </a:cubicBezTo>
                  <a:cubicBezTo>
                    <a:pt x="553" y="856"/>
                    <a:pt x="678" y="785"/>
                    <a:pt x="839" y="678"/>
                  </a:cubicBezTo>
                  <a:cubicBezTo>
                    <a:pt x="990" y="571"/>
                    <a:pt x="1098" y="339"/>
                    <a:pt x="1098" y="339"/>
                  </a:cubicBezTo>
                  <a:lnTo>
                    <a:pt x="1071" y="9"/>
                  </a:lnTo>
                  <a:lnTo>
                    <a:pt x="95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132"/>
            <p:cNvSpPr/>
            <p:nvPr/>
          </p:nvSpPr>
          <p:spPr>
            <a:xfrm>
              <a:off x="6714626" y="1924134"/>
              <a:ext cx="41807" cy="14674"/>
            </a:xfrm>
            <a:custGeom>
              <a:rect b="b" l="l" r="r" t="t"/>
              <a:pathLst>
                <a:path extrusionOk="0" h="404" w="1151">
                  <a:moveTo>
                    <a:pt x="552" y="1"/>
                  </a:moveTo>
                  <a:cubicBezTo>
                    <a:pt x="507" y="1"/>
                    <a:pt x="398" y="17"/>
                    <a:pt x="384" y="180"/>
                  </a:cubicBezTo>
                  <a:cubicBezTo>
                    <a:pt x="384" y="180"/>
                    <a:pt x="367" y="174"/>
                    <a:pt x="346" y="174"/>
                  </a:cubicBezTo>
                  <a:cubicBezTo>
                    <a:pt x="314" y="174"/>
                    <a:pt x="273" y="187"/>
                    <a:pt x="268" y="251"/>
                  </a:cubicBezTo>
                  <a:cubicBezTo>
                    <a:pt x="268" y="251"/>
                    <a:pt x="229" y="238"/>
                    <a:pt x="181" y="238"/>
                  </a:cubicBezTo>
                  <a:cubicBezTo>
                    <a:pt x="111" y="238"/>
                    <a:pt x="21" y="266"/>
                    <a:pt x="0" y="403"/>
                  </a:cubicBezTo>
                  <a:lnTo>
                    <a:pt x="1151" y="403"/>
                  </a:lnTo>
                  <a:cubicBezTo>
                    <a:pt x="1130" y="266"/>
                    <a:pt x="1040" y="238"/>
                    <a:pt x="970" y="238"/>
                  </a:cubicBezTo>
                  <a:cubicBezTo>
                    <a:pt x="922" y="238"/>
                    <a:pt x="883" y="251"/>
                    <a:pt x="883" y="251"/>
                  </a:cubicBezTo>
                  <a:cubicBezTo>
                    <a:pt x="873" y="187"/>
                    <a:pt x="833" y="174"/>
                    <a:pt x="803" y="174"/>
                  </a:cubicBezTo>
                  <a:cubicBezTo>
                    <a:pt x="783" y="174"/>
                    <a:pt x="767" y="180"/>
                    <a:pt x="767" y="180"/>
                  </a:cubicBezTo>
                  <a:cubicBezTo>
                    <a:pt x="753" y="17"/>
                    <a:pt x="638" y="1"/>
                    <a:pt x="591" y="1"/>
                  </a:cubicBezTo>
                  <a:cubicBezTo>
                    <a:pt x="579" y="1"/>
                    <a:pt x="571" y="2"/>
                    <a:pt x="571" y="2"/>
                  </a:cubicBezTo>
                  <a:cubicBezTo>
                    <a:pt x="571" y="2"/>
                    <a:pt x="564" y="1"/>
                    <a:pt x="552"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132"/>
            <p:cNvSpPr/>
            <p:nvPr/>
          </p:nvSpPr>
          <p:spPr>
            <a:xfrm>
              <a:off x="6695812" y="1893079"/>
              <a:ext cx="32109" cy="104028"/>
            </a:xfrm>
            <a:custGeom>
              <a:rect b="b" l="l" r="r" t="t"/>
              <a:pathLst>
                <a:path extrusionOk="0" h="2864" w="884">
                  <a:moveTo>
                    <a:pt x="1" y="0"/>
                  </a:moveTo>
                  <a:lnTo>
                    <a:pt x="1" y="2864"/>
                  </a:lnTo>
                  <a:lnTo>
                    <a:pt x="884" y="2864"/>
                  </a:lnTo>
                  <a:lnTo>
                    <a:pt x="88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132"/>
            <p:cNvSpPr/>
            <p:nvPr/>
          </p:nvSpPr>
          <p:spPr>
            <a:xfrm>
              <a:off x="6727884" y="1885306"/>
              <a:ext cx="7519" cy="111801"/>
            </a:xfrm>
            <a:custGeom>
              <a:rect b="b" l="l" r="r" t="t"/>
              <a:pathLst>
                <a:path extrusionOk="0" h="3078" w="207">
                  <a:moveTo>
                    <a:pt x="206" y="0"/>
                  </a:moveTo>
                  <a:lnTo>
                    <a:pt x="1" y="214"/>
                  </a:lnTo>
                  <a:lnTo>
                    <a:pt x="1" y="3078"/>
                  </a:lnTo>
                  <a:lnTo>
                    <a:pt x="206" y="3078"/>
                  </a:lnTo>
                  <a:lnTo>
                    <a:pt x="206"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132"/>
            <p:cNvSpPr/>
            <p:nvPr/>
          </p:nvSpPr>
          <p:spPr>
            <a:xfrm>
              <a:off x="6701006" y="1898236"/>
              <a:ext cx="3923" cy="7192"/>
            </a:xfrm>
            <a:custGeom>
              <a:rect b="b" l="l" r="r" t="t"/>
              <a:pathLst>
                <a:path extrusionOk="0" h="198" w="108">
                  <a:moveTo>
                    <a:pt x="0" y="1"/>
                  </a:moveTo>
                  <a:lnTo>
                    <a:pt x="0"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132"/>
            <p:cNvSpPr/>
            <p:nvPr/>
          </p:nvSpPr>
          <p:spPr>
            <a:xfrm>
              <a:off x="6710086" y="1911530"/>
              <a:ext cx="3923" cy="7192"/>
            </a:xfrm>
            <a:custGeom>
              <a:rect b="b" l="l" r="r" t="t"/>
              <a:pathLst>
                <a:path extrusionOk="0" h="198"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132"/>
            <p:cNvSpPr/>
            <p:nvPr/>
          </p:nvSpPr>
          <p:spPr>
            <a:xfrm>
              <a:off x="6718513" y="1900198"/>
              <a:ext cx="3923" cy="7156"/>
            </a:xfrm>
            <a:custGeom>
              <a:rect b="b" l="l" r="r" t="t"/>
              <a:pathLst>
                <a:path extrusionOk="0" h="197"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132"/>
            <p:cNvSpPr/>
            <p:nvPr/>
          </p:nvSpPr>
          <p:spPr>
            <a:xfrm>
              <a:off x="6700025" y="1919303"/>
              <a:ext cx="3923" cy="7192"/>
            </a:xfrm>
            <a:custGeom>
              <a:rect b="b" l="l" r="r" t="t"/>
              <a:pathLst>
                <a:path extrusionOk="0" h="198"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132"/>
            <p:cNvSpPr/>
            <p:nvPr/>
          </p:nvSpPr>
          <p:spPr>
            <a:xfrm>
              <a:off x="6720438" y="1923516"/>
              <a:ext cx="3923" cy="7192"/>
            </a:xfrm>
            <a:custGeom>
              <a:rect b="b" l="l" r="r" t="t"/>
              <a:pathLst>
                <a:path extrusionOk="0" h="198"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132"/>
            <p:cNvSpPr/>
            <p:nvPr/>
          </p:nvSpPr>
          <p:spPr>
            <a:xfrm>
              <a:off x="6709432" y="1932923"/>
              <a:ext cx="3923" cy="7156"/>
            </a:xfrm>
            <a:custGeom>
              <a:rect b="b" l="l" r="r" t="t"/>
              <a:pathLst>
                <a:path extrusionOk="0" h="197"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132"/>
            <p:cNvSpPr/>
            <p:nvPr/>
          </p:nvSpPr>
          <p:spPr>
            <a:xfrm>
              <a:off x="6699371" y="1944909"/>
              <a:ext cx="3923" cy="7156"/>
            </a:xfrm>
            <a:custGeom>
              <a:rect b="b" l="l" r="r" t="t"/>
              <a:pathLst>
                <a:path extrusionOk="0" h="197"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132"/>
            <p:cNvSpPr/>
            <p:nvPr/>
          </p:nvSpPr>
          <p:spPr>
            <a:xfrm>
              <a:off x="6702931" y="1963070"/>
              <a:ext cx="3959" cy="7156"/>
            </a:xfrm>
            <a:custGeom>
              <a:rect b="b" l="l" r="r" t="t"/>
              <a:pathLst>
                <a:path extrusionOk="0" h="197" w="109">
                  <a:moveTo>
                    <a:pt x="1" y="0"/>
                  </a:moveTo>
                  <a:lnTo>
                    <a:pt x="1" y="196"/>
                  </a:lnTo>
                  <a:lnTo>
                    <a:pt x="108" y="196"/>
                  </a:lnTo>
                  <a:lnTo>
                    <a:pt x="10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132"/>
            <p:cNvSpPr/>
            <p:nvPr/>
          </p:nvSpPr>
          <p:spPr>
            <a:xfrm>
              <a:off x="6695812" y="1885306"/>
              <a:ext cx="39592" cy="7809"/>
            </a:xfrm>
            <a:custGeom>
              <a:rect b="b" l="l" r="r" t="t"/>
              <a:pathLst>
                <a:path extrusionOk="0" h="215" w="1090">
                  <a:moveTo>
                    <a:pt x="215" y="0"/>
                  </a:moveTo>
                  <a:lnTo>
                    <a:pt x="1" y="214"/>
                  </a:lnTo>
                  <a:lnTo>
                    <a:pt x="884" y="214"/>
                  </a:lnTo>
                  <a:lnTo>
                    <a:pt x="10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132"/>
            <p:cNvSpPr/>
            <p:nvPr/>
          </p:nvSpPr>
          <p:spPr>
            <a:xfrm>
              <a:off x="6634901" y="1859373"/>
              <a:ext cx="15909" cy="139696"/>
            </a:xfrm>
            <a:custGeom>
              <a:rect b="b" l="l" r="r" t="t"/>
              <a:pathLst>
                <a:path extrusionOk="0" h="3846" w="438">
                  <a:moveTo>
                    <a:pt x="438" y="0"/>
                  </a:moveTo>
                  <a:cubicBezTo>
                    <a:pt x="438" y="0"/>
                    <a:pt x="384" y="63"/>
                    <a:pt x="393" y="143"/>
                  </a:cubicBezTo>
                  <a:cubicBezTo>
                    <a:pt x="402" y="215"/>
                    <a:pt x="322" y="250"/>
                    <a:pt x="357" y="313"/>
                  </a:cubicBezTo>
                  <a:cubicBezTo>
                    <a:pt x="384" y="384"/>
                    <a:pt x="286" y="402"/>
                    <a:pt x="331" y="491"/>
                  </a:cubicBezTo>
                  <a:cubicBezTo>
                    <a:pt x="375" y="571"/>
                    <a:pt x="268" y="670"/>
                    <a:pt x="304" y="759"/>
                  </a:cubicBezTo>
                  <a:cubicBezTo>
                    <a:pt x="348" y="857"/>
                    <a:pt x="259" y="893"/>
                    <a:pt x="295" y="973"/>
                  </a:cubicBezTo>
                  <a:cubicBezTo>
                    <a:pt x="340" y="1053"/>
                    <a:pt x="206" y="1142"/>
                    <a:pt x="268" y="1276"/>
                  </a:cubicBezTo>
                  <a:cubicBezTo>
                    <a:pt x="340" y="1401"/>
                    <a:pt x="206" y="1472"/>
                    <a:pt x="250" y="1562"/>
                  </a:cubicBezTo>
                  <a:cubicBezTo>
                    <a:pt x="295" y="1660"/>
                    <a:pt x="134" y="1767"/>
                    <a:pt x="206" y="1865"/>
                  </a:cubicBezTo>
                  <a:cubicBezTo>
                    <a:pt x="277" y="1972"/>
                    <a:pt x="143" y="2061"/>
                    <a:pt x="188" y="2142"/>
                  </a:cubicBezTo>
                  <a:cubicBezTo>
                    <a:pt x="233" y="2222"/>
                    <a:pt x="108" y="2338"/>
                    <a:pt x="179" y="2427"/>
                  </a:cubicBezTo>
                  <a:cubicBezTo>
                    <a:pt x="241" y="2516"/>
                    <a:pt x="90" y="2623"/>
                    <a:pt x="134" y="2739"/>
                  </a:cubicBezTo>
                  <a:cubicBezTo>
                    <a:pt x="188" y="2864"/>
                    <a:pt x="63" y="2998"/>
                    <a:pt x="125" y="3105"/>
                  </a:cubicBezTo>
                  <a:cubicBezTo>
                    <a:pt x="188" y="3212"/>
                    <a:pt x="36" y="3239"/>
                    <a:pt x="108" y="3355"/>
                  </a:cubicBezTo>
                  <a:cubicBezTo>
                    <a:pt x="179" y="3480"/>
                    <a:pt x="1" y="3631"/>
                    <a:pt x="1" y="3845"/>
                  </a:cubicBezTo>
                  <a:lnTo>
                    <a:pt x="438" y="3845"/>
                  </a:lnTo>
                  <a:lnTo>
                    <a:pt x="4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132"/>
            <p:cNvSpPr/>
            <p:nvPr/>
          </p:nvSpPr>
          <p:spPr>
            <a:xfrm>
              <a:off x="6650773" y="1859373"/>
              <a:ext cx="15909" cy="139696"/>
            </a:xfrm>
            <a:custGeom>
              <a:rect b="b" l="l" r="r" t="t"/>
              <a:pathLst>
                <a:path extrusionOk="0" h="3846" w="438">
                  <a:moveTo>
                    <a:pt x="1" y="0"/>
                  </a:moveTo>
                  <a:lnTo>
                    <a:pt x="1" y="3845"/>
                  </a:lnTo>
                  <a:lnTo>
                    <a:pt x="438" y="3845"/>
                  </a:lnTo>
                  <a:cubicBezTo>
                    <a:pt x="438" y="3631"/>
                    <a:pt x="259" y="3480"/>
                    <a:pt x="331" y="3355"/>
                  </a:cubicBezTo>
                  <a:cubicBezTo>
                    <a:pt x="402" y="3239"/>
                    <a:pt x="250" y="3212"/>
                    <a:pt x="313" y="3105"/>
                  </a:cubicBezTo>
                  <a:cubicBezTo>
                    <a:pt x="375" y="2998"/>
                    <a:pt x="250" y="2864"/>
                    <a:pt x="304" y="2739"/>
                  </a:cubicBezTo>
                  <a:cubicBezTo>
                    <a:pt x="358" y="2623"/>
                    <a:pt x="197" y="2516"/>
                    <a:pt x="268" y="2427"/>
                  </a:cubicBezTo>
                  <a:cubicBezTo>
                    <a:pt x="331" y="2338"/>
                    <a:pt x="206" y="2222"/>
                    <a:pt x="250" y="2142"/>
                  </a:cubicBezTo>
                  <a:cubicBezTo>
                    <a:pt x="295" y="2061"/>
                    <a:pt x="170" y="1972"/>
                    <a:pt x="233" y="1865"/>
                  </a:cubicBezTo>
                  <a:cubicBezTo>
                    <a:pt x="304" y="1767"/>
                    <a:pt x="152" y="1660"/>
                    <a:pt x="188" y="1562"/>
                  </a:cubicBezTo>
                  <a:cubicBezTo>
                    <a:pt x="233" y="1472"/>
                    <a:pt x="108" y="1401"/>
                    <a:pt x="170" y="1276"/>
                  </a:cubicBezTo>
                  <a:cubicBezTo>
                    <a:pt x="242" y="1142"/>
                    <a:pt x="99" y="1053"/>
                    <a:pt x="143" y="973"/>
                  </a:cubicBezTo>
                  <a:cubicBezTo>
                    <a:pt x="188" y="893"/>
                    <a:pt x="90" y="857"/>
                    <a:pt x="135" y="759"/>
                  </a:cubicBezTo>
                  <a:cubicBezTo>
                    <a:pt x="179" y="670"/>
                    <a:pt x="63" y="571"/>
                    <a:pt x="108" y="491"/>
                  </a:cubicBezTo>
                  <a:cubicBezTo>
                    <a:pt x="161" y="402"/>
                    <a:pt x="54" y="384"/>
                    <a:pt x="90" y="313"/>
                  </a:cubicBezTo>
                  <a:cubicBezTo>
                    <a:pt x="117" y="250"/>
                    <a:pt x="45" y="215"/>
                    <a:pt x="54" y="143"/>
                  </a:cubicBezTo>
                  <a:cubicBezTo>
                    <a:pt x="63" y="63"/>
                    <a:pt x="1" y="0"/>
                    <a:pt x="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132"/>
            <p:cNvSpPr/>
            <p:nvPr/>
          </p:nvSpPr>
          <p:spPr>
            <a:xfrm>
              <a:off x="6474179" y="1859373"/>
              <a:ext cx="15909" cy="139696"/>
            </a:xfrm>
            <a:custGeom>
              <a:rect b="b" l="l" r="r" t="t"/>
              <a:pathLst>
                <a:path extrusionOk="0" h="3846" w="438">
                  <a:moveTo>
                    <a:pt x="438" y="0"/>
                  </a:moveTo>
                  <a:cubicBezTo>
                    <a:pt x="438" y="0"/>
                    <a:pt x="375" y="63"/>
                    <a:pt x="384" y="143"/>
                  </a:cubicBezTo>
                  <a:cubicBezTo>
                    <a:pt x="393" y="215"/>
                    <a:pt x="322" y="250"/>
                    <a:pt x="349" y="313"/>
                  </a:cubicBezTo>
                  <a:cubicBezTo>
                    <a:pt x="384" y="384"/>
                    <a:pt x="277" y="402"/>
                    <a:pt x="331" y="491"/>
                  </a:cubicBezTo>
                  <a:cubicBezTo>
                    <a:pt x="375" y="571"/>
                    <a:pt x="259" y="670"/>
                    <a:pt x="304" y="759"/>
                  </a:cubicBezTo>
                  <a:cubicBezTo>
                    <a:pt x="349" y="857"/>
                    <a:pt x="251" y="893"/>
                    <a:pt x="295" y="973"/>
                  </a:cubicBezTo>
                  <a:cubicBezTo>
                    <a:pt x="340" y="1053"/>
                    <a:pt x="197" y="1142"/>
                    <a:pt x="268" y="1276"/>
                  </a:cubicBezTo>
                  <a:cubicBezTo>
                    <a:pt x="331" y="1401"/>
                    <a:pt x="206" y="1472"/>
                    <a:pt x="251" y="1562"/>
                  </a:cubicBezTo>
                  <a:cubicBezTo>
                    <a:pt x="286" y="1660"/>
                    <a:pt x="135" y="1767"/>
                    <a:pt x="206" y="1865"/>
                  </a:cubicBezTo>
                  <a:cubicBezTo>
                    <a:pt x="268" y="1972"/>
                    <a:pt x="143" y="2061"/>
                    <a:pt x="188" y="2142"/>
                  </a:cubicBezTo>
                  <a:cubicBezTo>
                    <a:pt x="233" y="2222"/>
                    <a:pt x="108" y="2338"/>
                    <a:pt x="170" y="2427"/>
                  </a:cubicBezTo>
                  <a:cubicBezTo>
                    <a:pt x="242" y="2516"/>
                    <a:pt x="81" y="2623"/>
                    <a:pt x="135" y="2739"/>
                  </a:cubicBezTo>
                  <a:cubicBezTo>
                    <a:pt x="188" y="2864"/>
                    <a:pt x="63" y="2998"/>
                    <a:pt x="126" y="3105"/>
                  </a:cubicBezTo>
                  <a:cubicBezTo>
                    <a:pt x="188" y="3212"/>
                    <a:pt x="36" y="3239"/>
                    <a:pt x="108" y="3355"/>
                  </a:cubicBezTo>
                  <a:cubicBezTo>
                    <a:pt x="179" y="3480"/>
                    <a:pt x="1" y="3631"/>
                    <a:pt x="1" y="3845"/>
                  </a:cubicBezTo>
                  <a:lnTo>
                    <a:pt x="438" y="3845"/>
                  </a:lnTo>
                  <a:lnTo>
                    <a:pt x="4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132"/>
            <p:cNvSpPr/>
            <p:nvPr/>
          </p:nvSpPr>
          <p:spPr>
            <a:xfrm>
              <a:off x="6490051" y="1859373"/>
              <a:ext cx="15909" cy="139696"/>
            </a:xfrm>
            <a:custGeom>
              <a:rect b="b" l="l" r="r" t="t"/>
              <a:pathLst>
                <a:path extrusionOk="0" h="3846" w="438">
                  <a:moveTo>
                    <a:pt x="1" y="0"/>
                  </a:moveTo>
                  <a:lnTo>
                    <a:pt x="1" y="3845"/>
                  </a:lnTo>
                  <a:lnTo>
                    <a:pt x="438" y="3845"/>
                  </a:lnTo>
                  <a:cubicBezTo>
                    <a:pt x="438" y="3631"/>
                    <a:pt x="260" y="3480"/>
                    <a:pt x="331" y="3355"/>
                  </a:cubicBezTo>
                  <a:cubicBezTo>
                    <a:pt x="402" y="3239"/>
                    <a:pt x="251" y="3212"/>
                    <a:pt x="313" y="3105"/>
                  </a:cubicBezTo>
                  <a:cubicBezTo>
                    <a:pt x="376" y="2998"/>
                    <a:pt x="251" y="2864"/>
                    <a:pt x="304" y="2739"/>
                  </a:cubicBezTo>
                  <a:cubicBezTo>
                    <a:pt x="358" y="2623"/>
                    <a:pt x="197" y="2516"/>
                    <a:pt x="260" y="2427"/>
                  </a:cubicBezTo>
                  <a:cubicBezTo>
                    <a:pt x="331" y="2338"/>
                    <a:pt x="206" y="2222"/>
                    <a:pt x="251" y="2142"/>
                  </a:cubicBezTo>
                  <a:cubicBezTo>
                    <a:pt x="295" y="2061"/>
                    <a:pt x="161" y="1972"/>
                    <a:pt x="233" y="1865"/>
                  </a:cubicBezTo>
                  <a:cubicBezTo>
                    <a:pt x="304" y="1767"/>
                    <a:pt x="144" y="1660"/>
                    <a:pt x="188" y="1562"/>
                  </a:cubicBezTo>
                  <a:cubicBezTo>
                    <a:pt x="233" y="1472"/>
                    <a:pt x="99" y="1401"/>
                    <a:pt x="170" y="1276"/>
                  </a:cubicBezTo>
                  <a:cubicBezTo>
                    <a:pt x="233" y="1142"/>
                    <a:pt x="99" y="1053"/>
                    <a:pt x="144" y="973"/>
                  </a:cubicBezTo>
                  <a:cubicBezTo>
                    <a:pt x="179" y="893"/>
                    <a:pt x="90" y="857"/>
                    <a:pt x="135" y="759"/>
                  </a:cubicBezTo>
                  <a:cubicBezTo>
                    <a:pt x="170" y="670"/>
                    <a:pt x="63" y="571"/>
                    <a:pt x="108" y="491"/>
                  </a:cubicBezTo>
                  <a:cubicBezTo>
                    <a:pt x="153" y="402"/>
                    <a:pt x="54" y="384"/>
                    <a:pt x="81" y="313"/>
                  </a:cubicBezTo>
                  <a:cubicBezTo>
                    <a:pt x="117" y="250"/>
                    <a:pt x="37" y="215"/>
                    <a:pt x="45" y="143"/>
                  </a:cubicBezTo>
                  <a:cubicBezTo>
                    <a:pt x="54" y="63"/>
                    <a:pt x="1" y="0"/>
                    <a:pt x="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132"/>
            <p:cNvSpPr/>
            <p:nvPr/>
          </p:nvSpPr>
          <p:spPr>
            <a:xfrm>
              <a:off x="6654987" y="1902450"/>
              <a:ext cx="12677" cy="111510"/>
            </a:xfrm>
            <a:custGeom>
              <a:rect b="b" l="l" r="r" t="t"/>
              <a:pathLst>
                <a:path extrusionOk="0" h="3070" w="349">
                  <a:moveTo>
                    <a:pt x="349" y="1"/>
                  </a:moveTo>
                  <a:cubicBezTo>
                    <a:pt x="349" y="1"/>
                    <a:pt x="304" y="54"/>
                    <a:pt x="313" y="117"/>
                  </a:cubicBezTo>
                  <a:cubicBezTo>
                    <a:pt x="322" y="179"/>
                    <a:pt x="259" y="206"/>
                    <a:pt x="277" y="251"/>
                  </a:cubicBezTo>
                  <a:cubicBezTo>
                    <a:pt x="304" y="304"/>
                    <a:pt x="224" y="331"/>
                    <a:pt x="259" y="393"/>
                  </a:cubicBezTo>
                  <a:cubicBezTo>
                    <a:pt x="295" y="456"/>
                    <a:pt x="206" y="536"/>
                    <a:pt x="242" y="608"/>
                  </a:cubicBezTo>
                  <a:cubicBezTo>
                    <a:pt x="277" y="688"/>
                    <a:pt x="206" y="715"/>
                    <a:pt x="233" y="777"/>
                  </a:cubicBezTo>
                  <a:cubicBezTo>
                    <a:pt x="268" y="848"/>
                    <a:pt x="161" y="911"/>
                    <a:pt x="215" y="1018"/>
                  </a:cubicBezTo>
                  <a:cubicBezTo>
                    <a:pt x="268" y="1125"/>
                    <a:pt x="161" y="1179"/>
                    <a:pt x="197" y="1250"/>
                  </a:cubicBezTo>
                  <a:cubicBezTo>
                    <a:pt x="233" y="1321"/>
                    <a:pt x="108" y="1410"/>
                    <a:pt x="161" y="1491"/>
                  </a:cubicBezTo>
                  <a:cubicBezTo>
                    <a:pt x="215" y="1580"/>
                    <a:pt x="117" y="1651"/>
                    <a:pt x="143" y="1714"/>
                  </a:cubicBezTo>
                  <a:cubicBezTo>
                    <a:pt x="179" y="1776"/>
                    <a:pt x="90" y="1865"/>
                    <a:pt x="143" y="1937"/>
                  </a:cubicBezTo>
                  <a:cubicBezTo>
                    <a:pt x="197" y="2008"/>
                    <a:pt x="63" y="2097"/>
                    <a:pt x="108" y="2187"/>
                  </a:cubicBezTo>
                  <a:cubicBezTo>
                    <a:pt x="152" y="2285"/>
                    <a:pt x="45" y="2392"/>
                    <a:pt x="99" y="2481"/>
                  </a:cubicBezTo>
                  <a:cubicBezTo>
                    <a:pt x="152" y="2561"/>
                    <a:pt x="27" y="2588"/>
                    <a:pt x="90" y="2686"/>
                  </a:cubicBezTo>
                  <a:cubicBezTo>
                    <a:pt x="143" y="2775"/>
                    <a:pt x="1" y="2900"/>
                    <a:pt x="1" y="3070"/>
                  </a:cubicBezTo>
                  <a:lnTo>
                    <a:pt x="349" y="3070"/>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132"/>
            <p:cNvSpPr/>
            <p:nvPr/>
          </p:nvSpPr>
          <p:spPr>
            <a:xfrm>
              <a:off x="6667626" y="1902450"/>
              <a:ext cx="12677" cy="111510"/>
            </a:xfrm>
            <a:custGeom>
              <a:rect b="b" l="l" r="r" t="t"/>
              <a:pathLst>
                <a:path extrusionOk="0" h="3070" w="349">
                  <a:moveTo>
                    <a:pt x="1" y="1"/>
                  </a:moveTo>
                  <a:lnTo>
                    <a:pt x="1" y="3070"/>
                  </a:lnTo>
                  <a:lnTo>
                    <a:pt x="349" y="3070"/>
                  </a:lnTo>
                  <a:cubicBezTo>
                    <a:pt x="349" y="2900"/>
                    <a:pt x="206" y="2775"/>
                    <a:pt x="268" y="2686"/>
                  </a:cubicBezTo>
                  <a:cubicBezTo>
                    <a:pt x="322" y="2588"/>
                    <a:pt x="197" y="2561"/>
                    <a:pt x="250" y="2481"/>
                  </a:cubicBezTo>
                  <a:cubicBezTo>
                    <a:pt x="304" y="2392"/>
                    <a:pt x="197" y="2285"/>
                    <a:pt x="241" y="2187"/>
                  </a:cubicBezTo>
                  <a:cubicBezTo>
                    <a:pt x="286" y="2097"/>
                    <a:pt x="161" y="2008"/>
                    <a:pt x="206" y="1937"/>
                  </a:cubicBezTo>
                  <a:cubicBezTo>
                    <a:pt x="259" y="1865"/>
                    <a:pt x="170" y="1776"/>
                    <a:pt x="206" y="1714"/>
                  </a:cubicBezTo>
                  <a:cubicBezTo>
                    <a:pt x="241" y="1651"/>
                    <a:pt x="134" y="1580"/>
                    <a:pt x="188" y="1491"/>
                  </a:cubicBezTo>
                  <a:cubicBezTo>
                    <a:pt x="241" y="1410"/>
                    <a:pt x="117" y="1321"/>
                    <a:pt x="152" y="1250"/>
                  </a:cubicBezTo>
                  <a:cubicBezTo>
                    <a:pt x="188" y="1179"/>
                    <a:pt x="81" y="1125"/>
                    <a:pt x="134" y="1018"/>
                  </a:cubicBezTo>
                  <a:cubicBezTo>
                    <a:pt x="188" y="911"/>
                    <a:pt x="81" y="848"/>
                    <a:pt x="117" y="777"/>
                  </a:cubicBezTo>
                  <a:cubicBezTo>
                    <a:pt x="152" y="715"/>
                    <a:pt x="72" y="688"/>
                    <a:pt x="108" y="608"/>
                  </a:cubicBezTo>
                  <a:cubicBezTo>
                    <a:pt x="143" y="536"/>
                    <a:pt x="54" y="456"/>
                    <a:pt x="90" y="393"/>
                  </a:cubicBezTo>
                  <a:cubicBezTo>
                    <a:pt x="125" y="331"/>
                    <a:pt x="45" y="304"/>
                    <a:pt x="72" y="251"/>
                  </a:cubicBezTo>
                  <a:cubicBezTo>
                    <a:pt x="90" y="206"/>
                    <a:pt x="36" y="179"/>
                    <a:pt x="36" y="117"/>
                  </a:cubicBezTo>
                  <a:cubicBezTo>
                    <a:pt x="45" y="54"/>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132"/>
            <p:cNvSpPr/>
            <p:nvPr/>
          </p:nvSpPr>
          <p:spPr>
            <a:xfrm>
              <a:off x="6389296" y="1882037"/>
              <a:ext cx="12677" cy="111183"/>
            </a:xfrm>
            <a:custGeom>
              <a:rect b="b" l="l" r="r" t="t"/>
              <a:pathLst>
                <a:path extrusionOk="0" h="3061" w="349">
                  <a:moveTo>
                    <a:pt x="348" y="1"/>
                  </a:moveTo>
                  <a:cubicBezTo>
                    <a:pt x="348" y="1"/>
                    <a:pt x="304" y="46"/>
                    <a:pt x="304" y="108"/>
                  </a:cubicBezTo>
                  <a:cubicBezTo>
                    <a:pt x="313" y="170"/>
                    <a:pt x="250" y="197"/>
                    <a:pt x="277" y="251"/>
                  </a:cubicBezTo>
                  <a:cubicBezTo>
                    <a:pt x="304" y="304"/>
                    <a:pt x="223" y="322"/>
                    <a:pt x="259" y="385"/>
                  </a:cubicBezTo>
                  <a:cubicBezTo>
                    <a:pt x="295" y="456"/>
                    <a:pt x="206" y="527"/>
                    <a:pt x="241" y="608"/>
                  </a:cubicBezTo>
                  <a:cubicBezTo>
                    <a:pt x="277" y="679"/>
                    <a:pt x="197" y="715"/>
                    <a:pt x="232" y="777"/>
                  </a:cubicBezTo>
                  <a:cubicBezTo>
                    <a:pt x="268" y="840"/>
                    <a:pt x="161" y="911"/>
                    <a:pt x="215" y="1009"/>
                  </a:cubicBezTo>
                  <a:cubicBezTo>
                    <a:pt x="268" y="1116"/>
                    <a:pt x="161" y="1170"/>
                    <a:pt x="197" y="1241"/>
                  </a:cubicBezTo>
                  <a:cubicBezTo>
                    <a:pt x="232" y="1321"/>
                    <a:pt x="99" y="1402"/>
                    <a:pt x="161" y="1491"/>
                  </a:cubicBezTo>
                  <a:cubicBezTo>
                    <a:pt x="215" y="1571"/>
                    <a:pt x="107" y="1642"/>
                    <a:pt x="143" y="1705"/>
                  </a:cubicBezTo>
                  <a:cubicBezTo>
                    <a:pt x="179" y="1776"/>
                    <a:pt x="81" y="1865"/>
                    <a:pt x="134" y="1937"/>
                  </a:cubicBezTo>
                  <a:cubicBezTo>
                    <a:pt x="188" y="2008"/>
                    <a:pt x="63" y="2088"/>
                    <a:pt x="107" y="2187"/>
                  </a:cubicBezTo>
                  <a:cubicBezTo>
                    <a:pt x="143" y="2285"/>
                    <a:pt x="45" y="2392"/>
                    <a:pt x="99" y="2472"/>
                  </a:cubicBezTo>
                  <a:cubicBezTo>
                    <a:pt x="143" y="2561"/>
                    <a:pt x="27" y="2579"/>
                    <a:pt x="81" y="2677"/>
                  </a:cubicBezTo>
                  <a:cubicBezTo>
                    <a:pt x="134" y="2766"/>
                    <a:pt x="0" y="2891"/>
                    <a:pt x="0" y="3061"/>
                  </a:cubicBezTo>
                  <a:lnTo>
                    <a:pt x="348" y="3061"/>
                  </a:lnTo>
                  <a:lnTo>
                    <a:pt x="3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132"/>
            <p:cNvSpPr/>
            <p:nvPr/>
          </p:nvSpPr>
          <p:spPr>
            <a:xfrm>
              <a:off x="6401936" y="1882037"/>
              <a:ext cx="12677" cy="111183"/>
            </a:xfrm>
            <a:custGeom>
              <a:rect b="b" l="l" r="r" t="t"/>
              <a:pathLst>
                <a:path extrusionOk="0" h="3061" w="349">
                  <a:moveTo>
                    <a:pt x="0" y="1"/>
                  </a:moveTo>
                  <a:lnTo>
                    <a:pt x="0" y="3061"/>
                  </a:lnTo>
                  <a:lnTo>
                    <a:pt x="348" y="3061"/>
                  </a:lnTo>
                  <a:cubicBezTo>
                    <a:pt x="348" y="2891"/>
                    <a:pt x="206" y="2766"/>
                    <a:pt x="259" y="2677"/>
                  </a:cubicBezTo>
                  <a:cubicBezTo>
                    <a:pt x="313" y="2579"/>
                    <a:pt x="197" y="2561"/>
                    <a:pt x="250" y="2472"/>
                  </a:cubicBezTo>
                  <a:cubicBezTo>
                    <a:pt x="295" y="2392"/>
                    <a:pt x="197" y="2285"/>
                    <a:pt x="241" y="2187"/>
                  </a:cubicBezTo>
                  <a:cubicBezTo>
                    <a:pt x="277" y="2088"/>
                    <a:pt x="152" y="2008"/>
                    <a:pt x="206" y="1937"/>
                  </a:cubicBezTo>
                  <a:cubicBezTo>
                    <a:pt x="259" y="1865"/>
                    <a:pt x="161" y="1776"/>
                    <a:pt x="197" y="1705"/>
                  </a:cubicBezTo>
                  <a:cubicBezTo>
                    <a:pt x="232" y="1642"/>
                    <a:pt x="125" y="1571"/>
                    <a:pt x="188" y="1491"/>
                  </a:cubicBezTo>
                  <a:cubicBezTo>
                    <a:pt x="241" y="1402"/>
                    <a:pt x="116" y="1321"/>
                    <a:pt x="152" y="1241"/>
                  </a:cubicBezTo>
                  <a:cubicBezTo>
                    <a:pt x="179" y="1170"/>
                    <a:pt x="81" y="1116"/>
                    <a:pt x="134" y="1009"/>
                  </a:cubicBezTo>
                  <a:cubicBezTo>
                    <a:pt x="188" y="911"/>
                    <a:pt x="81" y="840"/>
                    <a:pt x="107" y="777"/>
                  </a:cubicBezTo>
                  <a:cubicBezTo>
                    <a:pt x="143" y="715"/>
                    <a:pt x="72" y="679"/>
                    <a:pt x="107" y="608"/>
                  </a:cubicBezTo>
                  <a:cubicBezTo>
                    <a:pt x="134" y="527"/>
                    <a:pt x="45" y="456"/>
                    <a:pt x="81" y="385"/>
                  </a:cubicBezTo>
                  <a:cubicBezTo>
                    <a:pt x="125" y="322"/>
                    <a:pt x="45" y="304"/>
                    <a:pt x="63" y="251"/>
                  </a:cubicBezTo>
                  <a:cubicBezTo>
                    <a:pt x="90" y="197"/>
                    <a:pt x="27" y="170"/>
                    <a:pt x="36" y="108"/>
                  </a:cubicBezTo>
                  <a:cubicBezTo>
                    <a:pt x="45" y="46"/>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132"/>
            <p:cNvSpPr/>
            <p:nvPr/>
          </p:nvSpPr>
          <p:spPr>
            <a:xfrm>
              <a:off x="6528951" y="1902450"/>
              <a:ext cx="12677" cy="111510"/>
            </a:xfrm>
            <a:custGeom>
              <a:rect b="b" l="l" r="r" t="t"/>
              <a:pathLst>
                <a:path extrusionOk="0" h="3070" w="349">
                  <a:moveTo>
                    <a:pt x="348" y="1"/>
                  </a:moveTo>
                  <a:cubicBezTo>
                    <a:pt x="348" y="1"/>
                    <a:pt x="304" y="46"/>
                    <a:pt x="313" y="117"/>
                  </a:cubicBezTo>
                  <a:cubicBezTo>
                    <a:pt x="322" y="179"/>
                    <a:pt x="259" y="206"/>
                    <a:pt x="286" y="251"/>
                  </a:cubicBezTo>
                  <a:cubicBezTo>
                    <a:pt x="304" y="304"/>
                    <a:pt x="223" y="322"/>
                    <a:pt x="259" y="393"/>
                  </a:cubicBezTo>
                  <a:cubicBezTo>
                    <a:pt x="304" y="456"/>
                    <a:pt x="214" y="536"/>
                    <a:pt x="241" y="608"/>
                  </a:cubicBezTo>
                  <a:cubicBezTo>
                    <a:pt x="277" y="688"/>
                    <a:pt x="206" y="715"/>
                    <a:pt x="232" y="777"/>
                  </a:cubicBezTo>
                  <a:cubicBezTo>
                    <a:pt x="268" y="840"/>
                    <a:pt x="161" y="911"/>
                    <a:pt x="214" y="1018"/>
                  </a:cubicBezTo>
                  <a:cubicBezTo>
                    <a:pt x="268" y="1125"/>
                    <a:pt x="170" y="1179"/>
                    <a:pt x="197" y="1250"/>
                  </a:cubicBezTo>
                  <a:cubicBezTo>
                    <a:pt x="232" y="1321"/>
                    <a:pt x="107" y="1410"/>
                    <a:pt x="161" y="1491"/>
                  </a:cubicBezTo>
                  <a:cubicBezTo>
                    <a:pt x="214" y="1580"/>
                    <a:pt x="116" y="1651"/>
                    <a:pt x="152" y="1714"/>
                  </a:cubicBezTo>
                  <a:cubicBezTo>
                    <a:pt x="188" y="1776"/>
                    <a:pt x="90" y="1865"/>
                    <a:pt x="143" y="1937"/>
                  </a:cubicBezTo>
                  <a:cubicBezTo>
                    <a:pt x="197" y="2008"/>
                    <a:pt x="72" y="2088"/>
                    <a:pt x="107" y="2187"/>
                  </a:cubicBezTo>
                  <a:cubicBezTo>
                    <a:pt x="152" y="2285"/>
                    <a:pt x="54" y="2392"/>
                    <a:pt x="99" y="2481"/>
                  </a:cubicBezTo>
                  <a:cubicBezTo>
                    <a:pt x="152" y="2561"/>
                    <a:pt x="27" y="2588"/>
                    <a:pt x="90" y="2677"/>
                  </a:cubicBezTo>
                  <a:cubicBezTo>
                    <a:pt x="143" y="2775"/>
                    <a:pt x="0" y="2891"/>
                    <a:pt x="0" y="3070"/>
                  </a:cubicBezTo>
                  <a:lnTo>
                    <a:pt x="348" y="3070"/>
                  </a:lnTo>
                  <a:lnTo>
                    <a:pt x="3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132"/>
            <p:cNvSpPr/>
            <p:nvPr/>
          </p:nvSpPr>
          <p:spPr>
            <a:xfrm>
              <a:off x="6541591" y="1902450"/>
              <a:ext cx="12677" cy="111510"/>
            </a:xfrm>
            <a:custGeom>
              <a:rect b="b" l="l" r="r" t="t"/>
              <a:pathLst>
                <a:path extrusionOk="0" h="3070" w="349">
                  <a:moveTo>
                    <a:pt x="0" y="1"/>
                  </a:moveTo>
                  <a:lnTo>
                    <a:pt x="0" y="3070"/>
                  </a:lnTo>
                  <a:lnTo>
                    <a:pt x="348" y="3070"/>
                  </a:lnTo>
                  <a:cubicBezTo>
                    <a:pt x="348" y="2891"/>
                    <a:pt x="214" y="2775"/>
                    <a:pt x="268" y="2677"/>
                  </a:cubicBezTo>
                  <a:cubicBezTo>
                    <a:pt x="321" y="2588"/>
                    <a:pt x="197" y="2561"/>
                    <a:pt x="250" y="2481"/>
                  </a:cubicBezTo>
                  <a:cubicBezTo>
                    <a:pt x="304" y="2392"/>
                    <a:pt x="197" y="2285"/>
                    <a:pt x="241" y="2187"/>
                  </a:cubicBezTo>
                  <a:cubicBezTo>
                    <a:pt x="286" y="2088"/>
                    <a:pt x="161" y="2008"/>
                    <a:pt x="214" y="1937"/>
                  </a:cubicBezTo>
                  <a:cubicBezTo>
                    <a:pt x="268" y="1865"/>
                    <a:pt x="170" y="1776"/>
                    <a:pt x="205" y="1714"/>
                  </a:cubicBezTo>
                  <a:cubicBezTo>
                    <a:pt x="241" y="1651"/>
                    <a:pt x="134" y="1580"/>
                    <a:pt x="188" y="1491"/>
                  </a:cubicBezTo>
                  <a:cubicBezTo>
                    <a:pt x="241" y="1410"/>
                    <a:pt x="116" y="1321"/>
                    <a:pt x="152" y="1250"/>
                  </a:cubicBezTo>
                  <a:cubicBezTo>
                    <a:pt x="188" y="1179"/>
                    <a:pt x="81" y="1125"/>
                    <a:pt x="134" y="1018"/>
                  </a:cubicBezTo>
                  <a:cubicBezTo>
                    <a:pt x="188" y="911"/>
                    <a:pt x="81" y="840"/>
                    <a:pt x="116" y="777"/>
                  </a:cubicBezTo>
                  <a:cubicBezTo>
                    <a:pt x="152" y="715"/>
                    <a:pt x="72" y="688"/>
                    <a:pt x="107" y="608"/>
                  </a:cubicBezTo>
                  <a:cubicBezTo>
                    <a:pt x="143" y="536"/>
                    <a:pt x="54" y="456"/>
                    <a:pt x="90" y="393"/>
                  </a:cubicBezTo>
                  <a:cubicBezTo>
                    <a:pt x="125" y="322"/>
                    <a:pt x="45" y="304"/>
                    <a:pt x="72" y="251"/>
                  </a:cubicBezTo>
                  <a:cubicBezTo>
                    <a:pt x="98" y="206"/>
                    <a:pt x="36" y="179"/>
                    <a:pt x="45" y="117"/>
                  </a:cubicBezTo>
                  <a:cubicBezTo>
                    <a:pt x="45" y="46"/>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132"/>
            <p:cNvSpPr/>
            <p:nvPr/>
          </p:nvSpPr>
          <p:spPr>
            <a:xfrm>
              <a:off x="6244119" y="1770930"/>
              <a:ext cx="634191" cy="385636"/>
            </a:xfrm>
            <a:custGeom>
              <a:rect b="b" l="l" r="r" t="t"/>
              <a:pathLst>
                <a:path extrusionOk="0" h="10617" w="17460">
                  <a:moveTo>
                    <a:pt x="17459" y="0"/>
                  </a:moveTo>
                  <a:lnTo>
                    <a:pt x="16094" y="1472"/>
                  </a:lnTo>
                  <a:lnTo>
                    <a:pt x="15711" y="2953"/>
                  </a:lnTo>
                  <a:lnTo>
                    <a:pt x="14266" y="3774"/>
                  </a:lnTo>
                  <a:lnTo>
                    <a:pt x="13855" y="4478"/>
                  </a:lnTo>
                  <a:lnTo>
                    <a:pt x="13052" y="4719"/>
                  </a:lnTo>
                  <a:lnTo>
                    <a:pt x="12687" y="5995"/>
                  </a:lnTo>
                  <a:lnTo>
                    <a:pt x="11304" y="6164"/>
                  </a:lnTo>
                  <a:lnTo>
                    <a:pt x="10519" y="5692"/>
                  </a:lnTo>
                  <a:lnTo>
                    <a:pt x="10153" y="4951"/>
                  </a:lnTo>
                  <a:lnTo>
                    <a:pt x="8806" y="5112"/>
                  </a:lnTo>
                  <a:lnTo>
                    <a:pt x="8253" y="5879"/>
                  </a:lnTo>
                  <a:lnTo>
                    <a:pt x="7370" y="5897"/>
                  </a:lnTo>
                  <a:lnTo>
                    <a:pt x="6130" y="4701"/>
                  </a:lnTo>
                  <a:lnTo>
                    <a:pt x="5059" y="4496"/>
                  </a:lnTo>
                  <a:lnTo>
                    <a:pt x="4363" y="4889"/>
                  </a:lnTo>
                  <a:lnTo>
                    <a:pt x="3596" y="3836"/>
                  </a:lnTo>
                  <a:lnTo>
                    <a:pt x="2748" y="3444"/>
                  </a:lnTo>
                  <a:lnTo>
                    <a:pt x="1749" y="5308"/>
                  </a:lnTo>
                  <a:lnTo>
                    <a:pt x="938" y="6075"/>
                  </a:lnTo>
                  <a:lnTo>
                    <a:pt x="777" y="7271"/>
                  </a:lnTo>
                  <a:lnTo>
                    <a:pt x="1" y="7868"/>
                  </a:lnTo>
                  <a:lnTo>
                    <a:pt x="1" y="8975"/>
                  </a:lnTo>
                  <a:lnTo>
                    <a:pt x="938" y="8983"/>
                  </a:lnTo>
                  <a:lnTo>
                    <a:pt x="2053" y="9091"/>
                  </a:lnTo>
                  <a:lnTo>
                    <a:pt x="2918" y="8859"/>
                  </a:lnTo>
                  <a:lnTo>
                    <a:pt x="5220" y="8859"/>
                  </a:lnTo>
                  <a:lnTo>
                    <a:pt x="5844" y="9091"/>
                  </a:lnTo>
                  <a:lnTo>
                    <a:pt x="7343" y="8903"/>
                  </a:lnTo>
                  <a:lnTo>
                    <a:pt x="8190" y="9091"/>
                  </a:lnTo>
                  <a:lnTo>
                    <a:pt x="7655" y="9813"/>
                  </a:lnTo>
                  <a:lnTo>
                    <a:pt x="9073" y="9974"/>
                  </a:lnTo>
                  <a:lnTo>
                    <a:pt x="10867" y="9626"/>
                  </a:lnTo>
                  <a:lnTo>
                    <a:pt x="11901" y="9626"/>
                  </a:lnTo>
                  <a:lnTo>
                    <a:pt x="12865" y="9974"/>
                  </a:lnTo>
                  <a:lnTo>
                    <a:pt x="14970" y="9974"/>
                  </a:lnTo>
                  <a:lnTo>
                    <a:pt x="15693" y="10616"/>
                  </a:lnTo>
                  <a:lnTo>
                    <a:pt x="17459" y="10616"/>
                  </a:lnTo>
                  <a:lnTo>
                    <a:pt x="1745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132"/>
            <p:cNvSpPr/>
            <p:nvPr/>
          </p:nvSpPr>
          <p:spPr>
            <a:xfrm>
              <a:off x="6704892" y="1770930"/>
              <a:ext cx="173404" cy="243034"/>
            </a:xfrm>
            <a:custGeom>
              <a:rect b="b" l="l" r="r" t="t"/>
              <a:pathLst>
                <a:path extrusionOk="0" h="6691" w="4774">
                  <a:moveTo>
                    <a:pt x="4773" y="0"/>
                  </a:moveTo>
                  <a:lnTo>
                    <a:pt x="3408" y="1472"/>
                  </a:lnTo>
                  <a:lnTo>
                    <a:pt x="3025" y="2953"/>
                  </a:lnTo>
                  <a:lnTo>
                    <a:pt x="1588" y="3774"/>
                  </a:lnTo>
                  <a:lnTo>
                    <a:pt x="1169" y="4478"/>
                  </a:lnTo>
                  <a:lnTo>
                    <a:pt x="366" y="4719"/>
                  </a:lnTo>
                  <a:lnTo>
                    <a:pt x="1" y="5995"/>
                  </a:lnTo>
                  <a:lnTo>
                    <a:pt x="1722" y="6691"/>
                  </a:lnTo>
                  <a:lnTo>
                    <a:pt x="580" y="5727"/>
                  </a:lnTo>
                  <a:lnTo>
                    <a:pt x="759" y="5255"/>
                  </a:lnTo>
                  <a:lnTo>
                    <a:pt x="1321" y="4844"/>
                  </a:lnTo>
                  <a:lnTo>
                    <a:pt x="1901" y="4692"/>
                  </a:lnTo>
                  <a:lnTo>
                    <a:pt x="2097" y="3916"/>
                  </a:lnTo>
                  <a:lnTo>
                    <a:pt x="3212" y="3765"/>
                  </a:lnTo>
                  <a:lnTo>
                    <a:pt x="3310" y="3015"/>
                  </a:lnTo>
                  <a:lnTo>
                    <a:pt x="3614" y="2373"/>
                  </a:lnTo>
                  <a:lnTo>
                    <a:pt x="4015" y="3916"/>
                  </a:lnTo>
                  <a:lnTo>
                    <a:pt x="3890" y="1490"/>
                  </a:lnTo>
                  <a:lnTo>
                    <a:pt x="4773"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132"/>
            <p:cNvSpPr/>
            <p:nvPr/>
          </p:nvSpPr>
          <p:spPr>
            <a:xfrm>
              <a:off x="6612854" y="1950757"/>
              <a:ext cx="92078" cy="79728"/>
            </a:xfrm>
            <a:custGeom>
              <a:rect b="b" l="l" r="r" t="t"/>
              <a:pathLst>
                <a:path extrusionOk="0" h="2195" w="2535">
                  <a:moveTo>
                    <a:pt x="1" y="0"/>
                  </a:moveTo>
                  <a:lnTo>
                    <a:pt x="170" y="1178"/>
                  </a:lnTo>
                  <a:lnTo>
                    <a:pt x="724" y="1454"/>
                  </a:lnTo>
                  <a:lnTo>
                    <a:pt x="724" y="2195"/>
                  </a:lnTo>
                  <a:lnTo>
                    <a:pt x="1089" y="1820"/>
                  </a:lnTo>
                  <a:lnTo>
                    <a:pt x="2535" y="1044"/>
                  </a:lnTo>
                  <a:lnTo>
                    <a:pt x="2535" y="1044"/>
                  </a:lnTo>
                  <a:lnTo>
                    <a:pt x="1152" y="1213"/>
                  </a:lnTo>
                  <a:lnTo>
                    <a:pt x="367" y="741"/>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132"/>
            <p:cNvSpPr/>
            <p:nvPr/>
          </p:nvSpPr>
          <p:spPr>
            <a:xfrm>
              <a:off x="6676380" y="2039200"/>
              <a:ext cx="64182" cy="94003"/>
            </a:xfrm>
            <a:custGeom>
              <a:rect b="b" l="l" r="r" t="t"/>
              <a:pathLst>
                <a:path extrusionOk="0" h="2588" w="1767">
                  <a:moveTo>
                    <a:pt x="1767" y="1"/>
                  </a:moveTo>
                  <a:lnTo>
                    <a:pt x="1276" y="652"/>
                  </a:lnTo>
                  <a:lnTo>
                    <a:pt x="786" y="1794"/>
                  </a:lnTo>
                  <a:lnTo>
                    <a:pt x="0" y="2240"/>
                  </a:lnTo>
                  <a:lnTo>
                    <a:pt x="964" y="2588"/>
                  </a:lnTo>
                  <a:lnTo>
                    <a:pt x="1410" y="1758"/>
                  </a:lnTo>
                  <a:lnTo>
                    <a:pt x="1410" y="1027"/>
                  </a:lnTo>
                  <a:lnTo>
                    <a:pt x="176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132"/>
            <p:cNvSpPr/>
            <p:nvPr/>
          </p:nvSpPr>
          <p:spPr>
            <a:xfrm>
              <a:off x="6778443" y="1943311"/>
              <a:ext cx="99851" cy="213249"/>
            </a:xfrm>
            <a:custGeom>
              <a:rect b="b" l="l" r="r" t="t"/>
              <a:pathLst>
                <a:path extrusionOk="0" h="5871" w="2749">
                  <a:moveTo>
                    <a:pt x="1089" y="0"/>
                  </a:moveTo>
                  <a:lnTo>
                    <a:pt x="661" y="1115"/>
                  </a:lnTo>
                  <a:lnTo>
                    <a:pt x="482" y="3212"/>
                  </a:lnTo>
                  <a:lnTo>
                    <a:pt x="1" y="4514"/>
                  </a:lnTo>
                  <a:lnTo>
                    <a:pt x="259" y="5228"/>
                  </a:lnTo>
                  <a:lnTo>
                    <a:pt x="982" y="5870"/>
                  </a:lnTo>
                  <a:lnTo>
                    <a:pt x="2748" y="5870"/>
                  </a:lnTo>
                  <a:lnTo>
                    <a:pt x="2748" y="3105"/>
                  </a:lnTo>
                  <a:lnTo>
                    <a:pt x="2133" y="4737"/>
                  </a:lnTo>
                  <a:lnTo>
                    <a:pt x="1678" y="4086"/>
                  </a:lnTo>
                  <a:lnTo>
                    <a:pt x="1544" y="2480"/>
                  </a:lnTo>
                  <a:lnTo>
                    <a:pt x="1071" y="1302"/>
                  </a:lnTo>
                  <a:lnTo>
                    <a:pt x="108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132"/>
            <p:cNvSpPr/>
            <p:nvPr/>
          </p:nvSpPr>
          <p:spPr>
            <a:xfrm>
              <a:off x="6787850" y="2079044"/>
              <a:ext cx="26261" cy="77512"/>
            </a:xfrm>
            <a:custGeom>
              <a:rect b="b" l="l" r="r" t="t"/>
              <a:pathLst>
                <a:path extrusionOk="0" h="2134" w="723">
                  <a:moveTo>
                    <a:pt x="607" y="1"/>
                  </a:moveTo>
                  <a:lnTo>
                    <a:pt x="437" y="1455"/>
                  </a:lnTo>
                  <a:lnTo>
                    <a:pt x="205" y="875"/>
                  </a:lnTo>
                  <a:lnTo>
                    <a:pt x="0" y="1491"/>
                  </a:lnTo>
                  <a:lnTo>
                    <a:pt x="723" y="2133"/>
                  </a:lnTo>
                  <a:lnTo>
                    <a:pt x="607"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132"/>
            <p:cNvSpPr/>
            <p:nvPr/>
          </p:nvSpPr>
          <p:spPr>
            <a:xfrm>
              <a:off x="6743139" y="2044067"/>
              <a:ext cx="23355" cy="89135"/>
            </a:xfrm>
            <a:custGeom>
              <a:rect b="b" l="l" r="r" t="t"/>
              <a:pathLst>
                <a:path extrusionOk="0" h="2454" w="643">
                  <a:moveTo>
                    <a:pt x="419" y="0"/>
                  </a:moveTo>
                  <a:lnTo>
                    <a:pt x="98" y="1410"/>
                  </a:lnTo>
                  <a:lnTo>
                    <a:pt x="188" y="1883"/>
                  </a:lnTo>
                  <a:lnTo>
                    <a:pt x="0" y="2454"/>
                  </a:lnTo>
                  <a:lnTo>
                    <a:pt x="643" y="2454"/>
                  </a:lnTo>
                  <a:lnTo>
                    <a:pt x="366" y="1232"/>
                  </a:lnTo>
                  <a:lnTo>
                    <a:pt x="419"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132"/>
            <p:cNvSpPr/>
            <p:nvPr/>
          </p:nvSpPr>
          <p:spPr>
            <a:xfrm>
              <a:off x="6522159" y="2039200"/>
              <a:ext cx="54447" cy="94003"/>
            </a:xfrm>
            <a:custGeom>
              <a:rect b="b" l="l" r="r" t="t"/>
              <a:pathLst>
                <a:path extrusionOk="0" h="2588" w="1499">
                  <a:moveTo>
                    <a:pt x="1187" y="1"/>
                  </a:moveTo>
                  <a:lnTo>
                    <a:pt x="1187" y="1455"/>
                  </a:lnTo>
                  <a:lnTo>
                    <a:pt x="0" y="2427"/>
                  </a:lnTo>
                  <a:lnTo>
                    <a:pt x="1418" y="2588"/>
                  </a:lnTo>
                  <a:lnTo>
                    <a:pt x="1499" y="1151"/>
                  </a:lnTo>
                  <a:lnTo>
                    <a:pt x="118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132"/>
            <p:cNvSpPr/>
            <p:nvPr/>
          </p:nvSpPr>
          <p:spPr>
            <a:xfrm>
              <a:off x="6573663" y="2047299"/>
              <a:ext cx="73262" cy="85903"/>
            </a:xfrm>
            <a:custGeom>
              <a:rect b="b" l="l" r="r" t="t"/>
              <a:pathLst>
                <a:path extrusionOk="0" h="2365" w="2017">
                  <a:moveTo>
                    <a:pt x="2017" y="1"/>
                  </a:moveTo>
                  <a:lnTo>
                    <a:pt x="1321" y="1214"/>
                  </a:lnTo>
                  <a:lnTo>
                    <a:pt x="1160" y="1785"/>
                  </a:lnTo>
                  <a:lnTo>
                    <a:pt x="0" y="2365"/>
                  </a:lnTo>
                  <a:lnTo>
                    <a:pt x="1794" y="2017"/>
                  </a:lnTo>
                  <a:lnTo>
                    <a:pt x="1695" y="1259"/>
                  </a:lnTo>
                  <a:lnTo>
                    <a:pt x="2017"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132"/>
            <p:cNvSpPr/>
            <p:nvPr/>
          </p:nvSpPr>
          <p:spPr>
            <a:xfrm>
              <a:off x="6510791" y="2044067"/>
              <a:ext cx="30838" cy="57063"/>
            </a:xfrm>
            <a:custGeom>
              <a:rect b="b" l="l" r="r" t="t"/>
              <a:pathLst>
                <a:path extrusionOk="0" h="1571" w="849">
                  <a:moveTo>
                    <a:pt x="545" y="0"/>
                  </a:moveTo>
                  <a:lnTo>
                    <a:pt x="393" y="848"/>
                  </a:lnTo>
                  <a:lnTo>
                    <a:pt x="1" y="1383"/>
                  </a:lnTo>
                  <a:lnTo>
                    <a:pt x="848" y="1571"/>
                  </a:lnTo>
                  <a:lnTo>
                    <a:pt x="54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132"/>
            <p:cNvSpPr/>
            <p:nvPr/>
          </p:nvSpPr>
          <p:spPr>
            <a:xfrm>
              <a:off x="6410362" y="1934231"/>
              <a:ext cx="133522" cy="94656"/>
            </a:xfrm>
            <a:custGeom>
              <a:rect b="b" l="l" r="r" t="t"/>
              <a:pathLst>
                <a:path extrusionOk="0" h="2606" w="3676">
                  <a:moveTo>
                    <a:pt x="482" y="0"/>
                  </a:moveTo>
                  <a:lnTo>
                    <a:pt x="901" y="375"/>
                  </a:lnTo>
                  <a:lnTo>
                    <a:pt x="955" y="812"/>
                  </a:lnTo>
                  <a:lnTo>
                    <a:pt x="1321" y="518"/>
                  </a:lnTo>
                  <a:lnTo>
                    <a:pt x="2061" y="1142"/>
                  </a:lnTo>
                  <a:lnTo>
                    <a:pt x="1267" y="1401"/>
                  </a:lnTo>
                  <a:lnTo>
                    <a:pt x="0" y="2605"/>
                  </a:lnTo>
                  <a:lnTo>
                    <a:pt x="1642" y="1677"/>
                  </a:lnTo>
                  <a:lnTo>
                    <a:pt x="2462" y="1481"/>
                  </a:lnTo>
                  <a:lnTo>
                    <a:pt x="2766" y="1909"/>
                  </a:lnTo>
                  <a:lnTo>
                    <a:pt x="2578" y="2605"/>
                  </a:lnTo>
                  <a:lnTo>
                    <a:pt x="3676" y="1383"/>
                  </a:lnTo>
                  <a:lnTo>
                    <a:pt x="2793" y="1401"/>
                  </a:lnTo>
                  <a:lnTo>
                    <a:pt x="1553" y="205"/>
                  </a:lnTo>
                  <a:lnTo>
                    <a:pt x="482"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132"/>
            <p:cNvSpPr/>
            <p:nvPr/>
          </p:nvSpPr>
          <p:spPr>
            <a:xfrm>
              <a:off x="6343930" y="1895985"/>
              <a:ext cx="58697" cy="52522"/>
            </a:xfrm>
            <a:custGeom>
              <a:rect b="b" l="l" r="r" t="t"/>
              <a:pathLst>
                <a:path extrusionOk="0" h="1446" w="1616">
                  <a:moveTo>
                    <a:pt x="0" y="1"/>
                  </a:moveTo>
                  <a:lnTo>
                    <a:pt x="1615" y="1446"/>
                  </a:lnTo>
                  <a:lnTo>
                    <a:pt x="848" y="393"/>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132"/>
            <p:cNvSpPr/>
            <p:nvPr/>
          </p:nvSpPr>
          <p:spPr>
            <a:xfrm>
              <a:off x="6244119" y="1963724"/>
              <a:ext cx="116704" cy="137408"/>
            </a:xfrm>
            <a:custGeom>
              <a:rect b="b" l="l" r="r" t="t"/>
              <a:pathLst>
                <a:path extrusionOk="0" h="3783" w="3213">
                  <a:moveTo>
                    <a:pt x="1749" y="0"/>
                  </a:moveTo>
                  <a:lnTo>
                    <a:pt x="938" y="767"/>
                  </a:lnTo>
                  <a:lnTo>
                    <a:pt x="777" y="1963"/>
                  </a:lnTo>
                  <a:lnTo>
                    <a:pt x="1" y="2560"/>
                  </a:lnTo>
                  <a:lnTo>
                    <a:pt x="1" y="3667"/>
                  </a:lnTo>
                  <a:lnTo>
                    <a:pt x="938" y="3675"/>
                  </a:lnTo>
                  <a:lnTo>
                    <a:pt x="2053" y="3783"/>
                  </a:lnTo>
                  <a:lnTo>
                    <a:pt x="2186" y="2212"/>
                  </a:lnTo>
                  <a:lnTo>
                    <a:pt x="1687" y="3426"/>
                  </a:lnTo>
                  <a:lnTo>
                    <a:pt x="688" y="3488"/>
                  </a:lnTo>
                  <a:lnTo>
                    <a:pt x="304" y="2917"/>
                  </a:lnTo>
                  <a:lnTo>
                    <a:pt x="1223" y="1963"/>
                  </a:lnTo>
                  <a:lnTo>
                    <a:pt x="1419" y="1258"/>
                  </a:lnTo>
                  <a:lnTo>
                    <a:pt x="2427" y="740"/>
                  </a:lnTo>
                  <a:lnTo>
                    <a:pt x="3212" y="54"/>
                  </a:lnTo>
                  <a:lnTo>
                    <a:pt x="2133" y="544"/>
                  </a:lnTo>
                  <a:lnTo>
                    <a:pt x="1348" y="669"/>
                  </a:lnTo>
                  <a:lnTo>
                    <a:pt x="174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132"/>
            <p:cNvSpPr/>
            <p:nvPr/>
          </p:nvSpPr>
          <p:spPr>
            <a:xfrm>
              <a:off x="6343930" y="2023654"/>
              <a:ext cx="31128" cy="69049"/>
            </a:xfrm>
            <a:custGeom>
              <a:rect b="b" l="l" r="r" t="t"/>
              <a:pathLst>
                <a:path extrusionOk="0" h="1901" w="857">
                  <a:moveTo>
                    <a:pt x="0" y="0"/>
                  </a:moveTo>
                  <a:lnTo>
                    <a:pt x="170" y="1901"/>
                  </a:lnTo>
                  <a:lnTo>
                    <a:pt x="857" y="190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132"/>
            <p:cNvSpPr/>
            <p:nvPr/>
          </p:nvSpPr>
          <p:spPr>
            <a:xfrm>
              <a:off x="6433681" y="2028848"/>
              <a:ext cx="26624" cy="72282"/>
            </a:xfrm>
            <a:custGeom>
              <a:rect b="b" l="l" r="r" t="t"/>
              <a:pathLst>
                <a:path extrusionOk="0" h="1990" w="733">
                  <a:moveTo>
                    <a:pt x="465" y="0"/>
                  </a:moveTo>
                  <a:lnTo>
                    <a:pt x="268" y="901"/>
                  </a:lnTo>
                  <a:lnTo>
                    <a:pt x="331" y="1303"/>
                  </a:lnTo>
                  <a:lnTo>
                    <a:pt x="1" y="1758"/>
                  </a:lnTo>
                  <a:lnTo>
                    <a:pt x="625" y="1990"/>
                  </a:lnTo>
                  <a:lnTo>
                    <a:pt x="732" y="1472"/>
                  </a:lnTo>
                  <a:lnTo>
                    <a:pt x="500" y="839"/>
                  </a:lnTo>
                  <a:lnTo>
                    <a:pt x="46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9" name="Google Shape;8269;p132"/>
          <p:cNvGrpSpPr/>
          <p:nvPr/>
        </p:nvGrpSpPr>
        <p:grpSpPr>
          <a:xfrm flipH="1">
            <a:off x="-720324" y="2485877"/>
            <a:ext cx="1440661" cy="3029051"/>
            <a:chOff x="-1016344" y="3145131"/>
            <a:chExt cx="1064239" cy="2285558"/>
          </a:xfrm>
        </p:grpSpPr>
        <p:sp>
          <p:nvSpPr>
            <p:cNvPr id="8270" name="Google Shape;8270;p132"/>
            <p:cNvSpPr/>
            <p:nvPr/>
          </p:nvSpPr>
          <p:spPr>
            <a:xfrm>
              <a:off x="-740545" y="4071077"/>
              <a:ext cx="104308" cy="1359612"/>
            </a:xfrm>
            <a:custGeom>
              <a:rect b="b" l="l" r="r" t="t"/>
              <a:pathLst>
                <a:path extrusionOk="0" h="11170" w="857">
                  <a:moveTo>
                    <a:pt x="206" y="1"/>
                  </a:moveTo>
                  <a:cubicBezTo>
                    <a:pt x="206" y="1"/>
                    <a:pt x="0" y="563"/>
                    <a:pt x="206" y="1749"/>
                  </a:cubicBezTo>
                  <a:cubicBezTo>
                    <a:pt x="357" y="2677"/>
                    <a:pt x="206" y="11170"/>
                    <a:pt x="206" y="11170"/>
                  </a:cubicBezTo>
                  <a:lnTo>
                    <a:pt x="652" y="11170"/>
                  </a:lnTo>
                  <a:cubicBezTo>
                    <a:pt x="652" y="11170"/>
                    <a:pt x="500" y="2677"/>
                    <a:pt x="652" y="1749"/>
                  </a:cubicBezTo>
                  <a:cubicBezTo>
                    <a:pt x="857" y="563"/>
                    <a:pt x="652" y="1"/>
                    <a:pt x="652"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132"/>
            <p:cNvSpPr/>
            <p:nvPr/>
          </p:nvSpPr>
          <p:spPr>
            <a:xfrm>
              <a:off x="-695999" y="4071077"/>
              <a:ext cx="59761" cy="1359612"/>
            </a:xfrm>
            <a:custGeom>
              <a:rect b="b" l="l" r="r" t="t"/>
              <a:pathLst>
                <a:path extrusionOk="0" h="11170" w="491">
                  <a:moveTo>
                    <a:pt x="161" y="1"/>
                  </a:moveTo>
                  <a:cubicBezTo>
                    <a:pt x="161" y="1"/>
                    <a:pt x="357" y="563"/>
                    <a:pt x="161" y="1749"/>
                  </a:cubicBezTo>
                  <a:cubicBezTo>
                    <a:pt x="0" y="2677"/>
                    <a:pt x="161" y="11170"/>
                    <a:pt x="161" y="11170"/>
                  </a:cubicBezTo>
                  <a:lnTo>
                    <a:pt x="286" y="11170"/>
                  </a:lnTo>
                  <a:cubicBezTo>
                    <a:pt x="286" y="11170"/>
                    <a:pt x="134" y="2677"/>
                    <a:pt x="286" y="1749"/>
                  </a:cubicBezTo>
                  <a:cubicBezTo>
                    <a:pt x="491" y="563"/>
                    <a:pt x="286" y="1"/>
                    <a:pt x="286"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132"/>
            <p:cNvSpPr/>
            <p:nvPr/>
          </p:nvSpPr>
          <p:spPr>
            <a:xfrm>
              <a:off x="-1016344" y="3740977"/>
              <a:ext cx="654813" cy="512685"/>
            </a:xfrm>
            <a:custGeom>
              <a:rect b="b" l="l" r="r" t="t"/>
              <a:pathLst>
                <a:path extrusionOk="0" h="4212" w="5380">
                  <a:moveTo>
                    <a:pt x="2106" y="1"/>
                  </a:moveTo>
                  <a:cubicBezTo>
                    <a:pt x="2231" y="473"/>
                    <a:pt x="2293" y="839"/>
                    <a:pt x="2293" y="839"/>
                  </a:cubicBezTo>
                  <a:cubicBezTo>
                    <a:pt x="1936" y="259"/>
                    <a:pt x="1374" y="72"/>
                    <a:pt x="1374" y="72"/>
                  </a:cubicBezTo>
                  <a:lnTo>
                    <a:pt x="1374" y="72"/>
                  </a:lnTo>
                  <a:cubicBezTo>
                    <a:pt x="1999" y="500"/>
                    <a:pt x="2115" y="1098"/>
                    <a:pt x="2115" y="1098"/>
                  </a:cubicBezTo>
                  <a:cubicBezTo>
                    <a:pt x="1695" y="527"/>
                    <a:pt x="884" y="527"/>
                    <a:pt x="884" y="527"/>
                  </a:cubicBezTo>
                  <a:lnTo>
                    <a:pt x="884" y="527"/>
                  </a:lnTo>
                  <a:cubicBezTo>
                    <a:pt x="1410" y="687"/>
                    <a:pt x="1749" y="1142"/>
                    <a:pt x="1749" y="1142"/>
                  </a:cubicBezTo>
                  <a:cubicBezTo>
                    <a:pt x="1749" y="1142"/>
                    <a:pt x="1446" y="902"/>
                    <a:pt x="1000" y="866"/>
                  </a:cubicBezTo>
                  <a:cubicBezTo>
                    <a:pt x="909" y="857"/>
                    <a:pt x="827" y="853"/>
                    <a:pt x="753" y="853"/>
                  </a:cubicBezTo>
                  <a:cubicBezTo>
                    <a:pt x="461" y="853"/>
                    <a:pt x="313" y="910"/>
                    <a:pt x="313" y="910"/>
                  </a:cubicBezTo>
                  <a:cubicBezTo>
                    <a:pt x="1107" y="937"/>
                    <a:pt x="1383" y="1303"/>
                    <a:pt x="1383" y="1303"/>
                  </a:cubicBezTo>
                  <a:cubicBezTo>
                    <a:pt x="1174" y="1239"/>
                    <a:pt x="966" y="1226"/>
                    <a:pt x="832" y="1226"/>
                  </a:cubicBezTo>
                  <a:cubicBezTo>
                    <a:pt x="743" y="1226"/>
                    <a:pt x="687" y="1232"/>
                    <a:pt x="687" y="1232"/>
                  </a:cubicBezTo>
                  <a:cubicBezTo>
                    <a:pt x="1232" y="1330"/>
                    <a:pt x="1481" y="1606"/>
                    <a:pt x="1481" y="1606"/>
                  </a:cubicBezTo>
                  <a:cubicBezTo>
                    <a:pt x="1481" y="1606"/>
                    <a:pt x="1220" y="1531"/>
                    <a:pt x="934" y="1531"/>
                  </a:cubicBezTo>
                  <a:cubicBezTo>
                    <a:pt x="791" y="1531"/>
                    <a:pt x="643" y="1550"/>
                    <a:pt x="518" y="1606"/>
                  </a:cubicBezTo>
                  <a:cubicBezTo>
                    <a:pt x="152" y="1776"/>
                    <a:pt x="81" y="2106"/>
                    <a:pt x="81" y="2106"/>
                  </a:cubicBezTo>
                  <a:cubicBezTo>
                    <a:pt x="249" y="1895"/>
                    <a:pt x="521" y="1756"/>
                    <a:pt x="851" y="1756"/>
                  </a:cubicBezTo>
                  <a:cubicBezTo>
                    <a:pt x="870" y="1756"/>
                    <a:pt x="890" y="1757"/>
                    <a:pt x="910" y="1758"/>
                  </a:cubicBezTo>
                  <a:cubicBezTo>
                    <a:pt x="1223" y="1767"/>
                    <a:pt x="1374" y="1910"/>
                    <a:pt x="1374" y="1910"/>
                  </a:cubicBezTo>
                  <a:cubicBezTo>
                    <a:pt x="1374" y="1910"/>
                    <a:pt x="1275" y="1893"/>
                    <a:pt x="1127" y="1893"/>
                  </a:cubicBezTo>
                  <a:cubicBezTo>
                    <a:pt x="954" y="1893"/>
                    <a:pt x="713" y="1916"/>
                    <a:pt x="482" y="2017"/>
                  </a:cubicBezTo>
                  <a:cubicBezTo>
                    <a:pt x="63" y="2204"/>
                    <a:pt x="0" y="2543"/>
                    <a:pt x="0" y="2543"/>
                  </a:cubicBezTo>
                  <a:cubicBezTo>
                    <a:pt x="277" y="2231"/>
                    <a:pt x="785" y="2168"/>
                    <a:pt x="786" y="2168"/>
                  </a:cubicBezTo>
                  <a:lnTo>
                    <a:pt x="786" y="2168"/>
                  </a:lnTo>
                  <a:cubicBezTo>
                    <a:pt x="143" y="2481"/>
                    <a:pt x="36" y="3034"/>
                    <a:pt x="36" y="3034"/>
                  </a:cubicBezTo>
                  <a:cubicBezTo>
                    <a:pt x="241" y="2811"/>
                    <a:pt x="643" y="2686"/>
                    <a:pt x="643" y="2686"/>
                  </a:cubicBezTo>
                  <a:lnTo>
                    <a:pt x="643" y="2686"/>
                  </a:lnTo>
                  <a:cubicBezTo>
                    <a:pt x="215" y="3016"/>
                    <a:pt x="90" y="3489"/>
                    <a:pt x="90" y="3489"/>
                  </a:cubicBezTo>
                  <a:cubicBezTo>
                    <a:pt x="366" y="3096"/>
                    <a:pt x="875" y="2918"/>
                    <a:pt x="875" y="2918"/>
                  </a:cubicBezTo>
                  <a:lnTo>
                    <a:pt x="875" y="2918"/>
                  </a:lnTo>
                  <a:cubicBezTo>
                    <a:pt x="661" y="3185"/>
                    <a:pt x="598" y="3551"/>
                    <a:pt x="598" y="3551"/>
                  </a:cubicBezTo>
                  <a:cubicBezTo>
                    <a:pt x="919" y="2802"/>
                    <a:pt x="1508" y="2686"/>
                    <a:pt x="1508" y="2686"/>
                  </a:cubicBezTo>
                  <a:lnTo>
                    <a:pt x="1508" y="2686"/>
                  </a:lnTo>
                  <a:cubicBezTo>
                    <a:pt x="928" y="2980"/>
                    <a:pt x="839" y="3756"/>
                    <a:pt x="839" y="3756"/>
                  </a:cubicBezTo>
                  <a:cubicBezTo>
                    <a:pt x="1107" y="3034"/>
                    <a:pt x="1633" y="2811"/>
                    <a:pt x="1633" y="2811"/>
                  </a:cubicBezTo>
                  <a:lnTo>
                    <a:pt x="1633" y="2811"/>
                  </a:lnTo>
                  <a:cubicBezTo>
                    <a:pt x="1071" y="3426"/>
                    <a:pt x="1294" y="4140"/>
                    <a:pt x="1294" y="4140"/>
                  </a:cubicBezTo>
                  <a:cubicBezTo>
                    <a:pt x="1294" y="3524"/>
                    <a:pt x="1588" y="3212"/>
                    <a:pt x="1588" y="3212"/>
                  </a:cubicBezTo>
                  <a:lnTo>
                    <a:pt x="1588" y="3212"/>
                  </a:lnTo>
                  <a:cubicBezTo>
                    <a:pt x="1464" y="3551"/>
                    <a:pt x="1517" y="3837"/>
                    <a:pt x="1517" y="3837"/>
                  </a:cubicBezTo>
                  <a:cubicBezTo>
                    <a:pt x="1642" y="3185"/>
                    <a:pt x="1999" y="2918"/>
                    <a:pt x="1999" y="2918"/>
                  </a:cubicBezTo>
                  <a:lnTo>
                    <a:pt x="1999" y="2918"/>
                  </a:lnTo>
                  <a:cubicBezTo>
                    <a:pt x="1785" y="3310"/>
                    <a:pt x="1820" y="3899"/>
                    <a:pt x="1820" y="3899"/>
                  </a:cubicBezTo>
                  <a:cubicBezTo>
                    <a:pt x="1927" y="3230"/>
                    <a:pt x="2266" y="2838"/>
                    <a:pt x="2266" y="2837"/>
                  </a:cubicBezTo>
                  <a:lnTo>
                    <a:pt x="2266" y="2837"/>
                  </a:lnTo>
                  <a:cubicBezTo>
                    <a:pt x="2008" y="3507"/>
                    <a:pt x="2284" y="4211"/>
                    <a:pt x="2284" y="4211"/>
                  </a:cubicBezTo>
                  <a:cubicBezTo>
                    <a:pt x="2195" y="3069"/>
                    <a:pt x="2695" y="2713"/>
                    <a:pt x="2695" y="2713"/>
                  </a:cubicBezTo>
                  <a:cubicBezTo>
                    <a:pt x="2695" y="2713"/>
                    <a:pt x="3194" y="3069"/>
                    <a:pt x="3105" y="4211"/>
                  </a:cubicBezTo>
                  <a:cubicBezTo>
                    <a:pt x="3105" y="4211"/>
                    <a:pt x="3382" y="3507"/>
                    <a:pt x="3114" y="2837"/>
                  </a:cubicBezTo>
                  <a:lnTo>
                    <a:pt x="3114" y="2837"/>
                  </a:lnTo>
                  <a:cubicBezTo>
                    <a:pt x="3114" y="2838"/>
                    <a:pt x="3453" y="3230"/>
                    <a:pt x="3560" y="3899"/>
                  </a:cubicBezTo>
                  <a:cubicBezTo>
                    <a:pt x="3560" y="3899"/>
                    <a:pt x="3605" y="3310"/>
                    <a:pt x="3390" y="2918"/>
                  </a:cubicBezTo>
                  <a:lnTo>
                    <a:pt x="3390" y="2918"/>
                  </a:lnTo>
                  <a:cubicBezTo>
                    <a:pt x="3391" y="2918"/>
                    <a:pt x="3747" y="3185"/>
                    <a:pt x="3872" y="3837"/>
                  </a:cubicBezTo>
                  <a:cubicBezTo>
                    <a:pt x="3872" y="3837"/>
                    <a:pt x="3926" y="3551"/>
                    <a:pt x="3801" y="3212"/>
                  </a:cubicBezTo>
                  <a:lnTo>
                    <a:pt x="3801" y="3212"/>
                  </a:lnTo>
                  <a:cubicBezTo>
                    <a:pt x="3801" y="3212"/>
                    <a:pt x="4095" y="3524"/>
                    <a:pt x="4095" y="4140"/>
                  </a:cubicBezTo>
                  <a:cubicBezTo>
                    <a:pt x="4095" y="4140"/>
                    <a:pt x="4318" y="3426"/>
                    <a:pt x="3747" y="2811"/>
                  </a:cubicBezTo>
                  <a:lnTo>
                    <a:pt x="3747" y="2811"/>
                  </a:lnTo>
                  <a:cubicBezTo>
                    <a:pt x="3747" y="2811"/>
                    <a:pt x="4274" y="3034"/>
                    <a:pt x="4550" y="3756"/>
                  </a:cubicBezTo>
                  <a:cubicBezTo>
                    <a:pt x="4550" y="3756"/>
                    <a:pt x="4452" y="2980"/>
                    <a:pt x="3881" y="2686"/>
                  </a:cubicBezTo>
                  <a:lnTo>
                    <a:pt x="3881" y="2686"/>
                  </a:lnTo>
                  <a:cubicBezTo>
                    <a:pt x="3881" y="2686"/>
                    <a:pt x="4470" y="2802"/>
                    <a:pt x="4791" y="3551"/>
                  </a:cubicBezTo>
                  <a:cubicBezTo>
                    <a:pt x="4791" y="3551"/>
                    <a:pt x="4729" y="3185"/>
                    <a:pt x="4515" y="2918"/>
                  </a:cubicBezTo>
                  <a:lnTo>
                    <a:pt x="4515" y="2918"/>
                  </a:lnTo>
                  <a:cubicBezTo>
                    <a:pt x="4515" y="2918"/>
                    <a:pt x="5014" y="3096"/>
                    <a:pt x="5300" y="3489"/>
                  </a:cubicBezTo>
                  <a:cubicBezTo>
                    <a:pt x="5300" y="3489"/>
                    <a:pt x="5166" y="3016"/>
                    <a:pt x="4746" y="2686"/>
                  </a:cubicBezTo>
                  <a:lnTo>
                    <a:pt x="4746" y="2686"/>
                  </a:lnTo>
                  <a:cubicBezTo>
                    <a:pt x="4747" y="2686"/>
                    <a:pt x="5139" y="2811"/>
                    <a:pt x="5353" y="3034"/>
                  </a:cubicBezTo>
                  <a:cubicBezTo>
                    <a:pt x="5353" y="3034"/>
                    <a:pt x="5246" y="2481"/>
                    <a:pt x="4604" y="2168"/>
                  </a:cubicBezTo>
                  <a:lnTo>
                    <a:pt x="4604" y="2168"/>
                  </a:lnTo>
                  <a:cubicBezTo>
                    <a:pt x="4604" y="2168"/>
                    <a:pt x="5103" y="2231"/>
                    <a:pt x="5380" y="2543"/>
                  </a:cubicBezTo>
                  <a:cubicBezTo>
                    <a:pt x="5380" y="2543"/>
                    <a:pt x="5326" y="2204"/>
                    <a:pt x="4898" y="2017"/>
                  </a:cubicBezTo>
                  <a:cubicBezTo>
                    <a:pt x="4672" y="1916"/>
                    <a:pt x="4431" y="1893"/>
                    <a:pt x="4256" y="1893"/>
                  </a:cubicBezTo>
                  <a:cubicBezTo>
                    <a:pt x="4107" y="1893"/>
                    <a:pt x="4006" y="1910"/>
                    <a:pt x="4006" y="1910"/>
                  </a:cubicBezTo>
                  <a:cubicBezTo>
                    <a:pt x="4006" y="1910"/>
                    <a:pt x="4158" y="1767"/>
                    <a:pt x="4470" y="1758"/>
                  </a:cubicBezTo>
                  <a:cubicBezTo>
                    <a:pt x="4490" y="1757"/>
                    <a:pt x="4510" y="1756"/>
                    <a:pt x="4530" y="1756"/>
                  </a:cubicBezTo>
                  <a:cubicBezTo>
                    <a:pt x="4861" y="1756"/>
                    <a:pt x="5140" y="1895"/>
                    <a:pt x="5308" y="2106"/>
                  </a:cubicBezTo>
                  <a:cubicBezTo>
                    <a:pt x="5308" y="2106"/>
                    <a:pt x="5237" y="1776"/>
                    <a:pt x="4871" y="1606"/>
                  </a:cubicBezTo>
                  <a:cubicBezTo>
                    <a:pt x="4746" y="1550"/>
                    <a:pt x="4598" y="1531"/>
                    <a:pt x="4455" y="1531"/>
                  </a:cubicBezTo>
                  <a:cubicBezTo>
                    <a:pt x="4170" y="1531"/>
                    <a:pt x="3908" y="1606"/>
                    <a:pt x="3908" y="1606"/>
                  </a:cubicBezTo>
                  <a:cubicBezTo>
                    <a:pt x="3908" y="1606"/>
                    <a:pt x="4149" y="1330"/>
                    <a:pt x="4702" y="1232"/>
                  </a:cubicBezTo>
                  <a:cubicBezTo>
                    <a:pt x="4702" y="1232"/>
                    <a:pt x="4645" y="1226"/>
                    <a:pt x="4555" y="1226"/>
                  </a:cubicBezTo>
                  <a:cubicBezTo>
                    <a:pt x="4419" y="1226"/>
                    <a:pt x="4209" y="1239"/>
                    <a:pt x="4006" y="1303"/>
                  </a:cubicBezTo>
                  <a:cubicBezTo>
                    <a:pt x="4006" y="1303"/>
                    <a:pt x="4283" y="937"/>
                    <a:pt x="5077" y="910"/>
                  </a:cubicBezTo>
                  <a:cubicBezTo>
                    <a:pt x="5077" y="910"/>
                    <a:pt x="4922" y="853"/>
                    <a:pt x="4632" y="853"/>
                  </a:cubicBezTo>
                  <a:cubicBezTo>
                    <a:pt x="4560" y="853"/>
                    <a:pt x="4479" y="857"/>
                    <a:pt x="4390" y="866"/>
                  </a:cubicBezTo>
                  <a:cubicBezTo>
                    <a:pt x="3935" y="902"/>
                    <a:pt x="3640" y="1142"/>
                    <a:pt x="3640" y="1142"/>
                  </a:cubicBezTo>
                  <a:cubicBezTo>
                    <a:pt x="3640" y="1142"/>
                    <a:pt x="3979" y="687"/>
                    <a:pt x="4506" y="527"/>
                  </a:cubicBezTo>
                  <a:lnTo>
                    <a:pt x="4506" y="527"/>
                  </a:lnTo>
                  <a:cubicBezTo>
                    <a:pt x="4505" y="527"/>
                    <a:pt x="3685" y="527"/>
                    <a:pt x="3266" y="1098"/>
                  </a:cubicBezTo>
                  <a:cubicBezTo>
                    <a:pt x="3266" y="1098"/>
                    <a:pt x="3382" y="500"/>
                    <a:pt x="4006" y="72"/>
                  </a:cubicBezTo>
                  <a:lnTo>
                    <a:pt x="4006" y="72"/>
                  </a:lnTo>
                  <a:cubicBezTo>
                    <a:pt x="4006" y="72"/>
                    <a:pt x="3444" y="259"/>
                    <a:pt x="3096" y="839"/>
                  </a:cubicBezTo>
                  <a:cubicBezTo>
                    <a:pt x="3096" y="839"/>
                    <a:pt x="3159" y="473"/>
                    <a:pt x="3283" y="1"/>
                  </a:cubicBezTo>
                  <a:lnTo>
                    <a:pt x="3283" y="1"/>
                  </a:lnTo>
                  <a:cubicBezTo>
                    <a:pt x="3283" y="1"/>
                    <a:pt x="2837" y="295"/>
                    <a:pt x="2695" y="919"/>
                  </a:cubicBezTo>
                  <a:cubicBezTo>
                    <a:pt x="2552" y="295"/>
                    <a:pt x="2106" y="1"/>
                    <a:pt x="2106" y="1"/>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132"/>
            <p:cNvSpPr/>
            <p:nvPr/>
          </p:nvSpPr>
          <p:spPr>
            <a:xfrm>
              <a:off x="-883922" y="3861478"/>
              <a:ext cx="391062" cy="306369"/>
            </a:xfrm>
            <a:custGeom>
              <a:rect b="b" l="l" r="r" t="t"/>
              <a:pathLst>
                <a:path extrusionOk="0" h="2517" w="3213">
                  <a:moveTo>
                    <a:pt x="1955" y="1"/>
                  </a:moveTo>
                  <a:cubicBezTo>
                    <a:pt x="1954" y="1"/>
                    <a:pt x="1687" y="179"/>
                    <a:pt x="1607" y="554"/>
                  </a:cubicBezTo>
                  <a:cubicBezTo>
                    <a:pt x="1517" y="179"/>
                    <a:pt x="1250" y="1"/>
                    <a:pt x="1250" y="1"/>
                  </a:cubicBezTo>
                  <a:lnTo>
                    <a:pt x="1250" y="1"/>
                  </a:lnTo>
                  <a:cubicBezTo>
                    <a:pt x="1330" y="286"/>
                    <a:pt x="1366" y="500"/>
                    <a:pt x="1366" y="500"/>
                  </a:cubicBezTo>
                  <a:cubicBezTo>
                    <a:pt x="1152" y="161"/>
                    <a:pt x="822" y="45"/>
                    <a:pt x="822" y="45"/>
                  </a:cubicBezTo>
                  <a:lnTo>
                    <a:pt x="822" y="45"/>
                  </a:lnTo>
                  <a:cubicBezTo>
                    <a:pt x="1196" y="304"/>
                    <a:pt x="1259" y="661"/>
                    <a:pt x="1259" y="661"/>
                  </a:cubicBezTo>
                  <a:cubicBezTo>
                    <a:pt x="1009" y="322"/>
                    <a:pt x="527" y="313"/>
                    <a:pt x="527" y="313"/>
                  </a:cubicBezTo>
                  <a:lnTo>
                    <a:pt x="527" y="313"/>
                  </a:lnTo>
                  <a:cubicBezTo>
                    <a:pt x="839" y="411"/>
                    <a:pt x="1045" y="688"/>
                    <a:pt x="1045" y="688"/>
                  </a:cubicBezTo>
                  <a:cubicBezTo>
                    <a:pt x="1045" y="688"/>
                    <a:pt x="866" y="545"/>
                    <a:pt x="590" y="518"/>
                  </a:cubicBezTo>
                  <a:cubicBezTo>
                    <a:pt x="536" y="513"/>
                    <a:pt x="488" y="511"/>
                    <a:pt x="444" y="511"/>
                  </a:cubicBezTo>
                  <a:cubicBezTo>
                    <a:pt x="271" y="511"/>
                    <a:pt x="179" y="545"/>
                    <a:pt x="179" y="545"/>
                  </a:cubicBezTo>
                  <a:cubicBezTo>
                    <a:pt x="661" y="563"/>
                    <a:pt x="822" y="777"/>
                    <a:pt x="822" y="777"/>
                  </a:cubicBezTo>
                  <a:cubicBezTo>
                    <a:pt x="711" y="743"/>
                    <a:pt x="601" y="736"/>
                    <a:pt x="522" y="736"/>
                  </a:cubicBezTo>
                  <a:cubicBezTo>
                    <a:pt x="455" y="736"/>
                    <a:pt x="411" y="741"/>
                    <a:pt x="411" y="741"/>
                  </a:cubicBezTo>
                  <a:cubicBezTo>
                    <a:pt x="732" y="795"/>
                    <a:pt x="875" y="964"/>
                    <a:pt x="875" y="964"/>
                  </a:cubicBezTo>
                  <a:cubicBezTo>
                    <a:pt x="875" y="964"/>
                    <a:pt x="720" y="917"/>
                    <a:pt x="551" y="917"/>
                  </a:cubicBezTo>
                  <a:cubicBezTo>
                    <a:pt x="467" y="917"/>
                    <a:pt x="378" y="929"/>
                    <a:pt x="304" y="964"/>
                  </a:cubicBezTo>
                  <a:cubicBezTo>
                    <a:pt x="90" y="1062"/>
                    <a:pt x="45" y="1259"/>
                    <a:pt x="45" y="1259"/>
                  </a:cubicBezTo>
                  <a:cubicBezTo>
                    <a:pt x="147" y="1132"/>
                    <a:pt x="313" y="1053"/>
                    <a:pt x="513" y="1053"/>
                  </a:cubicBezTo>
                  <a:cubicBezTo>
                    <a:pt x="523" y="1053"/>
                    <a:pt x="534" y="1053"/>
                    <a:pt x="545" y="1053"/>
                  </a:cubicBezTo>
                  <a:cubicBezTo>
                    <a:pt x="732" y="1053"/>
                    <a:pt x="822" y="1143"/>
                    <a:pt x="822" y="1143"/>
                  </a:cubicBezTo>
                  <a:cubicBezTo>
                    <a:pt x="822" y="1143"/>
                    <a:pt x="758" y="1130"/>
                    <a:pt x="663" y="1130"/>
                  </a:cubicBezTo>
                  <a:cubicBezTo>
                    <a:pt x="560" y="1130"/>
                    <a:pt x="421" y="1145"/>
                    <a:pt x="286" y="1205"/>
                  </a:cubicBezTo>
                  <a:cubicBezTo>
                    <a:pt x="37" y="1312"/>
                    <a:pt x="1" y="1517"/>
                    <a:pt x="1" y="1517"/>
                  </a:cubicBezTo>
                  <a:cubicBezTo>
                    <a:pt x="170" y="1330"/>
                    <a:pt x="465" y="1294"/>
                    <a:pt x="465" y="1294"/>
                  </a:cubicBezTo>
                  <a:lnTo>
                    <a:pt x="465" y="1294"/>
                  </a:lnTo>
                  <a:cubicBezTo>
                    <a:pt x="81" y="1482"/>
                    <a:pt x="19" y="1812"/>
                    <a:pt x="19" y="1812"/>
                  </a:cubicBezTo>
                  <a:cubicBezTo>
                    <a:pt x="144" y="1678"/>
                    <a:pt x="384" y="1607"/>
                    <a:pt x="384" y="1607"/>
                  </a:cubicBezTo>
                  <a:lnTo>
                    <a:pt x="384" y="1607"/>
                  </a:lnTo>
                  <a:cubicBezTo>
                    <a:pt x="126" y="1803"/>
                    <a:pt x="54" y="2079"/>
                    <a:pt x="54" y="2079"/>
                  </a:cubicBezTo>
                  <a:cubicBezTo>
                    <a:pt x="215" y="1847"/>
                    <a:pt x="518" y="1740"/>
                    <a:pt x="518" y="1740"/>
                  </a:cubicBezTo>
                  <a:lnTo>
                    <a:pt x="518" y="1740"/>
                  </a:lnTo>
                  <a:cubicBezTo>
                    <a:pt x="393" y="1901"/>
                    <a:pt x="349" y="2115"/>
                    <a:pt x="349" y="2115"/>
                  </a:cubicBezTo>
                  <a:cubicBezTo>
                    <a:pt x="545" y="1678"/>
                    <a:pt x="893" y="1607"/>
                    <a:pt x="893" y="1607"/>
                  </a:cubicBezTo>
                  <a:lnTo>
                    <a:pt x="893" y="1607"/>
                  </a:lnTo>
                  <a:cubicBezTo>
                    <a:pt x="554" y="1785"/>
                    <a:pt x="500" y="2249"/>
                    <a:pt x="500" y="2249"/>
                  </a:cubicBezTo>
                  <a:cubicBezTo>
                    <a:pt x="661" y="1812"/>
                    <a:pt x="973" y="1678"/>
                    <a:pt x="973" y="1678"/>
                  </a:cubicBezTo>
                  <a:lnTo>
                    <a:pt x="973" y="1678"/>
                  </a:lnTo>
                  <a:cubicBezTo>
                    <a:pt x="634" y="2053"/>
                    <a:pt x="768" y="2472"/>
                    <a:pt x="768" y="2472"/>
                  </a:cubicBezTo>
                  <a:cubicBezTo>
                    <a:pt x="768" y="2106"/>
                    <a:pt x="946" y="1919"/>
                    <a:pt x="946" y="1919"/>
                  </a:cubicBezTo>
                  <a:lnTo>
                    <a:pt x="946" y="1919"/>
                  </a:lnTo>
                  <a:cubicBezTo>
                    <a:pt x="866" y="2124"/>
                    <a:pt x="902" y="2293"/>
                    <a:pt x="902" y="2293"/>
                  </a:cubicBezTo>
                  <a:cubicBezTo>
                    <a:pt x="973" y="1901"/>
                    <a:pt x="1187" y="1749"/>
                    <a:pt x="1187" y="1749"/>
                  </a:cubicBezTo>
                  <a:lnTo>
                    <a:pt x="1187" y="1749"/>
                  </a:lnTo>
                  <a:cubicBezTo>
                    <a:pt x="1062" y="1972"/>
                    <a:pt x="1089" y="2329"/>
                    <a:pt x="1089" y="2329"/>
                  </a:cubicBezTo>
                  <a:cubicBezTo>
                    <a:pt x="1152" y="1928"/>
                    <a:pt x="1357" y="1696"/>
                    <a:pt x="1357" y="1696"/>
                  </a:cubicBezTo>
                  <a:lnTo>
                    <a:pt x="1357" y="1696"/>
                  </a:lnTo>
                  <a:cubicBezTo>
                    <a:pt x="1196" y="2088"/>
                    <a:pt x="1357" y="2517"/>
                    <a:pt x="1357" y="2517"/>
                  </a:cubicBezTo>
                  <a:cubicBezTo>
                    <a:pt x="1303" y="1830"/>
                    <a:pt x="1607" y="1624"/>
                    <a:pt x="1607" y="1624"/>
                  </a:cubicBezTo>
                  <a:cubicBezTo>
                    <a:pt x="1607" y="1624"/>
                    <a:pt x="1901" y="1830"/>
                    <a:pt x="1847" y="2517"/>
                  </a:cubicBezTo>
                  <a:cubicBezTo>
                    <a:pt x="1847" y="2517"/>
                    <a:pt x="2017" y="2088"/>
                    <a:pt x="1856" y="1696"/>
                  </a:cubicBezTo>
                  <a:lnTo>
                    <a:pt x="1856" y="1696"/>
                  </a:lnTo>
                  <a:cubicBezTo>
                    <a:pt x="1856" y="1696"/>
                    <a:pt x="2062" y="1928"/>
                    <a:pt x="2124" y="2329"/>
                  </a:cubicBezTo>
                  <a:cubicBezTo>
                    <a:pt x="2124" y="2329"/>
                    <a:pt x="2151" y="1972"/>
                    <a:pt x="2017" y="1749"/>
                  </a:cubicBezTo>
                  <a:lnTo>
                    <a:pt x="2017" y="1749"/>
                  </a:lnTo>
                  <a:cubicBezTo>
                    <a:pt x="2017" y="1749"/>
                    <a:pt x="2231" y="1901"/>
                    <a:pt x="2302" y="2293"/>
                  </a:cubicBezTo>
                  <a:cubicBezTo>
                    <a:pt x="2302" y="2293"/>
                    <a:pt x="2338" y="2124"/>
                    <a:pt x="2267" y="1919"/>
                  </a:cubicBezTo>
                  <a:lnTo>
                    <a:pt x="2267" y="1919"/>
                  </a:lnTo>
                  <a:cubicBezTo>
                    <a:pt x="2267" y="1919"/>
                    <a:pt x="2436" y="2106"/>
                    <a:pt x="2436" y="2472"/>
                  </a:cubicBezTo>
                  <a:cubicBezTo>
                    <a:pt x="2436" y="2472"/>
                    <a:pt x="2570" y="2053"/>
                    <a:pt x="2240" y="1678"/>
                  </a:cubicBezTo>
                  <a:lnTo>
                    <a:pt x="2240" y="1678"/>
                  </a:lnTo>
                  <a:cubicBezTo>
                    <a:pt x="2240" y="1678"/>
                    <a:pt x="2552" y="1812"/>
                    <a:pt x="2713" y="2249"/>
                  </a:cubicBezTo>
                  <a:cubicBezTo>
                    <a:pt x="2713" y="2249"/>
                    <a:pt x="2659" y="1785"/>
                    <a:pt x="2311" y="1607"/>
                  </a:cubicBezTo>
                  <a:lnTo>
                    <a:pt x="2311" y="1607"/>
                  </a:lnTo>
                  <a:cubicBezTo>
                    <a:pt x="2311" y="1607"/>
                    <a:pt x="2668" y="1678"/>
                    <a:pt x="2856" y="2115"/>
                  </a:cubicBezTo>
                  <a:cubicBezTo>
                    <a:pt x="2856" y="2115"/>
                    <a:pt x="2820" y="1901"/>
                    <a:pt x="2695" y="1740"/>
                  </a:cubicBezTo>
                  <a:lnTo>
                    <a:pt x="2695" y="1740"/>
                  </a:lnTo>
                  <a:cubicBezTo>
                    <a:pt x="2695" y="1740"/>
                    <a:pt x="2989" y="1847"/>
                    <a:pt x="3159" y="2079"/>
                  </a:cubicBezTo>
                  <a:cubicBezTo>
                    <a:pt x="3159" y="2079"/>
                    <a:pt x="3079" y="1803"/>
                    <a:pt x="2829" y="1607"/>
                  </a:cubicBezTo>
                  <a:lnTo>
                    <a:pt x="2829" y="1607"/>
                  </a:lnTo>
                  <a:cubicBezTo>
                    <a:pt x="2829" y="1607"/>
                    <a:pt x="3070" y="1678"/>
                    <a:pt x="3195" y="1812"/>
                  </a:cubicBezTo>
                  <a:cubicBezTo>
                    <a:pt x="3195" y="1812"/>
                    <a:pt x="3132" y="1482"/>
                    <a:pt x="2740" y="1294"/>
                  </a:cubicBezTo>
                  <a:lnTo>
                    <a:pt x="2740" y="1294"/>
                  </a:lnTo>
                  <a:cubicBezTo>
                    <a:pt x="2740" y="1294"/>
                    <a:pt x="3043" y="1330"/>
                    <a:pt x="3212" y="1517"/>
                  </a:cubicBezTo>
                  <a:cubicBezTo>
                    <a:pt x="3212" y="1517"/>
                    <a:pt x="3177" y="1312"/>
                    <a:pt x="2927" y="1205"/>
                  </a:cubicBezTo>
                  <a:cubicBezTo>
                    <a:pt x="2792" y="1145"/>
                    <a:pt x="2653" y="1130"/>
                    <a:pt x="2550" y="1130"/>
                  </a:cubicBezTo>
                  <a:cubicBezTo>
                    <a:pt x="2455" y="1130"/>
                    <a:pt x="2392" y="1143"/>
                    <a:pt x="2392" y="1143"/>
                  </a:cubicBezTo>
                  <a:cubicBezTo>
                    <a:pt x="2392" y="1143"/>
                    <a:pt x="2481" y="1053"/>
                    <a:pt x="2668" y="1053"/>
                  </a:cubicBezTo>
                  <a:cubicBezTo>
                    <a:pt x="2679" y="1053"/>
                    <a:pt x="2690" y="1053"/>
                    <a:pt x="2700" y="1053"/>
                  </a:cubicBezTo>
                  <a:cubicBezTo>
                    <a:pt x="2900" y="1053"/>
                    <a:pt x="3066" y="1132"/>
                    <a:pt x="3168" y="1259"/>
                  </a:cubicBezTo>
                  <a:cubicBezTo>
                    <a:pt x="3168" y="1259"/>
                    <a:pt x="3123" y="1062"/>
                    <a:pt x="2900" y="964"/>
                  </a:cubicBezTo>
                  <a:cubicBezTo>
                    <a:pt x="2826" y="929"/>
                    <a:pt x="2738" y="917"/>
                    <a:pt x="2653" y="917"/>
                  </a:cubicBezTo>
                  <a:cubicBezTo>
                    <a:pt x="2484" y="917"/>
                    <a:pt x="2329" y="964"/>
                    <a:pt x="2329" y="964"/>
                  </a:cubicBezTo>
                  <a:cubicBezTo>
                    <a:pt x="2329" y="964"/>
                    <a:pt x="2472" y="795"/>
                    <a:pt x="2802" y="741"/>
                  </a:cubicBezTo>
                  <a:cubicBezTo>
                    <a:pt x="2802" y="741"/>
                    <a:pt x="2756" y="736"/>
                    <a:pt x="2688" y="736"/>
                  </a:cubicBezTo>
                  <a:cubicBezTo>
                    <a:pt x="2608" y="736"/>
                    <a:pt x="2497" y="743"/>
                    <a:pt x="2392" y="777"/>
                  </a:cubicBezTo>
                  <a:cubicBezTo>
                    <a:pt x="2392" y="777"/>
                    <a:pt x="2552" y="563"/>
                    <a:pt x="3025" y="545"/>
                  </a:cubicBezTo>
                  <a:cubicBezTo>
                    <a:pt x="3025" y="545"/>
                    <a:pt x="2934" y="511"/>
                    <a:pt x="2760" y="511"/>
                  </a:cubicBezTo>
                  <a:cubicBezTo>
                    <a:pt x="2717" y="511"/>
                    <a:pt x="2668" y="513"/>
                    <a:pt x="2615" y="518"/>
                  </a:cubicBezTo>
                  <a:cubicBezTo>
                    <a:pt x="2347" y="545"/>
                    <a:pt x="2169" y="688"/>
                    <a:pt x="2169" y="688"/>
                  </a:cubicBezTo>
                  <a:cubicBezTo>
                    <a:pt x="2169" y="688"/>
                    <a:pt x="2374" y="411"/>
                    <a:pt x="2686" y="313"/>
                  </a:cubicBezTo>
                  <a:lnTo>
                    <a:pt x="2686" y="313"/>
                  </a:lnTo>
                  <a:cubicBezTo>
                    <a:pt x="2686" y="313"/>
                    <a:pt x="2195" y="322"/>
                    <a:pt x="1946" y="661"/>
                  </a:cubicBezTo>
                  <a:cubicBezTo>
                    <a:pt x="1946" y="661"/>
                    <a:pt x="2017" y="304"/>
                    <a:pt x="2392" y="45"/>
                  </a:cubicBezTo>
                  <a:lnTo>
                    <a:pt x="2392" y="45"/>
                  </a:lnTo>
                  <a:cubicBezTo>
                    <a:pt x="2392" y="45"/>
                    <a:pt x="2053" y="161"/>
                    <a:pt x="1847" y="500"/>
                  </a:cubicBezTo>
                  <a:cubicBezTo>
                    <a:pt x="1847" y="500"/>
                    <a:pt x="1883" y="286"/>
                    <a:pt x="1955"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74" name="Google Shape;8274;p132"/>
            <p:cNvGrpSpPr/>
            <p:nvPr/>
          </p:nvGrpSpPr>
          <p:grpSpPr>
            <a:xfrm>
              <a:off x="-740564" y="3145131"/>
              <a:ext cx="788459" cy="2030640"/>
              <a:chOff x="4025327" y="4080797"/>
              <a:chExt cx="659136" cy="1697576"/>
            </a:xfrm>
          </p:grpSpPr>
          <p:sp>
            <p:nvSpPr>
              <p:cNvPr id="8275" name="Google Shape;8275;p132"/>
              <p:cNvSpPr/>
              <p:nvPr/>
            </p:nvSpPr>
            <p:spPr>
              <a:xfrm>
                <a:off x="4302184" y="4412109"/>
                <a:ext cx="105413" cy="1366264"/>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132"/>
              <p:cNvSpPr/>
              <p:nvPr/>
            </p:nvSpPr>
            <p:spPr>
              <a:xfrm>
                <a:off x="4346648" y="4412109"/>
                <a:ext cx="60948" cy="1366264"/>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132"/>
              <p:cNvSpPr/>
              <p:nvPr/>
            </p:nvSpPr>
            <p:spPr>
              <a:xfrm>
                <a:off x="4025327" y="4080797"/>
                <a:ext cx="659136" cy="514779"/>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132"/>
              <p:cNvSpPr/>
              <p:nvPr/>
            </p:nvSpPr>
            <p:spPr>
              <a:xfrm>
                <a:off x="4158719" y="4201478"/>
                <a:ext cx="392246" cy="307911"/>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279" name="Google Shape;8279;p132"/>
          <p:cNvSpPr txBox="1"/>
          <p:nvPr>
            <p:ph type="title"/>
          </p:nvPr>
        </p:nvSpPr>
        <p:spPr>
          <a:xfrm>
            <a:off x="713100" y="741400"/>
            <a:ext cx="3000000" cy="8730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50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8280" name="Google Shape;8280;p132"/>
          <p:cNvSpPr txBox="1"/>
          <p:nvPr>
            <p:ph idx="1" type="subTitle"/>
          </p:nvPr>
        </p:nvSpPr>
        <p:spPr>
          <a:xfrm>
            <a:off x="713100" y="1614400"/>
            <a:ext cx="3000000" cy="13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SzPts val="1400"/>
              <a:buNone/>
              <a:defRPr sz="18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8281" name="Google Shape;8281;p132"/>
          <p:cNvSpPr txBox="1"/>
          <p:nvPr/>
        </p:nvSpPr>
        <p:spPr>
          <a:xfrm>
            <a:off x="720000" y="3457400"/>
            <a:ext cx="2850900" cy="6156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300"/>
              </a:spcBef>
              <a:spcAft>
                <a:spcPts val="0"/>
              </a:spcAft>
              <a:buNone/>
            </a:pPr>
            <a:r>
              <a:rPr lang="en" sz="1000">
                <a:solidFill>
                  <a:schemeClr val="lt1"/>
                </a:solidFill>
                <a:latin typeface="Bellota Text"/>
                <a:ea typeface="Bellota Text"/>
                <a:cs typeface="Bellota Text"/>
                <a:sym typeface="Bellota Text"/>
              </a:rPr>
              <a:t>CREDITS: This presentation template was created by </a:t>
            </a:r>
            <a:r>
              <a:rPr b="1" lang="en" sz="1000">
                <a:solidFill>
                  <a:schemeClr val="lt1"/>
                </a:solidFill>
                <a:uFill>
                  <a:noFill/>
                </a:uFill>
                <a:latin typeface="Bellota Text"/>
                <a:ea typeface="Bellota Text"/>
                <a:cs typeface="Bellota Text"/>
                <a:sym typeface="Bellota Text"/>
                <a:hlinkClick r:id="rId2">
                  <a:extLst>
                    <a:ext uri="{A12FA001-AC4F-418D-AE19-62706E023703}">
                      <ahyp:hlinkClr val="tx"/>
                    </a:ext>
                  </a:extLst>
                </a:hlinkClick>
              </a:rPr>
              <a:t>Slidesgo</a:t>
            </a:r>
            <a:r>
              <a:rPr lang="en" sz="1000">
                <a:solidFill>
                  <a:schemeClr val="lt1"/>
                </a:solidFill>
                <a:latin typeface="Bellota Text"/>
                <a:ea typeface="Bellota Text"/>
                <a:cs typeface="Bellota Text"/>
                <a:sym typeface="Bellota Text"/>
              </a:rPr>
              <a:t>, including icons by </a:t>
            </a:r>
            <a:r>
              <a:rPr b="1" lang="en" sz="1000">
                <a:solidFill>
                  <a:schemeClr val="lt1"/>
                </a:solidFill>
                <a:uFill>
                  <a:noFill/>
                </a:uFill>
                <a:latin typeface="Bellota Text"/>
                <a:ea typeface="Bellota Text"/>
                <a:cs typeface="Bellota Text"/>
                <a:sym typeface="Bellota Text"/>
                <a:hlinkClick r:id="rId3">
                  <a:extLst>
                    <a:ext uri="{A12FA001-AC4F-418D-AE19-62706E023703}">
                      <ahyp:hlinkClr val="tx"/>
                    </a:ext>
                  </a:extLst>
                </a:hlinkClick>
              </a:rPr>
              <a:t>Flaticon</a:t>
            </a:r>
            <a:r>
              <a:rPr b="1" lang="en" sz="1000">
                <a:solidFill>
                  <a:schemeClr val="lt1"/>
                </a:solidFill>
                <a:latin typeface="Bellota Text"/>
                <a:ea typeface="Bellota Text"/>
                <a:cs typeface="Bellota Text"/>
                <a:sym typeface="Bellota Text"/>
              </a:rPr>
              <a:t> </a:t>
            </a:r>
            <a:r>
              <a:rPr lang="en" sz="1000">
                <a:solidFill>
                  <a:schemeClr val="lt1"/>
                </a:solidFill>
                <a:latin typeface="Bellota Text"/>
                <a:ea typeface="Bellota Text"/>
                <a:cs typeface="Bellota Text"/>
                <a:sym typeface="Bellota Text"/>
              </a:rPr>
              <a:t>and infographics &amp; images by </a:t>
            </a:r>
            <a:r>
              <a:rPr b="1" lang="en" sz="1000">
                <a:solidFill>
                  <a:schemeClr val="lt1"/>
                </a:solidFill>
                <a:uFill>
                  <a:noFill/>
                </a:uFill>
                <a:latin typeface="Bellota Text"/>
                <a:ea typeface="Bellota Text"/>
                <a:cs typeface="Bellota Text"/>
                <a:sym typeface="Bellota Text"/>
                <a:hlinkClick r:id="rId4">
                  <a:extLst>
                    <a:ext uri="{A12FA001-AC4F-418D-AE19-62706E023703}">
                      <ahyp:hlinkClr val="tx"/>
                    </a:ext>
                  </a:extLst>
                </a:hlinkClick>
              </a:rPr>
              <a:t>Freepik</a:t>
            </a:r>
            <a:endParaRPr b="1" sz="1000">
              <a:solidFill>
                <a:schemeClr val="lt1"/>
              </a:solidFill>
              <a:latin typeface="Bellota Text"/>
              <a:ea typeface="Bellota Text"/>
              <a:cs typeface="Bellota Text"/>
              <a:sym typeface="Bellota Text"/>
            </a:endParaRPr>
          </a:p>
        </p:txBody>
      </p:sp>
    </p:spTree>
  </p:cSld>
  <p:clrMapOvr>
    <a:masterClrMapping/>
  </p:clrMapOvr>
</p:sldLayout>
</file>

<file path=ppt/slideLayouts/slideLayout1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8282" name="Shape 8282"/>
        <p:cNvGrpSpPr/>
        <p:nvPr/>
      </p:nvGrpSpPr>
      <p:grpSpPr>
        <a:xfrm>
          <a:off x="0" y="0"/>
          <a:ext cx="0" cy="0"/>
          <a:chOff x="0" y="0"/>
          <a:chExt cx="0" cy="0"/>
        </a:xfrm>
      </p:grpSpPr>
      <p:grpSp>
        <p:nvGrpSpPr>
          <p:cNvPr id="8283" name="Google Shape;8283;p133"/>
          <p:cNvGrpSpPr/>
          <p:nvPr/>
        </p:nvGrpSpPr>
        <p:grpSpPr>
          <a:xfrm flipH="1">
            <a:off x="5999814" y="1145449"/>
            <a:ext cx="3922876" cy="3010780"/>
            <a:chOff x="-675270" y="-663276"/>
            <a:chExt cx="3564955" cy="3010780"/>
          </a:xfrm>
        </p:grpSpPr>
        <p:sp>
          <p:nvSpPr>
            <p:cNvPr id="8284" name="Google Shape;8284;p133"/>
            <p:cNvSpPr/>
            <p:nvPr/>
          </p:nvSpPr>
          <p:spPr>
            <a:xfrm>
              <a:off x="-675270" y="-663276"/>
              <a:ext cx="3564955" cy="3010780"/>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133"/>
            <p:cNvSpPr/>
            <p:nvPr/>
          </p:nvSpPr>
          <p:spPr>
            <a:xfrm>
              <a:off x="-394641" y="-320127"/>
              <a:ext cx="2150090" cy="2042707"/>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6" name="Google Shape;8286;p133"/>
          <p:cNvGrpSpPr/>
          <p:nvPr/>
        </p:nvGrpSpPr>
        <p:grpSpPr>
          <a:xfrm>
            <a:off x="-782526" y="1145449"/>
            <a:ext cx="3564955" cy="3010780"/>
            <a:chOff x="-782526" y="-663276"/>
            <a:chExt cx="3564955" cy="3010780"/>
          </a:xfrm>
        </p:grpSpPr>
        <p:sp>
          <p:nvSpPr>
            <p:cNvPr id="8287" name="Google Shape;8287;p133"/>
            <p:cNvSpPr/>
            <p:nvPr/>
          </p:nvSpPr>
          <p:spPr>
            <a:xfrm>
              <a:off x="-782526" y="-663276"/>
              <a:ext cx="3564955" cy="3010780"/>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133"/>
            <p:cNvSpPr/>
            <p:nvPr/>
          </p:nvSpPr>
          <p:spPr>
            <a:xfrm>
              <a:off x="-76302" y="-258327"/>
              <a:ext cx="2150090" cy="2042707"/>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9" name="Google Shape;8289;p133"/>
          <p:cNvGrpSpPr/>
          <p:nvPr/>
        </p:nvGrpSpPr>
        <p:grpSpPr>
          <a:xfrm>
            <a:off x="4075012" y="2534446"/>
            <a:ext cx="1095122" cy="1096793"/>
            <a:chOff x="3992801" y="1928374"/>
            <a:chExt cx="1783297" cy="1786017"/>
          </a:xfrm>
        </p:grpSpPr>
        <p:sp>
          <p:nvSpPr>
            <p:cNvPr id="8290" name="Google Shape;8290;p133"/>
            <p:cNvSpPr/>
            <p:nvPr/>
          </p:nvSpPr>
          <p:spPr>
            <a:xfrm>
              <a:off x="3992801" y="1928374"/>
              <a:ext cx="1783297" cy="1786017"/>
            </a:xfrm>
            <a:custGeom>
              <a:rect b="b" l="l" r="r" t="t"/>
              <a:pathLst>
                <a:path extrusionOk="0" h="5942" w="5933">
                  <a:moveTo>
                    <a:pt x="2971" y="0"/>
                  </a:moveTo>
                  <a:cubicBezTo>
                    <a:pt x="1330" y="0"/>
                    <a:pt x="0" y="1330"/>
                    <a:pt x="0" y="2971"/>
                  </a:cubicBezTo>
                  <a:cubicBezTo>
                    <a:pt x="0" y="4612"/>
                    <a:pt x="1330" y="5942"/>
                    <a:pt x="2971" y="5942"/>
                  </a:cubicBezTo>
                  <a:cubicBezTo>
                    <a:pt x="4604" y="5942"/>
                    <a:pt x="5933" y="4612"/>
                    <a:pt x="5933" y="2971"/>
                  </a:cubicBezTo>
                  <a:cubicBezTo>
                    <a:pt x="5933" y="1330"/>
                    <a:pt x="4604" y="0"/>
                    <a:pt x="29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133"/>
            <p:cNvSpPr/>
            <p:nvPr/>
          </p:nvSpPr>
          <p:spPr>
            <a:xfrm>
              <a:off x="4118741" y="2057021"/>
              <a:ext cx="1531417" cy="1528724"/>
            </a:xfrm>
            <a:custGeom>
              <a:rect b="b" l="l" r="r" t="t"/>
              <a:pathLst>
                <a:path extrusionOk="0" h="5086" w="5095">
                  <a:moveTo>
                    <a:pt x="2552" y="1"/>
                  </a:moveTo>
                  <a:cubicBezTo>
                    <a:pt x="1142" y="1"/>
                    <a:pt x="1" y="1142"/>
                    <a:pt x="1" y="2543"/>
                  </a:cubicBezTo>
                  <a:cubicBezTo>
                    <a:pt x="1" y="3953"/>
                    <a:pt x="1142" y="5085"/>
                    <a:pt x="2552" y="5085"/>
                  </a:cubicBezTo>
                  <a:cubicBezTo>
                    <a:pt x="3953" y="5085"/>
                    <a:pt x="5095" y="3953"/>
                    <a:pt x="5095" y="2543"/>
                  </a:cubicBezTo>
                  <a:cubicBezTo>
                    <a:pt x="5095" y="1142"/>
                    <a:pt x="3953" y="1"/>
                    <a:pt x="25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92" name="Google Shape;8292;p133"/>
          <p:cNvSpPr/>
          <p:nvPr/>
        </p:nvSpPr>
        <p:spPr>
          <a:xfrm>
            <a:off x="2" y="3089503"/>
            <a:ext cx="9144017" cy="2775510"/>
          </a:xfrm>
          <a:custGeom>
            <a:rect b="b" l="l" r="r" t="t"/>
            <a:pathLst>
              <a:path extrusionOk="0" h="9234" w="30422">
                <a:moveTo>
                  <a:pt x="1" y="0"/>
                </a:moveTo>
                <a:lnTo>
                  <a:pt x="1" y="9233"/>
                </a:lnTo>
                <a:lnTo>
                  <a:pt x="30422" y="9233"/>
                </a:lnTo>
                <a:lnTo>
                  <a:pt x="30422" y="0"/>
                </a:lnTo>
                <a:close/>
              </a:path>
            </a:pathLst>
          </a:custGeom>
          <a:solidFill>
            <a:srgbClr val="38A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133"/>
          <p:cNvSpPr/>
          <p:nvPr/>
        </p:nvSpPr>
        <p:spPr>
          <a:xfrm>
            <a:off x="2" y="3089503"/>
            <a:ext cx="8385071" cy="2775510"/>
          </a:xfrm>
          <a:custGeom>
            <a:rect b="b" l="l" r="r" t="t"/>
            <a:pathLst>
              <a:path extrusionOk="0" h="9234" w="27897">
                <a:moveTo>
                  <a:pt x="14337" y="0"/>
                </a:moveTo>
                <a:cubicBezTo>
                  <a:pt x="14337" y="0"/>
                  <a:pt x="12053" y="402"/>
                  <a:pt x="13222" y="633"/>
                </a:cubicBezTo>
                <a:cubicBezTo>
                  <a:pt x="14391" y="857"/>
                  <a:pt x="13704" y="1276"/>
                  <a:pt x="11001" y="1419"/>
                </a:cubicBezTo>
                <a:cubicBezTo>
                  <a:pt x="8289" y="1561"/>
                  <a:pt x="8164" y="2204"/>
                  <a:pt x="9529" y="2346"/>
                </a:cubicBezTo>
                <a:cubicBezTo>
                  <a:pt x="10885" y="2489"/>
                  <a:pt x="4131" y="3470"/>
                  <a:pt x="5808" y="4006"/>
                </a:cubicBezTo>
                <a:cubicBezTo>
                  <a:pt x="7495" y="4550"/>
                  <a:pt x="4961" y="5040"/>
                  <a:pt x="3257" y="5272"/>
                </a:cubicBezTo>
                <a:cubicBezTo>
                  <a:pt x="1553" y="5504"/>
                  <a:pt x="1375" y="6040"/>
                  <a:pt x="2365" y="6227"/>
                </a:cubicBezTo>
                <a:cubicBezTo>
                  <a:pt x="3355" y="6414"/>
                  <a:pt x="1" y="7271"/>
                  <a:pt x="1" y="7271"/>
                </a:cubicBezTo>
                <a:lnTo>
                  <a:pt x="1" y="9233"/>
                </a:lnTo>
                <a:lnTo>
                  <a:pt x="27897" y="9233"/>
                </a:lnTo>
                <a:lnTo>
                  <a:pt x="27897" y="7137"/>
                </a:lnTo>
                <a:cubicBezTo>
                  <a:pt x="27897" y="7137"/>
                  <a:pt x="23472" y="6361"/>
                  <a:pt x="24445" y="5504"/>
                </a:cubicBezTo>
                <a:cubicBezTo>
                  <a:pt x="25417" y="4648"/>
                  <a:pt x="20171" y="4434"/>
                  <a:pt x="21340" y="3925"/>
                </a:cubicBezTo>
                <a:cubicBezTo>
                  <a:pt x="22500" y="3417"/>
                  <a:pt x="21893" y="2917"/>
                  <a:pt x="20912" y="2721"/>
                </a:cubicBezTo>
                <a:cubicBezTo>
                  <a:pt x="19939" y="2534"/>
                  <a:pt x="18780" y="2034"/>
                  <a:pt x="19422" y="1481"/>
                </a:cubicBezTo>
                <a:cubicBezTo>
                  <a:pt x="20055" y="928"/>
                  <a:pt x="19288" y="732"/>
                  <a:pt x="18512" y="491"/>
                </a:cubicBezTo>
                <a:cubicBezTo>
                  <a:pt x="17727" y="259"/>
                  <a:pt x="18637" y="0"/>
                  <a:pt x="18637"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133"/>
          <p:cNvSpPr/>
          <p:nvPr/>
        </p:nvSpPr>
        <p:spPr>
          <a:xfrm>
            <a:off x="482720" y="3237687"/>
            <a:ext cx="6006641" cy="2627326"/>
          </a:xfrm>
          <a:custGeom>
            <a:rect b="b" l="l" r="r" t="t"/>
            <a:pathLst>
              <a:path extrusionOk="0" h="8741" w="19984">
                <a:moveTo>
                  <a:pt x="15406" y="1"/>
                </a:moveTo>
                <a:cubicBezTo>
                  <a:pt x="14566" y="1"/>
                  <a:pt x="13350" y="213"/>
                  <a:pt x="13953" y="506"/>
                </a:cubicBezTo>
                <a:cubicBezTo>
                  <a:pt x="14604" y="818"/>
                  <a:pt x="15033" y="1452"/>
                  <a:pt x="12722" y="1711"/>
                </a:cubicBezTo>
                <a:cubicBezTo>
                  <a:pt x="10420" y="1960"/>
                  <a:pt x="10304" y="2683"/>
                  <a:pt x="12347" y="3111"/>
                </a:cubicBezTo>
                <a:cubicBezTo>
                  <a:pt x="13739" y="3406"/>
                  <a:pt x="11669" y="4512"/>
                  <a:pt x="9635" y="4512"/>
                </a:cubicBezTo>
                <a:cubicBezTo>
                  <a:pt x="7601" y="4512"/>
                  <a:pt x="7245" y="4994"/>
                  <a:pt x="8413" y="5315"/>
                </a:cubicBezTo>
                <a:cubicBezTo>
                  <a:pt x="9350" y="5573"/>
                  <a:pt x="8922" y="6100"/>
                  <a:pt x="4827" y="6358"/>
                </a:cubicBezTo>
                <a:cubicBezTo>
                  <a:pt x="723" y="6617"/>
                  <a:pt x="3069" y="7670"/>
                  <a:pt x="4060" y="7866"/>
                </a:cubicBezTo>
                <a:cubicBezTo>
                  <a:pt x="4390" y="7929"/>
                  <a:pt x="4747" y="8125"/>
                  <a:pt x="3319" y="8339"/>
                </a:cubicBezTo>
                <a:cubicBezTo>
                  <a:pt x="1892" y="8544"/>
                  <a:pt x="1" y="8740"/>
                  <a:pt x="1" y="8740"/>
                </a:cubicBezTo>
                <a:lnTo>
                  <a:pt x="19984" y="8740"/>
                </a:lnTo>
                <a:cubicBezTo>
                  <a:pt x="19984" y="8740"/>
                  <a:pt x="17985" y="8464"/>
                  <a:pt x="18895" y="8000"/>
                </a:cubicBezTo>
                <a:cubicBezTo>
                  <a:pt x="19805" y="7527"/>
                  <a:pt x="19181" y="7393"/>
                  <a:pt x="17174" y="7143"/>
                </a:cubicBezTo>
                <a:cubicBezTo>
                  <a:pt x="15158" y="6903"/>
                  <a:pt x="15728" y="6358"/>
                  <a:pt x="17638" y="5877"/>
                </a:cubicBezTo>
                <a:cubicBezTo>
                  <a:pt x="19556" y="5395"/>
                  <a:pt x="18173" y="4735"/>
                  <a:pt x="16888" y="4512"/>
                </a:cubicBezTo>
                <a:cubicBezTo>
                  <a:pt x="15604" y="4289"/>
                  <a:pt x="15363" y="4084"/>
                  <a:pt x="16826" y="3513"/>
                </a:cubicBezTo>
                <a:cubicBezTo>
                  <a:pt x="18298" y="2951"/>
                  <a:pt x="17495" y="2344"/>
                  <a:pt x="16576" y="2121"/>
                </a:cubicBezTo>
                <a:cubicBezTo>
                  <a:pt x="15648" y="1898"/>
                  <a:pt x="15273" y="1532"/>
                  <a:pt x="16166" y="1211"/>
                </a:cubicBezTo>
                <a:cubicBezTo>
                  <a:pt x="17067" y="890"/>
                  <a:pt x="15639" y="604"/>
                  <a:pt x="15282" y="435"/>
                </a:cubicBezTo>
                <a:cubicBezTo>
                  <a:pt x="14926" y="274"/>
                  <a:pt x="16451" y="51"/>
                  <a:pt x="15630" y="7"/>
                </a:cubicBezTo>
                <a:cubicBezTo>
                  <a:pt x="15560" y="3"/>
                  <a:pt x="15485" y="1"/>
                  <a:pt x="15406" y="1"/>
                </a:cubicBezTo>
                <a:close/>
              </a:path>
            </a:pathLst>
          </a:custGeom>
          <a:solidFill>
            <a:srgbClr val="6BC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133"/>
          <p:cNvSpPr/>
          <p:nvPr/>
        </p:nvSpPr>
        <p:spPr>
          <a:xfrm flipH="1">
            <a:off x="8929401" y="4662505"/>
            <a:ext cx="521499" cy="499422"/>
          </a:xfrm>
          <a:custGeom>
            <a:rect b="b" l="l" r="r" t="t"/>
            <a:pathLst>
              <a:path extrusionOk="0" h="2286" w="2667">
                <a:moveTo>
                  <a:pt x="2001" y="0"/>
                </a:moveTo>
                <a:lnTo>
                  <a:pt x="0" y="2286"/>
                </a:lnTo>
                <a:lnTo>
                  <a:pt x="2667" y="2238"/>
                </a:lnTo>
                <a:close/>
              </a:path>
            </a:pathLst>
          </a:custGeom>
          <a:solidFill>
            <a:srgbClr val="CC946E"/>
          </a:solidFill>
          <a:ln>
            <a:noFill/>
          </a:ln>
        </p:spPr>
      </p:sp>
      <p:sp>
        <p:nvSpPr>
          <p:cNvPr id="8296" name="Google Shape;8296;p133"/>
          <p:cNvSpPr/>
          <p:nvPr/>
        </p:nvSpPr>
        <p:spPr>
          <a:xfrm>
            <a:off x="-301725" y="4662505"/>
            <a:ext cx="541821" cy="499422"/>
          </a:xfrm>
          <a:custGeom>
            <a:rect b="b" l="l" r="r" t="t"/>
            <a:pathLst>
              <a:path extrusionOk="0" h="2286" w="2667">
                <a:moveTo>
                  <a:pt x="2001" y="0"/>
                </a:moveTo>
                <a:lnTo>
                  <a:pt x="0" y="2286"/>
                </a:lnTo>
                <a:lnTo>
                  <a:pt x="2667" y="2238"/>
                </a:lnTo>
                <a:close/>
              </a:path>
            </a:pathLst>
          </a:custGeom>
          <a:solidFill>
            <a:srgbClr val="CC946E"/>
          </a:solidFill>
          <a:ln>
            <a:noFill/>
          </a:ln>
        </p:spPr>
      </p:sp>
      <p:sp>
        <p:nvSpPr>
          <p:cNvPr id="8297" name="Google Shape;8297;p133"/>
          <p:cNvSpPr/>
          <p:nvPr/>
        </p:nvSpPr>
        <p:spPr>
          <a:xfrm>
            <a:off x="69041" y="4651473"/>
            <a:ext cx="8979662" cy="510440"/>
          </a:xfrm>
          <a:custGeom>
            <a:rect b="b" l="l" r="r" t="t"/>
            <a:pathLst>
              <a:path extrusionOk="0" h="1491" w="30422">
                <a:moveTo>
                  <a:pt x="1" y="0"/>
                </a:moveTo>
                <a:lnTo>
                  <a:pt x="1" y="1490"/>
                </a:lnTo>
                <a:lnTo>
                  <a:pt x="30422" y="1490"/>
                </a:lnTo>
                <a:lnTo>
                  <a:pt x="3042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133"/>
          <p:cNvSpPr/>
          <p:nvPr/>
        </p:nvSpPr>
        <p:spPr>
          <a:xfrm>
            <a:off x="-336500" y="4637799"/>
            <a:ext cx="9817059" cy="540024"/>
          </a:xfrm>
          <a:custGeom>
            <a:rect b="b" l="l" r="r" t="t"/>
            <a:pathLst>
              <a:path extrusionOk="0" h="1776" w="33259">
                <a:moveTo>
                  <a:pt x="31769" y="81"/>
                </a:moveTo>
                <a:lnTo>
                  <a:pt x="33089" y="1696"/>
                </a:lnTo>
                <a:lnTo>
                  <a:pt x="170" y="1696"/>
                </a:lnTo>
                <a:lnTo>
                  <a:pt x="1482" y="81"/>
                </a:lnTo>
                <a:close/>
                <a:moveTo>
                  <a:pt x="1446" y="1"/>
                </a:moveTo>
                <a:lnTo>
                  <a:pt x="1" y="1776"/>
                </a:lnTo>
                <a:lnTo>
                  <a:pt x="33259" y="1776"/>
                </a:lnTo>
                <a:lnTo>
                  <a:pt x="318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133"/>
          <p:cNvSpPr/>
          <p:nvPr/>
        </p:nvSpPr>
        <p:spPr>
          <a:xfrm>
            <a:off x="1114495" y="4637799"/>
            <a:ext cx="6912586" cy="540024"/>
          </a:xfrm>
          <a:custGeom>
            <a:rect b="b" l="l" r="r" t="t"/>
            <a:pathLst>
              <a:path extrusionOk="0" h="1776" w="23419">
                <a:moveTo>
                  <a:pt x="22357" y="81"/>
                </a:moveTo>
                <a:lnTo>
                  <a:pt x="23275" y="1696"/>
                </a:lnTo>
                <a:lnTo>
                  <a:pt x="143" y="1696"/>
                </a:lnTo>
                <a:lnTo>
                  <a:pt x="1071" y="81"/>
                </a:lnTo>
                <a:close/>
                <a:moveTo>
                  <a:pt x="1026" y="1"/>
                </a:moveTo>
                <a:lnTo>
                  <a:pt x="0" y="1776"/>
                </a:lnTo>
                <a:lnTo>
                  <a:pt x="23418" y="1776"/>
                </a:lnTo>
                <a:lnTo>
                  <a:pt x="22401"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133"/>
          <p:cNvSpPr/>
          <p:nvPr/>
        </p:nvSpPr>
        <p:spPr>
          <a:xfrm>
            <a:off x="2438868" y="4637799"/>
            <a:ext cx="4266092" cy="540024"/>
          </a:xfrm>
          <a:custGeom>
            <a:rect b="b" l="l" r="r" t="t"/>
            <a:pathLst>
              <a:path extrusionOk="0" h="1776" w="14453">
                <a:moveTo>
                  <a:pt x="13766" y="81"/>
                </a:moveTo>
                <a:lnTo>
                  <a:pt x="14337" y="1696"/>
                </a:lnTo>
                <a:lnTo>
                  <a:pt x="117" y="1696"/>
                </a:lnTo>
                <a:lnTo>
                  <a:pt x="688" y="81"/>
                </a:lnTo>
                <a:close/>
                <a:moveTo>
                  <a:pt x="625" y="1"/>
                </a:moveTo>
                <a:lnTo>
                  <a:pt x="1" y="1776"/>
                </a:lnTo>
                <a:lnTo>
                  <a:pt x="14453" y="1776"/>
                </a:lnTo>
                <a:lnTo>
                  <a:pt x="13819"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133"/>
          <p:cNvSpPr/>
          <p:nvPr/>
        </p:nvSpPr>
        <p:spPr>
          <a:xfrm>
            <a:off x="3805448" y="4637799"/>
            <a:ext cx="1530161" cy="540024"/>
          </a:xfrm>
          <a:custGeom>
            <a:rect b="b" l="l" r="r" t="t"/>
            <a:pathLst>
              <a:path extrusionOk="0" h="1776" w="5184">
                <a:moveTo>
                  <a:pt x="4890" y="81"/>
                </a:moveTo>
                <a:lnTo>
                  <a:pt x="5095" y="1696"/>
                </a:lnTo>
                <a:lnTo>
                  <a:pt x="99" y="1696"/>
                </a:lnTo>
                <a:lnTo>
                  <a:pt x="295" y="81"/>
                </a:lnTo>
                <a:close/>
                <a:moveTo>
                  <a:pt x="224" y="1"/>
                </a:moveTo>
                <a:lnTo>
                  <a:pt x="1" y="1776"/>
                </a:lnTo>
                <a:lnTo>
                  <a:pt x="5184" y="1776"/>
                </a:lnTo>
                <a:lnTo>
                  <a:pt x="4961"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02" name="Google Shape;8302;p133"/>
          <p:cNvGrpSpPr/>
          <p:nvPr/>
        </p:nvGrpSpPr>
        <p:grpSpPr>
          <a:xfrm>
            <a:off x="-138200" y="3248800"/>
            <a:ext cx="9401995" cy="1473275"/>
            <a:chOff x="-138200" y="2987850"/>
            <a:chExt cx="9401995" cy="1473275"/>
          </a:xfrm>
        </p:grpSpPr>
        <p:sp>
          <p:nvSpPr>
            <p:cNvPr id="8303" name="Google Shape;8303;p133"/>
            <p:cNvSpPr/>
            <p:nvPr/>
          </p:nvSpPr>
          <p:spPr>
            <a:xfrm>
              <a:off x="-138200" y="2987850"/>
              <a:ext cx="9401995" cy="139927"/>
            </a:xfrm>
            <a:custGeom>
              <a:rect b="b" l="l" r="r" t="t"/>
              <a:pathLst>
                <a:path extrusionOk="0" h="616" w="30422">
                  <a:moveTo>
                    <a:pt x="1" y="0"/>
                  </a:moveTo>
                  <a:lnTo>
                    <a:pt x="1" y="616"/>
                  </a:lnTo>
                  <a:lnTo>
                    <a:pt x="30422" y="616"/>
                  </a:lnTo>
                  <a:lnTo>
                    <a:pt x="30422"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133"/>
            <p:cNvSpPr/>
            <p:nvPr/>
          </p:nvSpPr>
          <p:spPr>
            <a:xfrm>
              <a:off x="-138200" y="3076891"/>
              <a:ext cx="9401995" cy="50882"/>
            </a:xfrm>
            <a:custGeom>
              <a:rect b="b" l="l" r="r" t="t"/>
              <a:pathLst>
                <a:path extrusionOk="0" h="224" w="30422">
                  <a:moveTo>
                    <a:pt x="1" y="1"/>
                  </a:moveTo>
                  <a:lnTo>
                    <a:pt x="1" y="224"/>
                  </a:lnTo>
                  <a:lnTo>
                    <a:pt x="30422" y="224"/>
                  </a:lnTo>
                  <a:lnTo>
                    <a:pt x="3042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133"/>
            <p:cNvSpPr/>
            <p:nvPr/>
          </p:nvSpPr>
          <p:spPr>
            <a:xfrm>
              <a:off x="-138200" y="4313024"/>
              <a:ext cx="9401995" cy="138110"/>
            </a:xfrm>
            <a:custGeom>
              <a:rect b="b" l="l" r="r" t="t"/>
              <a:pathLst>
                <a:path extrusionOk="0" h="608" w="30422">
                  <a:moveTo>
                    <a:pt x="1" y="1"/>
                  </a:moveTo>
                  <a:lnTo>
                    <a:pt x="1" y="607"/>
                  </a:lnTo>
                  <a:lnTo>
                    <a:pt x="30422" y="607"/>
                  </a:lnTo>
                  <a:lnTo>
                    <a:pt x="30422"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133"/>
            <p:cNvSpPr/>
            <p:nvPr/>
          </p:nvSpPr>
          <p:spPr>
            <a:xfrm>
              <a:off x="-138200" y="4313024"/>
              <a:ext cx="9401995" cy="30666"/>
            </a:xfrm>
            <a:custGeom>
              <a:rect b="b" l="l" r="r" t="t"/>
              <a:pathLst>
                <a:path extrusionOk="0" h="135" w="30422">
                  <a:moveTo>
                    <a:pt x="1" y="1"/>
                  </a:moveTo>
                  <a:lnTo>
                    <a:pt x="1" y="135"/>
                  </a:lnTo>
                  <a:lnTo>
                    <a:pt x="30422" y="135"/>
                  </a:lnTo>
                  <a:lnTo>
                    <a:pt x="3042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133"/>
            <p:cNvSpPr/>
            <p:nvPr/>
          </p:nvSpPr>
          <p:spPr>
            <a:xfrm>
              <a:off x="-138200" y="4402292"/>
              <a:ext cx="9401995" cy="48838"/>
            </a:xfrm>
            <a:custGeom>
              <a:rect b="b" l="l" r="r" t="t"/>
              <a:pathLst>
                <a:path extrusionOk="0" h="215" w="30422">
                  <a:moveTo>
                    <a:pt x="1" y="0"/>
                  </a:moveTo>
                  <a:lnTo>
                    <a:pt x="1" y="214"/>
                  </a:lnTo>
                  <a:lnTo>
                    <a:pt x="30422" y="214"/>
                  </a:lnTo>
                  <a:lnTo>
                    <a:pt x="30422" y="0"/>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08" name="Google Shape;8308;p133"/>
            <p:cNvGrpSpPr/>
            <p:nvPr/>
          </p:nvGrpSpPr>
          <p:grpSpPr>
            <a:xfrm>
              <a:off x="1190934" y="3127728"/>
              <a:ext cx="389354" cy="1185780"/>
              <a:chOff x="1491295" y="3180738"/>
              <a:chExt cx="354635" cy="1080043"/>
            </a:xfrm>
          </p:grpSpPr>
          <p:sp>
            <p:nvSpPr>
              <p:cNvPr id="8309" name="Google Shape;8309;p133"/>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133"/>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133"/>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133"/>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133"/>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133"/>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15" name="Google Shape;8315;p133"/>
            <p:cNvSpPr/>
            <p:nvPr/>
          </p:nvSpPr>
          <p:spPr>
            <a:xfrm>
              <a:off x="1802734"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133"/>
            <p:cNvSpPr/>
            <p:nvPr/>
          </p:nvSpPr>
          <p:spPr>
            <a:xfrm>
              <a:off x="1768436"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133"/>
            <p:cNvSpPr/>
            <p:nvPr/>
          </p:nvSpPr>
          <p:spPr>
            <a:xfrm>
              <a:off x="1855430"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133"/>
            <p:cNvSpPr/>
            <p:nvPr/>
          </p:nvSpPr>
          <p:spPr>
            <a:xfrm>
              <a:off x="1855430" y="3255194"/>
              <a:ext cx="107667" cy="928382"/>
            </a:xfrm>
            <a:custGeom>
              <a:rect b="b" l="l" r="r" t="t"/>
              <a:pathLst>
                <a:path extrusionOk="0" h="4087" w="474">
                  <a:moveTo>
                    <a:pt x="1" y="1"/>
                  </a:moveTo>
                  <a:lnTo>
                    <a:pt x="1"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133"/>
            <p:cNvSpPr/>
            <p:nvPr/>
          </p:nvSpPr>
          <p:spPr>
            <a:xfrm>
              <a:off x="1802734"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133"/>
            <p:cNvSpPr/>
            <p:nvPr/>
          </p:nvSpPr>
          <p:spPr>
            <a:xfrm>
              <a:off x="1768436"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133"/>
            <p:cNvSpPr/>
            <p:nvPr/>
          </p:nvSpPr>
          <p:spPr>
            <a:xfrm>
              <a:off x="2380345"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133"/>
            <p:cNvSpPr/>
            <p:nvPr/>
          </p:nvSpPr>
          <p:spPr>
            <a:xfrm>
              <a:off x="2345820"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133"/>
            <p:cNvSpPr/>
            <p:nvPr/>
          </p:nvSpPr>
          <p:spPr>
            <a:xfrm>
              <a:off x="2433041"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133"/>
            <p:cNvSpPr/>
            <p:nvPr/>
          </p:nvSpPr>
          <p:spPr>
            <a:xfrm>
              <a:off x="2433041" y="3255194"/>
              <a:ext cx="107440" cy="928382"/>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133"/>
            <p:cNvSpPr/>
            <p:nvPr/>
          </p:nvSpPr>
          <p:spPr>
            <a:xfrm>
              <a:off x="2380345"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133"/>
            <p:cNvSpPr/>
            <p:nvPr/>
          </p:nvSpPr>
          <p:spPr>
            <a:xfrm>
              <a:off x="2345820"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133"/>
            <p:cNvSpPr/>
            <p:nvPr/>
          </p:nvSpPr>
          <p:spPr>
            <a:xfrm>
              <a:off x="2959773" y="3190456"/>
              <a:ext cx="316413" cy="64966"/>
            </a:xfrm>
            <a:custGeom>
              <a:rect b="b" l="l" r="r" t="t"/>
              <a:pathLst>
                <a:path extrusionOk="0" h="286" w="1393">
                  <a:moveTo>
                    <a:pt x="1" y="0"/>
                  </a:moveTo>
                  <a:lnTo>
                    <a:pt x="1"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133"/>
            <p:cNvSpPr/>
            <p:nvPr/>
          </p:nvSpPr>
          <p:spPr>
            <a:xfrm>
              <a:off x="2923431"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133"/>
            <p:cNvSpPr/>
            <p:nvPr/>
          </p:nvSpPr>
          <p:spPr>
            <a:xfrm>
              <a:off x="3012469" y="3255194"/>
              <a:ext cx="211018" cy="928382"/>
            </a:xfrm>
            <a:custGeom>
              <a:rect b="b" l="l" r="r" t="t"/>
              <a:pathLst>
                <a:path extrusionOk="0" h="4087" w="929">
                  <a:moveTo>
                    <a:pt x="1" y="1"/>
                  </a:moveTo>
                  <a:lnTo>
                    <a:pt x="1" y="4087"/>
                  </a:lnTo>
                  <a:lnTo>
                    <a:pt x="928" y="4087"/>
                  </a:lnTo>
                  <a:lnTo>
                    <a:pt x="92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133"/>
            <p:cNvSpPr/>
            <p:nvPr/>
          </p:nvSpPr>
          <p:spPr>
            <a:xfrm>
              <a:off x="3012469"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133"/>
            <p:cNvSpPr/>
            <p:nvPr/>
          </p:nvSpPr>
          <p:spPr>
            <a:xfrm>
              <a:off x="2959773" y="4183320"/>
              <a:ext cx="316413" cy="65193"/>
            </a:xfrm>
            <a:custGeom>
              <a:rect b="b" l="l" r="r" t="t"/>
              <a:pathLst>
                <a:path extrusionOk="0" h="287" w="1393">
                  <a:moveTo>
                    <a:pt x="1" y="1"/>
                  </a:moveTo>
                  <a:lnTo>
                    <a:pt x="1"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133"/>
            <p:cNvSpPr/>
            <p:nvPr/>
          </p:nvSpPr>
          <p:spPr>
            <a:xfrm>
              <a:off x="2923431"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133"/>
            <p:cNvSpPr/>
            <p:nvPr/>
          </p:nvSpPr>
          <p:spPr>
            <a:xfrm>
              <a:off x="3537384" y="3190456"/>
              <a:ext cx="316186" cy="64966"/>
            </a:xfrm>
            <a:custGeom>
              <a:rect b="b" l="l" r="r" t="t"/>
              <a:pathLst>
                <a:path extrusionOk="0" h="286" w="1392">
                  <a:moveTo>
                    <a:pt x="0" y="0"/>
                  </a:moveTo>
                  <a:lnTo>
                    <a:pt x="0"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133"/>
            <p:cNvSpPr/>
            <p:nvPr/>
          </p:nvSpPr>
          <p:spPr>
            <a:xfrm>
              <a:off x="3500815"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133"/>
            <p:cNvSpPr/>
            <p:nvPr/>
          </p:nvSpPr>
          <p:spPr>
            <a:xfrm>
              <a:off x="3590080" y="3255194"/>
              <a:ext cx="210791" cy="928382"/>
            </a:xfrm>
            <a:custGeom>
              <a:rect b="b" l="l" r="r" t="t"/>
              <a:pathLst>
                <a:path extrusionOk="0" h="4087" w="928">
                  <a:moveTo>
                    <a:pt x="0" y="1"/>
                  </a:moveTo>
                  <a:lnTo>
                    <a:pt x="0" y="4087"/>
                  </a:lnTo>
                  <a:lnTo>
                    <a:pt x="928" y="4087"/>
                  </a:lnTo>
                  <a:lnTo>
                    <a:pt x="92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133"/>
            <p:cNvSpPr/>
            <p:nvPr/>
          </p:nvSpPr>
          <p:spPr>
            <a:xfrm>
              <a:off x="3590080" y="3255194"/>
              <a:ext cx="105395" cy="928382"/>
            </a:xfrm>
            <a:custGeom>
              <a:rect b="b" l="l" r="r" t="t"/>
              <a:pathLst>
                <a:path extrusionOk="0" h="4087" w="464">
                  <a:moveTo>
                    <a:pt x="0" y="1"/>
                  </a:moveTo>
                  <a:lnTo>
                    <a:pt x="0"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133"/>
            <p:cNvSpPr/>
            <p:nvPr/>
          </p:nvSpPr>
          <p:spPr>
            <a:xfrm>
              <a:off x="3537384" y="4183320"/>
              <a:ext cx="316186" cy="65193"/>
            </a:xfrm>
            <a:custGeom>
              <a:rect b="b" l="l" r="r" t="t"/>
              <a:pathLst>
                <a:path extrusionOk="0" h="287" w="1392">
                  <a:moveTo>
                    <a:pt x="0" y="1"/>
                  </a:moveTo>
                  <a:lnTo>
                    <a:pt x="0"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133"/>
            <p:cNvSpPr/>
            <p:nvPr/>
          </p:nvSpPr>
          <p:spPr>
            <a:xfrm>
              <a:off x="3500815"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133"/>
            <p:cNvSpPr/>
            <p:nvPr/>
          </p:nvSpPr>
          <p:spPr>
            <a:xfrm>
              <a:off x="4114768" y="3190456"/>
              <a:ext cx="316413" cy="64966"/>
            </a:xfrm>
            <a:custGeom>
              <a:rect b="b" l="l" r="r" t="t"/>
              <a:pathLst>
                <a:path extrusionOk="0" h="286" w="1393">
                  <a:moveTo>
                    <a:pt x="1" y="0"/>
                  </a:moveTo>
                  <a:lnTo>
                    <a:pt x="1"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133"/>
            <p:cNvSpPr/>
            <p:nvPr/>
          </p:nvSpPr>
          <p:spPr>
            <a:xfrm>
              <a:off x="4078426"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133"/>
            <p:cNvSpPr/>
            <p:nvPr/>
          </p:nvSpPr>
          <p:spPr>
            <a:xfrm>
              <a:off x="4167464" y="3255194"/>
              <a:ext cx="211018" cy="928382"/>
            </a:xfrm>
            <a:custGeom>
              <a:rect b="b" l="l" r="r" t="t"/>
              <a:pathLst>
                <a:path extrusionOk="0" h="4087" w="929">
                  <a:moveTo>
                    <a:pt x="1" y="1"/>
                  </a:moveTo>
                  <a:lnTo>
                    <a:pt x="1" y="4087"/>
                  </a:lnTo>
                  <a:lnTo>
                    <a:pt x="928" y="4087"/>
                  </a:lnTo>
                  <a:lnTo>
                    <a:pt x="92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133"/>
            <p:cNvSpPr/>
            <p:nvPr/>
          </p:nvSpPr>
          <p:spPr>
            <a:xfrm>
              <a:off x="4167464"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133"/>
            <p:cNvSpPr/>
            <p:nvPr/>
          </p:nvSpPr>
          <p:spPr>
            <a:xfrm>
              <a:off x="4114768" y="4183320"/>
              <a:ext cx="316413" cy="65193"/>
            </a:xfrm>
            <a:custGeom>
              <a:rect b="b" l="l" r="r" t="t"/>
              <a:pathLst>
                <a:path extrusionOk="0" h="287" w="1393">
                  <a:moveTo>
                    <a:pt x="1" y="1"/>
                  </a:moveTo>
                  <a:lnTo>
                    <a:pt x="1"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133"/>
            <p:cNvSpPr/>
            <p:nvPr/>
          </p:nvSpPr>
          <p:spPr>
            <a:xfrm>
              <a:off x="4078426"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133"/>
            <p:cNvSpPr/>
            <p:nvPr/>
          </p:nvSpPr>
          <p:spPr>
            <a:xfrm>
              <a:off x="4692379"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133"/>
            <p:cNvSpPr/>
            <p:nvPr/>
          </p:nvSpPr>
          <p:spPr>
            <a:xfrm>
              <a:off x="4655809"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133"/>
            <p:cNvSpPr/>
            <p:nvPr/>
          </p:nvSpPr>
          <p:spPr>
            <a:xfrm>
              <a:off x="4745074"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133"/>
            <p:cNvSpPr/>
            <p:nvPr/>
          </p:nvSpPr>
          <p:spPr>
            <a:xfrm>
              <a:off x="4745074" y="3255194"/>
              <a:ext cx="105395" cy="928382"/>
            </a:xfrm>
            <a:custGeom>
              <a:rect b="b" l="l" r="r" t="t"/>
              <a:pathLst>
                <a:path extrusionOk="0" h="4087" w="464">
                  <a:moveTo>
                    <a:pt x="0" y="1"/>
                  </a:moveTo>
                  <a:lnTo>
                    <a:pt x="0"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133"/>
            <p:cNvSpPr/>
            <p:nvPr/>
          </p:nvSpPr>
          <p:spPr>
            <a:xfrm>
              <a:off x="4692379"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133"/>
            <p:cNvSpPr/>
            <p:nvPr/>
          </p:nvSpPr>
          <p:spPr>
            <a:xfrm>
              <a:off x="4655809"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133"/>
            <p:cNvSpPr/>
            <p:nvPr/>
          </p:nvSpPr>
          <p:spPr>
            <a:xfrm>
              <a:off x="5269762"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133"/>
            <p:cNvSpPr/>
            <p:nvPr/>
          </p:nvSpPr>
          <p:spPr>
            <a:xfrm>
              <a:off x="5233420"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133"/>
            <p:cNvSpPr/>
            <p:nvPr/>
          </p:nvSpPr>
          <p:spPr>
            <a:xfrm>
              <a:off x="5322458"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133"/>
            <p:cNvSpPr/>
            <p:nvPr/>
          </p:nvSpPr>
          <p:spPr>
            <a:xfrm>
              <a:off x="5322458"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133"/>
            <p:cNvSpPr/>
            <p:nvPr/>
          </p:nvSpPr>
          <p:spPr>
            <a:xfrm>
              <a:off x="5269762"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133"/>
            <p:cNvSpPr/>
            <p:nvPr/>
          </p:nvSpPr>
          <p:spPr>
            <a:xfrm>
              <a:off x="5233420"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133"/>
            <p:cNvSpPr/>
            <p:nvPr/>
          </p:nvSpPr>
          <p:spPr>
            <a:xfrm>
              <a:off x="5847373"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133"/>
            <p:cNvSpPr/>
            <p:nvPr/>
          </p:nvSpPr>
          <p:spPr>
            <a:xfrm>
              <a:off x="5810804"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133"/>
            <p:cNvSpPr/>
            <p:nvPr/>
          </p:nvSpPr>
          <p:spPr>
            <a:xfrm>
              <a:off x="5900069"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133"/>
            <p:cNvSpPr/>
            <p:nvPr/>
          </p:nvSpPr>
          <p:spPr>
            <a:xfrm>
              <a:off x="5900069" y="3255194"/>
              <a:ext cx="105395" cy="928382"/>
            </a:xfrm>
            <a:custGeom>
              <a:rect b="b" l="l" r="r" t="t"/>
              <a:pathLst>
                <a:path extrusionOk="0" h="4087" w="464">
                  <a:moveTo>
                    <a:pt x="0" y="1"/>
                  </a:moveTo>
                  <a:lnTo>
                    <a:pt x="0"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133"/>
            <p:cNvSpPr/>
            <p:nvPr/>
          </p:nvSpPr>
          <p:spPr>
            <a:xfrm>
              <a:off x="5847373"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133"/>
            <p:cNvSpPr/>
            <p:nvPr/>
          </p:nvSpPr>
          <p:spPr>
            <a:xfrm>
              <a:off x="5810804"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133"/>
            <p:cNvSpPr/>
            <p:nvPr/>
          </p:nvSpPr>
          <p:spPr>
            <a:xfrm>
              <a:off x="6424757"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133"/>
            <p:cNvSpPr/>
            <p:nvPr/>
          </p:nvSpPr>
          <p:spPr>
            <a:xfrm>
              <a:off x="6388415"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133"/>
            <p:cNvSpPr/>
            <p:nvPr/>
          </p:nvSpPr>
          <p:spPr>
            <a:xfrm>
              <a:off x="6477453"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133"/>
            <p:cNvSpPr/>
            <p:nvPr/>
          </p:nvSpPr>
          <p:spPr>
            <a:xfrm>
              <a:off x="6477453"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133"/>
            <p:cNvSpPr/>
            <p:nvPr/>
          </p:nvSpPr>
          <p:spPr>
            <a:xfrm>
              <a:off x="6424757"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133"/>
            <p:cNvSpPr/>
            <p:nvPr/>
          </p:nvSpPr>
          <p:spPr>
            <a:xfrm>
              <a:off x="6388415"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133"/>
            <p:cNvSpPr/>
            <p:nvPr/>
          </p:nvSpPr>
          <p:spPr>
            <a:xfrm>
              <a:off x="7002368"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133"/>
            <p:cNvSpPr/>
            <p:nvPr/>
          </p:nvSpPr>
          <p:spPr>
            <a:xfrm>
              <a:off x="6967843" y="3127536"/>
              <a:ext cx="389327" cy="63149"/>
            </a:xfrm>
            <a:custGeom>
              <a:rect b="b" l="l" r="r" t="t"/>
              <a:pathLst>
                <a:path extrusionOk="0" h="278" w="1714">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133"/>
            <p:cNvSpPr/>
            <p:nvPr/>
          </p:nvSpPr>
          <p:spPr>
            <a:xfrm>
              <a:off x="7055064"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133"/>
            <p:cNvSpPr/>
            <p:nvPr/>
          </p:nvSpPr>
          <p:spPr>
            <a:xfrm>
              <a:off x="7055064" y="3255194"/>
              <a:ext cx="107440" cy="928382"/>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133"/>
            <p:cNvSpPr/>
            <p:nvPr/>
          </p:nvSpPr>
          <p:spPr>
            <a:xfrm>
              <a:off x="7002368"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133"/>
            <p:cNvSpPr/>
            <p:nvPr/>
          </p:nvSpPr>
          <p:spPr>
            <a:xfrm>
              <a:off x="6967843" y="4248285"/>
              <a:ext cx="389327" cy="64966"/>
            </a:xfrm>
            <a:custGeom>
              <a:rect b="b" l="l" r="r" t="t"/>
              <a:pathLst>
                <a:path extrusionOk="0" h="286" w="1714">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133"/>
            <p:cNvSpPr/>
            <p:nvPr/>
          </p:nvSpPr>
          <p:spPr>
            <a:xfrm>
              <a:off x="7579752"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133"/>
            <p:cNvSpPr/>
            <p:nvPr/>
          </p:nvSpPr>
          <p:spPr>
            <a:xfrm>
              <a:off x="7545227" y="3127536"/>
              <a:ext cx="389327" cy="63149"/>
            </a:xfrm>
            <a:custGeom>
              <a:rect b="b" l="l" r="r" t="t"/>
              <a:pathLst>
                <a:path extrusionOk="0" h="278" w="1714">
                  <a:moveTo>
                    <a:pt x="1" y="1"/>
                  </a:moveTo>
                  <a:lnTo>
                    <a:pt x="1" y="277"/>
                  </a:lnTo>
                  <a:lnTo>
                    <a:pt x="1714" y="277"/>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133"/>
            <p:cNvSpPr/>
            <p:nvPr/>
          </p:nvSpPr>
          <p:spPr>
            <a:xfrm>
              <a:off x="7632448"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133"/>
            <p:cNvSpPr/>
            <p:nvPr/>
          </p:nvSpPr>
          <p:spPr>
            <a:xfrm>
              <a:off x="7632448" y="3255194"/>
              <a:ext cx="107667" cy="928382"/>
            </a:xfrm>
            <a:custGeom>
              <a:rect b="b" l="l" r="r" t="t"/>
              <a:pathLst>
                <a:path extrusionOk="0" h="4087" w="474">
                  <a:moveTo>
                    <a:pt x="1" y="1"/>
                  </a:moveTo>
                  <a:lnTo>
                    <a:pt x="1"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133"/>
            <p:cNvSpPr/>
            <p:nvPr/>
          </p:nvSpPr>
          <p:spPr>
            <a:xfrm>
              <a:off x="7579752"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133"/>
            <p:cNvSpPr/>
            <p:nvPr/>
          </p:nvSpPr>
          <p:spPr>
            <a:xfrm>
              <a:off x="7545227" y="4248285"/>
              <a:ext cx="389327" cy="64966"/>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133"/>
            <p:cNvSpPr/>
            <p:nvPr/>
          </p:nvSpPr>
          <p:spPr>
            <a:xfrm>
              <a:off x="5625306" y="4376851"/>
              <a:ext cx="1574796" cy="84275"/>
            </a:xfrm>
            <a:custGeom>
              <a:rect b="b" l="l" r="r" t="t"/>
              <a:pathLst>
                <a:path extrusionOk="0" h="371" w="6933">
                  <a:moveTo>
                    <a:pt x="1854" y="1"/>
                  </a:moveTo>
                  <a:cubicBezTo>
                    <a:pt x="1640" y="1"/>
                    <a:pt x="1437" y="14"/>
                    <a:pt x="1437" y="14"/>
                  </a:cubicBezTo>
                  <a:cubicBezTo>
                    <a:pt x="1437" y="14"/>
                    <a:pt x="1306" y="26"/>
                    <a:pt x="1193" y="26"/>
                  </a:cubicBezTo>
                  <a:cubicBezTo>
                    <a:pt x="1136" y="26"/>
                    <a:pt x="1083" y="23"/>
                    <a:pt x="1054" y="14"/>
                  </a:cubicBezTo>
                  <a:cubicBezTo>
                    <a:pt x="1049" y="13"/>
                    <a:pt x="1044" y="12"/>
                    <a:pt x="1039" y="12"/>
                  </a:cubicBezTo>
                  <a:cubicBezTo>
                    <a:pt x="966" y="12"/>
                    <a:pt x="911" y="130"/>
                    <a:pt x="911" y="130"/>
                  </a:cubicBezTo>
                  <a:lnTo>
                    <a:pt x="813" y="112"/>
                  </a:lnTo>
                  <a:cubicBezTo>
                    <a:pt x="813" y="112"/>
                    <a:pt x="608" y="148"/>
                    <a:pt x="590" y="157"/>
                  </a:cubicBezTo>
                  <a:cubicBezTo>
                    <a:pt x="572" y="157"/>
                    <a:pt x="509" y="193"/>
                    <a:pt x="509" y="193"/>
                  </a:cubicBezTo>
                  <a:lnTo>
                    <a:pt x="1" y="371"/>
                  </a:lnTo>
                  <a:lnTo>
                    <a:pt x="6933" y="317"/>
                  </a:lnTo>
                  <a:lnTo>
                    <a:pt x="6522" y="157"/>
                  </a:lnTo>
                  <a:lnTo>
                    <a:pt x="5942" y="139"/>
                  </a:lnTo>
                  <a:lnTo>
                    <a:pt x="5487" y="228"/>
                  </a:lnTo>
                  <a:cubicBezTo>
                    <a:pt x="5487" y="228"/>
                    <a:pt x="5077" y="228"/>
                    <a:pt x="4818" y="193"/>
                  </a:cubicBezTo>
                  <a:cubicBezTo>
                    <a:pt x="4551" y="157"/>
                    <a:pt x="4515" y="184"/>
                    <a:pt x="4354" y="112"/>
                  </a:cubicBezTo>
                  <a:cubicBezTo>
                    <a:pt x="4258" y="72"/>
                    <a:pt x="4161" y="65"/>
                    <a:pt x="4104" y="65"/>
                  </a:cubicBezTo>
                  <a:cubicBezTo>
                    <a:pt x="4071" y="65"/>
                    <a:pt x="4051" y="68"/>
                    <a:pt x="4051" y="68"/>
                  </a:cubicBezTo>
                  <a:lnTo>
                    <a:pt x="3846" y="68"/>
                  </a:lnTo>
                  <a:lnTo>
                    <a:pt x="3569" y="77"/>
                  </a:lnTo>
                  <a:lnTo>
                    <a:pt x="3346" y="68"/>
                  </a:lnTo>
                  <a:lnTo>
                    <a:pt x="2963" y="94"/>
                  </a:lnTo>
                  <a:lnTo>
                    <a:pt x="2650" y="193"/>
                  </a:lnTo>
                  <a:cubicBezTo>
                    <a:pt x="2650" y="193"/>
                    <a:pt x="2436" y="175"/>
                    <a:pt x="2338" y="68"/>
                  </a:cubicBezTo>
                  <a:cubicBezTo>
                    <a:pt x="2294" y="14"/>
                    <a:pt x="2068" y="1"/>
                    <a:pt x="18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82" name="Google Shape;8382;p133"/>
            <p:cNvGrpSpPr/>
            <p:nvPr/>
          </p:nvGrpSpPr>
          <p:grpSpPr>
            <a:xfrm>
              <a:off x="613339" y="3127728"/>
              <a:ext cx="389354" cy="1185780"/>
              <a:chOff x="1491295" y="3180738"/>
              <a:chExt cx="354635" cy="1080043"/>
            </a:xfrm>
          </p:grpSpPr>
          <p:sp>
            <p:nvSpPr>
              <p:cNvPr id="8383" name="Google Shape;8383;p133"/>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133"/>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133"/>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133"/>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133"/>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133"/>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9" name="Google Shape;8389;p133"/>
            <p:cNvGrpSpPr/>
            <p:nvPr/>
          </p:nvGrpSpPr>
          <p:grpSpPr>
            <a:xfrm>
              <a:off x="35745" y="3127728"/>
              <a:ext cx="389354" cy="1185780"/>
              <a:chOff x="1491295" y="3180738"/>
              <a:chExt cx="354635" cy="1080043"/>
            </a:xfrm>
          </p:grpSpPr>
          <p:sp>
            <p:nvSpPr>
              <p:cNvPr id="8390" name="Google Shape;8390;p133"/>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133"/>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133"/>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133"/>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133"/>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133"/>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6" name="Google Shape;8396;p133"/>
            <p:cNvGrpSpPr/>
            <p:nvPr/>
          </p:nvGrpSpPr>
          <p:grpSpPr>
            <a:xfrm>
              <a:off x="8122725" y="3127728"/>
              <a:ext cx="389354" cy="1185780"/>
              <a:chOff x="1491295" y="3180738"/>
              <a:chExt cx="354635" cy="1080043"/>
            </a:xfrm>
          </p:grpSpPr>
          <p:sp>
            <p:nvSpPr>
              <p:cNvPr id="8397" name="Google Shape;8397;p133"/>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133"/>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133"/>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133"/>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133"/>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133"/>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3" name="Google Shape;8403;p133"/>
            <p:cNvGrpSpPr/>
            <p:nvPr/>
          </p:nvGrpSpPr>
          <p:grpSpPr>
            <a:xfrm>
              <a:off x="8700100" y="3127728"/>
              <a:ext cx="389354" cy="1185780"/>
              <a:chOff x="1491295" y="3180738"/>
              <a:chExt cx="354635" cy="1080043"/>
            </a:xfrm>
          </p:grpSpPr>
          <p:sp>
            <p:nvSpPr>
              <p:cNvPr id="8404" name="Google Shape;8404;p133"/>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133"/>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133"/>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133"/>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133"/>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133"/>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410" name="Google Shape;8410;p133"/>
          <p:cNvSpPr/>
          <p:nvPr/>
        </p:nvSpPr>
        <p:spPr>
          <a:xfrm>
            <a:off x="1850546" y="4519646"/>
            <a:ext cx="2045463" cy="127457"/>
          </a:xfrm>
          <a:custGeom>
            <a:rect b="b" l="l" r="r" t="t"/>
            <a:pathLst>
              <a:path extrusionOk="0" h="616" w="9886">
                <a:moveTo>
                  <a:pt x="2418" y="0"/>
                </a:moveTo>
                <a:lnTo>
                  <a:pt x="2142" y="99"/>
                </a:lnTo>
                <a:lnTo>
                  <a:pt x="1919" y="188"/>
                </a:lnTo>
                <a:lnTo>
                  <a:pt x="1740" y="295"/>
                </a:lnTo>
                <a:cubicBezTo>
                  <a:pt x="1740" y="295"/>
                  <a:pt x="1571" y="188"/>
                  <a:pt x="1339" y="161"/>
                </a:cubicBezTo>
                <a:cubicBezTo>
                  <a:pt x="1290" y="155"/>
                  <a:pt x="1256" y="153"/>
                  <a:pt x="1234" y="153"/>
                </a:cubicBezTo>
                <a:cubicBezTo>
                  <a:pt x="1210" y="153"/>
                  <a:pt x="1199" y="156"/>
                  <a:pt x="1194" y="158"/>
                </a:cubicBezTo>
                <a:lnTo>
                  <a:pt x="1194" y="158"/>
                </a:lnTo>
                <a:cubicBezTo>
                  <a:pt x="1194" y="158"/>
                  <a:pt x="1194" y="158"/>
                  <a:pt x="1194" y="158"/>
                </a:cubicBezTo>
                <a:cubicBezTo>
                  <a:pt x="1108" y="158"/>
                  <a:pt x="558" y="327"/>
                  <a:pt x="483" y="402"/>
                </a:cubicBezTo>
                <a:lnTo>
                  <a:pt x="1" y="616"/>
                </a:lnTo>
                <a:lnTo>
                  <a:pt x="9885" y="616"/>
                </a:lnTo>
                <a:lnTo>
                  <a:pt x="9537" y="473"/>
                </a:lnTo>
                <a:lnTo>
                  <a:pt x="9261" y="402"/>
                </a:lnTo>
                <a:cubicBezTo>
                  <a:pt x="9261" y="402"/>
                  <a:pt x="9100" y="429"/>
                  <a:pt x="8833" y="473"/>
                </a:cubicBezTo>
                <a:cubicBezTo>
                  <a:pt x="8791" y="480"/>
                  <a:pt x="8757" y="483"/>
                  <a:pt x="8729" y="483"/>
                </a:cubicBezTo>
                <a:cubicBezTo>
                  <a:pt x="8584" y="483"/>
                  <a:pt x="8610" y="402"/>
                  <a:pt x="8610" y="402"/>
                </a:cubicBezTo>
                <a:cubicBezTo>
                  <a:pt x="8610" y="402"/>
                  <a:pt x="8306" y="188"/>
                  <a:pt x="8199" y="188"/>
                </a:cubicBezTo>
                <a:cubicBezTo>
                  <a:pt x="8083" y="188"/>
                  <a:pt x="7949" y="188"/>
                  <a:pt x="7816" y="206"/>
                </a:cubicBezTo>
                <a:cubicBezTo>
                  <a:pt x="7682" y="223"/>
                  <a:pt x="7575" y="295"/>
                  <a:pt x="7486" y="295"/>
                </a:cubicBezTo>
                <a:cubicBezTo>
                  <a:pt x="7396" y="287"/>
                  <a:pt x="7306" y="203"/>
                  <a:pt x="7154" y="203"/>
                </a:cubicBezTo>
                <a:cubicBezTo>
                  <a:pt x="7140" y="203"/>
                  <a:pt x="7126" y="204"/>
                  <a:pt x="7111" y="206"/>
                </a:cubicBezTo>
                <a:cubicBezTo>
                  <a:pt x="7048" y="212"/>
                  <a:pt x="6995" y="213"/>
                  <a:pt x="6951" y="213"/>
                </a:cubicBezTo>
                <a:cubicBezTo>
                  <a:pt x="6864" y="213"/>
                  <a:pt x="6816" y="206"/>
                  <a:pt x="6816" y="206"/>
                </a:cubicBezTo>
                <a:lnTo>
                  <a:pt x="6486" y="295"/>
                </a:lnTo>
                <a:lnTo>
                  <a:pt x="6147" y="473"/>
                </a:lnTo>
                <a:lnTo>
                  <a:pt x="5853" y="402"/>
                </a:lnTo>
                <a:lnTo>
                  <a:pt x="5425" y="206"/>
                </a:lnTo>
                <a:lnTo>
                  <a:pt x="4863" y="99"/>
                </a:lnTo>
                <a:cubicBezTo>
                  <a:pt x="4863" y="99"/>
                  <a:pt x="4435" y="161"/>
                  <a:pt x="4256" y="161"/>
                </a:cubicBezTo>
                <a:cubicBezTo>
                  <a:pt x="4078" y="161"/>
                  <a:pt x="4033" y="206"/>
                  <a:pt x="4033" y="206"/>
                </a:cubicBezTo>
                <a:cubicBezTo>
                  <a:pt x="4033" y="206"/>
                  <a:pt x="3699" y="297"/>
                  <a:pt x="3514" y="297"/>
                </a:cubicBezTo>
                <a:cubicBezTo>
                  <a:pt x="3498" y="297"/>
                  <a:pt x="3484" y="296"/>
                  <a:pt x="3471" y="295"/>
                </a:cubicBezTo>
                <a:cubicBezTo>
                  <a:pt x="3293" y="268"/>
                  <a:pt x="3159" y="99"/>
                  <a:pt x="3159" y="99"/>
                </a:cubicBezTo>
                <a:cubicBezTo>
                  <a:pt x="3159" y="99"/>
                  <a:pt x="3111" y="138"/>
                  <a:pt x="3050" y="138"/>
                </a:cubicBezTo>
                <a:cubicBezTo>
                  <a:pt x="3020" y="138"/>
                  <a:pt x="2986" y="128"/>
                  <a:pt x="2954" y="99"/>
                </a:cubicBezTo>
                <a:cubicBezTo>
                  <a:pt x="2919" y="67"/>
                  <a:pt x="2890" y="57"/>
                  <a:pt x="2864" y="57"/>
                </a:cubicBezTo>
                <a:cubicBezTo>
                  <a:pt x="2815" y="57"/>
                  <a:pt x="2774" y="93"/>
                  <a:pt x="2722" y="99"/>
                </a:cubicBezTo>
                <a:cubicBezTo>
                  <a:pt x="2718" y="99"/>
                  <a:pt x="2714" y="99"/>
                  <a:pt x="2710" y="99"/>
                </a:cubicBezTo>
                <a:cubicBezTo>
                  <a:pt x="2616" y="99"/>
                  <a:pt x="2418" y="0"/>
                  <a:pt x="2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11" name="Google Shape;8411;p133"/>
          <p:cNvGrpSpPr/>
          <p:nvPr/>
        </p:nvGrpSpPr>
        <p:grpSpPr>
          <a:xfrm>
            <a:off x="-440352" y="4372550"/>
            <a:ext cx="2183372" cy="583072"/>
            <a:chOff x="379848" y="4111600"/>
            <a:chExt cx="2183372" cy="583072"/>
          </a:xfrm>
        </p:grpSpPr>
        <p:sp>
          <p:nvSpPr>
            <p:cNvPr id="8412" name="Google Shape;8412;p133"/>
            <p:cNvSpPr/>
            <p:nvPr/>
          </p:nvSpPr>
          <p:spPr>
            <a:xfrm>
              <a:off x="379848" y="4111600"/>
              <a:ext cx="2183372" cy="583072"/>
            </a:xfrm>
            <a:custGeom>
              <a:rect b="b" l="l" r="r" t="t"/>
              <a:pathLst>
                <a:path extrusionOk="0" h="2818" w="7397">
                  <a:moveTo>
                    <a:pt x="1584" y="1"/>
                  </a:moveTo>
                  <a:cubicBezTo>
                    <a:pt x="1376" y="1"/>
                    <a:pt x="1196" y="52"/>
                    <a:pt x="1196" y="52"/>
                  </a:cubicBezTo>
                  <a:lnTo>
                    <a:pt x="0" y="2817"/>
                  </a:lnTo>
                  <a:lnTo>
                    <a:pt x="7396" y="2817"/>
                  </a:lnTo>
                  <a:cubicBezTo>
                    <a:pt x="7292" y="2500"/>
                    <a:pt x="7094" y="2422"/>
                    <a:pt x="6924" y="2422"/>
                  </a:cubicBezTo>
                  <a:cubicBezTo>
                    <a:pt x="6759" y="2422"/>
                    <a:pt x="6620" y="2496"/>
                    <a:pt x="6620" y="2496"/>
                  </a:cubicBezTo>
                  <a:cubicBezTo>
                    <a:pt x="6496" y="2241"/>
                    <a:pt x="6327" y="2167"/>
                    <a:pt x="6172" y="2167"/>
                  </a:cubicBezTo>
                  <a:cubicBezTo>
                    <a:pt x="5959" y="2167"/>
                    <a:pt x="5772" y="2309"/>
                    <a:pt x="5772" y="2309"/>
                  </a:cubicBezTo>
                  <a:cubicBezTo>
                    <a:pt x="5688" y="1947"/>
                    <a:pt x="5515" y="1848"/>
                    <a:pt x="5351" y="1848"/>
                  </a:cubicBezTo>
                  <a:cubicBezTo>
                    <a:pt x="5149" y="1848"/>
                    <a:pt x="4961" y="1996"/>
                    <a:pt x="4961" y="1996"/>
                  </a:cubicBezTo>
                  <a:cubicBezTo>
                    <a:pt x="4890" y="1622"/>
                    <a:pt x="4712" y="1517"/>
                    <a:pt x="4537" y="1517"/>
                  </a:cubicBezTo>
                  <a:cubicBezTo>
                    <a:pt x="4315" y="1517"/>
                    <a:pt x="4095" y="1684"/>
                    <a:pt x="4095" y="1684"/>
                  </a:cubicBezTo>
                  <a:cubicBezTo>
                    <a:pt x="4067" y="1207"/>
                    <a:pt x="3877" y="1076"/>
                    <a:pt x="3676" y="1076"/>
                  </a:cubicBezTo>
                  <a:cubicBezTo>
                    <a:pt x="3430" y="1076"/>
                    <a:pt x="3167" y="1274"/>
                    <a:pt x="3167" y="1274"/>
                  </a:cubicBezTo>
                  <a:cubicBezTo>
                    <a:pt x="3202" y="765"/>
                    <a:pt x="2976" y="633"/>
                    <a:pt x="2733" y="633"/>
                  </a:cubicBezTo>
                  <a:cubicBezTo>
                    <a:pt x="2473" y="633"/>
                    <a:pt x="2195" y="783"/>
                    <a:pt x="2195" y="783"/>
                  </a:cubicBezTo>
                  <a:cubicBezTo>
                    <a:pt x="2315" y="128"/>
                    <a:pt x="1914" y="1"/>
                    <a:pt x="1584"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133"/>
            <p:cNvSpPr/>
            <p:nvPr/>
          </p:nvSpPr>
          <p:spPr>
            <a:xfrm>
              <a:off x="514145" y="4335678"/>
              <a:ext cx="1340662" cy="358989"/>
            </a:xfrm>
            <a:custGeom>
              <a:rect b="b" l="l" r="r" t="t"/>
              <a:pathLst>
                <a:path extrusionOk="0" h="1735" w="4542">
                  <a:moveTo>
                    <a:pt x="974" y="0"/>
                  </a:moveTo>
                  <a:cubicBezTo>
                    <a:pt x="848" y="0"/>
                    <a:pt x="741" y="30"/>
                    <a:pt x="741" y="30"/>
                  </a:cubicBezTo>
                  <a:lnTo>
                    <a:pt x="0" y="1734"/>
                  </a:lnTo>
                  <a:lnTo>
                    <a:pt x="4541" y="1734"/>
                  </a:lnTo>
                  <a:cubicBezTo>
                    <a:pt x="4478" y="1540"/>
                    <a:pt x="4358" y="1492"/>
                    <a:pt x="4254" y="1492"/>
                  </a:cubicBezTo>
                  <a:cubicBezTo>
                    <a:pt x="4153" y="1492"/>
                    <a:pt x="4068" y="1538"/>
                    <a:pt x="4068" y="1538"/>
                  </a:cubicBezTo>
                  <a:cubicBezTo>
                    <a:pt x="3994" y="1381"/>
                    <a:pt x="3889" y="1335"/>
                    <a:pt x="3792" y="1335"/>
                  </a:cubicBezTo>
                  <a:cubicBezTo>
                    <a:pt x="3659" y="1335"/>
                    <a:pt x="3542" y="1422"/>
                    <a:pt x="3542" y="1422"/>
                  </a:cubicBezTo>
                  <a:cubicBezTo>
                    <a:pt x="3494" y="1202"/>
                    <a:pt x="3391" y="1142"/>
                    <a:pt x="3292" y="1142"/>
                  </a:cubicBezTo>
                  <a:cubicBezTo>
                    <a:pt x="3169" y="1142"/>
                    <a:pt x="3051" y="1235"/>
                    <a:pt x="3051" y="1235"/>
                  </a:cubicBezTo>
                  <a:cubicBezTo>
                    <a:pt x="3004" y="1001"/>
                    <a:pt x="2893" y="936"/>
                    <a:pt x="2785" y="936"/>
                  </a:cubicBezTo>
                  <a:cubicBezTo>
                    <a:pt x="2649" y="936"/>
                    <a:pt x="2516" y="1038"/>
                    <a:pt x="2516" y="1038"/>
                  </a:cubicBezTo>
                  <a:cubicBezTo>
                    <a:pt x="2500" y="747"/>
                    <a:pt x="2384" y="666"/>
                    <a:pt x="2261" y="666"/>
                  </a:cubicBezTo>
                  <a:cubicBezTo>
                    <a:pt x="2108" y="666"/>
                    <a:pt x="1945" y="789"/>
                    <a:pt x="1945" y="789"/>
                  </a:cubicBezTo>
                  <a:cubicBezTo>
                    <a:pt x="1967" y="474"/>
                    <a:pt x="1828" y="392"/>
                    <a:pt x="1679" y="392"/>
                  </a:cubicBezTo>
                  <a:cubicBezTo>
                    <a:pt x="1519" y="392"/>
                    <a:pt x="1348" y="485"/>
                    <a:pt x="1348" y="485"/>
                  </a:cubicBezTo>
                  <a:cubicBezTo>
                    <a:pt x="1425" y="78"/>
                    <a:pt x="1176" y="0"/>
                    <a:pt x="9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4" name="Google Shape;8414;p133"/>
          <p:cNvGrpSpPr/>
          <p:nvPr/>
        </p:nvGrpSpPr>
        <p:grpSpPr>
          <a:xfrm>
            <a:off x="7400797" y="4372550"/>
            <a:ext cx="2183077" cy="583072"/>
            <a:chOff x="6551897" y="4111600"/>
            <a:chExt cx="2183077" cy="583072"/>
          </a:xfrm>
        </p:grpSpPr>
        <p:sp>
          <p:nvSpPr>
            <p:cNvPr id="8415" name="Google Shape;8415;p133"/>
            <p:cNvSpPr/>
            <p:nvPr/>
          </p:nvSpPr>
          <p:spPr>
            <a:xfrm>
              <a:off x="6551897" y="4111600"/>
              <a:ext cx="2183077" cy="583072"/>
            </a:xfrm>
            <a:custGeom>
              <a:rect b="b" l="l" r="r" t="t"/>
              <a:pathLst>
                <a:path extrusionOk="0" h="2818" w="7396">
                  <a:moveTo>
                    <a:pt x="5812" y="1"/>
                  </a:moveTo>
                  <a:cubicBezTo>
                    <a:pt x="5483" y="1"/>
                    <a:pt x="5081" y="128"/>
                    <a:pt x="5201" y="783"/>
                  </a:cubicBezTo>
                  <a:cubicBezTo>
                    <a:pt x="5201" y="783"/>
                    <a:pt x="4925" y="633"/>
                    <a:pt x="4667" y="633"/>
                  </a:cubicBezTo>
                  <a:cubicBezTo>
                    <a:pt x="4425" y="633"/>
                    <a:pt x="4199" y="765"/>
                    <a:pt x="4229" y="1274"/>
                  </a:cubicBezTo>
                  <a:cubicBezTo>
                    <a:pt x="4229" y="1274"/>
                    <a:pt x="3966" y="1076"/>
                    <a:pt x="3720" y="1076"/>
                  </a:cubicBezTo>
                  <a:cubicBezTo>
                    <a:pt x="3519" y="1076"/>
                    <a:pt x="3329" y="1207"/>
                    <a:pt x="3301" y="1684"/>
                  </a:cubicBezTo>
                  <a:cubicBezTo>
                    <a:pt x="3301" y="1684"/>
                    <a:pt x="3082" y="1517"/>
                    <a:pt x="2860" y="1517"/>
                  </a:cubicBezTo>
                  <a:cubicBezTo>
                    <a:pt x="2684" y="1517"/>
                    <a:pt x="2507" y="1622"/>
                    <a:pt x="2436" y="1996"/>
                  </a:cubicBezTo>
                  <a:cubicBezTo>
                    <a:pt x="2436" y="1996"/>
                    <a:pt x="2247" y="1848"/>
                    <a:pt x="2047" y="1848"/>
                  </a:cubicBezTo>
                  <a:cubicBezTo>
                    <a:pt x="1884" y="1848"/>
                    <a:pt x="1713" y="1947"/>
                    <a:pt x="1633" y="2309"/>
                  </a:cubicBezTo>
                  <a:cubicBezTo>
                    <a:pt x="1633" y="2309"/>
                    <a:pt x="1444" y="2167"/>
                    <a:pt x="1227" y="2167"/>
                  </a:cubicBezTo>
                  <a:cubicBezTo>
                    <a:pt x="1071" y="2167"/>
                    <a:pt x="900" y="2241"/>
                    <a:pt x="777" y="2496"/>
                  </a:cubicBezTo>
                  <a:cubicBezTo>
                    <a:pt x="777" y="2496"/>
                    <a:pt x="640" y="2422"/>
                    <a:pt x="476" y="2422"/>
                  </a:cubicBezTo>
                  <a:cubicBezTo>
                    <a:pt x="307" y="2422"/>
                    <a:pt x="109" y="2500"/>
                    <a:pt x="0" y="2817"/>
                  </a:cubicBezTo>
                  <a:lnTo>
                    <a:pt x="7396" y="2817"/>
                  </a:lnTo>
                  <a:lnTo>
                    <a:pt x="6201" y="52"/>
                  </a:lnTo>
                  <a:cubicBezTo>
                    <a:pt x="6201" y="52"/>
                    <a:pt x="6021" y="1"/>
                    <a:pt x="5812"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133"/>
            <p:cNvSpPr/>
            <p:nvPr/>
          </p:nvSpPr>
          <p:spPr>
            <a:xfrm>
              <a:off x="7260276" y="4335678"/>
              <a:ext cx="1340367" cy="358989"/>
            </a:xfrm>
            <a:custGeom>
              <a:rect b="b" l="l" r="r" t="t"/>
              <a:pathLst>
                <a:path extrusionOk="0" h="1735" w="4541">
                  <a:moveTo>
                    <a:pt x="3574" y="0"/>
                  </a:moveTo>
                  <a:cubicBezTo>
                    <a:pt x="3369" y="0"/>
                    <a:pt x="3117" y="78"/>
                    <a:pt x="3194" y="485"/>
                  </a:cubicBezTo>
                  <a:cubicBezTo>
                    <a:pt x="3194" y="485"/>
                    <a:pt x="3023" y="392"/>
                    <a:pt x="2863" y="392"/>
                  </a:cubicBezTo>
                  <a:cubicBezTo>
                    <a:pt x="2714" y="392"/>
                    <a:pt x="2575" y="474"/>
                    <a:pt x="2596" y="789"/>
                  </a:cubicBezTo>
                  <a:cubicBezTo>
                    <a:pt x="2596" y="789"/>
                    <a:pt x="2433" y="666"/>
                    <a:pt x="2281" y="666"/>
                  </a:cubicBezTo>
                  <a:cubicBezTo>
                    <a:pt x="2157" y="666"/>
                    <a:pt x="2041" y="747"/>
                    <a:pt x="2025" y="1038"/>
                  </a:cubicBezTo>
                  <a:cubicBezTo>
                    <a:pt x="2025" y="1038"/>
                    <a:pt x="1893" y="936"/>
                    <a:pt x="1758" y="936"/>
                  </a:cubicBezTo>
                  <a:cubicBezTo>
                    <a:pt x="1651" y="936"/>
                    <a:pt x="1542" y="1001"/>
                    <a:pt x="1499" y="1235"/>
                  </a:cubicBezTo>
                  <a:cubicBezTo>
                    <a:pt x="1499" y="1235"/>
                    <a:pt x="1379" y="1142"/>
                    <a:pt x="1254" y="1142"/>
                  </a:cubicBezTo>
                  <a:cubicBezTo>
                    <a:pt x="1152" y="1142"/>
                    <a:pt x="1047" y="1202"/>
                    <a:pt x="999" y="1422"/>
                  </a:cubicBezTo>
                  <a:cubicBezTo>
                    <a:pt x="999" y="1422"/>
                    <a:pt x="885" y="1335"/>
                    <a:pt x="753" y="1335"/>
                  </a:cubicBezTo>
                  <a:cubicBezTo>
                    <a:pt x="657" y="1335"/>
                    <a:pt x="552" y="1381"/>
                    <a:pt x="473" y="1538"/>
                  </a:cubicBezTo>
                  <a:cubicBezTo>
                    <a:pt x="473" y="1538"/>
                    <a:pt x="388" y="1492"/>
                    <a:pt x="287" y="1492"/>
                  </a:cubicBezTo>
                  <a:cubicBezTo>
                    <a:pt x="184" y="1492"/>
                    <a:pt x="63" y="1540"/>
                    <a:pt x="0" y="1734"/>
                  </a:cubicBezTo>
                  <a:lnTo>
                    <a:pt x="4541" y="1734"/>
                  </a:lnTo>
                  <a:lnTo>
                    <a:pt x="3809" y="30"/>
                  </a:lnTo>
                  <a:cubicBezTo>
                    <a:pt x="3809" y="30"/>
                    <a:pt x="3701" y="0"/>
                    <a:pt x="35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7" name="Google Shape;8417;p133"/>
          <p:cNvGrpSpPr/>
          <p:nvPr/>
        </p:nvGrpSpPr>
        <p:grpSpPr>
          <a:xfrm>
            <a:off x="-301731" y="2688291"/>
            <a:ext cx="942613" cy="2225784"/>
            <a:chOff x="1214466" y="2918796"/>
            <a:chExt cx="786428" cy="1856987"/>
          </a:xfrm>
        </p:grpSpPr>
        <p:sp>
          <p:nvSpPr>
            <p:cNvPr id="8418" name="Google Shape;8418;p133"/>
            <p:cNvSpPr/>
            <p:nvPr/>
          </p:nvSpPr>
          <p:spPr>
            <a:xfrm>
              <a:off x="1718262" y="3276741"/>
              <a:ext cx="282632" cy="1052344"/>
            </a:xfrm>
            <a:custGeom>
              <a:rect b="b" l="l" r="r" t="t"/>
              <a:pathLst>
                <a:path extrusionOk="0" h="5086" w="1366">
                  <a:moveTo>
                    <a:pt x="1366" y="1"/>
                  </a:moveTo>
                  <a:lnTo>
                    <a:pt x="1" y="5005"/>
                  </a:lnTo>
                  <a:lnTo>
                    <a:pt x="99" y="5086"/>
                  </a:lnTo>
                  <a:cubicBezTo>
                    <a:pt x="1294" y="2321"/>
                    <a:pt x="1366" y="1"/>
                    <a:pt x="13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133"/>
            <p:cNvSpPr/>
            <p:nvPr/>
          </p:nvSpPr>
          <p:spPr>
            <a:xfrm>
              <a:off x="1696123" y="3276741"/>
              <a:ext cx="304771" cy="1035791"/>
            </a:xfrm>
            <a:custGeom>
              <a:rect b="b" l="l" r="r" t="t"/>
              <a:pathLst>
                <a:path extrusionOk="0" h="5006" w="1473">
                  <a:moveTo>
                    <a:pt x="1473" y="1"/>
                  </a:moveTo>
                  <a:cubicBezTo>
                    <a:pt x="1473" y="1"/>
                    <a:pt x="483" y="1553"/>
                    <a:pt x="1" y="4916"/>
                  </a:cubicBezTo>
                  <a:lnTo>
                    <a:pt x="108" y="5005"/>
                  </a:lnTo>
                  <a:lnTo>
                    <a:pt x="1473"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133"/>
            <p:cNvSpPr/>
            <p:nvPr/>
          </p:nvSpPr>
          <p:spPr>
            <a:xfrm>
              <a:off x="1687020" y="3134598"/>
              <a:ext cx="227182" cy="1069104"/>
            </a:xfrm>
            <a:custGeom>
              <a:rect b="b" l="l" r="r" t="t"/>
              <a:pathLst>
                <a:path extrusionOk="0" h="5167" w="1098">
                  <a:moveTo>
                    <a:pt x="999" y="1"/>
                  </a:moveTo>
                  <a:lnTo>
                    <a:pt x="0" y="5086"/>
                  </a:lnTo>
                  <a:lnTo>
                    <a:pt x="107" y="5166"/>
                  </a:lnTo>
                  <a:cubicBezTo>
                    <a:pt x="1097" y="2321"/>
                    <a:pt x="999" y="1"/>
                    <a:pt x="9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133"/>
            <p:cNvSpPr/>
            <p:nvPr/>
          </p:nvSpPr>
          <p:spPr>
            <a:xfrm>
              <a:off x="1664882" y="3134598"/>
              <a:ext cx="229044" cy="1052344"/>
            </a:xfrm>
            <a:custGeom>
              <a:rect b="b" l="l" r="r" t="t"/>
              <a:pathLst>
                <a:path extrusionOk="0" h="5086" w="1107">
                  <a:moveTo>
                    <a:pt x="1106" y="1"/>
                  </a:moveTo>
                  <a:cubicBezTo>
                    <a:pt x="1106" y="1"/>
                    <a:pt x="232" y="1625"/>
                    <a:pt x="0" y="5014"/>
                  </a:cubicBezTo>
                  <a:lnTo>
                    <a:pt x="107" y="5086"/>
                  </a:lnTo>
                  <a:lnTo>
                    <a:pt x="1106"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133"/>
            <p:cNvSpPr/>
            <p:nvPr/>
          </p:nvSpPr>
          <p:spPr>
            <a:xfrm>
              <a:off x="1648123" y="3007352"/>
              <a:ext cx="171938" cy="1118762"/>
            </a:xfrm>
            <a:custGeom>
              <a:rect b="b" l="l" r="r" t="t"/>
              <a:pathLst>
                <a:path extrusionOk="0" h="5407" w="831">
                  <a:moveTo>
                    <a:pt x="527" y="0"/>
                  </a:moveTo>
                  <a:lnTo>
                    <a:pt x="1" y="5362"/>
                  </a:lnTo>
                  <a:lnTo>
                    <a:pt x="108" y="5406"/>
                  </a:lnTo>
                  <a:cubicBezTo>
                    <a:pt x="830" y="2258"/>
                    <a:pt x="527" y="1"/>
                    <a:pt x="5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133"/>
            <p:cNvSpPr/>
            <p:nvPr/>
          </p:nvSpPr>
          <p:spPr>
            <a:xfrm>
              <a:off x="1609434" y="3007352"/>
              <a:ext cx="147937" cy="1109451"/>
            </a:xfrm>
            <a:custGeom>
              <a:rect b="b" l="l" r="r" t="t"/>
              <a:pathLst>
                <a:path extrusionOk="0" h="5362" w="715">
                  <a:moveTo>
                    <a:pt x="714" y="0"/>
                  </a:moveTo>
                  <a:lnTo>
                    <a:pt x="714" y="0"/>
                  </a:lnTo>
                  <a:cubicBezTo>
                    <a:pt x="714" y="1"/>
                    <a:pt x="1" y="1910"/>
                    <a:pt x="72" y="5326"/>
                  </a:cubicBezTo>
                  <a:lnTo>
                    <a:pt x="188" y="5362"/>
                  </a:lnTo>
                  <a:lnTo>
                    <a:pt x="71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133"/>
            <p:cNvSpPr/>
            <p:nvPr/>
          </p:nvSpPr>
          <p:spPr>
            <a:xfrm>
              <a:off x="1607571" y="2918796"/>
              <a:ext cx="109039" cy="1127866"/>
            </a:xfrm>
            <a:custGeom>
              <a:rect b="b" l="l" r="r" t="t"/>
              <a:pathLst>
                <a:path extrusionOk="0" h="5451" w="527">
                  <a:moveTo>
                    <a:pt x="1" y="0"/>
                  </a:moveTo>
                  <a:lnTo>
                    <a:pt x="1" y="5451"/>
                  </a:lnTo>
                  <a:lnTo>
                    <a:pt x="117" y="5451"/>
                  </a:lnTo>
                  <a:cubicBezTo>
                    <a:pt x="527" y="2114"/>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133"/>
            <p:cNvSpPr/>
            <p:nvPr/>
          </p:nvSpPr>
          <p:spPr>
            <a:xfrm>
              <a:off x="1500605" y="2918796"/>
              <a:ext cx="107177" cy="1127866"/>
            </a:xfrm>
            <a:custGeom>
              <a:rect b="b" l="l" r="r" t="t"/>
              <a:pathLst>
                <a:path extrusionOk="0" h="5451" w="518">
                  <a:moveTo>
                    <a:pt x="518" y="0"/>
                  </a:moveTo>
                  <a:cubicBezTo>
                    <a:pt x="518" y="0"/>
                    <a:pt x="0" y="2114"/>
                    <a:pt x="402" y="5451"/>
                  </a:cubicBezTo>
                  <a:lnTo>
                    <a:pt x="518" y="5451"/>
                  </a:lnTo>
                  <a:lnTo>
                    <a:pt x="51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133"/>
            <p:cNvSpPr/>
            <p:nvPr/>
          </p:nvSpPr>
          <p:spPr>
            <a:xfrm>
              <a:off x="1214466" y="3276741"/>
              <a:ext cx="284494" cy="1052344"/>
            </a:xfrm>
            <a:custGeom>
              <a:rect b="b" l="l" r="r" t="t"/>
              <a:pathLst>
                <a:path extrusionOk="0" h="5086" w="1375">
                  <a:moveTo>
                    <a:pt x="0" y="1"/>
                  </a:moveTo>
                  <a:cubicBezTo>
                    <a:pt x="0" y="1"/>
                    <a:pt x="72" y="2321"/>
                    <a:pt x="1276" y="5086"/>
                  </a:cubicBezTo>
                  <a:lnTo>
                    <a:pt x="1374" y="5005"/>
                  </a:lnTo>
                  <a:lnTo>
                    <a:pt x="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133"/>
            <p:cNvSpPr/>
            <p:nvPr/>
          </p:nvSpPr>
          <p:spPr>
            <a:xfrm>
              <a:off x="1214466" y="3276741"/>
              <a:ext cx="304771" cy="1035791"/>
            </a:xfrm>
            <a:custGeom>
              <a:rect b="b" l="l" r="r" t="t"/>
              <a:pathLst>
                <a:path extrusionOk="0" h="5006" w="1473">
                  <a:moveTo>
                    <a:pt x="0" y="1"/>
                  </a:moveTo>
                  <a:lnTo>
                    <a:pt x="1374" y="5005"/>
                  </a:lnTo>
                  <a:lnTo>
                    <a:pt x="1472" y="4916"/>
                  </a:lnTo>
                  <a:cubicBezTo>
                    <a:pt x="1000" y="1553"/>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133"/>
            <p:cNvSpPr/>
            <p:nvPr/>
          </p:nvSpPr>
          <p:spPr>
            <a:xfrm>
              <a:off x="1301156" y="3134598"/>
              <a:ext cx="229044" cy="1069104"/>
            </a:xfrm>
            <a:custGeom>
              <a:rect b="b" l="l" r="r" t="t"/>
              <a:pathLst>
                <a:path extrusionOk="0" h="5167" w="1107">
                  <a:moveTo>
                    <a:pt x="108" y="1"/>
                  </a:moveTo>
                  <a:cubicBezTo>
                    <a:pt x="108" y="1"/>
                    <a:pt x="1" y="2321"/>
                    <a:pt x="1000" y="5166"/>
                  </a:cubicBezTo>
                  <a:lnTo>
                    <a:pt x="1107" y="5086"/>
                  </a:lnTo>
                  <a:lnTo>
                    <a:pt x="10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133"/>
            <p:cNvSpPr/>
            <p:nvPr/>
          </p:nvSpPr>
          <p:spPr>
            <a:xfrm>
              <a:off x="1323294" y="3134598"/>
              <a:ext cx="229044" cy="1052344"/>
            </a:xfrm>
            <a:custGeom>
              <a:rect b="b" l="l" r="r" t="t"/>
              <a:pathLst>
                <a:path extrusionOk="0" h="5086" w="1107">
                  <a:moveTo>
                    <a:pt x="1" y="1"/>
                  </a:moveTo>
                  <a:lnTo>
                    <a:pt x="1000" y="5086"/>
                  </a:lnTo>
                  <a:lnTo>
                    <a:pt x="1107" y="5014"/>
                  </a:lnTo>
                  <a:cubicBezTo>
                    <a:pt x="875" y="1625"/>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133"/>
            <p:cNvSpPr/>
            <p:nvPr/>
          </p:nvSpPr>
          <p:spPr>
            <a:xfrm>
              <a:off x="1395295" y="3007352"/>
              <a:ext cx="173800" cy="1118762"/>
            </a:xfrm>
            <a:custGeom>
              <a:rect b="b" l="l" r="r" t="t"/>
              <a:pathLst>
                <a:path extrusionOk="0" h="5407" w="840">
                  <a:moveTo>
                    <a:pt x="313" y="0"/>
                  </a:moveTo>
                  <a:cubicBezTo>
                    <a:pt x="313" y="1"/>
                    <a:pt x="1" y="2258"/>
                    <a:pt x="723" y="5406"/>
                  </a:cubicBezTo>
                  <a:lnTo>
                    <a:pt x="839" y="5362"/>
                  </a:lnTo>
                  <a:lnTo>
                    <a:pt x="313"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133"/>
            <p:cNvSpPr/>
            <p:nvPr/>
          </p:nvSpPr>
          <p:spPr>
            <a:xfrm>
              <a:off x="1459847" y="3007352"/>
              <a:ext cx="147937" cy="1109451"/>
            </a:xfrm>
            <a:custGeom>
              <a:rect b="b" l="l" r="r" t="t"/>
              <a:pathLst>
                <a:path extrusionOk="0" h="5362" w="715">
                  <a:moveTo>
                    <a:pt x="1" y="0"/>
                  </a:moveTo>
                  <a:lnTo>
                    <a:pt x="527" y="5362"/>
                  </a:lnTo>
                  <a:lnTo>
                    <a:pt x="634" y="5326"/>
                  </a:lnTo>
                  <a:cubicBezTo>
                    <a:pt x="715" y="1910"/>
                    <a:pt x="1" y="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133"/>
            <p:cNvSpPr/>
            <p:nvPr/>
          </p:nvSpPr>
          <p:spPr>
            <a:xfrm>
              <a:off x="1268053" y="3994907"/>
              <a:ext cx="681131" cy="86902"/>
            </a:xfrm>
            <a:custGeom>
              <a:rect b="b" l="l" r="r" t="t"/>
              <a:pathLst>
                <a:path extrusionOk="0" h="420" w="3292">
                  <a:moveTo>
                    <a:pt x="0" y="0"/>
                  </a:moveTo>
                  <a:lnTo>
                    <a:pt x="0" y="419"/>
                  </a:lnTo>
                  <a:lnTo>
                    <a:pt x="3292" y="419"/>
                  </a:lnTo>
                  <a:lnTo>
                    <a:pt x="3292"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133"/>
            <p:cNvSpPr/>
            <p:nvPr/>
          </p:nvSpPr>
          <p:spPr>
            <a:xfrm>
              <a:off x="1308605" y="4081600"/>
              <a:ext cx="598162" cy="694183"/>
            </a:xfrm>
            <a:custGeom>
              <a:rect b="b" l="l" r="r" t="t"/>
              <a:pathLst>
                <a:path extrusionOk="0" h="3355" w="2891">
                  <a:moveTo>
                    <a:pt x="0" y="0"/>
                  </a:moveTo>
                  <a:lnTo>
                    <a:pt x="250" y="3355"/>
                  </a:lnTo>
                  <a:lnTo>
                    <a:pt x="2650" y="3355"/>
                  </a:lnTo>
                  <a:lnTo>
                    <a:pt x="289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133"/>
            <p:cNvSpPr/>
            <p:nvPr/>
          </p:nvSpPr>
          <p:spPr>
            <a:xfrm>
              <a:off x="1308605" y="4081600"/>
              <a:ext cx="598162" cy="51934"/>
            </a:xfrm>
            <a:custGeom>
              <a:rect b="b" l="l" r="r" t="t"/>
              <a:pathLst>
                <a:path extrusionOk="0" h="251" w="2891">
                  <a:moveTo>
                    <a:pt x="0" y="0"/>
                  </a:moveTo>
                  <a:lnTo>
                    <a:pt x="18" y="250"/>
                  </a:lnTo>
                  <a:lnTo>
                    <a:pt x="2873" y="250"/>
                  </a:lnTo>
                  <a:lnTo>
                    <a:pt x="289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35" name="Google Shape;8435;p133"/>
          <p:cNvSpPr/>
          <p:nvPr/>
        </p:nvSpPr>
        <p:spPr>
          <a:xfrm>
            <a:off x="3335900" y="4668671"/>
            <a:ext cx="638923" cy="98075"/>
          </a:xfrm>
          <a:custGeom>
            <a:rect b="b" l="l" r="r" t="t"/>
            <a:pathLst>
              <a:path extrusionOk="0" h="474" w="3088">
                <a:moveTo>
                  <a:pt x="1544" y="1"/>
                </a:moveTo>
                <a:cubicBezTo>
                  <a:pt x="688" y="1"/>
                  <a:pt x="1" y="108"/>
                  <a:pt x="1" y="233"/>
                </a:cubicBezTo>
                <a:cubicBezTo>
                  <a:pt x="1" y="366"/>
                  <a:pt x="688" y="474"/>
                  <a:pt x="1544" y="474"/>
                </a:cubicBezTo>
                <a:cubicBezTo>
                  <a:pt x="2400" y="474"/>
                  <a:pt x="3087" y="366"/>
                  <a:pt x="3087" y="233"/>
                </a:cubicBezTo>
                <a:cubicBezTo>
                  <a:pt x="3087" y="108"/>
                  <a:pt x="2400" y="1"/>
                  <a:pt x="1544" y="1"/>
                </a:cubicBez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36" name="Google Shape;8436;p133"/>
          <p:cNvGrpSpPr/>
          <p:nvPr/>
        </p:nvGrpSpPr>
        <p:grpSpPr>
          <a:xfrm>
            <a:off x="3281612" y="2848135"/>
            <a:ext cx="769416" cy="1873929"/>
            <a:chOff x="3455165" y="2902037"/>
            <a:chExt cx="635198" cy="1547039"/>
          </a:xfrm>
        </p:grpSpPr>
        <p:sp>
          <p:nvSpPr>
            <p:cNvPr id="8437" name="Google Shape;8437;p133"/>
            <p:cNvSpPr/>
            <p:nvPr/>
          </p:nvSpPr>
          <p:spPr>
            <a:xfrm>
              <a:off x="3477303" y="2902037"/>
              <a:ext cx="590921" cy="956338"/>
            </a:xfrm>
            <a:custGeom>
              <a:rect b="b" l="l" r="r" t="t"/>
              <a:pathLst>
                <a:path extrusionOk="0" h="4622" w="2856">
                  <a:moveTo>
                    <a:pt x="1428" y="1"/>
                  </a:moveTo>
                  <a:cubicBezTo>
                    <a:pt x="1428" y="1"/>
                    <a:pt x="1330" y="90"/>
                    <a:pt x="1339" y="144"/>
                  </a:cubicBezTo>
                  <a:cubicBezTo>
                    <a:pt x="1348" y="206"/>
                    <a:pt x="1383" y="277"/>
                    <a:pt x="1330" y="295"/>
                  </a:cubicBezTo>
                  <a:cubicBezTo>
                    <a:pt x="1285" y="304"/>
                    <a:pt x="1285" y="331"/>
                    <a:pt x="1214" y="358"/>
                  </a:cubicBezTo>
                  <a:cubicBezTo>
                    <a:pt x="1143" y="376"/>
                    <a:pt x="1214" y="456"/>
                    <a:pt x="1214" y="509"/>
                  </a:cubicBezTo>
                  <a:cubicBezTo>
                    <a:pt x="1214" y="563"/>
                    <a:pt x="1107" y="857"/>
                    <a:pt x="1107" y="857"/>
                  </a:cubicBezTo>
                  <a:lnTo>
                    <a:pt x="1027" y="973"/>
                  </a:lnTo>
                  <a:cubicBezTo>
                    <a:pt x="1027" y="973"/>
                    <a:pt x="812" y="1152"/>
                    <a:pt x="812" y="1232"/>
                  </a:cubicBezTo>
                  <a:cubicBezTo>
                    <a:pt x="812" y="1312"/>
                    <a:pt x="830" y="1312"/>
                    <a:pt x="857" y="1410"/>
                  </a:cubicBezTo>
                  <a:cubicBezTo>
                    <a:pt x="884" y="1517"/>
                    <a:pt x="848" y="1491"/>
                    <a:pt x="812" y="1553"/>
                  </a:cubicBezTo>
                  <a:cubicBezTo>
                    <a:pt x="777" y="1616"/>
                    <a:pt x="465" y="1767"/>
                    <a:pt x="465" y="1767"/>
                  </a:cubicBezTo>
                  <a:cubicBezTo>
                    <a:pt x="465" y="1767"/>
                    <a:pt x="366" y="1856"/>
                    <a:pt x="366" y="1883"/>
                  </a:cubicBezTo>
                  <a:cubicBezTo>
                    <a:pt x="366" y="1910"/>
                    <a:pt x="465" y="2106"/>
                    <a:pt x="465" y="2106"/>
                  </a:cubicBezTo>
                  <a:lnTo>
                    <a:pt x="491" y="2222"/>
                  </a:lnTo>
                  <a:lnTo>
                    <a:pt x="366" y="2347"/>
                  </a:lnTo>
                  <a:cubicBezTo>
                    <a:pt x="366" y="2347"/>
                    <a:pt x="313" y="2410"/>
                    <a:pt x="313" y="2454"/>
                  </a:cubicBezTo>
                  <a:cubicBezTo>
                    <a:pt x="322" y="2499"/>
                    <a:pt x="313" y="2454"/>
                    <a:pt x="420" y="2659"/>
                  </a:cubicBezTo>
                  <a:cubicBezTo>
                    <a:pt x="483" y="2786"/>
                    <a:pt x="465" y="2809"/>
                    <a:pt x="444" y="2809"/>
                  </a:cubicBezTo>
                  <a:cubicBezTo>
                    <a:pt x="432" y="2809"/>
                    <a:pt x="420" y="2802"/>
                    <a:pt x="420" y="2802"/>
                  </a:cubicBezTo>
                  <a:lnTo>
                    <a:pt x="90" y="2963"/>
                  </a:lnTo>
                  <a:cubicBezTo>
                    <a:pt x="90" y="2963"/>
                    <a:pt x="126" y="3016"/>
                    <a:pt x="126" y="3034"/>
                  </a:cubicBezTo>
                  <a:cubicBezTo>
                    <a:pt x="134" y="3052"/>
                    <a:pt x="188" y="3114"/>
                    <a:pt x="250" y="3177"/>
                  </a:cubicBezTo>
                  <a:cubicBezTo>
                    <a:pt x="304" y="3239"/>
                    <a:pt x="152" y="3328"/>
                    <a:pt x="152" y="3328"/>
                  </a:cubicBezTo>
                  <a:lnTo>
                    <a:pt x="1" y="3605"/>
                  </a:lnTo>
                  <a:lnTo>
                    <a:pt x="90" y="3783"/>
                  </a:lnTo>
                  <a:lnTo>
                    <a:pt x="215" y="3953"/>
                  </a:lnTo>
                  <a:cubicBezTo>
                    <a:pt x="215" y="3953"/>
                    <a:pt x="188" y="3989"/>
                    <a:pt x="188" y="4042"/>
                  </a:cubicBezTo>
                  <a:cubicBezTo>
                    <a:pt x="188" y="4105"/>
                    <a:pt x="250" y="4399"/>
                    <a:pt x="250" y="4399"/>
                  </a:cubicBezTo>
                  <a:lnTo>
                    <a:pt x="366" y="4622"/>
                  </a:lnTo>
                  <a:lnTo>
                    <a:pt x="1428" y="4595"/>
                  </a:lnTo>
                  <a:lnTo>
                    <a:pt x="2490" y="4622"/>
                  </a:lnTo>
                  <a:lnTo>
                    <a:pt x="2606" y="4399"/>
                  </a:lnTo>
                  <a:cubicBezTo>
                    <a:pt x="2606" y="4399"/>
                    <a:pt x="2668" y="4105"/>
                    <a:pt x="2668" y="4042"/>
                  </a:cubicBezTo>
                  <a:cubicBezTo>
                    <a:pt x="2668" y="3989"/>
                    <a:pt x="2641" y="3953"/>
                    <a:pt x="2641" y="3953"/>
                  </a:cubicBezTo>
                  <a:lnTo>
                    <a:pt x="2766" y="3783"/>
                  </a:lnTo>
                  <a:lnTo>
                    <a:pt x="2855" y="3605"/>
                  </a:lnTo>
                  <a:lnTo>
                    <a:pt x="2704" y="3328"/>
                  </a:lnTo>
                  <a:cubicBezTo>
                    <a:pt x="2704" y="3328"/>
                    <a:pt x="2552" y="3239"/>
                    <a:pt x="2606" y="3177"/>
                  </a:cubicBezTo>
                  <a:cubicBezTo>
                    <a:pt x="2668" y="3114"/>
                    <a:pt x="2722" y="3052"/>
                    <a:pt x="2730" y="3034"/>
                  </a:cubicBezTo>
                  <a:cubicBezTo>
                    <a:pt x="2730" y="3016"/>
                    <a:pt x="2766" y="2963"/>
                    <a:pt x="2766" y="2963"/>
                  </a:cubicBezTo>
                  <a:lnTo>
                    <a:pt x="2436" y="2802"/>
                  </a:lnTo>
                  <a:cubicBezTo>
                    <a:pt x="2436" y="2802"/>
                    <a:pt x="2424" y="2809"/>
                    <a:pt x="2412" y="2809"/>
                  </a:cubicBezTo>
                  <a:cubicBezTo>
                    <a:pt x="2391" y="2809"/>
                    <a:pt x="2373" y="2786"/>
                    <a:pt x="2436" y="2659"/>
                  </a:cubicBezTo>
                  <a:cubicBezTo>
                    <a:pt x="2543" y="2454"/>
                    <a:pt x="2534" y="2499"/>
                    <a:pt x="2543" y="2454"/>
                  </a:cubicBezTo>
                  <a:cubicBezTo>
                    <a:pt x="2543" y="2410"/>
                    <a:pt x="2490" y="2347"/>
                    <a:pt x="2490" y="2347"/>
                  </a:cubicBezTo>
                  <a:lnTo>
                    <a:pt x="2365" y="2222"/>
                  </a:lnTo>
                  <a:lnTo>
                    <a:pt x="2391" y="2106"/>
                  </a:lnTo>
                  <a:cubicBezTo>
                    <a:pt x="2391" y="2106"/>
                    <a:pt x="2490" y="1910"/>
                    <a:pt x="2490" y="1883"/>
                  </a:cubicBezTo>
                  <a:cubicBezTo>
                    <a:pt x="2490" y="1856"/>
                    <a:pt x="2391" y="1767"/>
                    <a:pt x="2391" y="1767"/>
                  </a:cubicBezTo>
                  <a:cubicBezTo>
                    <a:pt x="2391" y="1767"/>
                    <a:pt x="2079" y="1616"/>
                    <a:pt x="2044" y="1553"/>
                  </a:cubicBezTo>
                  <a:cubicBezTo>
                    <a:pt x="2008" y="1491"/>
                    <a:pt x="1972" y="1517"/>
                    <a:pt x="1999" y="1410"/>
                  </a:cubicBezTo>
                  <a:cubicBezTo>
                    <a:pt x="2026" y="1312"/>
                    <a:pt x="2044" y="1312"/>
                    <a:pt x="2044" y="1232"/>
                  </a:cubicBezTo>
                  <a:cubicBezTo>
                    <a:pt x="2044" y="1152"/>
                    <a:pt x="1829" y="973"/>
                    <a:pt x="1829" y="973"/>
                  </a:cubicBezTo>
                  <a:lnTo>
                    <a:pt x="1749" y="857"/>
                  </a:lnTo>
                  <a:cubicBezTo>
                    <a:pt x="1749" y="857"/>
                    <a:pt x="1642" y="563"/>
                    <a:pt x="1642" y="509"/>
                  </a:cubicBezTo>
                  <a:cubicBezTo>
                    <a:pt x="1642" y="456"/>
                    <a:pt x="1713" y="376"/>
                    <a:pt x="1642" y="358"/>
                  </a:cubicBezTo>
                  <a:cubicBezTo>
                    <a:pt x="1571" y="331"/>
                    <a:pt x="1571" y="304"/>
                    <a:pt x="1526" y="295"/>
                  </a:cubicBezTo>
                  <a:cubicBezTo>
                    <a:pt x="1473" y="277"/>
                    <a:pt x="1508" y="206"/>
                    <a:pt x="1517" y="144"/>
                  </a:cubicBezTo>
                  <a:cubicBezTo>
                    <a:pt x="1526" y="90"/>
                    <a:pt x="1428" y="1"/>
                    <a:pt x="142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133"/>
            <p:cNvSpPr/>
            <p:nvPr/>
          </p:nvSpPr>
          <p:spPr>
            <a:xfrm>
              <a:off x="3584476" y="3249016"/>
              <a:ext cx="376567" cy="609350"/>
            </a:xfrm>
            <a:custGeom>
              <a:rect b="b" l="l" r="r" t="t"/>
              <a:pathLst>
                <a:path extrusionOk="0" h="2945" w="1820">
                  <a:moveTo>
                    <a:pt x="910" y="1"/>
                  </a:moveTo>
                  <a:cubicBezTo>
                    <a:pt x="910" y="1"/>
                    <a:pt x="848" y="63"/>
                    <a:pt x="856" y="99"/>
                  </a:cubicBezTo>
                  <a:cubicBezTo>
                    <a:pt x="856" y="135"/>
                    <a:pt x="883" y="179"/>
                    <a:pt x="848" y="188"/>
                  </a:cubicBezTo>
                  <a:cubicBezTo>
                    <a:pt x="821" y="197"/>
                    <a:pt x="821" y="215"/>
                    <a:pt x="776" y="233"/>
                  </a:cubicBezTo>
                  <a:cubicBezTo>
                    <a:pt x="732" y="242"/>
                    <a:pt x="776" y="286"/>
                    <a:pt x="776" y="322"/>
                  </a:cubicBezTo>
                  <a:cubicBezTo>
                    <a:pt x="776" y="358"/>
                    <a:pt x="705" y="545"/>
                    <a:pt x="705" y="545"/>
                  </a:cubicBezTo>
                  <a:lnTo>
                    <a:pt x="651" y="625"/>
                  </a:lnTo>
                  <a:cubicBezTo>
                    <a:pt x="651" y="625"/>
                    <a:pt x="517" y="741"/>
                    <a:pt x="517" y="786"/>
                  </a:cubicBezTo>
                  <a:cubicBezTo>
                    <a:pt x="517" y="840"/>
                    <a:pt x="526" y="840"/>
                    <a:pt x="544" y="902"/>
                  </a:cubicBezTo>
                  <a:cubicBezTo>
                    <a:pt x="562" y="964"/>
                    <a:pt x="544" y="947"/>
                    <a:pt x="517" y="991"/>
                  </a:cubicBezTo>
                  <a:cubicBezTo>
                    <a:pt x="500" y="1027"/>
                    <a:pt x="294" y="1125"/>
                    <a:pt x="294" y="1125"/>
                  </a:cubicBezTo>
                  <a:cubicBezTo>
                    <a:pt x="294" y="1125"/>
                    <a:pt x="241" y="1179"/>
                    <a:pt x="241" y="1196"/>
                  </a:cubicBezTo>
                  <a:cubicBezTo>
                    <a:pt x="241" y="1214"/>
                    <a:pt x="294" y="1348"/>
                    <a:pt x="294" y="1348"/>
                  </a:cubicBezTo>
                  <a:lnTo>
                    <a:pt x="312" y="1419"/>
                  </a:lnTo>
                  <a:lnTo>
                    <a:pt x="232" y="1491"/>
                  </a:lnTo>
                  <a:cubicBezTo>
                    <a:pt x="232" y="1491"/>
                    <a:pt x="196" y="1535"/>
                    <a:pt x="205" y="1562"/>
                  </a:cubicBezTo>
                  <a:cubicBezTo>
                    <a:pt x="205" y="1598"/>
                    <a:pt x="205" y="1562"/>
                    <a:pt x="268" y="1696"/>
                  </a:cubicBezTo>
                  <a:cubicBezTo>
                    <a:pt x="307" y="1775"/>
                    <a:pt x="297" y="1790"/>
                    <a:pt x="283" y="1790"/>
                  </a:cubicBezTo>
                  <a:cubicBezTo>
                    <a:pt x="276" y="1790"/>
                    <a:pt x="268" y="1785"/>
                    <a:pt x="268" y="1785"/>
                  </a:cubicBezTo>
                  <a:lnTo>
                    <a:pt x="62" y="1883"/>
                  </a:lnTo>
                  <a:cubicBezTo>
                    <a:pt x="62" y="1883"/>
                    <a:pt x="80" y="1919"/>
                    <a:pt x="80" y="1937"/>
                  </a:cubicBezTo>
                  <a:cubicBezTo>
                    <a:pt x="89" y="1946"/>
                    <a:pt x="116" y="1990"/>
                    <a:pt x="161" y="2026"/>
                  </a:cubicBezTo>
                  <a:cubicBezTo>
                    <a:pt x="196" y="2071"/>
                    <a:pt x="98" y="2124"/>
                    <a:pt x="98" y="2124"/>
                  </a:cubicBezTo>
                  <a:lnTo>
                    <a:pt x="0" y="2303"/>
                  </a:lnTo>
                  <a:lnTo>
                    <a:pt x="62" y="2410"/>
                  </a:lnTo>
                  <a:lnTo>
                    <a:pt x="134" y="2517"/>
                  </a:lnTo>
                  <a:cubicBezTo>
                    <a:pt x="134" y="2517"/>
                    <a:pt x="116" y="2543"/>
                    <a:pt x="116" y="2579"/>
                  </a:cubicBezTo>
                  <a:cubicBezTo>
                    <a:pt x="116" y="2615"/>
                    <a:pt x="161" y="2802"/>
                    <a:pt x="161" y="2802"/>
                  </a:cubicBezTo>
                  <a:lnTo>
                    <a:pt x="232" y="2945"/>
                  </a:lnTo>
                  <a:lnTo>
                    <a:pt x="910" y="2927"/>
                  </a:lnTo>
                  <a:lnTo>
                    <a:pt x="1588" y="2945"/>
                  </a:lnTo>
                  <a:lnTo>
                    <a:pt x="1659" y="2802"/>
                  </a:lnTo>
                  <a:cubicBezTo>
                    <a:pt x="1659" y="2802"/>
                    <a:pt x="1704" y="2615"/>
                    <a:pt x="1704" y="2579"/>
                  </a:cubicBezTo>
                  <a:cubicBezTo>
                    <a:pt x="1704" y="2543"/>
                    <a:pt x="1686" y="2517"/>
                    <a:pt x="1686" y="2517"/>
                  </a:cubicBezTo>
                  <a:lnTo>
                    <a:pt x="1757" y="2410"/>
                  </a:lnTo>
                  <a:lnTo>
                    <a:pt x="1820" y="2303"/>
                  </a:lnTo>
                  <a:lnTo>
                    <a:pt x="1722" y="2124"/>
                  </a:lnTo>
                  <a:cubicBezTo>
                    <a:pt x="1722" y="2124"/>
                    <a:pt x="1624" y="2071"/>
                    <a:pt x="1659" y="2026"/>
                  </a:cubicBezTo>
                  <a:cubicBezTo>
                    <a:pt x="1704" y="1990"/>
                    <a:pt x="1731" y="1946"/>
                    <a:pt x="1740" y="1937"/>
                  </a:cubicBezTo>
                  <a:cubicBezTo>
                    <a:pt x="1740" y="1919"/>
                    <a:pt x="1757" y="1883"/>
                    <a:pt x="1757" y="1883"/>
                  </a:cubicBezTo>
                  <a:lnTo>
                    <a:pt x="1552" y="1785"/>
                  </a:lnTo>
                  <a:cubicBezTo>
                    <a:pt x="1552" y="1785"/>
                    <a:pt x="1544" y="1790"/>
                    <a:pt x="1537" y="1790"/>
                  </a:cubicBezTo>
                  <a:cubicBezTo>
                    <a:pt x="1523" y="1790"/>
                    <a:pt x="1513" y="1775"/>
                    <a:pt x="1552" y="1696"/>
                  </a:cubicBezTo>
                  <a:cubicBezTo>
                    <a:pt x="1615" y="1562"/>
                    <a:pt x="1615" y="1598"/>
                    <a:pt x="1615" y="1562"/>
                  </a:cubicBezTo>
                  <a:cubicBezTo>
                    <a:pt x="1624" y="1535"/>
                    <a:pt x="1588" y="1491"/>
                    <a:pt x="1588" y="1491"/>
                  </a:cubicBezTo>
                  <a:lnTo>
                    <a:pt x="1508" y="1419"/>
                  </a:lnTo>
                  <a:lnTo>
                    <a:pt x="1526" y="1348"/>
                  </a:lnTo>
                  <a:cubicBezTo>
                    <a:pt x="1526" y="1348"/>
                    <a:pt x="1579" y="1214"/>
                    <a:pt x="1579" y="1196"/>
                  </a:cubicBezTo>
                  <a:cubicBezTo>
                    <a:pt x="1579" y="1179"/>
                    <a:pt x="1526" y="1125"/>
                    <a:pt x="1526" y="1125"/>
                  </a:cubicBezTo>
                  <a:cubicBezTo>
                    <a:pt x="1526" y="1125"/>
                    <a:pt x="1320" y="1027"/>
                    <a:pt x="1303" y="991"/>
                  </a:cubicBezTo>
                  <a:cubicBezTo>
                    <a:pt x="1276" y="947"/>
                    <a:pt x="1258" y="964"/>
                    <a:pt x="1276" y="902"/>
                  </a:cubicBezTo>
                  <a:cubicBezTo>
                    <a:pt x="1294" y="840"/>
                    <a:pt x="1303" y="840"/>
                    <a:pt x="1303" y="786"/>
                  </a:cubicBezTo>
                  <a:cubicBezTo>
                    <a:pt x="1303" y="741"/>
                    <a:pt x="1169" y="625"/>
                    <a:pt x="1169" y="625"/>
                  </a:cubicBezTo>
                  <a:lnTo>
                    <a:pt x="1115" y="545"/>
                  </a:lnTo>
                  <a:cubicBezTo>
                    <a:pt x="1115" y="545"/>
                    <a:pt x="1044" y="358"/>
                    <a:pt x="1044" y="322"/>
                  </a:cubicBezTo>
                  <a:cubicBezTo>
                    <a:pt x="1044" y="286"/>
                    <a:pt x="1088" y="242"/>
                    <a:pt x="1044" y="233"/>
                  </a:cubicBezTo>
                  <a:cubicBezTo>
                    <a:pt x="999" y="215"/>
                    <a:pt x="999" y="197"/>
                    <a:pt x="972" y="188"/>
                  </a:cubicBezTo>
                  <a:cubicBezTo>
                    <a:pt x="937" y="179"/>
                    <a:pt x="964" y="135"/>
                    <a:pt x="964" y="99"/>
                  </a:cubicBezTo>
                  <a:cubicBezTo>
                    <a:pt x="972" y="63"/>
                    <a:pt x="91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133"/>
            <p:cNvSpPr/>
            <p:nvPr/>
          </p:nvSpPr>
          <p:spPr>
            <a:xfrm>
              <a:off x="3468200" y="3647721"/>
              <a:ext cx="234423" cy="129733"/>
            </a:xfrm>
            <a:custGeom>
              <a:rect b="b" l="l" r="r" t="t"/>
              <a:pathLst>
                <a:path extrusionOk="0" h="627" w="1133">
                  <a:moveTo>
                    <a:pt x="800" y="503"/>
                  </a:moveTo>
                  <a:lnTo>
                    <a:pt x="785" y="518"/>
                  </a:lnTo>
                  <a:cubicBezTo>
                    <a:pt x="785" y="518"/>
                    <a:pt x="808" y="505"/>
                    <a:pt x="800" y="503"/>
                  </a:cubicBezTo>
                  <a:close/>
                  <a:moveTo>
                    <a:pt x="696" y="1"/>
                  </a:moveTo>
                  <a:cubicBezTo>
                    <a:pt x="624" y="1"/>
                    <a:pt x="277" y="117"/>
                    <a:pt x="170" y="117"/>
                  </a:cubicBezTo>
                  <a:cubicBezTo>
                    <a:pt x="54" y="117"/>
                    <a:pt x="0" y="224"/>
                    <a:pt x="0" y="224"/>
                  </a:cubicBezTo>
                  <a:lnTo>
                    <a:pt x="0" y="349"/>
                  </a:lnTo>
                  <a:lnTo>
                    <a:pt x="71" y="518"/>
                  </a:lnTo>
                  <a:lnTo>
                    <a:pt x="205" y="518"/>
                  </a:lnTo>
                  <a:lnTo>
                    <a:pt x="294" y="590"/>
                  </a:lnTo>
                  <a:cubicBezTo>
                    <a:pt x="294" y="590"/>
                    <a:pt x="390" y="627"/>
                    <a:pt x="448" y="627"/>
                  </a:cubicBezTo>
                  <a:cubicBezTo>
                    <a:pt x="454" y="627"/>
                    <a:pt x="459" y="626"/>
                    <a:pt x="464" y="625"/>
                  </a:cubicBezTo>
                  <a:cubicBezTo>
                    <a:pt x="517" y="616"/>
                    <a:pt x="491" y="616"/>
                    <a:pt x="509" y="599"/>
                  </a:cubicBezTo>
                  <a:cubicBezTo>
                    <a:pt x="535" y="581"/>
                    <a:pt x="616" y="545"/>
                    <a:pt x="732" y="518"/>
                  </a:cubicBezTo>
                  <a:cubicBezTo>
                    <a:pt x="770" y="506"/>
                    <a:pt x="789" y="502"/>
                    <a:pt x="797" y="502"/>
                  </a:cubicBezTo>
                  <a:cubicBezTo>
                    <a:pt x="799" y="502"/>
                    <a:pt x="800" y="503"/>
                    <a:pt x="800" y="503"/>
                  </a:cubicBezTo>
                  <a:lnTo>
                    <a:pt x="800" y="503"/>
                  </a:lnTo>
                  <a:lnTo>
                    <a:pt x="865" y="438"/>
                  </a:lnTo>
                  <a:cubicBezTo>
                    <a:pt x="865" y="438"/>
                    <a:pt x="869" y="439"/>
                    <a:pt x="875" y="439"/>
                  </a:cubicBezTo>
                  <a:cubicBezTo>
                    <a:pt x="891" y="439"/>
                    <a:pt x="923" y="434"/>
                    <a:pt x="955" y="402"/>
                  </a:cubicBezTo>
                  <a:cubicBezTo>
                    <a:pt x="999" y="367"/>
                    <a:pt x="955" y="313"/>
                    <a:pt x="955" y="313"/>
                  </a:cubicBezTo>
                  <a:cubicBezTo>
                    <a:pt x="955" y="313"/>
                    <a:pt x="981" y="313"/>
                    <a:pt x="1053" y="269"/>
                  </a:cubicBezTo>
                  <a:cubicBezTo>
                    <a:pt x="1133" y="233"/>
                    <a:pt x="1106" y="215"/>
                    <a:pt x="1106" y="215"/>
                  </a:cubicBezTo>
                  <a:lnTo>
                    <a:pt x="1106" y="170"/>
                  </a:lnTo>
                  <a:lnTo>
                    <a:pt x="1053" y="126"/>
                  </a:lnTo>
                  <a:cubicBezTo>
                    <a:pt x="1053" y="126"/>
                    <a:pt x="767" y="1"/>
                    <a:pt x="696"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133"/>
            <p:cNvSpPr/>
            <p:nvPr/>
          </p:nvSpPr>
          <p:spPr>
            <a:xfrm>
              <a:off x="3800270" y="3535165"/>
              <a:ext cx="206284" cy="138837"/>
            </a:xfrm>
            <a:custGeom>
              <a:rect b="b" l="l" r="r" t="t"/>
              <a:pathLst>
                <a:path extrusionOk="0" h="671" w="997">
                  <a:moveTo>
                    <a:pt x="643" y="1"/>
                  </a:moveTo>
                  <a:lnTo>
                    <a:pt x="411" y="152"/>
                  </a:lnTo>
                  <a:cubicBezTo>
                    <a:pt x="411" y="152"/>
                    <a:pt x="277" y="206"/>
                    <a:pt x="161" y="206"/>
                  </a:cubicBezTo>
                  <a:cubicBezTo>
                    <a:pt x="150" y="205"/>
                    <a:pt x="140" y="205"/>
                    <a:pt x="130" y="205"/>
                  </a:cubicBezTo>
                  <a:cubicBezTo>
                    <a:pt x="49" y="205"/>
                    <a:pt x="25" y="236"/>
                    <a:pt x="1" y="268"/>
                  </a:cubicBezTo>
                  <a:lnTo>
                    <a:pt x="1" y="465"/>
                  </a:lnTo>
                  <a:lnTo>
                    <a:pt x="197" y="545"/>
                  </a:lnTo>
                  <a:lnTo>
                    <a:pt x="340" y="652"/>
                  </a:lnTo>
                  <a:cubicBezTo>
                    <a:pt x="340" y="652"/>
                    <a:pt x="453" y="671"/>
                    <a:pt x="525" y="671"/>
                  </a:cubicBezTo>
                  <a:cubicBezTo>
                    <a:pt x="552" y="671"/>
                    <a:pt x="573" y="668"/>
                    <a:pt x="581" y="661"/>
                  </a:cubicBezTo>
                  <a:cubicBezTo>
                    <a:pt x="599" y="643"/>
                    <a:pt x="670" y="482"/>
                    <a:pt x="670" y="482"/>
                  </a:cubicBezTo>
                  <a:cubicBezTo>
                    <a:pt x="670" y="482"/>
                    <a:pt x="741" y="420"/>
                    <a:pt x="902" y="268"/>
                  </a:cubicBezTo>
                  <a:cubicBezTo>
                    <a:pt x="987" y="178"/>
                    <a:pt x="996" y="158"/>
                    <a:pt x="988" y="158"/>
                  </a:cubicBezTo>
                  <a:cubicBezTo>
                    <a:pt x="981" y="158"/>
                    <a:pt x="964" y="170"/>
                    <a:pt x="964" y="170"/>
                  </a:cubicBezTo>
                  <a:lnTo>
                    <a:pt x="902" y="54"/>
                  </a:lnTo>
                  <a:lnTo>
                    <a:pt x="643" y="1"/>
                  </a:ln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133"/>
            <p:cNvSpPr/>
            <p:nvPr/>
          </p:nvSpPr>
          <p:spPr>
            <a:xfrm>
              <a:off x="3554890" y="3458610"/>
              <a:ext cx="181042" cy="95179"/>
            </a:xfrm>
            <a:custGeom>
              <a:rect b="b" l="l" r="r" t="t"/>
              <a:pathLst>
                <a:path extrusionOk="0" h="460" w="875">
                  <a:moveTo>
                    <a:pt x="450" y="0"/>
                  </a:moveTo>
                  <a:cubicBezTo>
                    <a:pt x="415" y="0"/>
                    <a:pt x="386" y="7"/>
                    <a:pt x="366" y="23"/>
                  </a:cubicBezTo>
                  <a:cubicBezTo>
                    <a:pt x="313" y="59"/>
                    <a:pt x="277" y="192"/>
                    <a:pt x="277" y="192"/>
                  </a:cubicBezTo>
                  <a:lnTo>
                    <a:pt x="134" y="210"/>
                  </a:lnTo>
                  <a:cubicBezTo>
                    <a:pt x="134" y="210"/>
                    <a:pt x="126" y="209"/>
                    <a:pt x="113" y="209"/>
                  </a:cubicBezTo>
                  <a:cubicBezTo>
                    <a:pt x="94" y="209"/>
                    <a:pt x="66" y="212"/>
                    <a:pt x="45" y="228"/>
                  </a:cubicBezTo>
                  <a:cubicBezTo>
                    <a:pt x="0" y="255"/>
                    <a:pt x="0" y="371"/>
                    <a:pt x="0" y="371"/>
                  </a:cubicBezTo>
                  <a:lnTo>
                    <a:pt x="90" y="415"/>
                  </a:lnTo>
                  <a:lnTo>
                    <a:pt x="455" y="460"/>
                  </a:lnTo>
                  <a:lnTo>
                    <a:pt x="634" y="371"/>
                  </a:lnTo>
                  <a:lnTo>
                    <a:pt x="812" y="308"/>
                  </a:lnTo>
                  <a:cubicBezTo>
                    <a:pt x="812" y="308"/>
                    <a:pt x="875" y="237"/>
                    <a:pt x="839" y="201"/>
                  </a:cubicBezTo>
                  <a:cubicBezTo>
                    <a:pt x="803" y="166"/>
                    <a:pt x="741" y="76"/>
                    <a:pt x="741" y="76"/>
                  </a:cubicBezTo>
                  <a:cubicBezTo>
                    <a:pt x="741" y="76"/>
                    <a:pt x="687" y="59"/>
                    <a:pt x="598" y="32"/>
                  </a:cubicBezTo>
                  <a:cubicBezTo>
                    <a:pt x="548" y="12"/>
                    <a:pt x="495" y="0"/>
                    <a:pt x="450"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133"/>
            <p:cNvSpPr/>
            <p:nvPr/>
          </p:nvSpPr>
          <p:spPr>
            <a:xfrm>
              <a:off x="3785580" y="3225222"/>
              <a:ext cx="251183" cy="118146"/>
            </a:xfrm>
            <a:custGeom>
              <a:rect b="b" l="l" r="r" t="t"/>
              <a:pathLst>
                <a:path extrusionOk="0" h="571" w="1214">
                  <a:moveTo>
                    <a:pt x="794" y="0"/>
                  </a:moveTo>
                  <a:cubicBezTo>
                    <a:pt x="794" y="0"/>
                    <a:pt x="696" y="0"/>
                    <a:pt x="500" y="80"/>
                  </a:cubicBezTo>
                  <a:cubicBezTo>
                    <a:pt x="397" y="116"/>
                    <a:pt x="351" y="125"/>
                    <a:pt x="329" y="125"/>
                  </a:cubicBezTo>
                  <a:cubicBezTo>
                    <a:pt x="308" y="125"/>
                    <a:pt x="313" y="116"/>
                    <a:pt x="313" y="116"/>
                  </a:cubicBezTo>
                  <a:lnTo>
                    <a:pt x="313" y="116"/>
                  </a:lnTo>
                  <a:lnTo>
                    <a:pt x="250" y="196"/>
                  </a:lnTo>
                  <a:lnTo>
                    <a:pt x="0" y="303"/>
                  </a:lnTo>
                  <a:lnTo>
                    <a:pt x="72" y="544"/>
                  </a:lnTo>
                  <a:cubicBezTo>
                    <a:pt x="72" y="544"/>
                    <a:pt x="99" y="535"/>
                    <a:pt x="215" y="526"/>
                  </a:cubicBezTo>
                  <a:cubicBezTo>
                    <a:pt x="227" y="525"/>
                    <a:pt x="240" y="525"/>
                    <a:pt x="252" y="525"/>
                  </a:cubicBezTo>
                  <a:cubicBezTo>
                    <a:pt x="347" y="525"/>
                    <a:pt x="411" y="553"/>
                    <a:pt x="411" y="553"/>
                  </a:cubicBezTo>
                  <a:lnTo>
                    <a:pt x="598" y="571"/>
                  </a:lnTo>
                  <a:cubicBezTo>
                    <a:pt x="598" y="571"/>
                    <a:pt x="705" y="437"/>
                    <a:pt x="803" y="393"/>
                  </a:cubicBezTo>
                  <a:cubicBezTo>
                    <a:pt x="839" y="375"/>
                    <a:pt x="862" y="369"/>
                    <a:pt x="882" y="369"/>
                  </a:cubicBezTo>
                  <a:cubicBezTo>
                    <a:pt x="923" y="369"/>
                    <a:pt x="955" y="393"/>
                    <a:pt x="1062" y="393"/>
                  </a:cubicBezTo>
                  <a:cubicBezTo>
                    <a:pt x="1214" y="384"/>
                    <a:pt x="1196" y="285"/>
                    <a:pt x="1196" y="285"/>
                  </a:cubicBezTo>
                  <a:lnTo>
                    <a:pt x="1196" y="205"/>
                  </a:lnTo>
                  <a:cubicBezTo>
                    <a:pt x="1196" y="205"/>
                    <a:pt x="1124" y="62"/>
                    <a:pt x="1124" y="62"/>
                  </a:cubicBezTo>
                  <a:cubicBezTo>
                    <a:pt x="1124" y="62"/>
                    <a:pt x="973" y="27"/>
                    <a:pt x="973" y="27"/>
                  </a:cubicBezTo>
                  <a:lnTo>
                    <a:pt x="794" y="0"/>
                  </a:ln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133"/>
            <p:cNvSpPr/>
            <p:nvPr/>
          </p:nvSpPr>
          <p:spPr>
            <a:xfrm>
              <a:off x="3586131" y="3105217"/>
              <a:ext cx="214354" cy="86902"/>
            </a:xfrm>
            <a:custGeom>
              <a:rect b="b" l="l" r="r" t="t"/>
              <a:pathLst>
                <a:path extrusionOk="0" h="420" w="1036">
                  <a:moveTo>
                    <a:pt x="583" y="1"/>
                  </a:moveTo>
                  <a:cubicBezTo>
                    <a:pt x="570" y="1"/>
                    <a:pt x="554" y="3"/>
                    <a:pt x="536" y="9"/>
                  </a:cubicBezTo>
                  <a:cubicBezTo>
                    <a:pt x="438" y="45"/>
                    <a:pt x="278" y="63"/>
                    <a:pt x="278" y="63"/>
                  </a:cubicBezTo>
                  <a:lnTo>
                    <a:pt x="126" y="63"/>
                  </a:lnTo>
                  <a:cubicBezTo>
                    <a:pt x="126" y="63"/>
                    <a:pt x="1" y="152"/>
                    <a:pt x="28" y="223"/>
                  </a:cubicBezTo>
                  <a:cubicBezTo>
                    <a:pt x="54" y="295"/>
                    <a:pt x="126" y="366"/>
                    <a:pt x="126" y="366"/>
                  </a:cubicBezTo>
                  <a:cubicBezTo>
                    <a:pt x="126" y="366"/>
                    <a:pt x="518" y="411"/>
                    <a:pt x="536" y="411"/>
                  </a:cubicBezTo>
                  <a:cubicBezTo>
                    <a:pt x="563" y="411"/>
                    <a:pt x="732" y="419"/>
                    <a:pt x="732" y="419"/>
                  </a:cubicBezTo>
                  <a:lnTo>
                    <a:pt x="964" y="366"/>
                  </a:lnTo>
                  <a:lnTo>
                    <a:pt x="1036" y="286"/>
                  </a:lnTo>
                  <a:lnTo>
                    <a:pt x="822" y="143"/>
                  </a:lnTo>
                  <a:cubicBezTo>
                    <a:pt x="759" y="107"/>
                    <a:pt x="670" y="63"/>
                    <a:pt x="670" y="63"/>
                  </a:cubicBezTo>
                  <a:cubicBezTo>
                    <a:pt x="670" y="63"/>
                    <a:pt x="651" y="1"/>
                    <a:pt x="583"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133"/>
            <p:cNvSpPr/>
            <p:nvPr/>
          </p:nvSpPr>
          <p:spPr>
            <a:xfrm>
              <a:off x="3847649" y="3360331"/>
              <a:ext cx="159524" cy="73660"/>
            </a:xfrm>
            <a:custGeom>
              <a:rect b="b" l="l" r="r" t="t"/>
              <a:pathLst>
                <a:path extrusionOk="0" h="356" w="771">
                  <a:moveTo>
                    <a:pt x="370" y="0"/>
                  </a:moveTo>
                  <a:cubicBezTo>
                    <a:pt x="352" y="0"/>
                    <a:pt x="331" y="4"/>
                    <a:pt x="298" y="16"/>
                  </a:cubicBezTo>
                  <a:cubicBezTo>
                    <a:pt x="200" y="61"/>
                    <a:pt x="164" y="25"/>
                    <a:pt x="129" y="87"/>
                  </a:cubicBezTo>
                  <a:cubicBezTo>
                    <a:pt x="102" y="150"/>
                    <a:pt x="48" y="239"/>
                    <a:pt x="48" y="239"/>
                  </a:cubicBezTo>
                  <a:cubicBezTo>
                    <a:pt x="48" y="239"/>
                    <a:pt x="41" y="238"/>
                    <a:pt x="34" y="238"/>
                  </a:cubicBezTo>
                  <a:cubicBezTo>
                    <a:pt x="19" y="238"/>
                    <a:pt x="1" y="242"/>
                    <a:pt x="31" y="266"/>
                  </a:cubicBezTo>
                  <a:cubicBezTo>
                    <a:pt x="66" y="310"/>
                    <a:pt x="218" y="355"/>
                    <a:pt x="218" y="355"/>
                  </a:cubicBezTo>
                  <a:lnTo>
                    <a:pt x="414" y="346"/>
                  </a:lnTo>
                  <a:lnTo>
                    <a:pt x="610" y="328"/>
                  </a:lnTo>
                  <a:lnTo>
                    <a:pt x="753" y="239"/>
                  </a:lnTo>
                  <a:lnTo>
                    <a:pt x="771" y="141"/>
                  </a:lnTo>
                  <a:lnTo>
                    <a:pt x="762" y="52"/>
                  </a:lnTo>
                  <a:cubicBezTo>
                    <a:pt x="726" y="43"/>
                    <a:pt x="628" y="16"/>
                    <a:pt x="512" y="16"/>
                  </a:cubicBezTo>
                  <a:cubicBezTo>
                    <a:pt x="429" y="16"/>
                    <a:pt x="405" y="0"/>
                    <a:pt x="370" y="0"/>
                  </a:cubicBez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133"/>
            <p:cNvSpPr/>
            <p:nvPr/>
          </p:nvSpPr>
          <p:spPr>
            <a:xfrm>
              <a:off x="3541855" y="3438954"/>
              <a:ext cx="118350" cy="72418"/>
            </a:xfrm>
            <a:custGeom>
              <a:rect b="b" l="l" r="r" t="t"/>
              <a:pathLst>
                <a:path extrusionOk="0" h="350" w="572">
                  <a:moveTo>
                    <a:pt x="379" y="1"/>
                  </a:moveTo>
                  <a:cubicBezTo>
                    <a:pt x="371" y="1"/>
                    <a:pt x="364" y="1"/>
                    <a:pt x="358" y="2"/>
                  </a:cubicBezTo>
                  <a:cubicBezTo>
                    <a:pt x="286" y="11"/>
                    <a:pt x="197" y="11"/>
                    <a:pt x="197" y="11"/>
                  </a:cubicBezTo>
                  <a:cubicBezTo>
                    <a:pt x="170" y="11"/>
                    <a:pt x="54" y="29"/>
                    <a:pt x="37" y="55"/>
                  </a:cubicBezTo>
                  <a:cubicBezTo>
                    <a:pt x="19" y="82"/>
                    <a:pt x="1" y="91"/>
                    <a:pt x="10" y="145"/>
                  </a:cubicBezTo>
                  <a:cubicBezTo>
                    <a:pt x="28" y="198"/>
                    <a:pt x="81" y="269"/>
                    <a:pt x="81" y="269"/>
                  </a:cubicBezTo>
                  <a:lnTo>
                    <a:pt x="233" y="323"/>
                  </a:lnTo>
                  <a:lnTo>
                    <a:pt x="376" y="350"/>
                  </a:lnTo>
                  <a:cubicBezTo>
                    <a:pt x="376" y="350"/>
                    <a:pt x="518" y="252"/>
                    <a:pt x="536" y="198"/>
                  </a:cubicBezTo>
                  <a:cubicBezTo>
                    <a:pt x="554" y="136"/>
                    <a:pt x="572" y="64"/>
                    <a:pt x="572" y="64"/>
                  </a:cubicBezTo>
                  <a:lnTo>
                    <a:pt x="563" y="38"/>
                  </a:lnTo>
                  <a:cubicBezTo>
                    <a:pt x="563" y="38"/>
                    <a:pt x="452" y="1"/>
                    <a:pt x="379"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133"/>
            <p:cNvSpPr/>
            <p:nvPr/>
          </p:nvSpPr>
          <p:spPr>
            <a:xfrm>
              <a:off x="3536476" y="3616272"/>
              <a:ext cx="201319" cy="104076"/>
            </a:xfrm>
            <a:custGeom>
              <a:rect b="b" l="l" r="r" t="t"/>
              <a:pathLst>
                <a:path extrusionOk="0" h="503" w="973">
                  <a:moveTo>
                    <a:pt x="455" y="0"/>
                  </a:moveTo>
                  <a:cubicBezTo>
                    <a:pt x="446" y="0"/>
                    <a:pt x="437" y="0"/>
                    <a:pt x="428" y="1"/>
                  </a:cubicBezTo>
                  <a:cubicBezTo>
                    <a:pt x="330" y="10"/>
                    <a:pt x="205" y="73"/>
                    <a:pt x="205" y="73"/>
                  </a:cubicBezTo>
                  <a:lnTo>
                    <a:pt x="89" y="108"/>
                  </a:lnTo>
                  <a:cubicBezTo>
                    <a:pt x="89" y="108"/>
                    <a:pt x="73" y="100"/>
                    <a:pt x="58" y="100"/>
                  </a:cubicBezTo>
                  <a:cubicBezTo>
                    <a:pt x="50" y="100"/>
                    <a:pt x="42" y="102"/>
                    <a:pt x="36" y="108"/>
                  </a:cubicBezTo>
                  <a:cubicBezTo>
                    <a:pt x="18" y="117"/>
                    <a:pt x="0" y="206"/>
                    <a:pt x="0" y="206"/>
                  </a:cubicBezTo>
                  <a:lnTo>
                    <a:pt x="89" y="305"/>
                  </a:lnTo>
                  <a:cubicBezTo>
                    <a:pt x="89" y="305"/>
                    <a:pt x="98" y="314"/>
                    <a:pt x="134" y="340"/>
                  </a:cubicBezTo>
                  <a:cubicBezTo>
                    <a:pt x="156" y="362"/>
                    <a:pt x="171" y="401"/>
                    <a:pt x="205" y="401"/>
                  </a:cubicBezTo>
                  <a:cubicBezTo>
                    <a:pt x="213" y="401"/>
                    <a:pt x="222" y="399"/>
                    <a:pt x="232" y="394"/>
                  </a:cubicBezTo>
                  <a:cubicBezTo>
                    <a:pt x="286" y="367"/>
                    <a:pt x="321" y="358"/>
                    <a:pt x="321" y="358"/>
                  </a:cubicBezTo>
                  <a:cubicBezTo>
                    <a:pt x="321" y="358"/>
                    <a:pt x="375" y="403"/>
                    <a:pt x="410" y="438"/>
                  </a:cubicBezTo>
                  <a:cubicBezTo>
                    <a:pt x="446" y="474"/>
                    <a:pt x="428" y="465"/>
                    <a:pt x="518" y="483"/>
                  </a:cubicBezTo>
                  <a:cubicBezTo>
                    <a:pt x="566" y="499"/>
                    <a:pt x="601" y="502"/>
                    <a:pt x="622" y="502"/>
                  </a:cubicBezTo>
                  <a:cubicBezTo>
                    <a:pt x="635" y="502"/>
                    <a:pt x="642" y="501"/>
                    <a:pt x="642" y="501"/>
                  </a:cubicBezTo>
                  <a:lnTo>
                    <a:pt x="776" y="474"/>
                  </a:lnTo>
                  <a:lnTo>
                    <a:pt x="865" y="367"/>
                  </a:lnTo>
                  <a:cubicBezTo>
                    <a:pt x="865" y="367"/>
                    <a:pt x="972" y="305"/>
                    <a:pt x="919" y="251"/>
                  </a:cubicBezTo>
                  <a:cubicBezTo>
                    <a:pt x="874" y="189"/>
                    <a:pt x="794" y="126"/>
                    <a:pt x="758" y="108"/>
                  </a:cubicBezTo>
                  <a:cubicBezTo>
                    <a:pt x="723" y="90"/>
                    <a:pt x="625" y="37"/>
                    <a:pt x="625" y="37"/>
                  </a:cubicBezTo>
                  <a:cubicBezTo>
                    <a:pt x="625" y="37"/>
                    <a:pt x="543" y="0"/>
                    <a:pt x="455"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133"/>
            <p:cNvSpPr/>
            <p:nvPr/>
          </p:nvSpPr>
          <p:spPr>
            <a:xfrm>
              <a:off x="3815166" y="3716207"/>
              <a:ext cx="252424" cy="97868"/>
            </a:xfrm>
            <a:custGeom>
              <a:rect b="b" l="l" r="r" t="t"/>
              <a:pathLst>
                <a:path extrusionOk="0" h="473" w="1220">
                  <a:moveTo>
                    <a:pt x="170" y="0"/>
                  </a:moveTo>
                  <a:lnTo>
                    <a:pt x="54" y="80"/>
                  </a:lnTo>
                  <a:lnTo>
                    <a:pt x="0" y="250"/>
                  </a:lnTo>
                  <a:lnTo>
                    <a:pt x="54" y="339"/>
                  </a:lnTo>
                  <a:lnTo>
                    <a:pt x="107" y="410"/>
                  </a:lnTo>
                  <a:lnTo>
                    <a:pt x="286" y="446"/>
                  </a:lnTo>
                  <a:cubicBezTo>
                    <a:pt x="286" y="446"/>
                    <a:pt x="354" y="472"/>
                    <a:pt x="422" y="472"/>
                  </a:cubicBezTo>
                  <a:cubicBezTo>
                    <a:pt x="443" y="472"/>
                    <a:pt x="463" y="470"/>
                    <a:pt x="482" y="464"/>
                  </a:cubicBezTo>
                  <a:cubicBezTo>
                    <a:pt x="527" y="455"/>
                    <a:pt x="571" y="453"/>
                    <a:pt x="605" y="453"/>
                  </a:cubicBezTo>
                  <a:cubicBezTo>
                    <a:pt x="638" y="453"/>
                    <a:pt x="660" y="455"/>
                    <a:pt x="660" y="455"/>
                  </a:cubicBezTo>
                  <a:cubicBezTo>
                    <a:pt x="660" y="455"/>
                    <a:pt x="750" y="401"/>
                    <a:pt x="999" y="330"/>
                  </a:cubicBezTo>
                  <a:cubicBezTo>
                    <a:pt x="1211" y="264"/>
                    <a:pt x="1220" y="258"/>
                    <a:pt x="1216" y="258"/>
                  </a:cubicBezTo>
                  <a:cubicBezTo>
                    <a:pt x="1215" y="258"/>
                    <a:pt x="1213" y="259"/>
                    <a:pt x="1213" y="259"/>
                  </a:cubicBezTo>
                  <a:lnTo>
                    <a:pt x="1053" y="187"/>
                  </a:lnTo>
                  <a:cubicBezTo>
                    <a:pt x="1053" y="187"/>
                    <a:pt x="999" y="161"/>
                    <a:pt x="928" y="143"/>
                  </a:cubicBezTo>
                  <a:cubicBezTo>
                    <a:pt x="857" y="125"/>
                    <a:pt x="830" y="18"/>
                    <a:pt x="830" y="18"/>
                  </a:cubicBezTo>
                  <a:lnTo>
                    <a:pt x="687" y="0"/>
                  </a:lnTo>
                  <a:lnTo>
                    <a:pt x="455" y="62"/>
                  </a:lnTo>
                  <a:lnTo>
                    <a:pt x="170" y="0"/>
                  </a:ln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133"/>
            <p:cNvSpPr/>
            <p:nvPr/>
          </p:nvSpPr>
          <p:spPr>
            <a:xfrm>
              <a:off x="3763442" y="3300742"/>
              <a:ext cx="179180" cy="87109"/>
            </a:xfrm>
            <a:custGeom>
              <a:rect b="b" l="l" r="r" t="t"/>
              <a:pathLst>
                <a:path extrusionOk="0" h="421" w="866">
                  <a:moveTo>
                    <a:pt x="732" y="1"/>
                  </a:moveTo>
                  <a:lnTo>
                    <a:pt x="598" y="19"/>
                  </a:lnTo>
                  <a:cubicBezTo>
                    <a:pt x="598" y="19"/>
                    <a:pt x="523" y="34"/>
                    <a:pt x="474" y="34"/>
                  </a:cubicBezTo>
                  <a:cubicBezTo>
                    <a:pt x="458" y="34"/>
                    <a:pt x="444" y="32"/>
                    <a:pt x="438" y="28"/>
                  </a:cubicBezTo>
                  <a:cubicBezTo>
                    <a:pt x="432" y="22"/>
                    <a:pt x="419" y="20"/>
                    <a:pt x="401" y="20"/>
                  </a:cubicBezTo>
                  <a:cubicBezTo>
                    <a:pt x="330" y="20"/>
                    <a:pt x="188" y="54"/>
                    <a:pt x="188" y="54"/>
                  </a:cubicBezTo>
                  <a:cubicBezTo>
                    <a:pt x="188" y="54"/>
                    <a:pt x="63" y="170"/>
                    <a:pt x="45" y="215"/>
                  </a:cubicBezTo>
                  <a:lnTo>
                    <a:pt x="0" y="322"/>
                  </a:lnTo>
                  <a:lnTo>
                    <a:pt x="45" y="402"/>
                  </a:lnTo>
                  <a:lnTo>
                    <a:pt x="268" y="420"/>
                  </a:lnTo>
                  <a:cubicBezTo>
                    <a:pt x="268" y="420"/>
                    <a:pt x="375" y="411"/>
                    <a:pt x="420" y="367"/>
                  </a:cubicBezTo>
                  <a:cubicBezTo>
                    <a:pt x="441" y="345"/>
                    <a:pt x="468" y="336"/>
                    <a:pt x="506" y="336"/>
                  </a:cubicBezTo>
                  <a:cubicBezTo>
                    <a:pt x="548" y="336"/>
                    <a:pt x="603" y="348"/>
                    <a:pt x="678" y="367"/>
                  </a:cubicBezTo>
                  <a:cubicBezTo>
                    <a:pt x="702" y="371"/>
                    <a:pt x="723" y="373"/>
                    <a:pt x="741" y="373"/>
                  </a:cubicBezTo>
                  <a:cubicBezTo>
                    <a:pt x="827" y="373"/>
                    <a:pt x="857" y="331"/>
                    <a:pt x="857" y="331"/>
                  </a:cubicBezTo>
                  <a:cubicBezTo>
                    <a:pt x="857" y="331"/>
                    <a:pt x="866" y="170"/>
                    <a:pt x="857" y="144"/>
                  </a:cubicBezTo>
                  <a:cubicBezTo>
                    <a:pt x="839" y="117"/>
                    <a:pt x="732" y="1"/>
                    <a:pt x="732"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133"/>
            <p:cNvSpPr/>
            <p:nvPr/>
          </p:nvSpPr>
          <p:spPr>
            <a:xfrm>
              <a:off x="3455165" y="3852764"/>
              <a:ext cx="635198" cy="64763"/>
            </a:xfrm>
            <a:custGeom>
              <a:rect b="b" l="l" r="r" t="t"/>
              <a:pathLst>
                <a:path extrusionOk="0" h="313" w="3070">
                  <a:moveTo>
                    <a:pt x="1" y="0"/>
                  </a:moveTo>
                  <a:lnTo>
                    <a:pt x="1" y="312"/>
                  </a:lnTo>
                  <a:lnTo>
                    <a:pt x="3069" y="312"/>
                  </a:lnTo>
                  <a:lnTo>
                    <a:pt x="3069"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133"/>
            <p:cNvSpPr/>
            <p:nvPr/>
          </p:nvSpPr>
          <p:spPr>
            <a:xfrm>
              <a:off x="3493855" y="3917318"/>
              <a:ext cx="557816" cy="531759"/>
            </a:xfrm>
            <a:custGeom>
              <a:rect b="b" l="l" r="r" t="t"/>
              <a:pathLst>
                <a:path extrusionOk="0" h="2570" w="2696">
                  <a:moveTo>
                    <a:pt x="1" y="0"/>
                  </a:moveTo>
                  <a:lnTo>
                    <a:pt x="233" y="2570"/>
                  </a:lnTo>
                  <a:lnTo>
                    <a:pt x="2463" y="2570"/>
                  </a:lnTo>
                  <a:lnTo>
                    <a:pt x="269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133"/>
            <p:cNvSpPr/>
            <p:nvPr/>
          </p:nvSpPr>
          <p:spPr>
            <a:xfrm>
              <a:off x="3493855" y="3917318"/>
              <a:ext cx="557816" cy="40761"/>
            </a:xfrm>
            <a:custGeom>
              <a:rect b="b" l="l" r="r" t="t"/>
              <a:pathLst>
                <a:path extrusionOk="0" h="197" w="2696">
                  <a:moveTo>
                    <a:pt x="1" y="0"/>
                  </a:moveTo>
                  <a:lnTo>
                    <a:pt x="19" y="197"/>
                  </a:lnTo>
                  <a:lnTo>
                    <a:pt x="2677" y="197"/>
                  </a:lnTo>
                  <a:lnTo>
                    <a:pt x="269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52" name="Google Shape;8452;p133"/>
          <p:cNvSpPr/>
          <p:nvPr/>
        </p:nvSpPr>
        <p:spPr>
          <a:xfrm>
            <a:off x="5161992" y="4675538"/>
            <a:ext cx="638716" cy="98075"/>
          </a:xfrm>
          <a:custGeom>
            <a:rect b="b" l="l" r="r" t="t"/>
            <a:pathLst>
              <a:path extrusionOk="0" h="474" w="3087">
                <a:moveTo>
                  <a:pt x="1543" y="1"/>
                </a:moveTo>
                <a:cubicBezTo>
                  <a:pt x="696" y="1"/>
                  <a:pt x="0" y="108"/>
                  <a:pt x="0" y="233"/>
                </a:cubicBezTo>
                <a:cubicBezTo>
                  <a:pt x="0" y="366"/>
                  <a:pt x="696" y="474"/>
                  <a:pt x="1543" y="474"/>
                </a:cubicBezTo>
                <a:cubicBezTo>
                  <a:pt x="2400" y="474"/>
                  <a:pt x="3087" y="366"/>
                  <a:pt x="3087" y="233"/>
                </a:cubicBezTo>
                <a:cubicBezTo>
                  <a:pt x="3087" y="108"/>
                  <a:pt x="2400" y="1"/>
                  <a:pt x="1543" y="1"/>
                </a:cubicBez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53" name="Google Shape;8453;p133"/>
          <p:cNvGrpSpPr/>
          <p:nvPr/>
        </p:nvGrpSpPr>
        <p:grpSpPr>
          <a:xfrm>
            <a:off x="5105677" y="2848135"/>
            <a:ext cx="769165" cy="1873929"/>
            <a:chOff x="5033378" y="2902037"/>
            <a:chExt cx="634991" cy="1547039"/>
          </a:xfrm>
        </p:grpSpPr>
        <p:sp>
          <p:nvSpPr>
            <p:cNvPr id="8454" name="Google Shape;8454;p133"/>
            <p:cNvSpPr/>
            <p:nvPr/>
          </p:nvSpPr>
          <p:spPr>
            <a:xfrm>
              <a:off x="5055516" y="2902037"/>
              <a:ext cx="592576" cy="956338"/>
            </a:xfrm>
            <a:custGeom>
              <a:rect b="b" l="l" r="r" t="t"/>
              <a:pathLst>
                <a:path extrusionOk="0" h="4622" w="2864">
                  <a:moveTo>
                    <a:pt x="1427" y="1"/>
                  </a:moveTo>
                  <a:cubicBezTo>
                    <a:pt x="1427" y="1"/>
                    <a:pt x="1329" y="90"/>
                    <a:pt x="1338" y="144"/>
                  </a:cubicBezTo>
                  <a:cubicBezTo>
                    <a:pt x="1347" y="206"/>
                    <a:pt x="1383" y="277"/>
                    <a:pt x="1338" y="295"/>
                  </a:cubicBezTo>
                  <a:cubicBezTo>
                    <a:pt x="1285" y="304"/>
                    <a:pt x="1285" y="331"/>
                    <a:pt x="1213" y="358"/>
                  </a:cubicBezTo>
                  <a:cubicBezTo>
                    <a:pt x="1142" y="376"/>
                    <a:pt x="1213" y="456"/>
                    <a:pt x="1213" y="509"/>
                  </a:cubicBezTo>
                  <a:cubicBezTo>
                    <a:pt x="1213" y="563"/>
                    <a:pt x="1115" y="857"/>
                    <a:pt x="1115" y="857"/>
                  </a:cubicBezTo>
                  <a:lnTo>
                    <a:pt x="1026" y="973"/>
                  </a:lnTo>
                  <a:cubicBezTo>
                    <a:pt x="1026" y="973"/>
                    <a:pt x="812" y="1152"/>
                    <a:pt x="812" y="1232"/>
                  </a:cubicBezTo>
                  <a:cubicBezTo>
                    <a:pt x="821" y="1312"/>
                    <a:pt x="830" y="1312"/>
                    <a:pt x="857" y="1410"/>
                  </a:cubicBezTo>
                  <a:cubicBezTo>
                    <a:pt x="883" y="1517"/>
                    <a:pt x="848" y="1491"/>
                    <a:pt x="812" y="1553"/>
                  </a:cubicBezTo>
                  <a:cubicBezTo>
                    <a:pt x="776" y="1616"/>
                    <a:pt x="464" y="1767"/>
                    <a:pt x="464" y="1767"/>
                  </a:cubicBezTo>
                  <a:cubicBezTo>
                    <a:pt x="464" y="1767"/>
                    <a:pt x="375" y="1856"/>
                    <a:pt x="375" y="1883"/>
                  </a:cubicBezTo>
                  <a:cubicBezTo>
                    <a:pt x="375" y="1910"/>
                    <a:pt x="464" y="2106"/>
                    <a:pt x="464" y="2106"/>
                  </a:cubicBezTo>
                  <a:lnTo>
                    <a:pt x="500" y="2222"/>
                  </a:lnTo>
                  <a:lnTo>
                    <a:pt x="366" y="2347"/>
                  </a:lnTo>
                  <a:cubicBezTo>
                    <a:pt x="366" y="2347"/>
                    <a:pt x="312" y="2410"/>
                    <a:pt x="321" y="2454"/>
                  </a:cubicBezTo>
                  <a:cubicBezTo>
                    <a:pt x="321" y="2499"/>
                    <a:pt x="321" y="2454"/>
                    <a:pt x="419" y="2659"/>
                  </a:cubicBezTo>
                  <a:cubicBezTo>
                    <a:pt x="489" y="2786"/>
                    <a:pt x="468" y="2809"/>
                    <a:pt x="445" y="2809"/>
                  </a:cubicBezTo>
                  <a:cubicBezTo>
                    <a:pt x="433" y="2809"/>
                    <a:pt x="419" y="2802"/>
                    <a:pt x="419" y="2802"/>
                  </a:cubicBezTo>
                  <a:lnTo>
                    <a:pt x="89" y="2963"/>
                  </a:lnTo>
                  <a:cubicBezTo>
                    <a:pt x="89" y="2963"/>
                    <a:pt x="125" y="3016"/>
                    <a:pt x="134" y="3034"/>
                  </a:cubicBezTo>
                  <a:cubicBezTo>
                    <a:pt x="134" y="3052"/>
                    <a:pt x="187" y="3114"/>
                    <a:pt x="250" y="3177"/>
                  </a:cubicBezTo>
                  <a:cubicBezTo>
                    <a:pt x="312" y="3239"/>
                    <a:pt x="152" y="3328"/>
                    <a:pt x="152" y="3328"/>
                  </a:cubicBezTo>
                  <a:lnTo>
                    <a:pt x="0" y="3605"/>
                  </a:lnTo>
                  <a:lnTo>
                    <a:pt x="89" y="3783"/>
                  </a:lnTo>
                  <a:lnTo>
                    <a:pt x="214" y="3953"/>
                  </a:lnTo>
                  <a:cubicBezTo>
                    <a:pt x="214" y="3953"/>
                    <a:pt x="187" y="3989"/>
                    <a:pt x="187" y="4042"/>
                  </a:cubicBezTo>
                  <a:cubicBezTo>
                    <a:pt x="187" y="4105"/>
                    <a:pt x="250" y="4399"/>
                    <a:pt x="250" y="4399"/>
                  </a:cubicBezTo>
                  <a:lnTo>
                    <a:pt x="366" y="4622"/>
                  </a:lnTo>
                  <a:lnTo>
                    <a:pt x="1427" y="4595"/>
                  </a:lnTo>
                  <a:lnTo>
                    <a:pt x="2498" y="4622"/>
                  </a:lnTo>
                  <a:lnTo>
                    <a:pt x="2614" y="4399"/>
                  </a:lnTo>
                  <a:cubicBezTo>
                    <a:pt x="2614" y="4399"/>
                    <a:pt x="2676" y="4105"/>
                    <a:pt x="2676" y="4042"/>
                  </a:cubicBezTo>
                  <a:cubicBezTo>
                    <a:pt x="2676" y="3989"/>
                    <a:pt x="2650" y="3953"/>
                    <a:pt x="2650" y="3953"/>
                  </a:cubicBezTo>
                  <a:lnTo>
                    <a:pt x="2766" y="3783"/>
                  </a:lnTo>
                  <a:lnTo>
                    <a:pt x="2864" y="3605"/>
                  </a:lnTo>
                  <a:lnTo>
                    <a:pt x="2712" y="3328"/>
                  </a:lnTo>
                  <a:cubicBezTo>
                    <a:pt x="2712" y="3328"/>
                    <a:pt x="2552" y="3239"/>
                    <a:pt x="2614" y="3177"/>
                  </a:cubicBezTo>
                  <a:cubicBezTo>
                    <a:pt x="2676" y="3114"/>
                    <a:pt x="2721" y="3052"/>
                    <a:pt x="2730" y="3034"/>
                  </a:cubicBezTo>
                  <a:cubicBezTo>
                    <a:pt x="2739" y="3016"/>
                    <a:pt x="2766" y="2963"/>
                    <a:pt x="2766" y="2963"/>
                  </a:cubicBezTo>
                  <a:lnTo>
                    <a:pt x="2436" y="2802"/>
                  </a:lnTo>
                  <a:cubicBezTo>
                    <a:pt x="2436" y="2802"/>
                    <a:pt x="2423" y="2809"/>
                    <a:pt x="2412" y="2809"/>
                  </a:cubicBezTo>
                  <a:cubicBezTo>
                    <a:pt x="2391" y="2809"/>
                    <a:pt x="2372" y="2786"/>
                    <a:pt x="2436" y="2659"/>
                  </a:cubicBezTo>
                  <a:cubicBezTo>
                    <a:pt x="2543" y="2454"/>
                    <a:pt x="2534" y="2499"/>
                    <a:pt x="2543" y="2454"/>
                  </a:cubicBezTo>
                  <a:cubicBezTo>
                    <a:pt x="2552" y="2410"/>
                    <a:pt x="2498" y="2347"/>
                    <a:pt x="2498" y="2347"/>
                  </a:cubicBezTo>
                  <a:lnTo>
                    <a:pt x="2364" y="2222"/>
                  </a:lnTo>
                  <a:lnTo>
                    <a:pt x="2391" y="2106"/>
                  </a:lnTo>
                  <a:cubicBezTo>
                    <a:pt x="2391" y="2106"/>
                    <a:pt x="2489" y="1910"/>
                    <a:pt x="2489" y="1883"/>
                  </a:cubicBezTo>
                  <a:cubicBezTo>
                    <a:pt x="2489" y="1856"/>
                    <a:pt x="2391" y="1767"/>
                    <a:pt x="2391" y="1767"/>
                  </a:cubicBezTo>
                  <a:cubicBezTo>
                    <a:pt x="2391" y="1767"/>
                    <a:pt x="2079" y="1616"/>
                    <a:pt x="2043" y="1553"/>
                  </a:cubicBezTo>
                  <a:cubicBezTo>
                    <a:pt x="2007" y="1491"/>
                    <a:pt x="1981" y="1517"/>
                    <a:pt x="2007" y="1410"/>
                  </a:cubicBezTo>
                  <a:cubicBezTo>
                    <a:pt x="2034" y="1312"/>
                    <a:pt x="2043" y="1312"/>
                    <a:pt x="2043" y="1232"/>
                  </a:cubicBezTo>
                  <a:cubicBezTo>
                    <a:pt x="2052" y="1152"/>
                    <a:pt x="1829" y="973"/>
                    <a:pt x="1829" y="973"/>
                  </a:cubicBezTo>
                  <a:lnTo>
                    <a:pt x="1749" y="857"/>
                  </a:lnTo>
                  <a:cubicBezTo>
                    <a:pt x="1749" y="857"/>
                    <a:pt x="1642" y="563"/>
                    <a:pt x="1642" y="509"/>
                  </a:cubicBezTo>
                  <a:cubicBezTo>
                    <a:pt x="1642" y="456"/>
                    <a:pt x="1713" y="376"/>
                    <a:pt x="1642" y="358"/>
                  </a:cubicBezTo>
                  <a:cubicBezTo>
                    <a:pt x="1579" y="331"/>
                    <a:pt x="1570" y="304"/>
                    <a:pt x="1526" y="295"/>
                  </a:cubicBezTo>
                  <a:cubicBezTo>
                    <a:pt x="1481" y="277"/>
                    <a:pt x="1517" y="206"/>
                    <a:pt x="1517" y="144"/>
                  </a:cubicBezTo>
                  <a:cubicBezTo>
                    <a:pt x="1526" y="90"/>
                    <a:pt x="1427" y="1"/>
                    <a:pt x="1427"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133"/>
            <p:cNvSpPr/>
            <p:nvPr/>
          </p:nvSpPr>
          <p:spPr>
            <a:xfrm>
              <a:off x="5162482" y="3249016"/>
              <a:ext cx="376774" cy="609350"/>
            </a:xfrm>
            <a:custGeom>
              <a:rect b="b" l="l" r="r" t="t"/>
              <a:pathLst>
                <a:path extrusionOk="0" h="2945" w="1821">
                  <a:moveTo>
                    <a:pt x="910" y="1"/>
                  </a:moveTo>
                  <a:cubicBezTo>
                    <a:pt x="910" y="1"/>
                    <a:pt x="848" y="63"/>
                    <a:pt x="857" y="99"/>
                  </a:cubicBezTo>
                  <a:cubicBezTo>
                    <a:pt x="857" y="135"/>
                    <a:pt x="884" y="179"/>
                    <a:pt x="848" y="188"/>
                  </a:cubicBezTo>
                  <a:cubicBezTo>
                    <a:pt x="821" y="197"/>
                    <a:pt x="821" y="215"/>
                    <a:pt x="777" y="233"/>
                  </a:cubicBezTo>
                  <a:cubicBezTo>
                    <a:pt x="732" y="242"/>
                    <a:pt x="777" y="286"/>
                    <a:pt x="777" y="322"/>
                  </a:cubicBezTo>
                  <a:cubicBezTo>
                    <a:pt x="777" y="358"/>
                    <a:pt x="714" y="545"/>
                    <a:pt x="714" y="545"/>
                  </a:cubicBezTo>
                  <a:lnTo>
                    <a:pt x="661" y="625"/>
                  </a:lnTo>
                  <a:cubicBezTo>
                    <a:pt x="661" y="625"/>
                    <a:pt x="518" y="741"/>
                    <a:pt x="518" y="786"/>
                  </a:cubicBezTo>
                  <a:cubicBezTo>
                    <a:pt x="527" y="840"/>
                    <a:pt x="527" y="840"/>
                    <a:pt x="545" y="902"/>
                  </a:cubicBezTo>
                  <a:cubicBezTo>
                    <a:pt x="563" y="964"/>
                    <a:pt x="545" y="947"/>
                    <a:pt x="518" y="991"/>
                  </a:cubicBezTo>
                  <a:cubicBezTo>
                    <a:pt x="500" y="1027"/>
                    <a:pt x="295" y="1125"/>
                    <a:pt x="295" y="1125"/>
                  </a:cubicBezTo>
                  <a:cubicBezTo>
                    <a:pt x="295" y="1125"/>
                    <a:pt x="241" y="1179"/>
                    <a:pt x="241" y="1196"/>
                  </a:cubicBezTo>
                  <a:cubicBezTo>
                    <a:pt x="241" y="1214"/>
                    <a:pt x="295" y="1348"/>
                    <a:pt x="295" y="1348"/>
                  </a:cubicBezTo>
                  <a:lnTo>
                    <a:pt x="322" y="1419"/>
                  </a:lnTo>
                  <a:lnTo>
                    <a:pt x="232" y="1491"/>
                  </a:lnTo>
                  <a:cubicBezTo>
                    <a:pt x="232" y="1491"/>
                    <a:pt x="197" y="1535"/>
                    <a:pt x="206" y="1562"/>
                  </a:cubicBezTo>
                  <a:cubicBezTo>
                    <a:pt x="206" y="1598"/>
                    <a:pt x="206" y="1562"/>
                    <a:pt x="268" y="1696"/>
                  </a:cubicBezTo>
                  <a:cubicBezTo>
                    <a:pt x="314" y="1775"/>
                    <a:pt x="301" y="1790"/>
                    <a:pt x="286" y="1790"/>
                  </a:cubicBezTo>
                  <a:cubicBezTo>
                    <a:pt x="278" y="1790"/>
                    <a:pt x="268" y="1785"/>
                    <a:pt x="268" y="1785"/>
                  </a:cubicBezTo>
                  <a:lnTo>
                    <a:pt x="63" y="1883"/>
                  </a:lnTo>
                  <a:cubicBezTo>
                    <a:pt x="63" y="1883"/>
                    <a:pt x="81" y="1919"/>
                    <a:pt x="90" y="1937"/>
                  </a:cubicBezTo>
                  <a:cubicBezTo>
                    <a:pt x="90" y="1946"/>
                    <a:pt x="125" y="1990"/>
                    <a:pt x="161" y="2026"/>
                  </a:cubicBezTo>
                  <a:cubicBezTo>
                    <a:pt x="197" y="2071"/>
                    <a:pt x="99" y="2124"/>
                    <a:pt x="99" y="2124"/>
                  </a:cubicBezTo>
                  <a:lnTo>
                    <a:pt x="1" y="2303"/>
                  </a:lnTo>
                  <a:lnTo>
                    <a:pt x="63" y="2410"/>
                  </a:lnTo>
                  <a:lnTo>
                    <a:pt x="134" y="2517"/>
                  </a:lnTo>
                  <a:cubicBezTo>
                    <a:pt x="134" y="2517"/>
                    <a:pt x="125" y="2543"/>
                    <a:pt x="125" y="2579"/>
                  </a:cubicBezTo>
                  <a:cubicBezTo>
                    <a:pt x="125" y="2615"/>
                    <a:pt x="161" y="2802"/>
                    <a:pt x="161" y="2802"/>
                  </a:cubicBezTo>
                  <a:lnTo>
                    <a:pt x="232" y="2945"/>
                  </a:lnTo>
                  <a:lnTo>
                    <a:pt x="910" y="2927"/>
                  </a:lnTo>
                  <a:lnTo>
                    <a:pt x="1588" y="2945"/>
                  </a:lnTo>
                  <a:lnTo>
                    <a:pt x="1669" y="2802"/>
                  </a:lnTo>
                  <a:cubicBezTo>
                    <a:pt x="1669" y="2802"/>
                    <a:pt x="1704" y="2615"/>
                    <a:pt x="1704" y="2579"/>
                  </a:cubicBezTo>
                  <a:cubicBezTo>
                    <a:pt x="1704" y="2543"/>
                    <a:pt x="1687" y="2517"/>
                    <a:pt x="1687" y="2517"/>
                  </a:cubicBezTo>
                  <a:lnTo>
                    <a:pt x="1767" y="2410"/>
                  </a:lnTo>
                  <a:lnTo>
                    <a:pt x="1820" y="2303"/>
                  </a:lnTo>
                  <a:lnTo>
                    <a:pt x="1731" y="2124"/>
                  </a:lnTo>
                  <a:cubicBezTo>
                    <a:pt x="1731" y="2124"/>
                    <a:pt x="1624" y="2071"/>
                    <a:pt x="1669" y="2026"/>
                  </a:cubicBezTo>
                  <a:cubicBezTo>
                    <a:pt x="1704" y="1990"/>
                    <a:pt x="1731" y="1946"/>
                    <a:pt x="1740" y="1937"/>
                  </a:cubicBezTo>
                  <a:cubicBezTo>
                    <a:pt x="1740" y="1919"/>
                    <a:pt x="1767" y="1883"/>
                    <a:pt x="1767" y="1883"/>
                  </a:cubicBezTo>
                  <a:lnTo>
                    <a:pt x="1553" y="1785"/>
                  </a:lnTo>
                  <a:cubicBezTo>
                    <a:pt x="1553" y="1785"/>
                    <a:pt x="1545" y="1790"/>
                    <a:pt x="1537" y="1790"/>
                  </a:cubicBezTo>
                  <a:cubicBezTo>
                    <a:pt x="1524" y="1790"/>
                    <a:pt x="1513" y="1775"/>
                    <a:pt x="1553" y="1696"/>
                  </a:cubicBezTo>
                  <a:cubicBezTo>
                    <a:pt x="1624" y="1562"/>
                    <a:pt x="1615" y="1598"/>
                    <a:pt x="1624" y="1562"/>
                  </a:cubicBezTo>
                  <a:cubicBezTo>
                    <a:pt x="1624" y="1535"/>
                    <a:pt x="1588" y="1491"/>
                    <a:pt x="1588" y="1491"/>
                  </a:cubicBezTo>
                  <a:lnTo>
                    <a:pt x="1508" y="1419"/>
                  </a:lnTo>
                  <a:lnTo>
                    <a:pt x="1526" y="1348"/>
                  </a:lnTo>
                  <a:cubicBezTo>
                    <a:pt x="1526" y="1348"/>
                    <a:pt x="1588" y="1214"/>
                    <a:pt x="1588" y="1196"/>
                  </a:cubicBezTo>
                  <a:cubicBezTo>
                    <a:pt x="1588" y="1179"/>
                    <a:pt x="1526" y="1125"/>
                    <a:pt x="1526" y="1125"/>
                  </a:cubicBezTo>
                  <a:cubicBezTo>
                    <a:pt x="1526" y="1125"/>
                    <a:pt x="1330" y="1027"/>
                    <a:pt x="1303" y="991"/>
                  </a:cubicBezTo>
                  <a:cubicBezTo>
                    <a:pt x="1285" y="947"/>
                    <a:pt x="1258" y="964"/>
                    <a:pt x="1276" y="902"/>
                  </a:cubicBezTo>
                  <a:cubicBezTo>
                    <a:pt x="1294" y="840"/>
                    <a:pt x="1303" y="840"/>
                    <a:pt x="1303" y="786"/>
                  </a:cubicBezTo>
                  <a:cubicBezTo>
                    <a:pt x="1303" y="741"/>
                    <a:pt x="1169" y="625"/>
                    <a:pt x="1169" y="625"/>
                  </a:cubicBezTo>
                  <a:lnTo>
                    <a:pt x="1116" y="545"/>
                  </a:lnTo>
                  <a:cubicBezTo>
                    <a:pt x="1116" y="545"/>
                    <a:pt x="1053" y="358"/>
                    <a:pt x="1053" y="322"/>
                  </a:cubicBezTo>
                  <a:cubicBezTo>
                    <a:pt x="1053" y="286"/>
                    <a:pt x="1098" y="242"/>
                    <a:pt x="1053" y="233"/>
                  </a:cubicBezTo>
                  <a:cubicBezTo>
                    <a:pt x="1009" y="215"/>
                    <a:pt x="1000" y="197"/>
                    <a:pt x="973" y="188"/>
                  </a:cubicBezTo>
                  <a:cubicBezTo>
                    <a:pt x="946" y="179"/>
                    <a:pt x="964" y="135"/>
                    <a:pt x="973" y="99"/>
                  </a:cubicBezTo>
                  <a:cubicBezTo>
                    <a:pt x="973" y="63"/>
                    <a:pt x="91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133"/>
            <p:cNvSpPr/>
            <p:nvPr/>
          </p:nvSpPr>
          <p:spPr>
            <a:xfrm>
              <a:off x="5046206" y="3647721"/>
              <a:ext cx="234630" cy="129733"/>
            </a:xfrm>
            <a:custGeom>
              <a:rect b="b" l="l" r="r" t="t"/>
              <a:pathLst>
                <a:path extrusionOk="0" h="627" w="1134">
                  <a:moveTo>
                    <a:pt x="801" y="502"/>
                  </a:moveTo>
                  <a:lnTo>
                    <a:pt x="786" y="518"/>
                  </a:lnTo>
                  <a:cubicBezTo>
                    <a:pt x="786" y="518"/>
                    <a:pt x="817" y="502"/>
                    <a:pt x="801" y="502"/>
                  </a:cubicBezTo>
                  <a:close/>
                  <a:moveTo>
                    <a:pt x="696" y="1"/>
                  </a:moveTo>
                  <a:cubicBezTo>
                    <a:pt x="625" y="1"/>
                    <a:pt x="277" y="117"/>
                    <a:pt x="170" y="117"/>
                  </a:cubicBezTo>
                  <a:cubicBezTo>
                    <a:pt x="63" y="117"/>
                    <a:pt x="1" y="224"/>
                    <a:pt x="1" y="224"/>
                  </a:cubicBezTo>
                  <a:lnTo>
                    <a:pt x="1" y="349"/>
                  </a:lnTo>
                  <a:lnTo>
                    <a:pt x="72" y="518"/>
                  </a:lnTo>
                  <a:lnTo>
                    <a:pt x="206" y="518"/>
                  </a:lnTo>
                  <a:lnTo>
                    <a:pt x="304" y="590"/>
                  </a:lnTo>
                  <a:cubicBezTo>
                    <a:pt x="304" y="590"/>
                    <a:pt x="392" y="627"/>
                    <a:pt x="449" y="627"/>
                  </a:cubicBezTo>
                  <a:cubicBezTo>
                    <a:pt x="454" y="627"/>
                    <a:pt x="460" y="626"/>
                    <a:pt x="464" y="625"/>
                  </a:cubicBezTo>
                  <a:cubicBezTo>
                    <a:pt x="518" y="616"/>
                    <a:pt x="491" y="616"/>
                    <a:pt x="518" y="599"/>
                  </a:cubicBezTo>
                  <a:cubicBezTo>
                    <a:pt x="536" y="581"/>
                    <a:pt x="616" y="545"/>
                    <a:pt x="732" y="518"/>
                  </a:cubicBezTo>
                  <a:cubicBezTo>
                    <a:pt x="774" y="506"/>
                    <a:pt x="793" y="502"/>
                    <a:pt x="801" y="502"/>
                  </a:cubicBezTo>
                  <a:lnTo>
                    <a:pt x="866" y="438"/>
                  </a:lnTo>
                  <a:cubicBezTo>
                    <a:pt x="866" y="438"/>
                    <a:pt x="869" y="439"/>
                    <a:pt x="876" y="439"/>
                  </a:cubicBezTo>
                  <a:cubicBezTo>
                    <a:pt x="891" y="439"/>
                    <a:pt x="923" y="434"/>
                    <a:pt x="955" y="402"/>
                  </a:cubicBezTo>
                  <a:cubicBezTo>
                    <a:pt x="1000" y="367"/>
                    <a:pt x="955" y="313"/>
                    <a:pt x="955" y="313"/>
                  </a:cubicBezTo>
                  <a:cubicBezTo>
                    <a:pt x="955" y="313"/>
                    <a:pt x="982" y="313"/>
                    <a:pt x="1062" y="269"/>
                  </a:cubicBezTo>
                  <a:cubicBezTo>
                    <a:pt x="1133" y="233"/>
                    <a:pt x="1107" y="215"/>
                    <a:pt x="1107" y="215"/>
                  </a:cubicBezTo>
                  <a:lnTo>
                    <a:pt x="1107" y="170"/>
                  </a:lnTo>
                  <a:lnTo>
                    <a:pt x="1053" y="126"/>
                  </a:lnTo>
                  <a:cubicBezTo>
                    <a:pt x="1053" y="126"/>
                    <a:pt x="768" y="1"/>
                    <a:pt x="696"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133"/>
            <p:cNvSpPr/>
            <p:nvPr/>
          </p:nvSpPr>
          <p:spPr>
            <a:xfrm>
              <a:off x="5380345" y="3535165"/>
              <a:ext cx="204215" cy="138837"/>
            </a:xfrm>
            <a:custGeom>
              <a:rect b="b" l="l" r="r" t="t"/>
              <a:pathLst>
                <a:path extrusionOk="0" h="671" w="987">
                  <a:moveTo>
                    <a:pt x="643" y="1"/>
                  </a:moveTo>
                  <a:lnTo>
                    <a:pt x="402" y="152"/>
                  </a:lnTo>
                  <a:cubicBezTo>
                    <a:pt x="402" y="152"/>
                    <a:pt x="268" y="206"/>
                    <a:pt x="152" y="206"/>
                  </a:cubicBezTo>
                  <a:cubicBezTo>
                    <a:pt x="141" y="205"/>
                    <a:pt x="130" y="205"/>
                    <a:pt x="121" y="205"/>
                  </a:cubicBezTo>
                  <a:cubicBezTo>
                    <a:pt x="41" y="205"/>
                    <a:pt x="24" y="236"/>
                    <a:pt x="0" y="268"/>
                  </a:cubicBezTo>
                  <a:lnTo>
                    <a:pt x="0" y="465"/>
                  </a:lnTo>
                  <a:lnTo>
                    <a:pt x="188" y="545"/>
                  </a:lnTo>
                  <a:lnTo>
                    <a:pt x="330" y="652"/>
                  </a:lnTo>
                  <a:cubicBezTo>
                    <a:pt x="330" y="652"/>
                    <a:pt x="448" y="671"/>
                    <a:pt x="519" y="671"/>
                  </a:cubicBezTo>
                  <a:cubicBezTo>
                    <a:pt x="546" y="671"/>
                    <a:pt x="566" y="668"/>
                    <a:pt x="571" y="661"/>
                  </a:cubicBezTo>
                  <a:cubicBezTo>
                    <a:pt x="589" y="643"/>
                    <a:pt x="660" y="482"/>
                    <a:pt x="660" y="482"/>
                  </a:cubicBezTo>
                  <a:cubicBezTo>
                    <a:pt x="660" y="482"/>
                    <a:pt x="732" y="420"/>
                    <a:pt x="892" y="268"/>
                  </a:cubicBezTo>
                  <a:cubicBezTo>
                    <a:pt x="978" y="178"/>
                    <a:pt x="987" y="158"/>
                    <a:pt x="978" y="158"/>
                  </a:cubicBezTo>
                  <a:cubicBezTo>
                    <a:pt x="972" y="158"/>
                    <a:pt x="955" y="170"/>
                    <a:pt x="955" y="170"/>
                  </a:cubicBezTo>
                  <a:lnTo>
                    <a:pt x="892" y="54"/>
                  </a:lnTo>
                  <a:lnTo>
                    <a:pt x="643" y="1"/>
                  </a:ln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133"/>
            <p:cNvSpPr/>
            <p:nvPr/>
          </p:nvSpPr>
          <p:spPr>
            <a:xfrm>
              <a:off x="5134758" y="3458610"/>
              <a:ext cx="179387" cy="95179"/>
            </a:xfrm>
            <a:custGeom>
              <a:rect b="b" l="l" r="r" t="t"/>
              <a:pathLst>
                <a:path extrusionOk="0" h="460" w="867">
                  <a:moveTo>
                    <a:pt x="442" y="0"/>
                  </a:moveTo>
                  <a:cubicBezTo>
                    <a:pt x="407" y="0"/>
                    <a:pt x="377" y="7"/>
                    <a:pt x="358" y="23"/>
                  </a:cubicBezTo>
                  <a:cubicBezTo>
                    <a:pt x="304" y="59"/>
                    <a:pt x="268" y="192"/>
                    <a:pt x="268" y="192"/>
                  </a:cubicBezTo>
                  <a:lnTo>
                    <a:pt x="126" y="210"/>
                  </a:lnTo>
                  <a:cubicBezTo>
                    <a:pt x="126" y="210"/>
                    <a:pt x="118" y="209"/>
                    <a:pt x="107" y="209"/>
                  </a:cubicBezTo>
                  <a:cubicBezTo>
                    <a:pt x="90" y="209"/>
                    <a:pt x="63" y="212"/>
                    <a:pt x="36" y="228"/>
                  </a:cubicBezTo>
                  <a:cubicBezTo>
                    <a:pt x="1" y="255"/>
                    <a:pt x="1" y="371"/>
                    <a:pt x="1" y="371"/>
                  </a:cubicBezTo>
                  <a:lnTo>
                    <a:pt x="90" y="415"/>
                  </a:lnTo>
                  <a:lnTo>
                    <a:pt x="456" y="460"/>
                  </a:lnTo>
                  <a:lnTo>
                    <a:pt x="625" y="371"/>
                  </a:lnTo>
                  <a:lnTo>
                    <a:pt x="804" y="308"/>
                  </a:lnTo>
                  <a:cubicBezTo>
                    <a:pt x="804" y="308"/>
                    <a:pt x="866" y="237"/>
                    <a:pt x="830" y="201"/>
                  </a:cubicBezTo>
                  <a:cubicBezTo>
                    <a:pt x="795" y="166"/>
                    <a:pt x="732" y="76"/>
                    <a:pt x="732" y="76"/>
                  </a:cubicBezTo>
                  <a:cubicBezTo>
                    <a:pt x="732" y="76"/>
                    <a:pt x="679" y="59"/>
                    <a:pt x="590" y="32"/>
                  </a:cubicBezTo>
                  <a:cubicBezTo>
                    <a:pt x="539" y="12"/>
                    <a:pt x="487" y="0"/>
                    <a:pt x="442"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133"/>
            <p:cNvSpPr/>
            <p:nvPr/>
          </p:nvSpPr>
          <p:spPr>
            <a:xfrm>
              <a:off x="5363586" y="3225222"/>
              <a:ext cx="253252" cy="118146"/>
            </a:xfrm>
            <a:custGeom>
              <a:rect b="b" l="l" r="r" t="t"/>
              <a:pathLst>
                <a:path extrusionOk="0" h="571" w="1224">
                  <a:moveTo>
                    <a:pt x="795" y="0"/>
                  </a:moveTo>
                  <a:cubicBezTo>
                    <a:pt x="795" y="0"/>
                    <a:pt x="697" y="0"/>
                    <a:pt x="501" y="80"/>
                  </a:cubicBezTo>
                  <a:cubicBezTo>
                    <a:pt x="398" y="116"/>
                    <a:pt x="351" y="125"/>
                    <a:pt x="330" y="125"/>
                  </a:cubicBezTo>
                  <a:cubicBezTo>
                    <a:pt x="309" y="125"/>
                    <a:pt x="313" y="116"/>
                    <a:pt x="313" y="116"/>
                  </a:cubicBezTo>
                  <a:lnTo>
                    <a:pt x="313" y="116"/>
                  </a:lnTo>
                  <a:lnTo>
                    <a:pt x="251" y="196"/>
                  </a:lnTo>
                  <a:lnTo>
                    <a:pt x="1" y="303"/>
                  </a:lnTo>
                  <a:lnTo>
                    <a:pt x="81" y="544"/>
                  </a:lnTo>
                  <a:cubicBezTo>
                    <a:pt x="81" y="544"/>
                    <a:pt x="99" y="535"/>
                    <a:pt x="215" y="526"/>
                  </a:cubicBezTo>
                  <a:cubicBezTo>
                    <a:pt x="228" y="525"/>
                    <a:pt x="240" y="525"/>
                    <a:pt x="253" y="525"/>
                  </a:cubicBezTo>
                  <a:cubicBezTo>
                    <a:pt x="350" y="525"/>
                    <a:pt x="420" y="553"/>
                    <a:pt x="420" y="553"/>
                  </a:cubicBezTo>
                  <a:lnTo>
                    <a:pt x="599" y="571"/>
                  </a:lnTo>
                  <a:cubicBezTo>
                    <a:pt x="599" y="571"/>
                    <a:pt x="706" y="437"/>
                    <a:pt x="813" y="393"/>
                  </a:cubicBezTo>
                  <a:cubicBezTo>
                    <a:pt x="845" y="375"/>
                    <a:pt x="867" y="369"/>
                    <a:pt x="887" y="369"/>
                  </a:cubicBezTo>
                  <a:cubicBezTo>
                    <a:pt x="928" y="369"/>
                    <a:pt x="961" y="393"/>
                    <a:pt x="1063" y="393"/>
                  </a:cubicBezTo>
                  <a:cubicBezTo>
                    <a:pt x="1223" y="384"/>
                    <a:pt x="1196" y="285"/>
                    <a:pt x="1196" y="285"/>
                  </a:cubicBezTo>
                  <a:lnTo>
                    <a:pt x="1196" y="205"/>
                  </a:lnTo>
                  <a:cubicBezTo>
                    <a:pt x="1196" y="205"/>
                    <a:pt x="1125" y="62"/>
                    <a:pt x="1125" y="62"/>
                  </a:cubicBezTo>
                  <a:cubicBezTo>
                    <a:pt x="1125" y="62"/>
                    <a:pt x="973" y="27"/>
                    <a:pt x="973" y="27"/>
                  </a:cubicBezTo>
                  <a:lnTo>
                    <a:pt x="795" y="0"/>
                  </a:ln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133"/>
            <p:cNvSpPr/>
            <p:nvPr/>
          </p:nvSpPr>
          <p:spPr>
            <a:xfrm>
              <a:off x="5164344" y="3105217"/>
              <a:ext cx="216216" cy="86902"/>
            </a:xfrm>
            <a:custGeom>
              <a:rect b="b" l="l" r="r" t="t"/>
              <a:pathLst>
                <a:path extrusionOk="0" h="420" w="1045">
                  <a:moveTo>
                    <a:pt x="588" y="1"/>
                  </a:moveTo>
                  <a:cubicBezTo>
                    <a:pt x="575" y="1"/>
                    <a:pt x="561" y="3"/>
                    <a:pt x="545" y="9"/>
                  </a:cubicBezTo>
                  <a:cubicBezTo>
                    <a:pt x="447" y="45"/>
                    <a:pt x="277" y="63"/>
                    <a:pt x="277" y="63"/>
                  </a:cubicBezTo>
                  <a:lnTo>
                    <a:pt x="125" y="63"/>
                  </a:lnTo>
                  <a:cubicBezTo>
                    <a:pt x="125" y="63"/>
                    <a:pt x="0" y="152"/>
                    <a:pt x="27" y="223"/>
                  </a:cubicBezTo>
                  <a:cubicBezTo>
                    <a:pt x="54" y="295"/>
                    <a:pt x="125" y="366"/>
                    <a:pt x="125" y="366"/>
                  </a:cubicBezTo>
                  <a:cubicBezTo>
                    <a:pt x="125" y="366"/>
                    <a:pt x="518" y="411"/>
                    <a:pt x="545" y="411"/>
                  </a:cubicBezTo>
                  <a:cubicBezTo>
                    <a:pt x="562" y="411"/>
                    <a:pt x="732" y="419"/>
                    <a:pt x="732" y="419"/>
                  </a:cubicBezTo>
                  <a:lnTo>
                    <a:pt x="964" y="366"/>
                  </a:lnTo>
                  <a:lnTo>
                    <a:pt x="1044" y="286"/>
                  </a:lnTo>
                  <a:lnTo>
                    <a:pt x="830" y="143"/>
                  </a:lnTo>
                  <a:cubicBezTo>
                    <a:pt x="759" y="107"/>
                    <a:pt x="670" y="63"/>
                    <a:pt x="670" y="63"/>
                  </a:cubicBezTo>
                  <a:cubicBezTo>
                    <a:pt x="670" y="63"/>
                    <a:pt x="651" y="1"/>
                    <a:pt x="588"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133"/>
            <p:cNvSpPr/>
            <p:nvPr/>
          </p:nvSpPr>
          <p:spPr>
            <a:xfrm>
              <a:off x="5425863" y="3360331"/>
              <a:ext cx="159524" cy="73660"/>
            </a:xfrm>
            <a:custGeom>
              <a:rect b="b" l="l" r="r" t="t"/>
              <a:pathLst>
                <a:path extrusionOk="0" h="356" w="771">
                  <a:moveTo>
                    <a:pt x="369" y="0"/>
                  </a:moveTo>
                  <a:cubicBezTo>
                    <a:pt x="351" y="0"/>
                    <a:pt x="330" y="4"/>
                    <a:pt x="298" y="16"/>
                  </a:cubicBezTo>
                  <a:cubicBezTo>
                    <a:pt x="200" y="61"/>
                    <a:pt x="164" y="25"/>
                    <a:pt x="137" y="87"/>
                  </a:cubicBezTo>
                  <a:cubicBezTo>
                    <a:pt x="101" y="150"/>
                    <a:pt x="48" y="239"/>
                    <a:pt x="48" y="239"/>
                  </a:cubicBezTo>
                  <a:cubicBezTo>
                    <a:pt x="48" y="239"/>
                    <a:pt x="41" y="238"/>
                    <a:pt x="33" y="238"/>
                  </a:cubicBezTo>
                  <a:cubicBezTo>
                    <a:pt x="18" y="238"/>
                    <a:pt x="0" y="242"/>
                    <a:pt x="30" y="266"/>
                  </a:cubicBezTo>
                  <a:cubicBezTo>
                    <a:pt x="75" y="310"/>
                    <a:pt x="226" y="355"/>
                    <a:pt x="226" y="355"/>
                  </a:cubicBezTo>
                  <a:lnTo>
                    <a:pt x="414" y="346"/>
                  </a:lnTo>
                  <a:lnTo>
                    <a:pt x="610" y="328"/>
                  </a:lnTo>
                  <a:lnTo>
                    <a:pt x="753" y="239"/>
                  </a:lnTo>
                  <a:lnTo>
                    <a:pt x="770" y="141"/>
                  </a:lnTo>
                  <a:lnTo>
                    <a:pt x="762" y="52"/>
                  </a:lnTo>
                  <a:cubicBezTo>
                    <a:pt x="726" y="43"/>
                    <a:pt x="637" y="16"/>
                    <a:pt x="512" y="16"/>
                  </a:cubicBezTo>
                  <a:cubicBezTo>
                    <a:pt x="428" y="16"/>
                    <a:pt x="405" y="0"/>
                    <a:pt x="369" y="0"/>
                  </a:cubicBez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133"/>
            <p:cNvSpPr/>
            <p:nvPr/>
          </p:nvSpPr>
          <p:spPr>
            <a:xfrm>
              <a:off x="5120068" y="3438954"/>
              <a:ext cx="118350" cy="72418"/>
            </a:xfrm>
            <a:custGeom>
              <a:rect b="b" l="l" r="r" t="t"/>
              <a:pathLst>
                <a:path extrusionOk="0" h="350" w="572">
                  <a:moveTo>
                    <a:pt x="378" y="1"/>
                  </a:moveTo>
                  <a:cubicBezTo>
                    <a:pt x="371" y="1"/>
                    <a:pt x="364" y="1"/>
                    <a:pt x="357" y="2"/>
                  </a:cubicBezTo>
                  <a:cubicBezTo>
                    <a:pt x="286" y="11"/>
                    <a:pt x="197" y="11"/>
                    <a:pt x="197" y="11"/>
                  </a:cubicBezTo>
                  <a:cubicBezTo>
                    <a:pt x="170" y="11"/>
                    <a:pt x="54" y="29"/>
                    <a:pt x="36" y="55"/>
                  </a:cubicBezTo>
                  <a:cubicBezTo>
                    <a:pt x="27" y="82"/>
                    <a:pt x="0" y="91"/>
                    <a:pt x="18" y="145"/>
                  </a:cubicBezTo>
                  <a:cubicBezTo>
                    <a:pt x="27" y="198"/>
                    <a:pt x="81" y="269"/>
                    <a:pt x="81" y="269"/>
                  </a:cubicBezTo>
                  <a:lnTo>
                    <a:pt x="232" y="323"/>
                  </a:lnTo>
                  <a:lnTo>
                    <a:pt x="384" y="350"/>
                  </a:lnTo>
                  <a:cubicBezTo>
                    <a:pt x="384" y="350"/>
                    <a:pt x="527" y="252"/>
                    <a:pt x="536" y="198"/>
                  </a:cubicBezTo>
                  <a:cubicBezTo>
                    <a:pt x="553" y="136"/>
                    <a:pt x="571" y="64"/>
                    <a:pt x="571" y="64"/>
                  </a:cubicBezTo>
                  <a:lnTo>
                    <a:pt x="571" y="38"/>
                  </a:lnTo>
                  <a:cubicBezTo>
                    <a:pt x="571" y="38"/>
                    <a:pt x="453" y="1"/>
                    <a:pt x="378"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133"/>
            <p:cNvSpPr/>
            <p:nvPr/>
          </p:nvSpPr>
          <p:spPr>
            <a:xfrm>
              <a:off x="5114482" y="3616272"/>
              <a:ext cx="201319" cy="104076"/>
            </a:xfrm>
            <a:custGeom>
              <a:rect b="b" l="l" r="r" t="t"/>
              <a:pathLst>
                <a:path extrusionOk="0" h="503" w="973">
                  <a:moveTo>
                    <a:pt x="456" y="0"/>
                  </a:moveTo>
                  <a:cubicBezTo>
                    <a:pt x="447" y="0"/>
                    <a:pt x="438" y="0"/>
                    <a:pt x="429" y="1"/>
                  </a:cubicBezTo>
                  <a:cubicBezTo>
                    <a:pt x="331" y="10"/>
                    <a:pt x="206" y="73"/>
                    <a:pt x="206" y="73"/>
                  </a:cubicBezTo>
                  <a:lnTo>
                    <a:pt x="99" y="108"/>
                  </a:lnTo>
                  <a:cubicBezTo>
                    <a:pt x="99" y="108"/>
                    <a:pt x="79" y="100"/>
                    <a:pt x="60" y="100"/>
                  </a:cubicBezTo>
                  <a:cubicBezTo>
                    <a:pt x="51" y="100"/>
                    <a:pt x="42" y="102"/>
                    <a:pt x="36" y="108"/>
                  </a:cubicBezTo>
                  <a:cubicBezTo>
                    <a:pt x="18" y="117"/>
                    <a:pt x="1" y="206"/>
                    <a:pt x="1" y="206"/>
                  </a:cubicBezTo>
                  <a:lnTo>
                    <a:pt x="99" y="305"/>
                  </a:lnTo>
                  <a:cubicBezTo>
                    <a:pt x="99" y="305"/>
                    <a:pt x="108" y="314"/>
                    <a:pt x="134" y="340"/>
                  </a:cubicBezTo>
                  <a:cubicBezTo>
                    <a:pt x="163" y="362"/>
                    <a:pt x="175" y="401"/>
                    <a:pt x="206" y="401"/>
                  </a:cubicBezTo>
                  <a:cubicBezTo>
                    <a:pt x="214" y="401"/>
                    <a:pt x="222" y="399"/>
                    <a:pt x="233" y="394"/>
                  </a:cubicBezTo>
                  <a:cubicBezTo>
                    <a:pt x="286" y="367"/>
                    <a:pt x="322" y="358"/>
                    <a:pt x="322" y="358"/>
                  </a:cubicBezTo>
                  <a:cubicBezTo>
                    <a:pt x="322" y="358"/>
                    <a:pt x="375" y="403"/>
                    <a:pt x="411" y="438"/>
                  </a:cubicBezTo>
                  <a:cubicBezTo>
                    <a:pt x="447" y="474"/>
                    <a:pt x="438" y="465"/>
                    <a:pt x="518" y="483"/>
                  </a:cubicBezTo>
                  <a:cubicBezTo>
                    <a:pt x="566" y="499"/>
                    <a:pt x="602" y="502"/>
                    <a:pt x="622" y="502"/>
                  </a:cubicBezTo>
                  <a:cubicBezTo>
                    <a:pt x="636" y="502"/>
                    <a:pt x="643" y="501"/>
                    <a:pt x="643" y="501"/>
                  </a:cubicBezTo>
                  <a:lnTo>
                    <a:pt x="786" y="474"/>
                  </a:lnTo>
                  <a:lnTo>
                    <a:pt x="875" y="367"/>
                  </a:lnTo>
                  <a:cubicBezTo>
                    <a:pt x="875" y="367"/>
                    <a:pt x="973" y="305"/>
                    <a:pt x="928" y="251"/>
                  </a:cubicBezTo>
                  <a:cubicBezTo>
                    <a:pt x="875" y="189"/>
                    <a:pt x="795" y="126"/>
                    <a:pt x="759" y="108"/>
                  </a:cubicBezTo>
                  <a:cubicBezTo>
                    <a:pt x="723" y="90"/>
                    <a:pt x="634" y="37"/>
                    <a:pt x="634" y="37"/>
                  </a:cubicBezTo>
                  <a:cubicBezTo>
                    <a:pt x="634" y="37"/>
                    <a:pt x="546" y="0"/>
                    <a:pt x="456"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133"/>
            <p:cNvSpPr/>
            <p:nvPr/>
          </p:nvSpPr>
          <p:spPr>
            <a:xfrm>
              <a:off x="5393173" y="3716207"/>
              <a:ext cx="252631" cy="97868"/>
            </a:xfrm>
            <a:custGeom>
              <a:rect b="b" l="l" r="r" t="t"/>
              <a:pathLst>
                <a:path extrusionOk="0" h="473" w="1221">
                  <a:moveTo>
                    <a:pt x="170" y="0"/>
                  </a:moveTo>
                  <a:lnTo>
                    <a:pt x="54" y="80"/>
                  </a:lnTo>
                  <a:lnTo>
                    <a:pt x="1" y="250"/>
                  </a:lnTo>
                  <a:lnTo>
                    <a:pt x="54" y="339"/>
                  </a:lnTo>
                  <a:lnTo>
                    <a:pt x="108" y="410"/>
                  </a:lnTo>
                  <a:lnTo>
                    <a:pt x="295" y="446"/>
                  </a:lnTo>
                  <a:cubicBezTo>
                    <a:pt x="295" y="446"/>
                    <a:pt x="358" y="472"/>
                    <a:pt x="428" y="472"/>
                  </a:cubicBezTo>
                  <a:cubicBezTo>
                    <a:pt x="449" y="472"/>
                    <a:pt x="471" y="470"/>
                    <a:pt x="491" y="464"/>
                  </a:cubicBezTo>
                  <a:cubicBezTo>
                    <a:pt x="531" y="455"/>
                    <a:pt x="574" y="453"/>
                    <a:pt x="606" y="453"/>
                  </a:cubicBezTo>
                  <a:cubicBezTo>
                    <a:pt x="639" y="453"/>
                    <a:pt x="661" y="455"/>
                    <a:pt x="661" y="455"/>
                  </a:cubicBezTo>
                  <a:cubicBezTo>
                    <a:pt x="661" y="455"/>
                    <a:pt x="750" y="401"/>
                    <a:pt x="1009" y="330"/>
                  </a:cubicBezTo>
                  <a:cubicBezTo>
                    <a:pt x="1213" y="264"/>
                    <a:pt x="1220" y="258"/>
                    <a:pt x="1216" y="258"/>
                  </a:cubicBezTo>
                  <a:cubicBezTo>
                    <a:pt x="1215" y="258"/>
                    <a:pt x="1214" y="259"/>
                    <a:pt x="1214" y="259"/>
                  </a:cubicBezTo>
                  <a:lnTo>
                    <a:pt x="1053" y="187"/>
                  </a:lnTo>
                  <a:cubicBezTo>
                    <a:pt x="1053" y="187"/>
                    <a:pt x="1000" y="161"/>
                    <a:pt x="928" y="143"/>
                  </a:cubicBezTo>
                  <a:cubicBezTo>
                    <a:pt x="866" y="125"/>
                    <a:pt x="830" y="18"/>
                    <a:pt x="830" y="18"/>
                  </a:cubicBezTo>
                  <a:lnTo>
                    <a:pt x="688" y="0"/>
                  </a:lnTo>
                  <a:lnTo>
                    <a:pt x="456" y="62"/>
                  </a:lnTo>
                  <a:lnTo>
                    <a:pt x="170" y="0"/>
                  </a:ln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133"/>
            <p:cNvSpPr/>
            <p:nvPr/>
          </p:nvSpPr>
          <p:spPr>
            <a:xfrm>
              <a:off x="5341448" y="3300742"/>
              <a:ext cx="179387" cy="87109"/>
            </a:xfrm>
            <a:custGeom>
              <a:rect b="b" l="l" r="r" t="t"/>
              <a:pathLst>
                <a:path extrusionOk="0" h="421" w="867">
                  <a:moveTo>
                    <a:pt x="732" y="1"/>
                  </a:moveTo>
                  <a:lnTo>
                    <a:pt x="608" y="19"/>
                  </a:lnTo>
                  <a:cubicBezTo>
                    <a:pt x="608" y="19"/>
                    <a:pt x="527" y="34"/>
                    <a:pt x="476" y="34"/>
                  </a:cubicBezTo>
                  <a:cubicBezTo>
                    <a:pt x="459" y="34"/>
                    <a:pt x="445" y="32"/>
                    <a:pt x="438" y="28"/>
                  </a:cubicBezTo>
                  <a:cubicBezTo>
                    <a:pt x="433" y="22"/>
                    <a:pt x="419" y="20"/>
                    <a:pt x="402" y="20"/>
                  </a:cubicBezTo>
                  <a:cubicBezTo>
                    <a:pt x="331" y="20"/>
                    <a:pt x="188" y="54"/>
                    <a:pt x="188" y="54"/>
                  </a:cubicBezTo>
                  <a:cubicBezTo>
                    <a:pt x="188" y="54"/>
                    <a:pt x="63" y="170"/>
                    <a:pt x="45" y="215"/>
                  </a:cubicBezTo>
                  <a:lnTo>
                    <a:pt x="1" y="322"/>
                  </a:lnTo>
                  <a:lnTo>
                    <a:pt x="45" y="402"/>
                  </a:lnTo>
                  <a:lnTo>
                    <a:pt x="269" y="420"/>
                  </a:lnTo>
                  <a:cubicBezTo>
                    <a:pt x="269" y="420"/>
                    <a:pt x="384" y="411"/>
                    <a:pt x="429" y="367"/>
                  </a:cubicBezTo>
                  <a:cubicBezTo>
                    <a:pt x="450" y="345"/>
                    <a:pt x="475" y="336"/>
                    <a:pt x="511" y="336"/>
                  </a:cubicBezTo>
                  <a:cubicBezTo>
                    <a:pt x="551" y="336"/>
                    <a:pt x="604" y="348"/>
                    <a:pt x="679" y="367"/>
                  </a:cubicBezTo>
                  <a:cubicBezTo>
                    <a:pt x="704" y="371"/>
                    <a:pt x="726" y="373"/>
                    <a:pt x="745" y="373"/>
                  </a:cubicBezTo>
                  <a:cubicBezTo>
                    <a:pt x="833" y="373"/>
                    <a:pt x="857" y="331"/>
                    <a:pt x="857" y="331"/>
                  </a:cubicBezTo>
                  <a:cubicBezTo>
                    <a:pt x="857" y="331"/>
                    <a:pt x="866" y="170"/>
                    <a:pt x="857" y="144"/>
                  </a:cubicBezTo>
                  <a:cubicBezTo>
                    <a:pt x="848" y="117"/>
                    <a:pt x="732" y="1"/>
                    <a:pt x="732"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133"/>
            <p:cNvSpPr/>
            <p:nvPr/>
          </p:nvSpPr>
          <p:spPr>
            <a:xfrm>
              <a:off x="5033378" y="3852764"/>
              <a:ext cx="634991" cy="64763"/>
            </a:xfrm>
            <a:custGeom>
              <a:rect b="b" l="l" r="r" t="t"/>
              <a:pathLst>
                <a:path extrusionOk="0" h="313" w="3069">
                  <a:moveTo>
                    <a:pt x="0" y="0"/>
                  </a:moveTo>
                  <a:lnTo>
                    <a:pt x="0" y="312"/>
                  </a:lnTo>
                  <a:lnTo>
                    <a:pt x="3069" y="312"/>
                  </a:lnTo>
                  <a:lnTo>
                    <a:pt x="3069"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133"/>
            <p:cNvSpPr/>
            <p:nvPr/>
          </p:nvSpPr>
          <p:spPr>
            <a:xfrm>
              <a:off x="5072068" y="3917318"/>
              <a:ext cx="557609" cy="531759"/>
            </a:xfrm>
            <a:custGeom>
              <a:rect b="b" l="l" r="r" t="t"/>
              <a:pathLst>
                <a:path extrusionOk="0" h="2570" w="2695">
                  <a:moveTo>
                    <a:pt x="0" y="0"/>
                  </a:moveTo>
                  <a:lnTo>
                    <a:pt x="232" y="2570"/>
                  </a:lnTo>
                  <a:lnTo>
                    <a:pt x="2472" y="2570"/>
                  </a:lnTo>
                  <a:lnTo>
                    <a:pt x="269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133"/>
            <p:cNvSpPr/>
            <p:nvPr/>
          </p:nvSpPr>
          <p:spPr>
            <a:xfrm>
              <a:off x="5072068" y="3917318"/>
              <a:ext cx="557609" cy="40761"/>
            </a:xfrm>
            <a:custGeom>
              <a:rect b="b" l="l" r="r" t="t"/>
              <a:pathLst>
                <a:path extrusionOk="0" h="197" w="2695">
                  <a:moveTo>
                    <a:pt x="0" y="0"/>
                  </a:moveTo>
                  <a:lnTo>
                    <a:pt x="18" y="197"/>
                  </a:lnTo>
                  <a:lnTo>
                    <a:pt x="2677" y="197"/>
                  </a:lnTo>
                  <a:lnTo>
                    <a:pt x="269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9" name="Google Shape;8469;p133"/>
          <p:cNvGrpSpPr/>
          <p:nvPr/>
        </p:nvGrpSpPr>
        <p:grpSpPr>
          <a:xfrm>
            <a:off x="8430894" y="2688291"/>
            <a:ext cx="942613" cy="2225784"/>
            <a:chOff x="1214466" y="2918796"/>
            <a:chExt cx="786428" cy="1856987"/>
          </a:xfrm>
        </p:grpSpPr>
        <p:sp>
          <p:nvSpPr>
            <p:cNvPr id="8470" name="Google Shape;8470;p133"/>
            <p:cNvSpPr/>
            <p:nvPr/>
          </p:nvSpPr>
          <p:spPr>
            <a:xfrm>
              <a:off x="1718262" y="3276741"/>
              <a:ext cx="282632" cy="1052344"/>
            </a:xfrm>
            <a:custGeom>
              <a:rect b="b" l="l" r="r" t="t"/>
              <a:pathLst>
                <a:path extrusionOk="0" h="5086" w="1366">
                  <a:moveTo>
                    <a:pt x="1366" y="1"/>
                  </a:moveTo>
                  <a:lnTo>
                    <a:pt x="1" y="5005"/>
                  </a:lnTo>
                  <a:lnTo>
                    <a:pt x="99" y="5086"/>
                  </a:lnTo>
                  <a:cubicBezTo>
                    <a:pt x="1294" y="2321"/>
                    <a:pt x="1366" y="1"/>
                    <a:pt x="13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133"/>
            <p:cNvSpPr/>
            <p:nvPr/>
          </p:nvSpPr>
          <p:spPr>
            <a:xfrm>
              <a:off x="1696123" y="3276741"/>
              <a:ext cx="304771" cy="1035791"/>
            </a:xfrm>
            <a:custGeom>
              <a:rect b="b" l="l" r="r" t="t"/>
              <a:pathLst>
                <a:path extrusionOk="0" h="5006" w="1473">
                  <a:moveTo>
                    <a:pt x="1473" y="1"/>
                  </a:moveTo>
                  <a:cubicBezTo>
                    <a:pt x="1473" y="1"/>
                    <a:pt x="483" y="1553"/>
                    <a:pt x="1" y="4916"/>
                  </a:cubicBezTo>
                  <a:lnTo>
                    <a:pt x="108" y="5005"/>
                  </a:lnTo>
                  <a:lnTo>
                    <a:pt x="1473"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133"/>
            <p:cNvSpPr/>
            <p:nvPr/>
          </p:nvSpPr>
          <p:spPr>
            <a:xfrm>
              <a:off x="1687020" y="3134598"/>
              <a:ext cx="227182" cy="1069104"/>
            </a:xfrm>
            <a:custGeom>
              <a:rect b="b" l="l" r="r" t="t"/>
              <a:pathLst>
                <a:path extrusionOk="0" h="5167" w="1098">
                  <a:moveTo>
                    <a:pt x="999" y="1"/>
                  </a:moveTo>
                  <a:lnTo>
                    <a:pt x="0" y="5086"/>
                  </a:lnTo>
                  <a:lnTo>
                    <a:pt x="107" y="5166"/>
                  </a:lnTo>
                  <a:cubicBezTo>
                    <a:pt x="1097" y="2321"/>
                    <a:pt x="999" y="1"/>
                    <a:pt x="9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133"/>
            <p:cNvSpPr/>
            <p:nvPr/>
          </p:nvSpPr>
          <p:spPr>
            <a:xfrm>
              <a:off x="1664882" y="3134598"/>
              <a:ext cx="229044" cy="1052344"/>
            </a:xfrm>
            <a:custGeom>
              <a:rect b="b" l="l" r="r" t="t"/>
              <a:pathLst>
                <a:path extrusionOk="0" h="5086" w="1107">
                  <a:moveTo>
                    <a:pt x="1106" y="1"/>
                  </a:moveTo>
                  <a:cubicBezTo>
                    <a:pt x="1106" y="1"/>
                    <a:pt x="232" y="1625"/>
                    <a:pt x="0" y="5014"/>
                  </a:cubicBezTo>
                  <a:lnTo>
                    <a:pt x="107" y="5086"/>
                  </a:lnTo>
                  <a:lnTo>
                    <a:pt x="1106"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133"/>
            <p:cNvSpPr/>
            <p:nvPr/>
          </p:nvSpPr>
          <p:spPr>
            <a:xfrm>
              <a:off x="1648123" y="3007352"/>
              <a:ext cx="171938" cy="1118762"/>
            </a:xfrm>
            <a:custGeom>
              <a:rect b="b" l="l" r="r" t="t"/>
              <a:pathLst>
                <a:path extrusionOk="0" h="5407" w="831">
                  <a:moveTo>
                    <a:pt x="527" y="0"/>
                  </a:moveTo>
                  <a:lnTo>
                    <a:pt x="1" y="5362"/>
                  </a:lnTo>
                  <a:lnTo>
                    <a:pt x="108" y="5406"/>
                  </a:lnTo>
                  <a:cubicBezTo>
                    <a:pt x="830" y="2258"/>
                    <a:pt x="527" y="1"/>
                    <a:pt x="5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133"/>
            <p:cNvSpPr/>
            <p:nvPr/>
          </p:nvSpPr>
          <p:spPr>
            <a:xfrm>
              <a:off x="1609434" y="3007352"/>
              <a:ext cx="147937" cy="1109451"/>
            </a:xfrm>
            <a:custGeom>
              <a:rect b="b" l="l" r="r" t="t"/>
              <a:pathLst>
                <a:path extrusionOk="0" h="5362" w="715">
                  <a:moveTo>
                    <a:pt x="714" y="0"/>
                  </a:moveTo>
                  <a:lnTo>
                    <a:pt x="714" y="0"/>
                  </a:lnTo>
                  <a:cubicBezTo>
                    <a:pt x="714" y="1"/>
                    <a:pt x="1" y="1910"/>
                    <a:pt x="72" y="5326"/>
                  </a:cubicBezTo>
                  <a:lnTo>
                    <a:pt x="188" y="5362"/>
                  </a:lnTo>
                  <a:lnTo>
                    <a:pt x="71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133"/>
            <p:cNvSpPr/>
            <p:nvPr/>
          </p:nvSpPr>
          <p:spPr>
            <a:xfrm>
              <a:off x="1607571" y="2918796"/>
              <a:ext cx="109039" cy="1127866"/>
            </a:xfrm>
            <a:custGeom>
              <a:rect b="b" l="l" r="r" t="t"/>
              <a:pathLst>
                <a:path extrusionOk="0" h="5451" w="527">
                  <a:moveTo>
                    <a:pt x="1" y="0"/>
                  </a:moveTo>
                  <a:lnTo>
                    <a:pt x="1" y="5451"/>
                  </a:lnTo>
                  <a:lnTo>
                    <a:pt x="117" y="5451"/>
                  </a:lnTo>
                  <a:cubicBezTo>
                    <a:pt x="527" y="2114"/>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133"/>
            <p:cNvSpPr/>
            <p:nvPr/>
          </p:nvSpPr>
          <p:spPr>
            <a:xfrm>
              <a:off x="1500605" y="2918796"/>
              <a:ext cx="107177" cy="1127866"/>
            </a:xfrm>
            <a:custGeom>
              <a:rect b="b" l="l" r="r" t="t"/>
              <a:pathLst>
                <a:path extrusionOk="0" h="5451" w="518">
                  <a:moveTo>
                    <a:pt x="518" y="0"/>
                  </a:moveTo>
                  <a:cubicBezTo>
                    <a:pt x="518" y="0"/>
                    <a:pt x="0" y="2114"/>
                    <a:pt x="402" y="5451"/>
                  </a:cubicBezTo>
                  <a:lnTo>
                    <a:pt x="518" y="5451"/>
                  </a:lnTo>
                  <a:lnTo>
                    <a:pt x="51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133"/>
            <p:cNvSpPr/>
            <p:nvPr/>
          </p:nvSpPr>
          <p:spPr>
            <a:xfrm>
              <a:off x="1214466" y="3276741"/>
              <a:ext cx="284494" cy="1052344"/>
            </a:xfrm>
            <a:custGeom>
              <a:rect b="b" l="l" r="r" t="t"/>
              <a:pathLst>
                <a:path extrusionOk="0" h="5086" w="1375">
                  <a:moveTo>
                    <a:pt x="0" y="1"/>
                  </a:moveTo>
                  <a:cubicBezTo>
                    <a:pt x="0" y="1"/>
                    <a:pt x="72" y="2321"/>
                    <a:pt x="1276" y="5086"/>
                  </a:cubicBezTo>
                  <a:lnTo>
                    <a:pt x="1374" y="5005"/>
                  </a:lnTo>
                  <a:lnTo>
                    <a:pt x="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133"/>
            <p:cNvSpPr/>
            <p:nvPr/>
          </p:nvSpPr>
          <p:spPr>
            <a:xfrm>
              <a:off x="1214466" y="3276741"/>
              <a:ext cx="304771" cy="1035791"/>
            </a:xfrm>
            <a:custGeom>
              <a:rect b="b" l="l" r="r" t="t"/>
              <a:pathLst>
                <a:path extrusionOk="0" h="5006" w="1473">
                  <a:moveTo>
                    <a:pt x="0" y="1"/>
                  </a:moveTo>
                  <a:lnTo>
                    <a:pt x="1374" y="5005"/>
                  </a:lnTo>
                  <a:lnTo>
                    <a:pt x="1472" y="4916"/>
                  </a:lnTo>
                  <a:cubicBezTo>
                    <a:pt x="1000" y="1553"/>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133"/>
            <p:cNvSpPr/>
            <p:nvPr/>
          </p:nvSpPr>
          <p:spPr>
            <a:xfrm>
              <a:off x="1301156" y="3134598"/>
              <a:ext cx="229044" cy="1069104"/>
            </a:xfrm>
            <a:custGeom>
              <a:rect b="b" l="l" r="r" t="t"/>
              <a:pathLst>
                <a:path extrusionOk="0" h="5167" w="1107">
                  <a:moveTo>
                    <a:pt x="108" y="1"/>
                  </a:moveTo>
                  <a:cubicBezTo>
                    <a:pt x="108" y="1"/>
                    <a:pt x="1" y="2321"/>
                    <a:pt x="1000" y="5166"/>
                  </a:cubicBezTo>
                  <a:lnTo>
                    <a:pt x="1107" y="5086"/>
                  </a:lnTo>
                  <a:lnTo>
                    <a:pt x="10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133"/>
            <p:cNvSpPr/>
            <p:nvPr/>
          </p:nvSpPr>
          <p:spPr>
            <a:xfrm>
              <a:off x="1323294" y="3134598"/>
              <a:ext cx="229044" cy="1052344"/>
            </a:xfrm>
            <a:custGeom>
              <a:rect b="b" l="l" r="r" t="t"/>
              <a:pathLst>
                <a:path extrusionOk="0" h="5086" w="1107">
                  <a:moveTo>
                    <a:pt x="1" y="1"/>
                  </a:moveTo>
                  <a:lnTo>
                    <a:pt x="1000" y="5086"/>
                  </a:lnTo>
                  <a:lnTo>
                    <a:pt x="1107" y="5014"/>
                  </a:lnTo>
                  <a:cubicBezTo>
                    <a:pt x="875" y="1625"/>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133"/>
            <p:cNvSpPr/>
            <p:nvPr/>
          </p:nvSpPr>
          <p:spPr>
            <a:xfrm>
              <a:off x="1395295" y="3007352"/>
              <a:ext cx="173800" cy="1118762"/>
            </a:xfrm>
            <a:custGeom>
              <a:rect b="b" l="l" r="r" t="t"/>
              <a:pathLst>
                <a:path extrusionOk="0" h="5407" w="840">
                  <a:moveTo>
                    <a:pt x="313" y="0"/>
                  </a:moveTo>
                  <a:cubicBezTo>
                    <a:pt x="313" y="1"/>
                    <a:pt x="1" y="2258"/>
                    <a:pt x="723" y="5406"/>
                  </a:cubicBezTo>
                  <a:lnTo>
                    <a:pt x="839" y="5362"/>
                  </a:lnTo>
                  <a:lnTo>
                    <a:pt x="313"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133"/>
            <p:cNvSpPr/>
            <p:nvPr/>
          </p:nvSpPr>
          <p:spPr>
            <a:xfrm>
              <a:off x="1459847" y="3007352"/>
              <a:ext cx="147937" cy="1109451"/>
            </a:xfrm>
            <a:custGeom>
              <a:rect b="b" l="l" r="r" t="t"/>
              <a:pathLst>
                <a:path extrusionOk="0" h="5362" w="715">
                  <a:moveTo>
                    <a:pt x="1" y="0"/>
                  </a:moveTo>
                  <a:lnTo>
                    <a:pt x="527" y="5362"/>
                  </a:lnTo>
                  <a:lnTo>
                    <a:pt x="634" y="5326"/>
                  </a:lnTo>
                  <a:cubicBezTo>
                    <a:pt x="715" y="1910"/>
                    <a:pt x="1" y="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133"/>
            <p:cNvSpPr/>
            <p:nvPr/>
          </p:nvSpPr>
          <p:spPr>
            <a:xfrm>
              <a:off x="1268053" y="3994907"/>
              <a:ext cx="681131" cy="86902"/>
            </a:xfrm>
            <a:custGeom>
              <a:rect b="b" l="l" r="r" t="t"/>
              <a:pathLst>
                <a:path extrusionOk="0" h="420" w="3292">
                  <a:moveTo>
                    <a:pt x="0" y="0"/>
                  </a:moveTo>
                  <a:lnTo>
                    <a:pt x="0" y="419"/>
                  </a:lnTo>
                  <a:lnTo>
                    <a:pt x="3292" y="419"/>
                  </a:lnTo>
                  <a:lnTo>
                    <a:pt x="3292"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133"/>
            <p:cNvSpPr/>
            <p:nvPr/>
          </p:nvSpPr>
          <p:spPr>
            <a:xfrm>
              <a:off x="1308605" y="4081600"/>
              <a:ext cx="598162" cy="694183"/>
            </a:xfrm>
            <a:custGeom>
              <a:rect b="b" l="l" r="r" t="t"/>
              <a:pathLst>
                <a:path extrusionOk="0" h="3355" w="2891">
                  <a:moveTo>
                    <a:pt x="0" y="0"/>
                  </a:moveTo>
                  <a:lnTo>
                    <a:pt x="250" y="3355"/>
                  </a:lnTo>
                  <a:lnTo>
                    <a:pt x="2650" y="3355"/>
                  </a:lnTo>
                  <a:lnTo>
                    <a:pt x="289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133"/>
            <p:cNvSpPr/>
            <p:nvPr/>
          </p:nvSpPr>
          <p:spPr>
            <a:xfrm>
              <a:off x="1308605" y="4081600"/>
              <a:ext cx="598162" cy="51934"/>
            </a:xfrm>
            <a:custGeom>
              <a:rect b="b" l="l" r="r" t="t"/>
              <a:pathLst>
                <a:path extrusionOk="0" h="251" w="2891">
                  <a:moveTo>
                    <a:pt x="0" y="0"/>
                  </a:moveTo>
                  <a:lnTo>
                    <a:pt x="18" y="250"/>
                  </a:lnTo>
                  <a:lnTo>
                    <a:pt x="2873" y="250"/>
                  </a:lnTo>
                  <a:lnTo>
                    <a:pt x="289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87" name="Google Shape;8487;p133"/>
          <p:cNvSpPr/>
          <p:nvPr/>
        </p:nvSpPr>
        <p:spPr>
          <a:xfrm>
            <a:off x="8274941" y="294388"/>
            <a:ext cx="1254515" cy="174375"/>
          </a:xfrm>
          <a:custGeom>
            <a:rect b="b" l="l" r="r" t="t"/>
            <a:pathLst>
              <a:path extrusionOk="0" h="759" w="5461">
                <a:moveTo>
                  <a:pt x="2793" y="0"/>
                </a:moveTo>
                <a:cubicBezTo>
                  <a:pt x="2177" y="0"/>
                  <a:pt x="1865" y="375"/>
                  <a:pt x="1865" y="375"/>
                </a:cubicBezTo>
                <a:cubicBezTo>
                  <a:pt x="1798" y="352"/>
                  <a:pt x="1736" y="342"/>
                  <a:pt x="1680" y="342"/>
                </a:cubicBezTo>
                <a:cubicBezTo>
                  <a:pt x="1433" y="342"/>
                  <a:pt x="1303" y="526"/>
                  <a:pt x="1303" y="526"/>
                </a:cubicBezTo>
                <a:cubicBezTo>
                  <a:pt x="1120" y="454"/>
                  <a:pt x="954" y="426"/>
                  <a:pt x="806" y="426"/>
                </a:cubicBezTo>
                <a:cubicBezTo>
                  <a:pt x="295" y="426"/>
                  <a:pt x="0" y="758"/>
                  <a:pt x="0" y="758"/>
                </a:cubicBezTo>
                <a:lnTo>
                  <a:pt x="5460" y="758"/>
                </a:lnTo>
                <a:cubicBezTo>
                  <a:pt x="5270" y="491"/>
                  <a:pt x="4996" y="421"/>
                  <a:pt x="4764" y="421"/>
                </a:cubicBezTo>
                <a:cubicBezTo>
                  <a:pt x="4517" y="421"/>
                  <a:pt x="4318" y="500"/>
                  <a:pt x="4318" y="500"/>
                </a:cubicBezTo>
                <a:cubicBezTo>
                  <a:pt x="4212" y="383"/>
                  <a:pt x="4084" y="347"/>
                  <a:pt x="3969" y="347"/>
                </a:cubicBezTo>
                <a:cubicBezTo>
                  <a:pt x="3795" y="347"/>
                  <a:pt x="3649" y="428"/>
                  <a:pt x="3649" y="428"/>
                </a:cubicBezTo>
                <a:cubicBezTo>
                  <a:pt x="3649" y="428"/>
                  <a:pt x="3408" y="0"/>
                  <a:pt x="27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133"/>
          <p:cNvSpPr/>
          <p:nvPr/>
        </p:nvSpPr>
        <p:spPr>
          <a:xfrm>
            <a:off x="-336509" y="539388"/>
            <a:ext cx="1254515" cy="174375"/>
          </a:xfrm>
          <a:custGeom>
            <a:rect b="b" l="l" r="r" t="t"/>
            <a:pathLst>
              <a:path extrusionOk="0" h="759" w="5461">
                <a:moveTo>
                  <a:pt x="2793" y="0"/>
                </a:moveTo>
                <a:cubicBezTo>
                  <a:pt x="2177" y="0"/>
                  <a:pt x="1865" y="375"/>
                  <a:pt x="1865" y="375"/>
                </a:cubicBezTo>
                <a:cubicBezTo>
                  <a:pt x="1798" y="352"/>
                  <a:pt x="1736" y="342"/>
                  <a:pt x="1680" y="342"/>
                </a:cubicBezTo>
                <a:cubicBezTo>
                  <a:pt x="1433" y="342"/>
                  <a:pt x="1303" y="526"/>
                  <a:pt x="1303" y="526"/>
                </a:cubicBezTo>
                <a:cubicBezTo>
                  <a:pt x="1120" y="454"/>
                  <a:pt x="954" y="426"/>
                  <a:pt x="806" y="426"/>
                </a:cubicBezTo>
                <a:cubicBezTo>
                  <a:pt x="295" y="426"/>
                  <a:pt x="0" y="758"/>
                  <a:pt x="0" y="758"/>
                </a:cubicBezTo>
                <a:lnTo>
                  <a:pt x="5460" y="758"/>
                </a:lnTo>
                <a:cubicBezTo>
                  <a:pt x="5270" y="491"/>
                  <a:pt x="4996" y="421"/>
                  <a:pt x="4764" y="421"/>
                </a:cubicBezTo>
                <a:cubicBezTo>
                  <a:pt x="4517" y="421"/>
                  <a:pt x="4318" y="500"/>
                  <a:pt x="4318" y="500"/>
                </a:cubicBezTo>
                <a:cubicBezTo>
                  <a:pt x="4212" y="383"/>
                  <a:pt x="4084" y="347"/>
                  <a:pt x="3969" y="347"/>
                </a:cubicBezTo>
                <a:cubicBezTo>
                  <a:pt x="3795" y="347"/>
                  <a:pt x="3649" y="428"/>
                  <a:pt x="3649" y="428"/>
                </a:cubicBezTo>
                <a:cubicBezTo>
                  <a:pt x="3649" y="428"/>
                  <a:pt x="3408" y="0"/>
                  <a:pt x="27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8489" name="Shape 8489"/>
        <p:cNvGrpSpPr/>
        <p:nvPr/>
      </p:nvGrpSpPr>
      <p:grpSpPr>
        <a:xfrm>
          <a:off x="0" y="0"/>
          <a:ext cx="0" cy="0"/>
          <a:chOff x="0" y="0"/>
          <a:chExt cx="0" cy="0"/>
        </a:xfrm>
      </p:grpSpPr>
      <p:sp>
        <p:nvSpPr>
          <p:cNvPr id="8490" name="Google Shape;8490;p134"/>
          <p:cNvSpPr/>
          <p:nvPr/>
        </p:nvSpPr>
        <p:spPr>
          <a:xfrm flipH="1">
            <a:off x="-1" y="4762490"/>
            <a:ext cx="9173906"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134"/>
          <p:cNvSpPr/>
          <p:nvPr/>
        </p:nvSpPr>
        <p:spPr>
          <a:xfrm rot="238332">
            <a:off x="-3594095" y="4242315"/>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2" name="Google Shape;8492;p134"/>
          <p:cNvGrpSpPr/>
          <p:nvPr/>
        </p:nvGrpSpPr>
        <p:grpSpPr>
          <a:xfrm>
            <a:off x="-12751" y="2647408"/>
            <a:ext cx="2737383" cy="2109215"/>
            <a:chOff x="3363545" y="1191568"/>
            <a:chExt cx="384038" cy="295876"/>
          </a:xfrm>
        </p:grpSpPr>
        <p:sp>
          <p:nvSpPr>
            <p:cNvPr id="8493" name="Google Shape;8493;p134"/>
            <p:cNvSpPr/>
            <p:nvPr/>
          </p:nvSpPr>
          <p:spPr>
            <a:xfrm>
              <a:off x="3363545"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134"/>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134"/>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134"/>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134"/>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134"/>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134"/>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0" name="Google Shape;8500;p134"/>
          <p:cNvSpPr/>
          <p:nvPr/>
        </p:nvSpPr>
        <p:spPr>
          <a:xfrm flipH="1" rot="-238332">
            <a:off x="7203298" y="4242312"/>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1" name="Google Shape;8501;p134"/>
          <p:cNvGrpSpPr/>
          <p:nvPr/>
        </p:nvGrpSpPr>
        <p:grpSpPr>
          <a:xfrm flipH="1">
            <a:off x="6438566" y="2647368"/>
            <a:ext cx="2737383" cy="2109215"/>
            <a:chOff x="3363545" y="1191568"/>
            <a:chExt cx="384038" cy="295876"/>
          </a:xfrm>
        </p:grpSpPr>
        <p:sp>
          <p:nvSpPr>
            <p:cNvPr id="8502" name="Google Shape;8502;p134"/>
            <p:cNvSpPr/>
            <p:nvPr/>
          </p:nvSpPr>
          <p:spPr>
            <a:xfrm>
              <a:off x="3363545"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134"/>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134"/>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134"/>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134"/>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134"/>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134"/>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9" name="Google Shape;8509;p134"/>
          <p:cNvSpPr/>
          <p:nvPr/>
        </p:nvSpPr>
        <p:spPr>
          <a:xfrm flipH="1">
            <a:off x="-334053" y="8650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134"/>
          <p:cNvSpPr/>
          <p:nvPr/>
        </p:nvSpPr>
        <p:spPr>
          <a:xfrm flipH="1">
            <a:off x="8430904" y="158472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9_2">
    <p:spTree>
      <p:nvGrpSpPr>
        <p:cNvPr id="8511" name="Shape 8511"/>
        <p:cNvGrpSpPr/>
        <p:nvPr/>
      </p:nvGrpSpPr>
      <p:grpSpPr>
        <a:xfrm>
          <a:off x="0" y="0"/>
          <a:ext cx="0" cy="0"/>
          <a:chOff x="0" y="0"/>
          <a:chExt cx="0" cy="0"/>
        </a:xfrm>
      </p:grpSpPr>
      <p:sp>
        <p:nvSpPr>
          <p:cNvPr id="8512" name="Google Shape;8512;p135"/>
          <p:cNvSpPr/>
          <p:nvPr/>
        </p:nvSpPr>
        <p:spPr>
          <a:xfrm flipH="1">
            <a:off x="-6" y="3996398"/>
            <a:ext cx="9173906" cy="1147080"/>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135"/>
          <p:cNvSpPr/>
          <p:nvPr/>
        </p:nvSpPr>
        <p:spPr>
          <a:xfrm flipH="1">
            <a:off x="-459104" y="3775428"/>
            <a:ext cx="6683105" cy="2534470"/>
          </a:xfrm>
          <a:custGeom>
            <a:rect b="b" l="l" r="r" t="t"/>
            <a:pathLst>
              <a:path extrusionOk="0" h="13052" w="30413">
                <a:moveTo>
                  <a:pt x="22990" y="1"/>
                </a:moveTo>
                <a:lnTo>
                  <a:pt x="13801" y="1071"/>
                </a:lnTo>
                <a:lnTo>
                  <a:pt x="13596" y="1071"/>
                </a:lnTo>
                <a:cubicBezTo>
                  <a:pt x="13596" y="1071"/>
                  <a:pt x="9965" y="1437"/>
                  <a:pt x="11027" y="1856"/>
                </a:cubicBezTo>
                <a:cubicBezTo>
                  <a:pt x="12080" y="2275"/>
                  <a:pt x="12570" y="2552"/>
                  <a:pt x="10447" y="2918"/>
                </a:cubicBezTo>
                <a:cubicBezTo>
                  <a:pt x="8333" y="3275"/>
                  <a:pt x="5960" y="3560"/>
                  <a:pt x="7610" y="4184"/>
                </a:cubicBezTo>
                <a:cubicBezTo>
                  <a:pt x="9260" y="4800"/>
                  <a:pt x="6575" y="5549"/>
                  <a:pt x="3694" y="5755"/>
                </a:cubicBezTo>
                <a:cubicBezTo>
                  <a:pt x="2427" y="5844"/>
                  <a:pt x="1098" y="6450"/>
                  <a:pt x="0" y="7102"/>
                </a:cubicBezTo>
                <a:lnTo>
                  <a:pt x="0" y="13052"/>
                </a:lnTo>
                <a:lnTo>
                  <a:pt x="28869" y="13052"/>
                </a:lnTo>
                <a:lnTo>
                  <a:pt x="30412" y="12704"/>
                </a:lnTo>
                <a:lnTo>
                  <a:pt x="30412" y="81"/>
                </a:lnTo>
                <a:lnTo>
                  <a:pt x="30038"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135"/>
          <p:cNvSpPr/>
          <p:nvPr/>
        </p:nvSpPr>
        <p:spPr>
          <a:xfrm flipH="1">
            <a:off x="-459104" y="3775428"/>
            <a:ext cx="6683105" cy="2534470"/>
          </a:xfrm>
          <a:custGeom>
            <a:rect b="b" l="l" r="r" t="t"/>
            <a:pathLst>
              <a:path extrusionOk="0" h="13052" w="30413">
                <a:moveTo>
                  <a:pt x="22990" y="1"/>
                </a:moveTo>
                <a:lnTo>
                  <a:pt x="15728" y="848"/>
                </a:lnTo>
                <a:lnTo>
                  <a:pt x="13569" y="1749"/>
                </a:lnTo>
                <a:cubicBezTo>
                  <a:pt x="13569" y="1749"/>
                  <a:pt x="15666" y="2409"/>
                  <a:pt x="12766" y="2909"/>
                </a:cubicBezTo>
                <a:cubicBezTo>
                  <a:pt x="9867" y="3417"/>
                  <a:pt x="12017" y="3997"/>
                  <a:pt x="13337" y="4184"/>
                </a:cubicBezTo>
                <a:cubicBezTo>
                  <a:pt x="14649" y="4372"/>
                  <a:pt x="15407" y="5210"/>
                  <a:pt x="8939" y="6236"/>
                </a:cubicBezTo>
                <a:cubicBezTo>
                  <a:pt x="2480" y="7271"/>
                  <a:pt x="4684" y="7789"/>
                  <a:pt x="5888" y="8029"/>
                </a:cubicBezTo>
                <a:cubicBezTo>
                  <a:pt x="7030" y="8252"/>
                  <a:pt x="5291" y="8725"/>
                  <a:pt x="0" y="9555"/>
                </a:cubicBezTo>
                <a:lnTo>
                  <a:pt x="0" y="13052"/>
                </a:lnTo>
                <a:lnTo>
                  <a:pt x="28494" y="13052"/>
                </a:lnTo>
                <a:lnTo>
                  <a:pt x="28155" y="7887"/>
                </a:lnTo>
                <a:cubicBezTo>
                  <a:pt x="28155" y="7887"/>
                  <a:pt x="25953" y="8060"/>
                  <a:pt x="24567" y="8060"/>
                </a:cubicBezTo>
                <a:cubicBezTo>
                  <a:pt x="24042" y="8060"/>
                  <a:pt x="23635" y="8036"/>
                  <a:pt x="23507" y="7967"/>
                </a:cubicBezTo>
                <a:cubicBezTo>
                  <a:pt x="23035" y="7726"/>
                  <a:pt x="26639" y="7664"/>
                  <a:pt x="25104" y="6888"/>
                </a:cubicBezTo>
                <a:cubicBezTo>
                  <a:pt x="23579" y="6111"/>
                  <a:pt x="18413" y="6067"/>
                  <a:pt x="20233" y="5317"/>
                </a:cubicBezTo>
                <a:cubicBezTo>
                  <a:pt x="22062" y="4577"/>
                  <a:pt x="20028" y="4220"/>
                  <a:pt x="18333" y="3640"/>
                </a:cubicBezTo>
                <a:cubicBezTo>
                  <a:pt x="16638" y="3060"/>
                  <a:pt x="17236" y="2543"/>
                  <a:pt x="18770" y="2525"/>
                </a:cubicBezTo>
                <a:cubicBezTo>
                  <a:pt x="18807" y="2525"/>
                  <a:pt x="18842" y="2525"/>
                  <a:pt x="18876" y="2525"/>
                </a:cubicBezTo>
                <a:cubicBezTo>
                  <a:pt x="20301" y="2525"/>
                  <a:pt x="20215" y="2879"/>
                  <a:pt x="19832" y="3105"/>
                </a:cubicBezTo>
                <a:cubicBezTo>
                  <a:pt x="19586" y="3247"/>
                  <a:pt x="19856" y="3386"/>
                  <a:pt x="20555" y="3386"/>
                </a:cubicBezTo>
                <a:cubicBezTo>
                  <a:pt x="20997" y="3386"/>
                  <a:pt x="21611" y="3330"/>
                  <a:pt x="22374" y="3185"/>
                </a:cubicBezTo>
                <a:cubicBezTo>
                  <a:pt x="22844" y="3098"/>
                  <a:pt x="23275" y="3061"/>
                  <a:pt x="23640" y="3061"/>
                </a:cubicBezTo>
                <a:cubicBezTo>
                  <a:pt x="24807" y="3061"/>
                  <a:pt x="25303" y="3439"/>
                  <a:pt x="24257" y="3765"/>
                </a:cubicBezTo>
                <a:cubicBezTo>
                  <a:pt x="23293" y="4074"/>
                  <a:pt x="23579" y="4205"/>
                  <a:pt x="24624" y="4205"/>
                </a:cubicBezTo>
                <a:cubicBezTo>
                  <a:pt x="25060" y="4205"/>
                  <a:pt x="25627" y="4182"/>
                  <a:pt x="26291" y="4140"/>
                </a:cubicBezTo>
                <a:cubicBezTo>
                  <a:pt x="26778" y="4109"/>
                  <a:pt x="27185" y="4094"/>
                  <a:pt x="27510" y="4094"/>
                </a:cubicBezTo>
                <a:cubicBezTo>
                  <a:pt x="28693" y="4094"/>
                  <a:pt x="28808" y="4287"/>
                  <a:pt x="27843" y="4595"/>
                </a:cubicBezTo>
                <a:cubicBezTo>
                  <a:pt x="27072" y="4842"/>
                  <a:pt x="27244" y="5114"/>
                  <a:pt x="28358" y="5114"/>
                </a:cubicBezTo>
                <a:cubicBezTo>
                  <a:pt x="28855" y="5114"/>
                  <a:pt x="29540" y="5060"/>
                  <a:pt x="30412" y="4925"/>
                </a:cubicBezTo>
                <a:lnTo>
                  <a:pt x="30412" y="179"/>
                </a:lnTo>
                <a:cubicBezTo>
                  <a:pt x="29547" y="108"/>
                  <a:pt x="28494" y="45"/>
                  <a:pt x="27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15" name="Google Shape;8515;p135"/>
          <p:cNvGrpSpPr/>
          <p:nvPr/>
        </p:nvGrpSpPr>
        <p:grpSpPr>
          <a:xfrm flipH="1">
            <a:off x="-760212" y="1663728"/>
            <a:ext cx="4484281" cy="2708498"/>
            <a:chOff x="6244119" y="1698941"/>
            <a:chExt cx="760628" cy="457625"/>
          </a:xfrm>
        </p:grpSpPr>
        <p:sp>
          <p:nvSpPr>
            <p:cNvPr id="8516" name="Google Shape;8516;p135"/>
            <p:cNvSpPr/>
            <p:nvPr/>
          </p:nvSpPr>
          <p:spPr>
            <a:xfrm>
              <a:off x="6462191" y="1698941"/>
              <a:ext cx="542556" cy="308882"/>
            </a:xfrm>
            <a:custGeom>
              <a:rect b="b" l="l" r="r" t="t"/>
              <a:pathLst>
                <a:path extrusionOk="0" h="6522" w="11456">
                  <a:moveTo>
                    <a:pt x="9502" y="0"/>
                  </a:moveTo>
                  <a:cubicBezTo>
                    <a:pt x="8699" y="0"/>
                    <a:pt x="8708" y="848"/>
                    <a:pt x="8708" y="848"/>
                  </a:cubicBezTo>
                  <a:cubicBezTo>
                    <a:pt x="8671" y="845"/>
                    <a:pt x="8636" y="844"/>
                    <a:pt x="8602" y="844"/>
                  </a:cubicBezTo>
                  <a:cubicBezTo>
                    <a:pt x="7656" y="844"/>
                    <a:pt x="7664" y="1775"/>
                    <a:pt x="7664" y="1775"/>
                  </a:cubicBezTo>
                  <a:cubicBezTo>
                    <a:pt x="7631" y="1773"/>
                    <a:pt x="7600" y="1772"/>
                    <a:pt x="7570" y="1772"/>
                  </a:cubicBezTo>
                  <a:cubicBezTo>
                    <a:pt x="6944" y="1772"/>
                    <a:pt x="6977" y="2284"/>
                    <a:pt x="6977" y="2284"/>
                  </a:cubicBezTo>
                  <a:cubicBezTo>
                    <a:pt x="6883" y="2268"/>
                    <a:pt x="6797" y="2261"/>
                    <a:pt x="6719" y="2261"/>
                  </a:cubicBezTo>
                  <a:cubicBezTo>
                    <a:pt x="5978" y="2261"/>
                    <a:pt x="5897" y="2882"/>
                    <a:pt x="5897" y="2882"/>
                  </a:cubicBezTo>
                  <a:cubicBezTo>
                    <a:pt x="5785" y="2868"/>
                    <a:pt x="5681" y="2861"/>
                    <a:pt x="5583" y="2861"/>
                  </a:cubicBezTo>
                  <a:cubicBezTo>
                    <a:pt x="4370" y="2861"/>
                    <a:pt x="4202" y="3854"/>
                    <a:pt x="4202" y="3854"/>
                  </a:cubicBezTo>
                  <a:cubicBezTo>
                    <a:pt x="4113" y="3833"/>
                    <a:pt x="4032" y="3823"/>
                    <a:pt x="3959" y="3823"/>
                  </a:cubicBezTo>
                  <a:cubicBezTo>
                    <a:pt x="3453" y="3823"/>
                    <a:pt x="3337" y="4273"/>
                    <a:pt x="3337" y="4273"/>
                  </a:cubicBezTo>
                  <a:cubicBezTo>
                    <a:pt x="3145" y="4199"/>
                    <a:pt x="2971" y="4168"/>
                    <a:pt x="2815" y="4168"/>
                  </a:cubicBezTo>
                  <a:cubicBezTo>
                    <a:pt x="2108" y="4168"/>
                    <a:pt x="1767" y="4791"/>
                    <a:pt x="1767" y="4791"/>
                  </a:cubicBezTo>
                  <a:cubicBezTo>
                    <a:pt x="1649" y="4743"/>
                    <a:pt x="1540" y="4724"/>
                    <a:pt x="1440" y="4724"/>
                  </a:cubicBezTo>
                  <a:cubicBezTo>
                    <a:pt x="1014" y="4724"/>
                    <a:pt x="768" y="5076"/>
                    <a:pt x="768" y="5076"/>
                  </a:cubicBezTo>
                  <a:lnTo>
                    <a:pt x="1" y="6521"/>
                  </a:lnTo>
                  <a:lnTo>
                    <a:pt x="11455" y="6521"/>
                  </a:lnTo>
                  <a:lnTo>
                    <a:pt x="1145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135"/>
            <p:cNvSpPr/>
            <p:nvPr/>
          </p:nvSpPr>
          <p:spPr>
            <a:xfrm>
              <a:off x="6401936" y="1925441"/>
              <a:ext cx="24990" cy="29240"/>
            </a:xfrm>
            <a:custGeom>
              <a:rect b="b" l="l" r="r" t="t"/>
              <a:pathLst>
                <a:path extrusionOk="0" h="805" w="688">
                  <a:moveTo>
                    <a:pt x="669" y="0"/>
                  </a:moveTo>
                  <a:cubicBezTo>
                    <a:pt x="619" y="0"/>
                    <a:pt x="477" y="18"/>
                    <a:pt x="455" y="215"/>
                  </a:cubicBezTo>
                  <a:cubicBezTo>
                    <a:pt x="455" y="215"/>
                    <a:pt x="437" y="208"/>
                    <a:pt x="413" y="208"/>
                  </a:cubicBezTo>
                  <a:cubicBezTo>
                    <a:pt x="378" y="208"/>
                    <a:pt x="332" y="224"/>
                    <a:pt x="322" y="305"/>
                  </a:cubicBezTo>
                  <a:cubicBezTo>
                    <a:pt x="322" y="305"/>
                    <a:pt x="274" y="288"/>
                    <a:pt x="215" y="288"/>
                  </a:cubicBezTo>
                  <a:cubicBezTo>
                    <a:pt x="132" y="288"/>
                    <a:pt x="26" y="321"/>
                    <a:pt x="0" y="483"/>
                  </a:cubicBezTo>
                  <a:lnTo>
                    <a:pt x="687" y="804"/>
                  </a:lnTo>
                  <a:lnTo>
                    <a:pt x="687" y="1"/>
                  </a:lnTo>
                  <a:cubicBezTo>
                    <a:pt x="687" y="1"/>
                    <a:pt x="680" y="0"/>
                    <a:pt x="669"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135"/>
            <p:cNvSpPr/>
            <p:nvPr/>
          </p:nvSpPr>
          <p:spPr>
            <a:xfrm>
              <a:off x="6780077" y="1840885"/>
              <a:ext cx="47328" cy="114452"/>
            </a:xfrm>
            <a:custGeom>
              <a:rect b="b" l="l" r="r" t="t"/>
              <a:pathLst>
                <a:path extrusionOk="0" h="3151" w="1303">
                  <a:moveTo>
                    <a:pt x="0" y="1"/>
                  </a:moveTo>
                  <a:lnTo>
                    <a:pt x="0" y="3150"/>
                  </a:lnTo>
                  <a:lnTo>
                    <a:pt x="1303" y="3150"/>
                  </a:lnTo>
                  <a:lnTo>
                    <a:pt x="1303"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135"/>
            <p:cNvSpPr/>
            <p:nvPr/>
          </p:nvSpPr>
          <p:spPr>
            <a:xfrm>
              <a:off x="6804376" y="1859373"/>
              <a:ext cx="5848" cy="1038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135"/>
            <p:cNvSpPr/>
            <p:nvPr/>
          </p:nvSpPr>
          <p:spPr>
            <a:xfrm>
              <a:off x="6790756" y="1848694"/>
              <a:ext cx="5884" cy="10715"/>
            </a:xfrm>
            <a:custGeom>
              <a:rect b="b" l="l" r="r" t="t"/>
              <a:pathLst>
                <a:path extrusionOk="0" h="295" w="162">
                  <a:moveTo>
                    <a:pt x="1" y="0"/>
                  </a:moveTo>
                  <a:lnTo>
                    <a:pt x="1" y="294"/>
                  </a:lnTo>
                  <a:lnTo>
                    <a:pt x="161" y="294"/>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135"/>
            <p:cNvSpPr/>
            <p:nvPr/>
          </p:nvSpPr>
          <p:spPr>
            <a:xfrm>
              <a:off x="6816689" y="1871359"/>
              <a:ext cx="5848" cy="10715"/>
            </a:xfrm>
            <a:custGeom>
              <a:rect b="b" l="l" r="r" t="t"/>
              <a:pathLst>
                <a:path extrusionOk="0" h="295" w="161">
                  <a:moveTo>
                    <a:pt x="0" y="1"/>
                  </a:moveTo>
                  <a:lnTo>
                    <a:pt x="0"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135"/>
            <p:cNvSpPr/>
            <p:nvPr/>
          </p:nvSpPr>
          <p:spPr>
            <a:xfrm>
              <a:off x="6808590" y="1896965"/>
              <a:ext cx="5848" cy="10715"/>
            </a:xfrm>
            <a:custGeom>
              <a:rect b="b" l="l" r="r" t="t"/>
              <a:pathLst>
                <a:path extrusionOk="0" h="295" w="161">
                  <a:moveTo>
                    <a:pt x="0" y="0"/>
                  </a:moveTo>
                  <a:lnTo>
                    <a:pt x="0"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135"/>
            <p:cNvSpPr/>
            <p:nvPr/>
          </p:nvSpPr>
          <p:spPr>
            <a:xfrm>
              <a:off x="6817343" y="1912838"/>
              <a:ext cx="5848" cy="10715"/>
            </a:xfrm>
            <a:custGeom>
              <a:rect b="b" l="l" r="r" t="t"/>
              <a:pathLst>
                <a:path extrusionOk="0" h="295" w="161">
                  <a:moveTo>
                    <a:pt x="0" y="0"/>
                  </a:moveTo>
                  <a:lnTo>
                    <a:pt x="0"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135"/>
            <p:cNvSpPr/>
            <p:nvPr/>
          </p:nvSpPr>
          <p:spPr>
            <a:xfrm>
              <a:off x="6787850" y="1870051"/>
              <a:ext cx="5848" cy="10751"/>
            </a:xfrm>
            <a:custGeom>
              <a:rect b="b" l="l" r="r" t="t"/>
              <a:pathLst>
                <a:path extrusionOk="0" h="296" w="161">
                  <a:moveTo>
                    <a:pt x="0" y="1"/>
                  </a:moveTo>
                  <a:lnTo>
                    <a:pt x="0"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135"/>
            <p:cNvSpPr/>
            <p:nvPr/>
          </p:nvSpPr>
          <p:spPr>
            <a:xfrm>
              <a:off x="6800817" y="1930671"/>
              <a:ext cx="11696" cy="24663"/>
            </a:xfrm>
            <a:custGeom>
              <a:rect b="b" l="l" r="r" t="t"/>
              <a:pathLst>
                <a:path extrusionOk="0" h="679" w="322">
                  <a:moveTo>
                    <a:pt x="0" y="0"/>
                  </a:moveTo>
                  <a:lnTo>
                    <a:pt x="0" y="678"/>
                  </a:lnTo>
                  <a:lnTo>
                    <a:pt x="321" y="678"/>
                  </a:lnTo>
                  <a:lnTo>
                    <a:pt x="32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135"/>
            <p:cNvSpPr/>
            <p:nvPr/>
          </p:nvSpPr>
          <p:spPr>
            <a:xfrm>
              <a:off x="6780077" y="1829553"/>
              <a:ext cx="47328" cy="11369"/>
            </a:xfrm>
            <a:custGeom>
              <a:rect b="b" l="l" r="r" t="t"/>
              <a:pathLst>
                <a:path extrusionOk="0" h="313" w="1303">
                  <a:moveTo>
                    <a:pt x="312" y="1"/>
                  </a:moveTo>
                  <a:lnTo>
                    <a:pt x="0" y="313"/>
                  </a:lnTo>
                  <a:lnTo>
                    <a:pt x="1303" y="313"/>
                  </a:lnTo>
                  <a:lnTo>
                    <a:pt x="130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135"/>
            <p:cNvSpPr/>
            <p:nvPr/>
          </p:nvSpPr>
          <p:spPr>
            <a:xfrm>
              <a:off x="6426235" y="1898563"/>
              <a:ext cx="32109" cy="56118"/>
            </a:xfrm>
            <a:custGeom>
              <a:rect b="b" l="l" r="r" t="t"/>
              <a:pathLst>
                <a:path extrusionOk="0" h="1545" w="884">
                  <a:moveTo>
                    <a:pt x="0" y="1"/>
                  </a:moveTo>
                  <a:lnTo>
                    <a:pt x="0" y="1544"/>
                  </a:lnTo>
                  <a:lnTo>
                    <a:pt x="884" y="1544"/>
                  </a:lnTo>
                  <a:lnTo>
                    <a:pt x="884"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135"/>
            <p:cNvSpPr/>
            <p:nvPr/>
          </p:nvSpPr>
          <p:spPr>
            <a:xfrm>
              <a:off x="6458306" y="1890791"/>
              <a:ext cx="7482" cy="63891"/>
            </a:xfrm>
            <a:custGeom>
              <a:rect b="b" l="l" r="r" t="t"/>
              <a:pathLst>
                <a:path extrusionOk="0" h="1759" w="206">
                  <a:moveTo>
                    <a:pt x="206" y="1"/>
                  </a:moveTo>
                  <a:lnTo>
                    <a:pt x="1" y="215"/>
                  </a:lnTo>
                  <a:lnTo>
                    <a:pt x="1" y="1758"/>
                  </a:lnTo>
                  <a:lnTo>
                    <a:pt x="206" y="1758"/>
                  </a:lnTo>
                  <a:lnTo>
                    <a:pt x="206"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135"/>
            <p:cNvSpPr/>
            <p:nvPr/>
          </p:nvSpPr>
          <p:spPr>
            <a:xfrm>
              <a:off x="6430121" y="1903757"/>
              <a:ext cx="4250" cy="7156"/>
            </a:xfrm>
            <a:custGeom>
              <a:rect b="b" l="l" r="r" t="t"/>
              <a:pathLst>
                <a:path extrusionOk="0" h="197" w="117">
                  <a:moveTo>
                    <a:pt x="0" y="1"/>
                  </a:moveTo>
                  <a:lnTo>
                    <a:pt x="0" y="197"/>
                  </a:lnTo>
                  <a:lnTo>
                    <a:pt x="116" y="197"/>
                  </a:lnTo>
                  <a:lnTo>
                    <a:pt x="11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135"/>
            <p:cNvSpPr/>
            <p:nvPr/>
          </p:nvSpPr>
          <p:spPr>
            <a:xfrm>
              <a:off x="6449553" y="1905719"/>
              <a:ext cx="4250" cy="7156"/>
            </a:xfrm>
            <a:custGeom>
              <a:rect b="b" l="l" r="r" t="t"/>
              <a:pathLst>
                <a:path extrusionOk="0" h="197" w="117">
                  <a:moveTo>
                    <a:pt x="1" y="0"/>
                  </a:moveTo>
                  <a:lnTo>
                    <a:pt x="1" y="196"/>
                  </a:lnTo>
                  <a:lnTo>
                    <a:pt x="117" y="196"/>
                  </a:lnTo>
                  <a:lnTo>
                    <a:pt x="117"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135"/>
            <p:cNvSpPr/>
            <p:nvPr/>
          </p:nvSpPr>
          <p:spPr>
            <a:xfrm>
              <a:off x="6439528" y="1911857"/>
              <a:ext cx="4250" cy="7156"/>
            </a:xfrm>
            <a:custGeom>
              <a:rect b="b" l="l" r="r" t="t"/>
              <a:pathLst>
                <a:path extrusionOk="0" h="197" w="117">
                  <a:moveTo>
                    <a:pt x="0" y="1"/>
                  </a:moveTo>
                  <a:lnTo>
                    <a:pt x="0" y="197"/>
                  </a:lnTo>
                  <a:lnTo>
                    <a:pt x="116" y="197"/>
                  </a:lnTo>
                  <a:lnTo>
                    <a:pt x="11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135"/>
            <p:cNvSpPr/>
            <p:nvPr/>
          </p:nvSpPr>
          <p:spPr>
            <a:xfrm>
              <a:off x="6448282" y="1925151"/>
              <a:ext cx="4250" cy="7156"/>
            </a:xfrm>
            <a:custGeom>
              <a:rect b="b" l="l" r="r" t="t"/>
              <a:pathLst>
                <a:path extrusionOk="0" h="197" w="117">
                  <a:moveTo>
                    <a:pt x="0" y="0"/>
                  </a:moveTo>
                  <a:lnTo>
                    <a:pt x="0" y="197"/>
                  </a:lnTo>
                  <a:lnTo>
                    <a:pt x="116" y="197"/>
                  </a:lnTo>
                  <a:lnTo>
                    <a:pt x="11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135"/>
            <p:cNvSpPr/>
            <p:nvPr/>
          </p:nvSpPr>
          <p:spPr>
            <a:xfrm>
              <a:off x="6433027" y="1923843"/>
              <a:ext cx="4250" cy="7192"/>
            </a:xfrm>
            <a:custGeom>
              <a:rect b="b" l="l" r="r" t="t"/>
              <a:pathLst>
                <a:path extrusionOk="0" h="198" w="117">
                  <a:moveTo>
                    <a:pt x="1" y="1"/>
                  </a:moveTo>
                  <a:lnTo>
                    <a:pt x="1" y="197"/>
                  </a:lnTo>
                  <a:lnTo>
                    <a:pt x="117" y="197"/>
                  </a:lnTo>
                  <a:lnTo>
                    <a:pt x="11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135"/>
            <p:cNvSpPr/>
            <p:nvPr/>
          </p:nvSpPr>
          <p:spPr>
            <a:xfrm>
              <a:off x="6436259" y="1939389"/>
              <a:ext cx="8136" cy="15292"/>
            </a:xfrm>
            <a:custGeom>
              <a:rect b="b" l="l" r="r" t="t"/>
              <a:pathLst>
                <a:path extrusionOk="0" h="421" w="224">
                  <a:moveTo>
                    <a:pt x="1" y="1"/>
                  </a:moveTo>
                  <a:lnTo>
                    <a:pt x="1" y="420"/>
                  </a:lnTo>
                  <a:lnTo>
                    <a:pt x="224" y="420"/>
                  </a:lnTo>
                  <a:lnTo>
                    <a:pt x="22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135"/>
            <p:cNvSpPr/>
            <p:nvPr/>
          </p:nvSpPr>
          <p:spPr>
            <a:xfrm>
              <a:off x="6426235" y="1890791"/>
              <a:ext cx="39555" cy="7809"/>
            </a:xfrm>
            <a:custGeom>
              <a:rect b="b" l="l" r="r" t="t"/>
              <a:pathLst>
                <a:path extrusionOk="0" h="215" w="1089">
                  <a:moveTo>
                    <a:pt x="215" y="1"/>
                  </a:moveTo>
                  <a:lnTo>
                    <a:pt x="0" y="215"/>
                  </a:lnTo>
                  <a:lnTo>
                    <a:pt x="884" y="215"/>
                  </a:lnTo>
                  <a:lnTo>
                    <a:pt x="108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135"/>
            <p:cNvSpPr/>
            <p:nvPr/>
          </p:nvSpPr>
          <p:spPr>
            <a:xfrm>
              <a:off x="6577549" y="1906990"/>
              <a:ext cx="52849" cy="85285"/>
            </a:xfrm>
            <a:custGeom>
              <a:rect b="b" l="l" r="r" t="t"/>
              <a:pathLst>
                <a:path extrusionOk="0" h="2348" w="1455">
                  <a:moveTo>
                    <a:pt x="1" y="1"/>
                  </a:moveTo>
                  <a:lnTo>
                    <a:pt x="1" y="2347"/>
                  </a:lnTo>
                  <a:lnTo>
                    <a:pt x="1455" y="2347"/>
                  </a:lnTo>
                  <a:lnTo>
                    <a:pt x="1455"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135"/>
            <p:cNvSpPr/>
            <p:nvPr/>
          </p:nvSpPr>
          <p:spPr>
            <a:xfrm>
              <a:off x="6616450" y="1913491"/>
              <a:ext cx="5521" cy="9734"/>
            </a:xfrm>
            <a:custGeom>
              <a:rect b="b" l="l" r="r" t="t"/>
              <a:pathLst>
                <a:path extrusionOk="0" h="268" w="152">
                  <a:moveTo>
                    <a:pt x="0" y="0"/>
                  </a:moveTo>
                  <a:lnTo>
                    <a:pt x="0" y="268"/>
                  </a:lnTo>
                  <a:lnTo>
                    <a:pt x="152" y="268"/>
                  </a:lnTo>
                  <a:lnTo>
                    <a:pt x="15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135"/>
            <p:cNvSpPr/>
            <p:nvPr/>
          </p:nvSpPr>
          <p:spPr>
            <a:xfrm>
              <a:off x="6602502" y="1925804"/>
              <a:ext cx="5230" cy="9734"/>
            </a:xfrm>
            <a:custGeom>
              <a:rect b="b" l="l" r="r" t="t"/>
              <a:pathLst>
                <a:path extrusionOk="0" h="268" w="144">
                  <a:moveTo>
                    <a:pt x="0" y="0"/>
                  </a:moveTo>
                  <a:lnTo>
                    <a:pt x="0" y="268"/>
                  </a:lnTo>
                  <a:lnTo>
                    <a:pt x="143" y="268"/>
                  </a:lnTo>
                  <a:lnTo>
                    <a:pt x="14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135"/>
            <p:cNvSpPr/>
            <p:nvPr/>
          </p:nvSpPr>
          <p:spPr>
            <a:xfrm>
              <a:off x="6584668" y="1915743"/>
              <a:ext cx="5230" cy="9444"/>
            </a:xfrm>
            <a:custGeom>
              <a:rect b="b" l="l" r="r" t="t"/>
              <a:pathLst>
                <a:path extrusionOk="0" h="260" w="144">
                  <a:moveTo>
                    <a:pt x="1" y="1"/>
                  </a:moveTo>
                  <a:lnTo>
                    <a:pt x="1" y="259"/>
                  </a:lnTo>
                  <a:lnTo>
                    <a:pt x="144" y="259"/>
                  </a:lnTo>
                  <a:lnTo>
                    <a:pt x="14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135"/>
            <p:cNvSpPr/>
            <p:nvPr/>
          </p:nvSpPr>
          <p:spPr>
            <a:xfrm>
              <a:off x="6613834" y="1936483"/>
              <a:ext cx="5557" cy="9444"/>
            </a:xfrm>
            <a:custGeom>
              <a:rect b="b" l="l" r="r" t="t"/>
              <a:pathLst>
                <a:path extrusionOk="0" h="260" w="153">
                  <a:moveTo>
                    <a:pt x="1" y="1"/>
                  </a:moveTo>
                  <a:lnTo>
                    <a:pt x="1" y="259"/>
                  </a:lnTo>
                  <a:lnTo>
                    <a:pt x="152" y="259"/>
                  </a:lnTo>
                  <a:lnTo>
                    <a:pt x="15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135"/>
            <p:cNvSpPr/>
            <p:nvPr/>
          </p:nvSpPr>
          <p:spPr>
            <a:xfrm>
              <a:off x="6588228" y="1935502"/>
              <a:ext cx="5557" cy="9771"/>
            </a:xfrm>
            <a:custGeom>
              <a:rect b="b" l="l" r="r" t="t"/>
              <a:pathLst>
                <a:path extrusionOk="0" h="269" w="153">
                  <a:moveTo>
                    <a:pt x="1" y="1"/>
                  </a:moveTo>
                  <a:lnTo>
                    <a:pt x="1" y="269"/>
                  </a:lnTo>
                  <a:lnTo>
                    <a:pt x="153" y="269"/>
                  </a:lnTo>
                  <a:lnTo>
                    <a:pt x="15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135"/>
            <p:cNvSpPr/>
            <p:nvPr/>
          </p:nvSpPr>
          <p:spPr>
            <a:xfrm>
              <a:off x="6602502" y="1964668"/>
              <a:ext cx="13330" cy="27605"/>
            </a:xfrm>
            <a:custGeom>
              <a:rect b="b" l="l" r="r" t="t"/>
              <a:pathLst>
                <a:path extrusionOk="0" h="760" w="367">
                  <a:moveTo>
                    <a:pt x="0" y="1"/>
                  </a:moveTo>
                  <a:lnTo>
                    <a:pt x="0" y="759"/>
                  </a:lnTo>
                  <a:lnTo>
                    <a:pt x="366" y="759"/>
                  </a:lnTo>
                  <a:lnTo>
                    <a:pt x="36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135"/>
            <p:cNvSpPr/>
            <p:nvPr/>
          </p:nvSpPr>
          <p:spPr>
            <a:xfrm>
              <a:off x="6577549" y="1894350"/>
              <a:ext cx="52849" cy="12677"/>
            </a:xfrm>
            <a:custGeom>
              <a:rect b="b" l="l" r="r" t="t"/>
              <a:pathLst>
                <a:path extrusionOk="0" h="349" w="1455">
                  <a:moveTo>
                    <a:pt x="1" y="1"/>
                  </a:moveTo>
                  <a:lnTo>
                    <a:pt x="1" y="349"/>
                  </a:lnTo>
                  <a:lnTo>
                    <a:pt x="1455" y="349"/>
                  </a:lnTo>
                  <a:lnTo>
                    <a:pt x="145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135"/>
            <p:cNvSpPr/>
            <p:nvPr/>
          </p:nvSpPr>
          <p:spPr>
            <a:xfrm>
              <a:off x="6560369" y="1980214"/>
              <a:ext cx="17217" cy="12059"/>
            </a:xfrm>
            <a:custGeom>
              <a:rect b="b" l="l" r="r" t="t"/>
              <a:pathLst>
                <a:path extrusionOk="0" h="332" w="474">
                  <a:moveTo>
                    <a:pt x="460" y="0"/>
                  </a:moveTo>
                  <a:cubicBezTo>
                    <a:pt x="423" y="0"/>
                    <a:pt x="320" y="12"/>
                    <a:pt x="313" y="144"/>
                  </a:cubicBezTo>
                  <a:cubicBezTo>
                    <a:pt x="313" y="144"/>
                    <a:pt x="300" y="140"/>
                    <a:pt x="284" y="140"/>
                  </a:cubicBezTo>
                  <a:cubicBezTo>
                    <a:pt x="257" y="140"/>
                    <a:pt x="220" y="150"/>
                    <a:pt x="215" y="206"/>
                  </a:cubicBezTo>
                  <a:cubicBezTo>
                    <a:pt x="215" y="206"/>
                    <a:pt x="182" y="194"/>
                    <a:pt x="141" y="194"/>
                  </a:cubicBezTo>
                  <a:cubicBezTo>
                    <a:pt x="86" y="194"/>
                    <a:pt x="16" y="217"/>
                    <a:pt x="1" y="331"/>
                  </a:cubicBezTo>
                  <a:lnTo>
                    <a:pt x="474" y="331"/>
                  </a:lnTo>
                  <a:lnTo>
                    <a:pt x="474" y="1"/>
                  </a:lnTo>
                  <a:cubicBezTo>
                    <a:pt x="474" y="1"/>
                    <a:pt x="469" y="0"/>
                    <a:pt x="46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135"/>
            <p:cNvSpPr/>
            <p:nvPr/>
          </p:nvSpPr>
          <p:spPr>
            <a:xfrm>
              <a:off x="6671186" y="1975637"/>
              <a:ext cx="24663" cy="17253"/>
            </a:xfrm>
            <a:custGeom>
              <a:rect b="b" l="l" r="r" t="t"/>
              <a:pathLst>
                <a:path extrusionOk="0" h="475" w="679">
                  <a:moveTo>
                    <a:pt x="651" y="0"/>
                  </a:moveTo>
                  <a:cubicBezTo>
                    <a:pt x="594" y="0"/>
                    <a:pt x="467" y="21"/>
                    <a:pt x="447" y="207"/>
                  </a:cubicBezTo>
                  <a:cubicBezTo>
                    <a:pt x="447" y="207"/>
                    <a:pt x="431" y="203"/>
                    <a:pt x="411" y="203"/>
                  </a:cubicBezTo>
                  <a:cubicBezTo>
                    <a:pt x="375" y="203"/>
                    <a:pt x="324" y="217"/>
                    <a:pt x="313" y="297"/>
                  </a:cubicBezTo>
                  <a:cubicBezTo>
                    <a:pt x="313" y="297"/>
                    <a:pt x="265" y="280"/>
                    <a:pt x="207" y="280"/>
                  </a:cubicBezTo>
                  <a:cubicBezTo>
                    <a:pt x="125" y="280"/>
                    <a:pt x="22" y="313"/>
                    <a:pt x="1" y="475"/>
                  </a:cubicBezTo>
                  <a:lnTo>
                    <a:pt x="679" y="475"/>
                  </a:lnTo>
                  <a:lnTo>
                    <a:pt x="679" y="2"/>
                  </a:lnTo>
                  <a:cubicBezTo>
                    <a:pt x="679" y="2"/>
                    <a:pt x="668" y="0"/>
                    <a:pt x="65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135"/>
            <p:cNvSpPr/>
            <p:nvPr/>
          </p:nvSpPr>
          <p:spPr>
            <a:xfrm>
              <a:off x="6552597" y="1940950"/>
              <a:ext cx="24990" cy="17290"/>
            </a:xfrm>
            <a:custGeom>
              <a:rect b="b" l="l" r="r" t="t"/>
              <a:pathLst>
                <a:path extrusionOk="0" h="476" w="688">
                  <a:moveTo>
                    <a:pt x="659" y="1"/>
                  </a:moveTo>
                  <a:cubicBezTo>
                    <a:pt x="599" y="1"/>
                    <a:pt x="467" y="22"/>
                    <a:pt x="447" y="208"/>
                  </a:cubicBezTo>
                  <a:cubicBezTo>
                    <a:pt x="447" y="208"/>
                    <a:pt x="431" y="203"/>
                    <a:pt x="411" y="203"/>
                  </a:cubicBezTo>
                  <a:cubicBezTo>
                    <a:pt x="375" y="203"/>
                    <a:pt x="324" y="217"/>
                    <a:pt x="313" y="297"/>
                  </a:cubicBezTo>
                  <a:cubicBezTo>
                    <a:pt x="313" y="297"/>
                    <a:pt x="265" y="280"/>
                    <a:pt x="207" y="280"/>
                  </a:cubicBezTo>
                  <a:cubicBezTo>
                    <a:pt x="125" y="280"/>
                    <a:pt x="22" y="314"/>
                    <a:pt x="1" y="475"/>
                  </a:cubicBezTo>
                  <a:lnTo>
                    <a:pt x="688" y="475"/>
                  </a:lnTo>
                  <a:lnTo>
                    <a:pt x="688" y="3"/>
                  </a:lnTo>
                  <a:cubicBezTo>
                    <a:pt x="688" y="3"/>
                    <a:pt x="676" y="1"/>
                    <a:pt x="659"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135"/>
            <p:cNvSpPr/>
            <p:nvPr/>
          </p:nvSpPr>
          <p:spPr>
            <a:xfrm>
              <a:off x="6510464" y="1968809"/>
              <a:ext cx="24990" cy="17290"/>
            </a:xfrm>
            <a:custGeom>
              <a:rect b="b" l="l" r="r" t="t"/>
              <a:pathLst>
                <a:path extrusionOk="0" h="476" w="688">
                  <a:moveTo>
                    <a:pt x="659" y="1"/>
                  </a:moveTo>
                  <a:cubicBezTo>
                    <a:pt x="600" y="1"/>
                    <a:pt x="470" y="22"/>
                    <a:pt x="456" y="208"/>
                  </a:cubicBezTo>
                  <a:cubicBezTo>
                    <a:pt x="456" y="208"/>
                    <a:pt x="441" y="204"/>
                    <a:pt x="420" y="204"/>
                  </a:cubicBezTo>
                  <a:cubicBezTo>
                    <a:pt x="382" y="204"/>
                    <a:pt x="325" y="219"/>
                    <a:pt x="313" y="306"/>
                  </a:cubicBezTo>
                  <a:cubicBezTo>
                    <a:pt x="313" y="306"/>
                    <a:pt x="260" y="286"/>
                    <a:pt x="198" y="286"/>
                  </a:cubicBezTo>
                  <a:cubicBezTo>
                    <a:pt x="118" y="286"/>
                    <a:pt x="21" y="320"/>
                    <a:pt x="1" y="476"/>
                  </a:cubicBezTo>
                  <a:lnTo>
                    <a:pt x="688" y="476"/>
                  </a:lnTo>
                  <a:lnTo>
                    <a:pt x="688" y="3"/>
                  </a:lnTo>
                  <a:cubicBezTo>
                    <a:pt x="688" y="3"/>
                    <a:pt x="677" y="1"/>
                    <a:pt x="659"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135"/>
            <p:cNvSpPr/>
            <p:nvPr/>
          </p:nvSpPr>
          <p:spPr>
            <a:xfrm>
              <a:off x="6458306" y="1938408"/>
              <a:ext cx="24990" cy="17253"/>
            </a:xfrm>
            <a:custGeom>
              <a:rect b="b" l="l" r="r" t="t"/>
              <a:pathLst>
                <a:path extrusionOk="0" h="475" w="688">
                  <a:moveTo>
                    <a:pt x="668" y="0"/>
                  </a:moveTo>
                  <a:cubicBezTo>
                    <a:pt x="614" y="0"/>
                    <a:pt x="470" y="18"/>
                    <a:pt x="456" y="206"/>
                  </a:cubicBezTo>
                  <a:cubicBezTo>
                    <a:pt x="456" y="206"/>
                    <a:pt x="440" y="202"/>
                    <a:pt x="420" y="202"/>
                  </a:cubicBezTo>
                  <a:cubicBezTo>
                    <a:pt x="382" y="202"/>
                    <a:pt x="324" y="217"/>
                    <a:pt x="313" y="305"/>
                  </a:cubicBezTo>
                  <a:cubicBezTo>
                    <a:pt x="313" y="305"/>
                    <a:pt x="265" y="287"/>
                    <a:pt x="206" y="287"/>
                  </a:cubicBezTo>
                  <a:cubicBezTo>
                    <a:pt x="126" y="287"/>
                    <a:pt x="26" y="320"/>
                    <a:pt x="1" y="474"/>
                  </a:cubicBezTo>
                  <a:lnTo>
                    <a:pt x="688" y="474"/>
                  </a:lnTo>
                  <a:lnTo>
                    <a:pt x="688" y="1"/>
                  </a:lnTo>
                  <a:cubicBezTo>
                    <a:pt x="688" y="1"/>
                    <a:pt x="680" y="0"/>
                    <a:pt x="668"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135"/>
            <p:cNvSpPr/>
            <p:nvPr/>
          </p:nvSpPr>
          <p:spPr>
            <a:xfrm>
              <a:off x="6537705" y="1951411"/>
              <a:ext cx="39882" cy="31128"/>
            </a:xfrm>
            <a:custGeom>
              <a:rect b="b" l="l" r="r" t="t"/>
              <a:pathLst>
                <a:path extrusionOk="0" h="857" w="1098">
                  <a:moveTo>
                    <a:pt x="955" y="0"/>
                  </a:moveTo>
                  <a:lnTo>
                    <a:pt x="411" y="187"/>
                  </a:lnTo>
                  <a:cubicBezTo>
                    <a:pt x="411" y="187"/>
                    <a:pt x="363" y="169"/>
                    <a:pt x="302" y="169"/>
                  </a:cubicBezTo>
                  <a:cubicBezTo>
                    <a:pt x="229" y="169"/>
                    <a:pt x="138" y="195"/>
                    <a:pt x="89" y="312"/>
                  </a:cubicBezTo>
                  <a:cubicBezTo>
                    <a:pt x="0" y="535"/>
                    <a:pt x="223" y="848"/>
                    <a:pt x="250" y="848"/>
                  </a:cubicBezTo>
                  <a:cubicBezTo>
                    <a:pt x="277" y="856"/>
                    <a:pt x="553" y="856"/>
                    <a:pt x="553" y="856"/>
                  </a:cubicBezTo>
                  <a:cubicBezTo>
                    <a:pt x="553" y="856"/>
                    <a:pt x="678" y="785"/>
                    <a:pt x="839" y="678"/>
                  </a:cubicBezTo>
                  <a:cubicBezTo>
                    <a:pt x="990" y="571"/>
                    <a:pt x="1098" y="339"/>
                    <a:pt x="1098" y="339"/>
                  </a:cubicBezTo>
                  <a:lnTo>
                    <a:pt x="1071" y="9"/>
                  </a:lnTo>
                  <a:lnTo>
                    <a:pt x="95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135"/>
            <p:cNvSpPr/>
            <p:nvPr/>
          </p:nvSpPr>
          <p:spPr>
            <a:xfrm>
              <a:off x="6714626" y="1924134"/>
              <a:ext cx="41807" cy="14674"/>
            </a:xfrm>
            <a:custGeom>
              <a:rect b="b" l="l" r="r" t="t"/>
              <a:pathLst>
                <a:path extrusionOk="0" h="404" w="1151">
                  <a:moveTo>
                    <a:pt x="552" y="1"/>
                  </a:moveTo>
                  <a:cubicBezTo>
                    <a:pt x="507" y="1"/>
                    <a:pt x="398" y="17"/>
                    <a:pt x="384" y="180"/>
                  </a:cubicBezTo>
                  <a:cubicBezTo>
                    <a:pt x="384" y="180"/>
                    <a:pt x="367" y="174"/>
                    <a:pt x="346" y="174"/>
                  </a:cubicBezTo>
                  <a:cubicBezTo>
                    <a:pt x="314" y="174"/>
                    <a:pt x="273" y="187"/>
                    <a:pt x="268" y="251"/>
                  </a:cubicBezTo>
                  <a:cubicBezTo>
                    <a:pt x="268" y="251"/>
                    <a:pt x="229" y="238"/>
                    <a:pt x="181" y="238"/>
                  </a:cubicBezTo>
                  <a:cubicBezTo>
                    <a:pt x="111" y="238"/>
                    <a:pt x="21" y="266"/>
                    <a:pt x="0" y="403"/>
                  </a:cubicBezTo>
                  <a:lnTo>
                    <a:pt x="1151" y="403"/>
                  </a:lnTo>
                  <a:cubicBezTo>
                    <a:pt x="1130" y="266"/>
                    <a:pt x="1040" y="238"/>
                    <a:pt x="970" y="238"/>
                  </a:cubicBezTo>
                  <a:cubicBezTo>
                    <a:pt x="922" y="238"/>
                    <a:pt x="883" y="251"/>
                    <a:pt x="883" y="251"/>
                  </a:cubicBezTo>
                  <a:cubicBezTo>
                    <a:pt x="873" y="187"/>
                    <a:pt x="833" y="174"/>
                    <a:pt x="803" y="174"/>
                  </a:cubicBezTo>
                  <a:cubicBezTo>
                    <a:pt x="783" y="174"/>
                    <a:pt x="767" y="180"/>
                    <a:pt x="767" y="180"/>
                  </a:cubicBezTo>
                  <a:cubicBezTo>
                    <a:pt x="753" y="17"/>
                    <a:pt x="638" y="1"/>
                    <a:pt x="591" y="1"/>
                  </a:cubicBezTo>
                  <a:cubicBezTo>
                    <a:pt x="579" y="1"/>
                    <a:pt x="571" y="2"/>
                    <a:pt x="571" y="2"/>
                  </a:cubicBezTo>
                  <a:cubicBezTo>
                    <a:pt x="571" y="2"/>
                    <a:pt x="564" y="1"/>
                    <a:pt x="552"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135"/>
            <p:cNvSpPr/>
            <p:nvPr/>
          </p:nvSpPr>
          <p:spPr>
            <a:xfrm>
              <a:off x="6695812" y="1893079"/>
              <a:ext cx="32109" cy="104028"/>
            </a:xfrm>
            <a:custGeom>
              <a:rect b="b" l="l" r="r" t="t"/>
              <a:pathLst>
                <a:path extrusionOk="0" h="2864" w="884">
                  <a:moveTo>
                    <a:pt x="1" y="0"/>
                  </a:moveTo>
                  <a:lnTo>
                    <a:pt x="1" y="2864"/>
                  </a:lnTo>
                  <a:lnTo>
                    <a:pt x="884" y="2864"/>
                  </a:lnTo>
                  <a:lnTo>
                    <a:pt x="88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135"/>
            <p:cNvSpPr/>
            <p:nvPr/>
          </p:nvSpPr>
          <p:spPr>
            <a:xfrm>
              <a:off x="6727884" y="1885306"/>
              <a:ext cx="7519" cy="111801"/>
            </a:xfrm>
            <a:custGeom>
              <a:rect b="b" l="l" r="r" t="t"/>
              <a:pathLst>
                <a:path extrusionOk="0" h="3078" w="207">
                  <a:moveTo>
                    <a:pt x="206" y="0"/>
                  </a:moveTo>
                  <a:lnTo>
                    <a:pt x="1" y="214"/>
                  </a:lnTo>
                  <a:lnTo>
                    <a:pt x="1" y="3078"/>
                  </a:lnTo>
                  <a:lnTo>
                    <a:pt x="206" y="3078"/>
                  </a:lnTo>
                  <a:lnTo>
                    <a:pt x="206"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135"/>
            <p:cNvSpPr/>
            <p:nvPr/>
          </p:nvSpPr>
          <p:spPr>
            <a:xfrm>
              <a:off x="6701006" y="1898236"/>
              <a:ext cx="3923" cy="7192"/>
            </a:xfrm>
            <a:custGeom>
              <a:rect b="b" l="l" r="r" t="t"/>
              <a:pathLst>
                <a:path extrusionOk="0" h="198" w="108">
                  <a:moveTo>
                    <a:pt x="0" y="1"/>
                  </a:moveTo>
                  <a:lnTo>
                    <a:pt x="0"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135"/>
            <p:cNvSpPr/>
            <p:nvPr/>
          </p:nvSpPr>
          <p:spPr>
            <a:xfrm>
              <a:off x="6710086" y="1911530"/>
              <a:ext cx="3923" cy="7192"/>
            </a:xfrm>
            <a:custGeom>
              <a:rect b="b" l="l" r="r" t="t"/>
              <a:pathLst>
                <a:path extrusionOk="0" h="198"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135"/>
            <p:cNvSpPr/>
            <p:nvPr/>
          </p:nvSpPr>
          <p:spPr>
            <a:xfrm>
              <a:off x="6718513" y="1900198"/>
              <a:ext cx="3923" cy="7156"/>
            </a:xfrm>
            <a:custGeom>
              <a:rect b="b" l="l" r="r" t="t"/>
              <a:pathLst>
                <a:path extrusionOk="0" h="197"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135"/>
            <p:cNvSpPr/>
            <p:nvPr/>
          </p:nvSpPr>
          <p:spPr>
            <a:xfrm>
              <a:off x="6700025" y="1919303"/>
              <a:ext cx="3923" cy="7192"/>
            </a:xfrm>
            <a:custGeom>
              <a:rect b="b" l="l" r="r" t="t"/>
              <a:pathLst>
                <a:path extrusionOk="0" h="198"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135"/>
            <p:cNvSpPr/>
            <p:nvPr/>
          </p:nvSpPr>
          <p:spPr>
            <a:xfrm>
              <a:off x="6720438" y="1923516"/>
              <a:ext cx="3923" cy="7192"/>
            </a:xfrm>
            <a:custGeom>
              <a:rect b="b" l="l" r="r" t="t"/>
              <a:pathLst>
                <a:path extrusionOk="0" h="198"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135"/>
            <p:cNvSpPr/>
            <p:nvPr/>
          </p:nvSpPr>
          <p:spPr>
            <a:xfrm>
              <a:off x="6709432" y="1932923"/>
              <a:ext cx="3923" cy="7156"/>
            </a:xfrm>
            <a:custGeom>
              <a:rect b="b" l="l" r="r" t="t"/>
              <a:pathLst>
                <a:path extrusionOk="0" h="197"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135"/>
            <p:cNvSpPr/>
            <p:nvPr/>
          </p:nvSpPr>
          <p:spPr>
            <a:xfrm>
              <a:off x="6699371" y="1944909"/>
              <a:ext cx="3923" cy="7156"/>
            </a:xfrm>
            <a:custGeom>
              <a:rect b="b" l="l" r="r" t="t"/>
              <a:pathLst>
                <a:path extrusionOk="0" h="197"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135"/>
            <p:cNvSpPr/>
            <p:nvPr/>
          </p:nvSpPr>
          <p:spPr>
            <a:xfrm>
              <a:off x="6702931" y="1963070"/>
              <a:ext cx="3959" cy="7156"/>
            </a:xfrm>
            <a:custGeom>
              <a:rect b="b" l="l" r="r" t="t"/>
              <a:pathLst>
                <a:path extrusionOk="0" h="197" w="109">
                  <a:moveTo>
                    <a:pt x="1" y="0"/>
                  </a:moveTo>
                  <a:lnTo>
                    <a:pt x="1" y="196"/>
                  </a:lnTo>
                  <a:lnTo>
                    <a:pt x="108" y="196"/>
                  </a:lnTo>
                  <a:lnTo>
                    <a:pt x="10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135"/>
            <p:cNvSpPr/>
            <p:nvPr/>
          </p:nvSpPr>
          <p:spPr>
            <a:xfrm>
              <a:off x="6695812" y="1885306"/>
              <a:ext cx="39592" cy="7809"/>
            </a:xfrm>
            <a:custGeom>
              <a:rect b="b" l="l" r="r" t="t"/>
              <a:pathLst>
                <a:path extrusionOk="0" h="215" w="1090">
                  <a:moveTo>
                    <a:pt x="215" y="0"/>
                  </a:moveTo>
                  <a:lnTo>
                    <a:pt x="1" y="214"/>
                  </a:lnTo>
                  <a:lnTo>
                    <a:pt x="884" y="214"/>
                  </a:lnTo>
                  <a:lnTo>
                    <a:pt x="10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135"/>
            <p:cNvSpPr/>
            <p:nvPr/>
          </p:nvSpPr>
          <p:spPr>
            <a:xfrm>
              <a:off x="6634901" y="1859373"/>
              <a:ext cx="15909" cy="139696"/>
            </a:xfrm>
            <a:custGeom>
              <a:rect b="b" l="l" r="r" t="t"/>
              <a:pathLst>
                <a:path extrusionOk="0" h="3846" w="438">
                  <a:moveTo>
                    <a:pt x="438" y="0"/>
                  </a:moveTo>
                  <a:cubicBezTo>
                    <a:pt x="438" y="0"/>
                    <a:pt x="384" y="63"/>
                    <a:pt x="393" y="143"/>
                  </a:cubicBezTo>
                  <a:cubicBezTo>
                    <a:pt x="402" y="215"/>
                    <a:pt x="322" y="250"/>
                    <a:pt x="357" y="313"/>
                  </a:cubicBezTo>
                  <a:cubicBezTo>
                    <a:pt x="384" y="384"/>
                    <a:pt x="286" y="402"/>
                    <a:pt x="331" y="491"/>
                  </a:cubicBezTo>
                  <a:cubicBezTo>
                    <a:pt x="375" y="571"/>
                    <a:pt x="268" y="670"/>
                    <a:pt x="304" y="759"/>
                  </a:cubicBezTo>
                  <a:cubicBezTo>
                    <a:pt x="348" y="857"/>
                    <a:pt x="259" y="893"/>
                    <a:pt x="295" y="973"/>
                  </a:cubicBezTo>
                  <a:cubicBezTo>
                    <a:pt x="340" y="1053"/>
                    <a:pt x="206" y="1142"/>
                    <a:pt x="268" y="1276"/>
                  </a:cubicBezTo>
                  <a:cubicBezTo>
                    <a:pt x="340" y="1401"/>
                    <a:pt x="206" y="1472"/>
                    <a:pt x="250" y="1562"/>
                  </a:cubicBezTo>
                  <a:cubicBezTo>
                    <a:pt x="295" y="1660"/>
                    <a:pt x="134" y="1767"/>
                    <a:pt x="206" y="1865"/>
                  </a:cubicBezTo>
                  <a:cubicBezTo>
                    <a:pt x="277" y="1972"/>
                    <a:pt x="143" y="2061"/>
                    <a:pt x="188" y="2142"/>
                  </a:cubicBezTo>
                  <a:cubicBezTo>
                    <a:pt x="233" y="2222"/>
                    <a:pt x="108" y="2338"/>
                    <a:pt x="179" y="2427"/>
                  </a:cubicBezTo>
                  <a:cubicBezTo>
                    <a:pt x="241" y="2516"/>
                    <a:pt x="90" y="2623"/>
                    <a:pt x="134" y="2739"/>
                  </a:cubicBezTo>
                  <a:cubicBezTo>
                    <a:pt x="188" y="2864"/>
                    <a:pt x="63" y="2998"/>
                    <a:pt x="125" y="3105"/>
                  </a:cubicBezTo>
                  <a:cubicBezTo>
                    <a:pt x="188" y="3212"/>
                    <a:pt x="36" y="3239"/>
                    <a:pt x="108" y="3355"/>
                  </a:cubicBezTo>
                  <a:cubicBezTo>
                    <a:pt x="179" y="3480"/>
                    <a:pt x="1" y="3631"/>
                    <a:pt x="1" y="3845"/>
                  </a:cubicBezTo>
                  <a:lnTo>
                    <a:pt x="438" y="3845"/>
                  </a:lnTo>
                  <a:lnTo>
                    <a:pt x="4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135"/>
            <p:cNvSpPr/>
            <p:nvPr/>
          </p:nvSpPr>
          <p:spPr>
            <a:xfrm>
              <a:off x="6650773" y="1859373"/>
              <a:ext cx="15909" cy="139696"/>
            </a:xfrm>
            <a:custGeom>
              <a:rect b="b" l="l" r="r" t="t"/>
              <a:pathLst>
                <a:path extrusionOk="0" h="3846" w="438">
                  <a:moveTo>
                    <a:pt x="1" y="0"/>
                  </a:moveTo>
                  <a:lnTo>
                    <a:pt x="1" y="3845"/>
                  </a:lnTo>
                  <a:lnTo>
                    <a:pt x="438" y="3845"/>
                  </a:lnTo>
                  <a:cubicBezTo>
                    <a:pt x="438" y="3631"/>
                    <a:pt x="259" y="3480"/>
                    <a:pt x="331" y="3355"/>
                  </a:cubicBezTo>
                  <a:cubicBezTo>
                    <a:pt x="402" y="3239"/>
                    <a:pt x="250" y="3212"/>
                    <a:pt x="313" y="3105"/>
                  </a:cubicBezTo>
                  <a:cubicBezTo>
                    <a:pt x="375" y="2998"/>
                    <a:pt x="250" y="2864"/>
                    <a:pt x="304" y="2739"/>
                  </a:cubicBezTo>
                  <a:cubicBezTo>
                    <a:pt x="358" y="2623"/>
                    <a:pt x="197" y="2516"/>
                    <a:pt x="268" y="2427"/>
                  </a:cubicBezTo>
                  <a:cubicBezTo>
                    <a:pt x="331" y="2338"/>
                    <a:pt x="206" y="2222"/>
                    <a:pt x="250" y="2142"/>
                  </a:cubicBezTo>
                  <a:cubicBezTo>
                    <a:pt x="295" y="2061"/>
                    <a:pt x="170" y="1972"/>
                    <a:pt x="233" y="1865"/>
                  </a:cubicBezTo>
                  <a:cubicBezTo>
                    <a:pt x="304" y="1767"/>
                    <a:pt x="152" y="1660"/>
                    <a:pt x="188" y="1562"/>
                  </a:cubicBezTo>
                  <a:cubicBezTo>
                    <a:pt x="233" y="1472"/>
                    <a:pt x="108" y="1401"/>
                    <a:pt x="170" y="1276"/>
                  </a:cubicBezTo>
                  <a:cubicBezTo>
                    <a:pt x="242" y="1142"/>
                    <a:pt x="99" y="1053"/>
                    <a:pt x="143" y="973"/>
                  </a:cubicBezTo>
                  <a:cubicBezTo>
                    <a:pt x="188" y="893"/>
                    <a:pt x="90" y="857"/>
                    <a:pt x="135" y="759"/>
                  </a:cubicBezTo>
                  <a:cubicBezTo>
                    <a:pt x="179" y="670"/>
                    <a:pt x="63" y="571"/>
                    <a:pt x="108" y="491"/>
                  </a:cubicBezTo>
                  <a:cubicBezTo>
                    <a:pt x="161" y="402"/>
                    <a:pt x="54" y="384"/>
                    <a:pt x="90" y="313"/>
                  </a:cubicBezTo>
                  <a:cubicBezTo>
                    <a:pt x="117" y="250"/>
                    <a:pt x="45" y="215"/>
                    <a:pt x="54" y="143"/>
                  </a:cubicBezTo>
                  <a:cubicBezTo>
                    <a:pt x="63" y="63"/>
                    <a:pt x="1" y="0"/>
                    <a:pt x="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135"/>
            <p:cNvSpPr/>
            <p:nvPr/>
          </p:nvSpPr>
          <p:spPr>
            <a:xfrm>
              <a:off x="6474179" y="1859373"/>
              <a:ext cx="15909" cy="139696"/>
            </a:xfrm>
            <a:custGeom>
              <a:rect b="b" l="l" r="r" t="t"/>
              <a:pathLst>
                <a:path extrusionOk="0" h="3846" w="438">
                  <a:moveTo>
                    <a:pt x="438" y="0"/>
                  </a:moveTo>
                  <a:cubicBezTo>
                    <a:pt x="438" y="0"/>
                    <a:pt x="375" y="63"/>
                    <a:pt x="384" y="143"/>
                  </a:cubicBezTo>
                  <a:cubicBezTo>
                    <a:pt x="393" y="215"/>
                    <a:pt x="322" y="250"/>
                    <a:pt x="349" y="313"/>
                  </a:cubicBezTo>
                  <a:cubicBezTo>
                    <a:pt x="384" y="384"/>
                    <a:pt x="277" y="402"/>
                    <a:pt x="331" y="491"/>
                  </a:cubicBezTo>
                  <a:cubicBezTo>
                    <a:pt x="375" y="571"/>
                    <a:pt x="259" y="670"/>
                    <a:pt x="304" y="759"/>
                  </a:cubicBezTo>
                  <a:cubicBezTo>
                    <a:pt x="349" y="857"/>
                    <a:pt x="251" y="893"/>
                    <a:pt x="295" y="973"/>
                  </a:cubicBezTo>
                  <a:cubicBezTo>
                    <a:pt x="340" y="1053"/>
                    <a:pt x="197" y="1142"/>
                    <a:pt x="268" y="1276"/>
                  </a:cubicBezTo>
                  <a:cubicBezTo>
                    <a:pt x="331" y="1401"/>
                    <a:pt x="206" y="1472"/>
                    <a:pt x="251" y="1562"/>
                  </a:cubicBezTo>
                  <a:cubicBezTo>
                    <a:pt x="286" y="1660"/>
                    <a:pt x="135" y="1767"/>
                    <a:pt x="206" y="1865"/>
                  </a:cubicBezTo>
                  <a:cubicBezTo>
                    <a:pt x="268" y="1972"/>
                    <a:pt x="143" y="2061"/>
                    <a:pt x="188" y="2142"/>
                  </a:cubicBezTo>
                  <a:cubicBezTo>
                    <a:pt x="233" y="2222"/>
                    <a:pt x="108" y="2338"/>
                    <a:pt x="170" y="2427"/>
                  </a:cubicBezTo>
                  <a:cubicBezTo>
                    <a:pt x="242" y="2516"/>
                    <a:pt x="81" y="2623"/>
                    <a:pt x="135" y="2739"/>
                  </a:cubicBezTo>
                  <a:cubicBezTo>
                    <a:pt x="188" y="2864"/>
                    <a:pt x="63" y="2998"/>
                    <a:pt x="126" y="3105"/>
                  </a:cubicBezTo>
                  <a:cubicBezTo>
                    <a:pt x="188" y="3212"/>
                    <a:pt x="36" y="3239"/>
                    <a:pt x="108" y="3355"/>
                  </a:cubicBezTo>
                  <a:cubicBezTo>
                    <a:pt x="179" y="3480"/>
                    <a:pt x="1" y="3631"/>
                    <a:pt x="1" y="3845"/>
                  </a:cubicBezTo>
                  <a:lnTo>
                    <a:pt x="438" y="3845"/>
                  </a:lnTo>
                  <a:lnTo>
                    <a:pt x="4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135"/>
            <p:cNvSpPr/>
            <p:nvPr/>
          </p:nvSpPr>
          <p:spPr>
            <a:xfrm>
              <a:off x="6490051" y="1859373"/>
              <a:ext cx="15909" cy="139696"/>
            </a:xfrm>
            <a:custGeom>
              <a:rect b="b" l="l" r="r" t="t"/>
              <a:pathLst>
                <a:path extrusionOk="0" h="3846" w="438">
                  <a:moveTo>
                    <a:pt x="1" y="0"/>
                  </a:moveTo>
                  <a:lnTo>
                    <a:pt x="1" y="3845"/>
                  </a:lnTo>
                  <a:lnTo>
                    <a:pt x="438" y="3845"/>
                  </a:lnTo>
                  <a:cubicBezTo>
                    <a:pt x="438" y="3631"/>
                    <a:pt x="260" y="3480"/>
                    <a:pt x="331" y="3355"/>
                  </a:cubicBezTo>
                  <a:cubicBezTo>
                    <a:pt x="402" y="3239"/>
                    <a:pt x="251" y="3212"/>
                    <a:pt x="313" y="3105"/>
                  </a:cubicBezTo>
                  <a:cubicBezTo>
                    <a:pt x="376" y="2998"/>
                    <a:pt x="251" y="2864"/>
                    <a:pt x="304" y="2739"/>
                  </a:cubicBezTo>
                  <a:cubicBezTo>
                    <a:pt x="358" y="2623"/>
                    <a:pt x="197" y="2516"/>
                    <a:pt x="260" y="2427"/>
                  </a:cubicBezTo>
                  <a:cubicBezTo>
                    <a:pt x="331" y="2338"/>
                    <a:pt x="206" y="2222"/>
                    <a:pt x="251" y="2142"/>
                  </a:cubicBezTo>
                  <a:cubicBezTo>
                    <a:pt x="295" y="2061"/>
                    <a:pt x="161" y="1972"/>
                    <a:pt x="233" y="1865"/>
                  </a:cubicBezTo>
                  <a:cubicBezTo>
                    <a:pt x="304" y="1767"/>
                    <a:pt x="144" y="1660"/>
                    <a:pt x="188" y="1562"/>
                  </a:cubicBezTo>
                  <a:cubicBezTo>
                    <a:pt x="233" y="1472"/>
                    <a:pt x="99" y="1401"/>
                    <a:pt x="170" y="1276"/>
                  </a:cubicBezTo>
                  <a:cubicBezTo>
                    <a:pt x="233" y="1142"/>
                    <a:pt x="99" y="1053"/>
                    <a:pt x="144" y="973"/>
                  </a:cubicBezTo>
                  <a:cubicBezTo>
                    <a:pt x="179" y="893"/>
                    <a:pt x="90" y="857"/>
                    <a:pt x="135" y="759"/>
                  </a:cubicBezTo>
                  <a:cubicBezTo>
                    <a:pt x="170" y="670"/>
                    <a:pt x="63" y="571"/>
                    <a:pt x="108" y="491"/>
                  </a:cubicBezTo>
                  <a:cubicBezTo>
                    <a:pt x="153" y="402"/>
                    <a:pt x="54" y="384"/>
                    <a:pt x="81" y="313"/>
                  </a:cubicBezTo>
                  <a:cubicBezTo>
                    <a:pt x="117" y="250"/>
                    <a:pt x="37" y="215"/>
                    <a:pt x="45" y="143"/>
                  </a:cubicBezTo>
                  <a:cubicBezTo>
                    <a:pt x="54" y="63"/>
                    <a:pt x="1" y="0"/>
                    <a:pt x="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135"/>
            <p:cNvSpPr/>
            <p:nvPr/>
          </p:nvSpPr>
          <p:spPr>
            <a:xfrm>
              <a:off x="6654987" y="1902450"/>
              <a:ext cx="12677" cy="111510"/>
            </a:xfrm>
            <a:custGeom>
              <a:rect b="b" l="l" r="r" t="t"/>
              <a:pathLst>
                <a:path extrusionOk="0" h="3070" w="349">
                  <a:moveTo>
                    <a:pt x="349" y="1"/>
                  </a:moveTo>
                  <a:cubicBezTo>
                    <a:pt x="349" y="1"/>
                    <a:pt x="304" y="54"/>
                    <a:pt x="313" y="117"/>
                  </a:cubicBezTo>
                  <a:cubicBezTo>
                    <a:pt x="322" y="179"/>
                    <a:pt x="259" y="206"/>
                    <a:pt x="277" y="251"/>
                  </a:cubicBezTo>
                  <a:cubicBezTo>
                    <a:pt x="304" y="304"/>
                    <a:pt x="224" y="331"/>
                    <a:pt x="259" y="393"/>
                  </a:cubicBezTo>
                  <a:cubicBezTo>
                    <a:pt x="295" y="456"/>
                    <a:pt x="206" y="536"/>
                    <a:pt x="242" y="608"/>
                  </a:cubicBezTo>
                  <a:cubicBezTo>
                    <a:pt x="277" y="688"/>
                    <a:pt x="206" y="715"/>
                    <a:pt x="233" y="777"/>
                  </a:cubicBezTo>
                  <a:cubicBezTo>
                    <a:pt x="268" y="848"/>
                    <a:pt x="161" y="911"/>
                    <a:pt x="215" y="1018"/>
                  </a:cubicBezTo>
                  <a:cubicBezTo>
                    <a:pt x="268" y="1125"/>
                    <a:pt x="161" y="1179"/>
                    <a:pt x="197" y="1250"/>
                  </a:cubicBezTo>
                  <a:cubicBezTo>
                    <a:pt x="233" y="1321"/>
                    <a:pt x="108" y="1410"/>
                    <a:pt x="161" y="1491"/>
                  </a:cubicBezTo>
                  <a:cubicBezTo>
                    <a:pt x="215" y="1580"/>
                    <a:pt x="117" y="1651"/>
                    <a:pt x="143" y="1714"/>
                  </a:cubicBezTo>
                  <a:cubicBezTo>
                    <a:pt x="179" y="1776"/>
                    <a:pt x="90" y="1865"/>
                    <a:pt x="143" y="1937"/>
                  </a:cubicBezTo>
                  <a:cubicBezTo>
                    <a:pt x="197" y="2008"/>
                    <a:pt x="63" y="2097"/>
                    <a:pt x="108" y="2187"/>
                  </a:cubicBezTo>
                  <a:cubicBezTo>
                    <a:pt x="152" y="2285"/>
                    <a:pt x="45" y="2392"/>
                    <a:pt x="99" y="2481"/>
                  </a:cubicBezTo>
                  <a:cubicBezTo>
                    <a:pt x="152" y="2561"/>
                    <a:pt x="27" y="2588"/>
                    <a:pt x="90" y="2686"/>
                  </a:cubicBezTo>
                  <a:cubicBezTo>
                    <a:pt x="143" y="2775"/>
                    <a:pt x="1" y="2900"/>
                    <a:pt x="1" y="3070"/>
                  </a:cubicBezTo>
                  <a:lnTo>
                    <a:pt x="349" y="3070"/>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135"/>
            <p:cNvSpPr/>
            <p:nvPr/>
          </p:nvSpPr>
          <p:spPr>
            <a:xfrm>
              <a:off x="6667626" y="1902450"/>
              <a:ext cx="12677" cy="111510"/>
            </a:xfrm>
            <a:custGeom>
              <a:rect b="b" l="l" r="r" t="t"/>
              <a:pathLst>
                <a:path extrusionOk="0" h="3070" w="349">
                  <a:moveTo>
                    <a:pt x="1" y="1"/>
                  </a:moveTo>
                  <a:lnTo>
                    <a:pt x="1" y="3070"/>
                  </a:lnTo>
                  <a:lnTo>
                    <a:pt x="349" y="3070"/>
                  </a:lnTo>
                  <a:cubicBezTo>
                    <a:pt x="349" y="2900"/>
                    <a:pt x="206" y="2775"/>
                    <a:pt x="268" y="2686"/>
                  </a:cubicBezTo>
                  <a:cubicBezTo>
                    <a:pt x="322" y="2588"/>
                    <a:pt x="197" y="2561"/>
                    <a:pt x="250" y="2481"/>
                  </a:cubicBezTo>
                  <a:cubicBezTo>
                    <a:pt x="304" y="2392"/>
                    <a:pt x="197" y="2285"/>
                    <a:pt x="241" y="2187"/>
                  </a:cubicBezTo>
                  <a:cubicBezTo>
                    <a:pt x="286" y="2097"/>
                    <a:pt x="161" y="2008"/>
                    <a:pt x="206" y="1937"/>
                  </a:cubicBezTo>
                  <a:cubicBezTo>
                    <a:pt x="259" y="1865"/>
                    <a:pt x="170" y="1776"/>
                    <a:pt x="206" y="1714"/>
                  </a:cubicBezTo>
                  <a:cubicBezTo>
                    <a:pt x="241" y="1651"/>
                    <a:pt x="134" y="1580"/>
                    <a:pt x="188" y="1491"/>
                  </a:cubicBezTo>
                  <a:cubicBezTo>
                    <a:pt x="241" y="1410"/>
                    <a:pt x="117" y="1321"/>
                    <a:pt x="152" y="1250"/>
                  </a:cubicBezTo>
                  <a:cubicBezTo>
                    <a:pt x="188" y="1179"/>
                    <a:pt x="81" y="1125"/>
                    <a:pt x="134" y="1018"/>
                  </a:cubicBezTo>
                  <a:cubicBezTo>
                    <a:pt x="188" y="911"/>
                    <a:pt x="81" y="848"/>
                    <a:pt x="117" y="777"/>
                  </a:cubicBezTo>
                  <a:cubicBezTo>
                    <a:pt x="152" y="715"/>
                    <a:pt x="72" y="688"/>
                    <a:pt x="108" y="608"/>
                  </a:cubicBezTo>
                  <a:cubicBezTo>
                    <a:pt x="143" y="536"/>
                    <a:pt x="54" y="456"/>
                    <a:pt x="90" y="393"/>
                  </a:cubicBezTo>
                  <a:cubicBezTo>
                    <a:pt x="125" y="331"/>
                    <a:pt x="45" y="304"/>
                    <a:pt x="72" y="251"/>
                  </a:cubicBezTo>
                  <a:cubicBezTo>
                    <a:pt x="90" y="206"/>
                    <a:pt x="36" y="179"/>
                    <a:pt x="36" y="117"/>
                  </a:cubicBezTo>
                  <a:cubicBezTo>
                    <a:pt x="45" y="54"/>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135"/>
            <p:cNvSpPr/>
            <p:nvPr/>
          </p:nvSpPr>
          <p:spPr>
            <a:xfrm>
              <a:off x="6389296" y="1882037"/>
              <a:ext cx="12677" cy="111183"/>
            </a:xfrm>
            <a:custGeom>
              <a:rect b="b" l="l" r="r" t="t"/>
              <a:pathLst>
                <a:path extrusionOk="0" h="3061" w="349">
                  <a:moveTo>
                    <a:pt x="348" y="1"/>
                  </a:moveTo>
                  <a:cubicBezTo>
                    <a:pt x="348" y="1"/>
                    <a:pt x="304" y="46"/>
                    <a:pt x="304" y="108"/>
                  </a:cubicBezTo>
                  <a:cubicBezTo>
                    <a:pt x="313" y="170"/>
                    <a:pt x="250" y="197"/>
                    <a:pt x="277" y="251"/>
                  </a:cubicBezTo>
                  <a:cubicBezTo>
                    <a:pt x="304" y="304"/>
                    <a:pt x="223" y="322"/>
                    <a:pt x="259" y="385"/>
                  </a:cubicBezTo>
                  <a:cubicBezTo>
                    <a:pt x="295" y="456"/>
                    <a:pt x="206" y="527"/>
                    <a:pt x="241" y="608"/>
                  </a:cubicBezTo>
                  <a:cubicBezTo>
                    <a:pt x="277" y="679"/>
                    <a:pt x="197" y="715"/>
                    <a:pt x="232" y="777"/>
                  </a:cubicBezTo>
                  <a:cubicBezTo>
                    <a:pt x="268" y="840"/>
                    <a:pt x="161" y="911"/>
                    <a:pt x="215" y="1009"/>
                  </a:cubicBezTo>
                  <a:cubicBezTo>
                    <a:pt x="268" y="1116"/>
                    <a:pt x="161" y="1170"/>
                    <a:pt x="197" y="1241"/>
                  </a:cubicBezTo>
                  <a:cubicBezTo>
                    <a:pt x="232" y="1321"/>
                    <a:pt x="99" y="1402"/>
                    <a:pt x="161" y="1491"/>
                  </a:cubicBezTo>
                  <a:cubicBezTo>
                    <a:pt x="215" y="1571"/>
                    <a:pt x="107" y="1642"/>
                    <a:pt x="143" y="1705"/>
                  </a:cubicBezTo>
                  <a:cubicBezTo>
                    <a:pt x="179" y="1776"/>
                    <a:pt x="81" y="1865"/>
                    <a:pt x="134" y="1937"/>
                  </a:cubicBezTo>
                  <a:cubicBezTo>
                    <a:pt x="188" y="2008"/>
                    <a:pt x="63" y="2088"/>
                    <a:pt x="107" y="2187"/>
                  </a:cubicBezTo>
                  <a:cubicBezTo>
                    <a:pt x="143" y="2285"/>
                    <a:pt x="45" y="2392"/>
                    <a:pt x="99" y="2472"/>
                  </a:cubicBezTo>
                  <a:cubicBezTo>
                    <a:pt x="143" y="2561"/>
                    <a:pt x="27" y="2579"/>
                    <a:pt x="81" y="2677"/>
                  </a:cubicBezTo>
                  <a:cubicBezTo>
                    <a:pt x="134" y="2766"/>
                    <a:pt x="0" y="2891"/>
                    <a:pt x="0" y="3061"/>
                  </a:cubicBezTo>
                  <a:lnTo>
                    <a:pt x="348" y="3061"/>
                  </a:lnTo>
                  <a:lnTo>
                    <a:pt x="3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135"/>
            <p:cNvSpPr/>
            <p:nvPr/>
          </p:nvSpPr>
          <p:spPr>
            <a:xfrm>
              <a:off x="6401936" y="1882037"/>
              <a:ext cx="12677" cy="111183"/>
            </a:xfrm>
            <a:custGeom>
              <a:rect b="b" l="l" r="r" t="t"/>
              <a:pathLst>
                <a:path extrusionOk="0" h="3061" w="349">
                  <a:moveTo>
                    <a:pt x="0" y="1"/>
                  </a:moveTo>
                  <a:lnTo>
                    <a:pt x="0" y="3061"/>
                  </a:lnTo>
                  <a:lnTo>
                    <a:pt x="348" y="3061"/>
                  </a:lnTo>
                  <a:cubicBezTo>
                    <a:pt x="348" y="2891"/>
                    <a:pt x="206" y="2766"/>
                    <a:pt x="259" y="2677"/>
                  </a:cubicBezTo>
                  <a:cubicBezTo>
                    <a:pt x="313" y="2579"/>
                    <a:pt x="197" y="2561"/>
                    <a:pt x="250" y="2472"/>
                  </a:cubicBezTo>
                  <a:cubicBezTo>
                    <a:pt x="295" y="2392"/>
                    <a:pt x="197" y="2285"/>
                    <a:pt x="241" y="2187"/>
                  </a:cubicBezTo>
                  <a:cubicBezTo>
                    <a:pt x="277" y="2088"/>
                    <a:pt x="152" y="2008"/>
                    <a:pt x="206" y="1937"/>
                  </a:cubicBezTo>
                  <a:cubicBezTo>
                    <a:pt x="259" y="1865"/>
                    <a:pt x="161" y="1776"/>
                    <a:pt x="197" y="1705"/>
                  </a:cubicBezTo>
                  <a:cubicBezTo>
                    <a:pt x="232" y="1642"/>
                    <a:pt x="125" y="1571"/>
                    <a:pt x="188" y="1491"/>
                  </a:cubicBezTo>
                  <a:cubicBezTo>
                    <a:pt x="241" y="1402"/>
                    <a:pt x="116" y="1321"/>
                    <a:pt x="152" y="1241"/>
                  </a:cubicBezTo>
                  <a:cubicBezTo>
                    <a:pt x="179" y="1170"/>
                    <a:pt x="81" y="1116"/>
                    <a:pt x="134" y="1009"/>
                  </a:cubicBezTo>
                  <a:cubicBezTo>
                    <a:pt x="188" y="911"/>
                    <a:pt x="81" y="840"/>
                    <a:pt x="107" y="777"/>
                  </a:cubicBezTo>
                  <a:cubicBezTo>
                    <a:pt x="143" y="715"/>
                    <a:pt x="72" y="679"/>
                    <a:pt x="107" y="608"/>
                  </a:cubicBezTo>
                  <a:cubicBezTo>
                    <a:pt x="134" y="527"/>
                    <a:pt x="45" y="456"/>
                    <a:pt x="81" y="385"/>
                  </a:cubicBezTo>
                  <a:cubicBezTo>
                    <a:pt x="125" y="322"/>
                    <a:pt x="45" y="304"/>
                    <a:pt x="63" y="251"/>
                  </a:cubicBezTo>
                  <a:cubicBezTo>
                    <a:pt x="90" y="197"/>
                    <a:pt x="27" y="170"/>
                    <a:pt x="36" y="108"/>
                  </a:cubicBezTo>
                  <a:cubicBezTo>
                    <a:pt x="45" y="46"/>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135"/>
            <p:cNvSpPr/>
            <p:nvPr/>
          </p:nvSpPr>
          <p:spPr>
            <a:xfrm>
              <a:off x="6528951" y="1902450"/>
              <a:ext cx="12677" cy="111510"/>
            </a:xfrm>
            <a:custGeom>
              <a:rect b="b" l="l" r="r" t="t"/>
              <a:pathLst>
                <a:path extrusionOk="0" h="3070" w="349">
                  <a:moveTo>
                    <a:pt x="348" y="1"/>
                  </a:moveTo>
                  <a:cubicBezTo>
                    <a:pt x="348" y="1"/>
                    <a:pt x="304" y="46"/>
                    <a:pt x="313" y="117"/>
                  </a:cubicBezTo>
                  <a:cubicBezTo>
                    <a:pt x="322" y="179"/>
                    <a:pt x="259" y="206"/>
                    <a:pt x="286" y="251"/>
                  </a:cubicBezTo>
                  <a:cubicBezTo>
                    <a:pt x="304" y="304"/>
                    <a:pt x="223" y="322"/>
                    <a:pt x="259" y="393"/>
                  </a:cubicBezTo>
                  <a:cubicBezTo>
                    <a:pt x="304" y="456"/>
                    <a:pt x="214" y="536"/>
                    <a:pt x="241" y="608"/>
                  </a:cubicBezTo>
                  <a:cubicBezTo>
                    <a:pt x="277" y="688"/>
                    <a:pt x="206" y="715"/>
                    <a:pt x="232" y="777"/>
                  </a:cubicBezTo>
                  <a:cubicBezTo>
                    <a:pt x="268" y="840"/>
                    <a:pt x="161" y="911"/>
                    <a:pt x="214" y="1018"/>
                  </a:cubicBezTo>
                  <a:cubicBezTo>
                    <a:pt x="268" y="1125"/>
                    <a:pt x="170" y="1179"/>
                    <a:pt x="197" y="1250"/>
                  </a:cubicBezTo>
                  <a:cubicBezTo>
                    <a:pt x="232" y="1321"/>
                    <a:pt x="107" y="1410"/>
                    <a:pt x="161" y="1491"/>
                  </a:cubicBezTo>
                  <a:cubicBezTo>
                    <a:pt x="214" y="1580"/>
                    <a:pt x="116" y="1651"/>
                    <a:pt x="152" y="1714"/>
                  </a:cubicBezTo>
                  <a:cubicBezTo>
                    <a:pt x="188" y="1776"/>
                    <a:pt x="90" y="1865"/>
                    <a:pt x="143" y="1937"/>
                  </a:cubicBezTo>
                  <a:cubicBezTo>
                    <a:pt x="197" y="2008"/>
                    <a:pt x="72" y="2088"/>
                    <a:pt x="107" y="2187"/>
                  </a:cubicBezTo>
                  <a:cubicBezTo>
                    <a:pt x="152" y="2285"/>
                    <a:pt x="54" y="2392"/>
                    <a:pt x="99" y="2481"/>
                  </a:cubicBezTo>
                  <a:cubicBezTo>
                    <a:pt x="152" y="2561"/>
                    <a:pt x="27" y="2588"/>
                    <a:pt x="90" y="2677"/>
                  </a:cubicBezTo>
                  <a:cubicBezTo>
                    <a:pt x="143" y="2775"/>
                    <a:pt x="0" y="2891"/>
                    <a:pt x="0" y="3070"/>
                  </a:cubicBezTo>
                  <a:lnTo>
                    <a:pt x="348" y="3070"/>
                  </a:lnTo>
                  <a:lnTo>
                    <a:pt x="3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135"/>
            <p:cNvSpPr/>
            <p:nvPr/>
          </p:nvSpPr>
          <p:spPr>
            <a:xfrm>
              <a:off x="6541591" y="1902450"/>
              <a:ext cx="12677" cy="111510"/>
            </a:xfrm>
            <a:custGeom>
              <a:rect b="b" l="l" r="r" t="t"/>
              <a:pathLst>
                <a:path extrusionOk="0" h="3070" w="349">
                  <a:moveTo>
                    <a:pt x="0" y="1"/>
                  </a:moveTo>
                  <a:lnTo>
                    <a:pt x="0" y="3070"/>
                  </a:lnTo>
                  <a:lnTo>
                    <a:pt x="348" y="3070"/>
                  </a:lnTo>
                  <a:cubicBezTo>
                    <a:pt x="348" y="2891"/>
                    <a:pt x="214" y="2775"/>
                    <a:pt x="268" y="2677"/>
                  </a:cubicBezTo>
                  <a:cubicBezTo>
                    <a:pt x="321" y="2588"/>
                    <a:pt x="197" y="2561"/>
                    <a:pt x="250" y="2481"/>
                  </a:cubicBezTo>
                  <a:cubicBezTo>
                    <a:pt x="304" y="2392"/>
                    <a:pt x="197" y="2285"/>
                    <a:pt x="241" y="2187"/>
                  </a:cubicBezTo>
                  <a:cubicBezTo>
                    <a:pt x="286" y="2088"/>
                    <a:pt x="161" y="2008"/>
                    <a:pt x="214" y="1937"/>
                  </a:cubicBezTo>
                  <a:cubicBezTo>
                    <a:pt x="268" y="1865"/>
                    <a:pt x="170" y="1776"/>
                    <a:pt x="205" y="1714"/>
                  </a:cubicBezTo>
                  <a:cubicBezTo>
                    <a:pt x="241" y="1651"/>
                    <a:pt x="134" y="1580"/>
                    <a:pt x="188" y="1491"/>
                  </a:cubicBezTo>
                  <a:cubicBezTo>
                    <a:pt x="241" y="1410"/>
                    <a:pt x="116" y="1321"/>
                    <a:pt x="152" y="1250"/>
                  </a:cubicBezTo>
                  <a:cubicBezTo>
                    <a:pt x="188" y="1179"/>
                    <a:pt x="81" y="1125"/>
                    <a:pt x="134" y="1018"/>
                  </a:cubicBezTo>
                  <a:cubicBezTo>
                    <a:pt x="188" y="911"/>
                    <a:pt x="81" y="840"/>
                    <a:pt x="116" y="777"/>
                  </a:cubicBezTo>
                  <a:cubicBezTo>
                    <a:pt x="152" y="715"/>
                    <a:pt x="72" y="688"/>
                    <a:pt x="107" y="608"/>
                  </a:cubicBezTo>
                  <a:cubicBezTo>
                    <a:pt x="143" y="536"/>
                    <a:pt x="54" y="456"/>
                    <a:pt x="90" y="393"/>
                  </a:cubicBezTo>
                  <a:cubicBezTo>
                    <a:pt x="125" y="322"/>
                    <a:pt x="45" y="304"/>
                    <a:pt x="72" y="251"/>
                  </a:cubicBezTo>
                  <a:cubicBezTo>
                    <a:pt x="98" y="206"/>
                    <a:pt x="36" y="179"/>
                    <a:pt x="45" y="117"/>
                  </a:cubicBezTo>
                  <a:cubicBezTo>
                    <a:pt x="45" y="46"/>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135"/>
            <p:cNvSpPr/>
            <p:nvPr/>
          </p:nvSpPr>
          <p:spPr>
            <a:xfrm>
              <a:off x="6244119" y="1770930"/>
              <a:ext cx="634191" cy="385636"/>
            </a:xfrm>
            <a:custGeom>
              <a:rect b="b" l="l" r="r" t="t"/>
              <a:pathLst>
                <a:path extrusionOk="0" h="10617" w="17460">
                  <a:moveTo>
                    <a:pt x="17459" y="0"/>
                  </a:moveTo>
                  <a:lnTo>
                    <a:pt x="16094" y="1472"/>
                  </a:lnTo>
                  <a:lnTo>
                    <a:pt x="15711" y="2953"/>
                  </a:lnTo>
                  <a:lnTo>
                    <a:pt x="14266" y="3774"/>
                  </a:lnTo>
                  <a:lnTo>
                    <a:pt x="13855" y="4478"/>
                  </a:lnTo>
                  <a:lnTo>
                    <a:pt x="13052" y="4719"/>
                  </a:lnTo>
                  <a:lnTo>
                    <a:pt x="12687" y="5995"/>
                  </a:lnTo>
                  <a:lnTo>
                    <a:pt x="11304" y="6164"/>
                  </a:lnTo>
                  <a:lnTo>
                    <a:pt x="10519" y="5692"/>
                  </a:lnTo>
                  <a:lnTo>
                    <a:pt x="10153" y="4951"/>
                  </a:lnTo>
                  <a:lnTo>
                    <a:pt x="8806" y="5112"/>
                  </a:lnTo>
                  <a:lnTo>
                    <a:pt x="8253" y="5879"/>
                  </a:lnTo>
                  <a:lnTo>
                    <a:pt x="7370" y="5897"/>
                  </a:lnTo>
                  <a:lnTo>
                    <a:pt x="6130" y="4701"/>
                  </a:lnTo>
                  <a:lnTo>
                    <a:pt x="5059" y="4496"/>
                  </a:lnTo>
                  <a:lnTo>
                    <a:pt x="4363" y="4889"/>
                  </a:lnTo>
                  <a:lnTo>
                    <a:pt x="3596" y="3836"/>
                  </a:lnTo>
                  <a:lnTo>
                    <a:pt x="2748" y="3444"/>
                  </a:lnTo>
                  <a:lnTo>
                    <a:pt x="1749" y="5308"/>
                  </a:lnTo>
                  <a:lnTo>
                    <a:pt x="938" y="6075"/>
                  </a:lnTo>
                  <a:lnTo>
                    <a:pt x="777" y="7271"/>
                  </a:lnTo>
                  <a:lnTo>
                    <a:pt x="1" y="7868"/>
                  </a:lnTo>
                  <a:lnTo>
                    <a:pt x="1" y="8975"/>
                  </a:lnTo>
                  <a:lnTo>
                    <a:pt x="938" y="8983"/>
                  </a:lnTo>
                  <a:lnTo>
                    <a:pt x="2053" y="9091"/>
                  </a:lnTo>
                  <a:lnTo>
                    <a:pt x="2918" y="8859"/>
                  </a:lnTo>
                  <a:lnTo>
                    <a:pt x="5220" y="8859"/>
                  </a:lnTo>
                  <a:lnTo>
                    <a:pt x="5844" y="9091"/>
                  </a:lnTo>
                  <a:lnTo>
                    <a:pt x="7343" y="8903"/>
                  </a:lnTo>
                  <a:lnTo>
                    <a:pt x="8190" y="9091"/>
                  </a:lnTo>
                  <a:lnTo>
                    <a:pt x="7655" y="9813"/>
                  </a:lnTo>
                  <a:lnTo>
                    <a:pt x="9073" y="9974"/>
                  </a:lnTo>
                  <a:lnTo>
                    <a:pt x="10867" y="9626"/>
                  </a:lnTo>
                  <a:lnTo>
                    <a:pt x="11901" y="9626"/>
                  </a:lnTo>
                  <a:lnTo>
                    <a:pt x="12865" y="9974"/>
                  </a:lnTo>
                  <a:lnTo>
                    <a:pt x="14970" y="9974"/>
                  </a:lnTo>
                  <a:lnTo>
                    <a:pt x="15693" y="10616"/>
                  </a:lnTo>
                  <a:lnTo>
                    <a:pt x="17459" y="10616"/>
                  </a:lnTo>
                  <a:lnTo>
                    <a:pt x="1745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135"/>
            <p:cNvSpPr/>
            <p:nvPr/>
          </p:nvSpPr>
          <p:spPr>
            <a:xfrm>
              <a:off x="6704892" y="1770930"/>
              <a:ext cx="173404" cy="243034"/>
            </a:xfrm>
            <a:custGeom>
              <a:rect b="b" l="l" r="r" t="t"/>
              <a:pathLst>
                <a:path extrusionOk="0" h="6691" w="4774">
                  <a:moveTo>
                    <a:pt x="4773" y="0"/>
                  </a:moveTo>
                  <a:lnTo>
                    <a:pt x="3408" y="1472"/>
                  </a:lnTo>
                  <a:lnTo>
                    <a:pt x="3025" y="2953"/>
                  </a:lnTo>
                  <a:lnTo>
                    <a:pt x="1588" y="3774"/>
                  </a:lnTo>
                  <a:lnTo>
                    <a:pt x="1169" y="4478"/>
                  </a:lnTo>
                  <a:lnTo>
                    <a:pt x="366" y="4719"/>
                  </a:lnTo>
                  <a:lnTo>
                    <a:pt x="1" y="5995"/>
                  </a:lnTo>
                  <a:lnTo>
                    <a:pt x="1722" y="6691"/>
                  </a:lnTo>
                  <a:lnTo>
                    <a:pt x="580" y="5727"/>
                  </a:lnTo>
                  <a:lnTo>
                    <a:pt x="759" y="5255"/>
                  </a:lnTo>
                  <a:lnTo>
                    <a:pt x="1321" y="4844"/>
                  </a:lnTo>
                  <a:lnTo>
                    <a:pt x="1901" y="4692"/>
                  </a:lnTo>
                  <a:lnTo>
                    <a:pt x="2097" y="3916"/>
                  </a:lnTo>
                  <a:lnTo>
                    <a:pt x="3212" y="3765"/>
                  </a:lnTo>
                  <a:lnTo>
                    <a:pt x="3310" y="3015"/>
                  </a:lnTo>
                  <a:lnTo>
                    <a:pt x="3614" y="2373"/>
                  </a:lnTo>
                  <a:lnTo>
                    <a:pt x="4015" y="3916"/>
                  </a:lnTo>
                  <a:lnTo>
                    <a:pt x="3890" y="1490"/>
                  </a:lnTo>
                  <a:lnTo>
                    <a:pt x="4773"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135"/>
            <p:cNvSpPr/>
            <p:nvPr/>
          </p:nvSpPr>
          <p:spPr>
            <a:xfrm>
              <a:off x="6612854" y="1950757"/>
              <a:ext cx="92078" cy="79728"/>
            </a:xfrm>
            <a:custGeom>
              <a:rect b="b" l="l" r="r" t="t"/>
              <a:pathLst>
                <a:path extrusionOk="0" h="2195" w="2535">
                  <a:moveTo>
                    <a:pt x="1" y="0"/>
                  </a:moveTo>
                  <a:lnTo>
                    <a:pt x="170" y="1178"/>
                  </a:lnTo>
                  <a:lnTo>
                    <a:pt x="724" y="1454"/>
                  </a:lnTo>
                  <a:lnTo>
                    <a:pt x="724" y="2195"/>
                  </a:lnTo>
                  <a:lnTo>
                    <a:pt x="1089" y="1820"/>
                  </a:lnTo>
                  <a:lnTo>
                    <a:pt x="2535" y="1044"/>
                  </a:lnTo>
                  <a:lnTo>
                    <a:pt x="2535" y="1044"/>
                  </a:lnTo>
                  <a:lnTo>
                    <a:pt x="1152" y="1213"/>
                  </a:lnTo>
                  <a:lnTo>
                    <a:pt x="367" y="741"/>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135"/>
            <p:cNvSpPr/>
            <p:nvPr/>
          </p:nvSpPr>
          <p:spPr>
            <a:xfrm>
              <a:off x="6676380" y="2039200"/>
              <a:ext cx="64182" cy="94003"/>
            </a:xfrm>
            <a:custGeom>
              <a:rect b="b" l="l" r="r" t="t"/>
              <a:pathLst>
                <a:path extrusionOk="0" h="2588" w="1767">
                  <a:moveTo>
                    <a:pt x="1767" y="1"/>
                  </a:moveTo>
                  <a:lnTo>
                    <a:pt x="1276" y="652"/>
                  </a:lnTo>
                  <a:lnTo>
                    <a:pt x="786" y="1794"/>
                  </a:lnTo>
                  <a:lnTo>
                    <a:pt x="0" y="2240"/>
                  </a:lnTo>
                  <a:lnTo>
                    <a:pt x="964" y="2588"/>
                  </a:lnTo>
                  <a:lnTo>
                    <a:pt x="1410" y="1758"/>
                  </a:lnTo>
                  <a:lnTo>
                    <a:pt x="1410" y="1027"/>
                  </a:lnTo>
                  <a:lnTo>
                    <a:pt x="176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135"/>
            <p:cNvSpPr/>
            <p:nvPr/>
          </p:nvSpPr>
          <p:spPr>
            <a:xfrm>
              <a:off x="6778443" y="1943311"/>
              <a:ext cx="99851" cy="213249"/>
            </a:xfrm>
            <a:custGeom>
              <a:rect b="b" l="l" r="r" t="t"/>
              <a:pathLst>
                <a:path extrusionOk="0" h="5871" w="2749">
                  <a:moveTo>
                    <a:pt x="1089" y="0"/>
                  </a:moveTo>
                  <a:lnTo>
                    <a:pt x="661" y="1115"/>
                  </a:lnTo>
                  <a:lnTo>
                    <a:pt x="482" y="3212"/>
                  </a:lnTo>
                  <a:lnTo>
                    <a:pt x="1" y="4514"/>
                  </a:lnTo>
                  <a:lnTo>
                    <a:pt x="259" y="5228"/>
                  </a:lnTo>
                  <a:lnTo>
                    <a:pt x="982" y="5870"/>
                  </a:lnTo>
                  <a:lnTo>
                    <a:pt x="2748" y="5870"/>
                  </a:lnTo>
                  <a:lnTo>
                    <a:pt x="2748" y="3105"/>
                  </a:lnTo>
                  <a:lnTo>
                    <a:pt x="2133" y="4737"/>
                  </a:lnTo>
                  <a:lnTo>
                    <a:pt x="1678" y="4086"/>
                  </a:lnTo>
                  <a:lnTo>
                    <a:pt x="1544" y="2480"/>
                  </a:lnTo>
                  <a:lnTo>
                    <a:pt x="1071" y="1302"/>
                  </a:lnTo>
                  <a:lnTo>
                    <a:pt x="108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135"/>
            <p:cNvSpPr/>
            <p:nvPr/>
          </p:nvSpPr>
          <p:spPr>
            <a:xfrm>
              <a:off x="6787850" y="2079044"/>
              <a:ext cx="26261" cy="77512"/>
            </a:xfrm>
            <a:custGeom>
              <a:rect b="b" l="l" r="r" t="t"/>
              <a:pathLst>
                <a:path extrusionOk="0" h="2134" w="723">
                  <a:moveTo>
                    <a:pt x="607" y="1"/>
                  </a:moveTo>
                  <a:lnTo>
                    <a:pt x="437" y="1455"/>
                  </a:lnTo>
                  <a:lnTo>
                    <a:pt x="205" y="875"/>
                  </a:lnTo>
                  <a:lnTo>
                    <a:pt x="0" y="1491"/>
                  </a:lnTo>
                  <a:lnTo>
                    <a:pt x="723" y="2133"/>
                  </a:lnTo>
                  <a:lnTo>
                    <a:pt x="607"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135"/>
            <p:cNvSpPr/>
            <p:nvPr/>
          </p:nvSpPr>
          <p:spPr>
            <a:xfrm>
              <a:off x="6743139" y="2044067"/>
              <a:ext cx="23355" cy="89135"/>
            </a:xfrm>
            <a:custGeom>
              <a:rect b="b" l="l" r="r" t="t"/>
              <a:pathLst>
                <a:path extrusionOk="0" h="2454" w="643">
                  <a:moveTo>
                    <a:pt x="419" y="0"/>
                  </a:moveTo>
                  <a:lnTo>
                    <a:pt x="98" y="1410"/>
                  </a:lnTo>
                  <a:lnTo>
                    <a:pt x="188" y="1883"/>
                  </a:lnTo>
                  <a:lnTo>
                    <a:pt x="0" y="2454"/>
                  </a:lnTo>
                  <a:lnTo>
                    <a:pt x="643" y="2454"/>
                  </a:lnTo>
                  <a:lnTo>
                    <a:pt x="366" y="1232"/>
                  </a:lnTo>
                  <a:lnTo>
                    <a:pt x="419"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135"/>
            <p:cNvSpPr/>
            <p:nvPr/>
          </p:nvSpPr>
          <p:spPr>
            <a:xfrm>
              <a:off x="6522159" y="2039200"/>
              <a:ext cx="54447" cy="94003"/>
            </a:xfrm>
            <a:custGeom>
              <a:rect b="b" l="l" r="r" t="t"/>
              <a:pathLst>
                <a:path extrusionOk="0" h="2588" w="1499">
                  <a:moveTo>
                    <a:pt x="1187" y="1"/>
                  </a:moveTo>
                  <a:lnTo>
                    <a:pt x="1187" y="1455"/>
                  </a:lnTo>
                  <a:lnTo>
                    <a:pt x="0" y="2427"/>
                  </a:lnTo>
                  <a:lnTo>
                    <a:pt x="1418" y="2588"/>
                  </a:lnTo>
                  <a:lnTo>
                    <a:pt x="1499" y="1151"/>
                  </a:lnTo>
                  <a:lnTo>
                    <a:pt x="118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135"/>
            <p:cNvSpPr/>
            <p:nvPr/>
          </p:nvSpPr>
          <p:spPr>
            <a:xfrm>
              <a:off x="6573663" y="2047299"/>
              <a:ext cx="73262" cy="85903"/>
            </a:xfrm>
            <a:custGeom>
              <a:rect b="b" l="l" r="r" t="t"/>
              <a:pathLst>
                <a:path extrusionOk="0" h="2365" w="2017">
                  <a:moveTo>
                    <a:pt x="2017" y="1"/>
                  </a:moveTo>
                  <a:lnTo>
                    <a:pt x="1321" y="1214"/>
                  </a:lnTo>
                  <a:lnTo>
                    <a:pt x="1160" y="1785"/>
                  </a:lnTo>
                  <a:lnTo>
                    <a:pt x="0" y="2365"/>
                  </a:lnTo>
                  <a:lnTo>
                    <a:pt x="1794" y="2017"/>
                  </a:lnTo>
                  <a:lnTo>
                    <a:pt x="1695" y="1259"/>
                  </a:lnTo>
                  <a:lnTo>
                    <a:pt x="2017"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135"/>
            <p:cNvSpPr/>
            <p:nvPr/>
          </p:nvSpPr>
          <p:spPr>
            <a:xfrm>
              <a:off x="6510791" y="2044067"/>
              <a:ext cx="30838" cy="57063"/>
            </a:xfrm>
            <a:custGeom>
              <a:rect b="b" l="l" r="r" t="t"/>
              <a:pathLst>
                <a:path extrusionOk="0" h="1571" w="849">
                  <a:moveTo>
                    <a:pt x="545" y="0"/>
                  </a:moveTo>
                  <a:lnTo>
                    <a:pt x="393" y="848"/>
                  </a:lnTo>
                  <a:lnTo>
                    <a:pt x="1" y="1383"/>
                  </a:lnTo>
                  <a:lnTo>
                    <a:pt x="848" y="1571"/>
                  </a:lnTo>
                  <a:lnTo>
                    <a:pt x="54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135"/>
            <p:cNvSpPr/>
            <p:nvPr/>
          </p:nvSpPr>
          <p:spPr>
            <a:xfrm>
              <a:off x="6410362" y="1934231"/>
              <a:ext cx="133522" cy="94656"/>
            </a:xfrm>
            <a:custGeom>
              <a:rect b="b" l="l" r="r" t="t"/>
              <a:pathLst>
                <a:path extrusionOk="0" h="2606" w="3676">
                  <a:moveTo>
                    <a:pt x="482" y="0"/>
                  </a:moveTo>
                  <a:lnTo>
                    <a:pt x="901" y="375"/>
                  </a:lnTo>
                  <a:lnTo>
                    <a:pt x="955" y="812"/>
                  </a:lnTo>
                  <a:lnTo>
                    <a:pt x="1321" y="518"/>
                  </a:lnTo>
                  <a:lnTo>
                    <a:pt x="2061" y="1142"/>
                  </a:lnTo>
                  <a:lnTo>
                    <a:pt x="1267" y="1401"/>
                  </a:lnTo>
                  <a:lnTo>
                    <a:pt x="0" y="2605"/>
                  </a:lnTo>
                  <a:lnTo>
                    <a:pt x="1642" y="1677"/>
                  </a:lnTo>
                  <a:lnTo>
                    <a:pt x="2462" y="1481"/>
                  </a:lnTo>
                  <a:lnTo>
                    <a:pt x="2766" y="1909"/>
                  </a:lnTo>
                  <a:lnTo>
                    <a:pt x="2578" y="2605"/>
                  </a:lnTo>
                  <a:lnTo>
                    <a:pt x="3676" y="1383"/>
                  </a:lnTo>
                  <a:lnTo>
                    <a:pt x="2793" y="1401"/>
                  </a:lnTo>
                  <a:lnTo>
                    <a:pt x="1553" y="205"/>
                  </a:lnTo>
                  <a:lnTo>
                    <a:pt x="482"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135"/>
            <p:cNvSpPr/>
            <p:nvPr/>
          </p:nvSpPr>
          <p:spPr>
            <a:xfrm>
              <a:off x="6343930" y="1895985"/>
              <a:ext cx="58697" cy="52522"/>
            </a:xfrm>
            <a:custGeom>
              <a:rect b="b" l="l" r="r" t="t"/>
              <a:pathLst>
                <a:path extrusionOk="0" h="1446" w="1616">
                  <a:moveTo>
                    <a:pt x="0" y="1"/>
                  </a:moveTo>
                  <a:lnTo>
                    <a:pt x="1615" y="1446"/>
                  </a:lnTo>
                  <a:lnTo>
                    <a:pt x="848" y="393"/>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135"/>
            <p:cNvSpPr/>
            <p:nvPr/>
          </p:nvSpPr>
          <p:spPr>
            <a:xfrm>
              <a:off x="6244119" y="1963724"/>
              <a:ext cx="116704" cy="137408"/>
            </a:xfrm>
            <a:custGeom>
              <a:rect b="b" l="l" r="r" t="t"/>
              <a:pathLst>
                <a:path extrusionOk="0" h="3783" w="3213">
                  <a:moveTo>
                    <a:pt x="1749" y="0"/>
                  </a:moveTo>
                  <a:lnTo>
                    <a:pt x="938" y="767"/>
                  </a:lnTo>
                  <a:lnTo>
                    <a:pt x="777" y="1963"/>
                  </a:lnTo>
                  <a:lnTo>
                    <a:pt x="1" y="2560"/>
                  </a:lnTo>
                  <a:lnTo>
                    <a:pt x="1" y="3667"/>
                  </a:lnTo>
                  <a:lnTo>
                    <a:pt x="938" y="3675"/>
                  </a:lnTo>
                  <a:lnTo>
                    <a:pt x="2053" y="3783"/>
                  </a:lnTo>
                  <a:lnTo>
                    <a:pt x="2186" y="2212"/>
                  </a:lnTo>
                  <a:lnTo>
                    <a:pt x="1687" y="3426"/>
                  </a:lnTo>
                  <a:lnTo>
                    <a:pt x="688" y="3488"/>
                  </a:lnTo>
                  <a:lnTo>
                    <a:pt x="304" y="2917"/>
                  </a:lnTo>
                  <a:lnTo>
                    <a:pt x="1223" y="1963"/>
                  </a:lnTo>
                  <a:lnTo>
                    <a:pt x="1419" y="1258"/>
                  </a:lnTo>
                  <a:lnTo>
                    <a:pt x="2427" y="740"/>
                  </a:lnTo>
                  <a:lnTo>
                    <a:pt x="3212" y="54"/>
                  </a:lnTo>
                  <a:lnTo>
                    <a:pt x="2133" y="544"/>
                  </a:lnTo>
                  <a:lnTo>
                    <a:pt x="1348" y="669"/>
                  </a:lnTo>
                  <a:lnTo>
                    <a:pt x="174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135"/>
            <p:cNvSpPr/>
            <p:nvPr/>
          </p:nvSpPr>
          <p:spPr>
            <a:xfrm>
              <a:off x="6343930" y="2023654"/>
              <a:ext cx="31128" cy="69049"/>
            </a:xfrm>
            <a:custGeom>
              <a:rect b="b" l="l" r="r" t="t"/>
              <a:pathLst>
                <a:path extrusionOk="0" h="1901" w="857">
                  <a:moveTo>
                    <a:pt x="0" y="0"/>
                  </a:moveTo>
                  <a:lnTo>
                    <a:pt x="170" y="1901"/>
                  </a:lnTo>
                  <a:lnTo>
                    <a:pt x="857" y="190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135"/>
            <p:cNvSpPr/>
            <p:nvPr/>
          </p:nvSpPr>
          <p:spPr>
            <a:xfrm>
              <a:off x="6433681" y="2028848"/>
              <a:ext cx="26624" cy="72282"/>
            </a:xfrm>
            <a:custGeom>
              <a:rect b="b" l="l" r="r" t="t"/>
              <a:pathLst>
                <a:path extrusionOk="0" h="1990" w="733">
                  <a:moveTo>
                    <a:pt x="465" y="0"/>
                  </a:moveTo>
                  <a:lnTo>
                    <a:pt x="268" y="901"/>
                  </a:lnTo>
                  <a:lnTo>
                    <a:pt x="331" y="1303"/>
                  </a:lnTo>
                  <a:lnTo>
                    <a:pt x="1" y="1758"/>
                  </a:lnTo>
                  <a:lnTo>
                    <a:pt x="625" y="1990"/>
                  </a:lnTo>
                  <a:lnTo>
                    <a:pt x="732" y="1472"/>
                  </a:lnTo>
                  <a:lnTo>
                    <a:pt x="500" y="839"/>
                  </a:lnTo>
                  <a:lnTo>
                    <a:pt x="46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7" name="Google Shape;8587;p135"/>
          <p:cNvGrpSpPr/>
          <p:nvPr/>
        </p:nvGrpSpPr>
        <p:grpSpPr>
          <a:xfrm>
            <a:off x="1694749" y="-132157"/>
            <a:ext cx="1151601" cy="1147072"/>
            <a:chOff x="6089572" y="1894059"/>
            <a:chExt cx="91097" cy="90734"/>
          </a:xfrm>
        </p:grpSpPr>
        <p:sp>
          <p:nvSpPr>
            <p:cNvPr id="8588" name="Google Shape;8588;p135"/>
            <p:cNvSpPr/>
            <p:nvPr/>
          </p:nvSpPr>
          <p:spPr>
            <a:xfrm>
              <a:off x="6089572" y="1894059"/>
              <a:ext cx="91097" cy="90734"/>
            </a:xfrm>
            <a:custGeom>
              <a:rect b="b" l="l" r="r" t="t"/>
              <a:pathLst>
                <a:path extrusionOk="0" h="2498" w="2508">
                  <a:moveTo>
                    <a:pt x="1258" y="0"/>
                  </a:moveTo>
                  <a:cubicBezTo>
                    <a:pt x="562" y="0"/>
                    <a:pt x="0" y="553"/>
                    <a:pt x="0" y="1249"/>
                  </a:cubicBezTo>
                  <a:cubicBezTo>
                    <a:pt x="0" y="1936"/>
                    <a:pt x="562" y="2498"/>
                    <a:pt x="1258" y="2498"/>
                  </a:cubicBezTo>
                  <a:cubicBezTo>
                    <a:pt x="1945" y="2498"/>
                    <a:pt x="2507" y="1936"/>
                    <a:pt x="2507" y="1249"/>
                  </a:cubicBezTo>
                  <a:cubicBezTo>
                    <a:pt x="2507" y="553"/>
                    <a:pt x="1945" y="0"/>
                    <a:pt x="12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135"/>
            <p:cNvSpPr/>
            <p:nvPr/>
          </p:nvSpPr>
          <p:spPr>
            <a:xfrm>
              <a:off x="6096037" y="1900525"/>
              <a:ext cx="78130" cy="77803"/>
            </a:xfrm>
            <a:custGeom>
              <a:rect b="b" l="l" r="r" t="t"/>
              <a:pathLst>
                <a:path extrusionOk="0" h="2142" w="2151">
                  <a:moveTo>
                    <a:pt x="1080" y="0"/>
                  </a:moveTo>
                  <a:cubicBezTo>
                    <a:pt x="483" y="0"/>
                    <a:pt x="1" y="482"/>
                    <a:pt x="1" y="1071"/>
                  </a:cubicBezTo>
                  <a:cubicBezTo>
                    <a:pt x="1" y="1660"/>
                    <a:pt x="483" y="2141"/>
                    <a:pt x="1080" y="2141"/>
                  </a:cubicBezTo>
                  <a:cubicBezTo>
                    <a:pt x="1669" y="2141"/>
                    <a:pt x="2151" y="1660"/>
                    <a:pt x="2151" y="1071"/>
                  </a:cubicBezTo>
                  <a:cubicBezTo>
                    <a:pt x="2151" y="482"/>
                    <a:pt x="1669" y="0"/>
                    <a:pt x="1080" y="0"/>
                  </a:cubicBezTo>
                  <a:close/>
                </a:path>
              </a:pathLst>
            </a:custGeom>
            <a:solidFill>
              <a:srgbClr val="EA9B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CUSTOM_9_3">
    <p:spTree>
      <p:nvGrpSpPr>
        <p:cNvPr id="8590" name="Shape 8590"/>
        <p:cNvGrpSpPr/>
        <p:nvPr/>
      </p:nvGrpSpPr>
      <p:grpSpPr>
        <a:xfrm>
          <a:off x="0" y="0"/>
          <a:ext cx="0" cy="0"/>
          <a:chOff x="0" y="0"/>
          <a:chExt cx="0" cy="0"/>
        </a:xfrm>
      </p:grpSpPr>
      <p:sp>
        <p:nvSpPr>
          <p:cNvPr id="8591" name="Google Shape;8591;p136"/>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136"/>
          <p:cNvSpPr/>
          <p:nvPr/>
        </p:nvSpPr>
        <p:spPr>
          <a:xfrm flipH="1" rot="-27">
            <a:off x="6928297" y="4535828"/>
            <a:ext cx="5553997" cy="166108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136"/>
          <p:cNvSpPr/>
          <p:nvPr/>
        </p:nvSpPr>
        <p:spPr>
          <a:xfrm>
            <a:off x="-281248" y="4723350"/>
            <a:ext cx="1872395" cy="736075"/>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94" name="Google Shape;8594;p136"/>
          <p:cNvGrpSpPr/>
          <p:nvPr/>
        </p:nvGrpSpPr>
        <p:grpSpPr>
          <a:xfrm>
            <a:off x="-107222" y="3866483"/>
            <a:ext cx="1587377" cy="1306567"/>
            <a:chOff x="1352322" y="1338997"/>
            <a:chExt cx="415457" cy="676942"/>
          </a:xfrm>
        </p:grpSpPr>
        <p:sp>
          <p:nvSpPr>
            <p:cNvPr id="8595" name="Google Shape;8595;p136"/>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136"/>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136"/>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136"/>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136"/>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136"/>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136"/>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136"/>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136"/>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136"/>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136"/>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136"/>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136"/>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8" name="Google Shape;8608;p136"/>
          <p:cNvGrpSpPr/>
          <p:nvPr/>
        </p:nvGrpSpPr>
        <p:grpSpPr>
          <a:xfrm flipH="1">
            <a:off x="6989366" y="3989002"/>
            <a:ext cx="2154611" cy="785401"/>
            <a:chOff x="3363545" y="1399908"/>
            <a:chExt cx="240164" cy="87537"/>
          </a:xfrm>
        </p:grpSpPr>
        <p:sp>
          <p:nvSpPr>
            <p:cNvPr id="8609" name="Google Shape;8609;p136"/>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136"/>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136"/>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136"/>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136"/>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14" name="Google Shape;8614;p136"/>
          <p:cNvSpPr/>
          <p:nvPr/>
        </p:nvSpPr>
        <p:spPr>
          <a:xfrm flipH="1">
            <a:off x="-281246" y="195779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136"/>
          <p:cNvSpPr/>
          <p:nvPr/>
        </p:nvSpPr>
        <p:spPr>
          <a:xfrm flipH="1">
            <a:off x="7784522" y="8946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136"/>
          <p:cNvSpPr/>
          <p:nvPr/>
        </p:nvSpPr>
        <p:spPr>
          <a:xfrm flipH="1">
            <a:off x="8430904" y="1991707"/>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136"/>
          <p:cNvSpPr/>
          <p:nvPr/>
        </p:nvSpPr>
        <p:spPr>
          <a:xfrm flipH="1">
            <a:off x="-145626" y="239627"/>
            <a:ext cx="1255728" cy="238749"/>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621" name="Shape 8621"/>
        <p:cNvGrpSpPr/>
        <p:nvPr/>
      </p:nvGrpSpPr>
      <p:grpSpPr>
        <a:xfrm>
          <a:off x="0" y="0"/>
          <a:ext cx="0" cy="0"/>
          <a:chOff x="0" y="0"/>
          <a:chExt cx="0" cy="0"/>
        </a:xfrm>
      </p:grpSpPr>
      <p:grpSp>
        <p:nvGrpSpPr>
          <p:cNvPr id="8622" name="Google Shape;8622;p138"/>
          <p:cNvGrpSpPr/>
          <p:nvPr/>
        </p:nvGrpSpPr>
        <p:grpSpPr>
          <a:xfrm>
            <a:off x="3949534" y="3203615"/>
            <a:ext cx="1363077" cy="1365145"/>
            <a:chOff x="3892384" y="3203615"/>
            <a:chExt cx="1363077" cy="1365145"/>
          </a:xfrm>
        </p:grpSpPr>
        <p:sp>
          <p:nvSpPr>
            <p:cNvPr id="8623" name="Google Shape;8623;p138"/>
            <p:cNvSpPr/>
            <p:nvPr/>
          </p:nvSpPr>
          <p:spPr>
            <a:xfrm>
              <a:off x="3892384" y="3203615"/>
              <a:ext cx="1363077" cy="1365145"/>
            </a:xfrm>
            <a:custGeom>
              <a:rect b="b" l="l" r="r" t="t"/>
              <a:pathLst>
                <a:path extrusionOk="0" h="5942" w="5933">
                  <a:moveTo>
                    <a:pt x="2971" y="0"/>
                  </a:moveTo>
                  <a:cubicBezTo>
                    <a:pt x="1330" y="0"/>
                    <a:pt x="0" y="1330"/>
                    <a:pt x="0" y="2971"/>
                  </a:cubicBezTo>
                  <a:cubicBezTo>
                    <a:pt x="0" y="4612"/>
                    <a:pt x="1330" y="5942"/>
                    <a:pt x="2971" y="5942"/>
                  </a:cubicBezTo>
                  <a:cubicBezTo>
                    <a:pt x="4604" y="5942"/>
                    <a:pt x="5933" y="4612"/>
                    <a:pt x="5933" y="2971"/>
                  </a:cubicBezTo>
                  <a:cubicBezTo>
                    <a:pt x="5933" y="1330"/>
                    <a:pt x="4604" y="0"/>
                    <a:pt x="29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138"/>
            <p:cNvSpPr/>
            <p:nvPr/>
          </p:nvSpPr>
          <p:spPr>
            <a:xfrm>
              <a:off x="3988647" y="3301946"/>
              <a:ext cx="1170551" cy="1168483"/>
            </a:xfrm>
            <a:custGeom>
              <a:rect b="b" l="l" r="r" t="t"/>
              <a:pathLst>
                <a:path extrusionOk="0" h="5086" w="5095">
                  <a:moveTo>
                    <a:pt x="2552" y="1"/>
                  </a:moveTo>
                  <a:cubicBezTo>
                    <a:pt x="1142" y="1"/>
                    <a:pt x="1" y="1142"/>
                    <a:pt x="1" y="2543"/>
                  </a:cubicBezTo>
                  <a:cubicBezTo>
                    <a:pt x="1" y="3953"/>
                    <a:pt x="1142" y="5085"/>
                    <a:pt x="2552" y="5085"/>
                  </a:cubicBezTo>
                  <a:cubicBezTo>
                    <a:pt x="3953" y="5085"/>
                    <a:pt x="5095" y="3953"/>
                    <a:pt x="5095" y="2543"/>
                  </a:cubicBezTo>
                  <a:cubicBezTo>
                    <a:pt x="5095" y="1142"/>
                    <a:pt x="3953" y="1"/>
                    <a:pt x="25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25" name="Google Shape;8625;p138"/>
          <p:cNvSpPr/>
          <p:nvPr/>
        </p:nvSpPr>
        <p:spPr>
          <a:xfrm>
            <a:off x="1900" y="3911424"/>
            <a:ext cx="9144017" cy="841679"/>
          </a:xfrm>
          <a:custGeom>
            <a:rect b="b" l="l" r="r" t="t"/>
            <a:pathLst>
              <a:path extrusionOk="0" h="9234" w="30422">
                <a:moveTo>
                  <a:pt x="1" y="0"/>
                </a:moveTo>
                <a:lnTo>
                  <a:pt x="1" y="9233"/>
                </a:lnTo>
                <a:lnTo>
                  <a:pt x="30422" y="9233"/>
                </a:lnTo>
                <a:lnTo>
                  <a:pt x="3042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138"/>
          <p:cNvSpPr/>
          <p:nvPr/>
        </p:nvSpPr>
        <p:spPr>
          <a:xfrm>
            <a:off x="-1276349" y="3911425"/>
            <a:ext cx="10422249" cy="841679"/>
          </a:xfrm>
          <a:custGeom>
            <a:rect b="b" l="l" r="r" t="t"/>
            <a:pathLst>
              <a:path extrusionOk="0" h="9234" w="27897">
                <a:moveTo>
                  <a:pt x="14337" y="0"/>
                </a:moveTo>
                <a:cubicBezTo>
                  <a:pt x="14337" y="0"/>
                  <a:pt x="12053" y="402"/>
                  <a:pt x="13222" y="633"/>
                </a:cubicBezTo>
                <a:cubicBezTo>
                  <a:pt x="14391" y="857"/>
                  <a:pt x="13704" y="1276"/>
                  <a:pt x="11001" y="1419"/>
                </a:cubicBezTo>
                <a:cubicBezTo>
                  <a:pt x="8289" y="1561"/>
                  <a:pt x="8164" y="2204"/>
                  <a:pt x="9529" y="2346"/>
                </a:cubicBezTo>
                <a:cubicBezTo>
                  <a:pt x="10885" y="2489"/>
                  <a:pt x="4131" y="3470"/>
                  <a:pt x="5808" y="4006"/>
                </a:cubicBezTo>
                <a:cubicBezTo>
                  <a:pt x="7495" y="4550"/>
                  <a:pt x="4961" y="5040"/>
                  <a:pt x="3257" y="5272"/>
                </a:cubicBezTo>
                <a:cubicBezTo>
                  <a:pt x="1553" y="5504"/>
                  <a:pt x="1375" y="6040"/>
                  <a:pt x="2365" y="6227"/>
                </a:cubicBezTo>
                <a:cubicBezTo>
                  <a:pt x="3355" y="6414"/>
                  <a:pt x="1" y="7271"/>
                  <a:pt x="1" y="7271"/>
                </a:cubicBezTo>
                <a:lnTo>
                  <a:pt x="1" y="9233"/>
                </a:lnTo>
                <a:lnTo>
                  <a:pt x="27897" y="9233"/>
                </a:lnTo>
                <a:lnTo>
                  <a:pt x="27897" y="7137"/>
                </a:lnTo>
                <a:cubicBezTo>
                  <a:pt x="27897" y="7137"/>
                  <a:pt x="23472" y="6361"/>
                  <a:pt x="24445" y="5504"/>
                </a:cubicBezTo>
                <a:cubicBezTo>
                  <a:pt x="25417" y="4648"/>
                  <a:pt x="20171" y="4434"/>
                  <a:pt x="21340" y="3925"/>
                </a:cubicBezTo>
                <a:cubicBezTo>
                  <a:pt x="22500" y="3417"/>
                  <a:pt x="21893" y="2917"/>
                  <a:pt x="20912" y="2721"/>
                </a:cubicBezTo>
                <a:cubicBezTo>
                  <a:pt x="19939" y="2534"/>
                  <a:pt x="18780" y="2034"/>
                  <a:pt x="19422" y="1481"/>
                </a:cubicBezTo>
                <a:cubicBezTo>
                  <a:pt x="20055" y="928"/>
                  <a:pt x="19288" y="732"/>
                  <a:pt x="18512" y="491"/>
                </a:cubicBezTo>
                <a:cubicBezTo>
                  <a:pt x="17727" y="259"/>
                  <a:pt x="18637" y="0"/>
                  <a:pt x="18637"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138"/>
          <p:cNvSpPr/>
          <p:nvPr/>
        </p:nvSpPr>
        <p:spPr>
          <a:xfrm>
            <a:off x="-16347" y="3911494"/>
            <a:ext cx="6351715" cy="796742"/>
          </a:xfrm>
          <a:custGeom>
            <a:rect b="b" l="l" r="r" t="t"/>
            <a:pathLst>
              <a:path extrusionOk="0" h="8741" w="19984">
                <a:moveTo>
                  <a:pt x="15406" y="1"/>
                </a:moveTo>
                <a:cubicBezTo>
                  <a:pt x="14566" y="1"/>
                  <a:pt x="13350" y="213"/>
                  <a:pt x="13953" y="506"/>
                </a:cubicBezTo>
                <a:cubicBezTo>
                  <a:pt x="14604" y="818"/>
                  <a:pt x="15033" y="1452"/>
                  <a:pt x="12722" y="1711"/>
                </a:cubicBezTo>
                <a:cubicBezTo>
                  <a:pt x="10420" y="1960"/>
                  <a:pt x="10304" y="2683"/>
                  <a:pt x="12347" y="3111"/>
                </a:cubicBezTo>
                <a:cubicBezTo>
                  <a:pt x="13739" y="3406"/>
                  <a:pt x="11669" y="4512"/>
                  <a:pt x="9635" y="4512"/>
                </a:cubicBezTo>
                <a:cubicBezTo>
                  <a:pt x="7601" y="4512"/>
                  <a:pt x="7245" y="4994"/>
                  <a:pt x="8413" y="5315"/>
                </a:cubicBezTo>
                <a:cubicBezTo>
                  <a:pt x="9350" y="5573"/>
                  <a:pt x="8922" y="6100"/>
                  <a:pt x="4827" y="6358"/>
                </a:cubicBezTo>
                <a:cubicBezTo>
                  <a:pt x="723" y="6617"/>
                  <a:pt x="3069" y="7670"/>
                  <a:pt x="4060" y="7866"/>
                </a:cubicBezTo>
                <a:cubicBezTo>
                  <a:pt x="4390" y="7929"/>
                  <a:pt x="4747" y="8125"/>
                  <a:pt x="3319" y="8339"/>
                </a:cubicBezTo>
                <a:cubicBezTo>
                  <a:pt x="1892" y="8544"/>
                  <a:pt x="1" y="8740"/>
                  <a:pt x="1" y="8740"/>
                </a:cubicBezTo>
                <a:lnTo>
                  <a:pt x="19984" y="8740"/>
                </a:lnTo>
                <a:cubicBezTo>
                  <a:pt x="19984" y="8740"/>
                  <a:pt x="17985" y="8464"/>
                  <a:pt x="18895" y="8000"/>
                </a:cubicBezTo>
                <a:cubicBezTo>
                  <a:pt x="19805" y="7527"/>
                  <a:pt x="19181" y="7393"/>
                  <a:pt x="17174" y="7143"/>
                </a:cubicBezTo>
                <a:cubicBezTo>
                  <a:pt x="15158" y="6903"/>
                  <a:pt x="15728" y="6358"/>
                  <a:pt x="17638" y="5877"/>
                </a:cubicBezTo>
                <a:cubicBezTo>
                  <a:pt x="19556" y="5395"/>
                  <a:pt x="18173" y="4735"/>
                  <a:pt x="16888" y="4512"/>
                </a:cubicBezTo>
                <a:cubicBezTo>
                  <a:pt x="15604" y="4289"/>
                  <a:pt x="15363" y="4084"/>
                  <a:pt x="16826" y="3513"/>
                </a:cubicBezTo>
                <a:cubicBezTo>
                  <a:pt x="18298" y="2951"/>
                  <a:pt x="17495" y="2344"/>
                  <a:pt x="16576" y="2121"/>
                </a:cubicBezTo>
                <a:cubicBezTo>
                  <a:pt x="15648" y="1898"/>
                  <a:pt x="15273" y="1532"/>
                  <a:pt x="16166" y="1211"/>
                </a:cubicBezTo>
                <a:cubicBezTo>
                  <a:pt x="17067" y="890"/>
                  <a:pt x="15639" y="604"/>
                  <a:pt x="15282" y="435"/>
                </a:cubicBezTo>
                <a:cubicBezTo>
                  <a:pt x="14926" y="274"/>
                  <a:pt x="16451" y="51"/>
                  <a:pt x="15630" y="7"/>
                </a:cubicBezTo>
                <a:cubicBezTo>
                  <a:pt x="15560" y="3"/>
                  <a:pt x="15485" y="1"/>
                  <a:pt x="15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138"/>
          <p:cNvSpPr/>
          <p:nvPr/>
        </p:nvSpPr>
        <p:spPr>
          <a:xfrm>
            <a:off x="6173255" y="493981"/>
            <a:ext cx="3505100" cy="3224379"/>
          </a:xfrm>
          <a:custGeom>
            <a:rect b="b" l="l" r="r" t="t"/>
            <a:pathLst>
              <a:path extrusionOk="0" h="10570" w="11491">
                <a:moveTo>
                  <a:pt x="9689" y="1"/>
                </a:moveTo>
                <a:cubicBezTo>
                  <a:pt x="9689" y="1"/>
                  <a:pt x="8226" y="242"/>
                  <a:pt x="8226" y="2374"/>
                </a:cubicBezTo>
                <a:cubicBezTo>
                  <a:pt x="8226" y="2374"/>
                  <a:pt x="7574" y="2499"/>
                  <a:pt x="7646" y="3230"/>
                </a:cubicBezTo>
                <a:cubicBezTo>
                  <a:pt x="7646" y="3230"/>
                  <a:pt x="7604" y="3225"/>
                  <a:pt x="7535" y="3225"/>
                </a:cubicBezTo>
                <a:cubicBezTo>
                  <a:pt x="7197" y="3225"/>
                  <a:pt x="6208" y="3348"/>
                  <a:pt x="6290" y="4800"/>
                </a:cubicBezTo>
                <a:cubicBezTo>
                  <a:pt x="6290" y="4800"/>
                  <a:pt x="6279" y="4800"/>
                  <a:pt x="6260" y="4800"/>
                </a:cubicBezTo>
                <a:cubicBezTo>
                  <a:pt x="6122" y="4800"/>
                  <a:pt x="5549" y="4841"/>
                  <a:pt x="5612" y="5532"/>
                </a:cubicBezTo>
                <a:cubicBezTo>
                  <a:pt x="5612" y="5532"/>
                  <a:pt x="5570" y="5526"/>
                  <a:pt x="5501" y="5526"/>
                </a:cubicBezTo>
                <a:cubicBezTo>
                  <a:pt x="5231" y="5526"/>
                  <a:pt x="4544" y="5617"/>
                  <a:pt x="4416" y="6522"/>
                </a:cubicBezTo>
                <a:cubicBezTo>
                  <a:pt x="4416" y="6522"/>
                  <a:pt x="4399" y="6521"/>
                  <a:pt x="4369" y="6521"/>
                </a:cubicBezTo>
                <a:cubicBezTo>
                  <a:pt x="4196" y="6521"/>
                  <a:pt x="3602" y="6573"/>
                  <a:pt x="3533" y="7280"/>
                </a:cubicBezTo>
                <a:cubicBezTo>
                  <a:pt x="3533" y="7280"/>
                  <a:pt x="3516" y="7279"/>
                  <a:pt x="3486" y="7279"/>
                </a:cubicBezTo>
                <a:cubicBezTo>
                  <a:pt x="3240" y="7279"/>
                  <a:pt x="2115" y="7350"/>
                  <a:pt x="1900" y="8627"/>
                </a:cubicBezTo>
                <a:cubicBezTo>
                  <a:pt x="1900" y="8627"/>
                  <a:pt x="1805" y="8601"/>
                  <a:pt x="1671" y="8601"/>
                </a:cubicBezTo>
                <a:cubicBezTo>
                  <a:pt x="1435" y="8601"/>
                  <a:pt x="1082" y="8684"/>
                  <a:pt x="928" y="9145"/>
                </a:cubicBezTo>
                <a:cubicBezTo>
                  <a:pt x="928" y="9145"/>
                  <a:pt x="891" y="9139"/>
                  <a:pt x="832" y="9139"/>
                </a:cubicBezTo>
                <a:cubicBezTo>
                  <a:pt x="599" y="9139"/>
                  <a:pt x="23" y="9224"/>
                  <a:pt x="9" y="10064"/>
                </a:cubicBezTo>
                <a:cubicBezTo>
                  <a:pt x="1" y="10429"/>
                  <a:pt x="309" y="10569"/>
                  <a:pt x="787" y="10569"/>
                </a:cubicBezTo>
                <a:cubicBezTo>
                  <a:pt x="2365" y="10569"/>
                  <a:pt x="5799" y="9045"/>
                  <a:pt x="5888" y="9038"/>
                </a:cubicBezTo>
                <a:cubicBezTo>
                  <a:pt x="6004" y="9029"/>
                  <a:pt x="8993" y="7530"/>
                  <a:pt x="8993" y="7530"/>
                </a:cubicBezTo>
                <a:lnTo>
                  <a:pt x="11491" y="5621"/>
                </a:lnTo>
                <a:lnTo>
                  <a:pt x="1149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29" name="Google Shape;8629;p138"/>
          <p:cNvGrpSpPr/>
          <p:nvPr/>
        </p:nvGrpSpPr>
        <p:grpSpPr>
          <a:xfrm>
            <a:off x="5981797" y="1158353"/>
            <a:ext cx="3174913" cy="2923743"/>
            <a:chOff x="6215098" y="1384881"/>
            <a:chExt cx="2928887" cy="2697429"/>
          </a:xfrm>
        </p:grpSpPr>
        <p:sp>
          <p:nvSpPr>
            <p:cNvPr id="8630" name="Google Shape;8630;p138"/>
            <p:cNvSpPr/>
            <p:nvPr/>
          </p:nvSpPr>
          <p:spPr>
            <a:xfrm>
              <a:off x="7190527" y="2719231"/>
              <a:ext cx="1039321" cy="619176"/>
            </a:xfrm>
            <a:custGeom>
              <a:rect b="b" l="l" r="r" t="t"/>
              <a:pathLst>
                <a:path extrusionOk="0" h="2695" w="4524">
                  <a:moveTo>
                    <a:pt x="3543" y="0"/>
                  </a:moveTo>
                  <a:cubicBezTo>
                    <a:pt x="2570" y="0"/>
                    <a:pt x="2508" y="848"/>
                    <a:pt x="2508" y="848"/>
                  </a:cubicBezTo>
                  <a:cubicBezTo>
                    <a:pt x="2482" y="845"/>
                    <a:pt x="2458" y="843"/>
                    <a:pt x="2435" y="843"/>
                  </a:cubicBezTo>
                  <a:cubicBezTo>
                    <a:pt x="2061" y="843"/>
                    <a:pt x="2053" y="1232"/>
                    <a:pt x="2053" y="1232"/>
                  </a:cubicBezTo>
                  <a:cubicBezTo>
                    <a:pt x="1979" y="1219"/>
                    <a:pt x="1910" y="1213"/>
                    <a:pt x="1845" y="1213"/>
                  </a:cubicBezTo>
                  <a:cubicBezTo>
                    <a:pt x="1122" y="1213"/>
                    <a:pt x="964" y="1927"/>
                    <a:pt x="964" y="1927"/>
                  </a:cubicBezTo>
                  <a:cubicBezTo>
                    <a:pt x="959" y="1927"/>
                    <a:pt x="954" y="1927"/>
                    <a:pt x="948" y="1927"/>
                  </a:cubicBezTo>
                  <a:cubicBezTo>
                    <a:pt x="27" y="1927"/>
                    <a:pt x="1" y="2695"/>
                    <a:pt x="1" y="2695"/>
                  </a:cubicBezTo>
                  <a:lnTo>
                    <a:pt x="946" y="2695"/>
                  </a:lnTo>
                  <a:cubicBezTo>
                    <a:pt x="946" y="2695"/>
                    <a:pt x="1901" y="2588"/>
                    <a:pt x="2151" y="2507"/>
                  </a:cubicBezTo>
                  <a:cubicBezTo>
                    <a:pt x="2392" y="2427"/>
                    <a:pt x="3739" y="1615"/>
                    <a:pt x="3739" y="1615"/>
                  </a:cubicBezTo>
                  <a:cubicBezTo>
                    <a:pt x="3739" y="1615"/>
                    <a:pt x="4524" y="0"/>
                    <a:pt x="35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138"/>
            <p:cNvSpPr/>
            <p:nvPr/>
          </p:nvSpPr>
          <p:spPr>
            <a:xfrm>
              <a:off x="8094511" y="1384881"/>
              <a:ext cx="1049429" cy="1855231"/>
            </a:xfrm>
            <a:custGeom>
              <a:rect b="b" l="l" r="r" t="t"/>
              <a:pathLst>
                <a:path extrusionOk="0" h="8075" w="4568">
                  <a:moveTo>
                    <a:pt x="4568" y="1"/>
                  </a:moveTo>
                  <a:cubicBezTo>
                    <a:pt x="4568" y="1"/>
                    <a:pt x="3042" y="224"/>
                    <a:pt x="2989" y="1803"/>
                  </a:cubicBezTo>
                  <a:cubicBezTo>
                    <a:pt x="2989" y="1803"/>
                    <a:pt x="2976" y="1802"/>
                    <a:pt x="2953" y="1802"/>
                  </a:cubicBezTo>
                  <a:cubicBezTo>
                    <a:pt x="2832" y="1802"/>
                    <a:pt x="2437" y="1840"/>
                    <a:pt x="2444" y="2338"/>
                  </a:cubicBezTo>
                  <a:cubicBezTo>
                    <a:pt x="2444" y="2338"/>
                    <a:pt x="2423" y="2336"/>
                    <a:pt x="2386" y="2336"/>
                  </a:cubicBezTo>
                  <a:cubicBezTo>
                    <a:pt x="2173" y="2336"/>
                    <a:pt x="1440" y="2414"/>
                    <a:pt x="1410" y="3480"/>
                  </a:cubicBezTo>
                  <a:cubicBezTo>
                    <a:pt x="1410" y="3480"/>
                    <a:pt x="553" y="3516"/>
                    <a:pt x="580" y="4604"/>
                  </a:cubicBezTo>
                  <a:cubicBezTo>
                    <a:pt x="606" y="5396"/>
                    <a:pt x="364" y="5501"/>
                    <a:pt x="232" y="5501"/>
                  </a:cubicBezTo>
                  <a:cubicBezTo>
                    <a:pt x="185" y="5501"/>
                    <a:pt x="152" y="5487"/>
                    <a:pt x="152" y="5487"/>
                  </a:cubicBezTo>
                  <a:lnTo>
                    <a:pt x="0" y="8074"/>
                  </a:lnTo>
                  <a:lnTo>
                    <a:pt x="4568" y="6433"/>
                  </a:lnTo>
                  <a:lnTo>
                    <a:pt x="456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138"/>
            <p:cNvSpPr/>
            <p:nvPr/>
          </p:nvSpPr>
          <p:spPr>
            <a:xfrm>
              <a:off x="6405773" y="1817488"/>
              <a:ext cx="2738211" cy="2144027"/>
            </a:xfrm>
            <a:custGeom>
              <a:rect b="b" l="l" r="r" t="t"/>
              <a:pathLst>
                <a:path extrusionOk="0" h="9332" w="11919">
                  <a:moveTo>
                    <a:pt x="11919" y="0"/>
                  </a:moveTo>
                  <a:lnTo>
                    <a:pt x="7217" y="3488"/>
                  </a:lnTo>
                  <a:lnTo>
                    <a:pt x="6004" y="5380"/>
                  </a:lnTo>
                  <a:lnTo>
                    <a:pt x="3997" y="6236"/>
                  </a:lnTo>
                  <a:lnTo>
                    <a:pt x="2837" y="7021"/>
                  </a:lnTo>
                  <a:lnTo>
                    <a:pt x="0" y="8092"/>
                  </a:lnTo>
                  <a:lnTo>
                    <a:pt x="1311" y="8868"/>
                  </a:lnTo>
                  <a:lnTo>
                    <a:pt x="5513" y="8698"/>
                  </a:lnTo>
                  <a:lnTo>
                    <a:pt x="8199" y="9010"/>
                  </a:lnTo>
                  <a:lnTo>
                    <a:pt x="11919" y="9332"/>
                  </a:lnTo>
                  <a:lnTo>
                    <a:pt x="119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138"/>
            <p:cNvSpPr/>
            <p:nvPr/>
          </p:nvSpPr>
          <p:spPr>
            <a:xfrm>
              <a:off x="7057284" y="3250168"/>
              <a:ext cx="1133742" cy="303500"/>
            </a:xfrm>
            <a:custGeom>
              <a:rect b="b" l="l" r="r" t="t"/>
              <a:pathLst>
                <a:path extrusionOk="0" h="1321" w="4935">
                  <a:moveTo>
                    <a:pt x="1161" y="0"/>
                  </a:moveTo>
                  <a:lnTo>
                    <a:pt x="1" y="785"/>
                  </a:lnTo>
                  <a:lnTo>
                    <a:pt x="4934" y="1320"/>
                  </a:lnTo>
                  <a:lnTo>
                    <a:pt x="116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138"/>
            <p:cNvSpPr/>
            <p:nvPr/>
          </p:nvSpPr>
          <p:spPr>
            <a:xfrm>
              <a:off x="7784836" y="2618833"/>
              <a:ext cx="1205420" cy="600796"/>
            </a:xfrm>
            <a:custGeom>
              <a:rect b="b" l="l" r="r" t="t"/>
              <a:pathLst>
                <a:path extrusionOk="0" h="2615" w="5247">
                  <a:moveTo>
                    <a:pt x="1214" y="0"/>
                  </a:moveTo>
                  <a:lnTo>
                    <a:pt x="1" y="1892"/>
                  </a:lnTo>
                  <a:lnTo>
                    <a:pt x="2526" y="2614"/>
                  </a:lnTo>
                  <a:lnTo>
                    <a:pt x="5247" y="875"/>
                  </a:lnTo>
                  <a:lnTo>
                    <a:pt x="121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138"/>
            <p:cNvSpPr/>
            <p:nvPr/>
          </p:nvSpPr>
          <p:spPr>
            <a:xfrm>
              <a:off x="6215098" y="3676342"/>
              <a:ext cx="492092" cy="405968"/>
            </a:xfrm>
            <a:custGeom>
              <a:rect b="b" l="l" r="r" t="t"/>
              <a:pathLst>
                <a:path extrusionOk="0" h="1767" w="2142">
                  <a:moveTo>
                    <a:pt x="830" y="1"/>
                  </a:moveTo>
                  <a:lnTo>
                    <a:pt x="0" y="1026"/>
                  </a:lnTo>
                  <a:lnTo>
                    <a:pt x="1918" y="1767"/>
                  </a:lnTo>
                  <a:lnTo>
                    <a:pt x="2141" y="777"/>
                  </a:lnTo>
                  <a:lnTo>
                    <a:pt x="83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138"/>
            <p:cNvSpPr/>
            <p:nvPr/>
          </p:nvSpPr>
          <p:spPr>
            <a:xfrm>
              <a:off x="6655718" y="3815796"/>
              <a:ext cx="1016807" cy="266510"/>
            </a:xfrm>
            <a:custGeom>
              <a:rect b="b" l="l" r="r" t="t"/>
              <a:pathLst>
                <a:path extrusionOk="0" h="1160" w="4426">
                  <a:moveTo>
                    <a:pt x="4425" y="0"/>
                  </a:moveTo>
                  <a:lnTo>
                    <a:pt x="223" y="170"/>
                  </a:lnTo>
                  <a:lnTo>
                    <a:pt x="0" y="1160"/>
                  </a:lnTo>
                  <a:lnTo>
                    <a:pt x="3105" y="1026"/>
                  </a:lnTo>
                  <a:lnTo>
                    <a:pt x="442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138"/>
            <p:cNvSpPr/>
            <p:nvPr/>
          </p:nvSpPr>
          <p:spPr>
            <a:xfrm>
              <a:off x="8614847" y="2395293"/>
              <a:ext cx="80178" cy="207235"/>
            </a:xfrm>
            <a:custGeom>
              <a:rect b="b" l="l" r="r" t="t"/>
              <a:pathLst>
                <a:path extrusionOk="0" h="902" w="349">
                  <a:moveTo>
                    <a:pt x="170" y="1"/>
                  </a:moveTo>
                  <a:lnTo>
                    <a:pt x="90" y="447"/>
                  </a:lnTo>
                  <a:lnTo>
                    <a:pt x="1" y="902"/>
                  </a:lnTo>
                  <a:lnTo>
                    <a:pt x="349" y="902"/>
                  </a:lnTo>
                  <a:lnTo>
                    <a:pt x="260" y="447"/>
                  </a:lnTo>
                  <a:lnTo>
                    <a:pt x="17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138"/>
            <p:cNvSpPr/>
            <p:nvPr/>
          </p:nvSpPr>
          <p:spPr>
            <a:xfrm>
              <a:off x="7543161" y="3042940"/>
              <a:ext cx="80178" cy="207235"/>
            </a:xfrm>
            <a:custGeom>
              <a:rect b="b" l="l" r="r" t="t"/>
              <a:pathLst>
                <a:path extrusionOk="0" h="902" w="349">
                  <a:moveTo>
                    <a:pt x="179" y="1"/>
                  </a:moveTo>
                  <a:lnTo>
                    <a:pt x="89" y="447"/>
                  </a:lnTo>
                  <a:lnTo>
                    <a:pt x="0" y="902"/>
                  </a:lnTo>
                  <a:lnTo>
                    <a:pt x="348" y="902"/>
                  </a:lnTo>
                  <a:lnTo>
                    <a:pt x="268" y="447"/>
                  </a:lnTo>
                  <a:lnTo>
                    <a:pt x="17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138"/>
            <p:cNvSpPr/>
            <p:nvPr/>
          </p:nvSpPr>
          <p:spPr>
            <a:xfrm>
              <a:off x="6876947" y="3420178"/>
              <a:ext cx="80178" cy="207235"/>
            </a:xfrm>
            <a:custGeom>
              <a:rect b="b" l="l" r="r" t="t"/>
              <a:pathLst>
                <a:path extrusionOk="0" h="902" w="349">
                  <a:moveTo>
                    <a:pt x="179" y="0"/>
                  </a:moveTo>
                  <a:lnTo>
                    <a:pt x="90" y="446"/>
                  </a:lnTo>
                  <a:lnTo>
                    <a:pt x="1" y="901"/>
                  </a:lnTo>
                  <a:lnTo>
                    <a:pt x="349" y="901"/>
                  </a:lnTo>
                  <a:lnTo>
                    <a:pt x="269" y="446"/>
                  </a:lnTo>
                  <a:lnTo>
                    <a:pt x="17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138"/>
            <p:cNvSpPr/>
            <p:nvPr/>
          </p:nvSpPr>
          <p:spPr>
            <a:xfrm>
              <a:off x="8985859" y="2497758"/>
              <a:ext cx="82245" cy="207464"/>
            </a:xfrm>
            <a:custGeom>
              <a:rect b="b" l="l" r="r" t="t"/>
              <a:pathLst>
                <a:path extrusionOk="0" h="903" w="358">
                  <a:moveTo>
                    <a:pt x="179" y="1"/>
                  </a:moveTo>
                  <a:lnTo>
                    <a:pt x="90" y="456"/>
                  </a:lnTo>
                  <a:lnTo>
                    <a:pt x="1" y="902"/>
                  </a:lnTo>
                  <a:lnTo>
                    <a:pt x="358" y="902"/>
                  </a:lnTo>
                  <a:lnTo>
                    <a:pt x="268" y="456"/>
                  </a:lnTo>
                  <a:lnTo>
                    <a:pt x="17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138"/>
            <p:cNvSpPr/>
            <p:nvPr/>
          </p:nvSpPr>
          <p:spPr>
            <a:xfrm>
              <a:off x="8985859" y="1964983"/>
              <a:ext cx="82245" cy="207235"/>
            </a:xfrm>
            <a:custGeom>
              <a:rect b="b" l="l" r="r" t="t"/>
              <a:pathLst>
                <a:path extrusionOk="0" h="902" w="358">
                  <a:moveTo>
                    <a:pt x="179" y="1"/>
                  </a:moveTo>
                  <a:lnTo>
                    <a:pt x="90" y="456"/>
                  </a:lnTo>
                  <a:lnTo>
                    <a:pt x="1" y="902"/>
                  </a:lnTo>
                  <a:lnTo>
                    <a:pt x="358" y="902"/>
                  </a:lnTo>
                  <a:lnTo>
                    <a:pt x="268" y="456"/>
                  </a:lnTo>
                  <a:lnTo>
                    <a:pt x="17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138"/>
            <p:cNvSpPr/>
            <p:nvPr/>
          </p:nvSpPr>
          <p:spPr>
            <a:xfrm>
              <a:off x="8729712" y="2460999"/>
              <a:ext cx="61799" cy="158068"/>
            </a:xfrm>
            <a:custGeom>
              <a:rect b="b" l="l" r="r" t="t"/>
              <a:pathLst>
                <a:path extrusionOk="0" h="688" w="269">
                  <a:moveTo>
                    <a:pt x="134" y="0"/>
                  </a:moveTo>
                  <a:lnTo>
                    <a:pt x="72" y="348"/>
                  </a:lnTo>
                  <a:lnTo>
                    <a:pt x="1" y="687"/>
                  </a:lnTo>
                  <a:lnTo>
                    <a:pt x="268" y="687"/>
                  </a:lnTo>
                  <a:lnTo>
                    <a:pt x="206" y="348"/>
                  </a:lnTo>
                  <a:lnTo>
                    <a:pt x="13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138"/>
            <p:cNvSpPr/>
            <p:nvPr/>
          </p:nvSpPr>
          <p:spPr>
            <a:xfrm>
              <a:off x="7778863" y="3096240"/>
              <a:ext cx="61569" cy="160136"/>
            </a:xfrm>
            <a:custGeom>
              <a:rect b="b" l="l" r="r" t="t"/>
              <a:pathLst>
                <a:path extrusionOk="0" h="697" w="268">
                  <a:moveTo>
                    <a:pt x="134" y="1"/>
                  </a:moveTo>
                  <a:lnTo>
                    <a:pt x="63" y="349"/>
                  </a:lnTo>
                  <a:lnTo>
                    <a:pt x="0" y="697"/>
                  </a:lnTo>
                  <a:lnTo>
                    <a:pt x="268" y="697"/>
                  </a:lnTo>
                  <a:lnTo>
                    <a:pt x="196" y="349"/>
                  </a:lnTo>
                  <a:lnTo>
                    <a:pt x="134"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138"/>
            <p:cNvSpPr/>
            <p:nvPr/>
          </p:nvSpPr>
          <p:spPr>
            <a:xfrm>
              <a:off x="8653901" y="2102370"/>
              <a:ext cx="61799" cy="158068"/>
            </a:xfrm>
            <a:custGeom>
              <a:rect b="b" l="l" r="r" t="t"/>
              <a:pathLst>
                <a:path extrusionOk="0" h="688" w="269">
                  <a:moveTo>
                    <a:pt x="134" y="0"/>
                  </a:moveTo>
                  <a:lnTo>
                    <a:pt x="63" y="339"/>
                  </a:lnTo>
                  <a:lnTo>
                    <a:pt x="0" y="687"/>
                  </a:lnTo>
                  <a:lnTo>
                    <a:pt x="268" y="687"/>
                  </a:lnTo>
                  <a:lnTo>
                    <a:pt x="197" y="339"/>
                  </a:lnTo>
                  <a:lnTo>
                    <a:pt x="13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138"/>
            <p:cNvSpPr/>
            <p:nvPr/>
          </p:nvSpPr>
          <p:spPr>
            <a:xfrm>
              <a:off x="8037079" y="3276589"/>
              <a:ext cx="61569" cy="160136"/>
            </a:xfrm>
            <a:custGeom>
              <a:rect b="b" l="l" r="r" t="t"/>
              <a:pathLst>
                <a:path extrusionOk="0" h="697" w="268">
                  <a:moveTo>
                    <a:pt x="134" y="1"/>
                  </a:moveTo>
                  <a:lnTo>
                    <a:pt x="63" y="349"/>
                  </a:lnTo>
                  <a:lnTo>
                    <a:pt x="0" y="697"/>
                  </a:lnTo>
                  <a:lnTo>
                    <a:pt x="268" y="697"/>
                  </a:lnTo>
                  <a:lnTo>
                    <a:pt x="197" y="349"/>
                  </a:lnTo>
                  <a:lnTo>
                    <a:pt x="134"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138"/>
            <p:cNvSpPr/>
            <p:nvPr/>
          </p:nvSpPr>
          <p:spPr>
            <a:xfrm>
              <a:off x="7512378" y="3553429"/>
              <a:ext cx="61799" cy="158068"/>
            </a:xfrm>
            <a:custGeom>
              <a:rect b="b" l="l" r="r" t="t"/>
              <a:pathLst>
                <a:path extrusionOk="0" h="688" w="269">
                  <a:moveTo>
                    <a:pt x="134" y="0"/>
                  </a:moveTo>
                  <a:lnTo>
                    <a:pt x="72" y="348"/>
                  </a:lnTo>
                  <a:lnTo>
                    <a:pt x="0" y="687"/>
                  </a:lnTo>
                  <a:lnTo>
                    <a:pt x="268" y="687"/>
                  </a:lnTo>
                  <a:lnTo>
                    <a:pt x="206" y="348"/>
                  </a:lnTo>
                  <a:lnTo>
                    <a:pt x="13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138"/>
            <p:cNvSpPr/>
            <p:nvPr/>
          </p:nvSpPr>
          <p:spPr>
            <a:xfrm>
              <a:off x="8842508" y="2415970"/>
              <a:ext cx="43190" cy="108672"/>
            </a:xfrm>
            <a:custGeom>
              <a:rect b="b" l="l" r="r" t="t"/>
              <a:pathLst>
                <a:path extrusionOk="0" h="473" w="188">
                  <a:moveTo>
                    <a:pt x="89" y="0"/>
                  </a:moveTo>
                  <a:lnTo>
                    <a:pt x="45" y="232"/>
                  </a:lnTo>
                  <a:lnTo>
                    <a:pt x="0" y="473"/>
                  </a:lnTo>
                  <a:lnTo>
                    <a:pt x="188" y="473"/>
                  </a:lnTo>
                  <a:lnTo>
                    <a:pt x="143" y="232"/>
                  </a:lnTo>
                  <a:lnTo>
                    <a:pt x="8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138"/>
            <p:cNvSpPr/>
            <p:nvPr/>
          </p:nvSpPr>
          <p:spPr>
            <a:xfrm>
              <a:off x="8366969" y="2469270"/>
              <a:ext cx="43190" cy="108672"/>
            </a:xfrm>
            <a:custGeom>
              <a:rect b="b" l="l" r="r" t="t"/>
              <a:pathLst>
                <a:path extrusionOk="0" h="473" w="188">
                  <a:moveTo>
                    <a:pt x="90" y="0"/>
                  </a:moveTo>
                  <a:lnTo>
                    <a:pt x="45" y="241"/>
                  </a:lnTo>
                  <a:lnTo>
                    <a:pt x="1" y="473"/>
                  </a:lnTo>
                  <a:lnTo>
                    <a:pt x="188" y="473"/>
                  </a:lnTo>
                  <a:lnTo>
                    <a:pt x="143" y="241"/>
                  </a:lnTo>
                  <a:lnTo>
                    <a:pt x="9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138"/>
            <p:cNvSpPr/>
            <p:nvPr/>
          </p:nvSpPr>
          <p:spPr>
            <a:xfrm>
              <a:off x="7684445" y="3186529"/>
              <a:ext cx="43420" cy="108902"/>
            </a:xfrm>
            <a:custGeom>
              <a:rect b="b" l="l" r="r" t="t"/>
              <a:pathLst>
                <a:path extrusionOk="0" h="474" w="189">
                  <a:moveTo>
                    <a:pt x="90" y="0"/>
                  </a:moveTo>
                  <a:lnTo>
                    <a:pt x="45" y="241"/>
                  </a:lnTo>
                  <a:lnTo>
                    <a:pt x="1" y="473"/>
                  </a:lnTo>
                  <a:lnTo>
                    <a:pt x="188" y="473"/>
                  </a:lnTo>
                  <a:lnTo>
                    <a:pt x="135" y="241"/>
                  </a:lnTo>
                  <a:lnTo>
                    <a:pt x="9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138"/>
            <p:cNvSpPr/>
            <p:nvPr/>
          </p:nvSpPr>
          <p:spPr>
            <a:xfrm>
              <a:off x="8211213" y="3223518"/>
              <a:ext cx="41123" cy="108672"/>
            </a:xfrm>
            <a:custGeom>
              <a:rect b="b" l="l" r="r" t="t"/>
              <a:pathLst>
                <a:path extrusionOk="0" h="473" w="179">
                  <a:moveTo>
                    <a:pt x="90" y="0"/>
                  </a:moveTo>
                  <a:lnTo>
                    <a:pt x="45" y="232"/>
                  </a:lnTo>
                  <a:lnTo>
                    <a:pt x="1" y="473"/>
                  </a:lnTo>
                  <a:lnTo>
                    <a:pt x="179" y="473"/>
                  </a:lnTo>
                  <a:lnTo>
                    <a:pt x="134" y="232"/>
                  </a:lnTo>
                  <a:lnTo>
                    <a:pt x="9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138"/>
            <p:cNvSpPr/>
            <p:nvPr/>
          </p:nvSpPr>
          <p:spPr>
            <a:xfrm>
              <a:off x="7350419" y="3631312"/>
              <a:ext cx="43420" cy="108901"/>
            </a:xfrm>
            <a:custGeom>
              <a:rect b="b" l="l" r="r" t="t"/>
              <a:pathLst>
                <a:path extrusionOk="0" h="474" w="189">
                  <a:moveTo>
                    <a:pt x="90" y="0"/>
                  </a:moveTo>
                  <a:lnTo>
                    <a:pt x="45" y="232"/>
                  </a:lnTo>
                  <a:lnTo>
                    <a:pt x="1" y="473"/>
                  </a:lnTo>
                  <a:lnTo>
                    <a:pt x="188" y="473"/>
                  </a:lnTo>
                  <a:lnTo>
                    <a:pt x="143" y="232"/>
                  </a:lnTo>
                  <a:lnTo>
                    <a:pt x="9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138"/>
            <p:cNvSpPr/>
            <p:nvPr/>
          </p:nvSpPr>
          <p:spPr>
            <a:xfrm>
              <a:off x="7192595" y="3481749"/>
              <a:ext cx="43420" cy="108672"/>
            </a:xfrm>
            <a:custGeom>
              <a:rect b="b" l="l" r="r" t="t"/>
              <a:pathLst>
                <a:path extrusionOk="0" h="473" w="189">
                  <a:moveTo>
                    <a:pt x="99" y="0"/>
                  </a:moveTo>
                  <a:lnTo>
                    <a:pt x="45" y="232"/>
                  </a:lnTo>
                  <a:lnTo>
                    <a:pt x="1" y="473"/>
                  </a:lnTo>
                  <a:lnTo>
                    <a:pt x="188" y="473"/>
                  </a:lnTo>
                  <a:lnTo>
                    <a:pt x="144" y="232"/>
                  </a:lnTo>
                  <a:lnTo>
                    <a:pt x="9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138"/>
            <p:cNvSpPr/>
            <p:nvPr/>
          </p:nvSpPr>
          <p:spPr>
            <a:xfrm>
              <a:off x="7057284" y="3535050"/>
              <a:ext cx="41352" cy="108672"/>
            </a:xfrm>
            <a:custGeom>
              <a:rect b="b" l="l" r="r" t="t"/>
              <a:pathLst>
                <a:path extrusionOk="0" h="473" w="180">
                  <a:moveTo>
                    <a:pt x="90" y="0"/>
                  </a:moveTo>
                  <a:lnTo>
                    <a:pt x="46" y="241"/>
                  </a:lnTo>
                  <a:lnTo>
                    <a:pt x="1" y="473"/>
                  </a:lnTo>
                  <a:lnTo>
                    <a:pt x="179" y="473"/>
                  </a:lnTo>
                  <a:lnTo>
                    <a:pt x="135" y="241"/>
                  </a:lnTo>
                  <a:lnTo>
                    <a:pt x="9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138"/>
            <p:cNvSpPr/>
            <p:nvPr/>
          </p:nvSpPr>
          <p:spPr>
            <a:xfrm>
              <a:off x="6635272" y="3623042"/>
              <a:ext cx="43190" cy="108901"/>
            </a:xfrm>
            <a:custGeom>
              <a:rect b="b" l="l" r="r" t="t"/>
              <a:pathLst>
                <a:path extrusionOk="0" h="474" w="188">
                  <a:moveTo>
                    <a:pt x="89" y="1"/>
                  </a:moveTo>
                  <a:lnTo>
                    <a:pt x="45" y="233"/>
                  </a:lnTo>
                  <a:lnTo>
                    <a:pt x="0" y="473"/>
                  </a:lnTo>
                  <a:lnTo>
                    <a:pt x="188" y="473"/>
                  </a:lnTo>
                  <a:lnTo>
                    <a:pt x="134" y="233"/>
                  </a:lnTo>
                  <a:lnTo>
                    <a:pt x="8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138"/>
            <p:cNvSpPr/>
            <p:nvPr/>
          </p:nvSpPr>
          <p:spPr>
            <a:xfrm>
              <a:off x="6791029" y="3684613"/>
              <a:ext cx="41123" cy="108901"/>
            </a:xfrm>
            <a:custGeom>
              <a:rect b="b" l="l" r="r" t="t"/>
              <a:pathLst>
                <a:path extrusionOk="0" h="474" w="179">
                  <a:moveTo>
                    <a:pt x="89" y="0"/>
                  </a:moveTo>
                  <a:lnTo>
                    <a:pt x="45" y="241"/>
                  </a:lnTo>
                  <a:lnTo>
                    <a:pt x="0" y="473"/>
                  </a:lnTo>
                  <a:lnTo>
                    <a:pt x="179" y="473"/>
                  </a:lnTo>
                  <a:lnTo>
                    <a:pt x="134" y="241"/>
                  </a:lnTo>
                  <a:lnTo>
                    <a:pt x="8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138"/>
            <p:cNvSpPr/>
            <p:nvPr/>
          </p:nvSpPr>
          <p:spPr>
            <a:xfrm>
              <a:off x="8832171" y="2180253"/>
              <a:ext cx="43190" cy="108901"/>
            </a:xfrm>
            <a:custGeom>
              <a:rect b="b" l="l" r="r" t="t"/>
              <a:pathLst>
                <a:path extrusionOk="0" h="474" w="188">
                  <a:moveTo>
                    <a:pt x="90" y="0"/>
                  </a:moveTo>
                  <a:lnTo>
                    <a:pt x="45" y="241"/>
                  </a:lnTo>
                  <a:lnTo>
                    <a:pt x="1" y="473"/>
                  </a:lnTo>
                  <a:lnTo>
                    <a:pt x="188" y="473"/>
                  </a:lnTo>
                  <a:lnTo>
                    <a:pt x="134" y="241"/>
                  </a:lnTo>
                  <a:lnTo>
                    <a:pt x="9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138"/>
            <p:cNvSpPr/>
            <p:nvPr/>
          </p:nvSpPr>
          <p:spPr>
            <a:xfrm>
              <a:off x="7737742" y="2782870"/>
              <a:ext cx="1406208" cy="1012508"/>
            </a:xfrm>
            <a:custGeom>
              <a:rect b="b" l="l" r="r" t="t"/>
              <a:pathLst>
                <a:path extrusionOk="0" h="4407" w="6121">
                  <a:moveTo>
                    <a:pt x="6121" y="0"/>
                  </a:moveTo>
                  <a:lnTo>
                    <a:pt x="3703" y="1650"/>
                  </a:lnTo>
                  <a:lnTo>
                    <a:pt x="3087" y="2542"/>
                  </a:lnTo>
                  <a:lnTo>
                    <a:pt x="2053" y="2944"/>
                  </a:lnTo>
                  <a:lnTo>
                    <a:pt x="1455" y="3310"/>
                  </a:lnTo>
                  <a:lnTo>
                    <a:pt x="1" y="3818"/>
                  </a:lnTo>
                  <a:lnTo>
                    <a:pt x="670" y="4184"/>
                  </a:lnTo>
                  <a:lnTo>
                    <a:pt x="2829" y="4104"/>
                  </a:lnTo>
                  <a:lnTo>
                    <a:pt x="4212" y="4255"/>
                  </a:lnTo>
                  <a:lnTo>
                    <a:pt x="6121" y="4407"/>
                  </a:lnTo>
                  <a:lnTo>
                    <a:pt x="6121" y="0"/>
                  </a:ln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138"/>
            <p:cNvSpPr/>
            <p:nvPr/>
          </p:nvSpPr>
          <p:spPr>
            <a:xfrm>
              <a:off x="8071768" y="3459005"/>
              <a:ext cx="582378" cy="143824"/>
            </a:xfrm>
            <a:custGeom>
              <a:rect b="b" l="l" r="r" t="t"/>
              <a:pathLst>
                <a:path extrusionOk="0" h="626" w="2535">
                  <a:moveTo>
                    <a:pt x="599" y="1"/>
                  </a:moveTo>
                  <a:lnTo>
                    <a:pt x="1" y="367"/>
                  </a:lnTo>
                  <a:lnTo>
                    <a:pt x="2534" y="625"/>
                  </a:lnTo>
                  <a:lnTo>
                    <a:pt x="59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138"/>
            <p:cNvSpPr/>
            <p:nvPr/>
          </p:nvSpPr>
          <p:spPr>
            <a:xfrm>
              <a:off x="8446915" y="3161947"/>
              <a:ext cx="379292" cy="291323"/>
            </a:xfrm>
            <a:custGeom>
              <a:rect b="b" l="l" r="r" t="t"/>
              <a:pathLst>
                <a:path extrusionOk="0" h="1268" w="1651">
                  <a:moveTo>
                    <a:pt x="616" y="0"/>
                  </a:moveTo>
                  <a:lnTo>
                    <a:pt x="0" y="892"/>
                  </a:lnTo>
                  <a:lnTo>
                    <a:pt x="1410" y="1267"/>
                  </a:lnTo>
                  <a:lnTo>
                    <a:pt x="1651" y="161"/>
                  </a:lnTo>
                  <a:lnTo>
                    <a:pt x="616"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138"/>
            <p:cNvSpPr/>
            <p:nvPr/>
          </p:nvSpPr>
          <p:spPr>
            <a:xfrm>
              <a:off x="8428537" y="3395596"/>
              <a:ext cx="32852" cy="80183"/>
            </a:xfrm>
            <a:custGeom>
              <a:rect b="b" l="l" r="r" t="t"/>
              <a:pathLst>
                <a:path extrusionOk="0" h="349" w="143">
                  <a:moveTo>
                    <a:pt x="72" y="0"/>
                  </a:moveTo>
                  <a:lnTo>
                    <a:pt x="36" y="170"/>
                  </a:lnTo>
                  <a:lnTo>
                    <a:pt x="0" y="348"/>
                  </a:lnTo>
                  <a:lnTo>
                    <a:pt x="143" y="348"/>
                  </a:lnTo>
                  <a:lnTo>
                    <a:pt x="107" y="170"/>
                  </a:lnTo>
                  <a:lnTo>
                    <a:pt x="72"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138"/>
            <p:cNvSpPr/>
            <p:nvPr/>
          </p:nvSpPr>
          <p:spPr>
            <a:xfrm>
              <a:off x="8799319" y="3073266"/>
              <a:ext cx="104759" cy="64330"/>
            </a:xfrm>
            <a:custGeom>
              <a:rect b="b" l="l" r="r" t="t"/>
              <a:pathLst>
                <a:path extrusionOk="0" h="280" w="456">
                  <a:moveTo>
                    <a:pt x="429" y="0"/>
                  </a:moveTo>
                  <a:cubicBezTo>
                    <a:pt x="394" y="0"/>
                    <a:pt x="335" y="13"/>
                    <a:pt x="304" y="92"/>
                  </a:cubicBezTo>
                  <a:cubicBezTo>
                    <a:pt x="304" y="92"/>
                    <a:pt x="293" y="89"/>
                    <a:pt x="278" y="89"/>
                  </a:cubicBezTo>
                  <a:cubicBezTo>
                    <a:pt x="256" y="89"/>
                    <a:pt x="226" y="96"/>
                    <a:pt x="215" y="128"/>
                  </a:cubicBezTo>
                  <a:cubicBezTo>
                    <a:pt x="215" y="128"/>
                    <a:pt x="182" y="114"/>
                    <a:pt x="140" y="114"/>
                  </a:cubicBezTo>
                  <a:cubicBezTo>
                    <a:pt x="93" y="114"/>
                    <a:pt x="34" y="132"/>
                    <a:pt x="1" y="208"/>
                  </a:cubicBezTo>
                  <a:lnTo>
                    <a:pt x="456" y="279"/>
                  </a:lnTo>
                  <a:lnTo>
                    <a:pt x="456" y="3"/>
                  </a:lnTo>
                  <a:cubicBezTo>
                    <a:pt x="456" y="3"/>
                    <a:pt x="445" y="0"/>
                    <a:pt x="429"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138"/>
            <p:cNvSpPr/>
            <p:nvPr/>
          </p:nvSpPr>
          <p:spPr>
            <a:xfrm>
              <a:off x="9047427" y="2868794"/>
              <a:ext cx="61569" cy="158068"/>
            </a:xfrm>
            <a:custGeom>
              <a:rect b="b" l="l" r="r" t="t"/>
              <a:pathLst>
                <a:path extrusionOk="0" h="688" w="268">
                  <a:moveTo>
                    <a:pt x="134" y="1"/>
                  </a:moveTo>
                  <a:lnTo>
                    <a:pt x="63" y="340"/>
                  </a:lnTo>
                  <a:lnTo>
                    <a:pt x="0" y="688"/>
                  </a:lnTo>
                  <a:lnTo>
                    <a:pt x="268" y="688"/>
                  </a:lnTo>
                  <a:lnTo>
                    <a:pt x="197" y="340"/>
                  </a:lnTo>
                  <a:lnTo>
                    <a:pt x="134"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138"/>
            <p:cNvSpPr/>
            <p:nvPr/>
          </p:nvSpPr>
          <p:spPr>
            <a:xfrm>
              <a:off x="8977819" y="2903715"/>
              <a:ext cx="61569" cy="158068"/>
            </a:xfrm>
            <a:custGeom>
              <a:rect b="b" l="l" r="r" t="t"/>
              <a:pathLst>
                <a:path extrusionOk="0" h="688" w="268">
                  <a:moveTo>
                    <a:pt x="134" y="0"/>
                  </a:moveTo>
                  <a:lnTo>
                    <a:pt x="71" y="339"/>
                  </a:lnTo>
                  <a:lnTo>
                    <a:pt x="0" y="687"/>
                  </a:lnTo>
                  <a:lnTo>
                    <a:pt x="268" y="687"/>
                  </a:lnTo>
                  <a:lnTo>
                    <a:pt x="205" y="339"/>
                  </a:lnTo>
                  <a:lnTo>
                    <a:pt x="13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138"/>
            <p:cNvSpPr/>
            <p:nvPr/>
          </p:nvSpPr>
          <p:spPr>
            <a:xfrm>
              <a:off x="8742117" y="3010316"/>
              <a:ext cx="61569" cy="158068"/>
            </a:xfrm>
            <a:custGeom>
              <a:rect b="b" l="l" r="r" t="t"/>
              <a:pathLst>
                <a:path extrusionOk="0" h="688" w="268">
                  <a:moveTo>
                    <a:pt x="134" y="0"/>
                  </a:moveTo>
                  <a:lnTo>
                    <a:pt x="71" y="348"/>
                  </a:lnTo>
                  <a:lnTo>
                    <a:pt x="0" y="687"/>
                  </a:lnTo>
                  <a:lnTo>
                    <a:pt x="268" y="687"/>
                  </a:lnTo>
                  <a:lnTo>
                    <a:pt x="205" y="348"/>
                  </a:lnTo>
                  <a:lnTo>
                    <a:pt x="13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138"/>
            <p:cNvSpPr/>
            <p:nvPr/>
          </p:nvSpPr>
          <p:spPr>
            <a:xfrm>
              <a:off x="8825968" y="2957015"/>
              <a:ext cx="35149" cy="90292"/>
            </a:xfrm>
            <a:custGeom>
              <a:rect b="b" l="l" r="r" t="t"/>
              <a:pathLst>
                <a:path extrusionOk="0" h="393" w="153">
                  <a:moveTo>
                    <a:pt x="81" y="0"/>
                  </a:moveTo>
                  <a:lnTo>
                    <a:pt x="37" y="197"/>
                  </a:lnTo>
                  <a:lnTo>
                    <a:pt x="1" y="393"/>
                  </a:lnTo>
                  <a:lnTo>
                    <a:pt x="153" y="393"/>
                  </a:lnTo>
                  <a:lnTo>
                    <a:pt x="117" y="197"/>
                  </a:lnTo>
                  <a:lnTo>
                    <a:pt x="8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138"/>
            <p:cNvSpPr/>
            <p:nvPr/>
          </p:nvSpPr>
          <p:spPr>
            <a:xfrm>
              <a:off x="8698928" y="3041102"/>
              <a:ext cx="61799" cy="159906"/>
            </a:xfrm>
            <a:custGeom>
              <a:rect b="b" l="l" r="r" t="t"/>
              <a:pathLst>
                <a:path extrusionOk="0" h="696" w="269">
                  <a:moveTo>
                    <a:pt x="135" y="0"/>
                  </a:moveTo>
                  <a:lnTo>
                    <a:pt x="63" y="348"/>
                  </a:lnTo>
                  <a:lnTo>
                    <a:pt x="1" y="696"/>
                  </a:lnTo>
                  <a:lnTo>
                    <a:pt x="268" y="696"/>
                  </a:lnTo>
                  <a:lnTo>
                    <a:pt x="197" y="348"/>
                  </a:lnTo>
                  <a:lnTo>
                    <a:pt x="13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138"/>
            <p:cNvSpPr/>
            <p:nvPr/>
          </p:nvSpPr>
          <p:spPr>
            <a:xfrm>
              <a:off x="8547307" y="3422246"/>
              <a:ext cx="57663" cy="121078"/>
            </a:xfrm>
            <a:custGeom>
              <a:rect b="b" l="l" r="r" t="t"/>
              <a:pathLst>
                <a:path extrusionOk="0" h="527" w="251">
                  <a:moveTo>
                    <a:pt x="125" y="0"/>
                  </a:moveTo>
                  <a:lnTo>
                    <a:pt x="63" y="259"/>
                  </a:lnTo>
                  <a:lnTo>
                    <a:pt x="1" y="527"/>
                  </a:lnTo>
                  <a:lnTo>
                    <a:pt x="250" y="527"/>
                  </a:lnTo>
                  <a:lnTo>
                    <a:pt x="188" y="259"/>
                  </a:lnTo>
                  <a:lnTo>
                    <a:pt x="12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138"/>
            <p:cNvSpPr/>
            <p:nvPr/>
          </p:nvSpPr>
          <p:spPr>
            <a:xfrm>
              <a:off x="8485739" y="3397663"/>
              <a:ext cx="47555" cy="121078"/>
            </a:xfrm>
            <a:custGeom>
              <a:rect b="b" l="l" r="r" t="t"/>
              <a:pathLst>
                <a:path extrusionOk="0" h="527" w="207">
                  <a:moveTo>
                    <a:pt x="108" y="0"/>
                  </a:moveTo>
                  <a:lnTo>
                    <a:pt x="54" y="268"/>
                  </a:lnTo>
                  <a:lnTo>
                    <a:pt x="1" y="527"/>
                  </a:lnTo>
                  <a:lnTo>
                    <a:pt x="206" y="527"/>
                  </a:lnTo>
                  <a:lnTo>
                    <a:pt x="162" y="268"/>
                  </a:lnTo>
                  <a:lnTo>
                    <a:pt x="10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138"/>
            <p:cNvSpPr/>
            <p:nvPr/>
          </p:nvSpPr>
          <p:spPr>
            <a:xfrm>
              <a:off x="8520658" y="3438558"/>
              <a:ext cx="47325" cy="121308"/>
            </a:xfrm>
            <a:custGeom>
              <a:rect b="b" l="l" r="r" t="t"/>
              <a:pathLst>
                <a:path extrusionOk="0" h="528" w="206">
                  <a:moveTo>
                    <a:pt x="99" y="1"/>
                  </a:moveTo>
                  <a:lnTo>
                    <a:pt x="54" y="268"/>
                  </a:lnTo>
                  <a:lnTo>
                    <a:pt x="1" y="527"/>
                  </a:lnTo>
                  <a:lnTo>
                    <a:pt x="206" y="527"/>
                  </a:lnTo>
                  <a:lnTo>
                    <a:pt x="152" y="268"/>
                  </a:lnTo>
                  <a:lnTo>
                    <a:pt x="9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138"/>
            <p:cNvSpPr/>
            <p:nvPr/>
          </p:nvSpPr>
          <p:spPr>
            <a:xfrm>
              <a:off x="8067862" y="3557565"/>
              <a:ext cx="47325" cy="121078"/>
            </a:xfrm>
            <a:custGeom>
              <a:rect b="b" l="l" r="r" t="t"/>
              <a:pathLst>
                <a:path extrusionOk="0" h="527" w="206">
                  <a:moveTo>
                    <a:pt x="98" y="0"/>
                  </a:moveTo>
                  <a:lnTo>
                    <a:pt x="54" y="268"/>
                  </a:lnTo>
                  <a:lnTo>
                    <a:pt x="0" y="526"/>
                  </a:lnTo>
                  <a:lnTo>
                    <a:pt x="205" y="526"/>
                  </a:lnTo>
                  <a:lnTo>
                    <a:pt x="152" y="268"/>
                  </a:lnTo>
                  <a:lnTo>
                    <a:pt x="9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138"/>
            <p:cNvSpPr/>
            <p:nvPr/>
          </p:nvSpPr>
          <p:spPr>
            <a:xfrm>
              <a:off x="8407861" y="3508400"/>
              <a:ext cx="211356" cy="170245"/>
            </a:xfrm>
            <a:custGeom>
              <a:rect b="b" l="l" r="r" t="t"/>
              <a:pathLst>
                <a:path extrusionOk="0" h="741" w="920">
                  <a:moveTo>
                    <a:pt x="1" y="0"/>
                  </a:moveTo>
                  <a:lnTo>
                    <a:pt x="1" y="740"/>
                  </a:lnTo>
                  <a:lnTo>
                    <a:pt x="920" y="740"/>
                  </a:lnTo>
                  <a:lnTo>
                    <a:pt x="920"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138"/>
            <p:cNvSpPr/>
            <p:nvPr/>
          </p:nvSpPr>
          <p:spPr>
            <a:xfrm>
              <a:off x="8407861" y="3508400"/>
              <a:ext cx="211356" cy="41125"/>
            </a:xfrm>
            <a:custGeom>
              <a:rect b="b" l="l" r="r" t="t"/>
              <a:pathLst>
                <a:path extrusionOk="0" h="179" w="920">
                  <a:moveTo>
                    <a:pt x="1" y="0"/>
                  </a:moveTo>
                  <a:lnTo>
                    <a:pt x="1" y="178"/>
                  </a:lnTo>
                  <a:lnTo>
                    <a:pt x="920" y="178"/>
                  </a:lnTo>
                  <a:lnTo>
                    <a:pt x="92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138"/>
            <p:cNvSpPr/>
            <p:nvPr/>
          </p:nvSpPr>
          <p:spPr>
            <a:xfrm>
              <a:off x="8092443" y="3586283"/>
              <a:ext cx="315656" cy="112807"/>
            </a:xfrm>
            <a:custGeom>
              <a:rect b="b" l="l" r="r" t="t"/>
              <a:pathLst>
                <a:path extrusionOk="0" h="491" w="1374">
                  <a:moveTo>
                    <a:pt x="0" y="0"/>
                  </a:moveTo>
                  <a:lnTo>
                    <a:pt x="0" y="491"/>
                  </a:lnTo>
                  <a:lnTo>
                    <a:pt x="1374" y="491"/>
                  </a:lnTo>
                  <a:lnTo>
                    <a:pt x="1374"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138"/>
            <p:cNvSpPr/>
            <p:nvPr/>
          </p:nvSpPr>
          <p:spPr>
            <a:xfrm>
              <a:off x="8092443" y="3553429"/>
              <a:ext cx="301412" cy="33084"/>
            </a:xfrm>
            <a:custGeom>
              <a:rect b="b" l="l" r="r" t="t"/>
              <a:pathLst>
                <a:path extrusionOk="0" h="144" w="1312">
                  <a:moveTo>
                    <a:pt x="143" y="0"/>
                  </a:moveTo>
                  <a:lnTo>
                    <a:pt x="0" y="143"/>
                  </a:lnTo>
                  <a:lnTo>
                    <a:pt x="1169" y="143"/>
                  </a:lnTo>
                  <a:lnTo>
                    <a:pt x="131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138"/>
            <p:cNvSpPr/>
            <p:nvPr/>
          </p:nvSpPr>
          <p:spPr>
            <a:xfrm>
              <a:off x="8502280" y="3698627"/>
              <a:ext cx="248114" cy="72142"/>
            </a:xfrm>
            <a:custGeom>
              <a:rect b="b" l="l" r="r" t="t"/>
              <a:pathLst>
                <a:path extrusionOk="0" h="314" w="1080">
                  <a:moveTo>
                    <a:pt x="1025" y="1"/>
                  </a:moveTo>
                  <a:cubicBezTo>
                    <a:pt x="988" y="1"/>
                    <a:pt x="906" y="11"/>
                    <a:pt x="892" y="100"/>
                  </a:cubicBezTo>
                  <a:cubicBezTo>
                    <a:pt x="892" y="100"/>
                    <a:pt x="884" y="97"/>
                    <a:pt x="873" y="97"/>
                  </a:cubicBezTo>
                  <a:cubicBezTo>
                    <a:pt x="853" y="97"/>
                    <a:pt x="824" y="105"/>
                    <a:pt x="812" y="144"/>
                  </a:cubicBezTo>
                  <a:cubicBezTo>
                    <a:pt x="812" y="144"/>
                    <a:pt x="766" y="108"/>
                    <a:pt x="703" y="108"/>
                  </a:cubicBezTo>
                  <a:cubicBezTo>
                    <a:pt x="663" y="108"/>
                    <a:pt x="616" y="123"/>
                    <a:pt x="571" y="171"/>
                  </a:cubicBezTo>
                  <a:cubicBezTo>
                    <a:pt x="571" y="171"/>
                    <a:pt x="536" y="126"/>
                    <a:pt x="477" y="126"/>
                  </a:cubicBezTo>
                  <a:cubicBezTo>
                    <a:pt x="458" y="126"/>
                    <a:pt x="435" y="131"/>
                    <a:pt x="411" y="144"/>
                  </a:cubicBezTo>
                  <a:cubicBezTo>
                    <a:pt x="411" y="144"/>
                    <a:pt x="325" y="80"/>
                    <a:pt x="213" y="80"/>
                  </a:cubicBezTo>
                  <a:cubicBezTo>
                    <a:pt x="147" y="80"/>
                    <a:pt x="73" y="102"/>
                    <a:pt x="0" y="171"/>
                  </a:cubicBezTo>
                  <a:lnTo>
                    <a:pt x="0" y="314"/>
                  </a:lnTo>
                  <a:lnTo>
                    <a:pt x="1080" y="314"/>
                  </a:lnTo>
                  <a:lnTo>
                    <a:pt x="1044" y="2"/>
                  </a:lnTo>
                  <a:cubicBezTo>
                    <a:pt x="1044" y="2"/>
                    <a:pt x="1037" y="1"/>
                    <a:pt x="1025"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138"/>
            <p:cNvSpPr/>
            <p:nvPr/>
          </p:nvSpPr>
          <p:spPr>
            <a:xfrm>
              <a:off x="8666306" y="3176191"/>
              <a:ext cx="237776" cy="383683"/>
            </a:xfrm>
            <a:custGeom>
              <a:rect b="b" l="l" r="r" t="t"/>
              <a:pathLst>
                <a:path extrusionOk="0" h="1670" w="1035">
                  <a:moveTo>
                    <a:pt x="0" y="1"/>
                  </a:moveTo>
                  <a:lnTo>
                    <a:pt x="0" y="1669"/>
                  </a:lnTo>
                  <a:lnTo>
                    <a:pt x="1035" y="1669"/>
                  </a:lnTo>
                  <a:lnTo>
                    <a:pt x="1035"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138"/>
            <p:cNvSpPr/>
            <p:nvPr/>
          </p:nvSpPr>
          <p:spPr>
            <a:xfrm>
              <a:off x="8838373" y="3215247"/>
              <a:ext cx="31014" cy="53532"/>
            </a:xfrm>
            <a:custGeom>
              <a:rect b="b" l="l" r="r" t="t"/>
              <a:pathLst>
                <a:path extrusionOk="0" h="233" w="135">
                  <a:moveTo>
                    <a:pt x="0" y="0"/>
                  </a:moveTo>
                  <a:lnTo>
                    <a:pt x="0" y="232"/>
                  </a:lnTo>
                  <a:lnTo>
                    <a:pt x="134" y="232"/>
                  </a:lnTo>
                  <a:lnTo>
                    <a:pt x="134"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138"/>
            <p:cNvSpPr/>
            <p:nvPr/>
          </p:nvSpPr>
          <p:spPr>
            <a:xfrm>
              <a:off x="8772671" y="3268548"/>
              <a:ext cx="28947" cy="53532"/>
            </a:xfrm>
            <a:custGeom>
              <a:rect b="b" l="l" r="r" t="t"/>
              <a:pathLst>
                <a:path extrusionOk="0" h="233" w="126">
                  <a:moveTo>
                    <a:pt x="1" y="0"/>
                  </a:moveTo>
                  <a:lnTo>
                    <a:pt x="1" y="232"/>
                  </a:lnTo>
                  <a:lnTo>
                    <a:pt x="126" y="232"/>
                  </a:lnTo>
                  <a:lnTo>
                    <a:pt x="12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138"/>
            <p:cNvSpPr/>
            <p:nvPr/>
          </p:nvSpPr>
          <p:spPr>
            <a:xfrm>
              <a:off x="8707198" y="3229491"/>
              <a:ext cx="31014" cy="53532"/>
            </a:xfrm>
            <a:custGeom>
              <a:rect b="b" l="l" r="r" t="t"/>
              <a:pathLst>
                <a:path extrusionOk="0" h="233" w="135">
                  <a:moveTo>
                    <a:pt x="0" y="1"/>
                  </a:moveTo>
                  <a:lnTo>
                    <a:pt x="0" y="233"/>
                  </a:lnTo>
                  <a:lnTo>
                    <a:pt x="134" y="233"/>
                  </a:lnTo>
                  <a:lnTo>
                    <a:pt x="13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138"/>
            <p:cNvSpPr/>
            <p:nvPr/>
          </p:nvSpPr>
          <p:spPr>
            <a:xfrm>
              <a:off x="8850549" y="3329889"/>
              <a:ext cx="28947" cy="53532"/>
            </a:xfrm>
            <a:custGeom>
              <a:rect b="b" l="l" r="r" t="t"/>
              <a:pathLst>
                <a:path extrusionOk="0" h="233" w="126">
                  <a:moveTo>
                    <a:pt x="1" y="1"/>
                  </a:moveTo>
                  <a:lnTo>
                    <a:pt x="1" y="233"/>
                  </a:lnTo>
                  <a:lnTo>
                    <a:pt x="126" y="233"/>
                  </a:lnTo>
                  <a:lnTo>
                    <a:pt x="12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138"/>
            <p:cNvSpPr/>
            <p:nvPr/>
          </p:nvSpPr>
          <p:spPr>
            <a:xfrm>
              <a:off x="8717536" y="3344363"/>
              <a:ext cx="28717" cy="53532"/>
            </a:xfrm>
            <a:custGeom>
              <a:rect b="b" l="l" r="r" t="t"/>
              <a:pathLst>
                <a:path extrusionOk="0" h="233" w="125">
                  <a:moveTo>
                    <a:pt x="0" y="0"/>
                  </a:moveTo>
                  <a:lnTo>
                    <a:pt x="0" y="232"/>
                  </a:lnTo>
                  <a:lnTo>
                    <a:pt x="125" y="232"/>
                  </a:lnTo>
                  <a:lnTo>
                    <a:pt x="12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138"/>
            <p:cNvSpPr/>
            <p:nvPr/>
          </p:nvSpPr>
          <p:spPr>
            <a:xfrm>
              <a:off x="8770603" y="3434422"/>
              <a:ext cx="59731" cy="115105"/>
            </a:xfrm>
            <a:custGeom>
              <a:rect b="b" l="l" r="r" t="t"/>
              <a:pathLst>
                <a:path extrusionOk="0" h="501" w="260">
                  <a:moveTo>
                    <a:pt x="1" y="1"/>
                  </a:moveTo>
                  <a:lnTo>
                    <a:pt x="1" y="500"/>
                  </a:lnTo>
                  <a:lnTo>
                    <a:pt x="260" y="500"/>
                  </a:lnTo>
                  <a:lnTo>
                    <a:pt x="260"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138"/>
            <p:cNvSpPr/>
            <p:nvPr/>
          </p:nvSpPr>
          <p:spPr>
            <a:xfrm>
              <a:off x="8635523" y="3118985"/>
              <a:ext cx="268560" cy="57438"/>
            </a:xfrm>
            <a:custGeom>
              <a:rect b="b" l="l" r="r" t="t"/>
              <a:pathLst>
                <a:path extrusionOk="0" h="250" w="1169">
                  <a:moveTo>
                    <a:pt x="250" y="0"/>
                  </a:moveTo>
                  <a:lnTo>
                    <a:pt x="0" y="250"/>
                  </a:lnTo>
                  <a:lnTo>
                    <a:pt x="1169" y="250"/>
                  </a:lnTo>
                  <a:lnTo>
                    <a:pt x="116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138"/>
            <p:cNvSpPr/>
            <p:nvPr/>
          </p:nvSpPr>
          <p:spPr>
            <a:xfrm>
              <a:off x="8625185" y="3377216"/>
              <a:ext cx="162193" cy="301432"/>
            </a:xfrm>
            <a:custGeom>
              <a:rect b="b" l="l" r="r" t="t"/>
              <a:pathLst>
                <a:path extrusionOk="0" h="1312" w="706">
                  <a:moveTo>
                    <a:pt x="1" y="0"/>
                  </a:moveTo>
                  <a:lnTo>
                    <a:pt x="1" y="1311"/>
                  </a:lnTo>
                  <a:lnTo>
                    <a:pt x="705" y="1311"/>
                  </a:lnTo>
                  <a:lnTo>
                    <a:pt x="705"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138"/>
            <p:cNvSpPr/>
            <p:nvPr/>
          </p:nvSpPr>
          <p:spPr>
            <a:xfrm>
              <a:off x="8588428" y="3338160"/>
              <a:ext cx="36987" cy="340489"/>
            </a:xfrm>
            <a:custGeom>
              <a:rect b="b" l="l" r="r" t="t"/>
              <a:pathLst>
                <a:path extrusionOk="0" h="1482" w="161">
                  <a:moveTo>
                    <a:pt x="0" y="1"/>
                  </a:moveTo>
                  <a:lnTo>
                    <a:pt x="0" y="1481"/>
                  </a:lnTo>
                  <a:lnTo>
                    <a:pt x="161" y="1481"/>
                  </a:lnTo>
                  <a:lnTo>
                    <a:pt x="161" y="170"/>
                  </a:lnTo>
                  <a:lnTo>
                    <a:pt x="0"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138"/>
            <p:cNvSpPr/>
            <p:nvPr/>
          </p:nvSpPr>
          <p:spPr>
            <a:xfrm>
              <a:off x="8742117" y="3403866"/>
              <a:ext cx="20676" cy="36990"/>
            </a:xfrm>
            <a:custGeom>
              <a:rect b="b" l="l" r="r" t="t"/>
              <a:pathLst>
                <a:path extrusionOk="0" h="161" w="90">
                  <a:moveTo>
                    <a:pt x="0" y="0"/>
                  </a:moveTo>
                  <a:lnTo>
                    <a:pt x="0" y="161"/>
                  </a:lnTo>
                  <a:lnTo>
                    <a:pt x="89" y="161"/>
                  </a:lnTo>
                  <a:lnTo>
                    <a:pt x="89"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138"/>
            <p:cNvSpPr/>
            <p:nvPr/>
          </p:nvSpPr>
          <p:spPr>
            <a:xfrm>
              <a:off x="8698928" y="3440625"/>
              <a:ext cx="20676" cy="35152"/>
            </a:xfrm>
            <a:custGeom>
              <a:rect b="b" l="l" r="r" t="t"/>
              <a:pathLst>
                <a:path extrusionOk="0" h="153" w="90">
                  <a:moveTo>
                    <a:pt x="1" y="1"/>
                  </a:moveTo>
                  <a:lnTo>
                    <a:pt x="1" y="152"/>
                  </a:lnTo>
                  <a:lnTo>
                    <a:pt x="90" y="152"/>
                  </a:lnTo>
                  <a:lnTo>
                    <a:pt x="90"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138"/>
            <p:cNvSpPr/>
            <p:nvPr/>
          </p:nvSpPr>
          <p:spPr>
            <a:xfrm>
              <a:off x="8653901" y="3413975"/>
              <a:ext cx="20676" cy="37219"/>
            </a:xfrm>
            <a:custGeom>
              <a:rect b="b" l="l" r="r" t="t"/>
              <a:pathLst>
                <a:path extrusionOk="0" h="162" w="90">
                  <a:moveTo>
                    <a:pt x="0" y="1"/>
                  </a:moveTo>
                  <a:lnTo>
                    <a:pt x="0" y="161"/>
                  </a:lnTo>
                  <a:lnTo>
                    <a:pt x="90" y="161"/>
                  </a:lnTo>
                  <a:lnTo>
                    <a:pt x="90"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138"/>
            <p:cNvSpPr/>
            <p:nvPr/>
          </p:nvSpPr>
          <p:spPr>
            <a:xfrm>
              <a:off x="8750157" y="3498061"/>
              <a:ext cx="20676" cy="35152"/>
            </a:xfrm>
            <a:custGeom>
              <a:rect b="b" l="l" r="r" t="t"/>
              <a:pathLst>
                <a:path extrusionOk="0" h="153" w="90">
                  <a:moveTo>
                    <a:pt x="1" y="0"/>
                  </a:moveTo>
                  <a:lnTo>
                    <a:pt x="1" y="152"/>
                  </a:lnTo>
                  <a:lnTo>
                    <a:pt x="90" y="152"/>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138"/>
            <p:cNvSpPr/>
            <p:nvPr/>
          </p:nvSpPr>
          <p:spPr>
            <a:xfrm>
              <a:off x="8643563" y="3481749"/>
              <a:ext cx="20906" cy="36990"/>
            </a:xfrm>
            <a:custGeom>
              <a:rect b="b" l="l" r="r" t="t"/>
              <a:pathLst>
                <a:path extrusionOk="0" h="161" w="91">
                  <a:moveTo>
                    <a:pt x="1" y="0"/>
                  </a:moveTo>
                  <a:lnTo>
                    <a:pt x="1" y="161"/>
                  </a:lnTo>
                  <a:lnTo>
                    <a:pt x="90" y="161"/>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138"/>
            <p:cNvSpPr/>
            <p:nvPr/>
          </p:nvSpPr>
          <p:spPr>
            <a:xfrm>
              <a:off x="8682617" y="3532982"/>
              <a:ext cx="20676" cy="34922"/>
            </a:xfrm>
            <a:custGeom>
              <a:rect b="b" l="l" r="r" t="t"/>
              <a:pathLst>
                <a:path extrusionOk="0" h="152" w="90">
                  <a:moveTo>
                    <a:pt x="0" y="0"/>
                  </a:moveTo>
                  <a:lnTo>
                    <a:pt x="0" y="152"/>
                  </a:lnTo>
                  <a:lnTo>
                    <a:pt x="90" y="152"/>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138"/>
            <p:cNvSpPr/>
            <p:nvPr/>
          </p:nvSpPr>
          <p:spPr>
            <a:xfrm>
              <a:off x="8662171" y="3602594"/>
              <a:ext cx="41123" cy="76047"/>
            </a:xfrm>
            <a:custGeom>
              <a:rect b="b" l="l" r="r" t="t"/>
              <a:pathLst>
                <a:path extrusionOk="0" h="331" w="179">
                  <a:moveTo>
                    <a:pt x="0" y="0"/>
                  </a:moveTo>
                  <a:lnTo>
                    <a:pt x="0" y="330"/>
                  </a:lnTo>
                  <a:lnTo>
                    <a:pt x="179" y="330"/>
                  </a:lnTo>
                  <a:lnTo>
                    <a:pt x="179"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138"/>
            <p:cNvSpPr/>
            <p:nvPr/>
          </p:nvSpPr>
          <p:spPr>
            <a:xfrm>
              <a:off x="8588428" y="3338160"/>
              <a:ext cx="198951" cy="39287"/>
            </a:xfrm>
            <a:custGeom>
              <a:rect b="b" l="l" r="r" t="t"/>
              <a:pathLst>
                <a:path extrusionOk="0" h="171" w="866">
                  <a:moveTo>
                    <a:pt x="0" y="1"/>
                  </a:moveTo>
                  <a:lnTo>
                    <a:pt x="161" y="170"/>
                  </a:lnTo>
                  <a:lnTo>
                    <a:pt x="865" y="170"/>
                  </a:lnTo>
                  <a:lnTo>
                    <a:pt x="69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138"/>
            <p:cNvSpPr/>
            <p:nvPr/>
          </p:nvSpPr>
          <p:spPr>
            <a:xfrm>
              <a:off x="8903846" y="3036966"/>
              <a:ext cx="240073" cy="383453"/>
            </a:xfrm>
            <a:custGeom>
              <a:rect b="b" l="l" r="r" t="t"/>
              <a:pathLst>
                <a:path extrusionOk="0" h="1669" w="1045">
                  <a:moveTo>
                    <a:pt x="1" y="0"/>
                  </a:moveTo>
                  <a:lnTo>
                    <a:pt x="1" y="1668"/>
                  </a:lnTo>
                  <a:lnTo>
                    <a:pt x="1045" y="1668"/>
                  </a:lnTo>
                  <a:lnTo>
                    <a:pt x="1045"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138"/>
            <p:cNvSpPr/>
            <p:nvPr/>
          </p:nvSpPr>
          <p:spPr>
            <a:xfrm>
              <a:off x="9078210" y="3075793"/>
              <a:ext cx="28947" cy="53532"/>
            </a:xfrm>
            <a:custGeom>
              <a:rect b="b" l="l" r="r" t="t"/>
              <a:pathLst>
                <a:path extrusionOk="0" h="233" w="126">
                  <a:moveTo>
                    <a:pt x="0" y="1"/>
                  </a:moveTo>
                  <a:lnTo>
                    <a:pt x="0" y="233"/>
                  </a:lnTo>
                  <a:lnTo>
                    <a:pt x="125" y="233"/>
                  </a:lnTo>
                  <a:lnTo>
                    <a:pt x="12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138"/>
            <p:cNvSpPr/>
            <p:nvPr/>
          </p:nvSpPr>
          <p:spPr>
            <a:xfrm>
              <a:off x="9012508" y="3127026"/>
              <a:ext cx="28947" cy="53532"/>
            </a:xfrm>
            <a:custGeom>
              <a:rect b="b" l="l" r="r" t="t"/>
              <a:pathLst>
                <a:path extrusionOk="0" h="233" w="126">
                  <a:moveTo>
                    <a:pt x="1" y="1"/>
                  </a:moveTo>
                  <a:lnTo>
                    <a:pt x="1" y="233"/>
                  </a:lnTo>
                  <a:lnTo>
                    <a:pt x="126" y="233"/>
                  </a:lnTo>
                  <a:lnTo>
                    <a:pt x="12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138"/>
            <p:cNvSpPr/>
            <p:nvPr/>
          </p:nvSpPr>
          <p:spPr>
            <a:xfrm>
              <a:off x="8947035" y="3088199"/>
              <a:ext cx="28947" cy="53532"/>
            </a:xfrm>
            <a:custGeom>
              <a:rect b="b" l="l" r="r" t="t"/>
              <a:pathLst>
                <a:path extrusionOk="0" h="233" w="126">
                  <a:moveTo>
                    <a:pt x="0" y="0"/>
                  </a:moveTo>
                  <a:lnTo>
                    <a:pt x="0" y="232"/>
                  </a:lnTo>
                  <a:lnTo>
                    <a:pt x="125" y="232"/>
                  </a:lnTo>
                  <a:lnTo>
                    <a:pt x="12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138"/>
            <p:cNvSpPr/>
            <p:nvPr/>
          </p:nvSpPr>
          <p:spPr>
            <a:xfrm>
              <a:off x="9090386" y="3190665"/>
              <a:ext cx="28947" cy="53532"/>
            </a:xfrm>
            <a:custGeom>
              <a:rect b="b" l="l" r="r" t="t"/>
              <a:pathLst>
                <a:path extrusionOk="0" h="233" w="126">
                  <a:moveTo>
                    <a:pt x="1" y="0"/>
                  </a:moveTo>
                  <a:lnTo>
                    <a:pt x="1" y="232"/>
                  </a:lnTo>
                  <a:lnTo>
                    <a:pt x="126" y="232"/>
                  </a:lnTo>
                  <a:lnTo>
                    <a:pt x="12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138"/>
            <p:cNvSpPr/>
            <p:nvPr/>
          </p:nvSpPr>
          <p:spPr>
            <a:xfrm>
              <a:off x="8955076" y="3204909"/>
              <a:ext cx="31014" cy="53532"/>
            </a:xfrm>
            <a:custGeom>
              <a:rect b="b" l="l" r="r" t="t"/>
              <a:pathLst>
                <a:path extrusionOk="0" h="233" w="135">
                  <a:moveTo>
                    <a:pt x="1" y="1"/>
                  </a:moveTo>
                  <a:lnTo>
                    <a:pt x="1" y="233"/>
                  </a:lnTo>
                  <a:lnTo>
                    <a:pt x="135" y="233"/>
                  </a:lnTo>
                  <a:lnTo>
                    <a:pt x="13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138"/>
            <p:cNvSpPr/>
            <p:nvPr/>
          </p:nvSpPr>
          <p:spPr>
            <a:xfrm>
              <a:off x="9008373" y="3295198"/>
              <a:ext cx="59731" cy="114875"/>
            </a:xfrm>
            <a:custGeom>
              <a:rect b="b" l="l" r="r" t="t"/>
              <a:pathLst>
                <a:path extrusionOk="0" h="500" w="260">
                  <a:moveTo>
                    <a:pt x="1" y="0"/>
                  </a:moveTo>
                  <a:lnTo>
                    <a:pt x="1" y="500"/>
                  </a:lnTo>
                  <a:lnTo>
                    <a:pt x="260" y="500"/>
                  </a:lnTo>
                  <a:lnTo>
                    <a:pt x="26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138"/>
            <p:cNvSpPr/>
            <p:nvPr/>
          </p:nvSpPr>
          <p:spPr>
            <a:xfrm>
              <a:off x="9039157" y="3327592"/>
              <a:ext cx="104759" cy="64100"/>
            </a:xfrm>
            <a:custGeom>
              <a:rect b="b" l="l" r="r" t="t"/>
              <a:pathLst>
                <a:path extrusionOk="0" h="279" w="456">
                  <a:moveTo>
                    <a:pt x="437" y="1"/>
                  </a:moveTo>
                  <a:cubicBezTo>
                    <a:pt x="403" y="1"/>
                    <a:pt x="331" y="11"/>
                    <a:pt x="304" y="91"/>
                  </a:cubicBezTo>
                  <a:cubicBezTo>
                    <a:pt x="304" y="91"/>
                    <a:pt x="293" y="88"/>
                    <a:pt x="277" y="88"/>
                  </a:cubicBezTo>
                  <a:cubicBezTo>
                    <a:pt x="254" y="88"/>
                    <a:pt x="222" y="95"/>
                    <a:pt x="206" y="127"/>
                  </a:cubicBezTo>
                  <a:cubicBezTo>
                    <a:pt x="206" y="127"/>
                    <a:pt x="173" y="113"/>
                    <a:pt x="132" y="113"/>
                  </a:cubicBezTo>
                  <a:cubicBezTo>
                    <a:pt x="86" y="113"/>
                    <a:pt x="29" y="131"/>
                    <a:pt x="1" y="207"/>
                  </a:cubicBezTo>
                  <a:lnTo>
                    <a:pt x="456" y="279"/>
                  </a:lnTo>
                  <a:lnTo>
                    <a:pt x="456" y="2"/>
                  </a:lnTo>
                  <a:cubicBezTo>
                    <a:pt x="456" y="2"/>
                    <a:pt x="448" y="1"/>
                    <a:pt x="437"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138"/>
            <p:cNvSpPr/>
            <p:nvPr/>
          </p:nvSpPr>
          <p:spPr>
            <a:xfrm>
              <a:off x="8875130" y="2979530"/>
              <a:ext cx="268790" cy="57667"/>
            </a:xfrm>
            <a:custGeom>
              <a:rect b="b" l="l" r="r" t="t"/>
              <a:pathLst>
                <a:path extrusionOk="0" h="251" w="1170">
                  <a:moveTo>
                    <a:pt x="251" y="0"/>
                  </a:moveTo>
                  <a:lnTo>
                    <a:pt x="1" y="250"/>
                  </a:lnTo>
                  <a:lnTo>
                    <a:pt x="1170" y="250"/>
                  </a:lnTo>
                  <a:lnTo>
                    <a:pt x="11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138"/>
            <p:cNvSpPr/>
            <p:nvPr/>
          </p:nvSpPr>
          <p:spPr>
            <a:xfrm>
              <a:off x="8862954" y="3237762"/>
              <a:ext cx="162193" cy="260537"/>
            </a:xfrm>
            <a:custGeom>
              <a:rect b="b" l="l" r="r" t="t"/>
              <a:pathLst>
                <a:path extrusionOk="0" h="1134" w="706">
                  <a:moveTo>
                    <a:pt x="0" y="0"/>
                  </a:moveTo>
                  <a:lnTo>
                    <a:pt x="0" y="1133"/>
                  </a:lnTo>
                  <a:lnTo>
                    <a:pt x="705" y="1133"/>
                  </a:lnTo>
                  <a:lnTo>
                    <a:pt x="705"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138"/>
            <p:cNvSpPr/>
            <p:nvPr/>
          </p:nvSpPr>
          <p:spPr>
            <a:xfrm>
              <a:off x="8825968" y="3198706"/>
              <a:ext cx="37217" cy="299594"/>
            </a:xfrm>
            <a:custGeom>
              <a:rect b="b" l="l" r="r" t="t"/>
              <a:pathLst>
                <a:path extrusionOk="0" h="1304" w="162">
                  <a:moveTo>
                    <a:pt x="1" y="1"/>
                  </a:moveTo>
                  <a:lnTo>
                    <a:pt x="1" y="1303"/>
                  </a:lnTo>
                  <a:lnTo>
                    <a:pt x="161" y="1303"/>
                  </a:lnTo>
                  <a:lnTo>
                    <a:pt x="161" y="170"/>
                  </a:lnTo>
                  <a:lnTo>
                    <a:pt x="1"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138"/>
            <p:cNvSpPr/>
            <p:nvPr/>
          </p:nvSpPr>
          <p:spPr>
            <a:xfrm>
              <a:off x="8981724" y="3264412"/>
              <a:ext cx="18838" cy="35152"/>
            </a:xfrm>
            <a:custGeom>
              <a:rect b="b" l="l" r="r" t="t"/>
              <a:pathLst>
                <a:path extrusionOk="0" h="153" w="82">
                  <a:moveTo>
                    <a:pt x="1" y="0"/>
                  </a:moveTo>
                  <a:lnTo>
                    <a:pt x="1" y="152"/>
                  </a:lnTo>
                  <a:lnTo>
                    <a:pt x="81" y="152"/>
                  </a:lnTo>
                  <a:lnTo>
                    <a:pt x="8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138"/>
            <p:cNvSpPr/>
            <p:nvPr/>
          </p:nvSpPr>
          <p:spPr>
            <a:xfrm>
              <a:off x="8936697" y="3299333"/>
              <a:ext cx="20676" cy="36990"/>
            </a:xfrm>
            <a:custGeom>
              <a:rect b="b" l="l" r="r" t="t"/>
              <a:pathLst>
                <a:path extrusionOk="0" h="161" w="90">
                  <a:moveTo>
                    <a:pt x="1" y="0"/>
                  </a:moveTo>
                  <a:lnTo>
                    <a:pt x="1" y="161"/>
                  </a:lnTo>
                  <a:lnTo>
                    <a:pt x="90" y="161"/>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138"/>
            <p:cNvSpPr/>
            <p:nvPr/>
          </p:nvSpPr>
          <p:spPr>
            <a:xfrm>
              <a:off x="8891670" y="3274751"/>
              <a:ext cx="20676" cy="34922"/>
            </a:xfrm>
            <a:custGeom>
              <a:rect b="b" l="l" r="r" t="t"/>
              <a:pathLst>
                <a:path extrusionOk="0" h="152" w="90">
                  <a:moveTo>
                    <a:pt x="0" y="0"/>
                  </a:moveTo>
                  <a:lnTo>
                    <a:pt x="0" y="152"/>
                  </a:lnTo>
                  <a:lnTo>
                    <a:pt x="90" y="152"/>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138"/>
            <p:cNvSpPr/>
            <p:nvPr/>
          </p:nvSpPr>
          <p:spPr>
            <a:xfrm>
              <a:off x="8987927" y="3342295"/>
              <a:ext cx="20676" cy="35152"/>
            </a:xfrm>
            <a:custGeom>
              <a:rect b="b" l="l" r="r" t="t"/>
              <a:pathLst>
                <a:path extrusionOk="0" h="153" w="90">
                  <a:moveTo>
                    <a:pt x="1" y="0"/>
                  </a:moveTo>
                  <a:lnTo>
                    <a:pt x="1" y="152"/>
                  </a:lnTo>
                  <a:lnTo>
                    <a:pt x="90" y="152"/>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138"/>
            <p:cNvSpPr/>
            <p:nvPr/>
          </p:nvSpPr>
          <p:spPr>
            <a:xfrm>
              <a:off x="8883400" y="3342295"/>
              <a:ext cx="18609" cy="35152"/>
            </a:xfrm>
            <a:custGeom>
              <a:rect b="b" l="l" r="r" t="t"/>
              <a:pathLst>
                <a:path extrusionOk="0" h="153" w="81">
                  <a:moveTo>
                    <a:pt x="1" y="0"/>
                  </a:moveTo>
                  <a:lnTo>
                    <a:pt x="1" y="152"/>
                  </a:lnTo>
                  <a:lnTo>
                    <a:pt x="81" y="152"/>
                  </a:lnTo>
                  <a:lnTo>
                    <a:pt x="8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138"/>
            <p:cNvSpPr/>
            <p:nvPr/>
          </p:nvSpPr>
          <p:spPr>
            <a:xfrm>
              <a:off x="8934630" y="3413975"/>
              <a:ext cx="41352" cy="76047"/>
            </a:xfrm>
            <a:custGeom>
              <a:rect b="b" l="l" r="r" t="t"/>
              <a:pathLst>
                <a:path extrusionOk="0" h="331" w="180">
                  <a:moveTo>
                    <a:pt x="1" y="1"/>
                  </a:moveTo>
                  <a:lnTo>
                    <a:pt x="1" y="331"/>
                  </a:lnTo>
                  <a:lnTo>
                    <a:pt x="179" y="331"/>
                  </a:lnTo>
                  <a:lnTo>
                    <a:pt x="179"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138"/>
            <p:cNvSpPr/>
            <p:nvPr/>
          </p:nvSpPr>
          <p:spPr>
            <a:xfrm>
              <a:off x="8825968" y="3198706"/>
              <a:ext cx="199180" cy="39287"/>
            </a:xfrm>
            <a:custGeom>
              <a:rect b="b" l="l" r="r" t="t"/>
              <a:pathLst>
                <a:path extrusionOk="0" h="171" w="867">
                  <a:moveTo>
                    <a:pt x="1" y="1"/>
                  </a:moveTo>
                  <a:lnTo>
                    <a:pt x="161" y="170"/>
                  </a:lnTo>
                  <a:lnTo>
                    <a:pt x="866" y="170"/>
                  </a:lnTo>
                  <a:lnTo>
                    <a:pt x="69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138"/>
            <p:cNvSpPr/>
            <p:nvPr/>
          </p:nvSpPr>
          <p:spPr>
            <a:xfrm>
              <a:off x="8807590" y="3440396"/>
              <a:ext cx="104759" cy="64100"/>
            </a:xfrm>
            <a:custGeom>
              <a:rect b="b" l="l" r="r" t="t"/>
              <a:pathLst>
                <a:path extrusionOk="0" h="279" w="456">
                  <a:moveTo>
                    <a:pt x="437" y="1"/>
                  </a:moveTo>
                  <a:cubicBezTo>
                    <a:pt x="403" y="1"/>
                    <a:pt x="331" y="11"/>
                    <a:pt x="304" y="91"/>
                  </a:cubicBezTo>
                  <a:cubicBezTo>
                    <a:pt x="304" y="91"/>
                    <a:pt x="292" y="88"/>
                    <a:pt x="277" y="88"/>
                  </a:cubicBezTo>
                  <a:cubicBezTo>
                    <a:pt x="254" y="88"/>
                    <a:pt x="222" y="94"/>
                    <a:pt x="206" y="127"/>
                  </a:cubicBezTo>
                  <a:cubicBezTo>
                    <a:pt x="206" y="127"/>
                    <a:pt x="173" y="113"/>
                    <a:pt x="132" y="113"/>
                  </a:cubicBezTo>
                  <a:cubicBezTo>
                    <a:pt x="86" y="113"/>
                    <a:pt x="29" y="131"/>
                    <a:pt x="1" y="207"/>
                  </a:cubicBezTo>
                  <a:lnTo>
                    <a:pt x="456" y="278"/>
                  </a:lnTo>
                  <a:lnTo>
                    <a:pt x="456" y="2"/>
                  </a:lnTo>
                  <a:cubicBezTo>
                    <a:pt x="456" y="2"/>
                    <a:pt x="448" y="1"/>
                    <a:pt x="437"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138"/>
            <p:cNvSpPr/>
            <p:nvPr/>
          </p:nvSpPr>
          <p:spPr>
            <a:xfrm>
              <a:off x="8742117" y="3522644"/>
              <a:ext cx="161963" cy="260536"/>
            </a:xfrm>
            <a:custGeom>
              <a:rect b="b" l="l" r="r" t="t"/>
              <a:pathLst>
                <a:path extrusionOk="0" h="1134" w="705">
                  <a:moveTo>
                    <a:pt x="0" y="0"/>
                  </a:moveTo>
                  <a:lnTo>
                    <a:pt x="0" y="1133"/>
                  </a:lnTo>
                  <a:lnTo>
                    <a:pt x="705" y="1133"/>
                  </a:lnTo>
                  <a:lnTo>
                    <a:pt x="705"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138"/>
            <p:cNvSpPr/>
            <p:nvPr/>
          </p:nvSpPr>
          <p:spPr>
            <a:xfrm>
              <a:off x="8860887" y="3549294"/>
              <a:ext cx="18609" cy="37219"/>
            </a:xfrm>
            <a:custGeom>
              <a:rect b="b" l="l" r="r" t="t"/>
              <a:pathLst>
                <a:path extrusionOk="0" h="162" w="81">
                  <a:moveTo>
                    <a:pt x="1" y="0"/>
                  </a:moveTo>
                  <a:lnTo>
                    <a:pt x="1" y="161"/>
                  </a:lnTo>
                  <a:lnTo>
                    <a:pt x="81" y="161"/>
                  </a:lnTo>
                  <a:lnTo>
                    <a:pt x="8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138"/>
            <p:cNvSpPr/>
            <p:nvPr/>
          </p:nvSpPr>
          <p:spPr>
            <a:xfrm>
              <a:off x="8815860" y="3586283"/>
              <a:ext cx="20676" cy="34922"/>
            </a:xfrm>
            <a:custGeom>
              <a:rect b="b" l="l" r="r" t="t"/>
              <a:pathLst>
                <a:path extrusionOk="0" h="152" w="90">
                  <a:moveTo>
                    <a:pt x="0" y="0"/>
                  </a:moveTo>
                  <a:lnTo>
                    <a:pt x="0" y="152"/>
                  </a:lnTo>
                  <a:lnTo>
                    <a:pt x="89" y="152"/>
                  </a:lnTo>
                  <a:lnTo>
                    <a:pt x="89"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138"/>
            <p:cNvSpPr/>
            <p:nvPr/>
          </p:nvSpPr>
          <p:spPr>
            <a:xfrm>
              <a:off x="8770603" y="3559632"/>
              <a:ext cx="20906" cy="34922"/>
            </a:xfrm>
            <a:custGeom>
              <a:rect b="b" l="l" r="r" t="t"/>
              <a:pathLst>
                <a:path extrusionOk="0" h="152" w="91">
                  <a:moveTo>
                    <a:pt x="1" y="0"/>
                  </a:moveTo>
                  <a:lnTo>
                    <a:pt x="1" y="152"/>
                  </a:lnTo>
                  <a:lnTo>
                    <a:pt x="90" y="152"/>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138"/>
            <p:cNvSpPr/>
            <p:nvPr/>
          </p:nvSpPr>
          <p:spPr>
            <a:xfrm>
              <a:off x="8867089" y="3627177"/>
              <a:ext cx="20676" cy="35152"/>
            </a:xfrm>
            <a:custGeom>
              <a:rect b="b" l="l" r="r" t="t"/>
              <a:pathLst>
                <a:path extrusionOk="0" h="153" w="90">
                  <a:moveTo>
                    <a:pt x="0" y="0"/>
                  </a:moveTo>
                  <a:lnTo>
                    <a:pt x="0" y="152"/>
                  </a:lnTo>
                  <a:lnTo>
                    <a:pt x="89" y="152"/>
                  </a:lnTo>
                  <a:lnTo>
                    <a:pt x="89"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138"/>
            <p:cNvSpPr/>
            <p:nvPr/>
          </p:nvSpPr>
          <p:spPr>
            <a:xfrm>
              <a:off x="8776806" y="3637515"/>
              <a:ext cx="20676" cy="34922"/>
            </a:xfrm>
            <a:custGeom>
              <a:rect b="b" l="l" r="r" t="t"/>
              <a:pathLst>
                <a:path extrusionOk="0" h="152" w="90">
                  <a:moveTo>
                    <a:pt x="1" y="0"/>
                  </a:moveTo>
                  <a:lnTo>
                    <a:pt x="1" y="152"/>
                  </a:lnTo>
                  <a:lnTo>
                    <a:pt x="90" y="152"/>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138"/>
            <p:cNvSpPr/>
            <p:nvPr/>
          </p:nvSpPr>
          <p:spPr>
            <a:xfrm>
              <a:off x="8813792" y="3698857"/>
              <a:ext cx="41123" cy="76047"/>
            </a:xfrm>
            <a:custGeom>
              <a:rect b="b" l="l" r="r" t="t"/>
              <a:pathLst>
                <a:path extrusionOk="0" h="331" w="179">
                  <a:moveTo>
                    <a:pt x="0" y="1"/>
                  </a:moveTo>
                  <a:lnTo>
                    <a:pt x="0" y="331"/>
                  </a:lnTo>
                  <a:lnTo>
                    <a:pt x="179" y="331"/>
                  </a:lnTo>
                  <a:lnTo>
                    <a:pt x="179"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138"/>
            <p:cNvSpPr/>
            <p:nvPr/>
          </p:nvSpPr>
          <p:spPr>
            <a:xfrm>
              <a:off x="8721441" y="3483587"/>
              <a:ext cx="182639" cy="39287"/>
            </a:xfrm>
            <a:custGeom>
              <a:rect b="b" l="l" r="r" t="t"/>
              <a:pathLst>
                <a:path extrusionOk="0" h="171" w="795">
                  <a:moveTo>
                    <a:pt x="170" y="1"/>
                  </a:moveTo>
                  <a:lnTo>
                    <a:pt x="1" y="170"/>
                  </a:lnTo>
                  <a:lnTo>
                    <a:pt x="795" y="170"/>
                  </a:lnTo>
                  <a:lnTo>
                    <a:pt x="79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138"/>
            <p:cNvSpPr/>
            <p:nvPr/>
          </p:nvSpPr>
          <p:spPr>
            <a:xfrm>
              <a:off x="8342388" y="3483587"/>
              <a:ext cx="135544" cy="215506"/>
            </a:xfrm>
            <a:custGeom>
              <a:rect b="b" l="l" r="r" t="t"/>
              <a:pathLst>
                <a:path extrusionOk="0" h="938" w="590">
                  <a:moveTo>
                    <a:pt x="0" y="1"/>
                  </a:moveTo>
                  <a:lnTo>
                    <a:pt x="0" y="938"/>
                  </a:lnTo>
                  <a:lnTo>
                    <a:pt x="589" y="938"/>
                  </a:lnTo>
                  <a:lnTo>
                    <a:pt x="589"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138"/>
            <p:cNvSpPr/>
            <p:nvPr/>
          </p:nvSpPr>
          <p:spPr>
            <a:xfrm>
              <a:off x="8477699" y="3450964"/>
              <a:ext cx="31014" cy="248130"/>
            </a:xfrm>
            <a:custGeom>
              <a:rect b="b" l="l" r="r" t="t"/>
              <a:pathLst>
                <a:path extrusionOk="0" h="1080" w="135">
                  <a:moveTo>
                    <a:pt x="134" y="0"/>
                  </a:moveTo>
                  <a:lnTo>
                    <a:pt x="0" y="143"/>
                  </a:lnTo>
                  <a:lnTo>
                    <a:pt x="0" y="1080"/>
                  </a:lnTo>
                  <a:lnTo>
                    <a:pt x="134" y="1080"/>
                  </a:lnTo>
                  <a:lnTo>
                    <a:pt x="134"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138"/>
            <p:cNvSpPr/>
            <p:nvPr/>
          </p:nvSpPr>
          <p:spPr>
            <a:xfrm>
              <a:off x="8362834" y="3506332"/>
              <a:ext cx="16771" cy="28949"/>
            </a:xfrm>
            <a:custGeom>
              <a:rect b="b" l="l" r="r" t="t"/>
              <a:pathLst>
                <a:path extrusionOk="0" h="126" w="73">
                  <a:moveTo>
                    <a:pt x="1" y="0"/>
                  </a:moveTo>
                  <a:lnTo>
                    <a:pt x="1" y="125"/>
                  </a:lnTo>
                  <a:lnTo>
                    <a:pt x="72" y="125"/>
                  </a:lnTo>
                  <a:lnTo>
                    <a:pt x="7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138"/>
            <p:cNvSpPr/>
            <p:nvPr/>
          </p:nvSpPr>
          <p:spPr>
            <a:xfrm>
              <a:off x="8399821" y="3535050"/>
              <a:ext cx="16541" cy="30786"/>
            </a:xfrm>
            <a:custGeom>
              <a:rect b="b" l="l" r="r" t="t"/>
              <a:pathLst>
                <a:path extrusionOk="0" h="134" w="72">
                  <a:moveTo>
                    <a:pt x="0" y="0"/>
                  </a:moveTo>
                  <a:lnTo>
                    <a:pt x="0" y="134"/>
                  </a:lnTo>
                  <a:lnTo>
                    <a:pt x="72" y="134"/>
                  </a:lnTo>
                  <a:lnTo>
                    <a:pt x="7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138"/>
            <p:cNvSpPr/>
            <p:nvPr/>
          </p:nvSpPr>
          <p:spPr>
            <a:xfrm>
              <a:off x="8436577" y="3514373"/>
              <a:ext cx="16771" cy="28949"/>
            </a:xfrm>
            <a:custGeom>
              <a:rect b="b" l="l" r="r" t="t"/>
              <a:pathLst>
                <a:path extrusionOk="0" h="126" w="73">
                  <a:moveTo>
                    <a:pt x="1" y="1"/>
                  </a:moveTo>
                  <a:lnTo>
                    <a:pt x="1" y="126"/>
                  </a:lnTo>
                  <a:lnTo>
                    <a:pt x="72" y="126"/>
                  </a:lnTo>
                  <a:lnTo>
                    <a:pt x="7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138"/>
            <p:cNvSpPr/>
            <p:nvPr/>
          </p:nvSpPr>
          <p:spPr>
            <a:xfrm>
              <a:off x="8356632" y="3569741"/>
              <a:ext cx="16771" cy="31016"/>
            </a:xfrm>
            <a:custGeom>
              <a:rect b="b" l="l" r="r" t="t"/>
              <a:pathLst>
                <a:path extrusionOk="0" h="135" w="73">
                  <a:moveTo>
                    <a:pt x="1" y="1"/>
                  </a:moveTo>
                  <a:lnTo>
                    <a:pt x="1" y="134"/>
                  </a:lnTo>
                  <a:lnTo>
                    <a:pt x="72" y="134"/>
                  </a:lnTo>
                  <a:lnTo>
                    <a:pt x="7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138"/>
            <p:cNvSpPr/>
            <p:nvPr/>
          </p:nvSpPr>
          <p:spPr>
            <a:xfrm>
              <a:off x="8559712" y="3598459"/>
              <a:ext cx="16541" cy="28949"/>
            </a:xfrm>
            <a:custGeom>
              <a:rect b="b" l="l" r="r" t="t"/>
              <a:pathLst>
                <a:path extrusionOk="0" h="126" w="72">
                  <a:moveTo>
                    <a:pt x="0" y="1"/>
                  </a:moveTo>
                  <a:lnTo>
                    <a:pt x="0" y="125"/>
                  </a:lnTo>
                  <a:lnTo>
                    <a:pt x="71" y="125"/>
                  </a:lnTo>
                  <a:lnTo>
                    <a:pt x="7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138"/>
            <p:cNvSpPr/>
            <p:nvPr/>
          </p:nvSpPr>
          <p:spPr>
            <a:xfrm>
              <a:off x="8524793" y="3567673"/>
              <a:ext cx="16541" cy="28949"/>
            </a:xfrm>
            <a:custGeom>
              <a:rect b="b" l="l" r="r" t="t"/>
              <a:pathLst>
                <a:path extrusionOk="0" h="126" w="72">
                  <a:moveTo>
                    <a:pt x="0" y="1"/>
                  </a:moveTo>
                  <a:lnTo>
                    <a:pt x="0" y="126"/>
                  </a:lnTo>
                  <a:lnTo>
                    <a:pt x="72" y="126"/>
                  </a:lnTo>
                  <a:lnTo>
                    <a:pt x="7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138"/>
            <p:cNvSpPr/>
            <p:nvPr/>
          </p:nvSpPr>
          <p:spPr>
            <a:xfrm>
              <a:off x="8305402" y="3606730"/>
              <a:ext cx="16771" cy="28949"/>
            </a:xfrm>
            <a:custGeom>
              <a:rect b="b" l="l" r="r" t="t"/>
              <a:pathLst>
                <a:path extrusionOk="0" h="126" w="73">
                  <a:moveTo>
                    <a:pt x="1" y="0"/>
                  </a:moveTo>
                  <a:lnTo>
                    <a:pt x="1" y="125"/>
                  </a:lnTo>
                  <a:lnTo>
                    <a:pt x="72" y="125"/>
                  </a:lnTo>
                  <a:lnTo>
                    <a:pt x="7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138"/>
            <p:cNvSpPr/>
            <p:nvPr/>
          </p:nvSpPr>
          <p:spPr>
            <a:xfrm>
              <a:off x="8172389" y="3598459"/>
              <a:ext cx="16541" cy="28949"/>
            </a:xfrm>
            <a:custGeom>
              <a:rect b="b" l="l" r="r" t="t"/>
              <a:pathLst>
                <a:path extrusionOk="0" h="126" w="72">
                  <a:moveTo>
                    <a:pt x="0" y="1"/>
                  </a:moveTo>
                  <a:lnTo>
                    <a:pt x="0" y="125"/>
                  </a:lnTo>
                  <a:lnTo>
                    <a:pt x="71" y="125"/>
                  </a:lnTo>
                  <a:lnTo>
                    <a:pt x="7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138"/>
            <p:cNvSpPr/>
            <p:nvPr/>
          </p:nvSpPr>
          <p:spPr>
            <a:xfrm>
              <a:off x="8262443" y="3635448"/>
              <a:ext cx="16541" cy="28949"/>
            </a:xfrm>
            <a:custGeom>
              <a:rect b="b" l="l" r="r" t="t"/>
              <a:pathLst>
                <a:path extrusionOk="0" h="126" w="72">
                  <a:moveTo>
                    <a:pt x="1" y="0"/>
                  </a:moveTo>
                  <a:lnTo>
                    <a:pt x="1" y="125"/>
                  </a:lnTo>
                  <a:lnTo>
                    <a:pt x="72" y="125"/>
                  </a:lnTo>
                  <a:lnTo>
                    <a:pt x="7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138"/>
            <p:cNvSpPr/>
            <p:nvPr/>
          </p:nvSpPr>
          <p:spPr>
            <a:xfrm>
              <a:off x="8119092" y="3602594"/>
              <a:ext cx="16541" cy="31016"/>
            </a:xfrm>
            <a:custGeom>
              <a:rect b="b" l="l" r="r" t="t"/>
              <a:pathLst>
                <a:path extrusionOk="0" h="135" w="72">
                  <a:moveTo>
                    <a:pt x="0" y="0"/>
                  </a:moveTo>
                  <a:lnTo>
                    <a:pt x="0" y="134"/>
                  </a:lnTo>
                  <a:lnTo>
                    <a:pt x="71" y="134"/>
                  </a:lnTo>
                  <a:lnTo>
                    <a:pt x="7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138"/>
            <p:cNvSpPr/>
            <p:nvPr/>
          </p:nvSpPr>
          <p:spPr>
            <a:xfrm>
              <a:off x="8145740" y="3649692"/>
              <a:ext cx="16541" cy="31016"/>
            </a:xfrm>
            <a:custGeom>
              <a:rect b="b" l="l" r="r" t="t"/>
              <a:pathLst>
                <a:path extrusionOk="0" h="135" w="72">
                  <a:moveTo>
                    <a:pt x="0" y="1"/>
                  </a:moveTo>
                  <a:lnTo>
                    <a:pt x="0" y="134"/>
                  </a:lnTo>
                  <a:lnTo>
                    <a:pt x="71" y="134"/>
                  </a:lnTo>
                  <a:lnTo>
                    <a:pt x="7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138"/>
            <p:cNvSpPr/>
            <p:nvPr/>
          </p:nvSpPr>
          <p:spPr>
            <a:xfrm>
              <a:off x="8444848" y="3569741"/>
              <a:ext cx="16541" cy="31016"/>
            </a:xfrm>
            <a:custGeom>
              <a:rect b="b" l="l" r="r" t="t"/>
              <a:pathLst>
                <a:path extrusionOk="0" h="135" w="72">
                  <a:moveTo>
                    <a:pt x="1" y="1"/>
                  </a:moveTo>
                  <a:lnTo>
                    <a:pt x="1" y="134"/>
                  </a:lnTo>
                  <a:lnTo>
                    <a:pt x="72" y="134"/>
                  </a:lnTo>
                  <a:lnTo>
                    <a:pt x="7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138"/>
            <p:cNvSpPr/>
            <p:nvPr/>
          </p:nvSpPr>
          <p:spPr>
            <a:xfrm>
              <a:off x="8385348" y="3635448"/>
              <a:ext cx="33082" cy="63641"/>
            </a:xfrm>
            <a:custGeom>
              <a:rect b="b" l="l" r="r" t="t"/>
              <a:pathLst>
                <a:path extrusionOk="0" h="277" w="144">
                  <a:moveTo>
                    <a:pt x="1" y="0"/>
                  </a:moveTo>
                  <a:lnTo>
                    <a:pt x="1" y="277"/>
                  </a:lnTo>
                  <a:lnTo>
                    <a:pt x="144" y="277"/>
                  </a:lnTo>
                  <a:lnTo>
                    <a:pt x="144"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138"/>
            <p:cNvSpPr/>
            <p:nvPr/>
          </p:nvSpPr>
          <p:spPr>
            <a:xfrm>
              <a:off x="8200875" y="3635448"/>
              <a:ext cx="33082" cy="63641"/>
            </a:xfrm>
            <a:custGeom>
              <a:rect b="b" l="l" r="r" t="t"/>
              <a:pathLst>
                <a:path extrusionOk="0" h="277" w="144">
                  <a:moveTo>
                    <a:pt x="1" y="0"/>
                  </a:moveTo>
                  <a:lnTo>
                    <a:pt x="1" y="277"/>
                  </a:lnTo>
                  <a:lnTo>
                    <a:pt x="144" y="277"/>
                  </a:lnTo>
                  <a:lnTo>
                    <a:pt x="144"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138"/>
            <p:cNvSpPr/>
            <p:nvPr/>
          </p:nvSpPr>
          <p:spPr>
            <a:xfrm>
              <a:off x="8342388" y="3450964"/>
              <a:ext cx="166328" cy="32854"/>
            </a:xfrm>
            <a:custGeom>
              <a:rect b="b" l="l" r="r" t="t"/>
              <a:pathLst>
                <a:path extrusionOk="0" h="143" w="724">
                  <a:moveTo>
                    <a:pt x="143" y="0"/>
                  </a:moveTo>
                  <a:lnTo>
                    <a:pt x="0" y="143"/>
                  </a:lnTo>
                  <a:lnTo>
                    <a:pt x="589" y="143"/>
                  </a:lnTo>
                  <a:lnTo>
                    <a:pt x="72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138"/>
            <p:cNvSpPr/>
            <p:nvPr/>
          </p:nvSpPr>
          <p:spPr>
            <a:xfrm>
              <a:off x="8319875" y="3618906"/>
              <a:ext cx="45258" cy="121308"/>
            </a:xfrm>
            <a:custGeom>
              <a:rect b="b" l="l" r="r" t="t"/>
              <a:pathLst>
                <a:path extrusionOk="0" h="528" w="197">
                  <a:moveTo>
                    <a:pt x="98" y="1"/>
                  </a:moveTo>
                  <a:lnTo>
                    <a:pt x="45" y="259"/>
                  </a:lnTo>
                  <a:lnTo>
                    <a:pt x="0" y="527"/>
                  </a:lnTo>
                  <a:lnTo>
                    <a:pt x="197" y="527"/>
                  </a:lnTo>
                  <a:lnTo>
                    <a:pt x="152" y="259"/>
                  </a:lnTo>
                  <a:lnTo>
                    <a:pt x="9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138"/>
            <p:cNvSpPr/>
            <p:nvPr/>
          </p:nvSpPr>
          <p:spPr>
            <a:xfrm>
              <a:off x="8010430" y="3518508"/>
              <a:ext cx="47325" cy="121078"/>
            </a:xfrm>
            <a:custGeom>
              <a:rect b="b" l="l" r="r" t="t"/>
              <a:pathLst>
                <a:path extrusionOk="0" h="527" w="206">
                  <a:moveTo>
                    <a:pt x="98" y="1"/>
                  </a:moveTo>
                  <a:lnTo>
                    <a:pt x="54" y="268"/>
                  </a:lnTo>
                  <a:lnTo>
                    <a:pt x="0" y="527"/>
                  </a:lnTo>
                  <a:lnTo>
                    <a:pt x="205" y="527"/>
                  </a:lnTo>
                  <a:lnTo>
                    <a:pt x="152" y="268"/>
                  </a:lnTo>
                  <a:lnTo>
                    <a:pt x="9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138"/>
            <p:cNvSpPr/>
            <p:nvPr/>
          </p:nvSpPr>
          <p:spPr>
            <a:xfrm>
              <a:off x="7944728" y="3602594"/>
              <a:ext cx="59731" cy="153932"/>
            </a:xfrm>
            <a:custGeom>
              <a:rect b="b" l="l" r="r" t="t"/>
              <a:pathLst>
                <a:path extrusionOk="0" h="670" w="260">
                  <a:moveTo>
                    <a:pt x="135" y="0"/>
                  </a:moveTo>
                  <a:lnTo>
                    <a:pt x="63" y="330"/>
                  </a:lnTo>
                  <a:lnTo>
                    <a:pt x="1" y="669"/>
                  </a:lnTo>
                  <a:lnTo>
                    <a:pt x="260" y="669"/>
                  </a:lnTo>
                  <a:lnTo>
                    <a:pt x="197" y="330"/>
                  </a:lnTo>
                  <a:lnTo>
                    <a:pt x="13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138"/>
            <p:cNvSpPr/>
            <p:nvPr/>
          </p:nvSpPr>
          <p:spPr>
            <a:xfrm>
              <a:off x="7840201" y="3569741"/>
              <a:ext cx="43420" cy="108901"/>
            </a:xfrm>
            <a:custGeom>
              <a:rect b="b" l="l" r="r" t="t"/>
              <a:pathLst>
                <a:path extrusionOk="0" h="474" w="189">
                  <a:moveTo>
                    <a:pt x="90" y="1"/>
                  </a:moveTo>
                  <a:lnTo>
                    <a:pt x="45" y="233"/>
                  </a:lnTo>
                  <a:lnTo>
                    <a:pt x="1" y="473"/>
                  </a:lnTo>
                  <a:lnTo>
                    <a:pt x="188" y="473"/>
                  </a:lnTo>
                  <a:lnTo>
                    <a:pt x="135" y="233"/>
                  </a:lnTo>
                  <a:lnTo>
                    <a:pt x="9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138"/>
            <p:cNvSpPr/>
            <p:nvPr/>
          </p:nvSpPr>
          <p:spPr>
            <a:xfrm>
              <a:off x="8287024" y="3346431"/>
              <a:ext cx="47325" cy="121078"/>
            </a:xfrm>
            <a:custGeom>
              <a:rect b="b" l="l" r="r" t="t"/>
              <a:pathLst>
                <a:path extrusionOk="0" h="527" w="206">
                  <a:moveTo>
                    <a:pt x="99" y="0"/>
                  </a:moveTo>
                  <a:lnTo>
                    <a:pt x="54" y="268"/>
                  </a:lnTo>
                  <a:lnTo>
                    <a:pt x="1" y="527"/>
                  </a:lnTo>
                  <a:lnTo>
                    <a:pt x="206" y="527"/>
                  </a:lnTo>
                  <a:lnTo>
                    <a:pt x="152" y="268"/>
                  </a:lnTo>
                  <a:lnTo>
                    <a:pt x="9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138"/>
            <p:cNvSpPr/>
            <p:nvPr/>
          </p:nvSpPr>
          <p:spPr>
            <a:xfrm>
              <a:off x="8344456" y="3360675"/>
              <a:ext cx="31014" cy="82250"/>
            </a:xfrm>
            <a:custGeom>
              <a:rect b="b" l="l" r="r" t="t"/>
              <a:pathLst>
                <a:path extrusionOk="0" h="358" w="135">
                  <a:moveTo>
                    <a:pt x="72" y="1"/>
                  </a:moveTo>
                  <a:lnTo>
                    <a:pt x="36" y="179"/>
                  </a:lnTo>
                  <a:lnTo>
                    <a:pt x="0" y="358"/>
                  </a:lnTo>
                  <a:lnTo>
                    <a:pt x="134" y="358"/>
                  </a:lnTo>
                  <a:lnTo>
                    <a:pt x="99" y="179"/>
                  </a:lnTo>
                  <a:lnTo>
                    <a:pt x="72"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138"/>
            <p:cNvSpPr/>
            <p:nvPr/>
          </p:nvSpPr>
          <p:spPr>
            <a:xfrm>
              <a:off x="8903846" y="3426381"/>
              <a:ext cx="240073" cy="383453"/>
            </a:xfrm>
            <a:custGeom>
              <a:rect b="b" l="l" r="r" t="t"/>
              <a:pathLst>
                <a:path extrusionOk="0" h="1669" w="1045">
                  <a:moveTo>
                    <a:pt x="1" y="0"/>
                  </a:moveTo>
                  <a:lnTo>
                    <a:pt x="1" y="1668"/>
                  </a:lnTo>
                  <a:lnTo>
                    <a:pt x="1045" y="1668"/>
                  </a:lnTo>
                  <a:lnTo>
                    <a:pt x="1045"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138"/>
            <p:cNvSpPr/>
            <p:nvPr/>
          </p:nvSpPr>
          <p:spPr>
            <a:xfrm>
              <a:off x="9078210" y="3465208"/>
              <a:ext cx="28947" cy="53532"/>
            </a:xfrm>
            <a:custGeom>
              <a:rect b="b" l="l" r="r" t="t"/>
              <a:pathLst>
                <a:path extrusionOk="0" h="233" w="126">
                  <a:moveTo>
                    <a:pt x="0" y="1"/>
                  </a:moveTo>
                  <a:lnTo>
                    <a:pt x="0" y="233"/>
                  </a:lnTo>
                  <a:lnTo>
                    <a:pt x="125" y="233"/>
                  </a:lnTo>
                  <a:lnTo>
                    <a:pt x="12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138"/>
            <p:cNvSpPr/>
            <p:nvPr/>
          </p:nvSpPr>
          <p:spPr>
            <a:xfrm>
              <a:off x="9012508" y="3518508"/>
              <a:ext cx="28947" cy="53532"/>
            </a:xfrm>
            <a:custGeom>
              <a:rect b="b" l="l" r="r" t="t"/>
              <a:pathLst>
                <a:path extrusionOk="0" h="233" w="126">
                  <a:moveTo>
                    <a:pt x="1" y="1"/>
                  </a:moveTo>
                  <a:lnTo>
                    <a:pt x="1" y="233"/>
                  </a:lnTo>
                  <a:lnTo>
                    <a:pt x="126" y="233"/>
                  </a:lnTo>
                  <a:lnTo>
                    <a:pt x="12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138"/>
            <p:cNvSpPr/>
            <p:nvPr/>
          </p:nvSpPr>
          <p:spPr>
            <a:xfrm>
              <a:off x="8947035" y="3479682"/>
              <a:ext cx="28947" cy="53532"/>
            </a:xfrm>
            <a:custGeom>
              <a:rect b="b" l="l" r="r" t="t"/>
              <a:pathLst>
                <a:path extrusionOk="0" h="233" w="126">
                  <a:moveTo>
                    <a:pt x="0" y="0"/>
                  </a:moveTo>
                  <a:lnTo>
                    <a:pt x="0" y="232"/>
                  </a:lnTo>
                  <a:lnTo>
                    <a:pt x="125" y="232"/>
                  </a:lnTo>
                  <a:lnTo>
                    <a:pt x="12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138"/>
            <p:cNvSpPr/>
            <p:nvPr/>
          </p:nvSpPr>
          <p:spPr>
            <a:xfrm>
              <a:off x="9090386" y="3580080"/>
              <a:ext cx="28947" cy="53532"/>
            </a:xfrm>
            <a:custGeom>
              <a:rect b="b" l="l" r="r" t="t"/>
              <a:pathLst>
                <a:path extrusionOk="0" h="233" w="126">
                  <a:moveTo>
                    <a:pt x="1" y="0"/>
                  </a:moveTo>
                  <a:lnTo>
                    <a:pt x="1" y="232"/>
                  </a:lnTo>
                  <a:lnTo>
                    <a:pt x="126" y="232"/>
                  </a:lnTo>
                  <a:lnTo>
                    <a:pt x="12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138"/>
            <p:cNvSpPr/>
            <p:nvPr/>
          </p:nvSpPr>
          <p:spPr>
            <a:xfrm>
              <a:off x="8955076" y="3594324"/>
              <a:ext cx="31014" cy="53532"/>
            </a:xfrm>
            <a:custGeom>
              <a:rect b="b" l="l" r="r" t="t"/>
              <a:pathLst>
                <a:path extrusionOk="0" h="233" w="135">
                  <a:moveTo>
                    <a:pt x="1" y="1"/>
                  </a:moveTo>
                  <a:lnTo>
                    <a:pt x="1" y="233"/>
                  </a:lnTo>
                  <a:lnTo>
                    <a:pt x="135" y="233"/>
                  </a:lnTo>
                  <a:lnTo>
                    <a:pt x="13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138"/>
            <p:cNvSpPr/>
            <p:nvPr/>
          </p:nvSpPr>
          <p:spPr>
            <a:xfrm>
              <a:off x="9008373" y="3684613"/>
              <a:ext cx="59731" cy="114875"/>
            </a:xfrm>
            <a:custGeom>
              <a:rect b="b" l="l" r="r" t="t"/>
              <a:pathLst>
                <a:path extrusionOk="0" h="500" w="260">
                  <a:moveTo>
                    <a:pt x="1" y="0"/>
                  </a:moveTo>
                  <a:lnTo>
                    <a:pt x="1" y="500"/>
                  </a:lnTo>
                  <a:lnTo>
                    <a:pt x="260" y="500"/>
                  </a:lnTo>
                  <a:lnTo>
                    <a:pt x="26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138"/>
            <p:cNvSpPr/>
            <p:nvPr/>
          </p:nvSpPr>
          <p:spPr>
            <a:xfrm>
              <a:off x="8875130" y="3368945"/>
              <a:ext cx="268790" cy="57667"/>
            </a:xfrm>
            <a:custGeom>
              <a:rect b="b" l="l" r="r" t="t"/>
              <a:pathLst>
                <a:path extrusionOk="0" h="251" w="1170">
                  <a:moveTo>
                    <a:pt x="251" y="0"/>
                  </a:moveTo>
                  <a:lnTo>
                    <a:pt x="1" y="250"/>
                  </a:lnTo>
                  <a:lnTo>
                    <a:pt x="1170" y="250"/>
                  </a:lnTo>
                  <a:lnTo>
                    <a:pt x="11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138"/>
            <p:cNvSpPr/>
            <p:nvPr/>
          </p:nvSpPr>
          <p:spPr>
            <a:xfrm>
              <a:off x="9039157" y="3739751"/>
              <a:ext cx="104759" cy="63871"/>
            </a:xfrm>
            <a:custGeom>
              <a:rect b="b" l="l" r="r" t="t"/>
              <a:pathLst>
                <a:path extrusionOk="0" h="278" w="456">
                  <a:moveTo>
                    <a:pt x="437" y="0"/>
                  </a:moveTo>
                  <a:cubicBezTo>
                    <a:pt x="403" y="0"/>
                    <a:pt x="331" y="10"/>
                    <a:pt x="304" y="90"/>
                  </a:cubicBezTo>
                  <a:cubicBezTo>
                    <a:pt x="304" y="90"/>
                    <a:pt x="293" y="87"/>
                    <a:pt x="277" y="87"/>
                  </a:cubicBezTo>
                  <a:cubicBezTo>
                    <a:pt x="254" y="87"/>
                    <a:pt x="222" y="94"/>
                    <a:pt x="206" y="126"/>
                  </a:cubicBezTo>
                  <a:cubicBezTo>
                    <a:pt x="206" y="126"/>
                    <a:pt x="173" y="112"/>
                    <a:pt x="132" y="112"/>
                  </a:cubicBezTo>
                  <a:cubicBezTo>
                    <a:pt x="86" y="112"/>
                    <a:pt x="29" y="130"/>
                    <a:pt x="1" y="206"/>
                  </a:cubicBezTo>
                  <a:lnTo>
                    <a:pt x="456" y="278"/>
                  </a:lnTo>
                  <a:lnTo>
                    <a:pt x="456" y="1"/>
                  </a:lnTo>
                  <a:cubicBezTo>
                    <a:pt x="456" y="1"/>
                    <a:pt x="448" y="0"/>
                    <a:pt x="437"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138"/>
            <p:cNvSpPr/>
            <p:nvPr/>
          </p:nvSpPr>
          <p:spPr>
            <a:xfrm>
              <a:off x="7852606" y="3694262"/>
              <a:ext cx="104759" cy="64330"/>
            </a:xfrm>
            <a:custGeom>
              <a:rect b="b" l="l" r="r" t="t"/>
              <a:pathLst>
                <a:path extrusionOk="0" h="280" w="456">
                  <a:moveTo>
                    <a:pt x="427" y="0"/>
                  </a:moveTo>
                  <a:cubicBezTo>
                    <a:pt x="390" y="0"/>
                    <a:pt x="328" y="13"/>
                    <a:pt x="304" y="92"/>
                  </a:cubicBezTo>
                  <a:cubicBezTo>
                    <a:pt x="304" y="92"/>
                    <a:pt x="288" y="86"/>
                    <a:pt x="269" y="86"/>
                  </a:cubicBezTo>
                  <a:cubicBezTo>
                    <a:pt x="247" y="86"/>
                    <a:pt x="220" y="94"/>
                    <a:pt x="206" y="128"/>
                  </a:cubicBezTo>
                  <a:cubicBezTo>
                    <a:pt x="206" y="128"/>
                    <a:pt x="173" y="114"/>
                    <a:pt x="132" y="114"/>
                  </a:cubicBezTo>
                  <a:cubicBezTo>
                    <a:pt x="85" y="114"/>
                    <a:pt x="29" y="132"/>
                    <a:pt x="0" y="208"/>
                  </a:cubicBezTo>
                  <a:lnTo>
                    <a:pt x="455" y="279"/>
                  </a:lnTo>
                  <a:lnTo>
                    <a:pt x="455" y="3"/>
                  </a:lnTo>
                  <a:cubicBezTo>
                    <a:pt x="455" y="3"/>
                    <a:pt x="444" y="0"/>
                    <a:pt x="427"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138"/>
            <p:cNvSpPr/>
            <p:nvPr/>
          </p:nvSpPr>
          <p:spPr>
            <a:xfrm>
              <a:off x="8879265" y="3674274"/>
              <a:ext cx="47325" cy="121078"/>
            </a:xfrm>
            <a:custGeom>
              <a:rect b="b" l="l" r="r" t="t"/>
              <a:pathLst>
                <a:path extrusionOk="0" h="527" w="206">
                  <a:moveTo>
                    <a:pt x="99" y="1"/>
                  </a:moveTo>
                  <a:lnTo>
                    <a:pt x="54" y="259"/>
                  </a:lnTo>
                  <a:lnTo>
                    <a:pt x="1" y="527"/>
                  </a:lnTo>
                  <a:lnTo>
                    <a:pt x="206" y="527"/>
                  </a:lnTo>
                  <a:lnTo>
                    <a:pt x="152" y="259"/>
                  </a:lnTo>
                  <a:lnTo>
                    <a:pt x="9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138"/>
            <p:cNvSpPr/>
            <p:nvPr/>
          </p:nvSpPr>
          <p:spPr>
            <a:xfrm>
              <a:off x="9112900" y="2819629"/>
              <a:ext cx="31014" cy="160136"/>
            </a:xfrm>
            <a:custGeom>
              <a:rect b="b" l="l" r="r" t="t"/>
              <a:pathLst>
                <a:path extrusionOk="0" h="697" w="135">
                  <a:moveTo>
                    <a:pt x="135" y="1"/>
                  </a:moveTo>
                  <a:lnTo>
                    <a:pt x="72" y="349"/>
                  </a:lnTo>
                  <a:lnTo>
                    <a:pt x="1" y="696"/>
                  </a:lnTo>
                  <a:lnTo>
                    <a:pt x="135" y="696"/>
                  </a:lnTo>
                  <a:lnTo>
                    <a:pt x="135"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138"/>
            <p:cNvSpPr/>
            <p:nvPr/>
          </p:nvSpPr>
          <p:spPr>
            <a:xfrm>
              <a:off x="7639418" y="3660030"/>
              <a:ext cx="252249" cy="192760"/>
            </a:xfrm>
            <a:custGeom>
              <a:rect b="b" l="l" r="r" t="t"/>
              <a:pathLst>
                <a:path extrusionOk="0" h="839" w="1098">
                  <a:moveTo>
                    <a:pt x="429" y="0"/>
                  </a:moveTo>
                  <a:lnTo>
                    <a:pt x="1" y="491"/>
                  </a:lnTo>
                  <a:lnTo>
                    <a:pt x="991" y="839"/>
                  </a:lnTo>
                  <a:lnTo>
                    <a:pt x="1098" y="366"/>
                  </a:lnTo>
                  <a:lnTo>
                    <a:pt x="42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138"/>
            <p:cNvSpPr/>
            <p:nvPr/>
          </p:nvSpPr>
          <p:spPr>
            <a:xfrm>
              <a:off x="7866849" y="3725507"/>
              <a:ext cx="520809" cy="127282"/>
            </a:xfrm>
            <a:custGeom>
              <a:rect b="b" l="l" r="r" t="t"/>
              <a:pathLst>
                <a:path extrusionOk="0" h="554" w="2267">
                  <a:moveTo>
                    <a:pt x="2267" y="1"/>
                  </a:moveTo>
                  <a:lnTo>
                    <a:pt x="108" y="81"/>
                  </a:lnTo>
                  <a:lnTo>
                    <a:pt x="1" y="554"/>
                  </a:lnTo>
                  <a:lnTo>
                    <a:pt x="1589" y="491"/>
                  </a:lnTo>
                  <a:lnTo>
                    <a:pt x="2267"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138"/>
            <p:cNvSpPr/>
            <p:nvPr/>
          </p:nvSpPr>
          <p:spPr>
            <a:xfrm>
              <a:off x="7350419" y="3725507"/>
              <a:ext cx="1793541" cy="197125"/>
            </a:xfrm>
            <a:custGeom>
              <a:rect b="b" l="l" r="r" t="t"/>
              <a:pathLst>
                <a:path extrusionOk="0" h="858" w="7807">
                  <a:moveTo>
                    <a:pt x="4515" y="1"/>
                  </a:moveTo>
                  <a:lnTo>
                    <a:pt x="3837" y="491"/>
                  </a:lnTo>
                  <a:lnTo>
                    <a:pt x="2249" y="554"/>
                  </a:lnTo>
                  <a:lnTo>
                    <a:pt x="1259" y="206"/>
                  </a:lnTo>
                  <a:lnTo>
                    <a:pt x="384" y="366"/>
                  </a:lnTo>
                  <a:lnTo>
                    <a:pt x="1" y="857"/>
                  </a:lnTo>
                  <a:lnTo>
                    <a:pt x="7807" y="857"/>
                  </a:lnTo>
                  <a:lnTo>
                    <a:pt x="7807" y="554"/>
                  </a:lnTo>
                  <a:lnTo>
                    <a:pt x="7807" y="304"/>
                  </a:lnTo>
                  <a:lnTo>
                    <a:pt x="5898" y="152"/>
                  </a:lnTo>
                  <a:lnTo>
                    <a:pt x="451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138"/>
            <p:cNvSpPr/>
            <p:nvPr/>
          </p:nvSpPr>
          <p:spPr>
            <a:xfrm>
              <a:off x="8684685" y="3659801"/>
              <a:ext cx="57663" cy="18839"/>
            </a:xfrm>
            <a:custGeom>
              <a:rect b="b" l="l" r="r" t="t"/>
              <a:pathLst>
                <a:path extrusionOk="0" h="82" w="251">
                  <a:moveTo>
                    <a:pt x="143" y="0"/>
                  </a:moveTo>
                  <a:cubicBezTo>
                    <a:pt x="100" y="0"/>
                    <a:pt x="48" y="19"/>
                    <a:pt x="0" y="81"/>
                  </a:cubicBezTo>
                  <a:lnTo>
                    <a:pt x="250" y="81"/>
                  </a:lnTo>
                  <a:lnTo>
                    <a:pt x="250" y="37"/>
                  </a:lnTo>
                  <a:cubicBezTo>
                    <a:pt x="250" y="37"/>
                    <a:pt x="204" y="0"/>
                    <a:pt x="143"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138"/>
            <p:cNvSpPr/>
            <p:nvPr/>
          </p:nvSpPr>
          <p:spPr>
            <a:xfrm>
              <a:off x="8498145" y="3645556"/>
              <a:ext cx="145652" cy="33084"/>
            </a:xfrm>
            <a:custGeom>
              <a:rect b="b" l="l" r="r" t="t"/>
              <a:pathLst>
                <a:path extrusionOk="0" h="144" w="634">
                  <a:moveTo>
                    <a:pt x="313" y="1"/>
                  </a:moveTo>
                  <a:cubicBezTo>
                    <a:pt x="197" y="1"/>
                    <a:pt x="152" y="81"/>
                    <a:pt x="152" y="81"/>
                  </a:cubicBezTo>
                  <a:cubicBezTo>
                    <a:pt x="152" y="81"/>
                    <a:pt x="136" y="77"/>
                    <a:pt x="114" y="77"/>
                  </a:cubicBezTo>
                  <a:cubicBezTo>
                    <a:pt x="76" y="77"/>
                    <a:pt x="23" y="88"/>
                    <a:pt x="0" y="143"/>
                  </a:cubicBezTo>
                  <a:lnTo>
                    <a:pt x="634" y="143"/>
                  </a:lnTo>
                  <a:cubicBezTo>
                    <a:pt x="634" y="143"/>
                    <a:pt x="607" y="94"/>
                    <a:pt x="548" y="94"/>
                  </a:cubicBezTo>
                  <a:cubicBezTo>
                    <a:pt x="531" y="94"/>
                    <a:pt x="512" y="98"/>
                    <a:pt x="491" y="108"/>
                  </a:cubicBezTo>
                  <a:cubicBezTo>
                    <a:pt x="491" y="108"/>
                    <a:pt x="438" y="1"/>
                    <a:pt x="313"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138"/>
            <p:cNvSpPr/>
            <p:nvPr/>
          </p:nvSpPr>
          <p:spPr>
            <a:xfrm>
              <a:off x="8016633" y="3666004"/>
              <a:ext cx="147720" cy="33084"/>
            </a:xfrm>
            <a:custGeom>
              <a:rect b="b" l="l" r="r" t="t"/>
              <a:pathLst>
                <a:path extrusionOk="0" h="144" w="643">
                  <a:moveTo>
                    <a:pt x="321" y="1"/>
                  </a:moveTo>
                  <a:cubicBezTo>
                    <a:pt x="205" y="1"/>
                    <a:pt x="161" y="81"/>
                    <a:pt x="161" y="81"/>
                  </a:cubicBezTo>
                  <a:cubicBezTo>
                    <a:pt x="161" y="81"/>
                    <a:pt x="144" y="77"/>
                    <a:pt x="122" y="77"/>
                  </a:cubicBezTo>
                  <a:cubicBezTo>
                    <a:pt x="84" y="77"/>
                    <a:pt x="28" y="88"/>
                    <a:pt x="0" y="144"/>
                  </a:cubicBezTo>
                  <a:lnTo>
                    <a:pt x="642" y="144"/>
                  </a:lnTo>
                  <a:cubicBezTo>
                    <a:pt x="642" y="144"/>
                    <a:pt x="615" y="95"/>
                    <a:pt x="556" y="95"/>
                  </a:cubicBezTo>
                  <a:cubicBezTo>
                    <a:pt x="540" y="95"/>
                    <a:pt x="521" y="98"/>
                    <a:pt x="500" y="108"/>
                  </a:cubicBezTo>
                  <a:cubicBezTo>
                    <a:pt x="500" y="108"/>
                    <a:pt x="437" y="1"/>
                    <a:pt x="32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138"/>
            <p:cNvSpPr/>
            <p:nvPr/>
          </p:nvSpPr>
          <p:spPr>
            <a:xfrm>
              <a:off x="8424402" y="3672207"/>
              <a:ext cx="123138" cy="26881"/>
            </a:xfrm>
            <a:custGeom>
              <a:rect b="b" l="l" r="r" t="t"/>
              <a:pathLst>
                <a:path extrusionOk="0" h="117" w="536">
                  <a:moveTo>
                    <a:pt x="268" y="1"/>
                  </a:moveTo>
                  <a:cubicBezTo>
                    <a:pt x="161" y="1"/>
                    <a:pt x="125" y="72"/>
                    <a:pt x="125" y="72"/>
                  </a:cubicBezTo>
                  <a:cubicBezTo>
                    <a:pt x="125" y="72"/>
                    <a:pt x="107" y="67"/>
                    <a:pt x="85" y="67"/>
                  </a:cubicBezTo>
                  <a:cubicBezTo>
                    <a:pt x="54" y="67"/>
                    <a:pt x="16" y="76"/>
                    <a:pt x="0" y="117"/>
                  </a:cubicBezTo>
                  <a:lnTo>
                    <a:pt x="536" y="117"/>
                  </a:lnTo>
                  <a:cubicBezTo>
                    <a:pt x="536" y="117"/>
                    <a:pt x="505" y="74"/>
                    <a:pt x="450" y="74"/>
                  </a:cubicBezTo>
                  <a:cubicBezTo>
                    <a:pt x="438" y="74"/>
                    <a:pt x="425" y="76"/>
                    <a:pt x="411" y="81"/>
                  </a:cubicBezTo>
                  <a:cubicBezTo>
                    <a:pt x="411" y="81"/>
                    <a:pt x="366" y="1"/>
                    <a:pt x="26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138"/>
            <p:cNvSpPr/>
            <p:nvPr/>
          </p:nvSpPr>
          <p:spPr>
            <a:xfrm>
              <a:off x="7440702" y="3725507"/>
              <a:ext cx="1703255" cy="164271"/>
            </a:xfrm>
            <a:custGeom>
              <a:rect b="b" l="l" r="r" t="t"/>
              <a:pathLst>
                <a:path extrusionOk="0" h="715" w="7414">
                  <a:moveTo>
                    <a:pt x="4122" y="1"/>
                  </a:moveTo>
                  <a:lnTo>
                    <a:pt x="3444" y="491"/>
                  </a:lnTo>
                  <a:lnTo>
                    <a:pt x="1856" y="554"/>
                  </a:lnTo>
                  <a:lnTo>
                    <a:pt x="866" y="206"/>
                  </a:lnTo>
                  <a:lnTo>
                    <a:pt x="0" y="366"/>
                  </a:lnTo>
                  <a:cubicBezTo>
                    <a:pt x="9" y="366"/>
                    <a:pt x="45" y="375"/>
                    <a:pt x="161" y="429"/>
                  </a:cubicBezTo>
                  <a:cubicBezTo>
                    <a:pt x="312" y="509"/>
                    <a:pt x="402" y="509"/>
                    <a:pt x="402" y="509"/>
                  </a:cubicBezTo>
                  <a:lnTo>
                    <a:pt x="580" y="429"/>
                  </a:lnTo>
                  <a:cubicBezTo>
                    <a:pt x="580" y="429"/>
                    <a:pt x="509" y="402"/>
                    <a:pt x="678" y="402"/>
                  </a:cubicBezTo>
                  <a:cubicBezTo>
                    <a:pt x="848" y="402"/>
                    <a:pt x="928" y="393"/>
                    <a:pt x="928" y="393"/>
                  </a:cubicBezTo>
                  <a:lnTo>
                    <a:pt x="1106" y="482"/>
                  </a:lnTo>
                  <a:lnTo>
                    <a:pt x="1249" y="482"/>
                  </a:lnTo>
                  <a:cubicBezTo>
                    <a:pt x="1249" y="482"/>
                    <a:pt x="1338" y="491"/>
                    <a:pt x="1419" y="554"/>
                  </a:cubicBezTo>
                  <a:cubicBezTo>
                    <a:pt x="1499" y="607"/>
                    <a:pt x="1588" y="670"/>
                    <a:pt x="1588" y="670"/>
                  </a:cubicBezTo>
                  <a:lnTo>
                    <a:pt x="2123" y="714"/>
                  </a:lnTo>
                  <a:lnTo>
                    <a:pt x="3355" y="714"/>
                  </a:lnTo>
                  <a:lnTo>
                    <a:pt x="3649" y="670"/>
                  </a:lnTo>
                  <a:cubicBezTo>
                    <a:pt x="3649" y="670"/>
                    <a:pt x="3702" y="616"/>
                    <a:pt x="3836" y="536"/>
                  </a:cubicBezTo>
                  <a:cubicBezTo>
                    <a:pt x="3970" y="465"/>
                    <a:pt x="4086" y="366"/>
                    <a:pt x="4086" y="366"/>
                  </a:cubicBezTo>
                  <a:lnTo>
                    <a:pt x="4282" y="250"/>
                  </a:lnTo>
                  <a:cubicBezTo>
                    <a:pt x="4282" y="250"/>
                    <a:pt x="4479" y="259"/>
                    <a:pt x="4702" y="295"/>
                  </a:cubicBezTo>
                  <a:cubicBezTo>
                    <a:pt x="4925" y="331"/>
                    <a:pt x="4996" y="340"/>
                    <a:pt x="4996" y="340"/>
                  </a:cubicBezTo>
                  <a:cubicBezTo>
                    <a:pt x="4996" y="340"/>
                    <a:pt x="4916" y="393"/>
                    <a:pt x="5326" y="429"/>
                  </a:cubicBezTo>
                  <a:cubicBezTo>
                    <a:pt x="5466" y="441"/>
                    <a:pt x="5571" y="445"/>
                    <a:pt x="5649" y="445"/>
                  </a:cubicBezTo>
                  <a:cubicBezTo>
                    <a:pt x="5805" y="445"/>
                    <a:pt x="5852" y="429"/>
                    <a:pt x="5852" y="429"/>
                  </a:cubicBezTo>
                  <a:cubicBezTo>
                    <a:pt x="5852" y="429"/>
                    <a:pt x="5913" y="338"/>
                    <a:pt x="5965" y="338"/>
                  </a:cubicBezTo>
                  <a:cubicBezTo>
                    <a:pt x="5969" y="338"/>
                    <a:pt x="5973" y="338"/>
                    <a:pt x="5977" y="340"/>
                  </a:cubicBezTo>
                  <a:cubicBezTo>
                    <a:pt x="6031" y="358"/>
                    <a:pt x="6263" y="482"/>
                    <a:pt x="6361" y="482"/>
                  </a:cubicBezTo>
                  <a:cubicBezTo>
                    <a:pt x="6397" y="479"/>
                    <a:pt x="6429" y="478"/>
                    <a:pt x="6457" y="478"/>
                  </a:cubicBezTo>
                  <a:cubicBezTo>
                    <a:pt x="6513" y="478"/>
                    <a:pt x="6548" y="482"/>
                    <a:pt x="6548" y="482"/>
                  </a:cubicBezTo>
                  <a:lnTo>
                    <a:pt x="7191" y="554"/>
                  </a:lnTo>
                  <a:lnTo>
                    <a:pt x="7414" y="482"/>
                  </a:lnTo>
                  <a:lnTo>
                    <a:pt x="7414" y="304"/>
                  </a:lnTo>
                  <a:lnTo>
                    <a:pt x="5505" y="152"/>
                  </a:lnTo>
                  <a:lnTo>
                    <a:pt x="412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138"/>
            <p:cNvSpPr/>
            <p:nvPr/>
          </p:nvSpPr>
          <p:spPr>
            <a:xfrm>
              <a:off x="8356632" y="3869097"/>
              <a:ext cx="453267" cy="53532"/>
            </a:xfrm>
            <a:custGeom>
              <a:rect b="b" l="l" r="r" t="t"/>
              <a:pathLst>
                <a:path extrusionOk="0" h="233" w="1973">
                  <a:moveTo>
                    <a:pt x="670" y="0"/>
                  </a:moveTo>
                  <a:cubicBezTo>
                    <a:pt x="670" y="0"/>
                    <a:pt x="634" y="0"/>
                    <a:pt x="590" y="9"/>
                  </a:cubicBezTo>
                  <a:cubicBezTo>
                    <a:pt x="554" y="18"/>
                    <a:pt x="385" y="89"/>
                    <a:pt x="385" y="89"/>
                  </a:cubicBezTo>
                  <a:cubicBezTo>
                    <a:pt x="385" y="89"/>
                    <a:pt x="331" y="116"/>
                    <a:pt x="233" y="125"/>
                  </a:cubicBezTo>
                  <a:cubicBezTo>
                    <a:pt x="144" y="134"/>
                    <a:pt x="28" y="223"/>
                    <a:pt x="1" y="232"/>
                  </a:cubicBezTo>
                  <a:lnTo>
                    <a:pt x="1972" y="232"/>
                  </a:lnTo>
                  <a:cubicBezTo>
                    <a:pt x="1928" y="232"/>
                    <a:pt x="1812" y="179"/>
                    <a:pt x="1812" y="179"/>
                  </a:cubicBezTo>
                  <a:cubicBezTo>
                    <a:pt x="1812" y="179"/>
                    <a:pt x="1776" y="170"/>
                    <a:pt x="1678" y="116"/>
                  </a:cubicBezTo>
                  <a:cubicBezTo>
                    <a:pt x="1648" y="101"/>
                    <a:pt x="1606" y="96"/>
                    <a:pt x="1562" y="96"/>
                  </a:cubicBezTo>
                  <a:cubicBezTo>
                    <a:pt x="1475" y="96"/>
                    <a:pt x="1384" y="116"/>
                    <a:pt x="1384" y="116"/>
                  </a:cubicBezTo>
                  <a:cubicBezTo>
                    <a:pt x="1384" y="116"/>
                    <a:pt x="1340" y="120"/>
                    <a:pt x="1277" y="120"/>
                  </a:cubicBezTo>
                  <a:cubicBezTo>
                    <a:pt x="1245" y="120"/>
                    <a:pt x="1208" y="119"/>
                    <a:pt x="1170" y="116"/>
                  </a:cubicBezTo>
                  <a:cubicBezTo>
                    <a:pt x="1063" y="107"/>
                    <a:pt x="1098" y="98"/>
                    <a:pt x="902" y="89"/>
                  </a:cubicBezTo>
                  <a:cubicBezTo>
                    <a:pt x="706" y="80"/>
                    <a:pt x="670" y="0"/>
                    <a:pt x="670" y="0"/>
                  </a:cubicBez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138"/>
            <p:cNvSpPr/>
            <p:nvPr/>
          </p:nvSpPr>
          <p:spPr>
            <a:xfrm>
              <a:off x="8809657" y="3888625"/>
              <a:ext cx="334264" cy="34003"/>
            </a:xfrm>
            <a:custGeom>
              <a:rect b="b" l="l" r="r" t="t"/>
              <a:pathLst>
                <a:path extrusionOk="0" h="148" w="1455">
                  <a:moveTo>
                    <a:pt x="716" y="0"/>
                  </a:moveTo>
                  <a:cubicBezTo>
                    <a:pt x="681" y="0"/>
                    <a:pt x="705" y="4"/>
                    <a:pt x="705" y="4"/>
                  </a:cubicBezTo>
                  <a:lnTo>
                    <a:pt x="589" y="4"/>
                  </a:lnTo>
                  <a:cubicBezTo>
                    <a:pt x="589" y="4"/>
                    <a:pt x="45" y="147"/>
                    <a:pt x="0" y="147"/>
                  </a:cubicBezTo>
                  <a:lnTo>
                    <a:pt x="1455" y="147"/>
                  </a:lnTo>
                  <a:lnTo>
                    <a:pt x="1455" y="31"/>
                  </a:lnTo>
                  <a:lnTo>
                    <a:pt x="1312" y="31"/>
                  </a:lnTo>
                  <a:cubicBezTo>
                    <a:pt x="1296" y="34"/>
                    <a:pt x="1277" y="35"/>
                    <a:pt x="1259" y="35"/>
                  </a:cubicBezTo>
                  <a:cubicBezTo>
                    <a:pt x="1165" y="35"/>
                    <a:pt x="1053" y="4"/>
                    <a:pt x="1053" y="4"/>
                  </a:cubicBezTo>
                  <a:cubicBezTo>
                    <a:pt x="1053" y="4"/>
                    <a:pt x="1029" y="8"/>
                    <a:pt x="961" y="8"/>
                  </a:cubicBezTo>
                  <a:cubicBezTo>
                    <a:pt x="926" y="8"/>
                    <a:pt x="881" y="7"/>
                    <a:pt x="821" y="4"/>
                  </a:cubicBezTo>
                  <a:cubicBezTo>
                    <a:pt x="765" y="1"/>
                    <a:pt x="733" y="0"/>
                    <a:pt x="716" y="0"/>
                  </a:cubicBez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138"/>
            <p:cNvSpPr/>
            <p:nvPr/>
          </p:nvSpPr>
          <p:spPr>
            <a:xfrm>
              <a:off x="6844326" y="1852179"/>
              <a:ext cx="1190946" cy="174610"/>
            </a:xfrm>
            <a:custGeom>
              <a:rect b="b" l="l" r="r" t="t"/>
              <a:pathLst>
                <a:path extrusionOk="0" h="760" w="5184">
                  <a:moveTo>
                    <a:pt x="2650" y="1"/>
                  </a:moveTo>
                  <a:cubicBezTo>
                    <a:pt x="2070" y="1"/>
                    <a:pt x="1767" y="376"/>
                    <a:pt x="1767" y="376"/>
                  </a:cubicBezTo>
                  <a:cubicBezTo>
                    <a:pt x="1701" y="352"/>
                    <a:pt x="1641" y="342"/>
                    <a:pt x="1587" y="342"/>
                  </a:cubicBezTo>
                  <a:cubicBezTo>
                    <a:pt x="1358" y="342"/>
                    <a:pt x="1240" y="518"/>
                    <a:pt x="1240" y="518"/>
                  </a:cubicBezTo>
                  <a:cubicBezTo>
                    <a:pt x="1069" y="450"/>
                    <a:pt x="914" y="423"/>
                    <a:pt x="775" y="423"/>
                  </a:cubicBezTo>
                  <a:cubicBezTo>
                    <a:pt x="282" y="423"/>
                    <a:pt x="0" y="759"/>
                    <a:pt x="0" y="759"/>
                  </a:cubicBezTo>
                  <a:lnTo>
                    <a:pt x="5183" y="759"/>
                  </a:lnTo>
                  <a:cubicBezTo>
                    <a:pt x="5002" y="491"/>
                    <a:pt x="4743" y="422"/>
                    <a:pt x="4524" y="422"/>
                  </a:cubicBezTo>
                  <a:cubicBezTo>
                    <a:pt x="4291" y="422"/>
                    <a:pt x="4104" y="500"/>
                    <a:pt x="4104" y="500"/>
                  </a:cubicBezTo>
                  <a:cubicBezTo>
                    <a:pt x="3997" y="383"/>
                    <a:pt x="3876" y="348"/>
                    <a:pt x="3767" y="348"/>
                  </a:cubicBezTo>
                  <a:cubicBezTo>
                    <a:pt x="3603" y="348"/>
                    <a:pt x="3470" y="429"/>
                    <a:pt x="3470" y="429"/>
                  </a:cubicBezTo>
                  <a:cubicBezTo>
                    <a:pt x="3470" y="429"/>
                    <a:pt x="3239" y="1"/>
                    <a:pt x="2650" y="1"/>
                  </a:cubicBezTo>
                  <a:close/>
                </a:path>
              </a:pathLst>
            </a:custGeom>
            <a:solidFill>
              <a:srgbClr val="6BC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67" name="Google Shape;8767;p138"/>
          <p:cNvSpPr/>
          <p:nvPr/>
        </p:nvSpPr>
        <p:spPr>
          <a:xfrm>
            <a:off x="-782526" y="627749"/>
            <a:ext cx="3564955" cy="3010780"/>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68" name="Google Shape;8768;p138"/>
          <p:cNvGrpSpPr/>
          <p:nvPr/>
        </p:nvGrpSpPr>
        <p:grpSpPr>
          <a:xfrm>
            <a:off x="-76302" y="1381098"/>
            <a:ext cx="3312319" cy="2537760"/>
            <a:chOff x="-102" y="1381098"/>
            <a:chExt cx="3312319" cy="2537760"/>
          </a:xfrm>
        </p:grpSpPr>
        <p:sp>
          <p:nvSpPr>
            <p:cNvPr id="8769" name="Google Shape;8769;p138"/>
            <p:cNvSpPr/>
            <p:nvPr/>
          </p:nvSpPr>
          <p:spPr>
            <a:xfrm>
              <a:off x="-102" y="1381098"/>
              <a:ext cx="2150090" cy="2042707"/>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138"/>
            <p:cNvSpPr/>
            <p:nvPr/>
          </p:nvSpPr>
          <p:spPr>
            <a:xfrm>
              <a:off x="-102" y="1813705"/>
              <a:ext cx="2596924" cy="1869476"/>
            </a:xfrm>
            <a:custGeom>
              <a:rect b="b" l="l" r="r" t="t"/>
              <a:pathLst>
                <a:path extrusionOk="0" h="8137" w="11304">
                  <a:moveTo>
                    <a:pt x="1" y="0"/>
                  </a:moveTo>
                  <a:lnTo>
                    <a:pt x="1" y="8136"/>
                  </a:lnTo>
                  <a:lnTo>
                    <a:pt x="3534" y="7860"/>
                  </a:lnTo>
                  <a:lnTo>
                    <a:pt x="6076" y="7583"/>
                  </a:lnTo>
                  <a:lnTo>
                    <a:pt x="10064" y="7735"/>
                  </a:lnTo>
                  <a:lnTo>
                    <a:pt x="11304" y="7057"/>
                  </a:lnTo>
                  <a:lnTo>
                    <a:pt x="8619" y="6120"/>
                  </a:lnTo>
                  <a:lnTo>
                    <a:pt x="7512" y="5433"/>
                  </a:lnTo>
                  <a:lnTo>
                    <a:pt x="5612" y="4693"/>
                  </a:lnTo>
                  <a:lnTo>
                    <a:pt x="4470" y="3042"/>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138"/>
            <p:cNvSpPr/>
            <p:nvPr/>
          </p:nvSpPr>
          <p:spPr>
            <a:xfrm>
              <a:off x="903881" y="3061901"/>
              <a:ext cx="1076079" cy="264442"/>
            </a:xfrm>
            <a:custGeom>
              <a:rect b="b" l="l" r="r" t="t"/>
              <a:pathLst>
                <a:path extrusionOk="0" h="1151" w="4684">
                  <a:moveTo>
                    <a:pt x="3577" y="0"/>
                  </a:moveTo>
                  <a:lnTo>
                    <a:pt x="0" y="1151"/>
                  </a:lnTo>
                  <a:lnTo>
                    <a:pt x="4684" y="687"/>
                  </a:lnTo>
                  <a:lnTo>
                    <a:pt x="3577"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138"/>
            <p:cNvSpPr/>
            <p:nvPr/>
          </p:nvSpPr>
          <p:spPr>
            <a:xfrm>
              <a:off x="588234" y="2512584"/>
              <a:ext cx="701151" cy="537156"/>
            </a:xfrm>
            <a:custGeom>
              <a:rect b="b" l="l" r="r" t="t"/>
              <a:pathLst>
                <a:path extrusionOk="0" h="2338" w="3052">
                  <a:moveTo>
                    <a:pt x="1909" y="0"/>
                  </a:moveTo>
                  <a:lnTo>
                    <a:pt x="0" y="304"/>
                  </a:lnTo>
                  <a:lnTo>
                    <a:pt x="437" y="2338"/>
                  </a:lnTo>
                  <a:lnTo>
                    <a:pt x="3051" y="1651"/>
                  </a:lnTo>
                  <a:lnTo>
                    <a:pt x="190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138"/>
            <p:cNvSpPr/>
            <p:nvPr/>
          </p:nvSpPr>
          <p:spPr>
            <a:xfrm>
              <a:off x="1262488" y="2944961"/>
              <a:ext cx="57434" cy="147729"/>
            </a:xfrm>
            <a:custGeom>
              <a:rect b="b" l="l" r="r" t="t"/>
              <a:pathLst>
                <a:path extrusionOk="0" h="643" w="250">
                  <a:moveTo>
                    <a:pt x="125" y="1"/>
                  </a:moveTo>
                  <a:lnTo>
                    <a:pt x="63" y="322"/>
                  </a:lnTo>
                  <a:lnTo>
                    <a:pt x="0" y="643"/>
                  </a:lnTo>
                  <a:lnTo>
                    <a:pt x="250" y="643"/>
                  </a:lnTo>
                  <a:lnTo>
                    <a:pt x="188" y="322"/>
                  </a:lnTo>
                  <a:lnTo>
                    <a:pt x="125"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138"/>
            <p:cNvSpPr/>
            <p:nvPr/>
          </p:nvSpPr>
          <p:spPr>
            <a:xfrm>
              <a:off x="442585" y="2349926"/>
              <a:ext cx="195045" cy="119700"/>
            </a:xfrm>
            <a:custGeom>
              <a:rect b="b" l="l" r="r" t="t"/>
              <a:pathLst>
                <a:path extrusionOk="0" h="521" w="849">
                  <a:moveTo>
                    <a:pt x="38" y="1"/>
                  </a:moveTo>
                  <a:cubicBezTo>
                    <a:pt x="15" y="1"/>
                    <a:pt x="1" y="4"/>
                    <a:pt x="1" y="4"/>
                  </a:cubicBezTo>
                  <a:lnTo>
                    <a:pt x="1" y="521"/>
                  </a:lnTo>
                  <a:lnTo>
                    <a:pt x="848" y="378"/>
                  </a:lnTo>
                  <a:cubicBezTo>
                    <a:pt x="792" y="242"/>
                    <a:pt x="686" y="210"/>
                    <a:pt x="598" y="210"/>
                  </a:cubicBezTo>
                  <a:cubicBezTo>
                    <a:pt x="520" y="210"/>
                    <a:pt x="456" y="235"/>
                    <a:pt x="456" y="235"/>
                  </a:cubicBezTo>
                  <a:cubicBezTo>
                    <a:pt x="434" y="171"/>
                    <a:pt x="378" y="158"/>
                    <a:pt x="336" y="158"/>
                  </a:cubicBezTo>
                  <a:cubicBezTo>
                    <a:pt x="308" y="158"/>
                    <a:pt x="286" y="164"/>
                    <a:pt x="286" y="164"/>
                  </a:cubicBezTo>
                  <a:cubicBezTo>
                    <a:pt x="227" y="20"/>
                    <a:pt x="101" y="1"/>
                    <a:pt x="3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138"/>
            <p:cNvSpPr/>
            <p:nvPr/>
          </p:nvSpPr>
          <p:spPr>
            <a:xfrm>
              <a:off x="65600" y="1971539"/>
              <a:ext cx="114868" cy="293161"/>
            </a:xfrm>
            <a:custGeom>
              <a:rect b="b" l="l" r="r" t="t"/>
              <a:pathLst>
                <a:path extrusionOk="0" h="1276" w="500">
                  <a:moveTo>
                    <a:pt x="250" y="0"/>
                  </a:moveTo>
                  <a:lnTo>
                    <a:pt x="125" y="642"/>
                  </a:lnTo>
                  <a:lnTo>
                    <a:pt x="0" y="1276"/>
                  </a:lnTo>
                  <a:lnTo>
                    <a:pt x="500" y="1276"/>
                  </a:lnTo>
                  <a:lnTo>
                    <a:pt x="375" y="642"/>
                  </a:lnTo>
                  <a:lnTo>
                    <a:pt x="25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138"/>
            <p:cNvSpPr/>
            <p:nvPr/>
          </p:nvSpPr>
          <p:spPr>
            <a:xfrm>
              <a:off x="192640" y="2034948"/>
              <a:ext cx="113030" cy="293391"/>
            </a:xfrm>
            <a:custGeom>
              <a:rect b="b" l="l" r="r" t="t"/>
              <a:pathLst>
                <a:path extrusionOk="0" h="1277" w="492">
                  <a:moveTo>
                    <a:pt x="250" y="1"/>
                  </a:moveTo>
                  <a:lnTo>
                    <a:pt x="125" y="634"/>
                  </a:lnTo>
                  <a:lnTo>
                    <a:pt x="0" y="1276"/>
                  </a:lnTo>
                  <a:lnTo>
                    <a:pt x="491" y="1276"/>
                  </a:lnTo>
                  <a:lnTo>
                    <a:pt x="375" y="634"/>
                  </a:lnTo>
                  <a:lnTo>
                    <a:pt x="25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138"/>
            <p:cNvSpPr/>
            <p:nvPr/>
          </p:nvSpPr>
          <p:spPr>
            <a:xfrm>
              <a:off x="629125" y="2233906"/>
              <a:ext cx="113030" cy="293161"/>
            </a:xfrm>
            <a:custGeom>
              <a:rect b="b" l="l" r="r" t="t"/>
              <a:pathLst>
                <a:path extrusionOk="0" h="1276" w="492">
                  <a:moveTo>
                    <a:pt x="241" y="0"/>
                  </a:moveTo>
                  <a:lnTo>
                    <a:pt x="117" y="642"/>
                  </a:lnTo>
                  <a:lnTo>
                    <a:pt x="1" y="1276"/>
                  </a:lnTo>
                  <a:lnTo>
                    <a:pt x="491" y="1276"/>
                  </a:lnTo>
                  <a:lnTo>
                    <a:pt x="366" y="642"/>
                  </a:lnTo>
                  <a:lnTo>
                    <a:pt x="24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138"/>
            <p:cNvSpPr/>
            <p:nvPr/>
          </p:nvSpPr>
          <p:spPr>
            <a:xfrm>
              <a:off x="522531" y="2135346"/>
              <a:ext cx="65934" cy="166339"/>
            </a:xfrm>
            <a:custGeom>
              <a:rect b="b" l="l" r="r" t="t"/>
              <a:pathLst>
                <a:path extrusionOk="0" h="724" w="287">
                  <a:moveTo>
                    <a:pt x="143" y="1"/>
                  </a:moveTo>
                  <a:lnTo>
                    <a:pt x="72" y="358"/>
                  </a:lnTo>
                  <a:lnTo>
                    <a:pt x="1" y="723"/>
                  </a:lnTo>
                  <a:lnTo>
                    <a:pt x="286" y="723"/>
                  </a:lnTo>
                  <a:lnTo>
                    <a:pt x="215" y="358"/>
                  </a:lnTo>
                  <a:lnTo>
                    <a:pt x="143"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138"/>
            <p:cNvSpPr/>
            <p:nvPr/>
          </p:nvSpPr>
          <p:spPr>
            <a:xfrm>
              <a:off x="711139" y="2291112"/>
              <a:ext cx="113030" cy="293391"/>
            </a:xfrm>
            <a:custGeom>
              <a:rect b="b" l="l" r="r" t="t"/>
              <a:pathLst>
                <a:path extrusionOk="0" h="1277" w="492">
                  <a:moveTo>
                    <a:pt x="241" y="1"/>
                  </a:moveTo>
                  <a:lnTo>
                    <a:pt x="125" y="643"/>
                  </a:lnTo>
                  <a:lnTo>
                    <a:pt x="0" y="1277"/>
                  </a:lnTo>
                  <a:lnTo>
                    <a:pt x="491" y="1277"/>
                  </a:lnTo>
                  <a:lnTo>
                    <a:pt x="366" y="643"/>
                  </a:lnTo>
                  <a:lnTo>
                    <a:pt x="241"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138"/>
            <p:cNvSpPr/>
            <p:nvPr/>
          </p:nvSpPr>
          <p:spPr>
            <a:xfrm>
              <a:off x="996002" y="2994127"/>
              <a:ext cx="108894" cy="223776"/>
            </a:xfrm>
            <a:custGeom>
              <a:rect b="b" l="l" r="r" t="t"/>
              <a:pathLst>
                <a:path extrusionOk="0" h="974" w="474">
                  <a:moveTo>
                    <a:pt x="232" y="1"/>
                  </a:moveTo>
                  <a:lnTo>
                    <a:pt x="116" y="491"/>
                  </a:lnTo>
                  <a:lnTo>
                    <a:pt x="0" y="973"/>
                  </a:lnTo>
                  <a:lnTo>
                    <a:pt x="473" y="973"/>
                  </a:lnTo>
                  <a:lnTo>
                    <a:pt x="348" y="491"/>
                  </a:lnTo>
                  <a:lnTo>
                    <a:pt x="232"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138"/>
            <p:cNvSpPr/>
            <p:nvPr/>
          </p:nvSpPr>
          <p:spPr>
            <a:xfrm>
              <a:off x="1127178" y="2951165"/>
              <a:ext cx="88448" cy="223547"/>
            </a:xfrm>
            <a:custGeom>
              <a:rect b="b" l="l" r="r" t="t"/>
              <a:pathLst>
                <a:path extrusionOk="0" h="973" w="385">
                  <a:moveTo>
                    <a:pt x="188" y="0"/>
                  </a:moveTo>
                  <a:lnTo>
                    <a:pt x="99" y="482"/>
                  </a:lnTo>
                  <a:lnTo>
                    <a:pt x="0" y="973"/>
                  </a:lnTo>
                  <a:lnTo>
                    <a:pt x="384" y="973"/>
                  </a:lnTo>
                  <a:lnTo>
                    <a:pt x="286" y="482"/>
                  </a:lnTo>
                  <a:lnTo>
                    <a:pt x="18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138"/>
            <p:cNvSpPr/>
            <p:nvPr/>
          </p:nvSpPr>
          <p:spPr>
            <a:xfrm>
              <a:off x="1065610" y="3026980"/>
              <a:ext cx="86380" cy="223547"/>
            </a:xfrm>
            <a:custGeom>
              <a:rect b="b" l="l" r="r" t="t"/>
              <a:pathLst>
                <a:path extrusionOk="0" h="973" w="376">
                  <a:moveTo>
                    <a:pt x="188" y="0"/>
                  </a:moveTo>
                  <a:lnTo>
                    <a:pt x="90" y="482"/>
                  </a:lnTo>
                  <a:lnTo>
                    <a:pt x="1" y="973"/>
                  </a:lnTo>
                  <a:lnTo>
                    <a:pt x="375" y="973"/>
                  </a:lnTo>
                  <a:lnTo>
                    <a:pt x="286" y="482"/>
                  </a:lnTo>
                  <a:lnTo>
                    <a:pt x="18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138"/>
            <p:cNvSpPr/>
            <p:nvPr/>
          </p:nvSpPr>
          <p:spPr>
            <a:xfrm>
              <a:off x="1901824" y="3244317"/>
              <a:ext cx="86380" cy="223547"/>
            </a:xfrm>
            <a:custGeom>
              <a:rect b="b" l="l" r="r" t="t"/>
              <a:pathLst>
                <a:path extrusionOk="0" h="973" w="376">
                  <a:moveTo>
                    <a:pt x="188" y="0"/>
                  </a:moveTo>
                  <a:lnTo>
                    <a:pt x="99" y="491"/>
                  </a:lnTo>
                  <a:lnTo>
                    <a:pt x="1" y="972"/>
                  </a:lnTo>
                  <a:lnTo>
                    <a:pt x="375" y="972"/>
                  </a:lnTo>
                  <a:lnTo>
                    <a:pt x="286" y="491"/>
                  </a:lnTo>
                  <a:lnTo>
                    <a:pt x="18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138"/>
            <p:cNvSpPr/>
            <p:nvPr/>
          </p:nvSpPr>
          <p:spPr>
            <a:xfrm>
              <a:off x="971421" y="3156096"/>
              <a:ext cx="387563" cy="313838"/>
            </a:xfrm>
            <a:custGeom>
              <a:rect b="b" l="l" r="r" t="t"/>
              <a:pathLst>
                <a:path extrusionOk="0" h="1366" w="1687">
                  <a:moveTo>
                    <a:pt x="0" y="0"/>
                  </a:moveTo>
                  <a:lnTo>
                    <a:pt x="0" y="1365"/>
                  </a:lnTo>
                  <a:lnTo>
                    <a:pt x="1687" y="1365"/>
                  </a:lnTo>
                  <a:lnTo>
                    <a:pt x="1687"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138"/>
            <p:cNvSpPr/>
            <p:nvPr/>
          </p:nvSpPr>
          <p:spPr>
            <a:xfrm>
              <a:off x="971421" y="3156096"/>
              <a:ext cx="387563" cy="73979"/>
            </a:xfrm>
            <a:custGeom>
              <a:rect b="b" l="l" r="r" t="t"/>
              <a:pathLst>
                <a:path extrusionOk="0" h="322" w="1687">
                  <a:moveTo>
                    <a:pt x="0" y="0"/>
                  </a:moveTo>
                  <a:lnTo>
                    <a:pt x="0" y="322"/>
                  </a:lnTo>
                  <a:lnTo>
                    <a:pt x="1687" y="322"/>
                  </a:lnTo>
                  <a:lnTo>
                    <a:pt x="16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138"/>
            <p:cNvSpPr/>
            <p:nvPr/>
          </p:nvSpPr>
          <p:spPr>
            <a:xfrm>
              <a:off x="1358745" y="3295550"/>
              <a:ext cx="584216" cy="211140"/>
            </a:xfrm>
            <a:custGeom>
              <a:rect b="b" l="l" r="r" t="t"/>
              <a:pathLst>
                <a:path extrusionOk="0" h="919" w="2543">
                  <a:moveTo>
                    <a:pt x="1" y="0"/>
                  </a:moveTo>
                  <a:lnTo>
                    <a:pt x="1" y="919"/>
                  </a:lnTo>
                  <a:lnTo>
                    <a:pt x="2543" y="919"/>
                  </a:lnTo>
                  <a:lnTo>
                    <a:pt x="2543"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138"/>
            <p:cNvSpPr/>
            <p:nvPr/>
          </p:nvSpPr>
          <p:spPr>
            <a:xfrm>
              <a:off x="1387461" y="3236046"/>
              <a:ext cx="555499" cy="59735"/>
            </a:xfrm>
            <a:custGeom>
              <a:rect b="b" l="l" r="r" t="t"/>
              <a:pathLst>
                <a:path extrusionOk="0" h="260" w="2418">
                  <a:moveTo>
                    <a:pt x="0" y="0"/>
                  </a:moveTo>
                  <a:lnTo>
                    <a:pt x="259" y="259"/>
                  </a:lnTo>
                  <a:lnTo>
                    <a:pt x="2418" y="259"/>
                  </a:lnTo>
                  <a:lnTo>
                    <a:pt x="215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138"/>
            <p:cNvSpPr/>
            <p:nvPr/>
          </p:nvSpPr>
          <p:spPr>
            <a:xfrm>
              <a:off x="725382" y="3504157"/>
              <a:ext cx="459470" cy="135782"/>
            </a:xfrm>
            <a:custGeom>
              <a:rect b="b" l="l" r="r" t="t"/>
              <a:pathLst>
                <a:path extrusionOk="0" h="591" w="2000">
                  <a:moveTo>
                    <a:pt x="100" y="1"/>
                  </a:moveTo>
                  <a:cubicBezTo>
                    <a:pt x="83" y="1"/>
                    <a:pt x="72" y="2"/>
                    <a:pt x="72" y="2"/>
                  </a:cubicBezTo>
                  <a:lnTo>
                    <a:pt x="1" y="591"/>
                  </a:lnTo>
                  <a:lnTo>
                    <a:pt x="1999" y="591"/>
                  </a:lnTo>
                  <a:lnTo>
                    <a:pt x="1999" y="323"/>
                  </a:lnTo>
                  <a:cubicBezTo>
                    <a:pt x="1867" y="194"/>
                    <a:pt x="1728" y="153"/>
                    <a:pt x="1606" y="153"/>
                  </a:cubicBezTo>
                  <a:cubicBezTo>
                    <a:pt x="1400" y="153"/>
                    <a:pt x="1241" y="270"/>
                    <a:pt x="1241" y="270"/>
                  </a:cubicBezTo>
                  <a:cubicBezTo>
                    <a:pt x="1199" y="247"/>
                    <a:pt x="1160" y="239"/>
                    <a:pt x="1125" y="239"/>
                  </a:cubicBezTo>
                  <a:cubicBezTo>
                    <a:pt x="1021" y="239"/>
                    <a:pt x="955" y="314"/>
                    <a:pt x="955" y="314"/>
                  </a:cubicBezTo>
                  <a:cubicBezTo>
                    <a:pt x="873" y="229"/>
                    <a:pt x="787" y="202"/>
                    <a:pt x="712" y="202"/>
                  </a:cubicBezTo>
                  <a:cubicBezTo>
                    <a:pt x="592" y="202"/>
                    <a:pt x="500" y="270"/>
                    <a:pt x="500" y="270"/>
                  </a:cubicBezTo>
                  <a:cubicBezTo>
                    <a:pt x="487" y="189"/>
                    <a:pt x="414" y="179"/>
                    <a:pt x="378" y="179"/>
                  </a:cubicBezTo>
                  <a:cubicBezTo>
                    <a:pt x="366" y="179"/>
                    <a:pt x="358" y="180"/>
                    <a:pt x="358" y="180"/>
                  </a:cubicBezTo>
                  <a:cubicBezTo>
                    <a:pt x="329" y="18"/>
                    <a:pt x="166" y="1"/>
                    <a:pt x="1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138"/>
            <p:cNvSpPr/>
            <p:nvPr/>
          </p:nvSpPr>
          <p:spPr>
            <a:xfrm>
              <a:off x="442585" y="2541302"/>
              <a:ext cx="442929" cy="707170"/>
            </a:xfrm>
            <a:custGeom>
              <a:rect b="b" l="l" r="r" t="t"/>
              <a:pathLst>
                <a:path extrusionOk="0" h="3078" w="1928">
                  <a:moveTo>
                    <a:pt x="1" y="0"/>
                  </a:moveTo>
                  <a:lnTo>
                    <a:pt x="1" y="3078"/>
                  </a:lnTo>
                  <a:lnTo>
                    <a:pt x="1928" y="3078"/>
                  </a:lnTo>
                  <a:lnTo>
                    <a:pt x="1928"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138"/>
            <p:cNvSpPr/>
            <p:nvPr/>
          </p:nvSpPr>
          <p:spPr>
            <a:xfrm>
              <a:off x="510355" y="2612982"/>
              <a:ext cx="55596" cy="96495"/>
            </a:xfrm>
            <a:custGeom>
              <a:rect b="b" l="l" r="r" t="t"/>
              <a:pathLst>
                <a:path extrusionOk="0" h="420" w="242">
                  <a:moveTo>
                    <a:pt x="0" y="0"/>
                  </a:moveTo>
                  <a:lnTo>
                    <a:pt x="0" y="420"/>
                  </a:lnTo>
                  <a:lnTo>
                    <a:pt x="241" y="420"/>
                  </a:lnTo>
                  <a:lnTo>
                    <a:pt x="24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138"/>
            <p:cNvSpPr/>
            <p:nvPr/>
          </p:nvSpPr>
          <p:spPr>
            <a:xfrm>
              <a:off x="631193" y="2709245"/>
              <a:ext cx="55596" cy="98563"/>
            </a:xfrm>
            <a:custGeom>
              <a:rect b="b" l="l" r="r" t="t"/>
              <a:pathLst>
                <a:path extrusionOk="0" h="429" w="242">
                  <a:moveTo>
                    <a:pt x="1" y="1"/>
                  </a:moveTo>
                  <a:lnTo>
                    <a:pt x="1" y="429"/>
                  </a:lnTo>
                  <a:lnTo>
                    <a:pt x="241" y="429"/>
                  </a:lnTo>
                  <a:lnTo>
                    <a:pt x="24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138"/>
            <p:cNvSpPr/>
            <p:nvPr/>
          </p:nvSpPr>
          <p:spPr>
            <a:xfrm>
              <a:off x="752030" y="2637565"/>
              <a:ext cx="55596" cy="98563"/>
            </a:xfrm>
            <a:custGeom>
              <a:rect b="b" l="l" r="r" t="t"/>
              <a:pathLst>
                <a:path extrusionOk="0" h="429" w="242">
                  <a:moveTo>
                    <a:pt x="1" y="0"/>
                  </a:moveTo>
                  <a:lnTo>
                    <a:pt x="1" y="429"/>
                  </a:lnTo>
                  <a:lnTo>
                    <a:pt x="242" y="429"/>
                  </a:lnTo>
                  <a:lnTo>
                    <a:pt x="24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138"/>
            <p:cNvSpPr/>
            <p:nvPr/>
          </p:nvSpPr>
          <p:spPr>
            <a:xfrm>
              <a:off x="487842" y="2824116"/>
              <a:ext cx="55366" cy="98563"/>
            </a:xfrm>
            <a:custGeom>
              <a:rect b="b" l="l" r="r" t="t"/>
              <a:pathLst>
                <a:path extrusionOk="0" h="429" w="241">
                  <a:moveTo>
                    <a:pt x="0" y="0"/>
                  </a:moveTo>
                  <a:lnTo>
                    <a:pt x="0" y="428"/>
                  </a:lnTo>
                  <a:lnTo>
                    <a:pt x="241" y="428"/>
                  </a:lnTo>
                  <a:lnTo>
                    <a:pt x="24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138"/>
            <p:cNvSpPr/>
            <p:nvPr/>
          </p:nvSpPr>
          <p:spPr>
            <a:xfrm>
              <a:off x="735720" y="2850767"/>
              <a:ext cx="55596" cy="98563"/>
            </a:xfrm>
            <a:custGeom>
              <a:rect b="b" l="l" r="r" t="t"/>
              <a:pathLst>
                <a:path extrusionOk="0" h="429" w="242">
                  <a:moveTo>
                    <a:pt x="1" y="0"/>
                  </a:moveTo>
                  <a:lnTo>
                    <a:pt x="1" y="428"/>
                  </a:lnTo>
                  <a:lnTo>
                    <a:pt x="241" y="428"/>
                  </a:lnTo>
                  <a:lnTo>
                    <a:pt x="24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138"/>
            <p:cNvSpPr/>
            <p:nvPr/>
          </p:nvSpPr>
          <p:spPr>
            <a:xfrm>
              <a:off x="582031" y="3018709"/>
              <a:ext cx="108894" cy="211370"/>
            </a:xfrm>
            <a:custGeom>
              <a:rect b="b" l="l" r="r" t="t"/>
              <a:pathLst>
                <a:path extrusionOk="0" h="920" w="474">
                  <a:moveTo>
                    <a:pt x="0" y="1"/>
                  </a:moveTo>
                  <a:lnTo>
                    <a:pt x="0" y="920"/>
                  </a:lnTo>
                  <a:lnTo>
                    <a:pt x="473" y="920"/>
                  </a:lnTo>
                  <a:lnTo>
                    <a:pt x="47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138"/>
            <p:cNvSpPr/>
            <p:nvPr/>
          </p:nvSpPr>
          <p:spPr>
            <a:xfrm>
              <a:off x="442585" y="2434701"/>
              <a:ext cx="498295" cy="106834"/>
            </a:xfrm>
            <a:custGeom>
              <a:rect b="b" l="l" r="r" t="t"/>
              <a:pathLst>
                <a:path extrusionOk="0" h="465" w="2169">
                  <a:moveTo>
                    <a:pt x="1" y="0"/>
                  </a:moveTo>
                  <a:lnTo>
                    <a:pt x="1" y="464"/>
                  </a:lnTo>
                  <a:lnTo>
                    <a:pt x="2169" y="464"/>
                  </a:lnTo>
                  <a:lnTo>
                    <a:pt x="170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138"/>
            <p:cNvSpPr/>
            <p:nvPr/>
          </p:nvSpPr>
          <p:spPr>
            <a:xfrm>
              <a:off x="657841" y="2914176"/>
              <a:ext cx="299345" cy="555765"/>
            </a:xfrm>
            <a:custGeom>
              <a:rect b="b" l="l" r="r" t="t"/>
              <a:pathLst>
                <a:path extrusionOk="0" h="2419" w="1303">
                  <a:moveTo>
                    <a:pt x="1" y="1"/>
                  </a:moveTo>
                  <a:lnTo>
                    <a:pt x="1" y="2418"/>
                  </a:lnTo>
                  <a:lnTo>
                    <a:pt x="1303" y="2418"/>
                  </a:lnTo>
                  <a:lnTo>
                    <a:pt x="1303"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138"/>
            <p:cNvSpPr/>
            <p:nvPr/>
          </p:nvSpPr>
          <p:spPr>
            <a:xfrm>
              <a:off x="956949" y="2840428"/>
              <a:ext cx="70069" cy="629515"/>
            </a:xfrm>
            <a:custGeom>
              <a:rect b="b" l="l" r="r" t="t"/>
              <a:pathLst>
                <a:path extrusionOk="0" h="2740" w="305">
                  <a:moveTo>
                    <a:pt x="304" y="1"/>
                  </a:moveTo>
                  <a:lnTo>
                    <a:pt x="1" y="322"/>
                  </a:lnTo>
                  <a:lnTo>
                    <a:pt x="1" y="2739"/>
                  </a:lnTo>
                  <a:lnTo>
                    <a:pt x="304" y="2739"/>
                  </a:lnTo>
                  <a:lnTo>
                    <a:pt x="304"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138"/>
            <p:cNvSpPr/>
            <p:nvPr/>
          </p:nvSpPr>
          <p:spPr>
            <a:xfrm>
              <a:off x="704936" y="2961273"/>
              <a:ext cx="37217" cy="68006"/>
            </a:xfrm>
            <a:custGeom>
              <a:rect b="b" l="l" r="r" t="t"/>
              <a:pathLst>
                <a:path extrusionOk="0" h="296" w="162">
                  <a:moveTo>
                    <a:pt x="1" y="1"/>
                  </a:moveTo>
                  <a:lnTo>
                    <a:pt x="1"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138"/>
            <p:cNvSpPr/>
            <p:nvPr/>
          </p:nvSpPr>
          <p:spPr>
            <a:xfrm>
              <a:off x="786949" y="3029048"/>
              <a:ext cx="37217" cy="65708"/>
            </a:xfrm>
            <a:custGeom>
              <a:rect b="b" l="l" r="r" t="t"/>
              <a:pathLst>
                <a:path extrusionOk="0" h="286" w="162">
                  <a:moveTo>
                    <a:pt x="1" y="0"/>
                  </a:moveTo>
                  <a:lnTo>
                    <a:pt x="1"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138"/>
            <p:cNvSpPr/>
            <p:nvPr/>
          </p:nvSpPr>
          <p:spPr>
            <a:xfrm>
              <a:off x="866895" y="2979882"/>
              <a:ext cx="37217" cy="65708"/>
            </a:xfrm>
            <a:custGeom>
              <a:rect b="b" l="l" r="r" t="t"/>
              <a:pathLst>
                <a:path extrusionOk="0" h="286" w="162">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138"/>
            <p:cNvSpPr/>
            <p:nvPr/>
          </p:nvSpPr>
          <p:spPr>
            <a:xfrm>
              <a:off x="688625" y="3133581"/>
              <a:ext cx="36987" cy="6570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138"/>
            <p:cNvSpPr/>
            <p:nvPr/>
          </p:nvSpPr>
          <p:spPr>
            <a:xfrm>
              <a:off x="885273" y="3104863"/>
              <a:ext cx="37217" cy="67776"/>
            </a:xfrm>
            <a:custGeom>
              <a:rect b="b" l="l" r="r" t="t"/>
              <a:pathLst>
                <a:path extrusionOk="0" h="295" w="162">
                  <a:moveTo>
                    <a:pt x="1" y="0"/>
                  </a:moveTo>
                  <a:lnTo>
                    <a:pt x="1"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138"/>
            <p:cNvSpPr/>
            <p:nvPr/>
          </p:nvSpPr>
          <p:spPr>
            <a:xfrm>
              <a:off x="815665" y="3199058"/>
              <a:ext cx="36987" cy="65938"/>
            </a:xfrm>
            <a:custGeom>
              <a:rect b="b" l="l" r="r" t="t"/>
              <a:pathLst>
                <a:path extrusionOk="0" h="287" w="161">
                  <a:moveTo>
                    <a:pt x="0" y="1"/>
                  </a:moveTo>
                  <a:lnTo>
                    <a:pt x="0" y="286"/>
                  </a:lnTo>
                  <a:lnTo>
                    <a:pt x="161" y="286"/>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138"/>
            <p:cNvSpPr/>
            <p:nvPr/>
          </p:nvSpPr>
          <p:spPr>
            <a:xfrm>
              <a:off x="815665" y="3326106"/>
              <a:ext cx="73975" cy="143824"/>
            </a:xfrm>
            <a:custGeom>
              <a:rect b="b" l="l" r="r" t="t"/>
              <a:pathLst>
                <a:path extrusionOk="0" h="626" w="322">
                  <a:moveTo>
                    <a:pt x="0" y="1"/>
                  </a:moveTo>
                  <a:lnTo>
                    <a:pt x="0" y="625"/>
                  </a:lnTo>
                  <a:lnTo>
                    <a:pt x="322" y="625"/>
                  </a:lnTo>
                  <a:lnTo>
                    <a:pt x="32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138"/>
            <p:cNvSpPr/>
            <p:nvPr/>
          </p:nvSpPr>
          <p:spPr>
            <a:xfrm>
              <a:off x="657841" y="2840428"/>
              <a:ext cx="369184" cy="73979"/>
            </a:xfrm>
            <a:custGeom>
              <a:rect b="b" l="l" r="r" t="t"/>
              <a:pathLst>
                <a:path extrusionOk="0" h="322" w="1607">
                  <a:moveTo>
                    <a:pt x="313" y="1"/>
                  </a:moveTo>
                  <a:lnTo>
                    <a:pt x="1" y="322"/>
                  </a:lnTo>
                  <a:lnTo>
                    <a:pt x="1303" y="322"/>
                  </a:lnTo>
                  <a:lnTo>
                    <a:pt x="160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138"/>
            <p:cNvSpPr/>
            <p:nvPr/>
          </p:nvSpPr>
          <p:spPr>
            <a:xfrm>
              <a:off x="-102" y="2281003"/>
              <a:ext cx="442929" cy="709238"/>
            </a:xfrm>
            <a:custGeom>
              <a:rect b="b" l="l" r="r" t="t"/>
              <a:pathLst>
                <a:path extrusionOk="0" h="3087" w="1928">
                  <a:moveTo>
                    <a:pt x="1" y="0"/>
                  </a:moveTo>
                  <a:lnTo>
                    <a:pt x="1" y="3087"/>
                  </a:lnTo>
                  <a:lnTo>
                    <a:pt x="1928" y="3087"/>
                  </a:lnTo>
                  <a:lnTo>
                    <a:pt x="1928"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138"/>
            <p:cNvSpPr/>
            <p:nvPr/>
          </p:nvSpPr>
          <p:spPr>
            <a:xfrm>
              <a:off x="67668" y="2352683"/>
              <a:ext cx="55596" cy="98563"/>
            </a:xfrm>
            <a:custGeom>
              <a:rect b="b" l="l" r="r" t="t"/>
              <a:pathLst>
                <a:path extrusionOk="0" h="429" w="242">
                  <a:moveTo>
                    <a:pt x="0" y="0"/>
                  </a:moveTo>
                  <a:lnTo>
                    <a:pt x="0" y="429"/>
                  </a:lnTo>
                  <a:lnTo>
                    <a:pt x="241" y="429"/>
                  </a:lnTo>
                  <a:lnTo>
                    <a:pt x="24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138"/>
            <p:cNvSpPr/>
            <p:nvPr/>
          </p:nvSpPr>
          <p:spPr>
            <a:xfrm>
              <a:off x="190573" y="2451013"/>
              <a:ext cx="53528" cy="98563"/>
            </a:xfrm>
            <a:custGeom>
              <a:rect b="b" l="l" r="r" t="t"/>
              <a:pathLst>
                <a:path extrusionOk="0" h="429" w="233">
                  <a:moveTo>
                    <a:pt x="1" y="1"/>
                  </a:moveTo>
                  <a:lnTo>
                    <a:pt x="1" y="429"/>
                  </a:lnTo>
                  <a:lnTo>
                    <a:pt x="232" y="429"/>
                  </a:lnTo>
                  <a:lnTo>
                    <a:pt x="23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138"/>
            <p:cNvSpPr/>
            <p:nvPr/>
          </p:nvSpPr>
          <p:spPr>
            <a:xfrm>
              <a:off x="309343" y="2379333"/>
              <a:ext cx="55596" cy="98563"/>
            </a:xfrm>
            <a:custGeom>
              <a:rect b="b" l="l" r="r" t="t"/>
              <a:pathLst>
                <a:path extrusionOk="0" h="429" w="242">
                  <a:moveTo>
                    <a:pt x="1" y="0"/>
                  </a:moveTo>
                  <a:lnTo>
                    <a:pt x="1" y="429"/>
                  </a:lnTo>
                  <a:lnTo>
                    <a:pt x="242" y="429"/>
                  </a:lnTo>
                  <a:lnTo>
                    <a:pt x="24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138"/>
            <p:cNvSpPr/>
            <p:nvPr/>
          </p:nvSpPr>
          <p:spPr>
            <a:xfrm>
              <a:off x="47222" y="2565885"/>
              <a:ext cx="53299" cy="98563"/>
            </a:xfrm>
            <a:custGeom>
              <a:rect b="b" l="l" r="r" t="t"/>
              <a:pathLst>
                <a:path extrusionOk="0" h="429" w="232">
                  <a:moveTo>
                    <a:pt x="0" y="0"/>
                  </a:moveTo>
                  <a:lnTo>
                    <a:pt x="0" y="428"/>
                  </a:lnTo>
                  <a:lnTo>
                    <a:pt x="232" y="428"/>
                  </a:lnTo>
                  <a:lnTo>
                    <a:pt x="23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138"/>
            <p:cNvSpPr/>
            <p:nvPr/>
          </p:nvSpPr>
          <p:spPr>
            <a:xfrm>
              <a:off x="293032" y="2592535"/>
              <a:ext cx="55596" cy="98563"/>
            </a:xfrm>
            <a:custGeom>
              <a:rect b="b" l="l" r="r" t="t"/>
              <a:pathLst>
                <a:path extrusionOk="0" h="429" w="242">
                  <a:moveTo>
                    <a:pt x="1" y="0"/>
                  </a:moveTo>
                  <a:lnTo>
                    <a:pt x="1" y="428"/>
                  </a:lnTo>
                  <a:lnTo>
                    <a:pt x="241" y="428"/>
                  </a:lnTo>
                  <a:lnTo>
                    <a:pt x="24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138"/>
            <p:cNvSpPr/>
            <p:nvPr/>
          </p:nvSpPr>
          <p:spPr>
            <a:xfrm>
              <a:off x="139343" y="2760477"/>
              <a:ext cx="110962" cy="211370"/>
            </a:xfrm>
            <a:custGeom>
              <a:rect b="b" l="l" r="r" t="t"/>
              <a:pathLst>
                <a:path extrusionOk="0" h="920" w="483">
                  <a:moveTo>
                    <a:pt x="0" y="1"/>
                  </a:moveTo>
                  <a:lnTo>
                    <a:pt x="0" y="920"/>
                  </a:lnTo>
                  <a:lnTo>
                    <a:pt x="482" y="920"/>
                  </a:lnTo>
                  <a:lnTo>
                    <a:pt x="48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138"/>
            <p:cNvSpPr/>
            <p:nvPr/>
          </p:nvSpPr>
          <p:spPr>
            <a:xfrm>
              <a:off x="-102" y="2819522"/>
              <a:ext cx="195045" cy="119470"/>
            </a:xfrm>
            <a:custGeom>
              <a:rect b="b" l="l" r="r" t="t"/>
              <a:pathLst>
                <a:path extrusionOk="0" h="520" w="849">
                  <a:moveTo>
                    <a:pt x="38" y="0"/>
                  </a:moveTo>
                  <a:cubicBezTo>
                    <a:pt x="15" y="0"/>
                    <a:pt x="1" y="2"/>
                    <a:pt x="1" y="2"/>
                  </a:cubicBezTo>
                  <a:lnTo>
                    <a:pt x="1" y="520"/>
                  </a:lnTo>
                  <a:lnTo>
                    <a:pt x="848" y="386"/>
                  </a:lnTo>
                  <a:cubicBezTo>
                    <a:pt x="792" y="250"/>
                    <a:pt x="688" y="217"/>
                    <a:pt x="603" y="217"/>
                  </a:cubicBezTo>
                  <a:cubicBezTo>
                    <a:pt x="527" y="217"/>
                    <a:pt x="465" y="243"/>
                    <a:pt x="465" y="243"/>
                  </a:cubicBezTo>
                  <a:cubicBezTo>
                    <a:pt x="438" y="179"/>
                    <a:pt x="379" y="166"/>
                    <a:pt x="336" y="166"/>
                  </a:cubicBezTo>
                  <a:cubicBezTo>
                    <a:pt x="308" y="166"/>
                    <a:pt x="286" y="172"/>
                    <a:pt x="286" y="172"/>
                  </a:cubicBezTo>
                  <a:cubicBezTo>
                    <a:pt x="233" y="20"/>
                    <a:pt x="102" y="0"/>
                    <a:pt x="38"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138"/>
            <p:cNvSpPr/>
            <p:nvPr/>
          </p:nvSpPr>
          <p:spPr>
            <a:xfrm>
              <a:off x="-102" y="2176470"/>
              <a:ext cx="498295" cy="104766"/>
            </a:xfrm>
            <a:custGeom>
              <a:rect b="b" l="l" r="r" t="t"/>
              <a:pathLst>
                <a:path extrusionOk="0" h="456" w="2169">
                  <a:moveTo>
                    <a:pt x="1" y="0"/>
                  </a:moveTo>
                  <a:lnTo>
                    <a:pt x="1" y="455"/>
                  </a:lnTo>
                  <a:lnTo>
                    <a:pt x="2169" y="455"/>
                  </a:lnTo>
                  <a:lnTo>
                    <a:pt x="170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138"/>
            <p:cNvSpPr/>
            <p:nvPr/>
          </p:nvSpPr>
          <p:spPr>
            <a:xfrm>
              <a:off x="219289" y="2653877"/>
              <a:ext cx="299345" cy="479948"/>
            </a:xfrm>
            <a:custGeom>
              <a:rect b="b" l="l" r="r" t="t"/>
              <a:pathLst>
                <a:path extrusionOk="0" h="2089" w="1303">
                  <a:moveTo>
                    <a:pt x="0" y="1"/>
                  </a:moveTo>
                  <a:lnTo>
                    <a:pt x="0" y="2088"/>
                  </a:lnTo>
                  <a:lnTo>
                    <a:pt x="1303" y="2088"/>
                  </a:lnTo>
                  <a:lnTo>
                    <a:pt x="1303"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138"/>
            <p:cNvSpPr/>
            <p:nvPr/>
          </p:nvSpPr>
          <p:spPr>
            <a:xfrm>
              <a:off x="518396" y="2582197"/>
              <a:ext cx="70069" cy="551630"/>
            </a:xfrm>
            <a:custGeom>
              <a:rect b="b" l="l" r="r" t="t"/>
              <a:pathLst>
                <a:path extrusionOk="0" h="2401" w="305">
                  <a:moveTo>
                    <a:pt x="304" y="1"/>
                  </a:moveTo>
                  <a:lnTo>
                    <a:pt x="1" y="313"/>
                  </a:lnTo>
                  <a:lnTo>
                    <a:pt x="1" y="2400"/>
                  </a:lnTo>
                  <a:lnTo>
                    <a:pt x="304" y="2400"/>
                  </a:lnTo>
                  <a:lnTo>
                    <a:pt x="304"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138"/>
            <p:cNvSpPr/>
            <p:nvPr/>
          </p:nvSpPr>
          <p:spPr>
            <a:xfrm>
              <a:off x="264316" y="2703042"/>
              <a:ext cx="37217" cy="65938"/>
            </a:xfrm>
            <a:custGeom>
              <a:rect b="b" l="l" r="r" t="t"/>
              <a:pathLst>
                <a:path extrusionOk="0" h="287" w="162">
                  <a:moveTo>
                    <a:pt x="1" y="1"/>
                  </a:moveTo>
                  <a:lnTo>
                    <a:pt x="1" y="286"/>
                  </a:lnTo>
                  <a:lnTo>
                    <a:pt x="161" y="286"/>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138"/>
            <p:cNvSpPr/>
            <p:nvPr/>
          </p:nvSpPr>
          <p:spPr>
            <a:xfrm>
              <a:off x="346329" y="2768748"/>
              <a:ext cx="37217" cy="67776"/>
            </a:xfrm>
            <a:custGeom>
              <a:rect b="b" l="l" r="r" t="t"/>
              <a:pathLst>
                <a:path extrusionOk="0" h="295" w="162">
                  <a:moveTo>
                    <a:pt x="1" y="0"/>
                  </a:moveTo>
                  <a:lnTo>
                    <a:pt x="1"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138"/>
            <p:cNvSpPr/>
            <p:nvPr/>
          </p:nvSpPr>
          <p:spPr>
            <a:xfrm>
              <a:off x="428342" y="2721651"/>
              <a:ext cx="36987" cy="6570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138"/>
            <p:cNvSpPr/>
            <p:nvPr/>
          </p:nvSpPr>
          <p:spPr>
            <a:xfrm>
              <a:off x="250072" y="2846631"/>
              <a:ext cx="36987" cy="6570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138"/>
            <p:cNvSpPr/>
            <p:nvPr/>
          </p:nvSpPr>
          <p:spPr>
            <a:xfrm>
              <a:off x="446720" y="2846631"/>
              <a:ext cx="37217" cy="65708"/>
            </a:xfrm>
            <a:custGeom>
              <a:rect b="b" l="l" r="r" t="t"/>
              <a:pathLst>
                <a:path extrusionOk="0" h="286" w="162">
                  <a:moveTo>
                    <a:pt x="1" y="0"/>
                  </a:moveTo>
                  <a:lnTo>
                    <a:pt x="1"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138"/>
            <p:cNvSpPr/>
            <p:nvPr/>
          </p:nvSpPr>
          <p:spPr>
            <a:xfrm>
              <a:off x="313478" y="2977815"/>
              <a:ext cx="73975" cy="143594"/>
            </a:xfrm>
            <a:custGeom>
              <a:rect b="b" l="l" r="r" t="t"/>
              <a:pathLst>
                <a:path extrusionOk="0" h="625" w="322">
                  <a:moveTo>
                    <a:pt x="1" y="0"/>
                  </a:moveTo>
                  <a:lnTo>
                    <a:pt x="1" y="625"/>
                  </a:lnTo>
                  <a:lnTo>
                    <a:pt x="322" y="625"/>
                  </a:lnTo>
                  <a:lnTo>
                    <a:pt x="32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138"/>
            <p:cNvSpPr/>
            <p:nvPr/>
          </p:nvSpPr>
          <p:spPr>
            <a:xfrm>
              <a:off x="219289" y="2582197"/>
              <a:ext cx="369184" cy="71912"/>
            </a:xfrm>
            <a:custGeom>
              <a:rect b="b" l="l" r="r" t="t"/>
              <a:pathLst>
                <a:path extrusionOk="0" h="313" w="1607">
                  <a:moveTo>
                    <a:pt x="313" y="1"/>
                  </a:moveTo>
                  <a:lnTo>
                    <a:pt x="0" y="313"/>
                  </a:lnTo>
                  <a:lnTo>
                    <a:pt x="1303" y="313"/>
                  </a:lnTo>
                  <a:lnTo>
                    <a:pt x="160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138"/>
            <p:cNvSpPr/>
            <p:nvPr/>
          </p:nvSpPr>
          <p:spPr>
            <a:xfrm>
              <a:off x="428342" y="3028358"/>
              <a:ext cx="194815" cy="119700"/>
            </a:xfrm>
            <a:custGeom>
              <a:rect b="b" l="l" r="r" t="t"/>
              <a:pathLst>
                <a:path extrusionOk="0" h="521" w="848">
                  <a:moveTo>
                    <a:pt x="38" y="1"/>
                  </a:moveTo>
                  <a:cubicBezTo>
                    <a:pt x="15" y="1"/>
                    <a:pt x="0" y="3"/>
                    <a:pt x="0" y="3"/>
                  </a:cubicBezTo>
                  <a:lnTo>
                    <a:pt x="0" y="521"/>
                  </a:lnTo>
                  <a:lnTo>
                    <a:pt x="848" y="378"/>
                  </a:lnTo>
                  <a:cubicBezTo>
                    <a:pt x="792" y="249"/>
                    <a:pt x="689" y="217"/>
                    <a:pt x="602" y="217"/>
                  </a:cubicBezTo>
                  <a:cubicBezTo>
                    <a:pt x="522" y="217"/>
                    <a:pt x="455" y="244"/>
                    <a:pt x="455" y="244"/>
                  </a:cubicBezTo>
                  <a:cubicBezTo>
                    <a:pt x="433" y="172"/>
                    <a:pt x="374" y="159"/>
                    <a:pt x="331" y="159"/>
                  </a:cubicBezTo>
                  <a:cubicBezTo>
                    <a:pt x="305" y="159"/>
                    <a:pt x="286" y="164"/>
                    <a:pt x="286" y="164"/>
                  </a:cubicBezTo>
                  <a:cubicBezTo>
                    <a:pt x="227" y="20"/>
                    <a:pt x="101" y="1"/>
                    <a:pt x="3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138"/>
            <p:cNvSpPr/>
            <p:nvPr/>
          </p:nvSpPr>
          <p:spPr>
            <a:xfrm>
              <a:off x="442585" y="3180678"/>
              <a:ext cx="299574" cy="479948"/>
            </a:xfrm>
            <a:custGeom>
              <a:rect b="b" l="l" r="r" t="t"/>
              <a:pathLst>
                <a:path extrusionOk="0" h="2089" w="1304">
                  <a:moveTo>
                    <a:pt x="1" y="1"/>
                  </a:moveTo>
                  <a:lnTo>
                    <a:pt x="1" y="2088"/>
                  </a:lnTo>
                  <a:lnTo>
                    <a:pt x="1303" y="2088"/>
                  </a:lnTo>
                  <a:lnTo>
                    <a:pt x="1303"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138"/>
            <p:cNvSpPr/>
            <p:nvPr/>
          </p:nvSpPr>
          <p:spPr>
            <a:xfrm>
              <a:off x="487842" y="3229843"/>
              <a:ext cx="36987" cy="65938"/>
            </a:xfrm>
            <a:custGeom>
              <a:rect b="b" l="l" r="r" t="t"/>
              <a:pathLst>
                <a:path extrusionOk="0" h="287" w="161">
                  <a:moveTo>
                    <a:pt x="0" y="1"/>
                  </a:moveTo>
                  <a:lnTo>
                    <a:pt x="0" y="286"/>
                  </a:lnTo>
                  <a:lnTo>
                    <a:pt x="161" y="286"/>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138"/>
            <p:cNvSpPr/>
            <p:nvPr/>
          </p:nvSpPr>
          <p:spPr>
            <a:xfrm>
              <a:off x="569625" y="3295550"/>
              <a:ext cx="37217" cy="67776"/>
            </a:xfrm>
            <a:custGeom>
              <a:rect b="b" l="l" r="r" t="t"/>
              <a:pathLst>
                <a:path extrusionOk="0" h="295" w="162">
                  <a:moveTo>
                    <a:pt x="1" y="0"/>
                  </a:moveTo>
                  <a:lnTo>
                    <a:pt x="1" y="294"/>
                  </a:lnTo>
                  <a:lnTo>
                    <a:pt x="161" y="294"/>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138"/>
            <p:cNvSpPr/>
            <p:nvPr/>
          </p:nvSpPr>
          <p:spPr>
            <a:xfrm>
              <a:off x="651639" y="3246385"/>
              <a:ext cx="37217" cy="67776"/>
            </a:xfrm>
            <a:custGeom>
              <a:rect b="b" l="l" r="r" t="t"/>
              <a:pathLst>
                <a:path extrusionOk="0" h="295" w="162">
                  <a:moveTo>
                    <a:pt x="1" y="0"/>
                  </a:moveTo>
                  <a:lnTo>
                    <a:pt x="1" y="294"/>
                  </a:lnTo>
                  <a:lnTo>
                    <a:pt x="161" y="294"/>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138"/>
            <p:cNvSpPr/>
            <p:nvPr/>
          </p:nvSpPr>
          <p:spPr>
            <a:xfrm>
              <a:off x="473369" y="3373433"/>
              <a:ext cx="37217" cy="65708"/>
            </a:xfrm>
            <a:custGeom>
              <a:rect b="b" l="l" r="r" t="t"/>
              <a:pathLst>
                <a:path extrusionOk="0" h="286" w="162">
                  <a:moveTo>
                    <a:pt x="1" y="0"/>
                  </a:moveTo>
                  <a:lnTo>
                    <a:pt x="1"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138"/>
            <p:cNvSpPr/>
            <p:nvPr/>
          </p:nvSpPr>
          <p:spPr>
            <a:xfrm>
              <a:off x="641531" y="3391812"/>
              <a:ext cx="36987" cy="6570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138"/>
            <p:cNvSpPr/>
            <p:nvPr/>
          </p:nvSpPr>
          <p:spPr>
            <a:xfrm>
              <a:off x="537004" y="3504616"/>
              <a:ext cx="73975" cy="143594"/>
            </a:xfrm>
            <a:custGeom>
              <a:rect b="b" l="l" r="r" t="t"/>
              <a:pathLst>
                <a:path extrusionOk="0" h="625" w="322">
                  <a:moveTo>
                    <a:pt x="0" y="0"/>
                  </a:moveTo>
                  <a:lnTo>
                    <a:pt x="0" y="625"/>
                  </a:lnTo>
                  <a:lnTo>
                    <a:pt x="321" y="625"/>
                  </a:lnTo>
                  <a:lnTo>
                    <a:pt x="32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138"/>
            <p:cNvSpPr/>
            <p:nvPr/>
          </p:nvSpPr>
          <p:spPr>
            <a:xfrm>
              <a:off x="442585" y="3108998"/>
              <a:ext cx="336332" cy="71912"/>
            </a:xfrm>
            <a:custGeom>
              <a:rect b="b" l="l" r="r" t="t"/>
              <a:pathLst>
                <a:path extrusionOk="0" h="313" w="1464">
                  <a:moveTo>
                    <a:pt x="1" y="0"/>
                  </a:moveTo>
                  <a:lnTo>
                    <a:pt x="1" y="313"/>
                  </a:lnTo>
                  <a:lnTo>
                    <a:pt x="1464" y="313"/>
                  </a:lnTo>
                  <a:lnTo>
                    <a:pt x="115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138"/>
            <p:cNvSpPr/>
            <p:nvPr/>
          </p:nvSpPr>
          <p:spPr>
            <a:xfrm>
              <a:off x="1231704" y="3108998"/>
              <a:ext cx="250181" cy="397697"/>
            </a:xfrm>
            <a:custGeom>
              <a:rect b="b" l="l" r="r" t="t"/>
              <a:pathLst>
                <a:path extrusionOk="0" h="1731" w="1089">
                  <a:moveTo>
                    <a:pt x="0" y="0"/>
                  </a:moveTo>
                  <a:lnTo>
                    <a:pt x="0" y="1731"/>
                  </a:lnTo>
                  <a:lnTo>
                    <a:pt x="1089" y="1731"/>
                  </a:lnTo>
                  <a:lnTo>
                    <a:pt x="1089"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138"/>
            <p:cNvSpPr/>
            <p:nvPr/>
          </p:nvSpPr>
          <p:spPr>
            <a:xfrm>
              <a:off x="1174272" y="3049495"/>
              <a:ext cx="57663" cy="457203"/>
            </a:xfrm>
            <a:custGeom>
              <a:rect b="b" l="l" r="r" t="t"/>
              <a:pathLst>
                <a:path extrusionOk="0" h="1990" w="251">
                  <a:moveTo>
                    <a:pt x="1" y="1"/>
                  </a:moveTo>
                  <a:lnTo>
                    <a:pt x="1" y="1990"/>
                  </a:lnTo>
                  <a:lnTo>
                    <a:pt x="250" y="1990"/>
                  </a:lnTo>
                  <a:lnTo>
                    <a:pt x="250" y="259"/>
                  </a:lnTo>
                  <a:lnTo>
                    <a:pt x="1"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138"/>
            <p:cNvSpPr/>
            <p:nvPr/>
          </p:nvSpPr>
          <p:spPr>
            <a:xfrm>
              <a:off x="1412042" y="3149893"/>
              <a:ext cx="31014" cy="55599"/>
            </a:xfrm>
            <a:custGeom>
              <a:rect b="b" l="l" r="r" t="t"/>
              <a:pathLst>
                <a:path extrusionOk="0" h="242" w="135">
                  <a:moveTo>
                    <a:pt x="0" y="1"/>
                  </a:moveTo>
                  <a:lnTo>
                    <a:pt x="0" y="242"/>
                  </a:lnTo>
                  <a:lnTo>
                    <a:pt x="134" y="242"/>
                  </a:lnTo>
                  <a:lnTo>
                    <a:pt x="13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138"/>
            <p:cNvSpPr/>
            <p:nvPr/>
          </p:nvSpPr>
          <p:spPr>
            <a:xfrm>
              <a:off x="1344501" y="3205261"/>
              <a:ext cx="30784" cy="53532"/>
            </a:xfrm>
            <a:custGeom>
              <a:rect b="b" l="l" r="r" t="t"/>
              <a:pathLst>
                <a:path extrusionOk="0" h="233" w="134">
                  <a:moveTo>
                    <a:pt x="0" y="1"/>
                  </a:moveTo>
                  <a:lnTo>
                    <a:pt x="0" y="233"/>
                  </a:lnTo>
                  <a:lnTo>
                    <a:pt x="134" y="233"/>
                  </a:lnTo>
                  <a:lnTo>
                    <a:pt x="13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138"/>
            <p:cNvSpPr/>
            <p:nvPr/>
          </p:nvSpPr>
          <p:spPr>
            <a:xfrm>
              <a:off x="1276731" y="3164366"/>
              <a:ext cx="31014" cy="55599"/>
            </a:xfrm>
            <a:custGeom>
              <a:rect b="b" l="l" r="r" t="t"/>
              <a:pathLst>
                <a:path extrusionOk="0" h="242" w="135">
                  <a:moveTo>
                    <a:pt x="1" y="0"/>
                  </a:moveTo>
                  <a:lnTo>
                    <a:pt x="1" y="241"/>
                  </a:lnTo>
                  <a:lnTo>
                    <a:pt x="134" y="241"/>
                  </a:lnTo>
                  <a:lnTo>
                    <a:pt x="134"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138"/>
            <p:cNvSpPr/>
            <p:nvPr/>
          </p:nvSpPr>
          <p:spPr>
            <a:xfrm>
              <a:off x="1424217" y="3268900"/>
              <a:ext cx="31014" cy="55370"/>
            </a:xfrm>
            <a:custGeom>
              <a:rect b="b" l="l" r="r" t="t"/>
              <a:pathLst>
                <a:path extrusionOk="0" h="241" w="135">
                  <a:moveTo>
                    <a:pt x="1" y="0"/>
                  </a:moveTo>
                  <a:lnTo>
                    <a:pt x="1" y="241"/>
                  </a:lnTo>
                  <a:lnTo>
                    <a:pt x="135" y="241"/>
                  </a:lnTo>
                  <a:lnTo>
                    <a:pt x="13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138"/>
            <p:cNvSpPr/>
            <p:nvPr/>
          </p:nvSpPr>
          <p:spPr>
            <a:xfrm>
              <a:off x="1049300" y="3320132"/>
              <a:ext cx="31014" cy="55600"/>
            </a:xfrm>
            <a:custGeom>
              <a:rect b="b" l="l" r="r" t="t"/>
              <a:pathLst>
                <a:path extrusionOk="0" h="242" w="135">
                  <a:moveTo>
                    <a:pt x="0" y="0"/>
                  </a:moveTo>
                  <a:lnTo>
                    <a:pt x="0" y="241"/>
                  </a:lnTo>
                  <a:lnTo>
                    <a:pt x="134" y="241"/>
                  </a:lnTo>
                  <a:lnTo>
                    <a:pt x="134"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138"/>
            <p:cNvSpPr/>
            <p:nvPr/>
          </p:nvSpPr>
          <p:spPr>
            <a:xfrm>
              <a:off x="1112705" y="3262697"/>
              <a:ext cx="31014" cy="55599"/>
            </a:xfrm>
            <a:custGeom>
              <a:rect b="b" l="l" r="r" t="t"/>
              <a:pathLst>
                <a:path extrusionOk="0" h="242" w="135">
                  <a:moveTo>
                    <a:pt x="1" y="0"/>
                  </a:moveTo>
                  <a:lnTo>
                    <a:pt x="1" y="241"/>
                  </a:lnTo>
                  <a:lnTo>
                    <a:pt x="135" y="241"/>
                  </a:lnTo>
                  <a:lnTo>
                    <a:pt x="13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138"/>
            <p:cNvSpPr/>
            <p:nvPr/>
          </p:nvSpPr>
          <p:spPr>
            <a:xfrm>
              <a:off x="1518636" y="3334377"/>
              <a:ext cx="31014" cy="55600"/>
            </a:xfrm>
            <a:custGeom>
              <a:rect b="b" l="l" r="r" t="t"/>
              <a:pathLst>
                <a:path extrusionOk="0" h="242" w="135">
                  <a:moveTo>
                    <a:pt x="0" y="1"/>
                  </a:moveTo>
                  <a:lnTo>
                    <a:pt x="0" y="241"/>
                  </a:lnTo>
                  <a:lnTo>
                    <a:pt x="134" y="241"/>
                  </a:lnTo>
                  <a:lnTo>
                    <a:pt x="13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138"/>
            <p:cNvSpPr/>
            <p:nvPr/>
          </p:nvSpPr>
          <p:spPr>
            <a:xfrm>
              <a:off x="1764446" y="3320132"/>
              <a:ext cx="31014" cy="55600"/>
            </a:xfrm>
            <a:custGeom>
              <a:rect b="b" l="l" r="r" t="t"/>
              <a:pathLst>
                <a:path extrusionOk="0" h="242" w="135">
                  <a:moveTo>
                    <a:pt x="1" y="0"/>
                  </a:moveTo>
                  <a:lnTo>
                    <a:pt x="1" y="241"/>
                  </a:lnTo>
                  <a:lnTo>
                    <a:pt x="135" y="241"/>
                  </a:lnTo>
                  <a:lnTo>
                    <a:pt x="13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138"/>
            <p:cNvSpPr/>
            <p:nvPr/>
          </p:nvSpPr>
          <p:spPr>
            <a:xfrm>
              <a:off x="1598582" y="3387677"/>
              <a:ext cx="31014" cy="55600"/>
            </a:xfrm>
            <a:custGeom>
              <a:rect b="b" l="l" r="r" t="t"/>
              <a:pathLst>
                <a:path extrusionOk="0" h="242" w="135">
                  <a:moveTo>
                    <a:pt x="0" y="1"/>
                  </a:moveTo>
                  <a:lnTo>
                    <a:pt x="0" y="241"/>
                  </a:lnTo>
                  <a:lnTo>
                    <a:pt x="134" y="241"/>
                  </a:lnTo>
                  <a:lnTo>
                    <a:pt x="13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138"/>
            <p:cNvSpPr/>
            <p:nvPr/>
          </p:nvSpPr>
          <p:spPr>
            <a:xfrm>
              <a:off x="1863000" y="3328173"/>
              <a:ext cx="30784" cy="55600"/>
            </a:xfrm>
            <a:custGeom>
              <a:rect b="b" l="l" r="r" t="t"/>
              <a:pathLst>
                <a:path extrusionOk="0" h="242" w="134">
                  <a:moveTo>
                    <a:pt x="0" y="1"/>
                  </a:moveTo>
                  <a:lnTo>
                    <a:pt x="0" y="242"/>
                  </a:lnTo>
                  <a:lnTo>
                    <a:pt x="134" y="242"/>
                  </a:lnTo>
                  <a:lnTo>
                    <a:pt x="13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138"/>
            <p:cNvSpPr/>
            <p:nvPr/>
          </p:nvSpPr>
          <p:spPr>
            <a:xfrm>
              <a:off x="1813608" y="3414327"/>
              <a:ext cx="31014" cy="55600"/>
            </a:xfrm>
            <a:custGeom>
              <a:rect b="b" l="l" r="r" t="t"/>
              <a:pathLst>
                <a:path extrusionOk="0" h="242" w="135">
                  <a:moveTo>
                    <a:pt x="1" y="1"/>
                  </a:moveTo>
                  <a:lnTo>
                    <a:pt x="1" y="241"/>
                  </a:lnTo>
                  <a:lnTo>
                    <a:pt x="135" y="241"/>
                  </a:lnTo>
                  <a:lnTo>
                    <a:pt x="13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138"/>
            <p:cNvSpPr/>
            <p:nvPr/>
          </p:nvSpPr>
          <p:spPr>
            <a:xfrm>
              <a:off x="1260421" y="3268900"/>
              <a:ext cx="31014" cy="55370"/>
            </a:xfrm>
            <a:custGeom>
              <a:rect b="b" l="l" r="r" t="t"/>
              <a:pathLst>
                <a:path extrusionOk="0" h="241" w="135">
                  <a:moveTo>
                    <a:pt x="0" y="0"/>
                  </a:moveTo>
                  <a:lnTo>
                    <a:pt x="0" y="241"/>
                  </a:lnTo>
                  <a:lnTo>
                    <a:pt x="134" y="241"/>
                  </a:lnTo>
                  <a:lnTo>
                    <a:pt x="134"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138"/>
            <p:cNvSpPr/>
            <p:nvPr/>
          </p:nvSpPr>
          <p:spPr>
            <a:xfrm>
              <a:off x="1340366" y="3387677"/>
              <a:ext cx="61569" cy="119011"/>
            </a:xfrm>
            <a:custGeom>
              <a:rect b="b" l="l" r="r" t="t"/>
              <a:pathLst>
                <a:path extrusionOk="0" h="518" w="268">
                  <a:moveTo>
                    <a:pt x="0" y="1"/>
                  </a:moveTo>
                  <a:lnTo>
                    <a:pt x="0" y="518"/>
                  </a:lnTo>
                  <a:lnTo>
                    <a:pt x="268" y="518"/>
                  </a:lnTo>
                  <a:lnTo>
                    <a:pt x="26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138"/>
            <p:cNvSpPr/>
            <p:nvPr/>
          </p:nvSpPr>
          <p:spPr>
            <a:xfrm>
              <a:off x="1680595" y="3387677"/>
              <a:ext cx="61569" cy="119011"/>
            </a:xfrm>
            <a:custGeom>
              <a:rect b="b" l="l" r="r" t="t"/>
              <a:pathLst>
                <a:path extrusionOk="0" h="518" w="268">
                  <a:moveTo>
                    <a:pt x="0" y="1"/>
                  </a:moveTo>
                  <a:lnTo>
                    <a:pt x="0" y="518"/>
                  </a:lnTo>
                  <a:lnTo>
                    <a:pt x="268" y="518"/>
                  </a:lnTo>
                  <a:lnTo>
                    <a:pt x="26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138"/>
            <p:cNvSpPr/>
            <p:nvPr/>
          </p:nvSpPr>
          <p:spPr>
            <a:xfrm>
              <a:off x="1174272" y="3049495"/>
              <a:ext cx="307615" cy="59735"/>
            </a:xfrm>
            <a:custGeom>
              <a:rect b="b" l="l" r="r" t="t"/>
              <a:pathLst>
                <a:path extrusionOk="0" h="260" w="1339">
                  <a:moveTo>
                    <a:pt x="1" y="1"/>
                  </a:moveTo>
                  <a:lnTo>
                    <a:pt x="250" y="259"/>
                  </a:lnTo>
                  <a:lnTo>
                    <a:pt x="1339" y="259"/>
                  </a:lnTo>
                  <a:lnTo>
                    <a:pt x="107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138"/>
            <p:cNvSpPr/>
            <p:nvPr/>
          </p:nvSpPr>
          <p:spPr>
            <a:xfrm>
              <a:off x="1436623" y="3356891"/>
              <a:ext cx="88448" cy="223776"/>
            </a:xfrm>
            <a:custGeom>
              <a:rect b="b" l="l" r="r" t="t"/>
              <a:pathLst>
                <a:path extrusionOk="0" h="974" w="385">
                  <a:moveTo>
                    <a:pt x="197" y="1"/>
                  </a:moveTo>
                  <a:lnTo>
                    <a:pt x="99" y="482"/>
                  </a:lnTo>
                  <a:lnTo>
                    <a:pt x="1" y="973"/>
                  </a:lnTo>
                  <a:lnTo>
                    <a:pt x="384" y="973"/>
                  </a:lnTo>
                  <a:lnTo>
                    <a:pt x="286" y="482"/>
                  </a:lnTo>
                  <a:lnTo>
                    <a:pt x="197"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138"/>
            <p:cNvSpPr/>
            <p:nvPr/>
          </p:nvSpPr>
          <p:spPr>
            <a:xfrm>
              <a:off x="2008418" y="3174475"/>
              <a:ext cx="86380" cy="223777"/>
            </a:xfrm>
            <a:custGeom>
              <a:rect b="b" l="l" r="r" t="t"/>
              <a:pathLst>
                <a:path extrusionOk="0" h="974" w="376">
                  <a:moveTo>
                    <a:pt x="188" y="1"/>
                  </a:moveTo>
                  <a:lnTo>
                    <a:pt x="90" y="483"/>
                  </a:lnTo>
                  <a:lnTo>
                    <a:pt x="0" y="973"/>
                  </a:lnTo>
                  <a:lnTo>
                    <a:pt x="375" y="973"/>
                  </a:lnTo>
                  <a:lnTo>
                    <a:pt x="277" y="483"/>
                  </a:lnTo>
                  <a:lnTo>
                    <a:pt x="18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138"/>
            <p:cNvSpPr/>
            <p:nvPr/>
          </p:nvSpPr>
          <p:spPr>
            <a:xfrm>
              <a:off x="2104675" y="3326106"/>
              <a:ext cx="110962" cy="285120"/>
            </a:xfrm>
            <a:custGeom>
              <a:rect b="b" l="l" r="r" t="t"/>
              <a:pathLst>
                <a:path extrusionOk="0" h="1241" w="483">
                  <a:moveTo>
                    <a:pt x="242" y="1"/>
                  </a:moveTo>
                  <a:lnTo>
                    <a:pt x="126" y="625"/>
                  </a:lnTo>
                  <a:lnTo>
                    <a:pt x="1" y="1241"/>
                  </a:lnTo>
                  <a:lnTo>
                    <a:pt x="483" y="1241"/>
                  </a:lnTo>
                  <a:lnTo>
                    <a:pt x="358" y="625"/>
                  </a:lnTo>
                  <a:lnTo>
                    <a:pt x="242"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138"/>
            <p:cNvSpPr/>
            <p:nvPr/>
          </p:nvSpPr>
          <p:spPr>
            <a:xfrm>
              <a:off x="2330268" y="3266832"/>
              <a:ext cx="78110" cy="203099"/>
            </a:xfrm>
            <a:custGeom>
              <a:rect b="b" l="l" r="r" t="t"/>
              <a:pathLst>
                <a:path extrusionOk="0" h="884" w="340">
                  <a:moveTo>
                    <a:pt x="170" y="0"/>
                  </a:moveTo>
                  <a:lnTo>
                    <a:pt x="80" y="437"/>
                  </a:lnTo>
                  <a:lnTo>
                    <a:pt x="0" y="883"/>
                  </a:lnTo>
                  <a:lnTo>
                    <a:pt x="339" y="883"/>
                  </a:lnTo>
                  <a:lnTo>
                    <a:pt x="259" y="437"/>
                  </a:lnTo>
                  <a:lnTo>
                    <a:pt x="17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138"/>
            <p:cNvSpPr/>
            <p:nvPr/>
          </p:nvSpPr>
          <p:spPr>
            <a:xfrm>
              <a:off x="1496122" y="2854902"/>
              <a:ext cx="88218" cy="223547"/>
            </a:xfrm>
            <a:custGeom>
              <a:rect b="b" l="l" r="r" t="t"/>
              <a:pathLst>
                <a:path extrusionOk="0" h="973" w="384">
                  <a:moveTo>
                    <a:pt x="196" y="0"/>
                  </a:moveTo>
                  <a:lnTo>
                    <a:pt x="98" y="491"/>
                  </a:lnTo>
                  <a:lnTo>
                    <a:pt x="0" y="972"/>
                  </a:lnTo>
                  <a:lnTo>
                    <a:pt x="384" y="972"/>
                  </a:lnTo>
                  <a:lnTo>
                    <a:pt x="286" y="491"/>
                  </a:lnTo>
                  <a:lnTo>
                    <a:pt x="196"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138"/>
            <p:cNvSpPr/>
            <p:nvPr/>
          </p:nvSpPr>
          <p:spPr>
            <a:xfrm>
              <a:off x="1420312" y="2883390"/>
              <a:ext cx="57434" cy="147959"/>
            </a:xfrm>
            <a:custGeom>
              <a:rect b="b" l="l" r="r" t="t"/>
              <a:pathLst>
                <a:path extrusionOk="0" h="644" w="250">
                  <a:moveTo>
                    <a:pt x="125" y="1"/>
                  </a:moveTo>
                  <a:lnTo>
                    <a:pt x="63" y="322"/>
                  </a:lnTo>
                  <a:lnTo>
                    <a:pt x="0" y="643"/>
                  </a:lnTo>
                  <a:lnTo>
                    <a:pt x="250" y="643"/>
                  </a:lnTo>
                  <a:lnTo>
                    <a:pt x="187" y="322"/>
                  </a:lnTo>
                  <a:lnTo>
                    <a:pt x="125"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138"/>
            <p:cNvSpPr/>
            <p:nvPr/>
          </p:nvSpPr>
          <p:spPr>
            <a:xfrm>
              <a:off x="-102" y="3002397"/>
              <a:ext cx="442929" cy="707400"/>
            </a:xfrm>
            <a:custGeom>
              <a:rect b="b" l="l" r="r" t="t"/>
              <a:pathLst>
                <a:path extrusionOk="0" h="3079" w="1928">
                  <a:moveTo>
                    <a:pt x="1" y="0"/>
                  </a:moveTo>
                  <a:lnTo>
                    <a:pt x="1" y="3078"/>
                  </a:lnTo>
                  <a:lnTo>
                    <a:pt x="1928" y="3078"/>
                  </a:lnTo>
                  <a:lnTo>
                    <a:pt x="1928"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138"/>
            <p:cNvSpPr/>
            <p:nvPr/>
          </p:nvSpPr>
          <p:spPr>
            <a:xfrm>
              <a:off x="67668" y="3074077"/>
              <a:ext cx="55596" cy="98563"/>
            </a:xfrm>
            <a:custGeom>
              <a:rect b="b" l="l" r="r" t="t"/>
              <a:pathLst>
                <a:path extrusionOk="0" h="429" w="242">
                  <a:moveTo>
                    <a:pt x="0" y="1"/>
                  </a:moveTo>
                  <a:lnTo>
                    <a:pt x="0" y="429"/>
                  </a:lnTo>
                  <a:lnTo>
                    <a:pt x="241" y="429"/>
                  </a:lnTo>
                  <a:lnTo>
                    <a:pt x="24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138"/>
            <p:cNvSpPr/>
            <p:nvPr/>
          </p:nvSpPr>
          <p:spPr>
            <a:xfrm>
              <a:off x="190573" y="3172407"/>
              <a:ext cx="53528" cy="98792"/>
            </a:xfrm>
            <a:custGeom>
              <a:rect b="b" l="l" r="r" t="t"/>
              <a:pathLst>
                <a:path extrusionOk="0" h="430" w="233">
                  <a:moveTo>
                    <a:pt x="1" y="1"/>
                  </a:moveTo>
                  <a:lnTo>
                    <a:pt x="1" y="429"/>
                  </a:lnTo>
                  <a:lnTo>
                    <a:pt x="232" y="429"/>
                  </a:lnTo>
                  <a:lnTo>
                    <a:pt x="23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138"/>
            <p:cNvSpPr/>
            <p:nvPr/>
          </p:nvSpPr>
          <p:spPr>
            <a:xfrm>
              <a:off x="309343" y="3100727"/>
              <a:ext cx="55596" cy="98563"/>
            </a:xfrm>
            <a:custGeom>
              <a:rect b="b" l="l" r="r" t="t"/>
              <a:pathLst>
                <a:path extrusionOk="0" h="429" w="242">
                  <a:moveTo>
                    <a:pt x="1" y="1"/>
                  </a:moveTo>
                  <a:lnTo>
                    <a:pt x="1" y="429"/>
                  </a:lnTo>
                  <a:lnTo>
                    <a:pt x="242" y="429"/>
                  </a:lnTo>
                  <a:lnTo>
                    <a:pt x="24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138"/>
            <p:cNvSpPr/>
            <p:nvPr/>
          </p:nvSpPr>
          <p:spPr>
            <a:xfrm>
              <a:off x="47222" y="3285211"/>
              <a:ext cx="53299" cy="98563"/>
            </a:xfrm>
            <a:custGeom>
              <a:rect b="b" l="l" r="r" t="t"/>
              <a:pathLst>
                <a:path extrusionOk="0" h="429" w="232">
                  <a:moveTo>
                    <a:pt x="0" y="1"/>
                  </a:moveTo>
                  <a:lnTo>
                    <a:pt x="0" y="429"/>
                  </a:lnTo>
                  <a:lnTo>
                    <a:pt x="232" y="429"/>
                  </a:lnTo>
                  <a:lnTo>
                    <a:pt x="23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138"/>
            <p:cNvSpPr/>
            <p:nvPr/>
          </p:nvSpPr>
          <p:spPr>
            <a:xfrm>
              <a:off x="293032" y="3313929"/>
              <a:ext cx="55596" cy="98563"/>
            </a:xfrm>
            <a:custGeom>
              <a:rect b="b" l="l" r="r" t="t"/>
              <a:pathLst>
                <a:path extrusionOk="0" h="429" w="242">
                  <a:moveTo>
                    <a:pt x="1" y="0"/>
                  </a:moveTo>
                  <a:lnTo>
                    <a:pt x="1" y="429"/>
                  </a:lnTo>
                  <a:lnTo>
                    <a:pt x="241" y="429"/>
                  </a:lnTo>
                  <a:lnTo>
                    <a:pt x="24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138"/>
            <p:cNvSpPr/>
            <p:nvPr/>
          </p:nvSpPr>
          <p:spPr>
            <a:xfrm>
              <a:off x="139343" y="3481872"/>
              <a:ext cx="110962" cy="209302"/>
            </a:xfrm>
            <a:custGeom>
              <a:rect b="b" l="l" r="r" t="t"/>
              <a:pathLst>
                <a:path extrusionOk="0" h="911" w="483">
                  <a:moveTo>
                    <a:pt x="0" y="1"/>
                  </a:moveTo>
                  <a:lnTo>
                    <a:pt x="0" y="911"/>
                  </a:lnTo>
                  <a:lnTo>
                    <a:pt x="482" y="911"/>
                  </a:lnTo>
                  <a:lnTo>
                    <a:pt x="48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138"/>
            <p:cNvSpPr/>
            <p:nvPr/>
          </p:nvSpPr>
          <p:spPr>
            <a:xfrm>
              <a:off x="-102" y="2895796"/>
              <a:ext cx="498295" cy="106834"/>
            </a:xfrm>
            <a:custGeom>
              <a:rect b="b" l="l" r="r" t="t"/>
              <a:pathLst>
                <a:path extrusionOk="0" h="465" w="2169">
                  <a:moveTo>
                    <a:pt x="1" y="1"/>
                  </a:moveTo>
                  <a:lnTo>
                    <a:pt x="1" y="464"/>
                  </a:lnTo>
                  <a:lnTo>
                    <a:pt x="2169" y="464"/>
                  </a:lnTo>
                  <a:lnTo>
                    <a:pt x="17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138"/>
            <p:cNvSpPr/>
            <p:nvPr/>
          </p:nvSpPr>
          <p:spPr>
            <a:xfrm>
              <a:off x="-102" y="3579742"/>
              <a:ext cx="195045" cy="119700"/>
            </a:xfrm>
            <a:custGeom>
              <a:rect b="b" l="l" r="r" t="t"/>
              <a:pathLst>
                <a:path extrusionOk="0" h="521" w="849">
                  <a:moveTo>
                    <a:pt x="38" y="1"/>
                  </a:moveTo>
                  <a:cubicBezTo>
                    <a:pt x="15" y="1"/>
                    <a:pt x="1" y="3"/>
                    <a:pt x="1" y="3"/>
                  </a:cubicBezTo>
                  <a:lnTo>
                    <a:pt x="1" y="521"/>
                  </a:lnTo>
                  <a:lnTo>
                    <a:pt x="848" y="387"/>
                  </a:lnTo>
                  <a:cubicBezTo>
                    <a:pt x="792" y="250"/>
                    <a:pt x="688" y="218"/>
                    <a:pt x="603" y="218"/>
                  </a:cubicBezTo>
                  <a:cubicBezTo>
                    <a:pt x="527" y="218"/>
                    <a:pt x="465" y="244"/>
                    <a:pt x="465" y="244"/>
                  </a:cubicBezTo>
                  <a:cubicBezTo>
                    <a:pt x="438" y="180"/>
                    <a:pt x="379" y="167"/>
                    <a:pt x="336" y="167"/>
                  </a:cubicBezTo>
                  <a:cubicBezTo>
                    <a:pt x="308" y="167"/>
                    <a:pt x="286" y="173"/>
                    <a:pt x="286" y="173"/>
                  </a:cubicBezTo>
                  <a:cubicBezTo>
                    <a:pt x="233" y="20"/>
                    <a:pt x="102" y="1"/>
                    <a:pt x="3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138"/>
            <p:cNvSpPr/>
            <p:nvPr/>
          </p:nvSpPr>
          <p:spPr>
            <a:xfrm>
              <a:off x="2192891" y="3495656"/>
              <a:ext cx="192748" cy="119700"/>
            </a:xfrm>
            <a:custGeom>
              <a:rect b="b" l="l" r="r" t="t"/>
              <a:pathLst>
                <a:path extrusionOk="0" h="521" w="839">
                  <a:moveTo>
                    <a:pt x="36" y="1"/>
                  </a:moveTo>
                  <a:cubicBezTo>
                    <a:pt x="14" y="1"/>
                    <a:pt x="0" y="3"/>
                    <a:pt x="0" y="3"/>
                  </a:cubicBezTo>
                  <a:lnTo>
                    <a:pt x="0" y="521"/>
                  </a:lnTo>
                  <a:lnTo>
                    <a:pt x="839" y="387"/>
                  </a:lnTo>
                  <a:cubicBezTo>
                    <a:pt x="783" y="251"/>
                    <a:pt x="679" y="218"/>
                    <a:pt x="594" y="218"/>
                  </a:cubicBezTo>
                  <a:cubicBezTo>
                    <a:pt x="517" y="218"/>
                    <a:pt x="455" y="244"/>
                    <a:pt x="455" y="244"/>
                  </a:cubicBezTo>
                  <a:cubicBezTo>
                    <a:pt x="429" y="180"/>
                    <a:pt x="373" y="167"/>
                    <a:pt x="333" y="167"/>
                  </a:cubicBezTo>
                  <a:cubicBezTo>
                    <a:pt x="306" y="167"/>
                    <a:pt x="286" y="173"/>
                    <a:pt x="286" y="173"/>
                  </a:cubicBezTo>
                  <a:cubicBezTo>
                    <a:pt x="226" y="21"/>
                    <a:pt x="98" y="1"/>
                    <a:pt x="36"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138"/>
            <p:cNvSpPr/>
            <p:nvPr/>
          </p:nvSpPr>
          <p:spPr>
            <a:xfrm>
              <a:off x="403761" y="3459357"/>
              <a:ext cx="86151" cy="223776"/>
            </a:xfrm>
            <a:custGeom>
              <a:rect b="b" l="l" r="r" t="t"/>
              <a:pathLst>
                <a:path extrusionOk="0" h="974" w="375">
                  <a:moveTo>
                    <a:pt x="188" y="1"/>
                  </a:moveTo>
                  <a:lnTo>
                    <a:pt x="90" y="491"/>
                  </a:lnTo>
                  <a:lnTo>
                    <a:pt x="0" y="973"/>
                  </a:lnTo>
                  <a:lnTo>
                    <a:pt x="375" y="973"/>
                  </a:lnTo>
                  <a:lnTo>
                    <a:pt x="277" y="491"/>
                  </a:lnTo>
                  <a:lnTo>
                    <a:pt x="18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138"/>
            <p:cNvSpPr/>
            <p:nvPr/>
          </p:nvSpPr>
          <p:spPr>
            <a:xfrm>
              <a:off x="-102" y="1883317"/>
              <a:ext cx="57663" cy="293391"/>
            </a:xfrm>
            <a:custGeom>
              <a:rect b="b" l="l" r="r" t="t"/>
              <a:pathLst>
                <a:path extrusionOk="0" h="1277" w="251">
                  <a:moveTo>
                    <a:pt x="1" y="1"/>
                  </a:moveTo>
                  <a:lnTo>
                    <a:pt x="1" y="1276"/>
                  </a:lnTo>
                  <a:lnTo>
                    <a:pt x="251" y="1276"/>
                  </a:lnTo>
                  <a:lnTo>
                    <a:pt x="126" y="634"/>
                  </a:lnTo>
                  <a:lnTo>
                    <a:pt x="1"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138"/>
            <p:cNvSpPr/>
            <p:nvPr/>
          </p:nvSpPr>
          <p:spPr>
            <a:xfrm>
              <a:off x="-102" y="3434774"/>
              <a:ext cx="3312319" cy="484083"/>
            </a:xfrm>
            <a:custGeom>
              <a:rect b="b" l="l" r="r" t="t"/>
              <a:pathLst>
                <a:path extrusionOk="0" h="2107" w="14418">
                  <a:moveTo>
                    <a:pt x="11304" y="1"/>
                  </a:moveTo>
                  <a:lnTo>
                    <a:pt x="10064" y="679"/>
                  </a:lnTo>
                  <a:lnTo>
                    <a:pt x="6076" y="527"/>
                  </a:lnTo>
                  <a:lnTo>
                    <a:pt x="3534" y="804"/>
                  </a:lnTo>
                  <a:lnTo>
                    <a:pt x="1" y="1080"/>
                  </a:lnTo>
                  <a:lnTo>
                    <a:pt x="1" y="1535"/>
                  </a:lnTo>
                  <a:lnTo>
                    <a:pt x="1" y="2106"/>
                  </a:lnTo>
                  <a:lnTo>
                    <a:pt x="14417" y="2106"/>
                  </a:lnTo>
                  <a:lnTo>
                    <a:pt x="13704" y="1196"/>
                  </a:lnTo>
                  <a:lnTo>
                    <a:pt x="12098" y="893"/>
                  </a:lnTo>
                  <a:lnTo>
                    <a:pt x="1130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138"/>
            <p:cNvSpPr/>
            <p:nvPr/>
          </p:nvSpPr>
          <p:spPr>
            <a:xfrm>
              <a:off x="741922" y="3433166"/>
              <a:ext cx="108894" cy="36760"/>
            </a:xfrm>
            <a:custGeom>
              <a:rect b="b" l="l" r="r" t="t"/>
              <a:pathLst>
                <a:path extrusionOk="0" h="160" w="474">
                  <a:moveTo>
                    <a:pt x="191" y="1"/>
                  </a:moveTo>
                  <a:cubicBezTo>
                    <a:pt x="81" y="1"/>
                    <a:pt x="0" y="61"/>
                    <a:pt x="0" y="61"/>
                  </a:cubicBezTo>
                  <a:lnTo>
                    <a:pt x="0" y="159"/>
                  </a:lnTo>
                  <a:lnTo>
                    <a:pt x="473" y="159"/>
                  </a:lnTo>
                  <a:cubicBezTo>
                    <a:pt x="377" y="36"/>
                    <a:pt x="275" y="1"/>
                    <a:pt x="19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138"/>
            <p:cNvSpPr/>
            <p:nvPr/>
          </p:nvSpPr>
          <p:spPr>
            <a:xfrm>
              <a:off x="922259" y="3406056"/>
              <a:ext cx="272695" cy="63871"/>
            </a:xfrm>
            <a:custGeom>
              <a:rect b="b" l="l" r="r" t="t"/>
              <a:pathLst>
                <a:path extrusionOk="0" h="278" w="1187">
                  <a:moveTo>
                    <a:pt x="598" y="1"/>
                  </a:moveTo>
                  <a:cubicBezTo>
                    <a:pt x="375" y="1"/>
                    <a:pt x="268" y="197"/>
                    <a:pt x="268" y="197"/>
                  </a:cubicBezTo>
                  <a:cubicBezTo>
                    <a:pt x="234" y="181"/>
                    <a:pt x="203" y="175"/>
                    <a:pt x="175" y="175"/>
                  </a:cubicBezTo>
                  <a:cubicBezTo>
                    <a:pt x="63" y="175"/>
                    <a:pt x="0" y="277"/>
                    <a:pt x="0" y="277"/>
                  </a:cubicBezTo>
                  <a:lnTo>
                    <a:pt x="1187" y="277"/>
                  </a:lnTo>
                  <a:cubicBezTo>
                    <a:pt x="1143" y="174"/>
                    <a:pt x="1046" y="153"/>
                    <a:pt x="977" y="153"/>
                  </a:cubicBezTo>
                  <a:cubicBezTo>
                    <a:pt x="933" y="153"/>
                    <a:pt x="901" y="161"/>
                    <a:pt x="901" y="161"/>
                  </a:cubicBezTo>
                  <a:cubicBezTo>
                    <a:pt x="901" y="161"/>
                    <a:pt x="821" y="1"/>
                    <a:pt x="59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138"/>
            <p:cNvSpPr/>
            <p:nvPr/>
          </p:nvSpPr>
          <p:spPr>
            <a:xfrm>
              <a:off x="1809703" y="3445113"/>
              <a:ext cx="270628" cy="61573"/>
            </a:xfrm>
            <a:custGeom>
              <a:rect b="b" l="l" r="r" t="t"/>
              <a:pathLst>
                <a:path extrusionOk="0" h="268" w="1178">
                  <a:moveTo>
                    <a:pt x="598" y="0"/>
                  </a:moveTo>
                  <a:cubicBezTo>
                    <a:pt x="375" y="0"/>
                    <a:pt x="268" y="197"/>
                    <a:pt x="268" y="197"/>
                  </a:cubicBezTo>
                  <a:cubicBezTo>
                    <a:pt x="230" y="180"/>
                    <a:pt x="197" y="173"/>
                    <a:pt x="167" y="173"/>
                  </a:cubicBezTo>
                  <a:cubicBezTo>
                    <a:pt x="56" y="173"/>
                    <a:pt x="0" y="268"/>
                    <a:pt x="0" y="268"/>
                  </a:cubicBezTo>
                  <a:lnTo>
                    <a:pt x="1178" y="268"/>
                  </a:lnTo>
                  <a:cubicBezTo>
                    <a:pt x="1138" y="165"/>
                    <a:pt x="1031" y="146"/>
                    <a:pt x="960" y="146"/>
                  </a:cubicBezTo>
                  <a:cubicBezTo>
                    <a:pt x="921" y="146"/>
                    <a:pt x="892" y="152"/>
                    <a:pt x="892" y="152"/>
                  </a:cubicBezTo>
                  <a:cubicBezTo>
                    <a:pt x="892" y="152"/>
                    <a:pt x="812" y="0"/>
                    <a:pt x="598"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138"/>
            <p:cNvSpPr/>
            <p:nvPr/>
          </p:nvSpPr>
          <p:spPr>
            <a:xfrm>
              <a:off x="1104664" y="3455222"/>
              <a:ext cx="225600" cy="51464"/>
            </a:xfrm>
            <a:custGeom>
              <a:rect b="b" l="l" r="r" t="t"/>
              <a:pathLst>
                <a:path extrusionOk="0" h="224" w="982">
                  <a:moveTo>
                    <a:pt x="491" y="1"/>
                  </a:moveTo>
                  <a:cubicBezTo>
                    <a:pt x="313" y="1"/>
                    <a:pt x="214" y="162"/>
                    <a:pt x="214" y="162"/>
                  </a:cubicBezTo>
                  <a:cubicBezTo>
                    <a:pt x="186" y="149"/>
                    <a:pt x="160" y="144"/>
                    <a:pt x="137" y="144"/>
                  </a:cubicBezTo>
                  <a:cubicBezTo>
                    <a:pt x="46" y="144"/>
                    <a:pt x="0" y="224"/>
                    <a:pt x="0" y="224"/>
                  </a:cubicBezTo>
                  <a:lnTo>
                    <a:pt x="982" y="224"/>
                  </a:lnTo>
                  <a:cubicBezTo>
                    <a:pt x="944" y="144"/>
                    <a:pt x="865" y="128"/>
                    <a:pt x="808" y="128"/>
                  </a:cubicBezTo>
                  <a:cubicBezTo>
                    <a:pt x="769" y="128"/>
                    <a:pt x="741" y="135"/>
                    <a:pt x="741" y="135"/>
                  </a:cubicBezTo>
                  <a:cubicBezTo>
                    <a:pt x="741" y="135"/>
                    <a:pt x="678" y="1"/>
                    <a:pt x="49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138"/>
            <p:cNvSpPr/>
            <p:nvPr/>
          </p:nvSpPr>
          <p:spPr>
            <a:xfrm>
              <a:off x="-102" y="3434774"/>
              <a:ext cx="3312319" cy="484083"/>
            </a:xfrm>
            <a:custGeom>
              <a:rect b="b" l="l" r="r" t="t"/>
              <a:pathLst>
                <a:path extrusionOk="0" h="2107" w="14418">
                  <a:moveTo>
                    <a:pt x="11304" y="1"/>
                  </a:moveTo>
                  <a:lnTo>
                    <a:pt x="10064" y="679"/>
                  </a:lnTo>
                  <a:lnTo>
                    <a:pt x="6076" y="527"/>
                  </a:lnTo>
                  <a:lnTo>
                    <a:pt x="3534" y="804"/>
                  </a:lnTo>
                  <a:lnTo>
                    <a:pt x="1" y="1080"/>
                  </a:lnTo>
                  <a:lnTo>
                    <a:pt x="1" y="1535"/>
                  </a:lnTo>
                  <a:lnTo>
                    <a:pt x="429" y="1392"/>
                  </a:lnTo>
                  <a:lnTo>
                    <a:pt x="688" y="1366"/>
                  </a:lnTo>
                  <a:cubicBezTo>
                    <a:pt x="688" y="1366"/>
                    <a:pt x="1022" y="1498"/>
                    <a:pt x="1137" y="1498"/>
                  </a:cubicBezTo>
                  <a:cubicBezTo>
                    <a:pt x="1152" y="1498"/>
                    <a:pt x="1163" y="1496"/>
                    <a:pt x="1170" y="1491"/>
                  </a:cubicBezTo>
                  <a:cubicBezTo>
                    <a:pt x="1223" y="1446"/>
                    <a:pt x="1312" y="1366"/>
                    <a:pt x="1312" y="1366"/>
                  </a:cubicBezTo>
                  <a:lnTo>
                    <a:pt x="1758" y="1214"/>
                  </a:lnTo>
                  <a:lnTo>
                    <a:pt x="3337" y="1214"/>
                  </a:lnTo>
                  <a:cubicBezTo>
                    <a:pt x="3337" y="1214"/>
                    <a:pt x="3712" y="1160"/>
                    <a:pt x="3935" y="1116"/>
                  </a:cubicBezTo>
                  <a:cubicBezTo>
                    <a:pt x="4167" y="1080"/>
                    <a:pt x="4470" y="1036"/>
                    <a:pt x="4470" y="1036"/>
                  </a:cubicBezTo>
                  <a:lnTo>
                    <a:pt x="5014" y="1036"/>
                  </a:lnTo>
                  <a:lnTo>
                    <a:pt x="5362" y="982"/>
                  </a:lnTo>
                  <a:lnTo>
                    <a:pt x="5969" y="786"/>
                  </a:lnTo>
                  <a:lnTo>
                    <a:pt x="6219" y="786"/>
                  </a:lnTo>
                  <a:lnTo>
                    <a:pt x="6790" y="1196"/>
                  </a:lnTo>
                  <a:cubicBezTo>
                    <a:pt x="6790" y="1196"/>
                    <a:pt x="6995" y="1089"/>
                    <a:pt x="7031" y="1053"/>
                  </a:cubicBezTo>
                  <a:cubicBezTo>
                    <a:pt x="7057" y="1018"/>
                    <a:pt x="8369" y="982"/>
                    <a:pt x="8369" y="982"/>
                  </a:cubicBezTo>
                  <a:lnTo>
                    <a:pt x="8851" y="929"/>
                  </a:lnTo>
                  <a:lnTo>
                    <a:pt x="9645" y="1116"/>
                  </a:lnTo>
                  <a:lnTo>
                    <a:pt x="9868" y="1116"/>
                  </a:lnTo>
                  <a:cubicBezTo>
                    <a:pt x="9868" y="1116"/>
                    <a:pt x="10135" y="1107"/>
                    <a:pt x="10287" y="1036"/>
                  </a:cubicBezTo>
                  <a:cubicBezTo>
                    <a:pt x="10447" y="973"/>
                    <a:pt x="10394" y="964"/>
                    <a:pt x="10572" y="786"/>
                  </a:cubicBezTo>
                  <a:cubicBezTo>
                    <a:pt x="10653" y="705"/>
                    <a:pt x="10720" y="683"/>
                    <a:pt x="10768" y="683"/>
                  </a:cubicBezTo>
                  <a:cubicBezTo>
                    <a:pt x="10826" y="683"/>
                    <a:pt x="10858" y="714"/>
                    <a:pt x="10858" y="714"/>
                  </a:cubicBezTo>
                  <a:lnTo>
                    <a:pt x="11161" y="527"/>
                  </a:lnTo>
                  <a:lnTo>
                    <a:pt x="11161" y="313"/>
                  </a:lnTo>
                  <a:lnTo>
                    <a:pt x="11455" y="447"/>
                  </a:lnTo>
                  <a:lnTo>
                    <a:pt x="11491" y="598"/>
                  </a:lnTo>
                  <a:lnTo>
                    <a:pt x="11536" y="786"/>
                  </a:lnTo>
                  <a:cubicBezTo>
                    <a:pt x="11536" y="786"/>
                    <a:pt x="11491" y="857"/>
                    <a:pt x="11598" y="893"/>
                  </a:cubicBezTo>
                  <a:cubicBezTo>
                    <a:pt x="11705" y="920"/>
                    <a:pt x="11777" y="982"/>
                    <a:pt x="11777" y="982"/>
                  </a:cubicBezTo>
                  <a:lnTo>
                    <a:pt x="11777" y="1143"/>
                  </a:lnTo>
                  <a:lnTo>
                    <a:pt x="11982" y="1276"/>
                  </a:lnTo>
                  <a:lnTo>
                    <a:pt x="12535" y="1276"/>
                  </a:lnTo>
                  <a:lnTo>
                    <a:pt x="12936" y="1312"/>
                  </a:lnTo>
                  <a:cubicBezTo>
                    <a:pt x="12936" y="1312"/>
                    <a:pt x="12951" y="1306"/>
                    <a:pt x="12974" y="1306"/>
                  </a:cubicBezTo>
                  <a:cubicBezTo>
                    <a:pt x="13006" y="1306"/>
                    <a:pt x="13054" y="1318"/>
                    <a:pt x="13106" y="1375"/>
                  </a:cubicBezTo>
                  <a:cubicBezTo>
                    <a:pt x="13186" y="1464"/>
                    <a:pt x="13177" y="1535"/>
                    <a:pt x="13284" y="1535"/>
                  </a:cubicBezTo>
                  <a:lnTo>
                    <a:pt x="13472" y="1535"/>
                  </a:lnTo>
                  <a:lnTo>
                    <a:pt x="14417" y="2106"/>
                  </a:lnTo>
                  <a:lnTo>
                    <a:pt x="13704" y="1196"/>
                  </a:lnTo>
                  <a:lnTo>
                    <a:pt x="12098" y="893"/>
                  </a:lnTo>
                  <a:lnTo>
                    <a:pt x="11304" y="1"/>
                  </a:lnTo>
                  <a:close/>
                  <a:moveTo>
                    <a:pt x="14417" y="2106"/>
                  </a:moveTo>
                  <a:lnTo>
                    <a:pt x="14417" y="2106"/>
                  </a:lnTo>
                  <a:lnTo>
                    <a:pt x="14417" y="2106"/>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138"/>
            <p:cNvSpPr/>
            <p:nvPr/>
          </p:nvSpPr>
          <p:spPr>
            <a:xfrm>
              <a:off x="-102" y="3717589"/>
              <a:ext cx="1836731" cy="201261"/>
            </a:xfrm>
            <a:custGeom>
              <a:rect b="b" l="l" r="r" t="t"/>
              <a:pathLst>
                <a:path extrusionOk="0" h="876" w="7995">
                  <a:moveTo>
                    <a:pt x="5501" y="1"/>
                  </a:moveTo>
                  <a:cubicBezTo>
                    <a:pt x="5473" y="1"/>
                    <a:pt x="5466" y="51"/>
                    <a:pt x="5457" y="51"/>
                  </a:cubicBezTo>
                  <a:cubicBezTo>
                    <a:pt x="5455" y="51"/>
                    <a:pt x="5454" y="49"/>
                    <a:pt x="5452" y="45"/>
                  </a:cubicBezTo>
                  <a:cubicBezTo>
                    <a:pt x="5451" y="43"/>
                    <a:pt x="5449" y="42"/>
                    <a:pt x="5445" y="42"/>
                  </a:cubicBezTo>
                  <a:cubicBezTo>
                    <a:pt x="5401" y="42"/>
                    <a:pt x="5131" y="246"/>
                    <a:pt x="5014" y="304"/>
                  </a:cubicBezTo>
                  <a:cubicBezTo>
                    <a:pt x="4919" y="348"/>
                    <a:pt x="4044" y="423"/>
                    <a:pt x="3563" y="423"/>
                  </a:cubicBezTo>
                  <a:cubicBezTo>
                    <a:pt x="3460" y="423"/>
                    <a:pt x="3375" y="419"/>
                    <a:pt x="3319" y="411"/>
                  </a:cubicBezTo>
                  <a:cubicBezTo>
                    <a:pt x="3289" y="407"/>
                    <a:pt x="3256" y="405"/>
                    <a:pt x="3222" y="405"/>
                  </a:cubicBezTo>
                  <a:cubicBezTo>
                    <a:pt x="2921" y="405"/>
                    <a:pt x="2526" y="563"/>
                    <a:pt x="2526" y="563"/>
                  </a:cubicBezTo>
                  <a:lnTo>
                    <a:pt x="1928" y="688"/>
                  </a:lnTo>
                  <a:lnTo>
                    <a:pt x="1401" y="759"/>
                  </a:lnTo>
                  <a:lnTo>
                    <a:pt x="1223" y="759"/>
                  </a:lnTo>
                  <a:lnTo>
                    <a:pt x="1" y="875"/>
                  </a:lnTo>
                  <a:lnTo>
                    <a:pt x="7994" y="875"/>
                  </a:lnTo>
                  <a:lnTo>
                    <a:pt x="7450" y="741"/>
                  </a:lnTo>
                  <a:lnTo>
                    <a:pt x="7164" y="688"/>
                  </a:lnTo>
                  <a:cubicBezTo>
                    <a:pt x="7164" y="688"/>
                    <a:pt x="6879" y="616"/>
                    <a:pt x="6763" y="616"/>
                  </a:cubicBezTo>
                  <a:cubicBezTo>
                    <a:pt x="6656" y="616"/>
                    <a:pt x="6433" y="688"/>
                    <a:pt x="6433" y="688"/>
                  </a:cubicBezTo>
                  <a:lnTo>
                    <a:pt x="6183" y="634"/>
                  </a:lnTo>
                  <a:lnTo>
                    <a:pt x="5791" y="411"/>
                  </a:lnTo>
                  <a:cubicBezTo>
                    <a:pt x="5791" y="411"/>
                    <a:pt x="5648" y="161"/>
                    <a:pt x="5559" y="45"/>
                  </a:cubicBezTo>
                  <a:cubicBezTo>
                    <a:pt x="5533" y="12"/>
                    <a:pt x="5515" y="1"/>
                    <a:pt x="5501" y="1"/>
                  </a:cubicBez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138"/>
            <p:cNvSpPr/>
            <p:nvPr/>
          </p:nvSpPr>
          <p:spPr>
            <a:xfrm>
              <a:off x="2160039" y="3770889"/>
              <a:ext cx="881493" cy="147959"/>
            </a:xfrm>
            <a:custGeom>
              <a:rect b="b" l="l" r="r" t="t"/>
              <a:pathLst>
                <a:path extrusionOk="0" h="644" w="3837">
                  <a:moveTo>
                    <a:pt x="1366" y="1"/>
                  </a:moveTo>
                  <a:lnTo>
                    <a:pt x="1" y="643"/>
                  </a:lnTo>
                  <a:lnTo>
                    <a:pt x="3837" y="643"/>
                  </a:lnTo>
                  <a:lnTo>
                    <a:pt x="3248" y="331"/>
                  </a:lnTo>
                  <a:lnTo>
                    <a:pt x="3114" y="286"/>
                  </a:lnTo>
                  <a:lnTo>
                    <a:pt x="2383" y="277"/>
                  </a:lnTo>
                  <a:cubicBezTo>
                    <a:pt x="2383" y="277"/>
                    <a:pt x="2219" y="169"/>
                    <a:pt x="2147" y="169"/>
                  </a:cubicBezTo>
                  <a:cubicBezTo>
                    <a:pt x="2142" y="169"/>
                    <a:pt x="2137" y="169"/>
                    <a:pt x="2133" y="170"/>
                  </a:cubicBezTo>
                  <a:cubicBezTo>
                    <a:pt x="2123" y="172"/>
                    <a:pt x="2113" y="172"/>
                    <a:pt x="2102" y="172"/>
                  </a:cubicBezTo>
                  <a:cubicBezTo>
                    <a:pt x="2060" y="172"/>
                    <a:pt x="2009" y="164"/>
                    <a:pt x="1961" y="164"/>
                  </a:cubicBezTo>
                  <a:cubicBezTo>
                    <a:pt x="1940" y="164"/>
                    <a:pt x="1919" y="166"/>
                    <a:pt x="1901" y="170"/>
                  </a:cubicBezTo>
                  <a:cubicBezTo>
                    <a:pt x="1897" y="171"/>
                    <a:pt x="1892" y="171"/>
                    <a:pt x="1888" y="171"/>
                  </a:cubicBezTo>
                  <a:cubicBezTo>
                    <a:pt x="1821" y="171"/>
                    <a:pt x="1758" y="108"/>
                    <a:pt x="1758" y="108"/>
                  </a:cubicBezTo>
                  <a:lnTo>
                    <a:pt x="145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7" name="Google Shape;8877;p138"/>
          <p:cNvSpPr txBox="1"/>
          <p:nvPr>
            <p:ph type="ctrTitle"/>
          </p:nvPr>
        </p:nvSpPr>
        <p:spPr>
          <a:xfrm>
            <a:off x="2307650" y="557775"/>
            <a:ext cx="4528800" cy="2177700"/>
          </a:xfrm>
          <a:prstGeom prst="rect">
            <a:avLst/>
          </a:prstGeom>
        </p:spPr>
        <p:txBody>
          <a:bodyPr anchorCtr="0" anchor="b" bIns="91425" lIns="91425" spcFirstLastPara="1" rIns="91425" wrap="square" tIns="91425">
            <a:noAutofit/>
          </a:bodyPr>
          <a:lstStyle>
            <a:lvl1pPr lvl="0" algn="ctr">
              <a:lnSpc>
                <a:spcPct val="90000"/>
              </a:lnSpc>
              <a:spcBef>
                <a:spcPts val="0"/>
              </a:spcBef>
              <a:spcAft>
                <a:spcPts val="0"/>
              </a:spcAft>
              <a:buSzPts val="5200"/>
              <a:buNone/>
              <a:defRPr sz="60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8878" name="Google Shape;8878;p138"/>
          <p:cNvSpPr txBox="1"/>
          <p:nvPr>
            <p:ph idx="1" type="subTitle"/>
          </p:nvPr>
        </p:nvSpPr>
        <p:spPr>
          <a:xfrm>
            <a:off x="2307550" y="2591825"/>
            <a:ext cx="4528800" cy="475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1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8879" name="Shape 8879"/>
        <p:cNvGrpSpPr/>
        <p:nvPr/>
      </p:nvGrpSpPr>
      <p:grpSpPr>
        <a:xfrm>
          <a:off x="0" y="0"/>
          <a:ext cx="0" cy="0"/>
          <a:chOff x="0" y="0"/>
          <a:chExt cx="0" cy="0"/>
        </a:xfrm>
      </p:grpSpPr>
      <p:grpSp>
        <p:nvGrpSpPr>
          <p:cNvPr id="8880" name="Google Shape;8880;p139"/>
          <p:cNvGrpSpPr/>
          <p:nvPr/>
        </p:nvGrpSpPr>
        <p:grpSpPr>
          <a:xfrm flipH="1">
            <a:off x="5450022" y="533274"/>
            <a:ext cx="1459252" cy="1306586"/>
            <a:chOff x="-1060420" y="-1293523"/>
            <a:chExt cx="4335270" cy="4271283"/>
          </a:xfrm>
        </p:grpSpPr>
        <p:sp>
          <p:nvSpPr>
            <p:cNvPr id="8881" name="Google Shape;8881;p139"/>
            <p:cNvSpPr/>
            <p:nvPr/>
          </p:nvSpPr>
          <p:spPr>
            <a:xfrm rot="-1453189">
              <a:off x="-701967" y="-644389"/>
              <a:ext cx="3618363" cy="2973015"/>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139"/>
            <p:cNvSpPr/>
            <p:nvPr/>
          </p:nvSpPr>
          <p:spPr>
            <a:xfrm rot="-1453179">
              <a:off x="-427456" y="-119118"/>
              <a:ext cx="2182302" cy="2017081"/>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3" name="Google Shape;8883;p139"/>
          <p:cNvGrpSpPr/>
          <p:nvPr/>
        </p:nvGrpSpPr>
        <p:grpSpPr>
          <a:xfrm flipH="1">
            <a:off x="6541668" y="-480735"/>
            <a:ext cx="2756067" cy="2115374"/>
            <a:chOff x="-675270" y="-663276"/>
            <a:chExt cx="3564955" cy="3010780"/>
          </a:xfrm>
        </p:grpSpPr>
        <p:sp>
          <p:nvSpPr>
            <p:cNvPr id="8884" name="Google Shape;8884;p139"/>
            <p:cNvSpPr/>
            <p:nvPr/>
          </p:nvSpPr>
          <p:spPr>
            <a:xfrm>
              <a:off x="-675270" y="-663276"/>
              <a:ext cx="3564955" cy="3010780"/>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139"/>
            <p:cNvSpPr/>
            <p:nvPr/>
          </p:nvSpPr>
          <p:spPr>
            <a:xfrm>
              <a:off x="-394641" y="-320127"/>
              <a:ext cx="2150090" cy="2042707"/>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86" name="Google Shape;8886;p139"/>
          <p:cNvSpPr/>
          <p:nvPr/>
        </p:nvSpPr>
        <p:spPr>
          <a:xfrm>
            <a:off x="0" y="1153675"/>
            <a:ext cx="9144017" cy="3989753"/>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87" name="Google Shape;8887;p139"/>
          <p:cNvGrpSpPr/>
          <p:nvPr/>
        </p:nvGrpSpPr>
        <p:grpSpPr>
          <a:xfrm>
            <a:off x="4687471" y="2856122"/>
            <a:ext cx="4978898" cy="2287219"/>
            <a:chOff x="3941272" y="2174315"/>
            <a:chExt cx="694107" cy="322470"/>
          </a:xfrm>
        </p:grpSpPr>
        <p:sp>
          <p:nvSpPr>
            <p:cNvPr id="8888" name="Google Shape;8888;p139"/>
            <p:cNvSpPr/>
            <p:nvPr/>
          </p:nvSpPr>
          <p:spPr>
            <a:xfrm>
              <a:off x="3941272" y="2269259"/>
              <a:ext cx="624456" cy="227524"/>
            </a:xfrm>
            <a:custGeom>
              <a:rect b="b" l="l" r="r" t="t"/>
              <a:pathLst>
                <a:path extrusionOk="0" h="6264" w="17192">
                  <a:moveTo>
                    <a:pt x="17192" y="1"/>
                  </a:moveTo>
                  <a:lnTo>
                    <a:pt x="14453" y="1178"/>
                  </a:lnTo>
                  <a:lnTo>
                    <a:pt x="13008" y="2454"/>
                  </a:lnTo>
                  <a:lnTo>
                    <a:pt x="10626" y="2989"/>
                  </a:lnTo>
                  <a:lnTo>
                    <a:pt x="9600" y="3364"/>
                  </a:lnTo>
                  <a:lnTo>
                    <a:pt x="7655" y="3569"/>
                  </a:lnTo>
                  <a:lnTo>
                    <a:pt x="6290" y="4648"/>
                  </a:lnTo>
                  <a:lnTo>
                    <a:pt x="2499" y="5103"/>
                  </a:lnTo>
                  <a:lnTo>
                    <a:pt x="1" y="6263"/>
                  </a:lnTo>
                  <a:lnTo>
                    <a:pt x="17192" y="6263"/>
                  </a:lnTo>
                  <a:lnTo>
                    <a:pt x="1719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139"/>
            <p:cNvSpPr/>
            <p:nvPr/>
          </p:nvSpPr>
          <p:spPr>
            <a:xfrm>
              <a:off x="4064111" y="2380402"/>
              <a:ext cx="501614" cy="116377"/>
            </a:xfrm>
            <a:custGeom>
              <a:rect b="b" l="l" r="r" t="t"/>
              <a:pathLst>
                <a:path extrusionOk="0" h="3204" w="13810">
                  <a:moveTo>
                    <a:pt x="12249" y="0"/>
                  </a:moveTo>
                  <a:lnTo>
                    <a:pt x="10268" y="250"/>
                  </a:lnTo>
                  <a:lnTo>
                    <a:pt x="7565" y="616"/>
                  </a:lnTo>
                  <a:lnTo>
                    <a:pt x="5647" y="1472"/>
                  </a:lnTo>
                  <a:lnTo>
                    <a:pt x="1133" y="2427"/>
                  </a:lnTo>
                  <a:lnTo>
                    <a:pt x="0" y="3203"/>
                  </a:lnTo>
                  <a:lnTo>
                    <a:pt x="3229" y="3203"/>
                  </a:lnTo>
                  <a:lnTo>
                    <a:pt x="5219" y="2704"/>
                  </a:lnTo>
                  <a:lnTo>
                    <a:pt x="6637" y="1927"/>
                  </a:lnTo>
                  <a:lnTo>
                    <a:pt x="7333" y="1687"/>
                  </a:lnTo>
                  <a:lnTo>
                    <a:pt x="7815" y="1472"/>
                  </a:lnTo>
                  <a:lnTo>
                    <a:pt x="9260" y="1954"/>
                  </a:lnTo>
                  <a:lnTo>
                    <a:pt x="10438" y="1838"/>
                  </a:lnTo>
                  <a:lnTo>
                    <a:pt x="10812" y="1767"/>
                  </a:lnTo>
                  <a:lnTo>
                    <a:pt x="11597" y="1472"/>
                  </a:lnTo>
                  <a:lnTo>
                    <a:pt x="13810" y="1562"/>
                  </a:lnTo>
                  <a:lnTo>
                    <a:pt x="13810" y="0"/>
                  </a:lnTo>
                  <a:lnTo>
                    <a:pt x="12989" y="72"/>
                  </a:lnTo>
                  <a:lnTo>
                    <a:pt x="1224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139"/>
            <p:cNvSpPr/>
            <p:nvPr/>
          </p:nvSpPr>
          <p:spPr>
            <a:xfrm>
              <a:off x="3941272" y="2269259"/>
              <a:ext cx="624456" cy="227524"/>
            </a:xfrm>
            <a:custGeom>
              <a:rect b="b" l="l" r="r" t="t"/>
              <a:pathLst>
                <a:path extrusionOk="0" h="6264" w="17192">
                  <a:moveTo>
                    <a:pt x="17192" y="1"/>
                  </a:moveTo>
                  <a:lnTo>
                    <a:pt x="14453" y="1178"/>
                  </a:lnTo>
                  <a:lnTo>
                    <a:pt x="13008" y="2454"/>
                  </a:lnTo>
                  <a:lnTo>
                    <a:pt x="10626" y="2989"/>
                  </a:lnTo>
                  <a:lnTo>
                    <a:pt x="9600" y="3364"/>
                  </a:lnTo>
                  <a:lnTo>
                    <a:pt x="7655" y="3569"/>
                  </a:lnTo>
                  <a:lnTo>
                    <a:pt x="6290" y="4648"/>
                  </a:lnTo>
                  <a:lnTo>
                    <a:pt x="2499" y="5103"/>
                  </a:lnTo>
                  <a:lnTo>
                    <a:pt x="1" y="6263"/>
                  </a:lnTo>
                  <a:lnTo>
                    <a:pt x="3614" y="6263"/>
                  </a:lnTo>
                  <a:lnTo>
                    <a:pt x="7718" y="5701"/>
                  </a:lnTo>
                  <a:lnTo>
                    <a:pt x="10947" y="4354"/>
                  </a:lnTo>
                  <a:lnTo>
                    <a:pt x="13632" y="4604"/>
                  </a:lnTo>
                  <a:lnTo>
                    <a:pt x="14819" y="4229"/>
                  </a:lnTo>
                  <a:lnTo>
                    <a:pt x="17192" y="4622"/>
                  </a:lnTo>
                  <a:lnTo>
                    <a:pt x="1719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139"/>
            <p:cNvSpPr/>
            <p:nvPr/>
          </p:nvSpPr>
          <p:spPr>
            <a:xfrm>
              <a:off x="4072501" y="2392061"/>
              <a:ext cx="493223" cy="104718"/>
            </a:xfrm>
            <a:custGeom>
              <a:rect b="b" l="l" r="r" t="t"/>
              <a:pathLst>
                <a:path extrusionOk="0" h="2883" w="13579">
                  <a:moveTo>
                    <a:pt x="13579" y="1"/>
                  </a:moveTo>
                  <a:lnTo>
                    <a:pt x="12392" y="357"/>
                  </a:lnTo>
                  <a:lnTo>
                    <a:pt x="11108" y="250"/>
                  </a:lnTo>
                  <a:lnTo>
                    <a:pt x="9100" y="848"/>
                  </a:lnTo>
                  <a:lnTo>
                    <a:pt x="7013" y="536"/>
                  </a:lnTo>
                  <a:lnTo>
                    <a:pt x="5354" y="1473"/>
                  </a:lnTo>
                  <a:lnTo>
                    <a:pt x="4105" y="2052"/>
                  </a:lnTo>
                  <a:lnTo>
                    <a:pt x="2499" y="2052"/>
                  </a:lnTo>
                  <a:lnTo>
                    <a:pt x="1" y="2882"/>
                  </a:lnTo>
                  <a:lnTo>
                    <a:pt x="4105" y="2320"/>
                  </a:lnTo>
                  <a:lnTo>
                    <a:pt x="7334" y="973"/>
                  </a:lnTo>
                  <a:lnTo>
                    <a:pt x="10019" y="1223"/>
                  </a:lnTo>
                  <a:lnTo>
                    <a:pt x="11206" y="848"/>
                  </a:lnTo>
                  <a:lnTo>
                    <a:pt x="13579" y="1241"/>
                  </a:lnTo>
                  <a:lnTo>
                    <a:pt x="1357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139"/>
            <p:cNvSpPr/>
            <p:nvPr/>
          </p:nvSpPr>
          <p:spPr>
            <a:xfrm>
              <a:off x="4314874" y="2449413"/>
              <a:ext cx="207765" cy="47365"/>
            </a:xfrm>
            <a:custGeom>
              <a:rect b="b" l="l" r="r" t="t"/>
              <a:pathLst>
                <a:path extrusionOk="0" h="1304" w="5720">
                  <a:moveTo>
                    <a:pt x="188" y="375"/>
                  </a:moveTo>
                  <a:lnTo>
                    <a:pt x="1" y="1303"/>
                  </a:lnTo>
                  <a:lnTo>
                    <a:pt x="304" y="1303"/>
                  </a:lnTo>
                  <a:lnTo>
                    <a:pt x="188" y="375"/>
                  </a:lnTo>
                  <a:close/>
                  <a:moveTo>
                    <a:pt x="4533" y="1"/>
                  </a:moveTo>
                  <a:lnTo>
                    <a:pt x="4167" y="1303"/>
                  </a:lnTo>
                  <a:lnTo>
                    <a:pt x="5719" y="1303"/>
                  </a:lnTo>
                  <a:lnTo>
                    <a:pt x="4845" y="857"/>
                  </a:lnTo>
                  <a:lnTo>
                    <a:pt x="4533"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139"/>
            <p:cNvSpPr/>
            <p:nvPr/>
          </p:nvSpPr>
          <p:spPr>
            <a:xfrm>
              <a:off x="4120809" y="2209002"/>
              <a:ext cx="444914" cy="22048"/>
            </a:xfrm>
            <a:custGeom>
              <a:rect b="b" l="l" r="r" t="t"/>
              <a:pathLst>
                <a:path extrusionOk="0" h="607" w="12249">
                  <a:moveTo>
                    <a:pt x="0" y="0"/>
                  </a:moveTo>
                  <a:lnTo>
                    <a:pt x="0" y="607"/>
                  </a:lnTo>
                  <a:lnTo>
                    <a:pt x="12249" y="607"/>
                  </a:lnTo>
                  <a:lnTo>
                    <a:pt x="12249"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139"/>
            <p:cNvSpPr/>
            <p:nvPr/>
          </p:nvSpPr>
          <p:spPr>
            <a:xfrm>
              <a:off x="4120809" y="2223240"/>
              <a:ext cx="444914" cy="7809"/>
            </a:xfrm>
            <a:custGeom>
              <a:rect b="b" l="l" r="r" t="t"/>
              <a:pathLst>
                <a:path extrusionOk="0" h="215" w="12249">
                  <a:moveTo>
                    <a:pt x="0" y="1"/>
                  </a:moveTo>
                  <a:lnTo>
                    <a:pt x="0" y="215"/>
                  </a:lnTo>
                  <a:lnTo>
                    <a:pt x="12249" y="215"/>
                  </a:lnTo>
                  <a:lnTo>
                    <a:pt x="12249"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139"/>
            <p:cNvSpPr/>
            <p:nvPr/>
          </p:nvSpPr>
          <p:spPr>
            <a:xfrm>
              <a:off x="4007377" y="2420901"/>
              <a:ext cx="558349" cy="22084"/>
            </a:xfrm>
            <a:custGeom>
              <a:rect b="b" l="l" r="r" t="t"/>
              <a:pathLst>
                <a:path extrusionOk="0" h="608" w="15372">
                  <a:moveTo>
                    <a:pt x="1" y="1"/>
                  </a:moveTo>
                  <a:lnTo>
                    <a:pt x="1" y="607"/>
                  </a:lnTo>
                  <a:lnTo>
                    <a:pt x="15372" y="607"/>
                  </a:lnTo>
                  <a:lnTo>
                    <a:pt x="15372"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139"/>
            <p:cNvSpPr/>
            <p:nvPr/>
          </p:nvSpPr>
          <p:spPr>
            <a:xfrm>
              <a:off x="4007377" y="2420901"/>
              <a:ext cx="558349" cy="4577"/>
            </a:xfrm>
            <a:custGeom>
              <a:rect b="b" l="l" r="r" t="t"/>
              <a:pathLst>
                <a:path extrusionOk="0" h="126" w="15372">
                  <a:moveTo>
                    <a:pt x="1" y="1"/>
                  </a:moveTo>
                  <a:lnTo>
                    <a:pt x="1" y="125"/>
                  </a:lnTo>
                  <a:lnTo>
                    <a:pt x="15372" y="125"/>
                  </a:lnTo>
                  <a:lnTo>
                    <a:pt x="1537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139"/>
            <p:cNvSpPr/>
            <p:nvPr/>
          </p:nvSpPr>
          <p:spPr>
            <a:xfrm>
              <a:off x="4007377" y="2442948"/>
              <a:ext cx="558349" cy="53830"/>
            </a:xfrm>
            <a:custGeom>
              <a:rect b="b" l="l" r="r" t="t"/>
              <a:pathLst>
                <a:path extrusionOk="0" h="1482" w="15372">
                  <a:moveTo>
                    <a:pt x="1" y="0"/>
                  </a:moveTo>
                  <a:lnTo>
                    <a:pt x="1" y="1481"/>
                  </a:lnTo>
                  <a:lnTo>
                    <a:pt x="15372" y="1481"/>
                  </a:lnTo>
                  <a:lnTo>
                    <a:pt x="1537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139"/>
            <p:cNvSpPr/>
            <p:nvPr/>
          </p:nvSpPr>
          <p:spPr>
            <a:xfrm>
              <a:off x="4007377" y="2434848"/>
              <a:ext cx="558349" cy="8136"/>
            </a:xfrm>
            <a:custGeom>
              <a:rect b="b" l="l" r="r" t="t"/>
              <a:pathLst>
                <a:path extrusionOk="0" h="224" w="15372">
                  <a:moveTo>
                    <a:pt x="1" y="0"/>
                  </a:moveTo>
                  <a:lnTo>
                    <a:pt x="1" y="223"/>
                  </a:lnTo>
                  <a:lnTo>
                    <a:pt x="15372" y="223"/>
                  </a:lnTo>
                  <a:lnTo>
                    <a:pt x="15372" y="0"/>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139"/>
            <p:cNvSpPr/>
            <p:nvPr/>
          </p:nvSpPr>
          <p:spPr>
            <a:xfrm>
              <a:off x="4139914" y="2241401"/>
              <a:ext cx="50597" cy="10388"/>
            </a:xfrm>
            <a:custGeom>
              <a:rect b="b" l="l" r="r" t="t"/>
              <a:pathLst>
                <a:path extrusionOk="0" h="286" w="1393">
                  <a:moveTo>
                    <a:pt x="1" y="0"/>
                  </a:moveTo>
                  <a:lnTo>
                    <a:pt x="1"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139"/>
            <p:cNvSpPr/>
            <p:nvPr/>
          </p:nvSpPr>
          <p:spPr>
            <a:xfrm>
              <a:off x="4165193" y="2251752"/>
              <a:ext cx="30801" cy="148450"/>
            </a:xfrm>
            <a:custGeom>
              <a:rect b="b" l="l" r="r" t="t"/>
              <a:pathLst>
                <a:path extrusionOk="0" h="4087" w="848">
                  <a:moveTo>
                    <a:pt x="0" y="1"/>
                  </a:moveTo>
                  <a:lnTo>
                    <a:pt x="0" y="4087"/>
                  </a:lnTo>
                  <a:lnTo>
                    <a:pt x="464" y="4087"/>
                  </a:lnTo>
                  <a:cubicBezTo>
                    <a:pt x="848" y="2927"/>
                    <a:pt x="536" y="2249"/>
                    <a:pt x="384" y="1473"/>
                  </a:cubicBezTo>
                  <a:cubicBezTo>
                    <a:pt x="232" y="706"/>
                    <a:pt x="464" y="1"/>
                    <a:pt x="464"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139"/>
            <p:cNvSpPr/>
            <p:nvPr/>
          </p:nvSpPr>
          <p:spPr>
            <a:xfrm>
              <a:off x="4134393" y="2251752"/>
              <a:ext cx="30838" cy="148450"/>
            </a:xfrm>
            <a:custGeom>
              <a:rect b="b" l="l" r="r" t="t"/>
              <a:pathLst>
                <a:path extrusionOk="0" h="4087" w="849">
                  <a:moveTo>
                    <a:pt x="384" y="1"/>
                  </a:moveTo>
                  <a:cubicBezTo>
                    <a:pt x="384" y="1"/>
                    <a:pt x="616" y="706"/>
                    <a:pt x="465" y="1473"/>
                  </a:cubicBezTo>
                  <a:cubicBezTo>
                    <a:pt x="313" y="2249"/>
                    <a:pt x="1"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139"/>
            <p:cNvSpPr/>
            <p:nvPr/>
          </p:nvSpPr>
          <p:spPr>
            <a:xfrm>
              <a:off x="4134066" y="2231013"/>
              <a:ext cx="62257" cy="10425"/>
            </a:xfrm>
            <a:custGeom>
              <a:rect b="b" l="l" r="r" t="t"/>
              <a:pathLst>
                <a:path extrusionOk="0" h="287" w="1714">
                  <a:moveTo>
                    <a:pt x="1" y="1"/>
                  </a:moveTo>
                  <a:lnTo>
                    <a:pt x="1" y="286"/>
                  </a:lnTo>
                  <a:lnTo>
                    <a:pt x="1714" y="286"/>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139"/>
            <p:cNvSpPr/>
            <p:nvPr/>
          </p:nvSpPr>
          <p:spPr>
            <a:xfrm>
              <a:off x="4013879" y="2174315"/>
              <a:ext cx="100141" cy="10425"/>
            </a:xfrm>
            <a:custGeom>
              <a:rect b="b" l="l" r="r" t="t"/>
              <a:pathLst>
                <a:path extrusionOk="0" h="287" w="2757">
                  <a:moveTo>
                    <a:pt x="0" y="1"/>
                  </a:moveTo>
                  <a:lnTo>
                    <a:pt x="0" y="286"/>
                  </a:lnTo>
                  <a:lnTo>
                    <a:pt x="2757" y="286"/>
                  </a:lnTo>
                  <a:lnTo>
                    <a:pt x="2757"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139"/>
            <p:cNvSpPr/>
            <p:nvPr/>
          </p:nvSpPr>
          <p:spPr>
            <a:xfrm>
              <a:off x="4002837" y="2184703"/>
              <a:ext cx="122552" cy="10388"/>
            </a:xfrm>
            <a:custGeom>
              <a:rect b="b" l="l" r="r" t="t"/>
              <a:pathLst>
                <a:path extrusionOk="0" h="286" w="3374">
                  <a:moveTo>
                    <a:pt x="1" y="0"/>
                  </a:moveTo>
                  <a:lnTo>
                    <a:pt x="1" y="286"/>
                  </a:lnTo>
                  <a:lnTo>
                    <a:pt x="3373" y="286"/>
                  </a:lnTo>
                  <a:lnTo>
                    <a:pt x="3373" y="0"/>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139"/>
            <p:cNvSpPr/>
            <p:nvPr/>
          </p:nvSpPr>
          <p:spPr>
            <a:xfrm>
              <a:off x="4139914" y="2400161"/>
              <a:ext cx="50597" cy="10425"/>
            </a:xfrm>
            <a:custGeom>
              <a:rect b="b" l="l" r="r" t="t"/>
              <a:pathLst>
                <a:path extrusionOk="0" h="287" w="1393">
                  <a:moveTo>
                    <a:pt x="1" y="1"/>
                  </a:moveTo>
                  <a:lnTo>
                    <a:pt x="1"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139"/>
            <p:cNvSpPr/>
            <p:nvPr/>
          </p:nvSpPr>
          <p:spPr>
            <a:xfrm>
              <a:off x="4134066" y="2410549"/>
              <a:ext cx="62257" cy="10388"/>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139"/>
            <p:cNvSpPr/>
            <p:nvPr/>
          </p:nvSpPr>
          <p:spPr>
            <a:xfrm>
              <a:off x="4232279" y="2241401"/>
              <a:ext cx="50561" cy="10388"/>
            </a:xfrm>
            <a:custGeom>
              <a:rect b="b" l="l" r="r" t="t"/>
              <a:pathLst>
                <a:path extrusionOk="0" h="286" w="1392">
                  <a:moveTo>
                    <a:pt x="0" y="0"/>
                  </a:moveTo>
                  <a:lnTo>
                    <a:pt x="0"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139"/>
            <p:cNvSpPr/>
            <p:nvPr/>
          </p:nvSpPr>
          <p:spPr>
            <a:xfrm>
              <a:off x="4257522" y="2251752"/>
              <a:ext cx="30838" cy="148450"/>
            </a:xfrm>
            <a:custGeom>
              <a:rect b="b" l="l" r="r" t="t"/>
              <a:pathLst>
                <a:path extrusionOk="0" h="4087" w="849">
                  <a:moveTo>
                    <a:pt x="1" y="1"/>
                  </a:moveTo>
                  <a:lnTo>
                    <a:pt x="1" y="4087"/>
                  </a:lnTo>
                  <a:lnTo>
                    <a:pt x="465" y="4087"/>
                  </a:lnTo>
                  <a:cubicBezTo>
                    <a:pt x="848" y="2927"/>
                    <a:pt x="536" y="2249"/>
                    <a:pt x="384" y="1473"/>
                  </a:cubicBezTo>
                  <a:cubicBezTo>
                    <a:pt x="233" y="706"/>
                    <a:pt x="465" y="1"/>
                    <a:pt x="465"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139"/>
            <p:cNvSpPr/>
            <p:nvPr/>
          </p:nvSpPr>
          <p:spPr>
            <a:xfrm>
              <a:off x="4226758" y="2251752"/>
              <a:ext cx="30801" cy="148450"/>
            </a:xfrm>
            <a:custGeom>
              <a:rect b="b" l="l" r="r" t="t"/>
              <a:pathLst>
                <a:path extrusionOk="0" h="4087" w="848">
                  <a:moveTo>
                    <a:pt x="384" y="1"/>
                  </a:moveTo>
                  <a:cubicBezTo>
                    <a:pt x="384" y="1"/>
                    <a:pt x="616" y="706"/>
                    <a:pt x="464" y="1473"/>
                  </a:cubicBezTo>
                  <a:cubicBezTo>
                    <a:pt x="313" y="2249"/>
                    <a:pt x="0"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139"/>
            <p:cNvSpPr/>
            <p:nvPr/>
          </p:nvSpPr>
          <p:spPr>
            <a:xfrm>
              <a:off x="4226431" y="2231013"/>
              <a:ext cx="62257" cy="10425"/>
            </a:xfrm>
            <a:custGeom>
              <a:rect b="b" l="l" r="r" t="t"/>
              <a:pathLst>
                <a:path extrusionOk="0" h="287" w="1714">
                  <a:moveTo>
                    <a:pt x="0" y="1"/>
                  </a:moveTo>
                  <a:lnTo>
                    <a:pt x="0" y="286"/>
                  </a:lnTo>
                  <a:lnTo>
                    <a:pt x="1713" y="286"/>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139"/>
            <p:cNvSpPr/>
            <p:nvPr/>
          </p:nvSpPr>
          <p:spPr>
            <a:xfrm>
              <a:off x="4232279" y="2400161"/>
              <a:ext cx="50561" cy="10425"/>
            </a:xfrm>
            <a:custGeom>
              <a:rect b="b" l="l" r="r" t="t"/>
              <a:pathLst>
                <a:path extrusionOk="0" h="287" w="1392">
                  <a:moveTo>
                    <a:pt x="0" y="1"/>
                  </a:moveTo>
                  <a:lnTo>
                    <a:pt x="0"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139"/>
            <p:cNvSpPr/>
            <p:nvPr/>
          </p:nvSpPr>
          <p:spPr>
            <a:xfrm>
              <a:off x="4226431" y="2410549"/>
              <a:ext cx="62257" cy="10388"/>
            </a:xfrm>
            <a:custGeom>
              <a:rect b="b" l="l" r="r" t="t"/>
              <a:pathLst>
                <a:path extrusionOk="0" h="286" w="1714">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139"/>
            <p:cNvSpPr/>
            <p:nvPr/>
          </p:nvSpPr>
          <p:spPr>
            <a:xfrm>
              <a:off x="4324608" y="2241401"/>
              <a:ext cx="50924" cy="10388"/>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139"/>
            <p:cNvSpPr/>
            <p:nvPr/>
          </p:nvSpPr>
          <p:spPr>
            <a:xfrm>
              <a:off x="4349888" y="2251752"/>
              <a:ext cx="31128" cy="148450"/>
            </a:xfrm>
            <a:custGeom>
              <a:rect b="b" l="l" r="r" t="t"/>
              <a:pathLst>
                <a:path extrusionOk="0" h="4087" w="857">
                  <a:moveTo>
                    <a:pt x="0" y="1"/>
                  </a:moveTo>
                  <a:lnTo>
                    <a:pt x="0" y="4087"/>
                  </a:lnTo>
                  <a:lnTo>
                    <a:pt x="473" y="4087"/>
                  </a:lnTo>
                  <a:cubicBezTo>
                    <a:pt x="857" y="2927"/>
                    <a:pt x="536" y="2249"/>
                    <a:pt x="384" y="1473"/>
                  </a:cubicBezTo>
                  <a:cubicBezTo>
                    <a:pt x="232" y="706"/>
                    <a:pt x="473" y="1"/>
                    <a:pt x="473"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139"/>
            <p:cNvSpPr/>
            <p:nvPr/>
          </p:nvSpPr>
          <p:spPr>
            <a:xfrm>
              <a:off x="4319087" y="2251752"/>
              <a:ext cx="30838" cy="148450"/>
            </a:xfrm>
            <a:custGeom>
              <a:rect b="b" l="l" r="r" t="t"/>
              <a:pathLst>
                <a:path extrusionOk="0" h="4087" w="849">
                  <a:moveTo>
                    <a:pt x="384" y="1"/>
                  </a:moveTo>
                  <a:cubicBezTo>
                    <a:pt x="384" y="1"/>
                    <a:pt x="616" y="706"/>
                    <a:pt x="465" y="1473"/>
                  </a:cubicBezTo>
                  <a:cubicBezTo>
                    <a:pt x="313" y="2249"/>
                    <a:pt x="1"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139"/>
            <p:cNvSpPr/>
            <p:nvPr/>
          </p:nvSpPr>
          <p:spPr>
            <a:xfrm>
              <a:off x="4318760" y="2231013"/>
              <a:ext cx="62257" cy="10425"/>
            </a:xfrm>
            <a:custGeom>
              <a:rect b="b" l="l" r="r" t="t"/>
              <a:pathLst>
                <a:path extrusionOk="0" h="287" w="1714">
                  <a:moveTo>
                    <a:pt x="1" y="1"/>
                  </a:moveTo>
                  <a:lnTo>
                    <a:pt x="1" y="286"/>
                  </a:lnTo>
                  <a:lnTo>
                    <a:pt x="1714" y="286"/>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139"/>
            <p:cNvSpPr/>
            <p:nvPr/>
          </p:nvSpPr>
          <p:spPr>
            <a:xfrm>
              <a:off x="4324608" y="2400161"/>
              <a:ext cx="50924" cy="10425"/>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139"/>
            <p:cNvSpPr/>
            <p:nvPr/>
          </p:nvSpPr>
          <p:spPr>
            <a:xfrm>
              <a:off x="4318760" y="2410549"/>
              <a:ext cx="62257" cy="10388"/>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139"/>
            <p:cNvSpPr/>
            <p:nvPr/>
          </p:nvSpPr>
          <p:spPr>
            <a:xfrm>
              <a:off x="4416973" y="2241401"/>
              <a:ext cx="50888" cy="10388"/>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139"/>
            <p:cNvSpPr/>
            <p:nvPr/>
          </p:nvSpPr>
          <p:spPr>
            <a:xfrm>
              <a:off x="4442216" y="2251752"/>
              <a:ext cx="31165" cy="148450"/>
            </a:xfrm>
            <a:custGeom>
              <a:rect b="b" l="l" r="r" t="t"/>
              <a:pathLst>
                <a:path extrusionOk="0" h="4087" w="858">
                  <a:moveTo>
                    <a:pt x="1" y="1"/>
                  </a:moveTo>
                  <a:lnTo>
                    <a:pt x="1" y="4087"/>
                  </a:lnTo>
                  <a:lnTo>
                    <a:pt x="474" y="4087"/>
                  </a:lnTo>
                  <a:cubicBezTo>
                    <a:pt x="857" y="2927"/>
                    <a:pt x="536" y="2249"/>
                    <a:pt x="384" y="1473"/>
                  </a:cubicBezTo>
                  <a:cubicBezTo>
                    <a:pt x="233" y="706"/>
                    <a:pt x="474" y="1"/>
                    <a:pt x="474"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139"/>
            <p:cNvSpPr/>
            <p:nvPr/>
          </p:nvSpPr>
          <p:spPr>
            <a:xfrm>
              <a:off x="4411452" y="2251752"/>
              <a:ext cx="30801" cy="148450"/>
            </a:xfrm>
            <a:custGeom>
              <a:rect b="b" l="l" r="r" t="t"/>
              <a:pathLst>
                <a:path extrusionOk="0" h="4087" w="848">
                  <a:moveTo>
                    <a:pt x="384" y="1"/>
                  </a:moveTo>
                  <a:cubicBezTo>
                    <a:pt x="384" y="1"/>
                    <a:pt x="625" y="706"/>
                    <a:pt x="473" y="1473"/>
                  </a:cubicBezTo>
                  <a:cubicBezTo>
                    <a:pt x="322" y="2249"/>
                    <a:pt x="0"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139"/>
            <p:cNvSpPr/>
            <p:nvPr/>
          </p:nvSpPr>
          <p:spPr>
            <a:xfrm>
              <a:off x="4411125" y="2231013"/>
              <a:ext cx="62257" cy="10425"/>
            </a:xfrm>
            <a:custGeom>
              <a:rect b="b" l="l" r="r" t="t"/>
              <a:pathLst>
                <a:path extrusionOk="0" h="287" w="1714">
                  <a:moveTo>
                    <a:pt x="0" y="1"/>
                  </a:moveTo>
                  <a:lnTo>
                    <a:pt x="0" y="286"/>
                  </a:lnTo>
                  <a:lnTo>
                    <a:pt x="1713" y="286"/>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139"/>
            <p:cNvSpPr/>
            <p:nvPr/>
          </p:nvSpPr>
          <p:spPr>
            <a:xfrm>
              <a:off x="4416973" y="2400161"/>
              <a:ext cx="50888" cy="10425"/>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139"/>
            <p:cNvSpPr/>
            <p:nvPr/>
          </p:nvSpPr>
          <p:spPr>
            <a:xfrm>
              <a:off x="4411125" y="2410549"/>
              <a:ext cx="62257" cy="10388"/>
            </a:xfrm>
            <a:custGeom>
              <a:rect b="b" l="l" r="r" t="t"/>
              <a:pathLst>
                <a:path extrusionOk="0" h="286" w="1714">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139"/>
            <p:cNvSpPr/>
            <p:nvPr/>
          </p:nvSpPr>
          <p:spPr>
            <a:xfrm>
              <a:off x="4509302" y="2241401"/>
              <a:ext cx="50924" cy="10388"/>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139"/>
            <p:cNvSpPr/>
            <p:nvPr/>
          </p:nvSpPr>
          <p:spPr>
            <a:xfrm>
              <a:off x="4534582" y="2251752"/>
              <a:ext cx="31128" cy="148450"/>
            </a:xfrm>
            <a:custGeom>
              <a:rect b="b" l="l" r="r" t="t"/>
              <a:pathLst>
                <a:path extrusionOk="0" h="4087" w="857">
                  <a:moveTo>
                    <a:pt x="0" y="1"/>
                  </a:moveTo>
                  <a:lnTo>
                    <a:pt x="0" y="4087"/>
                  </a:lnTo>
                  <a:lnTo>
                    <a:pt x="473" y="4087"/>
                  </a:lnTo>
                  <a:cubicBezTo>
                    <a:pt x="857" y="2927"/>
                    <a:pt x="536" y="2249"/>
                    <a:pt x="384" y="1473"/>
                  </a:cubicBezTo>
                  <a:cubicBezTo>
                    <a:pt x="232" y="706"/>
                    <a:pt x="473" y="1"/>
                    <a:pt x="473"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139"/>
            <p:cNvSpPr/>
            <p:nvPr/>
          </p:nvSpPr>
          <p:spPr>
            <a:xfrm>
              <a:off x="4503781" y="2251752"/>
              <a:ext cx="30838" cy="148450"/>
            </a:xfrm>
            <a:custGeom>
              <a:rect b="b" l="l" r="r" t="t"/>
              <a:pathLst>
                <a:path extrusionOk="0" h="4087" w="849">
                  <a:moveTo>
                    <a:pt x="384" y="1"/>
                  </a:moveTo>
                  <a:cubicBezTo>
                    <a:pt x="384" y="1"/>
                    <a:pt x="625" y="706"/>
                    <a:pt x="474" y="1473"/>
                  </a:cubicBezTo>
                  <a:cubicBezTo>
                    <a:pt x="322" y="2249"/>
                    <a:pt x="1"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139"/>
            <p:cNvSpPr/>
            <p:nvPr/>
          </p:nvSpPr>
          <p:spPr>
            <a:xfrm>
              <a:off x="4503454" y="2231013"/>
              <a:ext cx="62257" cy="10425"/>
            </a:xfrm>
            <a:custGeom>
              <a:rect b="b" l="l" r="r" t="t"/>
              <a:pathLst>
                <a:path extrusionOk="0" h="287" w="1714">
                  <a:moveTo>
                    <a:pt x="1" y="1"/>
                  </a:moveTo>
                  <a:lnTo>
                    <a:pt x="1" y="286"/>
                  </a:lnTo>
                  <a:lnTo>
                    <a:pt x="1714" y="286"/>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139"/>
            <p:cNvSpPr/>
            <p:nvPr/>
          </p:nvSpPr>
          <p:spPr>
            <a:xfrm>
              <a:off x="4509302" y="2400161"/>
              <a:ext cx="50924" cy="10425"/>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139"/>
            <p:cNvSpPr/>
            <p:nvPr/>
          </p:nvSpPr>
          <p:spPr>
            <a:xfrm>
              <a:off x="4503454" y="2410549"/>
              <a:ext cx="62257" cy="10388"/>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139"/>
            <p:cNvSpPr/>
            <p:nvPr/>
          </p:nvSpPr>
          <p:spPr>
            <a:xfrm>
              <a:off x="4007377" y="2195054"/>
              <a:ext cx="113471" cy="301731"/>
            </a:xfrm>
            <a:custGeom>
              <a:rect b="b" l="l" r="r" t="t"/>
              <a:pathLst>
                <a:path extrusionOk="0" h="8307" w="3124">
                  <a:moveTo>
                    <a:pt x="1" y="1"/>
                  </a:moveTo>
                  <a:lnTo>
                    <a:pt x="1" y="8306"/>
                  </a:lnTo>
                  <a:lnTo>
                    <a:pt x="3123" y="8306"/>
                  </a:lnTo>
                  <a:lnTo>
                    <a:pt x="3123" y="1"/>
                  </a:ln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139"/>
            <p:cNvSpPr/>
            <p:nvPr/>
          </p:nvSpPr>
          <p:spPr>
            <a:xfrm>
              <a:off x="4007377" y="2195054"/>
              <a:ext cx="56736" cy="301731"/>
            </a:xfrm>
            <a:custGeom>
              <a:rect b="b" l="l" r="r" t="t"/>
              <a:pathLst>
                <a:path extrusionOk="0" h="8307" w="1562">
                  <a:moveTo>
                    <a:pt x="1" y="1"/>
                  </a:moveTo>
                  <a:lnTo>
                    <a:pt x="1" y="8306"/>
                  </a:lnTo>
                  <a:lnTo>
                    <a:pt x="1562" y="8306"/>
                  </a:lnTo>
                  <a:lnTo>
                    <a:pt x="1562"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139"/>
            <p:cNvSpPr/>
            <p:nvPr/>
          </p:nvSpPr>
          <p:spPr>
            <a:xfrm>
              <a:off x="4190473" y="2289672"/>
              <a:ext cx="375248" cy="65163"/>
            </a:xfrm>
            <a:custGeom>
              <a:rect b="b" l="l" r="r" t="t"/>
              <a:pathLst>
                <a:path extrusionOk="0" h="1794" w="10331">
                  <a:moveTo>
                    <a:pt x="1891" y="1"/>
                  </a:moveTo>
                  <a:lnTo>
                    <a:pt x="0" y="1794"/>
                  </a:lnTo>
                  <a:lnTo>
                    <a:pt x="10331" y="1794"/>
                  </a:lnTo>
                  <a:lnTo>
                    <a:pt x="1033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139"/>
            <p:cNvSpPr/>
            <p:nvPr/>
          </p:nvSpPr>
          <p:spPr>
            <a:xfrm>
              <a:off x="4190473" y="2354796"/>
              <a:ext cx="375248" cy="10425"/>
            </a:xfrm>
            <a:custGeom>
              <a:rect b="b" l="l" r="r" t="t"/>
              <a:pathLst>
                <a:path extrusionOk="0" h="287" w="10331">
                  <a:moveTo>
                    <a:pt x="0" y="1"/>
                  </a:moveTo>
                  <a:lnTo>
                    <a:pt x="0" y="286"/>
                  </a:lnTo>
                  <a:lnTo>
                    <a:pt x="10331" y="286"/>
                  </a:lnTo>
                  <a:lnTo>
                    <a:pt x="1033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139"/>
            <p:cNvSpPr/>
            <p:nvPr/>
          </p:nvSpPr>
          <p:spPr>
            <a:xfrm>
              <a:off x="4463283" y="2429654"/>
              <a:ext cx="15582" cy="67124"/>
            </a:xfrm>
            <a:custGeom>
              <a:rect b="b" l="l" r="r" t="t"/>
              <a:pathLst>
                <a:path extrusionOk="0" h="1848" w="429">
                  <a:moveTo>
                    <a:pt x="1" y="0"/>
                  </a:moveTo>
                  <a:lnTo>
                    <a:pt x="1"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139"/>
            <p:cNvSpPr/>
            <p:nvPr/>
          </p:nvSpPr>
          <p:spPr>
            <a:xfrm>
              <a:off x="4473344" y="2429654"/>
              <a:ext cx="5521" cy="67124"/>
            </a:xfrm>
            <a:custGeom>
              <a:rect b="b" l="l" r="r" t="t"/>
              <a:pathLst>
                <a:path extrusionOk="0" h="1848" w="152">
                  <a:moveTo>
                    <a:pt x="0" y="0"/>
                  </a:moveTo>
                  <a:lnTo>
                    <a:pt x="0" y="1847"/>
                  </a:lnTo>
                  <a:lnTo>
                    <a:pt x="152" y="1847"/>
                  </a:lnTo>
                  <a:lnTo>
                    <a:pt x="152"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139"/>
            <p:cNvSpPr/>
            <p:nvPr/>
          </p:nvSpPr>
          <p:spPr>
            <a:xfrm>
              <a:off x="4457798" y="2415707"/>
              <a:ext cx="177581" cy="42824"/>
            </a:xfrm>
            <a:custGeom>
              <a:rect b="b" l="l" r="r" t="t"/>
              <a:pathLst>
                <a:path extrusionOk="0" h="1179" w="4889">
                  <a:moveTo>
                    <a:pt x="0" y="1"/>
                  </a:moveTo>
                  <a:lnTo>
                    <a:pt x="1240" y="1178"/>
                  </a:lnTo>
                  <a:lnTo>
                    <a:pt x="4889" y="1178"/>
                  </a:lnTo>
                  <a:lnTo>
                    <a:pt x="3649"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139"/>
            <p:cNvSpPr/>
            <p:nvPr/>
          </p:nvSpPr>
          <p:spPr>
            <a:xfrm>
              <a:off x="4605844" y="2469825"/>
              <a:ext cx="15619" cy="26951"/>
            </a:xfrm>
            <a:custGeom>
              <a:rect b="b" l="l" r="r" t="t"/>
              <a:pathLst>
                <a:path extrusionOk="0" h="742" w="430">
                  <a:moveTo>
                    <a:pt x="1" y="1"/>
                  </a:moveTo>
                  <a:lnTo>
                    <a:pt x="1" y="741"/>
                  </a:lnTo>
                  <a:lnTo>
                    <a:pt x="429" y="741"/>
                  </a:lnTo>
                  <a:lnTo>
                    <a:pt x="429"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139"/>
            <p:cNvSpPr/>
            <p:nvPr/>
          </p:nvSpPr>
          <p:spPr>
            <a:xfrm>
              <a:off x="4605844" y="2469825"/>
              <a:ext cx="5557" cy="26951"/>
            </a:xfrm>
            <a:custGeom>
              <a:rect b="b" l="l" r="r" t="t"/>
              <a:pathLst>
                <a:path extrusionOk="0" h="742" w="153">
                  <a:moveTo>
                    <a:pt x="1" y="1"/>
                  </a:moveTo>
                  <a:lnTo>
                    <a:pt x="1" y="741"/>
                  </a:lnTo>
                  <a:lnTo>
                    <a:pt x="153" y="741"/>
                  </a:lnTo>
                  <a:lnTo>
                    <a:pt x="153"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139"/>
            <p:cNvSpPr/>
            <p:nvPr/>
          </p:nvSpPr>
          <p:spPr>
            <a:xfrm>
              <a:off x="4516421" y="2469825"/>
              <a:ext cx="15582" cy="26951"/>
            </a:xfrm>
            <a:custGeom>
              <a:rect b="b" l="l" r="r" t="t"/>
              <a:pathLst>
                <a:path extrusionOk="0" h="742" w="429">
                  <a:moveTo>
                    <a:pt x="1" y="1"/>
                  </a:moveTo>
                  <a:lnTo>
                    <a:pt x="1" y="741"/>
                  </a:lnTo>
                  <a:lnTo>
                    <a:pt x="429" y="741"/>
                  </a:lnTo>
                  <a:lnTo>
                    <a:pt x="429"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139"/>
            <p:cNvSpPr/>
            <p:nvPr/>
          </p:nvSpPr>
          <p:spPr>
            <a:xfrm>
              <a:off x="4526482" y="2469825"/>
              <a:ext cx="5521" cy="26951"/>
            </a:xfrm>
            <a:custGeom>
              <a:rect b="b" l="l" r="r" t="t"/>
              <a:pathLst>
                <a:path extrusionOk="0" h="742" w="152">
                  <a:moveTo>
                    <a:pt x="0" y="1"/>
                  </a:moveTo>
                  <a:lnTo>
                    <a:pt x="0" y="741"/>
                  </a:lnTo>
                  <a:lnTo>
                    <a:pt x="152" y="741"/>
                  </a:lnTo>
                  <a:lnTo>
                    <a:pt x="152"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139"/>
            <p:cNvSpPr/>
            <p:nvPr/>
          </p:nvSpPr>
          <p:spPr>
            <a:xfrm>
              <a:off x="4561133" y="2429654"/>
              <a:ext cx="15619" cy="67124"/>
            </a:xfrm>
            <a:custGeom>
              <a:rect b="b" l="l" r="r" t="t"/>
              <a:pathLst>
                <a:path extrusionOk="0" h="1848" w="430">
                  <a:moveTo>
                    <a:pt x="1" y="0"/>
                  </a:moveTo>
                  <a:lnTo>
                    <a:pt x="1"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139"/>
            <p:cNvSpPr/>
            <p:nvPr/>
          </p:nvSpPr>
          <p:spPr>
            <a:xfrm>
              <a:off x="4571194" y="2429654"/>
              <a:ext cx="5557" cy="67124"/>
            </a:xfrm>
            <a:custGeom>
              <a:rect b="b" l="l" r="r" t="t"/>
              <a:pathLst>
                <a:path extrusionOk="0" h="1848" w="153">
                  <a:moveTo>
                    <a:pt x="0" y="0"/>
                  </a:moveTo>
                  <a:lnTo>
                    <a:pt x="0" y="1847"/>
                  </a:lnTo>
                  <a:lnTo>
                    <a:pt x="152" y="1847"/>
                  </a:lnTo>
                  <a:lnTo>
                    <a:pt x="152"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139"/>
            <p:cNvSpPr/>
            <p:nvPr/>
          </p:nvSpPr>
          <p:spPr>
            <a:xfrm>
              <a:off x="4508975" y="2319491"/>
              <a:ext cx="119937" cy="139043"/>
            </a:xfrm>
            <a:custGeom>
              <a:rect b="b" l="l" r="r" t="t"/>
              <a:pathLst>
                <a:path extrusionOk="0" h="3828" w="3302">
                  <a:moveTo>
                    <a:pt x="1" y="0"/>
                  </a:moveTo>
                  <a:lnTo>
                    <a:pt x="1" y="3827"/>
                  </a:lnTo>
                  <a:lnTo>
                    <a:pt x="3301" y="3827"/>
                  </a:lnTo>
                  <a:lnTo>
                    <a:pt x="3301"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139"/>
            <p:cNvSpPr/>
            <p:nvPr/>
          </p:nvSpPr>
          <p:spPr>
            <a:xfrm>
              <a:off x="4516421" y="2326937"/>
              <a:ext cx="105045" cy="131596"/>
            </a:xfrm>
            <a:custGeom>
              <a:rect b="b" l="l" r="r" t="t"/>
              <a:pathLst>
                <a:path extrusionOk="0" h="3623" w="2892">
                  <a:moveTo>
                    <a:pt x="1" y="0"/>
                  </a:moveTo>
                  <a:lnTo>
                    <a:pt x="1" y="3622"/>
                  </a:lnTo>
                  <a:lnTo>
                    <a:pt x="2891" y="3622"/>
                  </a:lnTo>
                  <a:lnTo>
                    <a:pt x="2891"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139"/>
            <p:cNvSpPr/>
            <p:nvPr/>
          </p:nvSpPr>
          <p:spPr>
            <a:xfrm>
              <a:off x="4502837" y="2458493"/>
              <a:ext cx="132541" cy="12023"/>
            </a:xfrm>
            <a:custGeom>
              <a:rect b="b" l="l" r="r" t="t"/>
              <a:pathLst>
                <a:path extrusionOk="0" h="331" w="3649">
                  <a:moveTo>
                    <a:pt x="0" y="0"/>
                  </a:moveTo>
                  <a:lnTo>
                    <a:pt x="0" y="330"/>
                  </a:lnTo>
                  <a:lnTo>
                    <a:pt x="3649" y="330"/>
                  </a:lnTo>
                  <a:lnTo>
                    <a:pt x="3649"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139"/>
            <p:cNvSpPr/>
            <p:nvPr/>
          </p:nvSpPr>
          <p:spPr>
            <a:xfrm>
              <a:off x="4457798" y="2415707"/>
              <a:ext cx="45076" cy="54811"/>
            </a:xfrm>
            <a:custGeom>
              <a:rect b="b" l="l" r="r" t="t"/>
              <a:pathLst>
                <a:path extrusionOk="0" h="1509" w="1241">
                  <a:moveTo>
                    <a:pt x="0" y="1"/>
                  </a:moveTo>
                  <a:lnTo>
                    <a:pt x="0" y="331"/>
                  </a:lnTo>
                  <a:lnTo>
                    <a:pt x="1240" y="1508"/>
                  </a:lnTo>
                  <a:lnTo>
                    <a:pt x="1240" y="1178"/>
                  </a:lnTo>
                  <a:lnTo>
                    <a:pt x="0"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139"/>
            <p:cNvSpPr/>
            <p:nvPr/>
          </p:nvSpPr>
          <p:spPr>
            <a:xfrm>
              <a:off x="4621426" y="2306198"/>
              <a:ext cx="7482" cy="152337"/>
            </a:xfrm>
            <a:custGeom>
              <a:rect b="b" l="l" r="r" t="t"/>
              <a:pathLst>
                <a:path extrusionOk="0" h="4194" w="206">
                  <a:moveTo>
                    <a:pt x="0" y="1"/>
                  </a:moveTo>
                  <a:lnTo>
                    <a:pt x="0" y="4193"/>
                  </a:lnTo>
                  <a:lnTo>
                    <a:pt x="205" y="4193"/>
                  </a:lnTo>
                  <a:lnTo>
                    <a:pt x="205"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139"/>
            <p:cNvSpPr/>
            <p:nvPr/>
          </p:nvSpPr>
          <p:spPr>
            <a:xfrm>
              <a:off x="4616232" y="2297117"/>
              <a:ext cx="17871" cy="18198"/>
            </a:xfrm>
            <a:custGeom>
              <a:rect b="b" l="l" r="r" t="t"/>
              <a:pathLst>
                <a:path extrusionOk="0" h="501" w="492">
                  <a:moveTo>
                    <a:pt x="241" y="1"/>
                  </a:moveTo>
                  <a:cubicBezTo>
                    <a:pt x="108" y="1"/>
                    <a:pt x="0" y="117"/>
                    <a:pt x="0" y="251"/>
                  </a:cubicBezTo>
                  <a:cubicBezTo>
                    <a:pt x="0" y="384"/>
                    <a:pt x="108" y="500"/>
                    <a:pt x="241" y="500"/>
                  </a:cubicBezTo>
                  <a:cubicBezTo>
                    <a:pt x="384" y="500"/>
                    <a:pt x="491" y="384"/>
                    <a:pt x="491" y="251"/>
                  </a:cubicBezTo>
                  <a:cubicBezTo>
                    <a:pt x="491" y="117"/>
                    <a:pt x="384" y="1"/>
                    <a:pt x="241"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139"/>
            <p:cNvSpPr/>
            <p:nvPr/>
          </p:nvSpPr>
          <p:spPr>
            <a:xfrm>
              <a:off x="4616232" y="2299733"/>
              <a:ext cx="17544" cy="15582"/>
            </a:xfrm>
            <a:custGeom>
              <a:rect b="b" l="l" r="r" t="t"/>
              <a:pathLst>
                <a:path extrusionOk="0" h="429" w="483">
                  <a:moveTo>
                    <a:pt x="72" y="0"/>
                  </a:moveTo>
                  <a:cubicBezTo>
                    <a:pt x="27" y="45"/>
                    <a:pt x="0" y="107"/>
                    <a:pt x="0" y="179"/>
                  </a:cubicBezTo>
                  <a:cubicBezTo>
                    <a:pt x="0" y="312"/>
                    <a:pt x="108" y="428"/>
                    <a:pt x="241" y="428"/>
                  </a:cubicBezTo>
                  <a:cubicBezTo>
                    <a:pt x="366" y="428"/>
                    <a:pt x="464" y="339"/>
                    <a:pt x="482" y="223"/>
                  </a:cubicBezTo>
                  <a:lnTo>
                    <a:pt x="482" y="223"/>
                  </a:lnTo>
                  <a:cubicBezTo>
                    <a:pt x="447" y="268"/>
                    <a:pt x="384" y="295"/>
                    <a:pt x="313" y="295"/>
                  </a:cubicBezTo>
                  <a:cubicBezTo>
                    <a:pt x="179" y="295"/>
                    <a:pt x="72" y="187"/>
                    <a:pt x="72" y="45"/>
                  </a:cubicBezTo>
                  <a:cubicBezTo>
                    <a:pt x="72" y="27"/>
                    <a:pt x="72" y="18"/>
                    <a:pt x="72"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139"/>
            <p:cNvSpPr/>
            <p:nvPr/>
          </p:nvSpPr>
          <p:spPr>
            <a:xfrm>
              <a:off x="4508975" y="2306198"/>
              <a:ext cx="7482" cy="152337"/>
            </a:xfrm>
            <a:custGeom>
              <a:rect b="b" l="l" r="r" t="t"/>
              <a:pathLst>
                <a:path extrusionOk="0" h="4194" w="206">
                  <a:moveTo>
                    <a:pt x="1" y="1"/>
                  </a:moveTo>
                  <a:lnTo>
                    <a:pt x="1" y="4193"/>
                  </a:lnTo>
                  <a:lnTo>
                    <a:pt x="206" y="4193"/>
                  </a:lnTo>
                  <a:lnTo>
                    <a:pt x="206"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139"/>
            <p:cNvSpPr/>
            <p:nvPr/>
          </p:nvSpPr>
          <p:spPr>
            <a:xfrm>
              <a:off x="4503781" y="2297117"/>
              <a:ext cx="17871" cy="18198"/>
            </a:xfrm>
            <a:custGeom>
              <a:rect b="b" l="l" r="r" t="t"/>
              <a:pathLst>
                <a:path extrusionOk="0" h="501" w="492">
                  <a:moveTo>
                    <a:pt x="242" y="1"/>
                  </a:moveTo>
                  <a:cubicBezTo>
                    <a:pt x="108" y="1"/>
                    <a:pt x="1" y="117"/>
                    <a:pt x="1" y="251"/>
                  </a:cubicBezTo>
                  <a:cubicBezTo>
                    <a:pt x="1" y="384"/>
                    <a:pt x="108" y="500"/>
                    <a:pt x="242" y="500"/>
                  </a:cubicBezTo>
                  <a:cubicBezTo>
                    <a:pt x="384" y="500"/>
                    <a:pt x="492" y="384"/>
                    <a:pt x="492" y="251"/>
                  </a:cubicBezTo>
                  <a:cubicBezTo>
                    <a:pt x="492" y="117"/>
                    <a:pt x="384" y="1"/>
                    <a:pt x="242"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139"/>
            <p:cNvSpPr/>
            <p:nvPr/>
          </p:nvSpPr>
          <p:spPr>
            <a:xfrm>
              <a:off x="4503781" y="2299733"/>
              <a:ext cx="17544" cy="15582"/>
            </a:xfrm>
            <a:custGeom>
              <a:rect b="b" l="l" r="r" t="t"/>
              <a:pathLst>
                <a:path extrusionOk="0" h="429" w="483">
                  <a:moveTo>
                    <a:pt x="72" y="0"/>
                  </a:moveTo>
                  <a:cubicBezTo>
                    <a:pt x="28" y="45"/>
                    <a:pt x="1" y="107"/>
                    <a:pt x="1" y="179"/>
                  </a:cubicBezTo>
                  <a:cubicBezTo>
                    <a:pt x="1" y="312"/>
                    <a:pt x="108" y="428"/>
                    <a:pt x="242" y="428"/>
                  </a:cubicBezTo>
                  <a:cubicBezTo>
                    <a:pt x="367" y="428"/>
                    <a:pt x="465" y="339"/>
                    <a:pt x="483" y="223"/>
                  </a:cubicBezTo>
                  <a:lnTo>
                    <a:pt x="483" y="223"/>
                  </a:lnTo>
                  <a:cubicBezTo>
                    <a:pt x="447" y="268"/>
                    <a:pt x="384" y="295"/>
                    <a:pt x="313" y="295"/>
                  </a:cubicBezTo>
                  <a:cubicBezTo>
                    <a:pt x="179" y="295"/>
                    <a:pt x="72" y="187"/>
                    <a:pt x="72" y="45"/>
                  </a:cubicBezTo>
                  <a:cubicBezTo>
                    <a:pt x="72" y="27"/>
                    <a:pt x="72" y="18"/>
                    <a:pt x="72"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139"/>
            <p:cNvSpPr/>
            <p:nvPr/>
          </p:nvSpPr>
          <p:spPr>
            <a:xfrm>
              <a:off x="4410799" y="2429654"/>
              <a:ext cx="15582" cy="67124"/>
            </a:xfrm>
            <a:custGeom>
              <a:rect b="b" l="l" r="r" t="t"/>
              <a:pathLst>
                <a:path extrusionOk="0" h="1848" w="429">
                  <a:moveTo>
                    <a:pt x="1" y="0"/>
                  </a:moveTo>
                  <a:lnTo>
                    <a:pt x="1"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139"/>
            <p:cNvSpPr/>
            <p:nvPr/>
          </p:nvSpPr>
          <p:spPr>
            <a:xfrm>
              <a:off x="4410799" y="2429654"/>
              <a:ext cx="5884" cy="67124"/>
            </a:xfrm>
            <a:custGeom>
              <a:rect b="b" l="l" r="r" t="t"/>
              <a:pathLst>
                <a:path extrusionOk="0" h="1848" w="162">
                  <a:moveTo>
                    <a:pt x="1" y="0"/>
                  </a:moveTo>
                  <a:lnTo>
                    <a:pt x="1" y="1847"/>
                  </a:lnTo>
                  <a:lnTo>
                    <a:pt x="161" y="1847"/>
                  </a:lnTo>
                  <a:lnTo>
                    <a:pt x="161"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139"/>
            <p:cNvSpPr/>
            <p:nvPr/>
          </p:nvSpPr>
          <p:spPr>
            <a:xfrm>
              <a:off x="4254617" y="2415707"/>
              <a:ext cx="177290" cy="42824"/>
            </a:xfrm>
            <a:custGeom>
              <a:rect b="b" l="l" r="r" t="t"/>
              <a:pathLst>
                <a:path extrusionOk="0" h="1179" w="4881">
                  <a:moveTo>
                    <a:pt x="1232" y="1"/>
                  </a:moveTo>
                  <a:lnTo>
                    <a:pt x="1" y="1178"/>
                  </a:lnTo>
                  <a:lnTo>
                    <a:pt x="3649" y="1178"/>
                  </a:lnTo>
                  <a:lnTo>
                    <a:pt x="4880"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139"/>
            <p:cNvSpPr/>
            <p:nvPr/>
          </p:nvSpPr>
          <p:spPr>
            <a:xfrm>
              <a:off x="4268237" y="2469825"/>
              <a:ext cx="15582" cy="26951"/>
            </a:xfrm>
            <a:custGeom>
              <a:rect b="b" l="l" r="r" t="t"/>
              <a:pathLst>
                <a:path extrusionOk="0" h="742" w="429">
                  <a:moveTo>
                    <a:pt x="0" y="1"/>
                  </a:moveTo>
                  <a:lnTo>
                    <a:pt x="0" y="741"/>
                  </a:lnTo>
                  <a:lnTo>
                    <a:pt x="428" y="741"/>
                  </a:lnTo>
                  <a:lnTo>
                    <a:pt x="428"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139"/>
            <p:cNvSpPr/>
            <p:nvPr/>
          </p:nvSpPr>
          <p:spPr>
            <a:xfrm>
              <a:off x="4278262" y="2469825"/>
              <a:ext cx="5557" cy="26951"/>
            </a:xfrm>
            <a:custGeom>
              <a:rect b="b" l="l" r="r" t="t"/>
              <a:pathLst>
                <a:path extrusionOk="0" h="742" w="153">
                  <a:moveTo>
                    <a:pt x="1" y="1"/>
                  </a:moveTo>
                  <a:lnTo>
                    <a:pt x="1" y="741"/>
                  </a:lnTo>
                  <a:lnTo>
                    <a:pt x="152" y="741"/>
                  </a:lnTo>
                  <a:lnTo>
                    <a:pt x="152"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139"/>
            <p:cNvSpPr/>
            <p:nvPr/>
          </p:nvSpPr>
          <p:spPr>
            <a:xfrm>
              <a:off x="4357660" y="2469825"/>
              <a:ext cx="15909" cy="26951"/>
            </a:xfrm>
            <a:custGeom>
              <a:rect b="b" l="l" r="r" t="t"/>
              <a:pathLst>
                <a:path extrusionOk="0" h="742" w="438">
                  <a:moveTo>
                    <a:pt x="0" y="1"/>
                  </a:moveTo>
                  <a:lnTo>
                    <a:pt x="0" y="741"/>
                  </a:lnTo>
                  <a:lnTo>
                    <a:pt x="438" y="741"/>
                  </a:lnTo>
                  <a:lnTo>
                    <a:pt x="438"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139"/>
            <p:cNvSpPr/>
            <p:nvPr/>
          </p:nvSpPr>
          <p:spPr>
            <a:xfrm>
              <a:off x="4357660" y="2469825"/>
              <a:ext cx="5884" cy="26951"/>
            </a:xfrm>
            <a:custGeom>
              <a:rect b="b" l="l" r="r" t="t"/>
              <a:pathLst>
                <a:path extrusionOk="0" h="742" w="162">
                  <a:moveTo>
                    <a:pt x="0" y="1"/>
                  </a:moveTo>
                  <a:lnTo>
                    <a:pt x="0" y="741"/>
                  </a:lnTo>
                  <a:lnTo>
                    <a:pt x="161" y="741"/>
                  </a:lnTo>
                  <a:lnTo>
                    <a:pt x="161"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139"/>
            <p:cNvSpPr/>
            <p:nvPr/>
          </p:nvSpPr>
          <p:spPr>
            <a:xfrm>
              <a:off x="4312949" y="2429654"/>
              <a:ext cx="15582" cy="67124"/>
            </a:xfrm>
            <a:custGeom>
              <a:rect b="b" l="l" r="r" t="t"/>
              <a:pathLst>
                <a:path extrusionOk="0" h="1848" w="429">
                  <a:moveTo>
                    <a:pt x="0" y="0"/>
                  </a:moveTo>
                  <a:lnTo>
                    <a:pt x="0"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139"/>
            <p:cNvSpPr/>
            <p:nvPr/>
          </p:nvSpPr>
          <p:spPr>
            <a:xfrm>
              <a:off x="4312949" y="2429654"/>
              <a:ext cx="5848" cy="67124"/>
            </a:xfrm>
            <a:custGeom>
              <a:rect b="b" l="l" r="r" t="t"/>
              <a:pathLst>
                <a:path extrusionOk="0" h="1848" w="161">
                  <a:moveTo>
                    <a:pt x="0" y="0"/>
                  </a:moveTo>
                  <a:lnTo>
                    <a:pt x="0" y="1847"/>
                  </a:lnTo>
                  <a:lnTo>
                    <a:pt x="161" y="1847"/>
                  </a:lnTo>
                  <a:lnTo>
                    <a:pt x="161"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139"/>
            <p:cNvSpPr/>
            <p:nvPr/>
          </p:nvSpPr>
          <p:spPr>
            <a:xfrm>
              <a:off x="4261082" y="2319491"/>
              <a:ext cx="119610" cy="139043"/>
            </a:xfrm>
            <a:custGeom>
              <a:rect b="b" l="l" r="r" t="t"/>
              <a:pathLst>
                <a:path extrusionOk="0" h="3828" w="3293">
                  <a:moveTo>
                    <a:pt x="1" y="0"/>
                  </a:moveTo>
                  <a:lnTo>
                    <a:pt x="1" y="3827"/>
                  </a:lnTo>
                  <a:lnTo>
                    <a:pt x="3293" y="3827"/>
                  </a:lnTo>
                  <a:lnTo>
                    <a:pt x="3293"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139"/>
            <p:cNvSpPr/>
            <p:nvPr/>
          </p:nvSpPr>
          <p:spPr>
            <a:xfrm>
              <a:off x="4268237" y="2326937"/>
              <a:ext cx="105335" cy="131596"/>
            </a:xfrm>
            <a:custGeom>
              <a:rect b="b" l="l" r="r" t="t"/>
              <a:pathLst>
                <a:path extrusionOk="0" h="3623" w="2900">
                  <a:moveTo>
                    <a:pt x="0" y="0"/>
                  </a:moveTo>
                  <a:lnTo>
                    <a:pt x="0" y="3622"/>
                  </a:lnTo>
                  <a:lnTo>
                    <a:pt x="2900" y="3622"/>
                  </a:lnTo>
                  <a:lnTo>
                    <a:pt x="2900"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139"/>
            <p:cNvSpPr/>
            <p:nvPr/>
          </p:nvSpPr>
          <p:spPr>
            <a:xfrm>
              <a:off x="4254617" y="2458493"/>
              <a:ext cx="132577" cy="12023"/>
            </a:xfrm>
            <a:custGeom>
              <a:rect b="b" l="l" r="r" t="t"/>
              <a:pathLst>
                <a:path extrusionOk="0" h="331" w="3650">
                  <a:moveTo>
                    <a:pt x="1" y="0"/>
                  </a:moveTo>
                  <a:lnTo>
                    <a:pt x="1" y="330"/>
                  </a:lnTo>
                  <a:lnTo>
                    <a:pt x="3649" y="330"/>
                  </a:lnTo>
                  <a:lnTo>
                    <a:pt x="3649"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139"/>
            <p:cNvSpPr/>
            <p:nvPr/>
          </p:nvSpPr>
          <p:spPr>
            <a:xfrm>
              <a:off x="4387153" y="2415707"/>
              <a:ext cx="44749" cy="54811"/>
            </a:xfrm>
            <a:custGeom>
              <a:rect b="b" l="l" r="r" t="t"/>
              <a:pathLst>
                <a:path extrusionOk="0" h="1509" w="1232">
                  <a:moveTo>
                    <a:pt x="1231" y="1"/>
                  </a:moveTo>
                  <a:lnTo>
                    <a:pt x="0" y="1178"/>
                  </a:lnTo>
                  <a:lnTo>
                    <a:pt x="0" y="1508"/>
                  </a:lnTo>
                  <a:lnTo>
                    <a:pt x="1231" y="331"/>
                  </a:lnTo>
                  <a:lnTo>
                    <a:pt x="1231"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139"/>
            <p:cNvSpPr/>
            <p:nvPr/>
          </p:nvSpPr>
          <p:spPr>
            <a:xfrm>
              <a:off x="4261082" y="2306198"/>
              <a:ext cx="7192" cy="152337"/>
            </a:xfrm>
            <a:custGeom>
              <a:rect b="b" l="l" r="r" t="t"/>
              <a:pathLst>
                <a:path extrusionOk="0" h="4194" w="198">
                  <a:moveTo>
                    <a:pt x="1" y="1"/>
                  </a:moveTo>
                  <a:lnTo>
                    <a:pt x="1" y="4193"/>
                  </a:lnTo>
                  <a:lnTo>
                    <a:pt x="197" y="4193"/>
                  </a:lnTo>
                  <a:lnTo>
                    <a:pt x="197"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139"/>
            <p:cNvSpPr/>
            <p:nvPr/>
          </p:nvSpPr>
          <p:spPr>
            <a:xfrm>
              <a:off x="4255597" y="2297117"/>
              <a:ext cx="18161" cy="18198"/>
            </a:xfrm>
            <a:custGeom>
              <a:rect b="b" l="l" r="r" t="t"/>
              <a:pathLst>
                <a:path extrusionOk="0" h="501" w="500">
                  <a:moveTo>
                    <a:pt x="250" y="1"/>
                  </a:moveTo>
                  <a:cubicBezTo>
                    <a:pt x="116" y="1"/>
                    <a:pt x="0" y="117"/>
                    <a:pt x="0" y="251"/>
                  </a:cubicBezTo>
                  <a:cubicBezTo>
                    <a:pt x="0" y="384"/>
                    <a:pt x="116" y="500"/>
                    <a:pt x="250" y="500"/>
                  </a:cubicBezTo>
                  <a:cubicBezTo>
                    <a:pt x="384" y="500"/>
                    <a:pt x="500" y="384"/>
                    <a:pt x="500" y="251"/>
                  </a:cubicBezTo>
                  <a:cubicBezTo>
                    <a:pt x="500" y="117"/>
                    <a:pt x="384" y="1"/>
                    <a:pt x="250"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139"/>
            <p:cNvSpPr/>
            <p:nvPr/>
          </p:nvSpPr>
          <p:spPr>
            <a:xfrm>
              <a:off x="4255924" y="2299733"/>
              <a:ext cx="17834" cy="15582"/>
            </a:xfrm>
            <a:custGeom>
              <a:rect b="b" l="l" r="r" t="t"/>
              <a:pathLst>
                <a:path extrusionOk="0" h="429" w="491">
                  <a:moveTo>
                    <a:pt x="411" y="0"/>
                  </a:moveTo>
                  <a:cubicBezTo>
                    <a:pt x="411" y="18"/>
                    <a:pt x="420" y="27"/>
                    <a:pt x="420" y="45"/>
                  </a:cubicBezTo>
                  <a:cubicBezTo>
                    <a:pt x="420" y="187"/>
                    <a:pt x="304" y="295"/>
                    <a:pt x="170" y="295"/>
                  </a:cubicBezTo>
                  <a:cubicBezTo>
                    <a:pt x="98" y="295"/>
                    <a:pt x="45" y="268"/>
                    <a:pt x="0" y="223"/>
                  </a:cubicBezTo>
                  <a:lnTo>
                    <a:pt x="0" y="223"/>
                  </a:lnTo>
                  <a:cubicBezTo>
                    <a:pt x="18" y="339"/>
                    <a:pt x="116" y="428"/>
                    <a:pt x="241" y="428"/>
                  </a:cubicBezTo>
                  <a:cubicBezTo>
                    <a:pt x="375" y="428"/>
                    <a:pt x="491" y="312"/>
                    <a:pt x="491" y="179"/>
                  </a:cubicBezTo>
                  <a:cubicBezTo>
                    <a:pt x="491" y="107"/>
                    <a:pt x="455" y="45"/>
                    <a:pt x="411"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139"/>
            <p:cNvSpPr/>
            <p:nvPr/>
          </p:nvSpPr>
          <p:spPr>
            <a:xfrm>
              <a:off x="4373533" y="2306198"/>
              <a:ext cx="7156" cy="152337"/>
            </a:xfrm>
            <a:custGeom>
              <a:rect b="b" l="l" r="r" t="t"/>
              <a:pathLst>
                <a:path extrusionOk="0" h="4194" w="197">
                  <a:moveTo>
                    <a:pt x="1" y="1"/>
                  </a:moveTo>
                  <a:lnTo>
                    <a:pt x="1" y="4193"/>
                  </a:lnTo>
                  <a:lnTo>
                    <a:pt x="197" y="4193"/>
                  </a:lnTo>
                  <a:lnTo>
                    <a:pt x="197"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139"/>
            <p:cNvSpPr/>
            <p:nvPr/>
          </p:nvSpPr>
          <p:spPr>
            <a:xfrm>
              <a:off x="4368012" y="2297117"/>
              <a:ext cx="18198" cy="18198"/>
            </a:xfrm>
            <a:custGeom>
              <a:rect b="b" l="l" r="r" t="t"/>
              <a:pathLst>
                <a:path extrusionOk="0" h="501" w="501">
                  <a:moveTo>
                    <a:pt x="251" y="1"/>
                  </a:moveTo>
                  <a:cubicBezTo>
                    <a:pt x="117" y="1"/>
                    <a:pt x="1" y="117"/>
                    <a:pt x="1" y="251"/>
                  </a:cubicBezTo>
                  <a:cubicBezTo>
                    <a:pt x="1" y="384"/>
                    <a:pt x="117" y="500"/>
                    <a:pt x="251" y="500"/>
                  </a:cubicBezTo>
                  <a:cubicBezTo>
                    <a:pt x="385" y="500"/>
                    <a:pt x="501" y="384"/>
                    <a:pt x="501" y="251"/>
                  </a:cubicBezTo>
                  <a:cubicBezTo>
                    <a:pt x="501" y="117"/>
                    <a:pt x="385" y="1"/>
                    <a:pt x="251"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139"/>
            <p:cNvSpPr/>
            <p:nvPr/>
          </p:nvSpPr>
          <p:spPr>
            <a:xfrm>
              <a:off x="4368339" y="2299733"/>
              <a:ext cx="17871" cy="15582"/>
            </a:xfrm>
            <a:custGeom>
              <a:rect b="b" l="l" r="r" t="t"/>
              <a:pathLst>
                <a:path extrusionOk="0" h="429" w="492">
                  <a:moveTo>
                    <a:pt x="411" y="0"/>
                  </a:moveTo>
                  <a:cubicBezTo>
                    <a:pt x="411" y="18"/>
                    <a:pt x="411" y="27"/>
                    <a:pt x="411" y="45"/>
                  </a:cubicBezTo>
                  <a:cubicBezTo>
                    <a:pt x="411" y="187"/>
                    <a:pt x="304" y="295"/>
                    <a:pt x="170" y="295"/>
                  </a:cubicBezTo>
                  <a:cubicBezTo>
                    <a:pt x="99" y="295"/>
                    <a:pt x="45" y="268"/>
                    <a:pt x="1" y="223"/>
                  </a:cubicBezTo>
                  <a:lnTo>
                    <a:pt x="1" y="223"/>
                  </a:lnTo>
                  <a:cubicBezTo>
                    <a:pt x="19" y="339"/>
                    <a:pt x="117" y="428"/>
                    <a:pt x="242" y="428"/>
                  </a:cubicBezTo>
                  <a:cubicBezTo>
                    <a:pt x="376" y="428"/>
                    <a:pt x="492" y="312"/>
                    <a:pt x="492" y="179"/>
                  </a:cubicBezTo>
                  <a:cubicBezTo>
                    <a:pt x="492" y="107"/>
                    <a:pt x="456" y="45"/>
                    <a:pt x="411"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139"/>
            <p:cNvSpPr/>
            <p:nvPr/>
          </p:nvSpPr>
          <p:spPr>
            <a:xfrm>
              <a:off x="4402372" y="2236207"/>
              <a:ext cx="21757" cy="43769"/>
            </a:xfrm>
            <a:custGeom>
              <a:rect b="b" l="l" r="r" t="t"/>
              <a:pathLst>
                <a:path extrusionOk="0" h="1205" w="599">
                  <a:moveTo>
                    <a:pt x="1" y="1"/>
                  </a:moveTo>
                  <a:lnTo>
                    <a:pt x="1" y="911"/>
                  </a:lnTo>
                  <a:cubicBezTo>
                    <a:pt x="1" y="1071"/>
                    <a:pt x="134" y="1205"/>
                    <a:pt x="304" y="1205"/>
                  </a:cubicBezTo>
                  <a:cubicBezTo>
                    <a:pt x="464" y="1205"/>
                    <a:pt x="598" y="1071"/>
                    <a:pt x="598" y="911"/>
                  </a:cubicBezTo>
                  <a:lnTo>
                    <a:pt x="5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139"/>
            <p:cNvSpPr/>
            <p:nvPr/>
          </p:nvSpPr>
          <p:spPr>
            <a:xfrm>
              <a:off x="4401064" y="2234572"/>
              <a:ext cx="24663" cy="47038"/>
            </a:xfrm>
            <a:custGeom>
              <a:rect b="b" l="l" r="r" t="t"/>
              <a:pathLst>
                <a:path extrusionOk="0" h="1295" w="679">
                  <a:moveTo>
                    <a:pt x="599" y="81"/>
                  </a:moveTo>
                  <a:lnTo>
                    <a:pt x="599" y="956"/>
                  </a:lnTo>
                  <a:cubicBezTo>
                    <a:pt x="599" y="1098"/>
                    <a:pt x="483" y="1214"/>
                    <a:pt x="340" y="1214"/>
                  </a:cubicBezTo>
                  <a:cubicBezTo>
                    <a:pt x="197" y="1214"/>
                    <a:pt x="81" y="1098"/>
                    <a:pt x="81" y="956"/>
                  </a:cubicBezTo>
                  <a:lnTo>
                    <a:pt x="81" y="81"/>
                  </a:lnTo>
                  <a:close/>
                  <a:moveTo>
                    <a:pt x="1" y="1"/>
                  </a:moveTo>
                  <a:lnTo>
                    <a:pt x="1" y="956"/>
                  </a:lnTo>
                  <a:cubicBezTo>
                    <a:pt x="1" y="1143"/>
                    <a:pt x="153" y="1295"/>
                    <a:pt x="340" y="1295"/>
                  </a:cubicBezTo>
                  <a:cubicBezTo>
                    <a:pt x="527" y="1295"/>
                    <a:pt x="679" y="1143"/>
                    <a:pt x="679" y="956"/>
                  </a:cubicBezTo>
                  <a:lnTo>
                    <a:pt x="67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139"/>
            <p:cNvSpPr/>
            <p:nvPr/>
          </p:nvSpPr>
          <p:spPr>
            <a:xfrm>
              <a:off x="4413377" y="2279937"/>
              <a:ext cx="36" cy="46711"/>
            </a:xfrm>
            <a:custGeom>
              <a:rect b="b" l="l" r="r" t="t"/>
              <a:pathLst>
                <a:path extrusionOk="0" h="1286" w="1">
                  <a:moveTo>
                    <a:pt x="1" y="1"/>
                  </a:moveTo>
                  <a:lnTo>
                    <a:pt x="1" y="1286"/>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139"/>
            <p:cNvSpPr/>
            <p:nvPr/>
          </p:nvSpPr>
          <p:spPr>
            <a:xfrm>
              <a:off x="4411779" y="2279937"/>
              <a:ext cx="2942" cy="46711"/>
            </a:xfrm>
            <a:custGeom>
              <a:rect b="b" l="l" r="r" t="t"/>
              <a:pathLst>
                <a:path extrusionOk="0" h="1286" w="81">
                  <a:moveTo>
                    <a:pt x="0" y="1"/>
                  </a:moveTo>
                  <a:lnTo>
                    <a:pt x="0" y="1286"/>
                  </a:lnTo>
                  <a:lnTo>
                    <a:pt x="81" y="1286"/>
                  </a:lnTo>
                  <a:lnTo>
                    <a:pt x="8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139"/>
            <p:cNvSpPr/>
            <p:nvPr/>
          </p:nvSpPr>
          <p:spPr>
            <a:xfrm>
              <a:off x="4402045" y="2325957"/>
              <a:ext cx="22084" cy="36"/>
            </a:xfrm>
            <a:custGeom>
              <a:rect b="b" l="l" r="r" t="t"/>
              <a:pathLst>
                <a:path extrusionOk="0" h="1" w="608">
                  <a:moveTo>
                    <a:pt x="1" y="1"/>
                  </a:moveTo>
                  <a:lnTo>
                    <a:pt x="607" y="1"/>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139"/>
            <p:cNvSpPr/>
            <p:nvPr/>
          </p:nvSpPr>
          <p:spPr>
            <a:xfrm>
              <a:off x="4402045" y="2324358"/>
              <a:ext cx="22084" cy="2942"/>
            </a:xfrm>
            <a:custGeom>
              <a:rect b="b" l="l" r="r" t="t"/>
              <a:pathLst>
                <a:path extrusionOk="0" h="81" w="608">
                  <a:moveTo>
                    <a:pt x="1" y="0"/>
                  </a:moveTo>
                  <a:lnTo>
                    <a:pt x="1" y="80"/>
                  </a:lnTo>
                  <a:lnTo>
                    <a:pt x="607" y="80"/>
                  </a:lnTo>
                  <a:lnTo>
                    <a:pt x="6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139"/>
            <p:cNvSpPr/>
            <p:nvPr/>
          </p:nvSpPr>
          <p:spPr>
            <a:xfrm>
              <a:off x="4460704" y="2236207"/>
              <a:ext cx="21757" cy="43769"/>
            </a:xfrm>
            <a:custGeom>
              <a:rect b="b" l="l" r="r" t="t"/>
              <a:pathLst>
                <a:path extrusionOk="0" h="1205" w="599">
                  <a:moveTo>
                    <a:pt x="0" y="1"/>
                  </a:moveTo>
                  <a:lnTo>
                    <a:pt x="0" y="911"/>
                  </a:lnTo>
                  <a:cubicBezTo>
                    <a:pt x="0" y="1071"/>
                    <a:pt x="134" y="1205"/>
                    <a:pt x="295" y="1205"/>
                  </a:cubicBezTo>
                  <a:cubicBezTo>
                    <a:pt x="464" y="1205"/>
                    <a:pt x="598" y="1071"/>
                    <a:pt x="598" y="911"/>
                  </a:cubicBezTo>
                  <a:lnTo>
                    <a:pt x="5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139"/>
            <p:cNvSpPr/>
            <p:nvPr/>
          </p:nvSpPr>
          <p:spPr>
            <a:xfrm>
              <a:off x="4459070" y="2234572"/>
              <a:ext cx="24990" cy="47038"/>
            </a:xfrm>
            <a:custGeom>
              <a:rect b="b" l="l" r="r" t="t"/>
              <a:pathLst>
                <a:path extrusionOk="0" h="1295" w="688">
                  <a:moveTo>
                    <a:pt x="598" y="81"/>
                  </a:moveTo>
                  <a:lnTo>
                    <a:pt x="598" y="956"/>
                  </a:lnTo>
                  <a:cubicBezTo>
                    <a:pt x="598" y="1098"/>
                    <a:pt x="482" y="1214"/>
                    <a:pt x="340" y="1214"/>
                  </a:cubicBezTo>
                  <a:cubicBezTo>
                    <a:pt x="197" y="1214"/>
                    <a:pt x="81" y="1098"/>
                    <a:pt x="81" y="956"/>
                  </a:cubicBezTo>
                  <a:lnTo>
                    <a:pt x="81" y="81"/>
                  </a:lnTo>
                  <a:close/>
                  <a:moveTo>
                    <a:pt x="1" y="1"/>
                  </a:moveTo>
                  <a:lnTo>
                    <a:pt x="1" y="956"/>
                  </a:lnTo>
                  <a:cubicBezTo>
                    <a:pt x="1" y="1143"/>
                    <a:pt x="152" y="1295"/>
                    <a:pt x="340" y="1295"/>
                  </a:cubicBezTo>
                  <a:cubicBezTo>
                    <a:pt x="527" y="1295"/>
                    <a:pt x="688" y="1143"/>
                    <a:pt x="688" y="956"/>
                  </a:cubicBezTo>
                  <a:lnTo>
                    <a:pt x="68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139"/>
            <p:cNvSpPr/>
            <p:nvPr/>
          </p:nvSpPr>
          <p:spPr>
            <a:xfrm>
              <a:off x="4471383" y="2279937"/>
              <a:ext cx="36" cy="46711"/>
            </a:xfrm>
            <a:custGeom>
              <a:rect b="b" l="l" r="r" t="t"/>
              <a:pathLst>
                <a:path extrusionOk="0" h="1286" w="1">
                  <a:moveTo>
                    <a:pt x="1" y="1"/>
                  </a:moveTo>
                  <a:lnTo>
                    <a:pt x="1" y="1286"/>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139"/>
            <p:cNvSpPr/>
            <p:nvPr/>
          </p:nvSpPr>
          <p:spPr>
            <a:xfrm>
              <a:off x="4470111" y="2279937"/>
              <a:ext cx="2942" cy="46711"/>
            </a:xfrm>
            <a:custGeom>
              <a:rect b="b" l="l" r="r" t="t"/>
              <a:pathLst>
                <a:path extrusionOk="0" h="1286" w="81">
                  <a:moveTo>
                    <a:pt x="0" y="1"/>
                  </a:moveTo>
                  <a:lnTo>
                    <a:pt x="0" y="1286"/>
                  </a:lnTo>
                  <a:lnTo>
                    <a:pt x="80" y="1286"/>
                  </a:lnTo>
                  <a:lnTo>
                    <a:pt x="8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139"/>
            <p:cNvSpPr/>
            <p:nvPr/>
          </p:nvSpPr>
          <p:spPr>
            <a:xfrm>
              <a:off x="4460377" y="2325957"/>
              <a:ext cx="22084" cy="36"/>
            </a:xfrm>
            <a:custGeom>
              <a:rect b="b" l="l" r="r" t="t"/>
              <a:pathLst>
                <a:path extrusionOk="0" h="1" w="608">
                  <a:moveTo>
                    <a:pt x="0" y="1"/>
                  </a:moveTo>
                  <a:lnTo>
                    <a:pt x="607" y="1"/>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139"/>
            <p:cNvSpPr/>
            <p:nvPr/>
          </p:nvSpPr>
          <p:spPr>
            <a:xfrm>
              <a:off x="4460377" y="2324358"/>
              <a:ext cx="22084" cy="2942"/>
            </a:xfrm>
            <a:custGeom>
              <a:rect b="b" l="l" r="r" t="t"/>
              <a:pathLst>
                <a:path extrusionOk="0" h="81" w="608">
                  <a:moveTo>
                    <a:pt x="0" y="0"/>
                  </a:moveTo>
                  <a:lnTo>
                    <a:pt x="0" y="80"/>
                  </a:lnTo>
                  <a:lnTo>
                    <a:pt x="607" y="80"/>
                  </a:lnTo>
                  <a:lnTo>
                    <a:pt x="6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5" name="Google Shape;8985;p139"/>
          <p:cNvGrpSpPr/>
          <p:nvPr/>
        </p:nvGrpSpPr>
        <p:grpSpPr>
          <a:xfrm>
            <a:off x="6" y="-563981"/>
            <a:ext cx="2234140" cy="1721439"/>
            <a:chOff x="3363545" y="1191568"/>
            <a:chExt cx="384038" cy="295876"/>
          </a:xfrm>
        </p:grpSpPr>
        <p:sp>
          <p:nvSpPr>
            <p:cNvPr id="8986" name="Google Shape;8986;p139"/>
            <p:cNvSpPr/>
            <p:nvPr/>
          </p:nvSpPr>
          <p:spPr>
            <a:xfrm>
              <a:off x="3363545"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139"/>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139"/>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139"/>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139"/>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139"/>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139"/>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93" name="Google Shape;8993;p139"/>
          <p:cNvSpPr/>
          <p:nvPr/>
        </p:nvSpPr>
        <p:spPr>
          <a:xfrm flipH="1">
            <a:off x="5789030" y="1415776"/>
            <a:ext cx="4663845" cy="1823457"/>
          </a:xfrm>
          <a:custGeom>
            <a:rect b="b" l="l" r="r" t="t"/>
            <a:pathLst>
              <a:path extrusionOk="0" h="7498" w="18102">
                <a:moveTo>
                  <a:pt x="13695" y="1"/>
                </a:moveTo>
                <a:cubicBezTo>
                  <a:pt x="13227" y="1"/>
                  <a:pt x="10064" y="334"/>
                  <a:pt x="10064" y="334"/>
                </a:cubicBezTo>
                <a:lnTo>
                  <a:pt x="7352" y="763"/>
                </a:lnTo>
                <a:lnTo>
                  <a:pt x="4497" y="2056"/>
                </a:lnTo>
                <a:lnTo>
                  <a:pt x="670" y="4420"/>
                </a:lnTo>
                <a:cubicBezTo>
                  <a:pt x="670" y="4420"/>
                  <a:pt x="269" y="5642"/>
                  <a:pt x="135" y="6552"/>
                </a:cubicBezTo>
                <a:cubicBezTo>
                  <a:pt x="1" y="7462"/>
                  <a:pt x="4756" y="7498"/>
                  <a:pt x="4756" y="7498"/>
                </a:cubicBezTo>
                <a:cubicBezTo>
                  <a:pt x="4756" y="7498"/>
                  <a:pt x="6542" y="5062"/>
                  <a:pt x="7773" y="5062"/>
                </a:cubicBezTo>
                <a:cubicBezTo>
                  <a:pt x="7776" y="5062"/>
                  <a:pt x="7778" y="5062"/>
                  <a:pt x="7780" y="5062"/>
                </a:cubicBezTo>
                <a:cubicBezTo>
                  <a:pt x="7810" y="5063"/>
                  <a:pt x="7839" y="5063"/>
                  <a:pt x="7869" y="5063"/>
                </a:cubicBezTo>
                <a:cubicBezTo>
                  <a:pt x="9064" y="5063"/>
                  <a:pt x="10272" y="4719"/>
                  <a:pt x="9323" y="4527"/>
                </a:cubicBezTo>
                <a:cubicBezTo>
                  <a:pt x="8351" y="4331"/>
                  <a:pt x="9609" y="4063"/>
                  <a:pt x="11063" y="3956"/>
                </a:cubicBezTo>
                <a:cubicBezTo>
                  <a:pt x="12508" y="3840"/>
                  <a:pt x="12562" y="3341"/>
                  <a:pt x="11884" y="3287"/>
                </a:cubicBezTo>
                <a:cubicBezTo>
                  <a:pt x="11197" y="3234"/>
                  <a:pt x="11447" y="2913"/>
                  <a:pt x="13275" y="2814"/>
                </a:cubicBezTo>
                <a:cubicBezTo>
                  <a:pt x="15104" y="2707"/>
                  <a:pt x="16228" y="2136"/>
                  <a:pt x="15390" y="2127"/>
                </a:cubicBezTo>
                <a:cubicBezTo>
                  <a:pt x="14551" y="2119"/>
                  <a:pt x="14979" y="1753"/>
                  <a:pt x="15515" y="1628"/>
                </a:cubicBezTo>
                <a:cubicBezTo>
                  <a:pt x="16059" y="1503"/>
                  <a:pt x="16514" y="1369"/>
                  <a:pt x="16023" y="1226"/>
                </a:cubicBezTo>
                <a:cubicBezTo>
                  <a:pt x="15541" y="1084"/>
                  <a:pt x="16656" y="1102"/>
                  <a:pt x="17379" y="789"/>
                </a:cubicBezTo>
                <a:cubicBezTo>
                  <a:pt x="18102" y="468"/>
                  <a:pt x="16888" y="272"/>
                  <a:pt x="16888" y="272"/>
                </a:cubicBezTo>
                <a:cubicBezTo>
                  <a:pt x="16888" y="272"/>
                  <a:pt x="13882" y="49"/>
                  <a:pt x="13748" y="4"/>
                </a:cubicBezTo>
                <a:cubicBezTo>
                  <a:pt x="13741" y="2"/>
                  <a:pt x="13722" y="1"/>
                  <a:pt x="136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139"/>
          <p:cNvSpPr/>
          <p:nvPr/>
        </p:nvSpPr>
        <p:spPr>
          <a:xfrm flipH="1">
            <a:off x="6056834" y="1230804"/>
            <a:ext cx="3179081" cy="1680765"/>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95" name="Google Shape;8995;p139"/>
          <p:cNvGrpSpPr/>
          <p:nvPr/>
        </p:nvGrpSpPr>
        <p:grpSpPr>
          <a:xfrm>
            <a:off x="7163263" y="-717771"/>
            <a:ext cx="2073052" cy="3334299"/>
            <a:chOff x="7163263" y="-717771"/>
            <a:chExt cx="2073052" cy="3334299"/>
          </a:xfrm>
        </p:grpSpPr>
        <p:sp>
          <p:nvSpPr>
            <p:cNvPr id="8996" name="Google Shape;8996;p139"/>
            <p:cNvSpPr/>
            <p:nvPr/>
          </p:nvSpPr>
          <p:spPr>
            <a:xfrm flipH="1">
              <a:off x="7163263" y="-717771"/>
              <a:ext cx="2073052" cy="3334299"/>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139"/>
            <p:cNvSpPr/>
            <p:nvPr/>
          </p:nvSpPr>
          <p:spPr>
            <a:xfrm flipH="1">
              <a:off x="8406586" y="-261395"/>
              <a:ext cx="829728" cy="2877906"/>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139"/>
            <p:cNvSpPr/>
            <p:nvPr/>
          </p:nvSpPr>
          <p:spPr>
            <a:xfrm flipH="1">
              <a:off x="7622547" y="-61921"/>
              <a:ext cx="1161039" cy="1390469"/>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139"/>
            <p:cNvSpPr/>
            <p:nvPr/>
          </p:nvSpPr>
          <p:spPr>
            <a:xfrm flipH="1">
              <a:off x="8490683" y="-717771"/>
              <a:ext cx="745632" cy="801327"/>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139"/>
            <p:cNvSpPr/>
            <p:nvPr/>
          </p:nvSpPr>
          <p:spPr>
            <a:xfrm flipH="1">
              <a:off x="9113251" y="2434282"/>
              <a:ext cx="123064" cy="182128"/>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139"/>
            <p:cNvSpPr/>
            <p:nvPr/>
          </p:nvSpPr>
          <p:spPr>
            <a:xfrm flipH="1">
              <a:off x="8288622" y="1771991"/>
              <a:ext cx="233078" cy="451741"/>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139"/>
            <p:cNvSpPr/>
            <p:nvPr/>
          </p:nvSpPr>
          <p:spPr>
            <a:xfrm flipH="1">
              <a:off x="7844017" y="97659"/>
              <a:ext cx="1169195" cy="1803745"/>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139"/>
            <p:cNvSpPr/>
            <p:nvPr/>
          </p:nvSpPr>
          <p:spPr>
            <a:xfrm flipH="1">
              <a:off x="8167371" y="1500599"/>
              <a:ext cx="323518" cy="598624"/>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139"/>
            <p:cNvSpPr/>
            <p:nvPr/>
          </p:nvSpPr>
          <p:spPr>
            <a:xfrm flipH="1">
              <a:off x="8869121" y="1732096"/>
              <a:ext cx="252290" cy="711873"/>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139"/>
            <p:cNvSpPr/>
            <p:nvPr/>
          </p:nvSpPr>
          <p:spPr>
            <a:xfrm flipH="1">
              <a:off x="8586024" y="1312216"/>
              <a:ext cx="427189" cy="1002598"/>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139"/>
            <p:cNvSpPr/>
            <p:nvPr/>
          </p:nvSpPr>
          <p:spPr>
            <a:xfrm flipH="1">
              <a:off x="7653201" y="1176610"/>
              <a:ext cx="425376" cy="664105"/>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139"/>
            <p:cNvSpPr/>
            <p:nvPr/>
          </p:nvSpPr>
          <p:spPr>
            <a:xfrm flipH="1">
              <a:off x="7530334" y="1519741"/>
              <a:ext cx="92434" cy="191789"/>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139"/>
            <p:cNvSpPr/>
            <p:nvPr/>
          </p:nvSpPr>
          <p:spPr>
            <a:xfrm flipH="1">
              <a:off x="7237631" y="1443172"/>
              <a:ext cx="270233" cy="147062"/>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9" name="Google Shape;9009;p139"/>
          <p:cNvGrpSpPr/>
          <p:nvPr/>
        </p:nvGrpSpPr>
        <p:grpSpPr>
          <a:xfrm>
            <a:off x="6265925" y="857009"/>
            <a:ext cx="897347" cy="659149"/>
            <a:chOff x="6123718" y="525411"/>
            <a:chExt cx="1395563" cy="1024955"/>
          </a:xfrm>
        </p:grpSpPr>
        <p:grpSp>
          <p:nvGrpSpPr>
            <p:cNvPr id="9010" name="Google Shape;9010;p139"/>
            <p:cNvGrpSpPr/>
            <p:nvPr/>
          </p:nvGrpSpPr>
          <p:grpSpPr>
            <a:xfrm flipH="1">
              <a:off x="6123718" y="525411"/>
              <a:ext cx="1395563" cy="1024955"/>
              <a:chOff x="1696430" y="1591394"/>
              <a:chExt cx="279683" cy="208092"/>
            </a:xfrm>
          </p:grpSpPr>
          <p:sp>
            <p:nvSpPr>
              <p:cNvPr id="9011" name="Google Shape;9011;p139"/>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139"/>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139"/>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139"/>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139"/>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139"/>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139"/>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139"/>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139"/>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139"/>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139"/>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2" name="Google Shape;9022;p139"/>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3" name="Google Shape;9023;p139"/>
          <p:cNvSpPr txBox="1"/>
          <p:nvPr>
            <p:ph type="title"/>
          </p:nvPr>
        </p:nvSpPr>
        <p:spPr>
          <a:xfrm>
            <a:off x="713100" y="2281313"/>
            <a:ext cx="3500100" cy="8418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9024" name="Google Shape;9024;p139"/>
          <p:cNvSpPr txBox="1"/>
          <p:nvPr>
            <p:ph hasCustomPrompt="1" idx="2" type="title"/>
          </p:nvPr>
        </p:nvSpPr>
        <p:spPr>
          <a:xfrm>
            <a:off x="1858800" y="1447686"/>
            <a:ext cx="1208700" cy="8418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9025" name="Google Shape;9025;p139"/>
          <p:cNvSpPr txBox="1"/>
          <p:nvPr>
            <p:ph idx="1" type="subTitle"/>
          </p:nvPr>
        </p:nvSpPr>
        <p:spPr>
          <a:xfrm>
            <a:off x="1180075" y="3110238"/>
            <a:ext cx="2565900" cy="659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1600"/>
              </a:spcBef>
              <a:spcAft>
                <a:spcPts val="0"/>
              </a:spcAft>
              <a:buSzPts val="1600"/>
              <a:buNone/>
              <a:defRPr sz="1600"/>
            </a:lvl2pPr>
            <a:lvl3pPr lvl="2" algn="ctr">
              <a:lnSpc>
                <a:spcPct val="100000"/>
              </a:lnSpc>
              <a:spcBef>
                <a:spcPts val="1600"/>
              </a:spcBef>
              <a:spcAft>
                <a:spcPts val="0"/>
              </a:spcAft>
              <a:buSzPts val="1600"/>
              <a:buNone/>
              <a:defRPr sz="1600"/>
            </a:lvl3pPr>
            <a:lvl4pPr lvl="3" algn="ctr">
              <a:lnSpc>
                <a:spcPct val="100000"/>
              </a:lnSpc>
              <a:spcBef>
                <a:spcPts val="1600"/>
              </a:spcBef>
              <a:spcAft>
                <a:spcPts val="0"/>
              </a:spcAft>
              <a:buSzPts val="1600"/>
              <a:buNone/>
              <a:defRPr sz="1600"/>
            </a:lvl4pPr>
            <a:lvl5pPr lvl="4" algn="ctr">
              <a:lnSpc>
                <a:spcPct val="100000"/>
              </a:lnSpc>
              <a:spcBef>
                <a:spcPts val="1600"/>
              </a:spcBef>
              <a:spcAft>
                <a:spcPts val="0"/>
              </a:spcAft>
              <a:buSzPts val="1600"/>
              <a:buNone/>
              <a:defRPr sz="1600"/>
            </a:lvl5pPr>
            <a:lvl6pPr lvl="5" algn="ctr">
              <a:lnSpc>
                <a:spcPct val="100000"/>
              </a:lnSpc>
              <a:spcBef>
                <a:spcPts val="1600"/>
              </a:spcBef>
              <a:spcAft>
                <a:spcPts val="0"/>
              </a:spcAft>
              <a:buSzPts val="1600"/>
              <a:buNone/>
              <a:defRPr sz="1600"/>
            </a:lvl6pPr>
            <a:lvl7pPr lvl="6" algn="ctr">
              <a:lnSpc>
                <a:spcPct val="100000"/>
              </a:lnSpc>
              <a:spcBef>
                <a:spcPts val="1600"/>
              </a:spcBef>
              <a:spcAft>
                <a:spcPts val="0"/>
              </a:spcAft>
              <a:buSzPts val="1600"/>
              <a:buNone/>
              <a:defRPr sz="1600"/>
            </a:lvl7pPr>
            <a:lvl8pPr lvl="7" algn="ctr">
              <a:lnSpc>
                <a:spcPct val="100000"/>
              </a:lnSpc>
              <a:spcBef>
                <a:spcPts val="1600"/>
              </a:spcBef>
              <a:spcAft>
                <a:spcPts val="0"/>
              </a:spcAft>
              <a:buSzPts val="1600"/>
              <a:buNone/>
              <a:defRPr sz="1600"/>
            </a:lvl8pPr>
            <a:lvl9pPr lvl="8" algn="ctr">
              <a:lnSpc>
                <a:spcPct val="100000"/>
              </a:lnSpc>
              <a:spcBef>
                <a:spcPts val="1600"/>
              </a:spcBef>
              <a:spcAft>
                <a:spcPts val="1600"/>
              </a:spcAft>
              <a:buSzPts val="1600"/>
              <a:buNone/>
              <a:defRPr sz="1600"/>
            </a:lvl9pPr>
          </a:lstStyle>
          <a:p/>
        </p:txBody>
      </p:sp>
    </p:spTree>
  </p:cSld>
  <p:clrMapOvr>
    <a:masterClrMapping/>
  </p:clrMapOvr>
</p:sldLayout>
</file>

<file path=ppt/slideLayouts/slideLayout1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9026" name="Shape 9026"/>
        <p:cNvGrpSpPr/>
        <p:nvPr/>
      </p:nvGrpSpPr>
      <p:grpSpPr>
        <a:xfrm>
          <a:off x="0" y="0"/>
          <a:ext cx="0" cy="0"/>
          <a:chOff x="0" y="0"/>
          <a:chExt cx="0" cy="0"/>
        </a:xfrm>
      </p:grpSpPr>
      <p:sp>
        <p:nvSpPr>
          <p:cNvPr id="9027" name="Google Shape;9027;p140"/>
          <p:cNvSpPr/>
          <p:nvPr/>
        </p:nvSpPr>
        <p:spPr>
          <a:xfrm flipH="1">
            <a:off x="-1" y="4762490"/>
            <a:ext cx="9173906"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140"/>
          <p:cNvSpPr/>
          <p:nvPr/>
        </p:nvSpPr>
        <p:spPr>
          <a:xfrm flipH="1" rot="-238332">
            <a:off x="6822298" y="4242312"/>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9" name="Google Shape;9029;p140"/>
          <p:cNvGrpSpPr/>
          <p:nvPr/>
        </p:nvGrpSpPr>
        <p:grpSpPr>
          <a:xfrm flipH="1">
            <a:off x="5788734" y="1911751"/>
            <a:ext cx="3692024" cy="2844763"/>
            <a:chOff x="3331840" y="1191568"/>
            <a:chExt cx="384038" cy="295876"/>
          </a:xfrm>
        </p:grpSpPr>
        <p:sp>
          <p:nvSpPr>
            <p:cNvPr id="9030" name="Google Shape;9030;p140"/>
            <p:cNvSpPr/>
            <p:nvPr/>
          </p:nvSpPr>
          <p:spPr>
            <a:xfrm>
              <a:off x="3331840"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140"/>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140"/>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140"/>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140"/>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140"/>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140"/>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7" name="Google Shape;9037;p140"/>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9038" name="Google Shape;9038;p140"/>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SzPts val="1200"/>
              <a:buAutoNum type="arabicPeriod"/>
              <a:defRPr sz="1200"/>
            </a:lvl1pPr>
            <a:lvl2pPr indent="-304800" lvl="1" marL="914400">
              <a:lnSpc>
                <a:spcPct val="115000"/>
              </a:lnSpc>
              <a:spcBef>
                <a:spcPts val="1600"/>
              </a:spcBef>
              <a:spcAft>
                <a:spcPts val="0"/>
              </a:spcAft>
              <a:buSzPts val="1200"/>
              <a:buFont typeface="Roboto Condensed Light"/>
              <a:buAutoNum type="alphaLcPeriod"/>
              <a:defRPr/>
            </a:lvl2pPr>
            <a:lvl3pPr indent="-304800" lvl="2" marL="1371600">
              <a:lnSpc>
                <a:spcPct val="115000"/>
              </a:lnSpc>
              <a:spcBef>
                <a:spcPts val="1600"/>
              </a:spcBef>
              <a:spcAft>
                <a:spcPts val="0"/>
              </a:spcAft>
              <a:buSzPts val="1200"/>
              <a:buFont typeface="Roboto Condensed Light"/>
              <a:buAutoNum type="romanLcPeriod"/>
              <a:defRPr/>
            </a:lvl3pPr>
            <a:lvl4pPr indent="-304800" lvl="3" marL="1828800">
              <a:lnSpc>
                <a:spcPct val="115000"/>
              </a:lnSpc>
              <a:spcBef>
                <a:spcPts val="1600"/>
              </a:spcBef>
              <a:spcAft>
                <a:spcPts val="0"/>
              </a:spcAft>
              <a:buSzPts val="1200"/>
              <a:buFont typeface="Roboto Condensed Light"/>
              <a:buAutoNum type="arabicPeriod"/>
              <a:defRPr/>
            </a:lvl4pPr>
            <a:lvl5pPr indent="-304800" lvl="4" marL="2286000">
              <a:lnSpc>
                <a:spcPct val="115000"/>
              </a:lnSpc>
              <a:spcBef>
                <a:spcPts val="1600"/>
              </a:spcBef>
              <a:spcAft>
                <a:spcPts val="0"/>
              </a:spcAft>
              <a:buSzPts val="1200"/>
              <a:buFont typeface="Roboto Condensed Light"/>
              <a:buAutoNum type="alphaLcPeriod"/>
              <a:defRPr/>
            </a:lvl5pPr>
            <a:lvl6pPr indent="-304800" lvl="5" marL="2743200">
              <a:lnSpc>
                <a:spcPct val="115000"/>
              </a:lnSpc>
              <a:spcBef>
                <a:spcPts val="1600"/>
              </a:spcBef>
              <a:spcAft>
                <a:spcPts val="0"/>
              </a:spcAft>
              <a:buSzPts val="1200"/>
              <a:buFont typeface="Roboto Condensed Light"/>
              <a:buAutoNum type="romanLcPeriod"/>
              <a:defRPr/>
            </a:lvl6pPr>
            <a:lvl7pPr indent="-304800" lvl="6" marL="3200400">
              <a:lnSpc>
                <a:spcPct val="115000"/>
              </a:lnSpc>
              <a:spcBef>
                <a:spcPts val="1600"/>
              </a:spcBef>
              <a:spcAft>
                <a:spcPts val="0"/>
              </a:spcAft>
              <a:buSzPts val="1200"/>
              <a:buFont typeface="Roboto Condensed Light"/>
              <a:buAutoNum type="arabicPeriod"/>
              <a:defRPr/>
            </a:lvl7pPr>
            <a:lvl8pPr indent="-304800" lvl="7" marL="3657600">
              <a:lnSpc>
                <a:spcPct val="115000"/>
              </a:lnSpc>
              <a:spcBef>
                <a:spcPts val="1600"/>
              </a:spcBef>
              <a:spcAft>
                <a:spcPts val="0"/>
              </a:spcAft>
              <a:buSzPts val="1200"/>
              <a:buFont typeface="Roboto Condensed Light"/>
              <a:buAutoNum type="alphaLcPeriod"/>
              <a:defRPr/>
            </a:lvl8pPr>
            <a:lvl9pPr indent="-304800" lvl="8" marL="4114800">
              <a:lnSpc>
                <a:spcPct val="115000"/>
              </a:lnSpc>
              <a:spcBef>
                <a:spcPts val="1600"/>
              </a:spcBef>
              <a:spcAft>
                <a:spcPts val="1600"/>
              </a:spcAft>
              <a:buSzPts val="1200"/>
              <a:buFont typeface="Roboto Condensed Light"/>
              <a:buAutoNum type="romanLcPeriod"/>
              <a:defRPr/>
            </a:lvl9pPr>
          </a:lstStyle>
          <a:p/>
        </p:txBody>
      </p:sp>
    </p:spTree>
  </p:cSld>
  <p:clrMapOvr>
    <a:masterClrMapping/>
  </p:clrMapOvr>
</p:sldLayout>
</file>

<file path=ppt/slideLayouts/slideLayout1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9039" name="Shape 9039"/>
        <p:cNvGrpSpPr/>
        <p:nvPr/>
      </p:nvGrpSpPr>
      <p:grpSpPr>
        <a:xfrm>
          <a:off x="0" y="0"/>
          <a:ext cx="0" cy="0"/>
          <a:chOff x="0" y="0"/>
          <a:chExt cx="0" cy="0"/>
        </a:xfrm>
      </p:grpSpPr>
      <p:sp>
        <p:nvSpPr>
          <p:cNvPr id="9040" name="Google Shape;9040;p141"/>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141"/>
          <p:cNvSpPr/>
          <p:nvPr/>
        </p:nvSpPr>
        <p:spPr>
          <a:xfrm flipH="1" rot="-238332">
            <a:off x="6971149" y="4242317"/>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141"/>
          <p:cNvSpPr/>
          <p:nvPr/>
        </p:nvSpPr>
        <p:spPr>
          <a:xfrm>
            <a:off x="4" y="4864136"/>
            <a:ext cx="1665423" cy="78539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141"/>
          <p:cNvSpPr/>
          <p:nvPr/>
        </p:nvSpPr>
        <p:spPr>
          <a:xfrm>
            <a:off x="96226" y="4775056"/>
            <a:ext cx="1043455" cy="549114"/>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44" name="Google Shape;9044;p141"/>
          <p:cNvGrpSpPr/>
          <p:nvPr/>
        </p:nvGrpSpPr>
        <p:grpSpPr>
          <a:xfrm>
            <a:off x="-114735" y="3498258"/>
            <a:ext cx="1159291" cy="1855702"/>
            <a:chOff x="1352322" y="1338997"/>
            <a:chExt cx="415457" cy="676942"/>
          </a:xfrm>
        </p:grpSpPr>
        <p:sp>
          <p:nvSpPr>
            <p:cNvPr id="9045" name="Google Shape;9045;p141"/>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141"/>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141"/>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141"/>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141"/>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141"/>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141"/>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141"/>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141"/>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141"/>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141"/>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141"/>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141"/>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8" name="Google Shape;9058;p141"/>
          <p:cNvGrpSpPr/>
          <p:nvPr/>
        </p:nvGrpSpPr>
        <p:grpSpPr>
          <a:xfrm flipH="1">
            <a:off x="939877" y="4497343"/>
            <a:ext cx="746626" cy="545891"/>
            <a:chOff x="6123718" y="525411"/>
            <a:chExt cx="1395563" cy="1024955"/>
          </a:xfrm>
        </p:grpSpPr>
        <p:grpSp>
          <p:nvGrpSpPr>
            <p:cNvPr id="9059" name="Google Shape;9059;p141"/>
            <p:cNvGrpSpPr/>
            <p:nvPr/>
          </p:nvGrpSpPr>
          <p:grpSpPr>
            <a:xfrm flipH="1">
              <a:off x="6123718" y="525411"/>
              <a:ext cx="1395563" cy="1024955"/>
              <a:chOff x="1696430" y="1591394"/>
              <a:chExt cx="279683" cy="208092"/>
            </a:xfrm>
          </p:grpSpPr>
          <p:sp>
            <p:nvSpPr>
              <p:cNvPr id="9060" name="Google Shape;9060;p141"/>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141"/>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141"/>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141"/>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141"/>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141"/>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141"/>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141"/>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141"/>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141"/>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141"/>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71" name="Google Shape;9071;p141"/>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2" name="Google Shape;9072;p141"/>
          <p:cNvGrpSpPr/>
          <p:nvPr/>
        </p:nvGrpSpPr>
        <p:grpSpPr>
          <a:xfrm flipH="1">
            <a:off x="6989366" y="3989002"/>
            <a:ext cx="2154611" cy="785401"/>
            <a:chOff x="3363545" y="1399908"/>
            <a:chExt cx="240164" cy="87537"/>
          </a:xfrm>
        </p:grpSpPr>
        <p:sp>
          <p:nvSpPr>
            <p:cNvPr id="9073" name="Google Shape;9073;p141"/>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141"/>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141"/>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141"/>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141"/>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78" name="Google Shape;9078;p141"/>
          <p:cNvSpPr/>
          <p:nvPr/>
        </p:nvSpPr>
        <p:spPr>
          <a:xfrm flipH="1">
            <a:off x="8527104" y="1855882"/>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141"/>
          <p:cNvSpPr/>
          <p:nvPr/>
        </p:nvSpPr>
        <p:spPr>
          <a:xfrm flipH="1">
            <a:off x="-367166" y="2571757"/>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141"/>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9081" name="Google Shape;9081;p141"/>
          <p:cNvSpPr txBox="1"/>
          <p:nvPr>
            <p:ph idx="2" type="title"/>
          </p:nvPr>
        </p:nvSpPr>
        <p:spPr>
          <a:xfrm>
            <a:off x="1686500" y="1772075"/>
            <a:ext cx="25056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b="0" sz="22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9082" name="Google Shape;9082;p141"/>
          <p:cNvSpPr txBox="1"/>
          <p:nvPr>
            <p:ph idx="3" type="title"/>
          </p:nvPr>
        </p:nvSpPr>
        <p:spPr>
          <a:xfrm>
            <a:off x="4951900" y="1772075"/>
            <a:ext cx="25056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b="0" sz="22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9083" name="Google Shape;9083;p141"/>
          <p:cNvSpPr txBox="1"/>
          <p:nvPr>
            <p:ph idx="1" type="subTitle"/>
          </p:nvPr>
        </p:nvSpPr>
        <p:spPr>
          <a:xfrm>
            <a:off x="4951897" y="2097310"/>
            <a:ext cx="2505600" cy="1010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b="0" sz="14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9084" name="Google Shape;9084;p141"/>
          <p:cNvSpPr txBox="1"/>
          <p:nvPr>
            <p:ph idx="4" type="subTitle"/>
          </p:nvPr>
        </p:nvSpPr>
        <p:spPr>
          <a:xfrm>
            <a:off x="1686500" y="2097310"/>
            <a:ext cx="2505600" cy="1010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b="0" sz="14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Tree>
  </p:cSld>
  <p:clrMapOvr>
    <a:masterClrMapping/>
  </p:clrMapOvr>
</p:sldLayout>
</file>

<file path=ppt/slideLayouts/slideLayout1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9085" name="Shape 9085"/>
        <p:cNvGrpSpPr/>
        <p:nvPr/>
      </p:nvGrpSpPr>
      <p:grpSpPr>
        <a:xfrm>
          <a:off x="0" y="0"/>
          <a:ext cx="0" cy="0"/>
          <a:chOff x="0" y="0"/>
          <a:chExt cx="0" cy="0"/>
        </a:xfrm>
      </p:grpSpPr>
      <p:sp>
        <p:nvSpPr>
          <p:cNvPr id="9086" name="Google Shape;9086;p142"/>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142"/>
          <p:cNvSpPr/>
          <p:nvPr/>
        </p:nvSpPr>
        <p:spPr>
          <a:xfrm flipH="1">
            <a:off x="8452048" y="4570199"/>
            <a:ext cx="2576451" cy="136094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142"/>
          <p:cNvSpPr/>
          <p:nvPr/>
        </p:nvSpPr>
        <p:spPr>
          <a:xfrm>
            <a:off x="0" y="4852503"/>
            <a:ext cx="9144009" cy="289809"/>
          </a:xfrm>
          <a:custGeom>
            <a:rect b="b" l="l" r="r" t="t"/>
            <a:pathLst>
              <a:path extrusionOk="0" h="9234" w="27897">
                <a:moveTo>
                  <a:pt x="14337" y="0"/>
                </a:moveTo>
                <a:cubicBezTo>
                  <a:pt x="14337" y="0"/>
                  <a:pt x="12053" y="402"/>
                  <a:pt x="13222" y="633"/>
                </a:cubicBezTo>
                <a:cubicBezTo>
                  <a:pt x="14391" y="857"/>
                  <a:pt x="13704" y="1276"/>
                  <a:pt x="11001" y="1419"/>
                </a:cubicBezTo>
                <a:cubicBezTo>
                  <a:pt x="8289" y="1561"/>
                  <a:pt x="8164" y="2204"/>
                  <a:pt x="9529" y="2346"/>
                </a:cubicBezTo>
                <a:cubicBezTo>
                  <a:pt x="10885" y="2489"/>
                  <a:pt x="4131" y="3470"/>
                  <a:pt x="5808" y="4006"/>
                </a:cubicBezTo>
                <a:cubicBezTo>
                  <a:pt x="7495" y="4550"/>
                  <a:pt x="4961" y="5040"/>
                  <a:pt x="3257" y="5272"/>
                </a:cubicBezTo>
                <a:cubicBezTo>
                  <a:pt x="1553" y="5504"/>
                  <a:pt x="1375" y="6040"/>
                  <a:pt x="2365" y="6227"/>
                </a:cubicBezTo>
                <a:cubicBezTo>
                  <a:pt x="3355" y="6414"/>
                  <a:pt x="1" y="7271"/>
                  <a:pt x="1" y="7271"/>
                </a:cubicBezTo>
                <a:lnTo>
                  <a:pt x="1" y="9233"/>
                </a:lnTo>
                <a:lnTo>
                  <a:pt x="27897" y="9233"/>
                </a:lnTo>
                <a:lnTo>
                  <a:pt x="27897" y="7137"/>
                </a:lnTo>
                <a:cubicBezTo>
                  <a:pt x="27897" y="7137"/>
                  <a:pt x="23472" y="6361"/>
                  <a:pt x="24445" y="5504"/>
                </a:cubicBezTo>
                <a:cubicBezTo>
                  <a:pt x="25417" y="4648"/>
                  <a:pt x="20171" y="4434"/>
                  <a:pt x="21340" y="3925"/>
                </a:cubicBezTo>
                <a:cubicBezTo>
                  <a:pt x="22500" y="3417"/>
                  <a:pt x="21893" y="2917"/>
                  <a:pt x="20912" y="2721"/>
                </a:cubicBezTo>
                <a:cubicBezTo>
                  <a:pt x="19939" y="2534"/>
                  <a:pt x="18780" y="2034"/>
                  <a:pt x="19422" y="1481"/>
                </a:cubicBezTo>
                <a:cubicBezTo>
                  <a:pt x="20055" y="928"/>
                  <a:pt x="19288" y="732"/>
                  <a:pt x="18512" y="491"/>
                </a:cubicBezTo>
                <a:cubicBezTo>
                  <a:pt x="17727" y="259"/>
                  <a:pt x="18637" y="0"/>
                  <a:pt x="18637"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9" name="Google Shape;9089;p142"/>
          <p:cNvGrpSpPr/>
          <p:nvPr/>
        </p:nvGrpSpPr>
        <p:grpSpPr>
          <a:xfrm>
            <a:off x="-409527" y="3734044"/>
            <a:ext cx="1176845" cy="1035418"/>
            <a:chOff x="3650956" y="1757963"/>
            <a:chExt cx="258943" cy="227815"/>
          </a:xfrm>
        </p:grpSpPr>
        <p:sp>
          <p:nvSpPr>
            <p:cNvPr id="9090" name="Google Shape;9090;p142"/>
            <p:cNvSpPr/>
            <p:nvPr/>
          </p:nvSpPr>
          <p:spPr>
            <a:xfrm>
              <a:off x="3650956" y="1757963"/>
              <a:ext cx="258943" cy="227815"/>
            </a:xfrm>
            <a:custGeom>
              <a:rect b="b" l="l" r="r" t="t"/>
              <a:pathLst>
                <a:path extrusionOk="0" h="6272" w="7129">
                  <a:moveTo>
                    <a:pt x="5416" y="0"/>
                  </a:moveTo>
                  <a:lnTo>
                    <a:pt x="3828" y="411"/>
                  </a:lnTo>
                  <a:lnTo>
                    <a:pt x="3337" y="1499"/>
                  </a:lnTo>
                  <a:lnTo>
                    <a:pt x="2320" y="1945"/>
                  </a:lnTo>
                  <a:lnTo>
                    <a:pt x="1642" y="3016"/>
                  </a:lnTo>
                  <a:lnTo>
                    <a:pt x="1535" y="4095"/>
                  </a:lnTo>
                  <a:lnTo>
                    <a:pt x="1018" y="5219"/>
                  </a:lnTo>
                  <a:lnTo>
                    <a:pt x="1" y="6272"/>
                  </a:lnTo>
                  <a:lnTo>
                    <a:pt x="3846" y="6272"/>
                  </a:lnTo>
                  <a:lnTo>
                    <a:pt x="3417" y="5255"/>
                  </a:lnTo>
                  <a:lnTo>
                    <a:pt x="3623" y="4461"/>
                  </a:lnTo>
                  <a:lnTo>
                    <a:pt x="4390" y="3408"/>
                  </a:lnTo>
                  <a:lnTo>
                    <a:pt x="4898" y="3533"/>
                  </a:lnTo>
                  <a:lnTo>
                    <a:pt x="5327" y="4505"/>
                  </a:lnTo>
                  <a:lnTo>
                    <a:pt x="5077" y="5522"/>
                  </a:lnTo>
                  <a:lnTo>
                    <a:pt x="5228" y="6272"/>
                  </a:lnTo>
                  <a:lnTo>
                    <a:pt x="7129" y="6272"/>
                  </a:lnTo>
                  <a:lnTo>
                    <a:pt x="6745" y="5174"/>
                  </a:lnTo>
                  <a:lnTo>
                    <a:pt x="7066" y="4211"/>
                  </a:lnTo>
                  <a:lnTo>
                    <a:pt x="6593" y="2837"/>
                  </a:lnTo>
                  <a:lnTo>
                    <a:pt x="6308" y="1196"/>
                  </a:lnTo>
                  <a:lnTo>
                    <a:pt x="54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142"/>
            <p:cNvSpPr/>
            <p:nvPr/>
          </p:nvSpPr>
          <p:spPr>
            <a:xfrm>
              <a:off x="3710595" y="1757963"/>
              <a:ext cx="169481" cy="109549"/>
            </a:xfrm>
            <a:custGeom>
              <a:rect b="b" l="l" r="r" t="t"/>
              <a:pathLst>
                <a:path extrusionOk="0" h="3016" w="4666">
                  <a:moveTo>
                    <a:pt x="3774" y="0"/>
                  </a:moveTo>
                  <a:lnTo>
                    <a:pt x="2186" y="411"/>
                  </a:lnTo>
                  <a:lnTo>
                    <a:pt x="1695" y="1499"/>
                  </a:lnTo>
                  <a:lnTo>
                    <a:pt x="678" y="1945"/>
                  </a:lnTo>
                  <a:lnTo>
                    <a:pt x="0" y="3016"/>
                  </a:lnTo>
                  <a:lnTo>
                    <a:pt x="0" y="3016"/>
                  </a:lnTo>
                  <a:lnTo>
                    <a:pt x="794" y="2346"/>
                  </a:lnTo>
                  <a:lnTo>
                    <a:pt x="1401" y="2257"/>
                  </a:lnTo>
                  <a:lnTo>
                    <a:pt x="1918" y="2552"/>
                  </a:lnTo>
                  <a:lnTo>
                    <a:pt x="1570" y="1927"/>
                  </a:lnTo>
                  <a:lnTo>
                    <a:pt x="2186" y="2061"/>
                  </a:lnTo>
                  <a:lnTo>
                    <a:pt x="2025" y="1579"/>
                  </a:lnTo>
                  <a:lnTo>
                    <a:pt x="2560" y="866"/>
                  </a:lnTo>
                  <a:lnTo>
                    <a:pt x="3649" y="803"/>
                  </a:lnTo>
                  <a:lnTo>
                    <a:pt x="4666" y="1196"/>
                  </a:lnTo>
                  <a:lnTo>
                    <a:pt x="3774"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142"/>
            <p:cNvSpPr/>
            <p:nvPr/>
          </p:nvSpPr>
          <p:spPr>
            <a:xfrm>
              <a:off x="3768600" y="1867472"/>
              <a:ext cx="141295" cy="118302"/>
            </a:xfrm>
            <a:custGeom>
              <a:rect b="b" l="l" r="r" t="t"/>
              <a:pathLst>
                <a:path extrusionOk="0" h="3257" w="3890">
                  <a:moveTo>
                    <a:pt x="1534" y="1"/>
                  </a:moveTo>
                  <a:lnTo>
                    <a:pt x="856" y="116"/>
                  </a:lnTo>
                  <a:lnTo>
                    <a:pt x="259" y="1196"/>
                  </a:lnTo>
                  <a:lnTo>
                    <a:pt x="71" y="447"/>
                  </a:lnTo>
                  <a:lnTo>
                    <a:pt x="0" y="1767"/>
                  </a:lnTo>
                  <a:lnTo>
                    <a:pt x="178" y="2240"/>
                  </a:lnTo>
                  <a:lnTo>
                    <a:pt x="384" y="1446"/>
                  </a:lnTo>
                  <a:lnTo>
                    <a:pt x="1151" y="393"/>
                  </a:lnTo>
                  <a:lnTo>
                    <a:pt x="1659" y="518"/>
                  </a:lnTo>
                  <a:lnTo>
                    <a:pt x="2088" y="1490"/>
                  </a:lnTo>
                  <a:lnTo>
                    <a:pt x="1838" y="2507"/>
                  </a:lnTo>
                  <a:lnTo>
                    <a:pt x="1989" y="3257"/>
                  </a:lnTo>
                  <a:lnTo>
                    <a:pt x="3890" y="3257"/>
                  </a:lnTo>
                  <a:lnTo>
                    <a:pt x="3506" y="2159"/>
                  </a:lnTo>
                  <a:lnTo>
                    <a:pt x="3488" y="3087"/>
                  </a:lnTo>
                  <a:lnTo>
                    <a:pt x="2935" y="2820"/>
                  </a:lnTo>
                  <a:lnTo>
                    <a:pt x="2882" y="1767"/>
                  </a:lnTo>
                  <a:lnTo>
                    <a:pt x="2614" y="2820"/>
                  </a:lnTo>
                  <a:lnTo>
                    <a:pt x="2177" y="2382"/>
                  </a:lnTo>
                  <a:lnTo>
                    <a:pt x="2543" y="973"/>
                  </a:lnTo>
                  <a:lnTo>
                    <a:pt x="1534"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142"/>
            <p:cNvSpPr/>
            <p:nvPr/>
          </p:nvSpPr>
          <p:spPr>
            <a:xfrm>
              <a:off x="3722908" y="1895331"/>
              <a:ext cx="23682" cy="90443"/>
            </a:xfrm>
            <a:custGeom>
              <a:rect b="b" l="l" r="r" t="t"/>
              <a:pathLst>
                <a:path extrusionOk="0" h="2490" w="652">
                  <a:moveTo>
                    <a:pt x="179" y="1"/>
                  </a:moveTo>
                  <a:lnTo>
                    <a:pt x="286" y="1856"/>
                  </a:lnTo>
                  <a:lnTo>
                    <a:pt x="0" y="2490"/>
                  </a:lnTo>
                  <a:lnTo>
                    <a:pt x="651" y="2490"/>
                  </a:lnTo>
                  <a:lnTo>
                    <a:pt x="598" y="1910"/>
                  </a:lnTo>
                  <a:lnTo>
                    <a:pt x="598" y="1348"/>
                  </a:lnTo>
                  <a:lnTo>
                    <a:pt x="179"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142"/>
            <p:cNvSpPr/>
            <p:nvPr/>
          </p:nvSpPr>
          <p:spPr>
            <a:xfrm>
              <a:off x="3650956" y="1906663"/>
              <a:ext cx="57390" cy="79110"/>
            </a:xfrm>
            <a:custGeom>
              <a:rect b="b" l="l" r="r" t="t"/>
              <a:pathLst>
                <a:path extrusionOk="0" h="2178" w="1580">
                  <a:moveTo>
                    <a:pt x="1535" y="1"/>
                  </a:moveTo>
                  <a:lnTo>
                    <a:pt x="1018" y="1125"/>
                  </a:lnTo>
                  <a:lnTo>
                    <a:pt x="1" y="2178"/>
                  </a:lnTo>
                  <a:lnTo>
                    <a:pt x="1250" y="2178"/>
                  </a:lnTo>
                  <a:lnTo>
                    <a:pt x="795" y="1839"/>
                  </a:lnTo>
                  <a:lnTo>
                    <a:pt x="1428" y="1303"/>
                  </a:lnTo>
                  <a:lnTo>
                    <a:pt x="1580" y="643"/>
                  </a:lnTo>
                  <a:lnTo>
                    <a:pt x="153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142"/>
            <p:cNvSpPr/>
            <p:nvPr/>
          </p:nvSpPr>
          <p:spPr>
            <a:xfrm>
              <a:off x="3857370" y="1801367"/>
              <a:ext cx="50270" cy="109549"/>
            </a:xfrm>
            <a:custGeom>
              <a:rect b="b" l="l" r="r" t="t"/>
              <a:pathLst>
                <a:path extrusionOk="0" h="3016" w="1384">
                  <a:moveTo>
                    <a:pt x="625" y="1"/>
                  </a:moveTo>
                  <a:lnTo>
                    <a:pt x="580" y="1357"/>
                  </a:lnTo>
                  <a:lnTo>
                    <a:pt x="0" y="402"/>
                  </a:lnTo>
                  <a:lnTo>
                    <a:pt x="411" y="1874"/>
                  </a:lnTo>
                  <a:lnTo>
                    <a:pt x="1383" y="3016"/>
                  </a:lnTo>
                  <a:lnTo>
                    <a:pt x="910" y="1642"/>
                  </a:lnTo>
                  <a:lnTo>
                    <a:pt x="62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6" name="Google Shape;9096;p142"/>
          <p:cNvGrpSpPr/>
          <p:nvPr/>
        </p:nvGrpSpPr>
        <p:grpSpPr>
          <a:xfrm>
            <a:off x="8481443" y="3817100"/>
            <a:ext cx="839321" cy="1035407"/>
            <a:chOff x="4171005" y="1331224"/>
            <a:chExt cx="356505" cy="439757"/>
          </a:xfrm>
        </p:grpSpPr>
        <p:sp>
          <p:nvSpPr>
            <p:cNvPr id="9097" name="Google Shape;9097;p142"/>
            <p:cNvSpPr/>
            <p:nvPr/>
          </p:nvSpPr>
          <p:spPr>
            <a:xfrm>
              <a:off x="4171005" y="1331224"/>
              <a:ext cx="356505" cy="439757"/>
            </a:xfrm>
            <a:custGeom>
              <a:rect b="b" l="l" r="r" t="t"/>
              <a:pathLst>
                <a:path extrusionOk="0" h="12107" w="9815">
                  <a:moveTo>
                    <a:pt x="3337" y="0"/>
                  </a:moveTo>
                  <a:lnTo>
                    <a:pt x="2320" y="464"/>
                  </a:lnTo>
                  <a:lnTo>
                    <a:pt x="2320" y="2525"/>
                  </a:lnTo>
                  <a:lnTo>
                    <a:pt x="1562" y="2257"/>
                  </a:lnTo>
                  <a:lnTo>
                    <a:pt x="964" y="2793"/>
                  </a:lnTo>
                  <a:lnTo>
                    <a:pt x="1152" y="5505"/>
                  </a:lnTo>
                  <a:lnTo>
                    <a:pt x="920" y="7182"/>
                  </a:lnTo>
                  <a:lnTo>
                    <a:pt x="1152" y="9510"/>
                  </a:lnTo>
                  <a:lnTo>
                    <a:pt x="1" y="11152"/>
                  </a:lnTo>
                  <a:lnTo>
                    <a:pt x="3266" y="11152"/>
                  </a:lnTo>
                  <a:lnTo>
                    <a:pt x="4238" y="11571"/>
                  </a:lnTo>
                  <a:lnTo>
                    <a:pt x="5282" y="11571"/>
                  </a:lnTo>
                  <a:lnTo>
                    <a:pt x="5452" y="12106"/>
                  </a:lnTo>
                  <a:lnTo>
                    <a:pt x="6522" y="12106"/>
                  </a:lnTo>
                  <a:lnTo>
                    <a:pt x="7352" y="11036"/>
                  </a:lnTo>
                  <a:lnTo>
                    <a:pt x="9814" y="11036"/>
                  </a:lnTo>
                  <a:lnTo>
                    <a:pt x="9814" y="9831"/>
                  </a:lnTo>
                  <a:lnTo>
                    <a:pt x="9341" y="9394"/>
                  </a:lnTo>
                  <a:lnTo>
                    <a:pt x="9341" y="8404"/>
                  </a:lnTo>
                  <a:lnTo>
                    <a:pt x="8467" y="6530"/>
                  </a:lnTo>
                  <a:lnTo>
                    <a:pt x="8369" y="5005"/>
                  </a:lnTo>
                  <a:lnTo>
                    <a:pt x="7138" y="3515"/>
                  </a:lnTo>
                  <a:lnTo>
                    <a:pt x="5407" y="304"/>
                  </a:lnTo>
                  <a:lnTo>
                    <a:pt x="4595" y="464"/>
                  </a:lnTo>
                  <a:lnTo>
                    <a:pt x="333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142"/>
            <p:cNvSpPr/>
            <p:nvPr/>
          </p:nvSpPr>
          <p:spPr>
            <a:xfrm>
              <a:off x="4345021" y="1403794"/>
              <a:ext cx="149431" cy="367184"/>
            </a:xfrm>
            <a:custGeom>
              <a:rect b="b" l="l" r="r" t="t"/>
              <a:pathLst>
                <a:path extrusionOk="0" h="10109" w="4114">
                  <a:moveTo>
                    <a:pt x="652" y="1"/>
                  </a:moveTo>
                  <a:lnTo>
                    <a:pt x="652" y="1669"/>
                  </a:lnTo>
                  <a:lnTo>
                    <a:pt x="1116" y="2266"/>
                  </a:lnTo>
                  <a:lnTo>
                    <a:pt x="741" y="2882"/>
                  </a:lnTo>
                  <a:lnTo>
                    <a:pt x="910" y="3890"/>
                  </a:lnTo>
                  <a:lnTo>
                    <a:pt x="812" y="5059"/>
                  </a:lnTo>
                  <a:lnTo>
                    <a:pt x="982" y="5862"/>
                  </a:lnTo>
                  <a:lnTo>
                    <a:pt x="812" y="6682"/>
                  </a:lnTo>
                  <a:lnTo>
                    <a:pt x="277" y="7325"/>
                  </a:lnTo>
                  <a:lnTo>
                    <a:pt x="224" y="9038"/>
                  </a:lnTo>
                  <a:lnTo>
                    <a:pt x="1" y="9573"/>
                  </a:lnTo>
                  <a:lnTo>
                    <a:pt x="491" y="9573"/>
                  </a:lnTo>
                  <a:lnTo>
                    <a:pt x="661" y="10108"/>
                  </a:lnTo>
                  <a:lnTo>
                    <a:pt x="1731" y="10108"/>
                  </a:lnTo>
                  <a:lnTo>
                    <a:pt x="2561" y="9038"/>
                  </a:lnTo>
                  <a:lnTo>
                    <a:pt x="4113" y="9038"/>
                  </a:lnTo>
                  <a:lnTo>
                    <a:pt x="3765" y="8172"/>
                  </a:lnTo>
                  <a:lnTo>
                    <a:pt x="3846" y="6798"/>
                  </a:lnTo>
                  <a:cubicBezTo>
                    <a:pt x="3846" y="6798"/>
                    <a:pt x="2855" y="5879"/>
                    <a:pt x="2846" y="5835"/>
                  </a:cubicBezTo>
                  <a:cubicBezTo>
                    <a:pt x="2837" y="5790"/>
                    <a:pt x="2846" y="4961"/>
                    <a:pt x="2846" y="4961"/>
                  </a:cubicBezTo>
                  <a:lnTo>
                    <a:pt x="2418" y="4185"/>
                  </a:lnTo>
                  <a:lnTo>
                    <a:pt x="1990" y="2391"/>
                  </a:lnTo>
                  <a:lnTo>
                    <a:pt x="946" y="1214"/>
                  </a:lnTo>
                  <a:lnTo>
                    <a:pt x="652"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142"/>
            <p:cNvSpPr/>
            <p:nvPr/>
          </p:nvSpPr>
          <p:spPr>
            <a:xfrm>
              <a:off x="4430230" y="1458893"/>
              <a:ext cx="97272" cy="237549"/>
            </a:xfrm>
            <a:custGeom>
              <a:rect b="b" l="l" r="r" t="t"/>
              <a:pathLst>
                <a:path extrusionOk="0" h="6540" w="2678">
                  <a:moveTo>
                    <a:pt x="1" y="0"/>
                  </a:moveTo>
                  <a:lnTo>
                    <a:pt x="661" y="1490"/>
                  </a:lnTo>
                  <a:lnTo>
                    <a:pt x="982" y="1775"/>
                  </a:lnTo>
                  <a:lnTo>
                    <a:pt x="697" y="2926"/>
                  </a:lnTo>
                  <a:lnTo>
                    <a:pt x="1401" y="3872"/>
                  </a:lnTo>
                  <a:lnTo>
                    <a:pt x="1357" y="4505"/>
                  </a:lnTo>
                  <a:lnTo>
                    <a:pt x="1803" y="4844"/>
                  </a:lnTo>
                  <a:lnTo>
                    <a:pt x="2035" y="5879"/>
                  </a:lnTo>
                  <a:lnTo>
                    <a:pt x="1999" y="6405"/>
                  </a:lnTo>
                  <a:lnTo>
                    <a:pt x="2677" y="6539"/>
                  </a:lnTo>
                  <a:lnTo>
                    <a:pt x="2677" y="6316"/>
                  </a:lnTo>
                  <a:lnTo>
                    <a:pt x="2204" y="5879"/>
                  </a:lnTo>
                  <a:lnTo>
                    <a:pt x="2204" y="4889"/>
                  </a:lnTo>
                  <a:lnTo>
                    <a:pt x="1330" y="3015"/>
                  </a:lnTo>
                  <a:lnTo>
                    <a:pt x="1276" y="2257"/>
                  </a:lnTo>
                  <a:lnTo>
                    <a:pt x="1232" y="1490"/>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142"/>
            <p:cNvSpPr/>
            <p:nvPr/>
          </p:nvSpPr>
          <p:spPr>
            <a:xfrm>
              <a:off x="4255270" y="1331224"/>
              <a:ext cx="112164" cy="220042"/>
            </a:xfrm>
            <a:custGeom>
              <a:rect b="b" l="l" r="r" t="t"/>
              <a:pathLst>
                <a:path extrusionOk="0" h="6058" w="3088">
                  <a:moveTo>
                    <a:pt x="1017" y="0"/>
                  </a:moveTo>
                  <a:lnTo>
                    <a:pt x="0" y="464"/>
                  </a:lnTo>
                  <a:lnTo>
                    <a:pt x="330" y="955"/>
                  </a:lnTo>
                  <a:lnTo>
                    <a:pt x="1008" y="1044"/>
                  </a:lnTo>
                  <a:lnTo>
                    <a:pt x="1740" y="2338"/>
                  </a:lnTo>
                  <a:lnTo>
                    <a:pt x="1571" y="3738"/>
                  </a:lnTo>
                  <a:cubicBezTo>
                    <a:pt x="1571" y="3738"/>
                    <a:pt x="2637" y="6058"/>
                    <a:pt x="2641" y="6058"/>
                  </a:cubicBezTo>
                  <a:cubicBezTo>
                    <a:pt x="2641" y="6058"/>
                    <a:pt x="2641" y="6058"/>
                    <a:pt x="2641" y="6058"/>
                  </a:cubicBezTo>
                  <a:cubicBezTo>
                    <a:pt x="2641" y="6040"/>
                    <a:pt x="2043" y="3631"/>
                    <a:pt x="2025" y="3542"/>
                  </a:cubicBezTo>
                  <a:cubicBezTo>
                    <a:pt x="2017" y="3453"/>
                    <a:pt x="2454" y="2320"/>
                    <a:pt x="2454" y="2320"/>
                  </a:cubicBezTo>
                  <a:lnTo>
                    <a:pt x="2382" y="1704"/>
                  </a:lnTo>
                  <a:lnTo>
                    <a:pt x="3087" y="304"/>
                  </a:lnTo>
                  <a:lnTo>
                    <a:pt x="2275" y="464"/>
                  </a:lnTo>
                  <a:lnTo>
                    <a:pt x="1017"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142"/>
            <p:cNvSpPr/>
            <p:nvPr/>
          </p:nvSpPr>
          <p:spPr>
            <a:xfrm>
              <a:off x="4206019" y="1413201"/>
              <a:ext cx="76495" cy="154915"/>
            </a:xfrm>
            <a:custGeom>
              <a:rect b="b" l="l" r="r" t="t"/>
              <a:pathLst>
                <a:path extrusionOk="0" h="4265" w="2106">
                  <a:moveTo>
                    <a:pt x="598" y="0"/>
                  </a:moveTo>
                  <a:lnTo>
                    <a:pt x="0" y="536"/>
                  </a:lnTo>
                  <a:lnTo>
                    <a:pt x="0" y="536"/>
                  </a:lnTo>
                  <a:lnTo>
                    <a:pt x="812" y="393"/>
                  </a:lnTo>
                  <a:lnTo>
                    <a:pt x="1740" y="1767"/>
                  </a:lnTo>
                  <a:lnTo>
                    <a:pt x="2106" y="4265"/>
                  </a:lnTo>
                  <a:lnTo>
                    <a:pt x="2106" y="1883"/>
                  </a:lnTo>
                  <a:lnTo>
                    <a:pt x="1356" y="268"/>
                  </a:lnTo>
                  <a:lnTo>
                    <a:pt x="598"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142"/>
            <p:cNvSpPr/>
            <p:nvPr/>
          </p:nvSpPr>
          <p:spPr>
            <a:xfrm>
              <a:off x="4367394" y="1342229"/>
              <a:ext cx="62874" cy="116704"/>
            </a:xfrm>
            <a:custGeom>
              <a:rect b="b" l="l" r="r" t="t"/>
              <a:pathLst>
                <a:path extrusionOk="0" h="3213" w="1731">
                  <a:moveTo>
                    <a:pt x="0" y="1"/>
                  </a:moveTo>
                  <a:lnTo>
                    <a:pt x="803" y="2605"/>
                  </a:lnTo>
                  <a:lnTo>
                    <a:pt x="1731" y="3212"/>
                  </a:lnTo>
                  <a:lnTo>
                    <a:pt x="0" y="1"/>
                  </a:lnTo>
                  <a:close/>
                  <a:moveTo>
                    <a:pt x="1731" y="3212"/>
                  </a:moveTo>
                  <a:lnTo>
                    <a:pt x="1731" y="3212"/>
                  </a:lnTo>
                  <a:lnTo>
                    <a:pt x="1731" y="3212"/>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142"/>
            <p:cNvSpPr/>
            <p:nvPr/>
          </p:nvSpPr>
          <p:spPr>
            <a:xfrm>
              <a:off x="4362854" y="1675659"/>
              <a:ext cx="11696" cy="95310"/>
            </a:xfrm>
            <a:custGeom>
              <a:rect b="b" l="l" r="r" t="t"/>
              <a:pathLst>
                <a:path extrusionOk="0" h="2624" w="322">
                  <a:moveTo>
                    <a:pt x="321" y="0"/>
                  </a:moveTo>
                  <a:lnTo>
                    <a:pt x="0" y="2088"/>
                  </a:lnTo>
                  <a:lnTo>
                    <a:pt x="170" y="2623"/>
                  </a:lnTo>
                  <a:lnTo>
                    <a:pt x="32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142"/>
            <p:cNvSpPr/>
            <p:nvPr/>
          </p:nvSpPr>
          <p:spPr>
            <a:xfrm>
              <a:off x="4385519" y="1551222"/>
              <a:ext cx="52522" cy="219751"/>
            </a:xfrm>
            <a:custGeom>
              <a:rect b="b" l="l" r="r" t="t"/>
              <a:pathLst>
                <a:path extrusionOk="0" h="6050" w="1446">
                  <a:moveTo>
                    <a:pt x="1" y="1"/>
                  </a:moveTo>
                  <a:lnTo>
                    <a:pt x="331" y="1642"/>
                  </a:lnTo>
                  <a:lnTo>
                    <a:pt x="366" y="2855"/>
                  </a:lnTo>
                  <a:lnTo>
                    <a:pt x="616" y="4880"/>
                  </a:lnTo>
                  <a:lnTo>
                    <a:pt x="545" y="5442"/>
                  </a:lnTo>
                  <a:lnTo>
                    <a:pt x="616" y="6049"/>
                  </a:lnTo>
                  <a:lnTo>
                    <a:pt x="1446" y="4979"/>
                  </a:lnTo>
                  <a:lnTo>
                    <a:pt x="670" y="2748"/>
                  </a:lnTo>
                  <a:lnTo>
                    <a:pt x="670" y="1901"/>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142"/>
            <p:cNvSpPr/>
            <p:nvPr/>
          </p:nvSpPr>
          <p:spPr>
            <a:xfrm>
              <a:off x="4251384" y="1576502"/>
              <a:ext cx="38284" cy="159783"/>
            </a:xfrm>
            <a:custGeom>
              <a:rect b="b" l="l" r="r" t="t"/>
              <a:pathLst>
                <a:path extrusionOk="0" h="4399" w="1054">
                  <a:moveTo>
                    <a:pt x="0" y="0"/>
                  </a:moveTo>
                  <a:lnTo>
                    <a:pt x="366" y="2918"/>
                  </a:lnTo>
                  <a:lnTo>
                    <a:pt x="54" y="4399"/>
                  </a:lnTo>
                  <a:lnTo>
                    <a:pt x="1053" y="4399"/>
                  </a:lnTo>
                  <a:lnTo>
                    <a:pt x="928" y="2730"/>
                  </a:lnTo>
                  <a:lnTo>
                    <a:pt x="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142"/>
            <p:cNvSpPr/>
            <p:nvPr/>
          </p:nvSpPr>
          <p:spPr>
            <a:xfrm>
              <a:off x="4455510" y="1650706"/>
              <a:ext cx="29203" cy="81362"/>
            </a:xfrm>
            <a:custGeom>
              <a:rect b="b" l="l" r="r" t="t"/>
              <a:pathLst>
                <a:path extrusionOk="0" h="2240" w="804">
                  <a:moveTo>
                    <a:pt x="90" y="0"/>
                  </a:moveTo>
                  <a:lnTo>
                    <a:pt x="1" y="1017"/>
                  </a:lnTo>
                  <a:lnTo>
                    <a:pt x="170" y="2240"/>
                  </a:lnTo>
                  <a:lnTo>
                    <a:pt x="804" y="2240"/>
                  </a:lnTo>
                  <a:lnTo>
                    <a:pt x="224" y="1035"/>
                  </a:lnTo>
                  <a:lnTo>
                    <a:pt x="9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142"/>
            <p:cNvSpPr/>
            <p:nvPr/>
          </p:nvSpPr>
          <p:spPr>
            <a:xfrm>
              <a:off x="4171005" y="1592047"/>
              <a:ext cx="82343" cy="144237"/>
            </a:xfrm>
            <a:custGeom>
              <a:rect b="b" l="l" r="r" t="t"/>
              <a:pathLst>
                <a:path extrusionOk="0" h="3971" w="2267">
                  <a:moveTo>
                    <a:pt x="920" y="1"/>
                  </a:moveTo>
                  <a:lnTo>
                    <a:pt x="1152" y="2329"/>
                  </a:lnTo>
                  <a:lnTo>
                    <a:pt x="1" y="3971"/>
                  </a:lnTo>
                  <a:lnTo>
                    <a:pt x="2267" y="3971"/>
                  </a:lnTo>
                  <a:lnTo>
                    <a:pt x="1366" y="3248"/>
                  </a:lnTo>
                  <a:lnTo>
                    <a:pt x="1607" y="2124"/>
                  </a:lnTo>
                  <a:lnTo>
                    <a:pt x="92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142"/>
            <p:cNvSpPr/>
            <p:nvPr/>
          </p:nvSpPr>
          <p:spPr>
            <a:xfrm>
              <a:off x="4289630" y="1649726"/>
              <a:ext cx="38248" cy="101776"/>
            </a:xfrm>
            <a:custGeom>
              <a:rect b="b" l="l" r="r" t="t"/>
              <a:pathLst>
                <a:path extrusionOk="0" h="2802" w="1053">
                  <a:moveTo>
                    <a:pt x="723" y="1"/>
                  </a:moveTo>
                  <a:lnTo>
                    <a:pt x="446" y="1490"/>
                  </a:lnTo>
                  <a:lnTo>
                    <a:pt x="0" y="2383"/>
                  </a:lnTo>
                  <a:lnTo>
                    <a:pt x="972" y="2802"/>
                  </a:lnTo>
                  <a:lnTo>
                    <a:pt x="1053" y="1357"/>
                  </a:lnTo>
                  <a:lnTo>
                    <a:pt x="758" y="2070"/>
                  </a:lnTo>
                  <a:lnTo>
                    <a:pt x="723"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9" name="Google Shape;9109;p142"/>
          <p:cNvSpPr/>
          <p:nvPr/>
        </p:nvSpPr>
        <p:spPr>
          <a:xfrm rot="557657">
            <a:off x="-310305" y="4705705"/>
            <a:ext cx="1351433" cy="380974"/>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142"/>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9111" name="Google Shape;9111;p142"/>
          <p:cNvSpPr/>
          <p:nvPr/>
        </p:nvSpPr>
        <p:spPr>
          <a:xfrm flipH="1">
            <a:off x="-494818" y="616313"/>
            <a:ext cx="1273905" cy="24222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142"/>
          <p:cNvSpPr/>
          <p:nvPr/>
        </p:nvSpPr>
        <p:spPr>
          <a:xfrm flipH="1">
            <a:off x="8488479" y="180342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142"/>
          <p:cNvSpPr/>
          <p:nvPr/>
        </p:nvSpPr>
        <p:spPr>
          <a:xfrm flipH="1">
            <a:off x="-302196" y="283509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9114" name="Shape 9114"/>
        <p:cNvGrpSpPr/>
        <p:nvPr/>
      </p:nvGrpSpPr>
      <p:grpSpPr>
        <a:xfrm>
          <a:off x="0" y="0"/>
          <a:ext cx="0" cy="0"/>
          <a:chOff x="0" y="0"/>
          <a:chExt cx="0" cy="0"/>
        </a:xfrm>
      </p:grpSpPr>
      <p:grpSp>
        <p:nvGrpSpPr>
          <p:cNvPr id="9115" name="Google Shape;9115;p143"/>
          <p:cNvGrpSpPr/>
          <p:nvPr/>
        </p:nvGrpSpPr>
        <p:grpSpPr>
          <a:xfrm>
            <a:off x="3" y="539392"/>
            <a:ext cx="1519945" cy="1171138"/>
            <a:chOff x="3363545" y="1191568"/>
            <a:chExt cx="384038" cy="295876"/>
          </a:xfrm>
        </p:grpSpPr>
        <p:sp>
          <p:nvSpPr>
            <p:cNvPr id="9116" name="Google Shape;9116;p143"/>
            <p:cNvSpPr/>
            <p:nvPr/>
          </p:nvSpPr>
          <p:spPr>
            <a:xfrm>
              <a:off x="3363545"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143"/>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143"/>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143"/>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143"/>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143"/>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143"/>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3" name="Google Shape;9123;p143"/>
          <p:cNvSpPr/>
          <p:nvPr/>
        </p:nvSpPr>
        <p:spPr>
          <a:xfrm>
            <a:off x="0" y="1690722"/>
            <a:ext cx="9144017" cy="3452722"/>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143"/>
          <p:cNvSpPr/>
          <p:nvPr/>
        </p:nvSpPr>
        <p:spPr>
          <a:xfrm flipH="1">
            <a:off x="-479041" y="2121950"/>
            <a:ext cx="5269441" cy="3021487"/>
          </a:xfrm>
          <a:custGeom>
            <a:rect b="b" l="l" r="r" t="t"/>
            <a:pathLst>
              <a:path extrusionOk="0" h="10225" w="22134">
                <a:moveTo>
                  <a:pt x="15068" y="1"/>
                </a:moveTo>
                <a:cubicBezTo>
                  <a:pt x="15068" y="1"/>
                  <a:pt x="10937" y="170"/>
                  <a:pt x="11678" y="813"/>
                </a:cubicBezTo>
                <a:cubicBezTo>
                  <a:pt x="12427" y="1464"/>
                  <a:pt x="10554" y="1615"/>
                  <a:pt x="9662" y="1714"/>
                </a:cubicBezTo>
                <a:cubicBezTo>
                  <a:pt x="8779" y="1812"/>
                  <a:pt x="6245" y="2240"/>
                  <a:pt x="7405" y="2739"/>
                </a:cubicBezTo>
                <a:cubicBezTo>
                  <a:pt x="8564" y="3230"/>
                  <a:pt x="5585" y="3525"/>
                  <a:pt x="4487" y="3551"/>
                </a:cubicBezTo>
                <a:cubicBezTo>
                  <a:pt x="3381" y="3578"/>
                  <a:pt x="0" y="3837"/>
                  <a:pt x="1080" y="5068"/>
                </a:cubicBezTo>
                <a:cubicBezTo>
                  <a:pt x="2150" y="6299"/>
                  <a:pt x="6281" y="10224"/>
                  <a:pt x="6281" y="10224"/>
                </a:cubicBezTo>
                <a:lnTo>
                  <a:pt x="8966" y="10224"/>
                </a:lnTo>
                <a:cubicBezTo>
                  <a:pt x="8966" y="10224"/>
                  <a:pt x="8368" y="8672"/>
                  <a:pt x="10536" y="8413"/>
                </a:cubicBezTo>
                <a:cubicBezTo>
                  <a:pt x="12695" y="8146"/>
                  <a:pt x="11446" y="7432"/>
                  <a:pt x="10786" y="7093"/>
                </a:cubicBezTo>
                <a:cubicBezTo>
                  <a:pt x="10126" y="6754"/>
                  <a:pt x="8734" y="6040"/>
                  <a:pt x="11972" y="5443"/>
                </a:cubicBezTo>
                <a:cubicBezTo>
                  <a:pt x="15211" y="4845"/>
                  <a:pt x="17735" y="4203"/>
                  <a:pt x="16415" y="3373"/>
                </a:cubicBezTo>
                <a:cubicBezTo>
                  <a:pt x="15095" y="2543"/>
                  <a:pt x="18859" y="2802"/>
                  <a:pt x="18351" y="2249"/>
                </a:cubicBezTo>
                <a:cubicBezTo>
                  <a:pt x="17842" y="1705"/>
                  <a:pt x="19555" y="1660"/>
                  <a:pt x="20670" y="1553"/>
                </a:cubicBezTo>
                <a:cubicBezTo>
                  <a:pt x="21785" y="1437"/>
                  <a:pt x="22133" y="884"/>
                  <a:pt x="21018" y="554"/>
                </a:cubicBezTo>
                <a:cubicBezTo>
                  <a:pt x="20233" y="323"/>
                  <a:pt x="18557" y="289"/>
                  <a:pt x="17617" y="289"/>
                </a:cubicBezTo>
                <a:cubicBezTo>
                  <a:pt x="17210" y="289"/>
                  <a:pt x="16941" y="295"/>
                  <a:pt x="16941" y="295"/>
                </a:cubicBezTo>
                <a:lnTo>
                  <a:pt x="15068"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143"/>
          <p:cNvSpPr/>
          <p:nvPr/>
        </p:nvSpPr>
        <p:spPr>
          <a:xfrm flipH="1">
            <a:off x="183754" y="2409469"/>
            <a:ext cx="3933393" cy="1949414"/>
          </a:xfrm>
          <a:custGeom>
            <a:rect b="b" l="l" r="r" t="t"/>
            <a:pathLst>
              <a:path extrusionOk="0" h="6597" w="16522">
                <a:moveTo>
                  <a:pt x="11294" y="0"/>
                </a:moveTo>
                <a:cubicBezTo>
                  <a:pt x="11294" y="0"/>
                  <a:pt x="9260" y="303"/>
                  <a:pt x="10126" y="491"/>
                </a:cubicBezTo>
                <a:cubicBezTo>
                  <a:pt x="10991" y="678"/>
                  <a:pt x="10839" y="1071"/>
                  <a:pt x="9207" y="1383"/>
                </a:cubicBezTo>
                <a:cubicBezTo>
                  <a:pt x="7565" y="1695"/>
                  <a:pt x="5638" y="1954"/>
                  <a:pt x="7021" y="2284"/>
                </a:cubicBezTo>
                <a:cubicBezTo>
                  <a:pt x="8395" y="2623"/>
                  <a:pt x="6254" y="3283"/>
                  <a:pt x="4443" y="3569"/>
                </a:cubicBezTo>
                <a:cubicBezTo>
                  <a:pt x="2641" y="3863"/>
                  <a:pt x="678" y="4309"/>
                  <a:pt x="2346" y="4746"/>
                </a:cubicBezTo>
                <a:cubicBezTo>
                  <a:pt x="4006" y="5183"/>
                  <a:pt x="0" y="5665"/>
                  <a:pt x="1401" y="6182"/>
                </a:cubicBezTo>
                <a:cubicBezTo>
                  <a:pt x="2073" y="6428"/>
                  <a:pt x="3408" y="6597"/>
                  <a:pt x="4495" y="6597"/>
                </a:cubicBezTo>
                <a:cubicBezTo>
                  <a:pt x="5658" y="6597"/>
                  <a:pt x="6538" y="6404"/>
                  <a:pt x="6022" y="5906"/>
                </a:cubicBezTo>
                <a:cubicBezTo>
                  <a:pt x="5032" y="4942"/>
                  <a:pt x="5085" y="3997"/>
                  <a:pt x="8118" y="3337"/>
                </a:cubicBezTo>
                <a:cubicBezTo>
                  <a:pt x="11160" y="2668"/>
                  <a:pt x="12989" y="2676"/>
                  <a:pt x="12088" y="2114"/>
                </a:cubicBezTo>
                <a:cubicBezTo>
                  <a:pt x="11187" y="1552"/>
                  <a:pt x="11294" y="1267"/>
                  <a:pt x="13203" y="1062"/>
                </a:cubicBezTo>
                <a:cubicBezTo>
                  <a:pt x="15112" y="848"/>
                  <a:pt x="15416" y="839"/>
                  <a:pt x="14747" y="535"/>
                </a:cubicBezTo>
                <a:cubicBezTo>
                  <a:pt x="14087" y="232"/>
                  <a:pt x="16522" y="0"/>
                  <a:pt x="1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6" name="Google Shape;9126;p143"/>
          <p:cNvGrpSpPr/>
          <p:nvPr/>
        </p:nvGrpSpPr>
        <p:grpSpPr>
          <a:xfrm>
            <a:off x="171" y="2384955"/>
            <a:ext cx="3193244" cy="2759461"/>
            <a:chOff x="3460777" y="2171409"/>
            <a:chExt cx="376544" cy="325374"/>
          </a:xfrm>
        </p:grpSpPr>
        <p:sp>
          <p:nvSpPr>
            <p:cNvPr id="9127" name="Google Shape;9127;p143"/>
            <p:cNvSpPr/>
            <p:nvPr/>
          </p:nvSpPr>
          <p:spPr>
            <a:xfrm>
              <a:off x="3467569" y="2171409"/>
              <a:ext cx="12677" cy="111510"/>
            </a:xfrm>
            <a:custGeom>
              <a:rect b="b" l="l" r="r" t="t"/>
              <a:pathLst>
                <a:path extrusionOk="0" h="3070" w="349">
                  <a:moveTo>
                    <a:pt x="348" y="0"/>
                  </a:moveTo>
                  <a:cubicBezTo>
                    <a:pt x="348" y="0"/>
                    <a:pt x="304" y="45"/>
                    <a:pt x="313" y="116"/>
                  </a:cubicBezTo>
                  <a:cubicBezTo>
                    <a:pt x="322" y="179"/>
                    <a:pt x="259" y="197"/>
                    <a:pt x="286" y="250"/>
                  </a:cubicBezTo>
                  <a:cubicBezTo>
                    <a:pt x="313" y="304"/>
                    <a:pt x="232" y="322"/>
                    <a:pt x="268" y="393"/>
                  </a:cubicBezTo>
                  <a:cubicBezTo>
                    <a:pt x="304" y="455"/>
                    <a:pt x="214" y="536"/>
                    <a:pt x="250" y="607"/>
                  </a:cubicBezTo>
                  <a:cubicBezTo>
                    <a:pt x="277" y="678"/>
                    <a:pt x="206" y="714"/>
                    <a:pt x="241" y="777"/>
                  </a:cubicBezTo>
                  <a:cubicBezTo>
                    <a:pt x="277" y="839"/>
                    <a:pt x="161" y="910"/>
                    <a:pt x="214" y="1017"/>
                  </a:cubicBezTo>
                  <a:cubicBezTo>
                    <a:pt x="268" y="1116"/>
                    <a:pt x="170" y="1169"/>
                    <a:pt x="206" y="1249"/>
                  </a:cubicBezTo>
                  <a:cubicBezTo>
                    <a:pt x="232" y="1321"/>
                    <a:pt x="107" y="1410"/>
                    <a:pt x="170" y="1490"/>
                  </a:cubicBezTo>
                  <a:cubicBezTo>
                    <a:pt x="223" y="1579"/>
                    <a:pt x="116" y="1651"/>
                    <a:pt x="152" y="1713"/>
                  </a:cubicBezTo>
                  <a:cubicBezTo>
                    <a:pt x="188" y="1776"/>
                    <a:pt x="90" y="1865"/>
                    <a:pt x="143" y="1936"/>
                  </a:cubicBezTo>
                  <a:cubicBezTo>
                    <a:pt x="197" y="2008"/>
                    <a:pt x="72" y="2088"/>
                    <a:pt x="116" y="2186"/>
                  </a:cubicBezTo>
                  <a:cubicBezTo>
                    <a:pt x="152" y="2284"/>
                    <a:pt x="54" y="2391"/>
                    <a:pt x="107" y="2480"/>
                  </a:cubicBezTo>
                  <a:cubicBezTo>
                    <a:pt x="152" y="2561"/>
                    <a:pt x="36" y="2587"/>
                    <a:pt x="90" y="2677"/>
                  </a:cubicBezTo>
                  <a:cubicBezTo>
                    <a:pt x="143" y="2775"/>
                    <a:pt x="0" y="2891"/>
                    <a:pt x="0" y="3069"/>
                  </a:cubicBezTo>
                  <a:lnTo>
                    <a:pt x="348" y="3069"/>
                  </a:lnTo>
                  <a:lnTo>
                    <a:pt x="3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143"/>
            <p:cNvSpPr/>
            <p:nvPr/>
          </p:nvSpPr>
          <p:spPr>
            <a:xfrm>
              <a:off x="3480209" y="2171409"/>
              <a:ext cx="13003" cy="111510"/>
            </a:xfrm>
            <a:custGeom>
              <a:rect b="b" l="l" r="r" t="t"/>
              <a:pathLst>
                <a:path extrusionOk="0" h="3070" w="358">
                  <a:moveTo>
                    <a:pt x="0" y="0"/>
                  </a:moveTo>
                  <a:lnTo>
                    <a:pt x="0" y="3069"/>
                  </a:lnTo>
                  <a:lnTo>
                    <a:pt x="357" y="3069"/>
                  </a:lnTo>
                  <a:cubicBezTo>
                    <a:pt x="357" y="2891"/>
                    <a:pt x="214" y="2775"/>
                    <a:pt x="268" y="2677"/>
                  </a:cubicBezTo>
                  <a:cubicBezTo>
                    <a:pt x="321" y="2587"/>
                    <a:pt x="205" y="2561"/>
                    <a:pt x="250" y="2480"/>
                  </a:cubicBezTo>
                  <a:cubicBezTo>
                    <a:pt x="304" y="2391"/>
                    <a:pt x="205" y="2284"/>
                    <a:pt x="241" y="2186"/>
                  </a:cubicBezTo>
                  <a:cubicBezTo>
                    <a:pt x="286" y="2088"/>
                    <a:pt x="161" y="2008"/>
                    <a:pt x="214" y="1936"/>
                  </a:cubicBezTo>
                  <a:cubicBezTo>
                    <a:pt x="268" y="1865"/>
                    <a:pt x="170" y="1776"/>
                    <a:pt x="205" y="1713"/>
                  </a:cubicBezTo>
                  <a:cubicBezTo>
                    <a:pt x="241" y="1651"/>
                    <a:pt x="134" y="1579"/>
                    <a:pt x="188" y="1490"/>
                  </a:cubicBezTo>
                  <a:cubicBezTo>
                    <a:pt x="250" y="1410"/>
                    <a:pt x="125" y="1321"/>
                    <a:pt x="152" y="1249"/>
                  </a:cubicBezTo>
                  <a:cubicBezTo>
                    <a:pt x="188" y="1169"/>
                    <a:pt x="89" y="1116"/>
                    <a:pt x="143" y="1017"/>
                  </a:cubicBezTo>
                  <a:cubicBezTo>
                    <a:pt x="197" y="910"/>
                    <a:pt x="81" y="839"/>
                    <a:pt x="116" y="777"/>
                  </a:cubicBezTo>
                  <a:cubicBezTo>
                    <a:pt x="152" y="714"/>
                    <a:pt x="81" y="678"/>
                    <a:pt x="107" y="607"/>
                  </a:cubicBezTo>
                  <a:cubicBezTo>
                    <a:pt x="143" y="536"/>
                    <a:pt x="54" y="455"/>
                    <a:pt x="89" y="393"/>
                  </a:cubicBezTo>
                  <a:cubicBezTo>
                    <a:pt x="125" y="322"/>
                    <a:pt x="45" y="304"/>
                    <a:pt x="72" y="250"/>
                  </a:cubicBezTo>
                  <a:cubicBezTo>
                    <a:pt x="98" y="197"/>
                    <a:pt x="36" y="179"/>
                    <a:pt x="45" y="116"/>
                  </a:cubicBezTo>
                  <a:cubicBezTo>
                    <a:pt x="54" y="45"/>
                    <a:pt x="0" y="0"/>
                    <a:pt x="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143"/>
            <p:cNvSpPr/>
            <p:nvPr/>
          </p:nvSpPr>
          <p:spPr>
            <a:xfrm>
              <a:off x="3560879" y="2222586"/>
              <a:ext cx="13003" cy="111510"/>
            </a:xfrm>
            <a:custGeom>
              <a:rect b="b" l="l" r="r" t="t"/>
              <a:pathLst>
                <a:path extrusionOk="0" h="3070" w="358">
                  <a:moveTo>
                    <a:pt x="357" y="1"/>
                  </a:moveTo>
                  <a:cubicBezTo>
                    <a:pt x="357" y="1"/>
                    <a:pt x="304" y="54"/>
                    <a:pt x="313" y="117"/>
                  </a:cubicBezTo>
                  <a:cubicBezTo>
                    <a:pt x="322" y="179"/>
                    <a:pt x="259" y="206"/>
                    <a:pt x="286" y="251"/>
                  </a:cubicBezTo>
                  <a:cubicBezTo>
                    <a:pt x="313" y="304"/>
                    <a:pt x="233" y="331"/>
                    <a:pt x="268" y="393"/>
                  </a:cubicBezTo>
                  <a:cubicBezTo>
                    <a:pt x="304" y="456"/>
                    <a:pt x="215" y="536"/>
                    <a:pt x="250" y="608"/>
                  </a:cubicBezTo>
                  <a:cubicBezTo>
                    <a:pt x="277" y="688"/>
                    <a:pt x="206" y="715"/>
                    <a:pt x="241" y="777"/>
                  </a:cubicBezTo>
                  <a:cubicBezTo>
                    <a:pt x="277" y="839"/>
                    <a:pt x="161" y="911"/>
                    <a:pt x="215" y="1018"/>
                  </a:cubicBezTo>
                  <a:cubicBezTo>
                    <a:pt x="268" y="1125"/>
                    <a:pt x="170" y="1178"/>
                    <a:pt x="206" y="1250"/>
                  </a:cubicBezTo>
                  <a:cubicBezTo>
                    <a:pt x="233" y="1321"/>
                    <a:pt x="108" y="1410"/>
                    <a:pt x="170" y="1491"/>
                  </a:cubicBezTo>
                  <a:cubicBezTo>
                    <a:pt x="224" y="1580"/>
                    <a:pt x="117" y="1651"/>
                    <a:pt x="152" y="1714"/>
                  </a:cubicBezTo>
                  <a:cubicBezTo>
                    <a:pt x="188" y="1776"/>
                    <a:pt x="90" y="1865"/>
                    <a:pt x="143" y="1937"/>
                  </a:cubicBezTo>
                  <a:cubicBezTo>
                    <a:pt x="197" y="2008"/>
                    <a:pt x="72" y="2097"/>
                    <a:pt x="117" y="2187"/>
                  </a:cubicBezTo>
                  <a:cubicBezTo>
                    <a:pt x="152" y="2285"/>
                    <a:pt x="54" y="2392"/>
                    <a:pt x="108" y="2481"/>
                  </a:cubicBezTo>
                  <a:cubicBezTo>
                    <a:pt x="152" y="2561"/>
                    <a:pt x="36" y="2588"/>
                    <a:pt x="90" y="2677"/>
                  </a:cubicBezTo>
                  <a:cubicBezTo>
                    <a:pt x="143" y="2775"/>
                    <a:pt x="1" y="2900"/>
                    <a:pt x="1" y="3070"/>
                  </a:cubicBezTo>
                  <a:lnTo>
                    <a:pt x="357" y="3070"/>
                  </a:lnTo>
                  <a:lnTo>
                    <a:pt x="35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143"/>
            <p:cNvSpPr/>
            <p:nvPr/>
          </p:nvSpPr>
          <p:spPr>
            <a:xfrm>
              <a:off x="3573845" y="2222586"/>
              <a:ext cx="12677" cy="111510"/>
            </a:xfrm>
            <a:custGeom>
              <a:rect b="b" l="l" r="r" t="t"/>
              <a:pathLst>
                <a:path extrusionOk="0" h="3070" w="349">
                  <a:moveTo>
                    <a:pt x="0" y="1"/>
                  </a:moveTo>
                  <a:lnTo>
                    <a:pt x="0" y="3070"/>
                  </a:lnTo>
                  <a:lnTo>
                    <a:pt x="348" y="3070"/>
                  </a:lnTo>
                  <a:cubicBezTo>
                    <a:pt x="348" y="2900"/>
                    <a:pt x="206" y="2775"/>
                    <a:pt x="259" y="2677"/>
                  </a:cubicBezTo>
                  <a:cubicBezTo>
                    <a:pt x="313" y="2588"/>
                    <a:pt x="197" y="2561"/>
                    <a:pt x="241" y="2481"/>
                  </a:cubicBezTo>
                  <a:cubicBezTo>
                    <a:pt x="295" y="2392"/>
                    <a:pt x="197" y="2285"/>
                    <a:pt x="232" y="2187"/>
                  </a:cubicBezTo>
                  <a:cubicBezTo>
                    <a:pt x="277" y="2097"/>
                    <a:pt x="152" y="2008"/>
                    <a:pt x="206" y="1937"/>
                  </a:cubicBezTo>
                  <a:cubicBezTo>
                    <a:pt x="259" y="1865"/>
                    <a:pt x="161" y="1776"/>
                    <a:pt x="197" y="1714"/>
                  </a:cubicBezTo>
                  <a:cubicBezTo>
                    <a:pt x="232" y="1651"/>
                    <a:pt x="125" y="1580"/>
                    <a:pt x="188" y="1491"/>
                  </a:cubicBezTo>
                  <a:cubicBezTo>
                    <a:pt x="241" y="1410"/>
                    <a:pt x="116" y="1321"/>
                    <a:pt x="143" y="1250"/>
                  </a:cubicBezTo>
                  <a:cubicBezTo>
                    <a:pt x="179" y="1178"/>
                    <a:pt x="81" y="1125"/>
                    <a:pt x="134" y="1018"/>
                  </a:cubicBezTo>
                  <a:cubicBezTo>
                    <a:pt x="188" y="911"/>
                    <a:pt x="72" y="839"/>
                    <a:pt x="108" y="777"/>
                  </a:cubicBezTo>
                  <a:cubicBezTo>
                    <a:pt x="143" y="715"/>
                    <a:pt x="72" y="688"/>
                    <a:pt x="99" y="608"/>
                  </a:cubicBezTo>
                  <a:cubicBezTo>
                    <a:pt x="134" y="536"/>
                    <a:pt x="45" y="456"/>
                    <a:pt x="81" y="393"/>
                  </a:cubicBezTo>
                  <a:cubicBezTo>
                    <a:pt x="116" y="331"/>
                    <a:pt x="45" y="304"/>
                    <a:pt x="63" y="251"/>
                  </a:cubicBezTo>
                  <a:cubicBezTo>
                    <a:pt x="90" y="206"/>
                    <a:pt x="27" y="179"/>
                    <a:pt x="36" y="117"/>
                  </a:cubicBezTo>
                  <a:cubicBezTo>
                    <a:pt x="45" y="54"/>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143"/>
            <p:cNvSpPr/>
            <p:nvPr/>
          </p:nvSpPr>
          <p:spPr>
            <a:xfrm>
              <a:off x="3487001" y="2207367"/>
              <a:ext cx="12677" cy="111183"/>
            </a:xfrm>
            <a:custGeom>
              <a:rect b="b" l="l" r="r" t="t"/>
              <a:pathLst>
                <a:path extrusionOk="0" h="3061" w="349">
                  <a:moveTo>
                    <a:pt x="349" y="1"/>
                  </a:moveTo>
                  <a:cubicBezTo>
                    <a:pt x="349" y="1"/>
                    <a:pt x="304" y="45"/>
                    <a:pt x="313" y="108"/>
                  </a:cubicBezTo>
                  <a:cubicBezTo>
                    <a:pt x="322" y="170"/>
                    <a:pt x="259" y="197"/>
                    <a:pt x="286" y="250"/>
                  </a:cubicBezTo>
                  <a:cubicBezTo>
                    <a:pt x="304" y="304"/>
                    <a:pt x="224" y="322"/>
                    <a:pt x="268" y="384"/>
                  </a:cubicBezTo>
                  <a:cubicBezTo>
                    <a:pt x="304" y="456"/>
                    <a:pt x="215" y="527"/>
                    <a:pt x="241" y="607"/>
                  </a:cubicBezTo>
                  <a:cubicBezTo>
                    <a:pt x="277" y="679"/>
                    <a:pt x="206" y="714"/>
                    <a:pt x="241" y="777"/>
                  </a:cubicBezTo>
                  <a:cubicBezTo>
                    <a:pt x="268" y="839"/>
                    <a:pt x="161" y="911"/>
                    <a:pt x="215" y="1009"/>
                  </a:cubicBezTo>
                  <a:cubicBezTo>
                    <a:pt x="268" y="1116"/>
                    <a:pt x="170" y="1169"/>
                    <a:pt x="197" y="1241"/>
                  </a:cubicBezTo>
                  <a:cubicBezTo>
                    <a:pt x="233" y="1321"/>
                    <a:pt x="108" y="1401"/>
                    <a:pt x="161" y="1490"/>
                  </a:cubicBezTo>
                  <a:cubicBezTo>
                    <a:pt x="224" y="1571"/>
                    <a:pt x="117" y="1642"/>
                    <a:pt x="152" y="1705"/>
                  </a:cubicBezTo>
                  <a:cubicBezTo>
                    <a:pt x="188" y="1776"/>
                    <a:pt x="90" y="1865"/>
                    <a:pt x="143" y="1936"/>
                  </a:cubicBezTo>
                  <a:cubicBezTo>
                    <a:pt x="197" y="2008"/>
                    <a:pt x="72" y="2088"/>
                    <a:pt x="108" y="2186"/>
                  </a:cubicBezTo>
                  <a:cubicBezTo>
                    <a:pt x="152" y="2284"/>
                    <a:pt x="54" y="2391"/>
                    <a:pt x="99" y="2472"/>
                  </a:cubicBezTo>
                  <a:cubicBezTo>
                    <a:pt x="152" y="2561"/>
                    <a:pt x="36" y="2579"/>
                    <a:pt x="90" y="2677"/>
                  </a:cubicBezTo>
                  <a:cubicBezTo>
                    <a:pt x="143" y="2766"/>
                    <a:pt x="1" y="2891"/>
                    <a:pt x="1" y="3061"/>
                  </a:cubicBezTo>
                  <a:lnTo>
                    <a:pt x="349" y="3061"/>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143"/>
            <p:cNvSpPr/>
            <p:nvPr/>
          </p:nvSpPr>
          <p:spPr>
            <a:xfrm>
              <a:off x="3499641" y="2207367"/>
              <a:ext cx="12677" cy="111183"/>
            </a:xfrm>
            <a:custGeom>
              <a:rect b="b" l="l" r="r" t="t"/>
              <a:pathLst>
                <a:path extrusionOk="0" h="3061" w="349">
                  <a:moveTo>
                    <a:pt x="1" y="1"/>
                  </a:moveTo>
                  <a:lnTo>
                    <a:pt x="1" y="3061"/>
                  </a:lnTo>
                  <a:lnTo>
                    <a:pt x="348" y="3061"/>
                  </a:lnTo>
                  <a:cubicBezTo>
                    <a:pt x="348" y="2891"/>
                    <a:pt x="215" y="2766"/>
                    <a:pt x="268" y="2677"/>
                  </a:cubicBezTo>
                  <a:cubicBezTo>
                    <a:pt x="322" y="2579"/>
                    <a:pt x="197" y="2561"/>
                    <a:pt x="250" y="2472"/>
                  </a:cubicBezTo>
                  <a:cubicBezTo>
                    <a:pt x="304" y="2391"/>
                    <a:pt x="197" y="2284"/>
                    <a:pt x="241" y="2186"/>
                  </a:cubicBezTo>
                  <a:cubicBezTo>
                    <a:pt x="286" y="2088"/>
                    <a:pt x="161" y="2008"/>
                    <a:pt x="215" y="1936"/>
                  </a:cubicBezTo>
                  <a:cubicBezTo>
                    <a:pt x="268" y="1865"/>
                    <a:pt x="170" y="1776"/>
                    <a:pt x="206" y="1705"/>
                  </a:cubicBezTo>
                  <a:cubicBezTo>
                    <a:pt x="241" y="1642"/>
                    <a:pt x="134" y="1571"/>
                    <a:pt x="188" y="1490"/>
                  </a:cubicBezTo>
                  <a:cubicBezTo>
                    <a:pt x="241" y="1401"/>
                    <a:pt x="117" y="1321"/>
                    <a:pt x="152" y="1241"/>
                  </a:cubicBezTo>
                  <a:cubicBezTo>
                    <a:pt x="188" y="1169"/>
                    <a:pt x="81" y="1116"/>
                    <a:pt x="134" y="1009"/>
                  </a:cubicBezTo>
                  <a:cubicBezTo>
                    <a:pt x="188" y="911"/>
                    <a:pt x="81" y="839"/>
                    <a:pt x="117" y="777"/>
                  </a:cubicBezTo>
                  <a:cubicBezTo>
                    <a:pt x="152" y="714"/>
                    <a:pt x="72" y="679"/>
                    <a:pt x="108" y="607"/>
                  </a:cubicBezTo>
                  <a:cubicBezTo>
                    <a:pt x="143" y="527"/>
                    <a:pt x="54" y="456"/>
                    <a:pt x="90" y="384"/>
                  </a:cubicBezTo>
                  <a:cubicBezTo>
                    <a:pt x="125" y="322"/>
                    <a:pt x="45" y="304"/>
                    <a:pt x="72" y="250"/>
                  </a:cubicBezTo>
                  <a:cubicBezTo>
                    <a:pt x="99" y="197"/>
                    <a:pt x="36" y="170"/>
                    <a:pt x="45" y="108"/>
                  </a:cubicBezTo>
                  <a:cubicBezTo>
                    <a:pt x="45" y="45"/>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143"/>
            <p:cNvSpPr/>
            <p:nvPr/>
          </p:nvSpPr>
          <p:spPr>
            <a:xfrm>
              <a:off x="3666174" y="2309104"/>
              <a:ext cx="12677" cy="111510"/>
            </a:xfrm>
            <a:custGeom>
              <a:rect b="b" l="l" r="r" t="t"/>
              <a:pathLst>
                <a:path extrusionOk="0" h="3070" w="349">
                  <a:moveTo>
                    <a:pt x="349" y="1"/>
                  </a:moveTo>
                  <a:cubicBezTo>
                    <a:pt x="349" y="1"/>
                    <a:pt x="304" y="54"/>
                    <a:pt x="304" y="117"/>
                  </a:cubicBezTo>
                  <a:cubicBezTo>
                    <a:pt x="313" y="179"/>
                    <a:pt x="251" y="206"/>
                    <a:pt x="278" y="251"/>
                  </a:cubicBezTo>
                  <a:cubicBezTo>
                    <a:pt x="304" y="304"/>
                    <a:pt x="224" y="322"/>
                    <a:pt x="260" y="393"/>
                  </a:cubicBezTo>
                  <a:cubicBezTo>
                    <a:pt x="295" y="456"/>
                    <a:pt x="206" y="536"/>
                    <a:pt x="242" y="607"/>
                  </a:cubicBezTo>
                  <a:cubicBezTo>
                    <a:pt x="278" y="688"/>
                    <a:pt x="197" y="715"/>
                    <a:pt x="233" y="777"/>
                  </a:cubicBezTo>
                  <a:cubicBezTo>
                    <a:pt x="269" y="839"/>
                    <a:pt x="162" y="911"/>
                    <a:pt x="215" y="1018"/>
                  </a:cubicBezTo>
                  <a:cubicBezTo>
                    <a:pt x="269" y="1125"/>
                    <a:pt x="162" y="1178"/>
                    <a:pt x="197" y="1250"/>
                  </a:cubicBezTo>
                  <a:cubicBezTo>
                    <a:pt x="233" y="1321"/>
                    <a:pt x="108" y="1410"/>
                    <a:pt x="162" y="1491"/>
                  </a:cubicBezTo>
                  <a:cubicBezTo>
                    <a:pt x="215" y="1580"/>
                    <a:pt x="108" y="1651"/>
                    <a:pt x="144" y="1714"/>
                  </a:cubicBezTo>
                  <a:cubicBezTo>
                    <a:pt x="179" y="1776"/>
                    <a:pt x="81" y="1865"/>
                    <a:pt x="135" y="1937"/>
                  </a:cubicBezTo>
                  <a:cubicBezTo>
                    <a:pt x="188" y="2008"/>
                    <a:pt x="63" y="2088"/>
                    <a:pt x="108" y="2186"/>
                  </a:cubicBezTo>
                  <a:cubicBezTo>
                    <a:pt x="153" y="2285"/>
                    <a:pt x="46" y="2392"/>
                    <a:pt x="99" y="2481"/>
                  </a:cubicBezTo>
                  <a:cubicBezTo>
                    <a:pt x="153" y="2561"/>
                    <a:pt x="28" y="2588"/>
                    <a:pt x="81" y="2677"/>
                  </a:cubicBezTo>
                  <a:cubicBezTo>
                    <a:pt x="135" y="2775"/>
                    <a:pt x="1" y="2891"/>
                    <a:pt x="1" y="3070"/>
                  </a:cubicBezTo>
                  <a:lnTo>
                    <a:pt x="349" y="3070"/>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143"/>
            <p:cNvSpPr/>
            <p:nvPr/>
          </p:nvSpPr>
          <p:spPr>
            <a:xfrm>
              <a:off x="3678814" y="2309104"/>
              <a:ext cx="12677" cy="111510"/>
            </a:xfrm>
            <a:custGeom>
              <a:rect b="b" l="l" r="r" t="t"/>
              <a:pathLst>
                <a:path extrusionOk="0" h="3070" w="349">
                  <a:moveTo>
                    <a:pt x="1" y="1"/>
                  </a:moveTo>
                  <a:lnTo>
                    <a:pt x="1" y="3070"/>
                  </a:lnTo>
                  <a:lnTo>
                    <a:pt x="349" y="3070"/>
                  </a:lnTo>
                  <a:cubicBezTo>
                    <a:pt x="349" y="2891"/>
                    <a:pt x="206" y="2775"/>
                    <a:pt x="260" y="2677"/>
                  </a:cubicBezTo>
                  <a:cubicBezTo>
                    <a:pt x="322" y="2588"/>
                    <a:pt x="197" y="2561"/>
                    <a:pt x="251" y="2481"/>
                  </a:cubicBezTo>
                  <a:cubicBezTo>
                    <a:pt x="295" y="2392"/>
                    <a:pt x="197" y="2285"/>
                    <a:pt x="242" y="2186"/>
                  </a:cubicBezTo>
                  <a:cubicBezTo>
                    <a:pt x="277" y="2088"/>
                    <a:pt x="153" y="2008"/>
                    <a:pt x="206" y="1937"/>
                  </a:cubicBezTo>
                  <a:cubicBezTo>
                    <a:pt x="260" y="1865"/>
                    <a:pt x="161" y="1776"/>
                    <a:pt x="197" y="1714"/>
                  </a:cubicBezTo>
                  <a:cubicBezTo>
                    <a:pt x="233" y="1651"/>
                    <a:pt x="135" y="1580"/>
                    <a:pt x="188" y="1491"/>
                  </a:cubicBezTo>
                  <a:cubicBezTo>
                    <a:pt x="242" y="1410"/>
                    <a:pt x="117" y="1321"/>
                    <a:pt x="153" y="1250"/>
                  </a:cubicBezTo>
                  <a:cubicBezTo>
                    <a:pt x="179" y="1178"/>
                    <a:pt x="81" y="1125"/>
                    <a:pt x="135" y="1018"/>
                  </a:cubicBezTo>
                  <a:cubicBezTo>
                    <a:pt x="188" y="911"/>
                    <a:pt x="81" y="839"/>
                    <a:pt x="117" y="777"/>
                  </a:cubicBezTo>
                  <a:cubicBezTo>
                    <a:pt x="144" y="715"/>
                    <a:pt x="72" y="688"/>
                    <a:pt x="108" y="607"/>
                  </a:cubicBezTo>
                  <a:cubicBezTo>
                    <a:pt x="135" y="536"/>
                    <a:pt x="45" y="456"/>
                    <a:pt x="90" y="393"/>
                  </a:cubicBezTo>
                  <a:cubicBezTo>
                    <a:pt x="126" y="322"/>
                    <a:pt x="45" y="304"/>
                    <a:pt x="63" y="251"/>
                  </a:cubicBezTo>
                  <a:cubicBezTo>
                    <a:pt x="90" y="206"/>
                    <a:pt x="28" y="179"/>
                    <a:pt x="37" y="117"/>
                  </a:cubicBezTo>
                  <a:cubicBezTo>
                    <a:pt x="45" y="54"/>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143"/>
            <p:cNvSpPr/>
            <p:nvPr/>
          </p:nvSpPr>
          <p:spPr>
            <a:xfrm>
              <a:off x="3666501" y="2389156"/>
              <a:ext cx="61276" cy="107624"/>
            </a:xfrm>
            <a:custGeom>
              <a:rect b="b" l="l" r="r" t="t"/>
              <a:pathLst>
                <a:path extrusionOk="0" h="2963" w="1687">
                  <a:moveTo>
                    <a:pt x="1" y="0"/>
                  </a:moveTo>
                  <a:lnTo>
                    <a:pt x="1" y="2962"/>
                  </a:lnTo>
                  <a:lnTo>
                    <a:pt x="1687" y="2962"/>
                  </a:lnTo>
                  <a:lnTo>
                    <a:pt x="1687"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143"/>
            <p:cNvSpPr/>
            <p:nvPr/>
          </p:nvSpPr>
          <p:spPr>
            <a:xfrm>
              <a:off x="3652263" y="2374555"/>
              <a:ext cx="14275" cy="122225"/>
            </a:xfrm>
            <a:custGeom>
              <a:rect b="b" l="l" r="r" t="t"/>
              <a:pathLst>
                <a:path extrusionOk="0" h="3365" w="393">
                  <a:moveTo>
                    <a:pt x="0" y="1"/>
                  </a:moveTo>
                  <a:lnTo>
                    <a:pt x="0" y="3364"/>
                  </a:lnTo>
                  <a:lnTo>
                    <a:pt x="393" y="3364"/>
                  </a:lnTo>
                  <a:lnTo>
                    <a:pt x="393" y="402"/>
                  </a:lnTo>
                  <a:lnTo>
                    <a:pt x="0"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143"/>
            <p:cNvSpPr/>
            <p:nvPr/>
          </p:nvSpPr>
          <p:spPr>
            <a:xfrm>
              <a:off x="3710922" y="2399180"/>
              <a:ext cx="7482" cy="13657"/>
            </a:xfrm>
            <a:custGeom>
              <a:rect b="b" l="l" r="r" t="t"/>
              <a:pathLst>
                <a:path extrusionOk="0" h="376" w="206">
                  <a:moveTo>
                    <a:pt x="0" y="1"/>
                  </a:moveTo>
                  <a:lnTo>
                    <a:pt x="0" y="376"/>
                  </a:lnTo>
                  <a:lnTo>
                    <a:pt x="205" y="376"/>
                  </a:lnTo>
                  <a:lnTo>
                    <a:pt x="20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143"/>
            <p:cNvSpPr/>
            <p:nvPr/>
          </p:nvSpPr>
          <p:spPr>
            <a:xfrm>
              <a:off x="3677216" y="2402740"/>
              <a:ext cx="7809" cy="13657"/>
            </a:xfrm>
            <a:custGeom>
              <a:rect b="b" l="l" r="r" t="t"/>
              <a:pathLst>
                <a:path extrusionOk="0" h="376" w="215">
                  <a:moveTo>
                    <a:pt x="0" y="1"/>
                  </a:moveTo>
                  <a:lnTo>
                    <a:pt x="0" y="376"/>
                  </a:lnTo>
                  <a:lnTo>
                    <a:pt x="214" y="376"/>
                  </a:lnTo>
                  <a:lnTo>
                    <a:pt x="21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143"/>
            <p:cNvSpPr/>
            <p:nvPr/>
          </p:nvSpPr>
          <p:spPr>
            <a:xfrm>
              <a:off x="3713828" y="2428673"/>
              <a:ext cx="7809" cy="13657"/>
            </a:xfrm>
            <a:custGeom>
              <a:rect b="b" l="l" r="r" t="t"/>
              <a:pathLst>
                <a:path extrusionOk="0" h="376" w="215">
                  <a:moveTo>
                    <a:pt x="0" y="1"/>
                  </a:moveTo>
                  <a:lnTo>
                    <a:pt x="0" y="375"/>
                  </a:lnTo>
                  <a:lnTo>
                    <a:pt x="214" y="375"/>
                  </a:lnTo>
                  <a:lnTo>
                    <a:pt x="21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143"/>
            <p:cNvSpPr/>
            <p:nvPr/>
          </p:nvSpPr>
          <p:spPr>
            <a:xfrm>
              <a:off x="3691454" y="2433214"/>
              <a:ext cx="7809" cy="13657"/>
            </a:xfrm>
            <a:custGeom>
              <a:rect b="b" l="l" r="r" t="t"/>
              <a:pathLst>
                <a:path extrusionOk="0" h="376" w="215">
                  <a:moveTo>
                    <a:pt x="1" y="1"/>
                  </a:moveTo>
                  <a:lnTo>
                    <a:pt x="1" y="375"/>
                  </a:lnTo>
                  <a:lnTo>
                    <a:pt x="215" y="375"/>
                  </a:lnTo>
                  <a:lnTo>
                    <a:pt x="21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143"/>
            <p:cNvSpPr/>
            <p:nvPr/>
          </p:nvSpPr>
          <p:spPr>
            <a:xfrm>
              <a:off x="3693415" y="2467574"/>
              <a:ext cx="15255" cy="29203"/>
            </a:xfrm>
            <a:custGeom>
              <a:rect b="b" l="l" r="r" t="t"/>
              <a:pathLst>
                <a:path extrusionOk="0" h="804" w="420">
                  <a:moveTo>
                    <a:pt x="0" y="0"/>
                  </a:moveTo>
                  <a:lnTo>
                    <a:pt x="0" y="803"/>
                  </a:lnTo>
                  <a:lnTo>
                    <a:pt x="420" y="803"/>
                  </a:lnTo>
                  <a:lnTo>
                    <a:pt x="42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143"/>
            <p:cNvSpPr/>
            <p:nvPr/>
          </p:nvSpPr>
          <p:spPr>
            <a:xfrm>
              <a:off x="3652263" y="2374555"/>
              <a:ext cx="75514" cy="14638"/>
            </a:xfrm>
            <a:custGeom>
              <a:rect b="b" l="l" r="r" t="t"/>
              <a:pathLst>
                <a:path extrusionOk="0" h="403" w="2079">
                  <a:moveTo>
                    <a:pt x="0" y="1"/>
                  </a:moveTo>
                  <a:lnTo>
                    <a:pt x="393" y="402"/>
                  </a:lnTo>
                  <a:lnTo>
                    <a:pt x="2079" y="402"/>
                  </a:lnTo>
                  <a:lnTo>
                    <a:pt x="16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143"/>
            <p:cNvSpPr/>
            <p:nvPr/>
          </p:nvSpPr>
          <p:spPr>
            <a:xfrm>
              <a:off x="3551471" y="2334056"/>
              <a:ext cx="101812" cy="162725"/>
            </a:xfrm>
            <a:custGeom>
              <a:rect b="b" l="l" r="r" t="t"/>
              <a:pathLst>
                <a:path extrusionOk="0" h="4480" w="2803">
                  <a:moveTo>
                    <a:pt x="1" y="1"/>
                  </a:moveTo>
                  <a:lnTo>
                    <a:pt x="1" y="4479"/>
                  </a:lnTo>
                  <a:lnTo>
                    <a:pt x="2802" y="4479"/>
                  </a:lnTo>
                  <a:lnTo>
                    <a:pt x="2802"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143"/>
            <p:cNvSpPr/>
            <p:nvPr/>
          </p:nvSpPr>
          <p:spPr>
            <a:xfrm>
              <a:off x="3567053" y="2350582"/>
              <a:ext cx="12677" cy="22411"/>
            </a:xfrm>
            <a:custGeom>
              <a:rect b="b" l="l" r="r" t="t"/>
              <a:pathLst>
                <a:path extrusionOk="0" h="617" w="349">
                  <a:moveTo>
                    <a:pt x="0" y="1"/>
                  </a:moveTo>
                  <a:lnTo>
                    <a:pt x="0" y="616"/>
                  </a:lnTo>
                  <a:lnTo>
                    <a:pt x="348" y="616"/>
                  </a:lnTo>
                  <a:lnTo>
                    <a:pt x="34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143"/>
            <p:cNvSpPr/>
            <p:nvPr/>
          </p:nvSpPr>
          <p:spPr>
            <a:xfrm>
              <a:off x="3581291" y="2372956"/>
              <a:ext cx="12677" cy="22702"/>
            </a:xfrm>
            <a:custGeom>
              <a:rect b="b" l="l" r="r" t="t"/>
              <a:pathLst>
                <a:path extrusionOk="0" h="625" w="349">
                  <a:moveTo>
                    <a:pt x="1" y="0"/>
                  </a:moveTo>
                  <a:lnTo>
                    <a:pt x="1" y="625"/>
                  </a:lnTo>
                  <a:lnTo>
                    <a:pt x="349" y="625"/>
                  </a:lnTo>
                  <a:lnTo>
                    <a:pt x="349"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143"/>
            <p:cNvSpPr/>
            <p:nvPr/>
          </p:nvSpPr>
          <p:spPr>
            <a:xfrm>
              <a:off x="3622770" y="2356430"/>
              <a:ext cx="12677" cy="22702"/>
            </a:xfrm>
            <a:custGeom>
              <a:rect b="b" l="l" r="r" t="t"/>
              <a:pathLst>
                <a:path extrusionOk="0" h="625" w="349">
                  <a:moveTo>
                    <a:pt x="1" y="0"/>
                  </a:moveTo>
                  <a:lnTo>
                    <a:pt x="1" y="625"/>
                  </a:lnTo>
                  <a:lnTo>
                    <a:pt x="348" y="625"/>
                  </a:lnTo>
                  <a:lnTo>
                    <a:pt x="34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143"/>
            <p:cNvSpPr/>
            <p:nvPr/>
          </p:nvSpPr>
          <p:spPr>
            <a:xfrm>
              <a:off x="3562186" y="2399180"/>
              <a:ext cx="12677" cy="22738"/>
            </a:xfrm>
            <a:custGeom>
              <a:rect b="b" l="l" r="r" t="t"/>
              <a:pathLst>
                <a:path extrusionOk="0" h="626" w="349">
                  <a:moveTo>
                    <a:pt x="0" y="1"/>
                  </a:moveTo>
                  <a:lnTo>
                    <a:pt x="0" y="625"/>
                  </a:lnTo>
                  <a:lnTo>
                    <a:pt x="348" y="625"/>
                  </a:lnTo>
                  <a:lnTo>
                    <a:pt x="34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143"/>
            <p:cNvSpPr/>
            <p:nvPr/>
          </p:nvSpPr>
          <p:spPr>
            <a:xfrm>
              <a:off x="3618884" y="2405682"/>
              <a:ext cx="12677" cy="22375"/>
            </a:xfrm>
            <a:custGeom>
              <a:rect b="b" l="l" r="r" t="t"/>
              <a:pathLst>
                <a:path extrusionOk="0" h="616" w="349">
                  <a:moveTo>
                    <a:pt x="0" y="0"/>
                  </a:moveTo>
                  <a:lnTo>
                    <a:pt x="0" y="616"/>
                  </a:lnTo>
                  <a:lnTo>
                    <a:pt x="348" y="616"/>
                  </a:lnTo>
                  <a:lnTo>
                    <a:pt x="34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143"/>
            <p:cNvSpPr/>
            <p:nvPr/>
          </p:nvSpPr>
          <p:spPr>
            <a:xfrm>
              <a:off x="3579693" y="2444219"/>
              <a:ext cx="25280" cy="52559"/>
            </a:xfrm>
            <a:custGeom>
              <a:rect b="b" l="l" r="r" t="t"/>
              <a:pathLst>
                <a:path extrusionOk="0" h="1447" w="696">
                  <a:moveTo>
                    <a:pt x="0" y="1"/>
                  </a:moveTo>
                  <a:lnTo>
                    <a:pt x="0" y="1446"/>
                  </a:lnTo>
                  <a:lnTo>
                    <a:pt x="696" y="1446"/>
                  </a:lnTo>
                  <a:lnTo>
                    <a:pt x="69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143"/>
            <p:cNvSpPr/>
            <p:nvPr/>
          </p:nvSpPr>
          <p:spPr>
            <a:xfrm>
              <a:off x="3551471" y="2309430"/>
              <a:ext cx="114743" cy="24663"/>
            </a:xfrm>
            <a:custGeom>
              <a:rect b="b" l="l" r="r" t="t"/>
              <a:pathLst>
                <a:path extrusionOk="0" h="679" w="3159">
                  <a:moveTo>
                    <a:pt x="1" y="1"/>
                  </a:moveTo>
                  <a:lnTo>
                    <a:pt x="1" y="679"/>
                  </a:lnTo>
                  <a:lnTo>
                    <a:pt x="3159" y="679"/>
                  </a:lnTo>
                  <a:lnTo>
                    <a:pt x="248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143"/>
            <p:cNvSpPr/>
            <p:nvPr/>
          </p:nvSpPr>
          <p:spPr>
            <a:xfrm>
              <a:off x="3460777" y="2278339"/>
              <a:ext cx="90734" cy="218444"/>
            </a:xfrm>
            <a:custGeom>
              <a:rect b="b" l="l" r="r" t="t"/>
              <a:pathLst>
                <a:path extrusionOk="0" h="6014" w="2498">
                  <a:moveTo>
                    <a:pt x="0" y="0"/>
                  </a:moveTo>
                  <a:lnTo>
                    <a:pt x="0" y="6013"/>
                  </a:lnTo>
                  <a:lnTo>
                    <a:pt x="2498" y="6013"/>
                  </a:lnTo>
                  <a:lnTo>
                    <a:pt x="2498"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143"/>
            <p:cNvSpPr/>
            <p:nvPr/>
          </p:nvSpPr>
          <p:spPr>
            <a:xfrm>
              <a:off x="3474688" y="2292904"/>
              <a:ext cx="11369" cy="20450"/>
            </a:xfrm>
            <a:custGeom>
              <a:rect b="b" l="l" r="r" t="t"/>
              <a:pathLst>
                <a:path extrusionOk="0" h="563" w="313">
                  <a:moveTo>
                    <a:pt x="1" y="1"/>
                  </a:moveTo>
                  <a:lnTo>
                    <a:pt x="1" y="563"/>
                  </a:lnTo>
                  <a:lnTo>
                    <a:pt x="313" y="563"/>
                  </a:lnTo>
                  <a:lnTo>
                    <a:pt x="31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143"/>
            <p:cNvSpPr/>
            <p:nvPr/>
          </p:nvSpPr>
          <p:spPr>
            <a:xfrm>
              <a:off x="3499641" y="2313317"/>
              <a:ext cx="11369" cy="20123"/>
            </a:xfrm>
            <a:custGeom>
              <a:rect b="b" l="l" r="r" t="t"/>
              <a:pathLst>
                <a:path extrusionOk="0" h="554" w="313">
                  <a:moveTo>
                    <a:pt x="1" y="1"/>
                  </a:moveTo>
                  <a:lnTo>
                    <a:pt x="1" y="554"/>
                  </a:lnTo>
                  <a:lnTo>
                    <a:pt x="313" y="554"/>
                  </a:lnTo>
                  <a:lnTo>
                    <a:pt x="31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143"/>
            <p:cNvSpPr/>
            <p:nvPr/>
          </p:nvSpPr>
          <p:spPr>
            <a:xfrm>
              <a:off x="3524267" y="2298425"/>
              <a:ext cx="11369" cy="20123"/>
            </a:xfrm>
            <a:custGeom>
              <a:rect b="b" l="l" r="r" t="t"/>
              <a:pathLst>
                <a:path extrusionOk="0" h="554" w="313">
                  <a:moveTo>
                    <a:pt x="1" y="0"/>
                  </a:moveTo>
                  <a:lnTo>
                    <a:pt x="1" y="554"/>
                  </a:lnTo>
                  <a:lnTo>
                    <a:pt x="313" y="554"/>
                  </a:lnTo>
                  <a:lnTo>
                    <a:pt x="31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143"/>
            <p:cNvSpPr/>
            <p:nvPr/>
          </p:nvSpPr>
          <p:spPr>
            <a:xfrm>
              <a:off x="3470148" y="2336671"/>
              <a:ext cx="11369" cy="20123"/>
            </a:xfrm>
            <a:custGeom>
              <a:rect b="b" l="l" r="r" t="t"/>
              <a:pathLst>
                <a:path extrusionOk="0" h="554" w="313">
                  <a:moveTo>
                    <a:pt x="1" y="0"/>
                  </a:moveTo>
                  <a:lnTo>
                    <a:pt x="1" y="553"/>
                  </a:lnTo>
                  <a:lnTo>
                    <a:pt x="313" y="553"/>
                  </a:lnTo>
                  <a:lnTo>
                    <a:pt x="31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143"/>
            <p:cNvSpPr/>
            <p:nvPr/>
          </p:nvSpPr>
          <p:spPr>
            <a:xfrm>
              <a:off x="3486020" y="2385596"/>
              <a:ext cx="11405" cy="20123"/>
            </a:xfrm>
            <a:custGeom>
              <a:rect b="b" l="l" r="r" t="t"/>
              <a:pathLst>
                <a:path extrusionOk="0" h="554" w="314">
                  <a:moveTo>
                    <a:pt x="1" y="0"/>
                  </a:moveTo>
                  <a:lnTo>
                    <a:pt x="1" y="553"/>
                  </a:lnTo>
                  <a:lnTo>
                    <a:pt x="313" y="553"/>
                  </a:lnTo>
                  <a:lnTo>
                    <a:pt x="31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143"/>
            <p:cNvSpPr/>
            <p:nvPr/>
          </p:nvSpPr>
          <p:spPr>
            <a:xfrm>
              <a:off x="3469167" y="2415707"/>
              <a:ext cx="11078" cy="20123"/>
            </a:xfrm>
            <a:custGeom>
              <a:rect b="b" l="l" r="r" t="t"/>
              <a:pathLst>
                <a:path extrusionOk="0" h="554" w="305">
                  <a:moveTo>
                    <a:pt x="1" y="1"/>
                  </a:moveTo>
                  <a:lnTo>
                    <a:pt x="1" y="554"/>
                  </a:lnTo>
                  <a:lnTo>
                    <a:pt x="304" y="554"/>
                  </a:lnTo>
                  <a:lnTo>
                    <a:pt x="30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143"/>
            <p:cNvSpPr/>
            <p:nvPr/>
          </p:nvSpPr>
          <p:spPr>
            <a:xfrm>
              <a:off x="3521034" y="2342156"/>
              <a:ext cx="11369" cy="20123"/>
            </a:xfrm>
            <a:custGeom>
              <a:rect b="b" l="l" r="r" t="t"/>
              <a:pathLst>
                <a:path extrusionOk="0" h="554" w="313">
                  <a:moveTo>
                    <a:pt x="0" y="1"/>
                  </a:moveTo>
                  <a:lnTo>
                    <a:pt x="0" y="554"/>
                  </a:lnTo>
                  <a:lnTo>
                    <a:pt x="313" y="554"/>
                  </a:lnTo>
                  <a:lnTo>
                    <a:pt x="31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143"/>
            <p:cNvSpPr/>
            <p:nvPr/>
          </p:nvSpPr>
          <p:spPr>
            <a:xfrm>
              <a:off x="3489289" y="2449740"/>
              <a:ext cx="22702" cy="47038"/>
            </a:xfrm>
            <a:custGeom>
              <a:rect b="b" l="l" r="r" t="t"/>
              <a:pathLst>
                <a:path extrusionOk="0" h="1295" w="625">
                  <a:moveTo>
                    <a:pt x="0" y="1"/>
                  </a:moveTo>
                  <a:lnTo>
                    <a:pt x="0" y="1294"/>
                  </a:lnTo>
                  <a:lnTo>
                    <a:pt x="625" y="1294"/>
                  </a:lnTo>
                  <a:lnTo>
                    <a:pt x="62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143"/>
            <p:cNvSpPr/>
            <p:nvPr/>
          </p:nvSpPr>
          <p:spPr>
            <a:xfrm>
              <a:off x="3460777" y="2469135"/>
              <a:ext cx="39882" cy="27641"/>
            </a:xfrm>
            <a:custGeom>
              <a:rect b="b" l="l" r="r" t="t"/>
              <a:pathLst>
                <a:path extrusionOk="0" h="761" w="1098">
                  <a:moveTo>
                    <a:pt x="32" y="0"/>
                  </a:moveTo>
                  <a:cubicBezTo>
                    <a:pt x="12" y="0"/>
                    <a:pt x="0" y="2"/>
                    <a:pt x="0" y="2"/>
                  </a:cubicBezTo>
                  <a:lnTo>
                    <a:pt x="0" y="760"/>
                  </a:lnTo>
                  <a:lnTo>
                    <a:pt x="1097" y="760"/>
                  </a:lnTo>
                  <a:cubicBezTo>
                    <a:pt x="1061" y="508"/>
                    <a:pt x="901" y="455"/>
                    <a:pt x="771" y="455"/>
                  </a:cubicBezTo>
                  <a:cubicBezTo>
                    <a:pt x="676" y="455"/>
                    <a:pt x="598" y="484"/>
                    <a:pt x="598" y="484"/>
                  </a:cubicBezTo>
                  <a:cubicBezTo>
                    <a:pt x="582" y="355"/>
                    <a:pt x="505" y="329"/>
                    <a:pt x="445" y="329"/>
                  </a:cubicBezTo>
                  <a:cubicBezTo>
                    <a:pt x="406" y="329"/>
                    <a:pt x="375" y="341"/>
                    <a:pt x="375" y="341"/>
                  </a:cubicBezTo>
                  <a:cubicBezTo>
                    <a:pt x="346" y="30"/>
                    <a:pt x="117" y="0"/>
                    <a:pt x="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143"/>
            <p:cNvSpPr/>
            <p:nvPr/>
          </p:nvSpPr>
          <p:spPr>
            <a:xfrm>
              <a:off x="3653244" y="2473966"/>
              <a:ext cx="33090" cy="22811"/>
            </a:xfrm>
            <a:custGeom>
              <a:rect b="b" l="l" r="r" t="t"/>
              <a:pathLst>
                <a:path extrusionOk="0" h="628" w="911">
                  <a:moveTo>
                    <a:pt x="34" y="0"/>
                  </a:moveTo>
                  <a:cubicBezTo>
                    <a:pt x="13" y="0"/>
                    <a:pt x="0" y="3"/>
                    <a:pt x="0" y="3"/>
                  </a:cubicBezTo>
                  <a:lnTo>
                    <a:pt x="0" y="627"/>
                  </a:lnTo>
                  <a:lnTo>
                    <a:pt x="910" y="627"/>
                  </a:lnTo>
                  <a:cubicBezTo>
                    <a:pt x="879" y="417"/>
                    <a:pt x="739" y="374"/>
                    <a:pt x="629" y="374"/>
                  </a:cubicBezTo>
                  <a:cubicBezTo>
                    <a:pt x="553" y="374"/>
                    <a:pt x="491" y="395"/>
                    <a:pt x="491" y="395"/>
                  </a:cubicBezTo>
                  <a:cubicBezTo>
                    <a:pt x="474" y="291"/>
                    <a:pt x="411" y="271"/>
                    <a:pt x="364" y="271"/>
                  </a:cubicBezTo>
                  <a:cubicBezTo>
                    <a:pt x="335" y="271"/>
                    <a:pt x="312" y="279"/>
                    <a:pt x="312" y="279"/>
                  </a:cubicBezTo>
                  <a:cubicBezTo>
                    <a:pt x="284" y="28"/>
                    <a:pt x="109" y="0"/>
                    <a:pt x="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143"/>
            <p:cNvSpPr/>
            <p:nvPr/>
          </p:nvSpPr>
          <p:spPr>
            <a:xfrm>
              <a:off x="3460777" y="2256292"/>
              <a:ext cx="102429" cy="22084"/>
            </a:xfrm>
            <a:custGeom>
              <a:rect b="b" l="l" r="r" t="t"/>
              <a:pathLst>
                <a:path extrusionOk="0" h="608" w="2820">
                  <a:moveTo>
                    <a:pt x="0" y="1"/>
                  </a:moveTo>
                  <a:lnTo>
                    <a:pt x="0" y="607"/>
                  </a:lnTo>
                  <a:lnTo>
                    <a:pt x="2819" y="607"/>
                  </a:lnTo>
                  <a:lnTo>
                    <a:pt x="221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143"/>
            <p:cNvSpPr/>
            <p:nvPr/>
          </p:nvSpPr>
          <p:spPr>
            <a:xfrm>
              <a:off x="3505815" y="2354796"/>
              <a:ext cx="61276" cy="141985"/>
            </a:xfrm>
            <a:custGeom>
              <a:rect b="b" l="l" r="r" t="t"/>
              <a:pathLst>
                <a:path extrusionOk="0" h="3909" w="1687">
                  <a:moveTo>
                    <a:pt x="0" y="1"/>
                  </a:moveTo>
                  <a:lnTo>
                    <a:pt x="0" y="3908"/>
                  </a:lnTo>
                  <a:lnTo>
                    <a:pt x="1686" y="3908"/>
                  </a:lnTo>
                  <a:lnTo>
                    <a:pt x="1686"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143"/>
            <p:cNvSpPr/>
            <p:nvPr/>
          </p:nvSpPr>
          <p:spPr>
            <a:xfrm>
              <a:off x="3567053" y="2340231"/>
              <a:ext cx="14275" cy="156550"/>
            </a:xfrm>
            <a:custGeom>
              <a:rect b="b" l="l" r="r" t="t"/>
              <a:pathLst>
                <a:path extrusionOk="0" h="4310" w="393">
                  <a:moveTo>
                    <a:pt x="393" y="0"/>
                  </a:moveTo>
                  <a:lnTo>
                    <a:pt x="0" y="402"/>
                  </a:lnTo>
                  <a:lnTo>
                    <a:pt x="0" y="4309"/>
                  </a:lnTo>
                  <a:lnTo>
                    <a:pt x="393" y="4309"/>
                  </a:lnTo>
                  <a:lnTo>
                    <a:pt x="393"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143"/>
            <p:cNvSpPr/>
            <p:nvPr/>
          </p:nvSpPr>
          <p:spPr>
            <a:xfrm>
              <a:off x="3515186" y="2364857"/>
              <a:ext cx="7482" cy="13621"/>
            </a:xfrm>
            <a:custGeom>
              <a:rect b="b" l="l" r="r" t="t"/>
              <a:pathLst>
                <a:path extrusionOk="0" h="375" w="206">
                  <a:moveTo>
                    <a:pt x="1" y="0"/>
                  </a:moveTo>
                  <a:lnTo>
                    <a:pt x="1" y="375"/>
                  </a:lnTo>
                  <a:lnTo>
                    <a:pt x="206" y="375"/>
                  </a:lnTo>
                  <a:lnTo>
                    <a:pt x="20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143"/>
            <p:cNvSpPr/>
            <p:nvPr/>
          </p:nvSpPr>
          <p:spPr>
            <a:xfrm>
              <a:off x="3532039" y="2378441"/>
              <a:ext cx="7482" cy="13657"/>
            </a:xfrm>
            <a:custGeom>
              <a:rect b="b" l="l" r="r" t="t"/>
              <a:pathLst>
                <a:path extrusionOk="0" h="376" w="206">
                  <a:moveTo>
                    <a:pt x="1" y="1"/>
                  </a:moveTo>
                  <a:lnTo>
                    <a:pt x="1" y="376"/>
                  </a:lnTo>
                  <a:lnTo>
                    <a:pt x="206" y="376"/>
                  </a:lnTo>
                  <a:lnTo>
                    <a:pt x="20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143"/>
            <p:cNvSpPr/>
            <p:nvPr/>
          </p:nvSpPr>
          <p:spPr>
            <a:xfrm>
              <a:off x="3545006" y="2438734"/>
              <a:ext cx="7482" cy="13621"/>
            </a:xfrm>
            <a:custGeom>
              <a:rect b="b" l="l" r="r" t="t"/>
              <a:pathLst>
                <a:path extrusionOk="0" h="375" w="206">
                  <a:moveTo>
                    <a:pt x="0" y="0"/>
                  </a:moveTo>
                  <a:lnTo>
                    <a:pt x="0" y="375"/>
                  </a:lnTo>
                  <a:lnTo>
                    <a:pt x="206" y="375"/>
                  </a:lnTo>
                  <a:lnTo>
                    <a:pt x="20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143"/>
            <p:cNvSpPr/>
            <p:nvPr/>
          </p:nvSpPr>
          <p:spPr>
            <a:xfrm>
              <a:off x="3548566" y="2368416"/>
              <a:ext cx="7809" cy="13657"/>
            </a:xfrm>
            <a:custGeom>
              <a:rect b="b" l="l" r="r" t="t"/>
              <a:pathLst>
                <a:path extrusionOk="0" h="376" w="215">
                  <a:moveTo>
                    <a:pt x="1" y="0"/>
                  </a:moveTo>
                  <a:lnTo>
                    <a:pt x="1" y="375"/>
                  </a:lnTo>
                  <a:lnTo>
                    <a:pt x="215" y="375"/>
                  </a:lnTo>
                  <a:lnTo>
                    <a:pt x="21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143"/>
            <p:cNvSpPr/>
            <p:nvPr/>
          </p:nvSpPr>
          <p:spPr>
            <a:xfrm>
              <a:off x="3511954" y="2394350"/>
              <a:ext cx="7809" cy="13621"/>
            </a:xfrm>
            <a:custGeom>
              <a:rect b="b" l="l" r="r" t="t"/>
              <a:pathLst>
                <a:path extrusionOk="0" h="375" w="215">
                  <a:moveTo>
                    <a:pt x="1" y="0"/>
                  </a:moveTo>
                  <a:lnTo>
                    <a:pt x="1" y="375"/>
                  </a:lnTo>
                  <a:lnTo>
                    <a:pt x="215" y="375"/>
                  </a:lnTo>
                  <a:lnTo>
                    <a:pt x="21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143"/>
            <p:cNvSpPr/>
            <p:nvPr/>
          </p:nvSpPr>
          <p:spPr>
            <a:xfrm>
              <a:off x="3552452" y="2404701"/>
              <a:ext cx="7809" cy="13984"/>
            </a:xfrm>
            <a:custGeom>
              <a:rect b="b" l="l" r="r" t="t"/>
              <a:pathLst>
                <a:path extrusionOk="0" h="385" w="215">
                  <a:moveTo>
                    <a:pt x="1" y="1"/>
                  </a:moveTo>
                  <a:lnTo>
                    <a:pt x="1" y="384"/>
                  </a:lnTo>
                  <a:lnTo>
                    <a:pt x="215" y="384"/>
                  </a:lnTo>
                  <a:lnTo>
                    <a:pt x="21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143"/>
            <p:cNvSpPr/>
            <p:nvPr/>
          </p:nvSpPr>
          <p:spPr>
            <a:xfrm>
              <a:off x="3521361" y="2421228"/>
              <a:ext cx="7482" cy="13984"/>
            </a:xfrm>
            <a:custGeom>
              <a:rect b="b" l="l" r="r" t="t"/>
              <a:pathLst>
                <a:path extrusionOk="0" h="385" w="206">
                  <a:moveTo>
                    <a:pt x="0" y="0"/>
                  </a:moveTo>
                  <a:lnTo>
                    <a:pt x="0" y="384"/>
                  </a:lnTo>
                  <a:lnTo>
                    <a:pt x="205" y="384"/>
                  </a:lnTo>
                  <a:lnTo>
                    <a:pt x="20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143"/>
            <p:cNvSpPr/>
            <p:nvPr/>
          </p:nvSpPr>
          <p:spPr>
            <a:xfrm>
              <a:off x="3524920" y="2467574"/>
              <a:ext cx="15255" cy="29203"/>
            </a:xfrm>
            <a:custGeom>
              <a:rect b="b" l="l" r="r" t="t"/>
              <a:pathLst>
                <a:path extrusionOk="0" h="804" w="420">
                  <a:moveTo>
                    <a:pt x="0" y="0"/>
                  </a:moveTo>
                  <a:lnTo>
                    <a:pt x="0" y="803"/>
                  </a:lnTo>
                  <a:lnTo>
                    <a:pt x="420" y="803"/>
                  </a:lnTo>
                  <a:lnTo>
                    <a:pt x="42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143"/>
            <p:cNvSpPr/>
            <p:nvPr/>
          </p:nvSpPr>
          <p:spPr>
            <a:xfrm>
              <a:off x="3505815" y="2340231"/>
              <a:ext cx="75514" cy="14602"/>
            </a:xfrm>
            <a:custGeom>
              <a:rect b="b" l="l" r="r" t="t"/>
              <a:pathLst>
                <a:path extrusionOk="0" h="402" w="2079">
                  <a:moveTo>
                    <a:pt x="401" y="0"/>
                  </a:moveTo>
                  <a:lnTo>
                    <a:pt x="0" y="402"/>
                  </a:lnTo>
                  <a:lnTo>
                    <a:pt x="1686" y="402"/>
                  </a:lnTo>
                  <a:lnTo>
                    <a:pt x="207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143"/>
            <p:cNvSpPr/>
            <p:nvPr/>
          </p:nvSpPr>
          <p:spPr>
            <a:xfrm>
              <a:off x="3727739" y="2385596"/>
              <a:ext cx="12677" cy="111183"/>
            </a:xfrm>
            <a:custGeom>
              <a:rect b="b" l="l" r="r" t="t"/>
              <a:pathLst>
                <a:path extrusionOk="0" h="3061" w="349">
                  <a:moveTo>
                    <a:pt x="349" y="0"/>
                  </a:moveTo>
                  <a:cubicBezTo>
                    <a:pt x="349" y="0"/>
                    <a:pt x="304" y="45"/>
                    <a:pt x="313" y="107"/>
                  </a:cubicBezTo>
                  <a:cubicBezTo>
                    <a:pt x="322" y="179"/>
                    <a:pt x="260" y="196"/>
                    <a:pt x="286" y="250"/>
                  </a:cubicBezTo>
                  <a:cubicBezTo>
                    <a:pt x="304" y="303"/>
                    <a:pt x="224" y="321"/>
                    <a:pt x="269" y="393"/>
                  </a:cubicBezTo>
                  <a:cubicBezTo>
                    <a:pt x="304" y="455"/>
                    <a:pt x="215" y="535"/>
                    <a:pt x="251" y="607"/>
                  </a:cubicBezTo>
                  <a:cubicBezTo>
                    <a:pt x="278" y="678"/>
                    <a:pt x="206" y="714"/>
                    <a:pt x="242" y="776"/>
                  </a:cubicBezTo>
                  <a:cubicBezTo>
                    <a:pt x="269" y="839"/>
                    <a:pt x="162" y="910"/>
                    <a:pt x="215" y="1017"/>
                  </a:cubicBezTo>
                  <a:cubicBezTo>
                    <a:pt x="269" y="1115"/>
                    <a:pt x="170" y="1169"/>
                    <a:pt x="197" y="1249"/>
                  </a:cubicBezTo>
                  <a:cubicBezTo>
                    <a:pt x="233" y="1320"/>
                    <a:pt x="108" y="1410"/>
                    <a:pt x="162" y="1490"/>
                  </a:cubicBezTo>
                  <a:cubicBezTo>
                    <a:pt x="224" y="1579"/>
                    <a:pt x="117" y="1651"/>
                    <a:pt x="153" y="1713"/>
                  </a:cubicBezTo>
                  <a:cubicBezTo>
                    <a:pt x="188" y="1775"/>
                    <a:pt x="90" y="1865"/>
                    <a:pt x="144" y="1936"/>
                  </a:cubicBezTo>
                  <a:cubicBezTo>
                    <a:pt x="197" y="2007"/>
                    <a:pt x="72" y="2088"/>
                    <a:pt x="108" y="2186"/>
                  </a:cubicBezTo>
                  <a:cubicBezTo>
                    <a:pt x="153" y="2284"/>
                    <a:pt x="54" y="2391"/>
                    <a:pt x="99" y="2480"/>
                  </a:cubicBezTo>
                  <a:cubicBezTo>
                    <a:pt x="153" y="2561"/>
                    <a:pt x="37" y="2587"/>
                    <a:pt x="90" y="2676"/>
                  </a:cubicBezTo>
                  <a:cubicBezTo>
                    <a:pt x="144" y="2775"/>
                    <a:pt x="1" y="2891"/>
                    <a:pt x="1" y="3060"/>
                  </a:cubicBezTo>
                  <a:lnTo>
                    <a:pt x="349" y="3060"/>
                  </a:lnTo>
                  <a:lnTo>
                    <a:pt x="349" y="0"/>
                  </a:ln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143"/>
            <p:cNvSpPr/>
            <p:nvPr/>
          </p:nvSpPr>
          <p:spPr>
            <a:xfrm>
              <a:off x="3740379" y="2385596"/>
              <a:ext cx="12677" cy="111183"/>
            </a:xfrm>
            <a:custGeom>
              <a:rect b="b" l="l" r="r" t="t"/>
              <a:pathLst>
                <a:path extrusionOk="0" h="3061" w="349">
                  <a:moveTo>
                    <a:pt x="1" y="0"/>
                  </a:moveTo>
                  <a:lnTo>
                    <a:pt x="1" y="3060"/>
                  </a:lnTo>
                  <a:lnTo>
                    <a:pt x="349" y="3060"/>
                  </a:lnTo>
                  <a:cubicBezTo>
                    <a:pt x="349" y="2891"/>
                    <a:pt x="215" y="2775"/>
                    <a:pt x="269" y="2676"/>
                  </a:cubicBezTo>
                  <a:cubicBezTo>
                    <a:pt x="322" y="2587"/>
                    <a:pt x="206" y="2561"/>
                    <a:pt x="251" y="2480"/>
                  </a:cubicBezTo>
                  <a:cubicBezTo>
                    <a:pt x="304" y="2391"/>
                    <a:pt x="206" y="2284"/>
                    <a:pt x="242" y="2186"/>
                  </a:cubicBezTo>
                  <a:cubicBezTo>
                    <a:pt x="286" y="2088"/>
                    <a:pt x="161" y="2007"/>
                    <a:pt x="215" y="1936"/>
                  </a:cubicBezTo>
                  <a:cubicBezTo>
                    <a:pt x="269" y="1865"/>
                    <a:pt x="170" y="1775"/>
                    <a:pt x="206" y="1713"/>
                  </a:cubicBezTo>
                  <a:cubicBezTo>
                    <a:pt x="242" y="1651"/>
                    <a:pt x="135" y="1579"/>
                    <a:pt x="188" y="1490"/>
                  </a:cubicBezTo>
                  <a:cubicBezTo>
                    <a:pt x="251" y="1410"/>
                    <a:pt x="117" y="1320"/>
                    <a:pt x="153" y="1249"/>
                  </a:cubicBezTo>
                  <a:cubicBezTo>
                    <a:pt x="188" y="1169"/>
                    <a:pt x="81" y="1115"/>
                    <a:pt x="144" y="1017"/>
                  </a:cubicBezTo>
                  <a:cubicBezTo>
                    <a:pt x="197" y="910"/>
                    <a:pt x="81" y="839"/>
                    <a:pt x="117" y="776"/>
                  </a:cubicBezTo>
                  <a:cubicBezTo>
                    <a:pt x="153" y="714"/>
                    <a:pt x="72" y="678"/>
                    <a:pt x="108" y="607"/>
                  </a:cubicBezTo>
                  <a:cubicBezTo>
                    <a:pt x="144" y="535"/>
                    <a:pt x="54" y="455"/>
                    <a:pt x="90" y="393"/>
                  </a:cubicBezTo>
                  <a:cubicBezTo>
                    <a:pt x="126" y="321"/>
                    <a:pt x="45" y="303"/>
                    <a:pt x="72" y="250"/>
                  </a:cubicBezTo>
                  <a:cubicBezTo>
                    <a:pt x="99" y="196"/>
                    <a:pt x="37" y="179"/>
                    <a:pt x="45" y="107"/>
                  </a:cubicBezTo>
                  <a:cubicBezTo>
                    <a:pt x="54" y="45"/>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143"/>
            <p:cNvSpPr/>
            <p:nvPr/>
          </p:nvSpPr>
          <p:spPr>
            <a:xfrm>
              <a:off x="3811678" y="2385596"/>
              <a:ext cx="12677" cy="111183"/>
            </a:xfrm>
            <a:custGeom>
              <a:rect b="b" l="l" r="r" t="t"/>
              <a:pathLst>
                <a:path extrusionOk="0" h="3061" w="349">
                  <a:moveTo>
                    <a:pt x="348" y="0"/>
                  </a:moveTo>
                  <a:cubicBezTo>
                    <a:pt x="348" y="0"/>
                    <a:pt x="304" y="45"/>
                    <a:pt x="313" y="107"/>
                  </a:cubicBezTo>
                  <a:cubicBezTo>
                    <a:pt x="322" y="179"/>
                    <a:pt x="259" y="196"/>
                    <a:pt x="286" y="250"/>
                  </a:cubicBezTo>
                  <a:cubicBezTo>
                    <a:pt x="304" y="303"/>
                    <a:pt x="232" y="321"/>
                    <a:pt x="268" y="393"/>
                  </a:cubicBezTo>
                  <a:cubicBezTo>
                    <a:pt x="304" y="455"/>
                    <a:pt x="215" y="535"/>
                    <a:pt x="250" y="607"/>
                  </a:cubicBezTo>
                  <a:cubicBezTo>
                    <a:pt x="277" y="678"/>
                    <a:pt x="206" y="714"/>
                    <a:pt x="241" y="776"/>
                  </a:cubicBezTo>
                  <a:cubicBezTo>
                    <a:pt x="277" y="839"/>
                    <a:pt x="161" y="910"/>
                    <a:pt x="215" y="1017"/>
                  </a:cubicBezTo>
                  <a:cubicBezTo>
                    <a:pt x="268" y="1115"/>
                    <a:pt x="170" y="1169"/>
                    <a:pt x="206" y="1249"/>
                  </a:cubicBezTo>
                  <a:cubicBezTo>
                    <a:pt x="232" y="1320"/>
                    <a:pt x="108" y="1410"/>
                    <a:pt x="161" y="1490"/>
                  </a:cubicBezTo>
                  <a:cubicBezTo>
                    <a:pt x="224" y="1579"/>
                    <a:pt x="116" y="1651"/>
                    <a:pt x="152" y="1713"/>
                  </a:cubicBezTo>
                  <a:cubicBezTo>
                    <a:pt x="188" y="1775"/>
                    <a:pt x="90" y="1865"/>
                    <a:pt x="143" y="1936"/>
                  </a:cubicBezTo>
                  <a:cubicBezTo>
                    <a:pt x="197" y="2007"/>
                    <a:pt x="72" y="2088"/>
                    <a:pt x="116" y="2186"/>
                  </a:cubicBezTo>
                  <a:cubicBezTo>
                    <a:pt x="152" y="2284"/>
                    <a:pt x="54" y="2391"/>
                    <a:pt x="108" y="2480"/>
                  </a:cubicBezTo>
                  <a:cubicBezTo>
                    <a:pt x="152" y="2561"/>
                    <a:pt x="36" y="2587"/>
                    <a:pt x="90" y="2676"/>
                  </a:cubicBezTo>
                  <a:cubicBezTo>
                    <a:pt x="143" y="2775"/>
                    <a:pt x="1" y="2891"/>
                    <a:pt x="1" y="3060"/>
                  </a:cubicBezTo>
                  <a:lnTo>
                    <a:pt x="348" y="3060"/>
                  </a:lnTo>
                  <a:lnTo>
                    <a:pt x="3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143"/>
            <p:cNvSpPr/>
            <p:nvPr/>
          </p:nvSpPr>
          <p:spPr>
            <a:xfrm>
              <a:off x="3824317" y="2385596"/>
              <a:ext cx="13003" cy="111183"/>
            </a:xfrm>
            <a:custGeom>
              <a:rect b="b" l="l" r="r" t="t"/>
              <a:pathLst>
                <a:path extrusionOk="0" h="3061" w="358">
                  <a:moveTo>
                    <a:pt x="0" y="0"/>
                  </a:moveTo>
                  <a:lnTo>
                    <a:pt x="0" y="3060"/>
                  </a:lnTo>
                  <a:lnTo>
                    <a:pt x="357" y="3060"/>
                  </a:lnTo>
                  <a:cubicBezTo>
                    <a:pt x="357" y="2891"/>
                    <a:pt x="215" y="2775"/>
                    <a:pt x="268" y="2676"/>
                  </a:cubicBezTo>
                  <a:cubicBezTo>
                    <a:pt x="322" y="2587"/>
                    <a:pt x="206" y="2561"/>
                    <a:pt x="250" y="2480"/>
                  </a:cubicBezTo>
                  <a:cubicBezTo>
                    <a:pt x="304" y="2391"/>
                    <a:pt x="206" y="2284"/>
                    <a:pt x="241" y="2186"/>
                  </a:cubicBezTo>
                  <a:cubicBezTo>
                    <a:pt x="286" y="2088"/>
                    <a:pt x="161" y="2007"/>
                    <a:pt x="215" y="1936"/>
                  </a:cubicBezTo>
                  <a:cubicBezTo>
                    <a:pt x="268" y="1865"/>
                    <a:pt x="170" y="1775"/>
                    <a:pt x="206" y="1713"/>
                  </a:cubicBezTo>
                  <a:cubicBezTo>
                    <a:pt x="241" y="1651"/>
                    <a:pt x="134" y="1579"/>
                    <a:pt x="188" y="1490"/>
                  </a:cubicBezTo>
                  <a:cubicBezTo>
                    <a:pt x="250" y="1410"/>
                    <a:pt x="125" y="1320"/>
                    <a:pt x="152" y="1249"/>
                  </a:cubicBezTo>
                  <a:cubicBezTo>
                    <a:pt x="188" y="1169"/>
                    <a:pt x="90" y="1115"/>
                    <a:pt x="143" y="1017"/>
                  </a:cubicBezTo>
                  <a:cubicBezTo>
                    <a:pt x="197" y="910"/>
                    <a:pt x="81" y="839"/>
                    <a:pt x="116" y="776"/>
                  </a:cubicBezTo>
                  <a:cubicBezTo>
                    <a:pt x="152" y="714"/>
                    <a:pt x="81" y="678"/>
                    <a:pt x="107" y="607"/>
                  </a:cubicBezTo>
                  <a:cubicBezTo>
                    <a:pt x="143" y="535"/>
                    <a:pt x="54" y="455"/>
                    <a:pt x="90" y="393"/>
                  </a:cubicBezTo>
                  <a:cubicBezTo>
                    <a:pt x="125" y="321"/>
                    <a:pt x="45" y="303"/>
                    <a:pt x="72" y="250"/>
                  </a:cubicBezTo>
                  <a:cubicBezTo>
                    <a:pt x="99" y="196"/>
                    <a:pt x="36" y="179"/>
                    <a:pt x="45" y="107"/>
                  </a:cubicBezTo>
                  <a:cubicBezTo>
                    <a:pt x="54" y="45"/>
                    <a:pt x="0" y="0"/>
                    <a:pt x="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143"/>
            <p:cNvSpPr/>
            <p:nvPr/>
          </p:nvSpPr>
          <p:spPr>
            <a:xfrm>
              <a:off x="3783492" y="2418649"/>
              <a:ext cx="8790" cy="78130"/>
            </a:xfrm>
            <a:custGeom>
              <a:rect b="b" l="l" r="r" t="t"/>
              <a:pathLst>
                <a:path extrusionOk="0" h="2151" w="242">
                  <a:moveTo>
                    <a:pt x="241" y="0"/>
                  </a:moveTo>
                  <a:cubicBezTo>
                    <a:pt x="241" y="0"/>
                    <a:pt x="214" y="27"/>
                    <a:pt x="214" y="71"/>
                  </a:cubicBezTo>
                  <a:cubicBezTo>
                    <a:pt x="223" y="116"/>
                    <a:pt x="179" y="134"/>
                    <a:pt x="197" y="170"/>
                  </a:cubicBezTo>
                  <a:cubicBezTo>
                    <a:pt x="214" y="205"/>
                    <a:pt x="161" y="223"/>
                    <a:pt x="188" y="268"/>
                  </a:cubicBezTo>
                  <a:cubicBezTo>
                    <a:pt x="206" y="312"/>
                    <a:pt x="143" y="375"/>
                    <a:pt x="170" y="419"/>
                  </a:cubicBezTo>
                  <a:cubicBezTo>
                    <a:pt x="197" y="473"/>
                    <a:pt x="143" y="500"/>
                    <a:pt x="161" y="544"/>
                  </a:cubicBezTo>
                  <a:cubicBezTo>
                    <a:pt x="188" y="589"/>
                    <a:pt x="107" y="634"/>
                    <a:pt x="152" y="714"/>
                  </a:cubicBezTo>
                  <a:cubicBezTo>
                    <a:pt x="188" y="785"/>
                    <a:pt x="116" y="821"/>
                    <a:pt x="143" y="874"/>
                  </a:cubicBezTo>
                  <a:cubicBezTo>
                    <a:pt x="161" y="928"/>
                    <a:pt x="72" y="990"/>
                    <a:pt x="116" y="1044"/>
                  </a:cubicBezTo>
                  <a:cubicBezTo>
                    <a:pt x="152" y="1106"/>
                    <a:pt x="81" y="1160"/>
                    <a:pt x="99" y="1204"/>
                  </a:cubicBezTo>
                  <a:cubicBezTo>
                    <a:pt x="125" y="1249"/>
                    <a:pt x="63" y="1312"/>
                    <a:pt x="99" y="1356"/>
                  </a:cubicBezTo>
                  <a:cubicBezTo>
                    <a:pt x="134" y="1410"/>
                    <a:pt x="45" y="1472"/>
                    <a:pt x="72" y="1535"/>
                  </a:cubicBezTo>
                  <a:cubicBezTo>
                    <a:pt x="107" y="1606"/>
                    <a:pt x="36" y="1677"/>
                    <a:pt x="72" y="1740"/>
                  </a:cubicBezTo>
                  <a:cubicBezTo>
                    <a:pt x="107" y="1802"/>
                    <a:pt x="18" y="1820"/>
                    <a:pt x="63" y="1882"/>
                  </a:cubicBezTo>
                  <a:cubicBezTo>
                    <a:pt x="99" y="1945"/>
                    <a:pt x="0" y="2034"/>
                    <a:pt x="0" y="2150"/>
                  </a:cubicBezTo>
                  <a:lnTo>
                    <a:pt x="241" y="2150"/>
                  </a:lnTo>
                  <a:lnTo>
                    <a:pt x="2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143"/>
            <p:cNvSpPr/>
            <p:nvPr/>
          </p:nvSpPr>
          <p:spPr>
            <a:xfrm>
              <a:off x="3792246" y="2418649"/>
              <a:ext cx="9117" cy="78130"/>
            </a:xfrm>
            <a:custGeom>
              <a:rect b="b" l="l" r="r" t="t"/>
              <a:pathLst>
                <a:path extrusionOk="0" h="2151" w="251">
                  <a:moveTo>
                    <a:pt x="0" y="0"/>
                  </a:moveTo>
                  <a:lnTo>
                    <a:pt x="0" y="2150"/>
                  </a:lnTo>
                  <a:lnTo>
                    <a:pt x="250" y="2150"/>
                  </a:lnTo>
                  <a:cubicBezTo>
                    <a:pt x="250" y="2034"/>
                    <a:pt x="152" y="1945"/>
                    <a:pt x="188" y="1882"/>
                  </a:cubicBezTo>
                  <a:cubicBezTo>
                    <a:pt x="232" y="1820"/>
                    <a:pt x="143" y="1802"/>
                    <a:pt x="179" y="1740"/>
                  </a:cubicBezTo>
                  <a:cubicBezTo>
                    <a:pt x="214" y="1677"/>
                    <a:pt x="143" y="1606"/>
                    <a:pt x="170" y="1535"/>
                  </a:cubicBezTo>
                  <a:cubicBezTo>
                    <a:pt x="205" y="1472"/>
                    <a:pt x="116" y="1410"/>
                    <a:pt x="152" y="1356"/>
                  </a:cubicBezTo>
                  <a:cubicBezTo>
                    <a:pt x="188" y="1312"/>
                    <a:pt x="125" y="1249"/>
                    <a:pt x="143" y="1204"/>
                  </a:cubicBezTo>
                  <a:cubicBezTo>
                    <a:pt x="170" y="1160"/>
                    <a:pt x="98" y="1106"/>
                    <a:pt x="134" y="1044"/>
                  </a:cubicBezTo>
                  <a:cubicBezTo>
                    <a:pt x="179" y="990"/>
                    <a:pt x="89" y="928"/>
                    <a:pt x="107" y="874"/>
                  </a:cubicBezTo>
                  <a:cubicBezTo>
                    <a:pt x="134" y="821"/>
                    <a:pt x="63" y="785"/>
                    <a:pt x="98" y="714"/>
                  </a:cubicBezTo>
                  <a:cubicBezTo>
                    <a:pt x="134" y="634"/>
                    <a:pt x="63" y="589"/>
                    <a:pt x="81" y="544"/>
                  </a:cubicBezTo>
                  <a:cubicBezTo>
                    <a:pt x="107" y="500"/>
                    <a:pt x="54" y="473"/>
                    <a:pt x="81" y="419"/>
                  </a:cubicBezTo>
                  <a:cubicBezTo>
                    <a:pt x="98" y="375"/>
                    <a:pt x="36" y="312"/>
                    <a:pt x="63" y="268"/>
                  </a:cubicBezTo>
                  <a:cubicBezTo>
                    <a:pt x="89" y="223"/>
                    <a:pt x="36" y="205"/>
                    <a:pt x="54" y="170"/>
                  </a:cubicBezTo>
                  <a:cubicBezTo>
                    <a:pt x="72" y="134"/>
                    <a:pt x="27" y="116"/>
                    <a:pt x="27" y="71"/>
                  </a:cubicBezTo>
                  <a:cubicBezTo>
                    <a:pt x="36" y="27"/>
                    <a:pt x="0" y="0"/>
                    <a:pt x="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0" name="Google Shape;9180;p143"/>
          <p:cNvGrpSpPr/>
          <p:nvPr/>
        </p:nvGrpSpPr>
        <p:grpSpPr>
          <a:xfrm>
            <a:off x="1625044" y="817756"/>
            <a:ext cx="2727215" cy="4882361"/>
            <a:chOff x="3812879" y="2405538"/>
            <a:chExt cx="723975" cy="1296087"/>
          </a:xfrm>
        </p:grpSpPr>
        <p:sp>
          <p:nvSpPr>
            <p:cNvPr id="9181" name="Google Shape;9181;p143"/>
            <p:cNvSpPr/>
            <p:nvPr/>
          </p:nvSpPr>
          <p:spPr>
            <a:xfrm>
              <a:off x="4165461" y="2658422"/>
              <a:ext cx="79464" cy="1039936"/>
            </a:xfrm>
            <a:custGeom>
              <a:rect b="b" l="l" r="r" t="t"/>
              <a:pathLst>
                <a:path extrusionOk="0" h="19735" w="1508">
                  <a:moveTo>
                    <a:pt x="357" y="1"/>
                  </a:moveTo>
                  <a:cubicBezTo>
                    <a:pt x="357" y="1"/>
                    <a:pt x="0" y="982"/>
                    <a:pt x="357" y="3088"/>
                  </a:cubicBezTo>
                  <a:cubicBezTo>
                    <a:pt x="634" y="4720"/>
                    <a:pt x="357" y="19734"/>
                    <a:pt x="357" y="19734"/>
                  </a:cubicBezTo>
                  <a:lnTo>
                    <a:pt x="1151" y="19734"/>
                  </a:lnTo>
                  <a:cubicBezTo>
                    <a:pt x="1151" y="19734"/>
                    <a:pt x="874" y="4720"/>
                    <a:pt x="1151" y="3088"/>
                  </a:cubicBezTo>
                  <a:cubicBezTo>
                    <a:pt x="1508" y="982"/>
                    <a:pt x="1151" y="1"/>
                    <a:pt x="1151"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143"/>
            <p:cNvSpPr/>
            <p:nvPr/>
          </p:nvSpPr>
          <p:spPr>
            <a:xfrm>
              <a:off x="4201188" y="2658422"/>
              <a:ext cx="43737" cy="1039936"/>
            </a:xfrm>
            <a:custGeom>
              <a:rect b="b" l="l" r="r" t="t"/>
              <a:pathLst>
                <a:path extrusionOk="0" h="19735" w="830">
                  <a:moveTo>
                    <a:pt x="277" y="1"/>
                  </a:moveTo>
                  <a:cubicBezTo>
                    <a:pt x="277" y="1"/>
                    <a:pt x="634" y="982"/>
                    <a:pt x="277" y="3088"/>
                  </a:cubicBezTo>
                  <a:cubicBezTo>
                    <a:pt x="0" y="4720"/>
                    <a:pt x="277" y="19734"/>
                    <a:pt x="277" y="19734"/>
                  </a:cubicBezTo>
                  <a:lnTo>
                    <a:pt x="473" y="19734"/>
                  </a:lnTo>
                  <a:cubicBezTo>
                    <a:pt x="473" y="19734"/>
                    <a:pt x="196" y="4720"/>
                    <a:pt x="473" y="3088"/>
                  </a:cubicBezTo>
                  <a:cubicBezTo>
                    <a:pt x="830" y="982"/>
                    <a:pt x="473" y="1"/>
                    <a:pt x="473"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143"/>
            <p:cNvSpPr/>
            <p:nvPr/>
          </p:nvSpPr>
          <p:spPr>
            <a:xfrm>
              <a:off x="3954365" y="2405538"/>
              <a:ext cx="501656" cy="392578"/>
            </a:xfrm>
            <a:custGeom>
              <a:rect b="b" l="l" r="r" t="t"/>
              <a:pathLst>
                <a:path extrusionOk="0" h="7450" w="9520">
                  <a:moveTo>
                    <a:pt x="3712" y="0"/>
                  </a:moveTo>
                  <a:lnTo>
                    <a:pt x="3712" y="0"/>
                  </a:lnTo>
                  <a:cubicBezTo>
                    <a:pt x="3944" y="830"/>
                    <a:pt x="4042" y="1481"/>
                    <a:pt x="4042" y="1481"/>
                  </a:cubicBezTo>
                  <a:cubicBezTo>
                    <a:pt x="3426" y="456"/>
                    <a:pt x="2436" y="125"/>
                    <a:pt x="2436" y="125"/>
                  </a:cubicBezTo>
                  <a:lnTo>
                    <a:pt x="2436" y="125"/>
                  </a:lnTo>
                  <a:cubicBezTo>
                    <a:pt x="3533" y="884"/>
                    <a:pt x="3748" y="1945"/>
                    <a:pt x="3748" y="1945"/>
                  </a:cubicBezTo>
                  <a:cubicBezTo>
                    <a:pt x="2998" y="937"/>
                    <a:pt x="1562" y="919"/>
                    <a:pt x="1562" y="919"/>
                  </a:cubicBezTo>
                  <a:lnTo>
                    <a:pt x="1562" y="919"/>
                  </a:lnTo>
                  <a:cubicBezTo>
                    <a:pt x="2481" y="1214"/>
                    <a:pt x="3087" y="2017"/>
                    <a:pt x="3087" y="2017"/>
                  </a:cubicBezTo>
                  <a:cubicBezTo>
                    <a:pt x="3087" y="2017"/>
                    <a:pt x="2561" y="1597"/>
                    <a:pt x="1758" y="1526"/>
                  </a:cubicBezTo>
                  <a:cubicBezTo>
                    <a:pt x="1614" y="1513"/>
                    <a:pt x="1482" y="1508"/>
                    <a:pt x="1362" y="1508"/>
                  </a:cubicBezTo>
                  <a:cubicBezTo>
                    <a:pt x="826" y="1508"/>
                    <a:pt x="545" y="1615"/>
                    <a:pt x="545" y="1615"/>
                  </a:cubicBezTo>
                  <a:cubicBezTo>
                    <a:pt x="1954" y="1651"/>
                    <a:pt x="2436" y="2302"/>
                    <a:pt x="2436" y="2302"/>
                  </a:cubicBezTo>
                  <a:cubicBezTo>
                    <a:pt x="2107" y="2194"/>
                    <a:pt x="1771" y="2170"/>
                    <a:pt x="1534" y="2170"/>
                  </a:cubicBezTo>
                  <a:cubicBezTo>
                    <a:pt x="1340" y="2170"/>
                    <a:pt x="1214" y="2186"/>
                    <a:pt x="1214" y="2186"/>
                  </a:cubicBezTo>
                  <a:cubicBezTo>
                    <a:pt x="2186" y="2347"/>
                    <a:pt x="2606" y="2837"/>
                    <a:pt x="2606" y="2837"/>
                  </a:cubicBezTo>
                  <a:cubicBezTo>
                    <a:pt x="2606" y="2837"/>
                    <a:pt x="2146" y="2706"/>
                    <a:pt x="1646" y="2706"/>
                  </a:cubicBezTo>
                  <a:cubicBezTo>
                    <a:pt x="1396" y="2706"/>
                    <a:pt x="1137" y="2739"/>
                    <a:pt x="920" y="2837"/>
                  </a:cubicBezTo>
                  <a:cubicBezTo>
                    <a:pt x="259" y="3132"/>
                    <a:pt x="134" y="3720"/>
                    <a:pt x="134" y="3720"/>
                  </a:cubicBezTo>
                  <a:cubicBezTo>
                    <a:pt x="439" y="3339"/>
                    <a:pt x="929" y="3103"/>
                    <a:pt x="1520" y="3103"/>
                  </a:cubicBezTo>
                  <a:cubicBezTo>
                    <a:pt x="1552" y="3103"/>
                    <a:pt x="1583" y="3104"/>
                    <a:pt x="1615" y="3105"/>
                  </a:cubicBezTo>
                  <a:cubicBezTo>
                    <a:pt x="2168" y="3123"/>
                    <a:pt x="2436" y="3364"/>
                    <a:pt x="2436" y="3364"/>
                  </a:cubicBezTo>
                  <a:cubicBezTo>
                    <a:pt x="2436" y="3364"/>
                    <a:pt x="2270" y="3337"/>
                    <a:pt x="2019" y="3337"/>
                  </a:cubicBezTo>
                  <a:cubicBezTo>
                    <a:pt x="1709" y="3337"/>
                    <a:pt x="1271" y="3378"/>
                    <a:pt x="857" y="3560"/>
                  </a:cubicBezTo>
                  <a:cubicBezTo>
                    <a:pt x="108" y="3890"/>
                    <a:pt x="1" y="4488"/>
                    <a:pt x="1" y="4488"/>
                  </a:cubicBezTo>
                  <a:cubicBezTo>
                    <a:pt x="500" y="3935"/>
                    <a:pt x="1383" y="3828"/>
                    <a:pt x="1383" y="3828"/>
                  </a:cubicBezTo>
                  <a:lnTo>
                    <a:pt x="1383" y="3828"/>
                  </a:lnTo>
                  <a:cubicBezTo>
                    <a:pt x="242" y="4390"/>
                    <a:pt x="63" y="5362"/>
                    <a:pt x="63" y="5362"/>
                  </a:cubicBezTo>
                  <a:cubicBezTo>
                    <a:pt x="429" y="4969"/>
                    <a:pt x="1134" y="4755"/>
                    <a:pt x="1134" y="4755"/>
                  </a:cubicBezTo>
                  <a:lnTo>
                    <a:pt x="1134" y="4755"/>
                  </a:lnTo>
                  <a:cubicBezTo>
                    <a:pt x="384" y="5335"/>
                    <a:pt x="152" y="6156"/>
                    <a:pt x="152" y="6156"/>
                  </a:cubicBezTo>
                  <a:cubicBezTo>
                    <a:pt x="652" y="5469"/>
                    <a:pt x="1544" y="5157"/>
                    <a:pt x="1544" y="5157"/>
                  </a:cubicBezTo>
                  <a:lnTo>
                    <a:pt x="1544" y="5157"/>
                  </a:lnTo>
                  <a:cubicBezTo>
                    <a:pt x="1160" y="5630"/>
                    <a:pt x="1044" y="6272"/>
                    <a:pt x="1044" y="6272"/>
                  </a:cubicBezTo>
                  <a:cubicBezTo>
                    <a:pt x="1624" y="4961"/>
                    <a:pt x="2659" y="4755"/>
                    <a:pt x="2659" y="4755"/>
                  </a:cubicBezTo>
                  <a:lnTo>
                    <a:pt x="2659" y="4755"/>
                  </a:lnTo>
                  <a:cubicBezTo>
                    <a:pt x="1642" y="5273"/>
                    <a:pt x="1473" y="6647"/>
                    <a:pt x="1473" y="6647"/>
                  </a:cubicBezTo>
                  <a:cubicBezTo>
                    <a:pt x="1963" y="5362"/>
                    <a:pt x="2891" y="4969"/>
                    <a:pt x="2891" y="4969"/>
                  </a:cubicBezTo>
                  <a:lnTo>
                    <a:pt x="2891" y="4969"/>
                  </a:lnTo>
                  <a:cubicBezTo>
                    <a:pt x="1892" y="6067"/>
                    <a:pt x="2284" y="7316"/>
                    <a:pt x="2284" y="7316"/>
                  </a:cubicBezTo>
                  <a:cubicBezTo>
                    <a:pt x="2284" y="6236"/>
                    <a:pt x="2802" y="5674"/>
                    <a:pt x="2802" y="5674"/>
                  </a:cubicBezTo>
                  <a:lnTo>
                    <a:pt x="2802" y="5674"/>
                  </a:lnTo>
                  <a:cubicBezTo>
                    <a:pt x="2579" y="6272"/>
                    <a:pt x="2686" y="6780"/>
                    <a:pt x="2686" y="6780"/>
                  </a:cubicBezTo>
                  <a:cubicBezTo>
                    <a:pt x="2900" y="5630"/>
                    <a:pt x="3533" y="5166"/>
                    <a:pt x="3533" y="5166"/>
                  </a:cubicBezTo>
                  <a:lnTo>
                    <a:pt x="3533" y="5166"/>
                  </a:lnTo>
                  <a:cubicBezTo>
                    <a:pt x="3150" y="5853"/>
                    <a:pt x="3221" y="6896"/>
                    <a:pt x="3221" y="6896"/>
                  </a:cubicBezTo>
                  <a:cubicBezTo>
                    <a:pt x="3408" y="5701"/>
                    <a:pt x="4015" y="5023"/>
                    <a:pt x="4015" y="5023"/>
                  </a:cubicBezTo>
                  <a:lnTo>
                    <a:pt x="4015" y="5023"/>
                  </a:lnTo>
                  <a:cubicBezTo>
                    <a:pt x="3542" y="6192"/>
                    <a:pt x="4033" y="7449"/>
                    <a:pt x="4033" y="7449"/>
                  </a:cubicBezTo>
                  <a:cubicBezTo>
                    <a:pt x="3872" y="5415"/>
                    <a:pt x="4756" y="4800"/>
                    <a:pt x="4756" y="4800"/>
                  </a:cubicBezTo>
                  <a:cubicBezTo>
                    <a:pt x="4756" y="4800"/>
                    <a:pt x="5639" y="5415"/>
                    <a:pt x="5487" y="7449"/>
                  </a:cubicBezTo>
                  <a:cubicBezTo>
                    <a:pt x="5487" y="7449"/>
                    <a:pt x="5978" y="6192"/>
                    <a:pt x="5505" y="5023"/>
                  </a:cubicBezTo>
                  <a:lnTo>
                    <a:pt x="5505" y="5023"/>
                  </a:lnTo>
                  <a:cubicBezTo>
                    <a:pt x="5505" y="5023"/>
                    <a:pt x="6103" y="5701"/>
                    <a:pt x="6299" y="6896"/>
                  </a:cubicBezTo>
                  <a:cubicBezTo>
                    <a:pt x="6299" y="6896"/>
                    <a:pt x="6361" y="5853"/>
                    <a:pt x="5987" y="5166"/>
                  </a:cubicBezTo>
                  <a:lnTo>
                    <a:pt x="5987" y="5166"/>
                  </a:lnTo>
                  <a:cubicBezTo>
                    <a:pt x="5987" y="5166"/>
                    <a:pt x="6620" y="5630"/>
                    <a:pt x="6834" y="6780"/>
                  </a:cubicBezTo>
                  <a:cubicBezTo>
                    <a:pt x="6834" y="6780"/>
                    <a:pt x="6941" y="6272"/>
                    <a:pt x="6718" y="5674"/>
                  </a:cubicBezTo>
                  <a:lnTo>
                    <a:pt x="6718" y="5674"/>
                  </a:lnTo>
                  <a:cubicBezTo>
                    <a:pt x="6718" y="5674"/>
                    <a:pt x="7236" y="6236"/>
                    <a:pt x="7236" y="7316"/>
                  </a:cubicBezTo>
                  <a:cubicBezTo>
                    <a:pt x="7236" y="7316"/>
                    <a:pt x="7628" y="6067"/>
                    <a:pt x="6629" y="4969"/>
                  </a:cubicBezTo>
                  <a:lnTo>
                    <a:pt x="6629" y="4969"/>
                  </a:lnTo>
                  <a:cubicBezTo>
                    <a:pt x="6629" y="4969"/>
                    <a:pt x="7557" y="5362"/>
                    <a:pt x="8047" y="6647"/>
                  </a:cubicBezTo>
                  <a:cubicBezTo>
                    <a:pt x="8047" y="6647"/>
                    <a:pt x="7878" y="5273"/>
                    <a:pt x="6861" y="4755"/>
                  </a:cubicBezTo>
                  <a:lnTo>
                    <a:pt x="6861" y="4755"/>
                  </a:lnTo>
                  <a:cubicBezTo>
                    <a:pt x="6861" y="4755"/>
                    <a:pt x="7896" y="4961"/>
                    <a:pt x="8467" y="6272"/>
                  </a:cubicBezTo>
                  <a:cubicBezTo>
                    <a:pt x="8467" y="6272"/>
                    <a:pt x="8351" y="5630"/>
                    <a:pt x="7976" y="5157"/>
                  </a:cubicBezTo>
                  <a:lnTo>
                    <a:pt x="7976" y="5157"/>
                  </a:lnTo>
                  <a:cubicBezTo>
                    <a:pt x="7976" y="5157"/>
                    <a:pt x="8868" y="5469"/>
                    <a:pt x="9368" y="6156"/>
                  </a:cubicBezTo>
                  <a:cubicBezTo>
                    <a:pt x="9368" y="6156"/>
                    <a:pt x="9136" y="5335"/>
                    <a:pt x="8386" y="4755"/>
                  </a:cubicBezTo>
                  <a:lnTo>
                    <a:pt x="8386" y="4755"/>
                  </a:lnTo>
                  <a:cubicBezTo>
                    <a:pt x="8387" y="4755"/>
                    <a:pt x="9091" y="4969"/>
                    <a:pt x="9457" y="5362"/>
                  </a:cubicBezTo>
                  <a:cubicBezTo>
                    <a:pt x="9457" y="5362"/>
                    <a:pt x="9270" y="4390"/>
                    <a:pt x="8128" y="3828"/>
                  </a:cubicBezTo>
                  <a:lnTo>
                    <a:pt x="8128" y="3828"/>
                  </a:lnTo>
                  <a:cubicBezTo>
                    <a:pt x="8128" y="3828"/>
                    <a:pt x="9020" y="3935"/>
                    <a:pt x="9519" y="4488"/>
                  </a:cubicBezTo>
                  <a:cubicBezTo>
                    <a:pt x="9519" y="4488"/>
                    <a:pt x="9412" y="3890"/>
                    <a:pt x="8663" y="3560"/>
                  </a:cubicBezTo>
                  <a:cubicBezTo>
                    <a:pt x="8249" y="3378"/>
                    <a:pt x="7811" y="3337"/>
                    <a:pt x="7501" y="3337"/>
                  </a:cubicBezTo>
                  <a:cubicBezTo>
                    <a:pt x="7250" y="3337"/>
                    <a:pt x="7084" y="3364"/>
                    <a:pt x="7084" y="3364"/>
                  </a:cubicBezTo>
                  <a:cubicBezTo>
                    <a:pt x="7084" y="3364"/>
                    <a:pt x="7352" y="3123"/>
                    <a:pt x="7905" y="3105"/>
                  </a:cubicBezTo>
                  <a:cubicBezTo>
                    <a:pt x="7937" y="3104"/>
                    <a:pt x="7968" y="3103"/>
                    <a:pt x="8000" y="3103"/>
                  </a:cubicBezTo>
                  <a:cubicBezTo>
                    <a:pt x="8590" y="3103"/>
                    <a:pt x="9072" y="3339"/>
                    <a:pt x="9386" y="3720"/>
                  </a:cubicBezTo>
                  <a:cubicBezTo>
                    <a:pt x="9386" y="3720"/>
                    <a:pt x="9261" y="3132"/>
                    <a:pt x="8601" y="2837"/>
                  </a:cubicBezTo>
                  <a:cubicBezTo>
                    <a:pt x="8383" y="2739"/>
                    <a:pt x="8123" y="2706"/>
                    <a:pt x="7872" y="2706"/>
                  </a:cubicBezTo>
                  <a:cubicBezTo>
                    <a:pt x="7369" y="2706"/>
                    <a:pt x="6906" y="2837"/>
                    <a:pt x="6906" y="2837"/>
                  </a:cubicBezTo>
                  <a:cubicBezTo>
                    <a:pt x="6906" y="2837"/>
                    <a:pt x="7334" y="2347"/>
                    <a:pt x="8306" y="2186"/>
                  </a:cubicBezTo>
                  <a:cubicBezTo>
                    <a:pt x="8306" y="2186"/>
                    <a:pt x="8180" y="2170"/>
                    <a:pt x="7985" y="2170"/>
                  </a:cubicBezTo>
                  <a:cubicBezTo>
                    <a:pt x="7748" y="2170"/>
                    <a:pt x="7409" y="2194"/>
                    <a:pt x="7075" y="2302"/>
                  </a:cubicBezTo>
                  <a:cubicBezTo>
                    <a:pt x="7075" y="2302"/>
                    <a:pt x="7566" y="1651"/>
                    <a:pt x="8975" y="1615"/>
                  </a:cubicBezTo>
                  <a:cubicBezTo>
                    <a:pt x="8975" y="1615"/>
                    <a:pt x="8689" y="1508"/>
                    <a:pt x="8149" y="1508"/>
                  </a:cubicBezTo>
                  <a:cubicBezTo>
                    <a:pt x="8030" y="1508"/>
                    <a:pt x="7897" y="1513"/>
                    <a:pt x="7753" y="1526"/>
                  </a:cubicBezTo>
                  <a:cubicBezTo>
                    <a:pt x="6959" y="1597"/>
                    <a:pt x="6433" y="2017"/>
                    <a:pt x="6433" y="2017"/>
                  </a:cubicBezTo>
                  <a:cubicBezTo>
                    <a:pt x="6433" y="2017"/>
                    <a:pt x="7030" y="1214"/>
                    <a:pt x="7958" y="919"/>
                  </a:cubicBezTo>
                  <a:lnTo>
                    <a:pt x="7958" y="919"/>
                  </a:lnTo>
                  <a:cubicBezTo>
                    <a:pt x="7958" y="919"/>
                    <a:pt x="6522" y="937"/>
                    <a:pt x="5773" y="1945"/>
                  </a:cubicBezTo>
                  <a:cubicBezTo>
                    <a:pt x="5773" y="1945"/>
                    <a:pt x="5978" y="884"/>
                    <a:pt x="7084" y="125"/>
                  </a:cubicBezTo>
                  <a:lnTo>
                    <a:pt x="7084" y="125"/>
                  </a:lnTo>
                  <a:cubicBezTo>
                    <a:pt x="7084" y="125"/>
                    <a:pt x="6094" y="456"/>
                    <a:pt x="5469" y="1481"/>
                  </a:cubicBezTo>
                  <a:cubicBezTo>
                    <a:pt x="5469" y="1481"/>
                    <a:pt x="5576" y="830"/>
                    <a:pt x="5808" y="0"/>
                  </a:cubicBezTo>
                  <a:lnTo>
                    <a:pt x="5808" y="0"/>
                  </a:lnTo>
                  <a:cubicBezTo>
                    <a:pt x="5808" y="1"/>
                    <a:pt x="5014" y="518"/>
                    <a:pt x="4756" y="1633"/>
                  </a:cubicBezTo>
                  <a:cubicBezTo>
                    <a:pt x="4506" y="518"/>
                    <a:pt x="3712" y="1"/>
                    <a:pt x="37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143"/>
            <p:cNvSpPr/>
            <p:nvPr/>
          </p:nvSpPr>
          <p:spPr>
            <a:xfrm>
              <a:off x="4055434" y="2498123"/>
              <a:ext cx="299518" cy="234177"/>
            </a:xfrm>
            <a:custGeom>
              <a:rect b="b" l="l" r="r" t="t"/>
              <a:pathLst>
                <a:path extrusionOk="0" h="4444" w="5684">
                  <a:moveTo>
                    <a:pt x="2213" y="1"/>
                  </a:moveTo>
                  <a:lnTo>
                    <a:pt x="2213" y="1"/>
                  </a:lnTo>
                  <a:cubicBezTo>
                    <a:pt x="2356" y="492"/>
                    <a:pt x="2418" y="884"/>
                    <a:pt x="2418" y="884"/>
                  </a:cubicBezTo>
                  <a:cubicBezTo>
                    <a:pt x="2044" y="269"/>
                    <a:pt x="1455" y="72"/>
                    <a:pt x="1455" y="72"/>
                  </a:cubicBezTo>
                  <a:lnTo>
                    <a:pt x="1455" y="72"/>
                  </a:lnTo>
                  <a:cubicBezTo>
                    <a:pt x="2115" y="527"/>
                    <a:pt x="2231" y="1161"/>
                    <a:pt x="2231" y="1161"/>
                  </a:cubicBezTo>
                  <a:cubicBezTo>
                    <a:pt x="1794" y="554"/>
                    <a:pt x="938" y="545"/>
                    <a:pt x="937" y="545"/>
                  </a:cubicBezTo>
                  <a:lnTo>
                    <a:pt x="937" y="545"/>
                  </a:lnTo>
                  <a:cubicBezTo>
                    <a:pt x="1482" y="715"/>
                    <a:pt x="1847" y="1205"/>
                    <a:pt x="1847" y="1205"/>
                  </a:cubicBezTo>
                  <a:cubicBezTo>
                    <a:pt x="1847" y="1205"/>
                    <a:pt x="1526" y="955"/>
                    <a:pt x="1053" y="911"/>
                  </a:cubicBezTo>
                  <a:cubicBezTo>
                    <a:pt x="966" y="903"/>
                    <a:pt x="886" y="899"/>
                    <a:pt x="814" y="899"/>
                  </a:cubicBezTo>
                  <a:cubicBezTo>
                    <a:pt x="497" y="899"/>
                    <a:pt x="331" y="964"/>
                    <a:pt x="331" y="964"/>
                  </a:cubicBezTo>
                  <a:cubicBezTo>
                    <a:pt x="1169" y="982"/>
                    <a:pt x="1455" y="1366"/>
                    <a:pt x="1455" y="1366"/>
                  </a:cubicBezTo>
                  <a:cubicBezTo>
                    <a:pt x="1241" y="1302"/>
                    <a:pt x="1020" y="1289"/>
                    <a:pt x="878" y="1289"/>
                  </a:cubicBezTo>
                  <a:cubicBezTo>
                    <a:pt x="783" y="1289"/>
                    <a:pt x="723" y="1294"/>
                    <a:pt x="723" y="1294"/>
                  </a:cubicBezTo>
                  <a:cubicBezTo>
                    <a:pt x="1303" y="1393"/>
                    <a:pt x="1562" y="1687"/>
                    <a:pt x="1562" y="1687"/>
                  </a:cubicBezTo>
                  <a:cubicBezTo>
                    <a:pt x="1562" y="1687"/>
                    <a:pt x="1284" y="1612"/>
                    <a:pt x="983" y="1612"/>
                  </a:cubicBezTo>
                  <a:cubicBezTo>
                    <a:pt x="832" y="1612"/>
                    <a:pt x="676" y="1630"/>
                    <a:pt x="545" y="1687"/>
                  </a:cubicBezTo>
                  <a:cubicBezTo>
                    <a:pt x="161" y="1865"/>
                    <a:pt x="81" y="2213"/>
                    <a:pt x="81" y="2213"/>
                  </a:cubicBezTo>
                  <a:cubicBezTo>
                    <a:pt x="267" y="1994"/>
                    <a:pt x="556" y="1846"/>
                    <a:pt x="905" y="1846"/>
                  </a:cubicBezTo>
                  <a:cubicBezTo>
                    <a:pt x="924" y="1846"/>
                    <a:pt x="944" y="1847"/>
                    <a:pt x="964" y="1848"/>
                  </a:cubicBezTo>
                  <a:cubicBezTo>
                    <a:pt x="1294" y="1856"/>
                    <a:pt x="1455" y="2008"/>
                    <a:pt x="1455" y="2008"/>
                  </a:cubicBezTo>
                  <a:cubicBezTo>
                    <a:pt x="1455" y="2008"/>
                    <a:pt x="1349" y="1989"/>
                    <a:pt x="1189" y="1989"/>
                  </a:cubicBezTo>
                  <a:cubicBezTo>
                    <a:pt x="1006" y="1989"/>
                    <a:pt x="753" y="2014"/>
                    <a:pt x="509" y="2124"/>
                  </a:cubicBezTo>
                  <a:cubicBezTo>
                    <a:pt x="63" y="2320"/>
                    <a:pt x="1" y="2677"/>
                    <a:pt x="1" y="2677"/>
                  </a:cubicBezTo>
                  <a:cubicBezTo>
                    <a:pt x="295" y="2347"/>
                    <a:pt x="830" y="2276"/>
                    <a:pt x="830" y="2276"/>
                  </a:cubicBezTo>
                  <a:lnTo>
                    <a:pt x="830" y="2276"/>
                  </a:lnTo>
                  <a:cubicBezTo>
                    <a:pt x="152" y="2615"/>
                    <a:pt x="36" y="3195"/>
                    <a:pt x="36" y="3195"/>
                  </a:cubicBezTo>
                  <a:cubicBezTo>
                    <a:pt x="259" y="2963"/>
                    <a:pt x="679" y="2829"/>
                    <a:pt x="679" y="2829"/>
                  </a:cubicBezTo>
                  <a:lnTo>
                    <a:pt x="679" y="2829"/>
                  </a:lnTo>
                  <a:cubicBezTo>
                    <a:pt x="233" y="3177"/>
                    <a:pt x="90" y="3667"/>
                    <a:pt x="90" y="3667"/>
                  </a:cubicBezTo>
                  <a:cubicBezTo>
                    <a:pt x="393" y="3266"/>
                    <a:pt x="919" y="3079"/>
                    <a:pt x="920" y="3079"/>
                  </a:cubicBezTo>
                  <a:lnTo>
                    <a:pt x="920" y="3079"/>
                  </a:lnTo>
                  <a:cubicBezTo>
                    <a:pt x="697" y="3355"/>
                    <a:pt x="625" y="3739"/>
                    <a:pt x="625" y="3739"/>
                  </a:cubicBezTo>
                  <a:cubicBezTo>
                    <a:pt x="973" y="2954"/>
                    <a:pt x="1589" y="2829"/>
                    <a:pt x="1589" y="2829"/>
                  </a:cubicBezTo>
                  <a:lnTo>
                    <a:pt x="1589" y="2829"/>
                  </a:lnTo>
                  <a:cubicBezTo>
                    <a:pt x="982" y="3141"/>
                    <a:pt x="884" y="3962"/>
                    <a:pt x="884" y="3962"/>
                  </a:cubicBezTo>
                  <a:cubicBezTo>
                    <a:pt x="1169" y="3195"/>
                    <a:pt x="1722" y="2963"/>
                    <a:pt x="1722" y="2963"/>
                  </a:cubicBezTo>
                  <a:lnTo>
                    <a:pt x="1722" y="2963"/>
                  </a:lnTo>
                  <a:cubicBezTo>
                    <a:pt x="1125" y="3614"/>
                    <a:pt x="1366" y="4363"/>
                    <a:pt x="1366" y="4363"/>
                  </a:cubicBezTo>
                  <a:cubicBezTo>
                    <a:pt x="1366" y="3712"/>
                    <a:pt x="1669" y="3382"/>
                    <a:pt x="1669" y="3382"/>
                  </a:cubicBezTo>
                  <a:lnTo>
                    <a:pt x="1669" y="3382"/>
                  </a:lnTo>
                  <a:cubicBezTo>
                    <a:pt x="1544" y="3739"/>
                    <a:pt x="1606" y="4042"/>
                    <a:pt x="1606" y="4042"/>
                  </a:cubicBezTo>
                  <a:cubicBezTo>
                    <a:pt x="1731" y="3355"/>
                    <a:pt x="2106" y="3079"/>
                    <a:pt x="2106" y="3079"/>
                  </a:cubicBezTo>
                  <a:lnTo>
                    <a:pt x="2106" y="3079"/>
                  </a:lnTo>
                  <a:cubicBezTo>
                    <a:pt x="1883" y="3489"/>
                    <a:pt x="1919" y="4113"/>
                    <a:pt x="1919" y="4113"/>
                  </a:cubicBezTo>
                  <a:cubicBezTo>
                    <a:pt x="2035" y="3400"/>
                    <a:pt x="2391" y="2990"/>
                    <a:pt x="2392" y="2989"/>
                  </a:cubicBezTo>
                  <a:lnTo>
                    <a:pt x="2392" y="2989"/>
                  </a:lnTo>
                  <a:cubicBezTo>
                    <a:pt x="2115" y="3694"/>
                    <a:pt x="2409" y="4444"/>
                    <a:pt x="2409" y="4444"/>
                  </a:cubicBezTo>
                  <a:cubicBezTo>
                    <a:pt x="2311" y="3230"/>
                    <a:pt x="2838" y="2856"/>
                    <a:pt x="2838" y="2856"/>
                  </a:cubicBezTo>
                  <a:cubicBezTo>
                    <a:pt x="2838" y="2856"/>
                    <a:pt x="3364" y="3230"/>
                    <a:pt x="3275" y="4444"/>
                  </a:cubicBezTo>
                  <a:cubicBezTo>
                    <a:pt x="3275" y="4444"/>
                    <a:pt x="3569" y="3694"/>
                    <a:pt x="3284" y="2989"/>
                  </a:cubicBezTo>
                  <a:lnTo>
                    <a:pt x="3284" y="2989"/>
                  </a:lnTo>
                  <a:cubicBezTo>
                    <a:pt x="3284" y="2990"/>
                    <a:pt x="3649" y="3400"/>
                    <a:pt x="3756" y="4113"/>
                  </a:cubicBezTo>
                  <a:cubicBezTo>
                    <a:pt x="3756" y="4113"/>
                    <a:pt x="3801" y="3489"/>
                    <a:pt x="3578" y="3079"/>
                  </a:cubicBezTo>
                  <a:lnTo>
                    <a:pt x="3578" y="3079"/>
                  </a:lnTo>
                  <a:cubicBezTo>
                    <a:pt x="3578" y="3079"/>
                    <a:pt x="3953" y="3355"/>
                    <a:pt x="4078" y="4042"/>
                  </a:cubicBezTo>
                  <a:cubicBezTo>
                    <a:pt x="4078" y="4042"/>
                    <a:pt x="4140" y="3739"/>
                    <a:pt x="4006" y="3382"/>
                  </a:cubicBezTo>
                  <a:lnTo>
                    <a:pt x="4006" y="3382"/>
                  </a:lnTo>
                  <a:cubicBezTo>
                    <a:pt x="4006" y="3382"/>
                    <a:pt x="4318" y="3712"/>
                    <a:pt x="4318" y="4363"/>
                  </a:cubicBezTo>
                  <a:cubicBezTo>
                    <a:pt x="4318" y="4363"/>
                    <a:pt x="4550" y="3614"/>
                    <a:pt x="3953" y="2963"/>
                  </a:cubicBezTo>
                  <a:lnTo>
                    <a:pt x="3953" y="2963"/>
                  </a:lnTo>
                  <a:cubicBezTo>
                    <a:pt x="3953" y="2963"/>
                    <a:pt x="4515" y="3195"/>
                    <a:pt x="4800" y="3962"/>
                  </a:cubicBezTo>
                  <a:cubicBezTo>
                    <a:pt x="4800" y="3962"/>
                    <a:pt x="4702" y="3141"/>
                    <a:pt x="4095" y="2829"/>
                  </a:cubicBezTo>
                  <a:lnTo>
                    <a:pt x="4095" y="2829"/>
                  </a:lnTo>
                  <a:cubicBezTo>
                    <a:pt x="4096" y="2829"/>
                    <a:pt x="4711" y="2954"/>
                    <a:pt x="5059" y="3739"/>
                  </a:cubicBezTo>
                  <a:cubicBezTo>
                    <a:pt x="5059" y="3739"/>
                    <a:pt x="4988" y="3355"/>
                    <a:pt x="4765" y="3079"/>
                  </a:cubicBezTo>
                  <a:lnTo>
                    <a:pt x="4765" y="3079"/>
                  </a:lnTo>
                  <a:cubicBezTo>
                    <a:pt x="4765" y="3079"/>
                    <a:pt x="5291" y="3266"/>
                    <a:pt x="5585" y="3667"/>
                  </a:cubicBezTo>
                  <a:cubicBezTo>
                    <a:pt x="5585" y="3667"/>
                    <a:pt x="5451" y="3177"/>
                    <a:pt x="5005" y="2829"/>
                  </a:cubicBezTo>
                  <a:lnTo>
                    <a:pt x="5005" y="2829"/>
                  </a:lnTo>
                  <a:cubicBezTo>
                    <a:pt x="5006" y="2829"/>
                    <a:pt x="5425" y="2963"/>
                    <a:pt x="5648" y="3195"/>
                  </a:cubicBezTo>
                  <a:cubicBezTo>
                    <a:pt x="5648" y="3195"/>
                    <a:pt x="5532" y="2615"/>
                    <a:pt x="4854" y="2276"/>
                  </a:cubicBezTo>
                  <a:lnTo>
                    <a:pt x="4854" y="2276"/>
                  </a:lnTo>
                  <a:cubicBezTo>
                    <a:pt x="4854" y="2276"/>
                    <a:pt x="5389" y="2347"/>
                    <a:pt x="5683" y="2677"/>
                  </a:cubicBezTo>
                  <a:cubicBezTo>
                    <a:pt x="5683" y="2677"/>
                    <a:pt x="5621" y="2320"/>
                    <a:pt x="5166" y="2124"/>
                  </a:cubicBezTo>
                  <a:cubicBezTo>
                    <a:pt x="4927" y="2014"/>
                    <a:pt x="4676" y="1989"/>
                    <a:pt x="4494" y="1989"/>
                  </a:cubicBezTo>
                  <a:cubicBezTo>
                    <a:pt x="4335" y="1989"/>
                    <a:pt x="4229" y="2008"/>
                    <a:pt x="4229" y="2008"/>
                  </a:cubicBezTo>
                  <a:cubicBezTo>
                    <a:pt x="4229" y="2008"/>
                    <a:pt x="4390" y="1856"/>
                    <a:pt x="4720" y="1848"/>
                  </a:cubicBezTo>
                  <a:cubicBezTo>
                    <a:pt x="4740" y="1847"/>
                    <a:pt x="4760" y="1846"/>
                    <a:pt x="4779" y="1846"/>
                  </a:cubicBezTo>
                  <a:cubicBezTo>
                    <a:pt x="5128" y="1846"/>
                    <a:pt x="5417" y="1994"/>
                    <a:pt x="5603" y="2213"/>
                  </a:cubicBezTo>
                  <a:cubicBezTo>
                    <a:pt x="5603" y="2213"/>
                    <a:pt x="5523" y="1865"/>
                    <a:pt x="5130" y="1687"/>
                  </a:cubicBezTo>
                  <a:cubicBezTo>
                    <a:pt x="5002" y="1630"/>
                    <a:pt x="4848" y="1612"/>
                    <a:pt x="4698" y="1612"/>
                  </a:cubicBezTo>
                  <a:cubicBezTo>
                    <a:pt x="4400" y="1612"/>
                    <a:pt x="4122" y="1687"/>
                    <a:pt x="4122" y="1687"/>
                  </a:cubicBezTo>
                  <a:cubicBezTo>
                    <a:pt x="4122" y="1687"/>
                    <a:pt x="4381" y="1393"/>
                    <a:pt x="4961" y="1294"/>
                  </a:cubicBezTo>
                  <a:cubicBezTo>
                    <a:pt x="4961" y="1294"/>
                    <a:pt x="4901" y="1289"/>
                    <a:pt x="4806" y="1289"/>
                  </a:cubicBezTo>
                  <a:cubicBezTo>
                    <a:pt x="4664" y="1289"/>
                    <a:pt x="4443" y="1302"/>
                    <a:pt x="4229" y="1366"/>
                  </a:cubicBezTo>
                  <a:cubicBezTo>
                    <a:pt x="4229" y="1366"/>
                    <a:pt x="4515" y="982"/>
                    <a:pt x="5353" y="964"/>
                  </a:cubicBezTo>
                  <a:cubicBezTo>
                    <a:pt x="5353" y="964"/>
                    <a:pt x="5187" y="899"/>
                    <a:pt x="4870" y="899"/>
                  </a:cubicBezTo>
                  <a:cubicBezTo>
                    <a:pt x="4798" y="899"/>
                    <a:pt x="4718" y="903"/>
                    <a:pt x="4631" y="911"/>
                  </a:cubicBezTo>
                  <a:cubicBezTo>
                    <a:pt x="4158" y="955"/>
                    <a:pt x="3837" y="1205"/>
                    <a:pt x="3837" y="1205"/>
                  </a:cubicBezTo>
                  <a:cubicBezTo>
                    <a:pt x="3837" y="1205"/>
                    <a:pt x="4203" y="715"/>
                    <a:pt x="4747" y="545"/>
                  </a:cubicBezTo>
                  <a:lnTo>
                    <a:pt x="4747" y="545"/>
                  </a:lnTo>
                  <a:cubicBezTo>
                    <a:pt x="4747" y="545"/>
                    <a:pt x="3890" y="554"/>
                    <a:pt x="3444" y="1161"/>
                  </a:cubicBezTo>
                  <a:cubicBezTo>
                    <a:pt x="3444" y="1161"/>
                    <a:pt x="3569" y="527"/>
                    <a:pt x="4229" y="72"/>
                  </a:cubicBezTo>
                  <a:lnTo>
                    <a:pt x="4229" y="72"/>
                  </a:lnTo>
                  <a:cubicBezTo>
                    <a:pt x="4229" y="72"/>
                    <a:pt x="3640" y="269"/>
                    <a:pt x="3266" y="884"/>
                  </a:cubicBezTo>
                  <a:cubicBezTo>
                    <a:pt x="3266" y="884"/>
                    <a:pt x="3328" y="492"/>
                    <a:pt x="3462" y="1"/>
                  </a:cubicBezTo>
                  <a:lnTo>
                    <a:pt x="3462" y="1"/>
                  </a:lnTo>
                  <a:cubicBezTo>
                    <a:pt x="3462" y="1"/>
                    <a:pt x="2989" y="304"/>
                    <a:pt x="2838" y="973"/>
                  </a:cubicBezTo>
                  <a:cubicBezTo>
                    <a:pt x="2686" y="304"/>
                    <a:pt x="2213" y="1"/>
                    <a:pt x="2213"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143"/>
            <p:cNvSpPr/>
            <p:nvPr/>
          </p:nvSpPr>
          <p:spPr>
            <a:xfrm>
              <a:off x="3956262" y="2952724"/>
              <a:ext cx="54592" cy="707536"/>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143"/>
            <p:cNvSpPr/>
            <p:nvPr/>
          </p:nvSpPr>
          <p:spPr>
            <a:xfrm>
              <a:off x="3979290" y="2952724"/>
              <a:ext cx="31564" cy="707536"/>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143"/>
            <p:cNvSpPr/>
            <p:nvPr/>
          </p:nvSpPr>
          <p:spPr>
            <a:xfrm>
              <a:off x="3812879" y="2781148"/>
              <a:ext cx="341358" cy="266584"/>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143"/>
            <p:cNvSpPr/>
            <p:nvPr/>
          </p:nvSpPr>
          <p:spPr>
            <a:xfrm>
              <a:off x="3881962" y="2843645"/>
              <a:ext cx="203139" cy="159455"/>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143"/>
            <p:cNvSpPr/>
            <p:nvPr/>
          </p:nvSpPr>
          <p:spPr>
            <a:xfrm>
              <a:off x="4372762" y="3113022"/>
              <a:ext cx="45160" cy="588603"/>
            </a:xfrm>
            <a:custGeom>
              <a:rect b="b" l="l" r="r" t="t"/>
              <a:pathLst>
                <a:path extrusionOk="0" h="11170" w="857">
                  <a:moveTo>
                    <a:pt x="206" y="1"/>
                  </a:moveTo>
                  <a:cubicBezTo>
                    <a:pt x="206" y="1"/>
                    <a:pt x="0" y="563"/>
                    <a:pt x="206" y="1749"/>
                  </a:cubicBezTo>
                  <a:cubicBezTo>
                    <a:pt x="357" y="2677"/>
                    <a:pt x="206" y="11170"/>
                    <a:pt x="206" y="11170"/>
                  </a:cubicBezTo>
                  <a:lnTo>
                    <a:pt x="652" y="11170"/>
                  </a:lnTo>
                  <a:cubicBezTo>
                    <a:pt x="652" y="11170"/>
                    <a:pt x="500" y="2677"/>
                    <a:pt x="652" y="1749"/>
                  </a:cubicBezTo>
                  <a:cubicBezTo>
                    <a:pt x="857" y="563"/>
                    <a:pt x="652" y="1"/>
                    <a:pt x="652"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143"/>
            <p:cNvSpPr/>
            <p:nvPr/>
          </p:nvSpPr>
          <p:spPr>
            <a:xfrm>
              <a:off x="4392048" y="3113022"/>
              <a:ext cx="25873" cy="588603"/>
            </a:xfrm>
            <a:custGeom>
              <a:rect b="b" l="l" r="r" t="t"/>
              <a:pathLst>
                <a:path extrusionOk="0" h="11170" w="491">
                  <a:moveTo>
                    <a:pt x="161" y="1"/>
                  </a:moveTo>
                  <a:cubicBezTo>
                    <a:pt x="161" y="1"/>
                    <a:pt x="357" y="563"/>
                    <a:pt x="161" y="1749"/>
                  </a:cubicBezTo>
                  <a:cubicBezTo>
                    <a:pt x="0" y="2677"/>
                    <a:pt x="161" y="11170"/>
                    <a:pt x="161" y="11170"/>
                  </a:cubicBezTo>
                  <a:lnTo>
                    <a:pt x="286" y="11170"/>
                  </a:lnTo>
                  <a:cubicBezTo>
                    <a:pt x="286" y="11170"/>
                    <a:pt x="134" y="2677"/>
                    <a:pt x="286" y="1749"/>
                  </a:cubicBezTo>
                  <a:cubicBezTo>
                    <a:pt x="491" y="563"/>
                    <a:pt x="286" y="1"/>
                    <a:pt x="286"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143"/>
            <p:cNvSpPr/>
            <p:nvPr/>
          </p:nvSpPr>
          <p:spPr>
            <a:xfrm>
              <a:off x="4253356" y="2970113"/>
              <a:ext cx="283499" cy="221951"/>
            </a:xfrm>
            <a:custGeom>
              <a:rect b="b" l="l" r="r" t="t"/>
              <a:pathLst>
                <a:path extrusionOk="0" h="4212" w="5380">
                  <a:moveTo>
                    <a:pt x="2106" y="1"/>
                  </a:moveTo>
                  <a:cubicBezTo>
                    <a:pt x="2231" y="473"/>
                    <a:pt x="2293" y="839"/>
                    <a:pt x="2293" y="839"/>
                  </a:cubicBezTo>
                  <a:cubicBezTo>
                    <a:pt x="1936" y="259"/>
                    <a:pt x="1374" y="72"/>
                    <a:pt x="1374" y="72"/>
                  </a:cubicBezTo>
                  <a:lnTo>
                    <a:pt x="1374" y="72"/>
                  </a:lnTo>
                  <a:cubicBezTo>
                    <a:pt x="1999" y="500"/>
                    <a:pt x="2115" y="1098"/>
                    <a:pt x="2115" y="1098"/>
                  </a:cubicBezTo>
                  <a:cubicBezTo>
                    <a:pt x="1695" y="527"/>
                    <a:pt x="884" y="527"/>
                    <a:pt x="884" y="527"/>
                  </a:cubicBezTo>
                  <a:lnTo>
                    <a:pt x="884" y="527"/>
                  </a:lnTo>
                  <a:cubicBezTo>
                    <a:pt x="1410" y="687"/>
                    <a:pt x="1749" y="1142"/>
                    <a:pt x="1749" y="1142"/>
                  </a:cubicBezTo>
                  <a:cubicBezTo>
                    <a:pt x="1749" y="1142"/>
                    <a:pt x="1446" y="902"/>
                    <a:pt x="1000" y="866"/>
                  </a:cubicBezTo>
                  <a:cubicBezTo>
                    <a:pt x="909" y="857"/>
                    <a:pt x="827" y="853"/>
                    <a:pt x="753" y="853"/>
                  </a:cubicBezTo>
                  <a:cubicBezTo>
                    <a:pt x="461" y="853"/>
                    <a:pt x="313" y="910"/>
                    <a:pt x="313" y="910"/>
                  </a:cubicBezTo>
                  <a:cubicBezTo>
                    <a:pt x="1107" y="937"/>
                    <a:pt x="1383" y="1303"/>
                    <a:pt x="1383" y="1303"/>
                  </a:cubicBezTo>
                  <a:cubicBezTo>
                    <a:pt x="1174" y="1239"/>
                    <a:pt x="966" y="1226"/>
                    <a:pt x="832" y="1226"/>
                  </a:cubicBezTo>
                  <a:cubicBezTo>
                    <a:pt x="743" y="1226"/>
                    <a:pt x="687" y="1232"/>
                    <a:pt x="687" y="1232"/>
                  </a:cubicBezTo>
                  <a:cubicBezTo>
                    <a:pt x="1232" y="1330"/>
                    <a:pt x="1481" y="1606"/>
                    <a:pt x="1481" y="1606"/>
                  </a:cubicBezTo>
                  <a:cubicBezTo>
                    <a:pt x="1481" y="1606"/>
                    <a:pt x="1220" y="1531"/>
                    <a:pt x="934" y="1531"/>
                  </a:cubicBezTo>
                  <a:cubicBezTo>
                    <a:pt x="791" y="1531"/>
                    <a:pt x="643" y="1550"/>
                    <a:pt x="518" y="1606"/>
                  </a:cubicBezTo>
                  <a:cubicBezTo>
                    <a:pt x="152" y="1776"/>
                    <a:pt x="81" y="2106"/>
                    <a:pt x="81" y="2106"/>
                  </a:cubicBezTo>
                  <a:cubicBezTo>
                    <a:pt x="249" y="1895"/>
                    <a:pt x="521" y="1756"/>
                    <a:pt x="851" y="1756"/>
                  </a:cubicBezTo>
                  <a:cubicBezTo>
                    <a:pt x="870" y="1756"/>
                    <a:pt x="890" y="1757"/>
                    <a:pt x="910" y="1758"/>
                  </a:cubicBezTo>
                  <a:cubicBezTo>
                    <a:pt x="1223" y="1767"/>
                    <a:pt x="1374" y="1910"/>
                    <a:pt x="1374" y="1910"/>
                  </a:cubicBezTo>
                  <a:cubicBezTo>
                    <a:pt x="1374" y="1910"/>
                    <a:pt x="1275" y="1893"/>
                    <a:pt x="1127" y="1893"/>
                  </a:cubicBezTo>
                  <a:cubicBezTo>
                    <a:pt x="954" y="1893"/>
                    <a:pt x="713" y="1916"/>
                    <a:pt x="482" y="2017"/>
                  </a:cubicBezTo>
                  <a:cubicBezTo>
                    <a:pt x="63" y="2204"/>
                    <a:pt x="0" y="2543"/>
                    <a:pt x="0" y="2543"/>
                  </a:cubicBezTo>
                  <a:cubicBezTo>
                    <a:pt x="277" y="2231"/>
                    <a:pt x="785" y="2168"/>
                    <a:pt x="786" y="2168"/>
                  </a:cubicBezTo>
                  <a:lnTo>
                    <a:pt x="786" y="2168"/>
                  </a:lnTo>
                  <a:cubicBezTo>
                    <a:pt x="143" y="2481"/>
                    <a:pt x="36" y="3034"/>
                    <a:pt x="36" y="3034"/>
                  </a:cubicBezTo>
                  <a:cubicBezTo>
                    <a:pt x="241" y="2811"/>
                    <a:pt x="643" y="2686"/>
                    <a:pt x="643" y="2686"/>
                  </a:cubicBezTo>
                  <a:lnTo>
                    <a:pt x="643" y="2686"/>
                  </a:lnTo>
                  <a:cubicBezTo>
                    <a:pt x="215" y="3016"/>
                    <a:pt x="90" y="3489"/>
                    <a:pt x="90" y="3489"/>
                  </a:cubicBezTo>
                  <a:cubicBezTo>
                    <a:pt x="366" y="3096"/>
                    <a:pt x="875" y="2918"/>
                    <a:pt x="875" y="2918"/>
                  </a:cubicBezTo>
                  <a:lnTo>
                    <a:pt x="875" y="2918"/>
                  </a:lnTo>
                  <a:cubicBezTo>
                    <a:pt x="661" y="3185"/>
                    <a:pt x="598" y="3551"/>
                    <a:pt x="598" y="3551"/>
                  </a:cubicBezTo>
                  <a:cubicBezTo>
                    <a:pt x="919" y="2802"/>
                    <a:pt x="1508" y="2686"/>
                    <a:pt x="1508" y="2686"/>
                  </a:cubicBezTo>
                  <a:lnTo>
                    <a:pt x="1508" y="2686"/>
                  </a:lnTo>
                  <a:cubicBezTo>
                    <a:pt x="928" y="2980"/>
                    <a:pt x="839" y="3756"/>
                    <a:pt x="839" y="3756"/>
                  </a:cubicBezTo>
                  <a:cubicBezTo>
                    <a:pt x="1107" y="3034"/>
                    <a:pt x="1633" y="2811"/>
                    <a:pt x="1633" y="2811"/>
                  </a:cubicBezTo>
                  <a:lnTo>
                    <a:pt x="1633" y="2811"/>
                  </a:lnTo>
                  <a:cubicBezTo>
                    <a:pt x="1071" y="3426"/>
                    <a:pt x="1294" y="4140"/>
                    <a:pt x="1294" y="4140"/>
                  </a:cubicBezTo>
                  <a:cubicBezTo>
                    <a:pt x="1294" y="3524"/>
                    <a:pt x="1588" y="3212"/>
                    <a:pt x="1588" y="3212"/>
                  </a:cubicBezTo>
                  <a:lnTo>
                    <a:pt x="1588" y="3212"/>
                  </a:lnTo>
                  <a:cubicBezTo>
                    <a:pt x="1464" y="3551"/>
                    <a:pt x="1517" y="3837"/>
                    <a:pt x="1517" y="3837"/>
                  </a:cubicBezTo>
                  <a:cubicBezTo>
                    <a:pt x="1642" y="3185"/>
                    <a:pt x="1999" y="2918"/>
                    <a:pt x="1999" y="2918"/>
                  </a:cubicBezTo>
                  <a:lnTo>
                    <a:pt x="1999" y="2918"/>
                  </a:lnTo>
                  <a:cubicBezTo>
                    <a:pt x="1785" y="3310"/>
                    <a:pt x="1820" y="3899"/>
                    <a:pt x="1820" y="3899"/>
                  </a:cubicBezTo>
                  <a:cubicBezTo>
                    <a:pt x="1927" y="3230"/>
                    <a:pt x="2266" y="2838"/>
                    <a:pt x="2266" y="2837"/>
                  </a:cubicBezTo>
                  <a:lnTo>
                    <a:pt x="2266" y="2837"/>
                  </a:lnTo>
                  <a:cubicBezTo>
                    <a:pt x="2008" y="3507"/>
                    <a:pt x="2284" y="4211"/>
                    <a:pt x="2284" y="4211"/>
                  </a:cubicBezTo>
                  <a:cubicBezTo>
                    <a:pt x="2195" y="3069"/>
                    <a:pt x="2695" y="2713"/>
                    <a:pt x="2695" y="2713"/>
                  </a:cubicBezTo>
                  <a:cubicBezTo>
                    <a:pt x="2695" y="2713"/>
                    <a:pt x="3194" y="3069"/>
                    <a:pt x="3105" y="4211"/>
                  </a:cubicBezTo>
                  <a:cubicBezTo>
                    <a:pt x="3105" y="4211"/>
                    <a:pt x="3382" y="3507"/>
                    <a:pt x="3114" y="2837"/>
                  </a:cubicBezTo>
                  <a:lnTo>
                    <a:pt x="3114" y="2837"/>
                  </a:lnTo>
                  <a:cubicBezTo>
                    <a:pt x="3114" y="2838"/>
                    <a:pt x="3453" y="3230"/>
                    <a:pt x="3560" y="3899"/>
                  </a:cubicBezTo>
                  <a:cubicBezTo>
                    <a:pt x="3560" y="3899"/>
                    <a:pt x="3605" y="3310"/>
                    <a:pt x="3390" y="2918"/>
                  </a:cubicBezTo>
                  <a:lnTo>
                    <a:pt x="3390" y="2918"/>
                  </a:lnTo>
                  <a:cubicBezTo>
                    <a:pt x="3391" y="2918"/>
                    <a:pt x="3747" y="3185"/>
                    <a:pt x="3872" y="3837"/>
                  </a:cubicBezTo>
                  <a:cubicBezTo>
                    <a:pt x="3872" y="3837"/>
                    <a:pt x="3926" y="3551"/>
                    <a:pt x="3801" y="3212"/>
                  </a:cubicBezTo>
                  <a:lnTo>
                    <a:pt x="3801" y="3212"/>
                  </a:lnTo>
                  <a:cubicBezTo>
                    <a:pt x="3801" y="3212"/>
                    <a:pt x="4095" y="3524"/>
                    <a:pt x="4095" y="4140"/>
                  </a:cubicBezTo>
                  <a:cubicBezTo>
                    <a:pt x="4095" y="4140"/>
                    <a:pt x="4318" y="3426"/>
                    <a:pt x="3747" y="2811"/>
                  </a:cubicBezTo>
                  <a:lnTo>
                    <a:pt x="3747" y="2811"/>
                  </a:lnTo>
                  <a:cubicBezTo>
                    <a:pt x="3747" y="2811"/>
                    <a:pt x="4274" y="3034"/>
                    <a:pt x="4550" y="3756"/>
                  </a:cubicBezTo>
                  <a:cubicBezTo>
                    <a:pt x="4550" y="3756"/>
                    <a:pt x="4452" y="2980"/>
                    <a:pt x="3881" y="2686"/>
                  </a:cubicBezTo>
                  <a:lnTo>
                    <a:pt x="3881" y="2686"/>
                  </a:lnTo>
                  <a:cubicBezTo>
                    <a:pt x="3881" y="2686"/>
                    <a:pt x="4470" y="2802"/>
                    <a:pt x="4791" y="3551"/>
                  </a:cubicBezTo>
                  <a:cubicBezTo>
                    <a:pt x="4791" y="3551"/>
                    <a:pt x="4729" y="3185"/>
                    <a:pt x="4515" y="2918"/>
                  </a:cubicBezTo>
                  <a:lnTo>
                    <a:pt x="4515" y="2918"/>
                  </a:lnTo>
                  <a:cubicBezTo>
                    <a:pt x="4515" y="2918"/>
                    <a:pt x="5014" y="3096"/>
                    <a:pt x="5300" y="3489"/>
                  </a:cubicBezTo>
                  <a:cubicBezTo>
                    <a:pt x="5300" y="3489"/>
                    <a:pt x="5166" y="3016"/>
                    <a:pt x="4746" y="2686"/>
                  </a:cubicBezTo>
                  <a:lnTo>
                    <a:pt x="4746" y="2686"/>
                  </a:lnTo>
                  <a:cubicBezTo>
                    <a:pt x="4747" y="2686"/>
                    <a:pt x="5139" y="2811"/>
                    <a:pt x="5353" y="3034"/>
                  </a:cubicBezTo>
                  <a:cubicBezTo>
                    <a:pt x="5353" y="3034"/>
                    <a:pt x="5246" y="2481"/>
                    <a:pt x="4604" y="2168"/>
                  </a:cubicBezTo>
                  <a:lnTo>
                    <a:pt x="4604" y="2168"/>
                  </a:lnTo>
                  <a:cubicBezTo>
                    <a:pt x="4604" y="2168"/>
                    <a:pt x="5103" y="2231"/>
                    <a:pt x="5380" y="2543"/>
                  </a:cubicBezTo>
                  <a:cubicBezTo>
                    <a:pt x="5380" y="2543"/>
                    <a:pt x="5326" y="2204"/>
                    <a:pt x="4898" y="2017"/>
                  </a:cubicBezTo>
                  <a:cubicBezTo>
                    <a:pt x="4672" y="1916"/>
                    <a:pt x="4431" y="1893"/>
                    <a:pt x="4256" y="1893"/>
                  </a:cubicBezTo>
                  <a:cubicBezTo>
                    <a:pt x="4107" y="1893"/>
                    <a:pt x="4006" y="1910"/>
                    <a:pt x="4006" y="1910"/>
                  </a:cubicBezTo>
                  <a:cubicBezTo>
                    <a:pt x="4006" y="1910"/>
                    <a:pt x="4158" y="1767"/>
                    <a:pt x="4470" y="1758"/>
                  </a:cubicBezTo>
                  <a:cubicBezTo>
                    <a:pt x="4490" y="1757"/>
                    <a:pt x="4510" y="1756"/>
                    <a:pt x="4530" y="1756"/>
                  </a:cubicBezTo>
                  <a:cubicBezTo>
                    <a:pt x="4861" y="1756"/>
                    <a:pt x="5140" y="1895"/>
                    <a:pt x="5308" y="2106"/>
                  </a:cubicBezTo>
                  <a:cubicBezTo>
                    <a:pt x="5308" y="2106"/>
                    <a:pt x="5237" y="1776"/>
                    <a:pt x="4871" y="1606"/>
                  </a:cubicBezTo>
                  <a:cubicBezTo>
                    <a:pt x="4746" y="1550"/>
                    <a:pt x="4598" y="1531"/>
                    <a:pt x="4455" y="1531"/>
                  </a:cubicBezTo>
                  <a:cubicBezTo>
                    <a:pt x="4170" y="1531"/>
                    <a:pt x="3908" y="1606"/>
                    <a:pt x="3908" y="1606"/>
                  </a:cubicBezTo>
                  <a:cubicBezTo>
                    <a:pt x="3908" y="1606"/>
                    <a:pt x="4149" y="1330"/>
                    <a:pt x="4702" y="1232"/>
                  </a:cubicBezTo>
                  <a:cubicBezTo>
                    <a:pt x="4702" y="1232"/>
                    <a:pt x="4645" y="1226"/>
                    <a:pt x="4555" y="1226"/>
                  </a:cubicBezTo>
                  <a:cubicBezTo>
                    <a:pt x="4419" y="1226"/>
                    <a:pt x="4209" y="1239"/>
                    <a:pt x="4006" y="1303"/>
                  </a:cubicBezTo>
                  <a:cubicBezTo>
                    <a:pt x="4006" y="1303"/>
                    <a:pt x="4283" y="937"/>
                    <a:pt x="5077" y="910"/>
                  </a:cubicBezTo>
                  <a:cubicBezTo>
                    <a:pt x="5077" y="910"/>
                    <a:pt x="4922" y="853"/>
                    <a:pt x="4632" y="853"/>
                  </a:cubicBezTo>
                  <a:cubicBezTo>
                    <a:pt x="4560" y="853"/>
                    <a:pt x="4479" y="857"/>
                    <a:pt x="4390" y="866"/>
                  </a:cubicBezTo>
                  <a:cubicBezTo>
                    <a:pt x="3935" y="902"/>
                    <a:pt x="3640" y="1142"/>
                    <a:pt x="3640" y="1142"/>
                  </a:cubicBezTo>
                  <a:cubicBezTo>
                    <a:pt x="3640" y="1142"/>
                    <a:pt x="3979" y="687"/>
                    <a:pt x="4506" y="527"/>
                  </a:cubicBezTo>
                  <a:lnTo>
                    <a:pt x="4506" y="527"/>
                  </a:lnTo>
                  <a:cubicBezTo>
                    <a:pt x="4505" y="527"/>
                    <a:pt x="3685" y="527"/>
                    <a:pt x="3266" y="1098"/>
                  </a:cubicBezTo>
                  <a:cubicBezTo>
                    <a:pt x="3266" y="1098"/>
                    <a:pt x="3382" y="500"/>
                    <a:pt x="4006" y="72"/>
                  </a:cubicBezTo>
                  <a:lnTo>
                    <a:pt x="4006" y="72"/>
                  </a:lnTo>
                  <a:cubicBezTo>
                    <a:pt x="4006" y="72"/>
                    <a:pt x="3444" y="259"/>
                    <a:pt x="3096" y="839"/>
                  </a:cubicBezTo>
                  <a:cubicBezTo>
                    <a:pt x="3096" y="839"/>
                    <a:pt x="3159" y="473"/>
                    <a:pt x="3283" y="1"/>
                  </a:cubicBezTo>
                  <a:lnTo>
                    <a:pt x="3283" y="1"/>
                  </a:lnTo>
                  <a:cubicBezTo>
                    <a:pt x="3283" y="1"/>
                    <a:pt x="2837" y="295"/>
                    <a:pt x="2695" y="919"/>
                  </a:cubicBezTo>
                  <a:cubicBezTo>
                    <a:pt x="2552" y="295"/>
                    <a:pt x="2106" y="1"/>
                    <a:pt x="2106" y="1"/>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143"/>
            <p:cNvSpPr/>
            <p:nvPr/>
          </p:nvSpPr>
          <p:spPr>
            <a:xfrm>
              <a:off x="4310688" y="3022281"/>
              <a:ext cx="169309" cy="132633"/>
            </a:xfrm>
            <a:custGeom>
              <a:rect b="b" l="l" r="r" t="t"/>
              <a:pathLst>
                <a:path extrusionOk="0" h="2517" w="3213">
                  <a:moveTo>
                    <a:pt x="1955" y="1"/>
                  </a:moveTo>
                  <a:cubicBezTo>
                    <a:pt x="1954" y="1"/>
                    <a:pt x="1687" y="179"/>
                    <a:pt x="1607" y="554"/>
                  </a:cubicBezTo>
                  <a:cubicBezTo>
                    <a:pt x="1517" y="179"/>
                    <a:pt x="1250" y="1"/>
                    <a:pt x="1250" y="1"/>
                  </a:cubicBezTo>
                  <a:lnTo>
                    <a:pt x="1250" y="1"/>
                  </a:lnTo>
                  <a:cubicBezTo>
                    <a:pt x="1330" y="286"/>
                    <a:pt x="1366" y="500"/>
                    <a:pt x="1366" y="500"/>
                  </a:cubicBezTo>
                  <a:cubicBezTo>
                    <a:pt x="1152" y="161"/>
                    <a:pt x="822" y="45"/>
                    <a:pt x="822" y="45"/>
                  </a:cubicBezTo>
                  <a:lnTo>
                    <a:pt x="822" y="45"/>
                  </a:lnTo>
                  <a:cubicBezTo>
                    <a:pt x="1196" y="304"/>
                    <a:pt x="1259" y="661"/>
                    <a:pt x="1259" y="661"/>
                  </a:cubicBezTo>
                  <a:cubicBezTo>
                    <a:pt x="1009" y="322"/>
                    <a:pt x="527" y="313"/>
                    <a:pt x="527" y="313"/>
                  </a:cubicBezTo>
                  <a:lnTo>
                    <a:pt x="527" y="313"/>
                  </a:lnTo>
                  <a:cubicBezTo>
                    <a:pt x="839" y="411"/>
                    <a:pt x="1045" y="688"/>
                    <a:pt x="1045" y="688"/>
                  </a:cubicBezTo>
                  <a:cubicBezTo>
                    <a:pt x="1045" y="688"/>
                    <a:pt x="866" y="545"/>
                    <a:pt x="590" y="518"/>
                  </a:cubicBezTo>
                  <a:cubicBezTo>
                    <a:pt x="536" y="513"/>
                    <a:pt x="488" y="511"/>
                    <a:pt x="444" y="511"/>
                  </a:cubicBezTo>
                  <a:cubicBezTo>
                    <a:pt x="271" y="511"/>
                    <a:pt x="179" y="545"/>
                    <a:pt x="179" y="545"/>
                  </a:cubicBezTo>
                  <a:cubicBezTo>
                    <a:pt x="661" y="563"/>
                    <a:pt x="822" y="777"/>
                    <a:pt x="822" y="777"/>
                  </a:cubicBezTo>
                  <a:cubicBezTo>
                    <a:pt x="711" y="743"/>
                    <a:pt x="601" y="736"/>
                    <a:pt x="522" y="736"/>
                  </a:cubicBezTo>
                  <a:cubicBezTo>
                    <a:pt x="455" y="736"/>
                    <a:pt x="411" y="741"/>
                    <a:pt x="411" y="741"/>
                  </a:cubicBezTo>
                  <a:cubicBezTo>
                    <a:pt x="732" y="795"/>
                    <a:pt x="875" y="964"/>
                    <a:pt x="875" y="964"/>
                  </a:cubicBezTo>
                  <a:cubicBezTo>
                    <a:pt x="875" y="964"/>
                    <a:pt x="720" y="917"/>
                    <a:pt x="551" y="917"/>
                  </a:cubicBezTo>
                  <a:cubicBezTo>
                    <a:pt x="467" y="917"/>
                    <a:pt x="378" y="929"/>
                    <a:pt x="304" y="964"/>
                  </a:cubicBezTo>
                  <a:cubicBezTo>
                    <a:pt x="90" y="1062"/>
                    <a:pt x="45" y="1259"/>
                    <a:pt x="45" y="1259"/>
                  </a:cubicBezTo>
                  <a:cubicBezTo>
                    <a:pt x="147" y="1132"/>
                    <a:pt x="313" y="1053"/>
                    <a:pt x="513" y="1053"/>
                  </a:cubicBezTo>
                  <a:cubicBezTo>
                    <a:pt x="523" y="1053"/>
                    <a:pt x="534" y="1053"/>
                    <a:pt x="545" y="1053"/>
                  </a:cubicBezTo>
                  <a:cubicBezTo>
                    <a:pt x="732" y="1053"/>
                    <a:pt x="822" y="1143"/>
                    <a:pt x="822" y="1143"/>
                  </a:cubicBezTo>
                  <a:cubicBezTo>
                    <a:pt x="822" y="1143"/>
                    <a:pt x="758" y="1130"/>
                    <a:pt x="663" y="1130"/>
                  </a:cubicBezTo>
                  <a:cubicBezTo>
                    <a:pt x="560" y="1130"/>
                    <a:pt x="421" y="1145"/>
                    <a:pt x="286" y="1205"/>
                  </a:cubicBezTo>
                  <a:cubicBezTo>
                    <a:pt x="37" y="1312"/>
                    <a:pt x="1" y="1517"/>
                    <a:pt x="1" y="1517"/>
                  </a:cubicBezTo>
                  <a:cubicBezTo>
                    <a:pt x="170" y="1330"/>
                    <a:pt x="465" y="1294"/>
                    <a:pt x="465" y="1294"/>
                  </a:cubicBezTo>
                  <a:lnTo>
                    <a:pt x="465" y="1294"/>
                  </a:lnTo>
                  <a:cubicBezTo>
                    <a:pt x="81" y="1482"/>
                    <a:pt x="19" y="1812"/>
                    <a:pt x="19" y="1812"/>
                  </a:cubicBezTo>
                  <a:cubicBezTo>
                    <a:pt x="144" y="1678"/>
                    <a:pt x="384" y="1607"/>
                    <a:pt x="384" y="1607"/>
                  </a:cubicBezTo>
                  <a:lnTo>
                    <a:pt x="384" y="1607"/>
                  </a:lnTo>
                  <a:cubicBezTo>
                    <a:pt x="126" y="1803"/>
                    <a:pt x="54" y="2079"/>
                    <a:pt x="54" y="2079"/>
                  </a:cubicBezTo>
                  <a:cubicBezTo>
                    <a:pt x="215" y="1847"/>
                    <a:pt x="518" y="1740"/>
                    <a:pt x="518" y="1740"/>
                  </a:cubicBezTo>
                  <a:lnTo>
                    <a:pt x="518" y="1740"/>
                  </a:lnTo>
                  <a:cubicBezTo>
                    <a:pt x="393" y="1901"/>
                    <a:pt x="349" y="2115"/>
                    <a:pt x="349" y="2115"/>
                  </a:cubicBezTo>
                  <a:cubicBezTo>
                    <a:pt x="545" y="1678"/>
                    <a:pt x="893" y="1607"/>
                    <a:pt x="893" y="1607"/>
                  </a:cubicBezTo>
                  <a:lnTo>
                    <a:pt x="893" y="1607"/>
                  </a:lnTo>
                  <a:cubicBezTo>
                    <a:pt x="554" y="1785"/>
                    <a:pt x="500" y="2249"/>
                    <a:pt x="500" y="2249"/>
                  </a:cubicBezTo>
                  <a:cubicBezTo>
                    <a:pt x="661" y="1812"/>
                    <a:pt x="973" y="1678"/>
                    <a:pt x="973" y="1678"/>
                  </a:cubicBezTo>
                  <a:lnTo>
                    <a:pt x="973" y="1678"/>
                  </a:lnTo>
                  <a:cubicBezTo>
                    <a:pt x="634" y="2053"/>
                    <a:pt x="768" y="2472"/>
                    <a:pt x="768" y="2472"/>
                  </a:cubicBezTo>
                  <a:cubicBezTo>
                    <a:pt x="768" y="2106"/>
                    <a:pt x="946" y="1919"/>
                    <a:pt x="946" y="1919"/>
                  </a:cubicBezTo>
                  <a:lnTo>
                    <a:pt x="946" y="1919"/>
                  </a:lnTo>
                  <a:cubicBezTo>
                    <a:pt x="866" y="2124"/>
                    <a:pt x="902" y="2293"/>
                    <a:pt x="902" y="2293"/>
                  </a:cubicBezTo>
                  <a:cubicBezTo>
                    <a:pt x="973" y="1901"/>
                    <a:pt x="1187" y="1749"/>
                    <a:pt x="1187" y="1749"/>
                  </a:cubicBezTo>
                  <a:lnTo>
                    <a:pt x="1187" y="1749"/>
                  </a:lnTo>
                  <a:cubicBezTo>
                    <a:pt x="1062" y="1972"/>
                    <a:pt x="1089" y="2329"/>
                    <a:pt x="1089" y="2329"/>
                  </a:cubicBezTo>
                  <a:cubicBezTo>
                    <a:pt x="1152" y="1928"/>
                    <a:pt x="1357" y="1696"/>
                    <a:pt x="1357" y="1696"/>
                  </a:cubicBezTo>
                  <a:lnTo>
                    <a:pt x="1357" y="1696"/>
                  </a:lnTo>
                  <a:cubicBezTo>
                    <a:pt x="1196" y="2088"/>
                    <a:pt x="1357" y="2517"/>
                    <a:pt x="1357" y="2517"/>
                  </a:cubicBezTo>
                  <a:cubicBezTo>
                    <a:pt x="1303" y="1830"/>
                    <a:pt x="1607" y="1624"/>
                    <a:pt x="1607" y="1624"/>
                  </a:cubicBezTo>
                  <a:cubicBezTo>
                    <a:pt x="1607" y="1624"/>
                    <a:pt x="1901" y="1830"/>
                    <a:pt x="1847" y="2517"/>
                  </a:cubicBezTo>
                  <a:cubicBezTo>
                    <a:pt x="1847" y="2517"/>
                    <a:pt x="2017" y="2088"/>
                    <a:pt x="1856" y="1696"/>
                  </a:cubicBezTo>
                  <a:lnTo>
                    <a:pt x="1856" y="1696"/>
                  </a:lnTo>
                  <a:cubicBezTo>
                    <a:pt x="1856" y="1696"/>
                    <a:pt x="2062" y="1928"/>
                    <a:pt x="2124" y="2329"/>
                  </a:cubicBezTo>
                  <a:cubicBezTo>
                    <a:pt x="2124" y="2329"/>
                    <a:pt x="2151" y="1972"/>
                    <a:pt x="2017" y="1749"/>
                  </a:cubicBezTo>
                  <a:lnTo>
                    <a:pt x="2017" y="1749"/>
                  </a:lnTo>
                  <a:cubicBezTo>
                    <a:pt x="2017" y="1749"/>
                    <a:pt x="2231" y="1901"/>
                    <a:pt x="2302" y="2293"/>
                  </a:cubicBezTo>
                  <a:cubicBezTo>
                    <a:pt x="2302" y="2293"/>
                    <a:pt x="2338" y="2124"/>
                    <a:pt x="2267" y="1919"/>
                  </a:cubicBezTo>
                  <a:lnTo>
                    <a:pt x="2267" y="1919"/>
                  </a:lnTo>
                  <a:cubicBezTo>
                    <a:pt x="2267" y="1919"/>
                    <a:pt x="2436" y="2106"/>
                    <a:pt x="2436" y="2472"/>
                  </a:cubicBezTo>
                  <a:cubicBezTo>
                    <a:pt x="2436" y="2472"/>
                    <a:pt x="2570" y="2053"/>
                    <a:pt x="2240" y="1678"/>
                  </a:cubicBezTo>
                  <a:lnTo>
                    <a:pt x="2240" y="1678"/>
                  </a:lnTo>
                  <a:cubicBezTo>
                    <a:pt x="2240" y="1678"/>
                    <a:pt x="2552" y="1812"/>
                    <a:pt x="2713" y="2249"/>
                  </a:cubicBezTo>
                  <a:cubicBezTo>
                    <a:pt x="2713" y="2249"/>
                    <a:pt x="2659" y="1785"/>
                    <a:pt x="2311" y="1607"/>
                  </a:cubicBezTo>
                  <a:lnTo>
                    <a:pt x="2311" y="1607"/>
                  </a:lnTo>
                  <a:cubicBezTo>
                    <a:pt x="2311" y="1607"/>
                    <a:pt x="2668" y="1678"/>
                    <a:pt x="2856" y="2115"/>
                  </a:cubicBezTo>
                  <a:cubicBezTo>
                    <a:pt x="2856" y="2115"/>
                    <a:pt x="2820" y="1901"/>
                    <a:pt x="2695" y="1740"/>
                  </a:cubicBezTo>
                  <a:lnTo>
                    <a:pt x="2695" y="1740"/>
                  </a:lnTo>
                  <a:cubicBezTo>
                    <a:pt x="2695" y="1740"/>
                    <a:pt x="2989" y="1847"/>
                    <a:pt x="3159" y="2079"/>
                  </a:cubicBezTo>
                  <a:cubicBezTo>
                    <a:pt x="3159" y="2079"/>
                    <a:pt x="3079" y="1803"/>
                    <a:pt x="2829" y="1607"/>
                  </a:cubicBezTo>
                  <a:lnTo>
                    <a:pt x="2829" y="1607"/>
                  </a:lnTo>
                  <a:cubicBezTo>
                    <a:pt x="2829" y="1607"/>
                    <a:pt x="3070" y="1678"/>
                    <a:pt x="3195" y="1812"/>
                  </a:cubicBezTo>
                  <a:cubicBezTo>
                    <a:pt x="3195" y="1812"/>
                    <a:pt x="3132" y="1482"/>
                    <a:pt x="2740" y="1294"/>
                  </a:cubicBezTo>
                  <a:lnTo>
                    <a:pt x="2740" y="1294"/>
                  </a:lnTo>
                  <a:cubicBezTo>
                    <a:pt x="2740" y="1294"/>
                    <a:pt x="3043" y="1330"/>
                    <a:pt x="3212" y="1517"/>
                  </a:cubicBezTo>
                  <a:cubicBezTo>
                    <a:pt x="3212" y="1517"/>
                    <a:pt x="3177" y="1312"/>
                    <a:pt x="2927" y="1205"/>
                  </a:cubicBezTo>
                  <a:cubicBezTo>
                    <a:pt x="2792" y="1145"/>
                    <a:pt x="2653" y="1130"/>
                    <a:pt x="2550" y="1130"/>
                  </a:cubicBezTo>
                  <a:cubicBezTo>
                    <a:pt x="2455" y="1130"/>
                    <a:pt x="2392" y="1143"/>
                    <a:pt x="2392" y="1143"/>
                  </a:cubicBezTo>
                  <a:cubicBezTo>
                    <a:pt x="2392" y="1143"/>
                    <a:pt x="2481" y="1053"/>
                    <a:pt x="2668" y="1053"/>
                  </a:cubicBezTo>
                  <a:cubicBezTo>
                    <a:pt x="2679" y="1053"/>
                    <a:pt x="2690" y="1053"/>
                    <a:pt x="2700" y="1053"/>
                  </a:cubicBezTo>
                  <a:cubicBezTo>
                    <a:pt x="2900" y="1053"/>
                    <a:pt x="3066" y="1132"/>
                    <a:pt x="3168" y="1259"/>
                  </a:cubicBezTo>
                  <a:cubicBezTo>
                    <a:pt x="3168" y="1259"/>
                    <a:pt x="3123" y="1062"/>
                    <a:pt x="2900" y="964"/>
                  </a:cubicBezTo>
                  <a:cubicBezTo>
                    <a:pt x="2826" y="929"/>
                    <a:pt x="2738" y="917"/>
                    <a:pt x="2653" y="917"/>
                  </a:cubicBezTo>
                  <a:cubicBezTo>
                    <a:pt x="2484" y="917"/>
                    <a:pt x="2329" y="964"/>
                    <a:pt x="2329" y="964"/>
                  </a:cubicBezTo>
                  <a:cubicBezTo>
                    <a:pt x="2329" y="964"/>
                    <a:pt x="2472" y="795"/>
                    <a:pt x="2802" y="741"/>
                  </a:cubicBezTo>
                  <a:cubicBezTo>
                    <a:pt x="2802" y="741"/>
                    <a:pt x="2756" y="736"/>
                    <a:pt x="2688" y="736"/>
                  </a:cubicBezTo>
                  <a:cubicBezTo>
                    <a:pt x="2608" y="736"/>
                    <a:pt x="2497" y="743"/>
                    <a:pt x="2392" y="777"/>
                  </a:cubicBezTo>
                  <a:cubicBezTo>
                    <a:pt x="2392" y="777"/>
                    <a:pt x="2552" y="563"/>
                    <a:pt x="3025" y="545"/>
                  </a:cubicBezTo>
                  <a:cubicBezTo>
                    <a:pt x="3025" y="545"/>
                    <a:pt x="2934" y="511"/>
                    <a:pt x="2760" y="511"/>
                  </a:cubicBezTo>
                  <a:cubicBezTo>
                    <a:pt x="2717" y="511"/>
                    <a:pt x="2668" y="513"/>
                    <a:pt x="2615" y="518"/>
                  </a:cubicBezTo>
                  <a:cubicBezTo>
                    <a:pt x="2347" y="545"/>
                    <a:pt x="2169" y="688"/>
                    <a:pt x="2169" y="688"/>
                  </a:cubicBezTo>
                  <a:cubicBezTo>
                    <a:pt x="2169" y="688"/>
                    <a:pt x="2374" y="411"/>
                    <a:pt x="2686" y="313"/>
                  </a:cubicBezTo>
                  <a:lnTo>
                    <a:pt x="2686" y="313"/>
                  </a:lnTo>
                  <a:cubicBezTo>
                    <a:pt x="2686" y="313"/>
                    <a:pt x="2195" y="322"/>
                    <a:pt x="1946" y="661"/>
                  </a:cubicBezTo>
                  <a:cubicBezTo>
                    <a:pt x="1946" y="661"/>
                    <a:pt x="2017" y="304"/>
                    <a:pt x="2392" y="45"/>
                  </a:cubicBezTo>
                  <a:lnTo>
                    <a:pt x="2392" y="45"/>
                  </a:lnTo>
                  <a:cubicBezTo>
                    <a:pt x="2392" y="45"/>
                    <a:pt x="2053" y="161"/>
                    <a:pt x="1847" y="500"/>
                  </a:cubicBezTo>
                  <a:cubicBezTo>
                    <a:pt x="1847" y="500"/>
                    <a:pt x="1883" y="286"/>
                    <a:pt x="1955"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3" name="Google Shape;9193;p143"/>
          <p:cNvGrpSpPr/>
          <p:nvPr/>
        </p:nvGrpSpPr>
        <p:grpSpPr>
          <a:xfrm>
            <a:off x="5596745" y="4042879"/>
            <a:ext cx="3640486" cy="1607892"/>
            <a:chOff x="5913356" y="2221642"/>
            <a:chExt cx="537881" cy="237545"/>
          </a:xfrm>
        </p:grpSpPr>
        <p:sp>
          <p:nvSpPr>
            <p:cNvPr id="9194" name="Google Shape;9194;p143"/>
            <p:cNvSpPr/>
            <p:nvPr/>
          </p:nvSpPr>
          <p:spPr>
            <a:xfrm>
              <a:off x="6119392" y="2269913"/>
              <a:ext cx="175329" cy="148777"/>
            </a:xfrm>
            <a:custGeom>
              <a:rect b="b" l="l" r="r" t="t"/>
              <a:pathLst>
                <a:path extrusionOk="0" h="4096" w="4827">
                  <a:moveTo>
                    <a:pt x="3381" y="0"/>
                  </a:moveTo>
                  <a:lnTo>
                    <a:pt x="3381" y="0"/>
                  </a:lnTo>
                  <a:cubicBezTo>
                    <a:pt x="3381" y="0"/>
                    <a:pt x="2757" y="322"/>
                    <a:pt x="2605" y="1356"/>
                  </a:cubicBezTo>
                  <a:cubicBezTo>
                    <a:pt x="2605" y="1356"/>
                    <a:pt x="2418" y="616"/>
                    <a:pt x="2436" y="223"/>
                  </a:cubicBezTo>
                  <a:lnTo>
                    <a:pt x="2436" y="223"/>
                  </a:lnTo>
                  <a:cubicBezTo>
                    <a:pt x="2436" y="224"/>
                    <a:pt x="2204" y="589"/>
                    <a:pt x="2239" y="1321"/>
                  </a:cubicBezTo>
                  <a:cubicBezTo>
                    <a:pt x="1874" y="687"/>
                    <a:pt x="1481" y="500"/>
                    <a:pt x="1481" y="500"/>
                  </a:cubicBezTo>
                  <a:lnTo>
                    <a:pt x="1481" y="500"/>
                  </a:lnTo>
                  <a:cubicBezTo>
                    <a:pt x="1713" y="821"/>
                    <a:pt x="1954" y="1553"/>
                    <a:pt x="1954" y="1553"/>
                  </a:cubicBezTo>
                  <a:cubicBezTo>
                    <a:pt x="1360" y="867"/>
                    <a:pt x="760" y="820"/>
                    <a:pt x="608" y="820"/>
                  </a:cubicBezTo>
                  <a:cubicBezTo>
                    <a:pt x="584" y="820"/>
                    <a:pt x="571" y="821"/>
                    <a:pt x="571" y="821"/>
                  </a:cubicBezTo>
                  <a:cubicBezTo>
                    <a:pt x="1249" y="1267"/>
                    <a:pt x="1544" y="1731"/>
                    <a:pt x="1544" y="1731"/>
                  </a:cubicBezTo>
                  <a:cubicBezTo>
                    <a:pt x="1318" y="1609"/>
                    <a:pt x="1073" y="1569"/>
                    <a:pt x="851" y="1569"/>
                  </a:cubicBezTo>
                  <a:cubicBezTo>
                    <a:pt x="441" y="1569"/>
                    <a:pt x="107" y="1704"/>
                    <a:pt x="107" y="1704"/>
                  </a:cubicBezTo>
                  <a:cubicBezTo>
                    <a:pt x="126" y="1704"/>
                    <a:pt x="144" y="1703"/>
                    <a:pt x="163" y="1703"/>
                  </a:cubicBezTo>
                  <a:cubicBezTo>
                    <a:pt x="716" y="1703"/>
                    <a:pt x="1276" y="1954"/>
                    <a:pt x="1276" y="1954"/>
                  </a:cubicBezTo>
                  <a:cubicBezTo>
                    <a:pt x="455" y="2017"/>
                    <a:pt x="0" y="2471"/>
                    <a:pt x="0" y="2471"/>
                  </a:cubicBezTo>
                  <a:cubicBezTo>
                    <a:pt x="609" y="2283"/>
                    <a:pt x="1035" y="2265"/>
                    <a:pt x="1174" y="2265"/>
                  </a:cubicBezTo>
                  <a:cubicBezTo>
                    <a:pt x="1206" y="2265"/>
                    <a:pt x="1222" y="2266"/>
                    <a:pt x="1222" y="2266"/>
                  </a:cubicBezTo>
                  <a:cubicBezTo>
                    <a:pt x="553" y="2543"/>
                    <a:pt x="411" y="3042"/>
                    <a:pt x="411" y="3042"/>
                  </a:cubicBezTo>
                  <a:cubicBezTo>
                    <a:pt x="687" y="2784"/>
                    <a:pt x="1329" y="2534"/>
                    <a:pt x="1329" y="2534"/>
                  </a:cubicBezTo>
                  <a:lnTo>
                    <a:pt x="1329" y="2534"/>
                  </a:lnTo>
                  <a:cubicBezTo>
                    <a:pt x="812" y="3007"/>
                    <a:pt x="616" y="3569"/>
                    <a:pt x="616" y="3569"/>
                  </a:cubicBezTo>
                  <a:cubicBezTo>
                    <a:pt x="865" y="3221"/>
                    <a:pt x="1436" y="2811"/>
                    <a:pt x="1436" y="2810"/>
                  </a:cubicBezTo>
                  <a:lnTo>
                    <a:pt x="1436" y="2810"/>
                  </a:lnTo>
                  <a:cubicBezTo>
                    <a:pt x="1026" y="3337"/>
                    <a:pt x="1026" y="4095"/>
                    <a:pt x="1026" y="4095"/>
                  </a:cubicBezTo>
                  <a:cubicBezTo>
                    <a:pt x="1205" y="3747"/>
                    <a:pt x="1606" y="3489"/>
                    <a:pt x="1606" y="3488"/>
                  </a:cubicBezTo>
                  <a:lnTo>
                    <a:pt x="1606" y="3488"/>
                  </a:lnTo>
                  <a:cubicBezTo>
                    <a:pt x="1445" y="3783"/>
                    <a:pt x="1401" y="4086"/>
                    <a:pt x="1401" y="4086"/>
                  </a:cubicBezTo>
                  <a:cubicBezTo>
                    <a:pt x="1793" y="3390"/>
                    <a:pt x="2266" y="3158"/>
                    <a:pt x="2266" y="3158"/>
                  </a:cubicBezTo>
                  <a:lnTo>
                    <a:pt x="2266" y="3158"/>
                  </a:lnTo>
                  <a:cubicBezTo>
                    <a:pt x="2168" y="3444"/>
                    <a:pt x="2204" y="3926"/>
                    <a:pt x="2204" y="3926"/>
                  </a:cubicBezTo>
                  <a:cubicBezTo>
                    <a:pt x="2284" y="3381"/>
                    <a:pt x="2766" y="3105"/>
                    <a:pt x="2766" y="3105"/>
                  </a:cubicBezTo>
                  <a:cubicBezTo>
                    <a:pt x="2766" y="3105"/>
                    <a:pt x="2773" y="3105"/>
                    <a:pt x="2787" y="3105"/>
                  </a:cubicBezTo>
                  <a:cubicBezTo>
                    <a:pt x="2891" y="3105"/>
                    <a:pt x="3361" y="3125"/>
                    <a:pt x="3685" y="3488"/>
                  </a:cubicBezTo>
                  <a:cubicBezTo>
                    <a:pt x="3685" y="3488"/>
                    <a:pt x="3453" y="3069"/>
                    <a:pt x="3221" y="2882"/>
                  </a:cubicBezTo>
                  <a:cubicBezTo>
                    <a:pt x="3221" y="2882"/>
                    <a:pt x="3254" y="2878"/>
                    <a:pt x="3316" y="2878"/>
                  </a:cubicBezTo>
                  <a:cubicBezTo>
                    <a:pt x="3497" y="2878"/>
                    <a:pt x="3920" y="2913"/>
                    <a:pt x="4452" y="3185"/>
                  </a:cubicBezTo>
                  <a:cubicBezTo>
                    <a:pt x="4452" y="3185"/>
                    <a:pt x="4247" y="2953"/>
                    <a:pt x="3952" y="2793"/>
                  </a:cubicBezTo>
                  <a:lnTo>
                    <a:pt x="3952" y="2793"/>
                  </a:lnTo>
                  <a:cubicBezTo>
                    <a:pt x="3952" y="2793"/>
                    <a:pt x="4425" y="2793"/>
                    <a:pt x="4764" y="2989"/>
                  </a:cubicBezTo>
                  <a:cubicBezTo>
                    <a:pt x="4764" y="2989"/>
                    <a:pt x="4363" y="2364"/>
                    <a:pt x="3720" y="2132"/>
                  </a:cubicBezTo>
                  <a:lnTo>
                    <a:pt x="3720" y="2132"/>
                  </a:lnTo>
                  <a:cubicBezTo>
                    <a:pt x="3720" y="2133"/>
                    <a:pt x="4434" y="2177"/>
                    <a:pt x="4826" y="2338"/>
                  </a:cubicBezTo>
                  <a:cubicBezTo>
                    <a:pt x="4826" y="2338"/>
                    <a:pt x="4354" y="1963"/>
                    <a:pt x="3658" y="1847"/>
                  </a:cubicBezTo>
                  <a:cubicBezTo>
                    <a:pt x="3658" y="1847"/>
                    <a:pt x="4086" y="1764"/>
                    <a:pt x="4451" y="1764"/>
                  </a:cubicBezTo>
                  <a:cubicBezTo>
                    <a:pt x="4548" y="1764"/>
                    <a:pt x="4641" y="1770"/>
                    <a:pt x="4719" y="1785"/>
                  </a:cubicBezTo>
                  <a:cubicBezTo>
                    <a:pt x="4719" y="1785"/>
                    <a:pt x="4443" y="1540"/>
                    <a:pt x="3933" y="1540"/>
                  </a:cubicBezTo>
                  <a:cubicBezTo>
                    <a:pt x="3835" y="1540"/>
                    <a:pt x="3728" y="1549"/>
                    <a:pt x="3613" y="1570"/>
                  </a:cubicBezTo>
                  <a:cubicBezTo>
                    <a:pt x="3613" y="1570"/>
                    <a:pt x="3997" y="1285"/>
                    <a:pt x="4746" y="1071"/>
                  </a:cubicBezTo>
                  <a:cubicBezTo>
                    <a:pt x="4746" y="1071"/>
                    <a:pt x="4642" y="1049"/>
                    <a:pt x="4471" y="1049"/>
                  </a:cubicBezTo>
                  <a:cubicBezTo>
                    <a:pt x="4219" y="1049"/>
                    <a:pt x="3823" y="1096"/>
                    <a:pt x="3399" y="1330"/>
                  </a:cubicBezTo>
                  <a:cubicBezTo>
                    <a:pt x="3399" y="1330"/>
                    <a:pt x="3756" y="777"/>
                    <a:pt x="4247" y="482"/>
                  </a:cubicBezTo>
                  <a:lnTo>
                    <a:pt x="4247" y="482"/>
                  </a:lnTo>
                  <a:cubicBezTo>
                    <a:pt x="4246" y="482"/>
                    <a:pt x="3408" y="652"/>
                    <a:pt x="3051" y="1294"/>
                  </a:cubicBezTo>
                  <a:cubicBezTo>
                    <a:pt x="3051" y="1294"/>
                    <a:pt x="3051" y="732"/>
                    <a:pt x="338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143"/>
            <p:cNvSpPr/>
            <p:nvPr/>
          </p:nvSpPr>
          <p:spPr>
            <a:xfrm>
              <a:off x="6167009" y="2322397"/>
              <a:ext cx="91424" cy="77476"/>
            </a:xfrm>
            <a:custGeom>
              <a:rect b="b" l="l" r="r" t="t"/>
              <a:pathLst>
                <a:path extrusionOk="0" h="2133" w="2517">
                  <a:moveTo>
                    <a:pt x="1758" y="1"/>
                  </a:moveTo>
                  <a:cubicBezTo>
                    <a:pt x="1758" y="1"/>
                    <a:pt x="1437" y="170"/>
                    <a:pt x="1357" y="705"/>
                  </a:cubicBezTo>
                  <a:cubicBezTo>
                    <a:pt x="1357" y="705"/>
                    <a:pt x="1258" y="313"/>
                    <a:pt x="1267" y="108"/>
                  </a:cubicBezTo>
                  <a:lnTo>
                    <a:pt x="1267" y="108"/>
                  </a:lnTo>
                  <a:cubicBezTo>
                    <a:pt x="1267" y="108"/>
                    <a:pt x="1151" y="304"/>
                    <a:pt x="1169" y="687"/>
                  </a:cubicBezTo>
                  <a:cubicBezTo>
                    <a:pt x="973" y="357"/>
                    <a:pt x="777" y="259"/>
                    <a:pt x="777" y="259"/>
                  </a:cubicBezTo>
                  <a:lnTo>
                    <a:pt x="777" y="259"/>
                  </a:lnTo>
                  <a:cubicBezTo>
                    <a:pt x="893" y="420"/>
                    <a:pt x="1018" y="803"/>
                    <a:pt x="1018" y="803"/>
                  </a:cubicBezTo>
                  <a:cubicBezTo>
                    <a:pt x="714" y="454"/>
                    <a:pt x="410" y="428"/>
                    <a:pt x="326" y="428"/>
                  </a:cubicBezTo>
                  <a:cubicBezTo>
                    <a:pt x="312" y="428"/>
                    <a:pt x="304" y="429"/>
                    <a:pt x="304" y="429"/>
                  </a:cubicBezTo>
                  <a:cubicBezTo>
                    <a:pt x="652" y="661"/>
                    <a:pt x="803" y="902"/>
                    <a:pt x="803" y="902"/>
                  </a:cubicBezTo>
                  <a:cubicBezTo>
                    <a:pt x="686" y="835"/>
                    <a:pt x="557" y="813"/>
                    <a:pt x="440" y="813"/>
                  </a:cubicBezTo>
                  <a:cubicBezTo>
                    <a:pt x="228" y="813"/>
                    <a:pt x="54" y="884"/>
                    <a:pt x="54" y="884"/>
                  </a:cubicBezTo>
                  <a:cubicBezTo>
                    <a:pt x="63" y="883"/>
                    <a:pt x="72" y="883"/>
                    <a:pt x="81" y="883"/>
                  </a:cubicBezTo>
                  <a:cubicBezTo>
                    <a:pt x="367" y="883"/>
                    <a:pt x="661" y="1018"/>
                    <a:pt x="661" y="1018"/>
                  </a:cubicBezTo>
                  <a:cubicBezTo>
                    <a:pt x="241" y="1044"/>
                    <a:pt x="1" y="1285"/>
                    <a:pt x="1" y="1285"/>
                  </a:cubicBezTo>
                  <a:cubicBezTo>
                    <a:pt x="341" y="1185"/>
                    <a:pt x="574" y="1178"/>
                    <a:pt x="630" y="1178"/>
                  </a:cubicBezTo>
                  <a:cubicBezTo>
                    <a:pt x="638" y="1178"/>
                    <a:pt x="643" y="1178"/>
                    <a:pt x="643" y="1178"/>
                  </a:cubicBezTo>
                  <a:cubicBezTo>
                    <a:pt x="286" y="1321"/>
                    <a:pt x="215" y="1589"/>
                    <a:pt x="215" y="1589"/>
                  </a:cubicBezTo>
                  <a:cubicBezTo>
                    <a:pt x="357" y="1446"/>
                    <a:pt x="696" y="1312"/>
                    <a:pt x="696" y="1312"/>
                  </a:cubicBezTo>
                  <a:lnTo>
                    <a:pt x="696" y="1312"/>
                  </a:lnTo>
                  <a:cubicBezTo>
                    <a:pt x="429" y="1562"/>
                    <a:pt x="322" y="1856"/>
                    <a:pt x="322" y="1856"/>
                  </a:cubicBezTo>
                  <a:cubicBezTo>
                    <a:pt x="447" y="1678"/>
                    <a:pt x="750" y="1464"/>
                    <a:pt x="750" y="1464"/>
                  </a:cubicBezTo>
                  <a:lnTo>
                    <a:pt x="750" y="1464"/>
                  </a:lnTo>
                  <a:cubicBezTo>
                    <a:pt x="536" y="1740"/>
                    <a:pt x="536" y="2133"/>
                    <a:pt x="536" y="2133"/>
                  </a:cubicBezTo>
                  <a:cubicBezTo>
                    <a:pt x="625" y="1945"/>
                    <a:pt x="839" y="1812"/>
                    <a:pt x="839" y="1812"/>
                  </a:cubicBezTo>
                  <a:lnTo>
                    <a:pt x="839" y="1812"/>
                  </a:lnTo>
                  <a:cubicBezTo>
                    <a:pt x="750" y="1963"/>
                    <a:pt x="732" y="2124"/>
                    <a:pt x="732" y="2124"/>
                  </a:cubicBezTo>
                  <a:cubicBezTo>
                    <a:pt x="937" y="1767"/>
                    <a:pt x="1178" y="1642"/>
                    <a:pt x="1178" y="1642"/>
                  </a:cubicBezTo>
                  <a:lnTo>
                    <a:pt x="1178" y="1642"/>
                  </a:lnTo>
                  <a:cubicBezTo>
                    <a:pt x="1134" y="1794"/>
                    <a:pt x="1151" y="2043"/>
                    <a:pt x="1151" y="2043"/>
                  </a:cubicBezTo>
                  <a:cubicBezTo>
                    <a:pt x="1196" y="1758"/>
                    <a:pt x="1446" y="1615"/>
                    <a:pt x="1446" y="1615"/>
                  </a:cubicBezTo>
                  <a:cubicBezTo>
                    <a:pt x="1446" y="1615"/>
                    <a:pt x="1452" y="1615"/>
                    <a:pt x="1462" y="1615"/>
                  </a:cubicBezTo>
                  <a:cubicBezTo>
                    <a:pt x="1525" y="1615"/>
                    <a:pt x="1758" y="1628"/>
                    <a:pt x="1919" y="1812"/>
                  </a:cubicBezTo>
                  <a:cubicBezTo>
                    <a:pt x="1919" y="1812"/>
                    <a:pt x="1803" y="1597"/>
                    <a:pt x="1678" y="1499"/>
                  </a:cubicBezTo>
                  <a:cubicBezTo>
                    <a:pt x="1678" y="1499"/>
                    <a:pt x="1697" y="1497"/>
                    <a:pt x="1732" y="1497"/>
                  </a:cubicBezTo>
                  <a:cubicBezTo>
                    <a:pt x="1828" y="1497"/>
                    <a:pt x="2045" y="1516"/>
                    <a:pt x="2320" y="1660"/>
                  </a:cubicBezTo>
                  <a:cubicBezTo>
                    <a:pt x="2320" y="1660"/>
                    <a:pt x="2213" y="1535"/>
                    <a:pt x="2061" y="1455"/>
                  </a:cubicBezTo>
                  <a:lnTo>
                    <a:pt x="2061" y="1455"/>
                  </a:lnTo>
                  <a:cubicBezTo>
                    <a:pt x="2061" y="1455"/>
                    <a:pt x="2311" y="1455"/>
                    <a:pt x="2481" y="1553"/>
                  </a:cubicBezTo>
                  <a:cubicBezTo>
                    <a:pt x="2481" y="1553"/>
                    <a:pt x="2275" y="1223"/>
                    <a:pt x="1945" y="1107"/>
                  </a:cubicBezTo>
                  <a:lnTo>
                    <a:pt x="1945" y="1107"/>
                  </a:lnTo>
                  <a:cubicBezTo>
                    <a:pt x="1945" y="1107"/>
                    <a:pt x="2311" y="1134"/>
                    <a:pt x="2516" y="1214"/>
                  </a:cubicBezTo>
                  <a:cubicBezTo>
                    <a:pt x="2516" y="1214"/>
                    <a:pt x="2267" y="1018"/>
                    <a:pt x="1910" y="955"/>
                  </a:cubicBezTo>
                  <a:cubicBezTo>
                    <a:pt x="1910" y="955"/>
                    <a:pt x="2117" y="914"/>
                    <a:pt x="2298" y="914"/>
                  </a:cubicBezTo>
                  <a:cubicBezTo>
                    <a:pt x="2355" y="914"/>
                    <a:pt x="2409" y="918"/>
                    <a:pt x="2454" y="928"/>
                  </a:cubicBezTo>
                  <a:cubicBezTo>
                    <a:pt x="2454" y="928"/>
                    <a:pt x="2315" y="796"/>
                    <a:pt x="2049" y="796"/>
                  </a:cubicBezTo>
                  <a:cubicBezTo>
                    <a:pt x="1998" y="796"/>
                    <a:pt x="1943" y="801"/>
                    <a:pt x="1883" y="812"/>
                  </a:cubicBezTo>
                  <a:cubicBezTo>
                    <a:pt x="1883" y="812"/>
                    <a:pt x="2079" y="670"/>
                    <a:pt x="2472" y="554"/>
                  </a:cubicBezTo>
                  <a:cubicBezTo>
                    <a:pt x="2472" y="554"/>
                    <a:pt x="2416" y="542"/>
                    <a:pt x="2325" y="542"/>
                  </a:cubicBezTo>
                  <a:cubicBezTo>
                    <a:pt x="2195" y="542"/>
                    <a:pt x="1992" y="566"/>
                    <a:pt x="1776" y="687"/>
                  </a:cubicBezTo>
                  <a:cubicBezTo>
                    <a:pt x="1776" y="687"/>
                    <a:pt x="1963" y="402"/>
                    <a:pt x="2213" y="250"/>
                  </a:cubicBezTo>
                  <a:lnTo>
                    <a:pt x="2213" y="250"/>
                  </a:lnTo>
                  <a:cubicBezTo>
                    <a:pt x="2213" y="250"/>
                    <a:pt x="1776" y="340"/>
                    <a:pt x="1589" y="670"/>
                  </a:cubicBezTo>
                  <a:cubicBezTo>
                    <a:pt x="1589" y="670"/>
                    <a:pt x="1589" y="384"/>
                    <a:pt x="17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143"/>
            <p:cNvSpPr/>
            <p:nvPr/>
          </p:nvSpPr>
          <p:spPr>
            <a:xfrm>
              <a:off x="6297584" y="2236533"/>
              <a:ext cx="139043" cy="121862"/>
            </a:xfrm>
            <a:custGeom>
              <a:rect b="b" l="l" r="r" t="t"/>
              <a:pathLst>
                <a:path extrusionOk="0" h="3355" w="3828">
                  <a:moveTo>
                    <a:pt x="2570" y="1"/>
                  </a:moveTo>
                  <a:lnTo>
                    <a:pt x="2570" y="1"/>
                  </a:lnTo>
                  <a:cubicBezTo>
                    <a:pt x="2570" y="1"/>
                    <a:pt x="2097" y="286"/>
                    <a:pt x="2017" y="1116"/>
                  </a:cubicBezTo>
                  <a:cubicBezTo>
                    <a:pt x="2017" y="1116"/>
                    <a:pt x="1839" y="527"/>
                    <a:pt x="1830" y="215"/>
                  </a:cubicBezTo>
                  <a:cubicBezTo>
                    <a:pt x="1830" y="215"/>
                    <a:pt x="1669" y="518"/>
                    <a:pt x="1731" y="1098"/>
                  </a:cubicBezTo>
                  <a:cubicBezTo>
                    <a:pt x="1410" y="616"/>
                    <a:pt x="1089" y="482"/>
                    <a:pt x="1089" y="482"/>
                  </a:cubicBezTo>
                  <a:lnTo>
                    <a:pt x="1089" y="482"/>
                  </a:lnTo>
                  <a:cubicBezTo>
                    <a:pt x="1285" y="723"/>
                    <a:pt x="1517" y="1294"/>
                    <a:pt x="1517" y="1294"/>
                  </a:cubicBezTo>
                  <a:cubicBezTo>
                    <a:pt x="1055" y="831"/>
                    <a:pt x="620" y="782"/>
                    <a:pt x="454" y="782"/>
                  </a:cubicBezTo>
                  <a:cubicBezTo>
                    <a:pt x="409" y="782"/>
                    <a:pt x="384" y="786"/>
                    <a:pt x="384" y="786"/>
                  </a:cubicBezTo>
                  <a:cubicBezTo>
                    <a:pt x="937" y="1107"/>
                    <a:pt x="1196" y="1464"/>
                    <a:pt x="1196" y="1464"/>
                  </a:cubicBezTo>
                  <a:cubicBezTo>
                    <a:pt x="1036" y="1388"/>
                    <a:pt x="867" y="1361"/>
                    <a:pt x="709" y="1361"/>
                  </a:cubicBezTo>
                  <a:cubicBezTo>
                    <a:pt x="348" y="1361"/>
                    <a:pt x="45" y="1499"/>
                    <a:pt x="45" y="1499"/>
                  </a:cubicBezTo>
                  <a:cubicBezTo>
                    <a:pt x="85" y="1496"/>
                    <a:pt x="125" y="1495"/>
                    <a:pt x="165" y="1495"/>
                  </a:cubicBezTo>
                  <a:cubicBezTo>
                    <a:pt x="582" y="1495"/>
                    <a:pt x="991" y="1651"/>
                    <a:pt x="991" y="1651"/>
                  </a:cubicBezTo>
                  <a:cubicBezTo>
                    <a:pt x="349" y="1731"/>
                    <a:pt x="1" y="2115"/>
                    <a:pt x="1" y="2115"/>
                  </a:cubicBezTo>
                  <a:cubicBezTo>
                    <a:pt x="589" y="1901"/>
                    <a:pt x="964" y="1901"/>
                    <a:pt x="964" y="1901"/>
                  </a:cubicBezTo>
                  <a:lnTo>
                    <a:pt x="964" y="1901"/>
                  </a:lnTo>
                  <a:cubicBezTo>
                    <a:pt x="438" y="2150"/>
                    <a:pt x="349" y="2552"/>
                    <a:pt x="349" y="2552"/>
                  </a:cubicBezTo>
                  <a:cubicBezTo>
                    <a:pt x="563" y="2338"/>
                    <a:pt x="1062" y="2106"/>
                    <a:pt x="1062" y="2106"/>
                  </a:cubicBezTo>
                  <a:lnTo>
                    <a:pt x="1062" y="2106"/>
                  </a:lnTo>
                  <a:cubicBezTo>
                    <a:pt x="670" y="2498"/>
                    <a:pt x="536" y="2962"/>
                    <a:pt x="536" y="2962"/>
                  </a:cubicBezTo>
                  <a:cubicBezTo>
                    <a:pt x="714" y="2677"/>
                    <a:pt x="1160" y="2320"/>
                    <a:pt x="1161" y="2320"/>
                  </a:cubicBezTo>
                  <a:lnTo>
                    <a:pt x="1161" y="2320"/>
                  </a:lnTo>
                  <a:cubicBezTo>
                    <a:pt x="857" y="2757"/>
                    <a:pt x="884" y="3355"/>
                    <a:pt x="884" y="3355"/>
                  </a:cubicBezTo>
                  <a:cubicBezTo>
                    <a:pt x="1009" y="3078"/>
                    <a:pt x="1321" y="2855"/>
                    <a:pt x="1321" y="2855"/>
                  </a:cubicBezTo>
                  <a:lnTo>
                    <a:pt x="1321" y="2855"/>
                  </a:lnTo>
                  <a:cubicBezTo>
                    <a:pt x="1205" y="3087"/>
                    <a:pt x="1178" y="3337"/>
                    <a:pt x="1178" y="3337"/>
                  </a:cubicBezTo>
                  <a:cubicBezTo>
                    <a:pt x="1464" y="2766"/>
                    <a:pt x="1829" y="2561"/>
                    <a:pt x="1830" y="2561"/>
                  </a:cubicBezTo>
                  <a:lnTo>
                    <a:pt x="1830" y="2561"/>
                  </a:lnTo>
                  <a:cubicBezTo>
                    <a:pt x="1767" y="2793"/>
                    <a:pt x="1821" y="3176"/>
                    <a:pt x="1821" y="3176"/>
                  </a:cubicBezTo>
                  <a:cubicBezTo>
                    <a:pt x="1856" y="2739"/>
                    <a:pt x="2222" y="2489"/>
                    <a:pt x="2222" y="2489"/>
                  </a:cubicBezTo>
                  <a:cubicBezTo>
                    <a:pt x="2222" y="2489"/>
                    <a:pt x="2244" y="2487"/>
                    <a:pt x="2282" y="2487"/>
                  </a:cubicBezTo>
                  <a:cubicBezTo>
                    <a:pt x="2413" y="2487"/>
                    <a:pt x="2736" y="2514"/>
                    <a:pt x="2971" y="2757"/>
                  </a:cubicBezTo>
                  <a:cubicBezTo>
                    <a:pt x="2971" y="2757"/>
                    <a:pt x="2766" y="2436"/>
                    <a:pt x="2570" y="2302"/>
                  </a:cubicBezTo>
                  <a:cubicBezTo>
                    <a:pt x="2570" y="2302"/>
                    <a:pt x="2629" y="2291"/>
                    <a:pt x="2733" y="2291"/>
                  </a:cubicBezTo>
                  <a:cubicBezTo>
                    <a:pt x="2907" y="2291"/>
                    <a:pt x="3207" y="2322"/>
                    <a:pt x="3569" y="2489"/>
                  </a:cubicBezTo>
                  <a:cubicBezTo>
                    <a:pt x="3569" y="2489"/>
                    <a:pt x="3391" y="2311"/>
                    <a:pt x="3159" y="2195"/>
                  </a:cubicBezTo>
                  <a:cubicBezTo>
                    <a:pt x="3159" y="2195"/>
                    <a:pt x="3174" y="2194"/>
                    <a:pt x="3200" y="2194"/>
                  </a:cubicBezTo>
                  <a:cubicBezTo>
                    <a:pt x="3305" y="2194"/>
                    <a:pt x="3589" y="2206"/>
                    <a:pt x="3810" y="2320"/>
                  </a:cubicBezTo>
                  <a:cubicBezTo>
                    <a:pt x="3810" y="2320"/>
                    <a:pt x="3453" y="1829"/>
                    <a:pt x="2945" y="1687"/>
                  </a:cubicBezTo>
                  <a:lnTo>
                    <a:pt x="2945" y="1687"/>
                  </a:lnTo>
                  <a:cubicBezTo>
                    <a:pt x="2945" y="1687"/>
                    <a:pt x="3507" y="1687"/>
                    <a:pt x="3828" y="1794"/>
                  </a:cubicBezTo>
                  <a:cubicBezTo>
                    <a:pt x="3828" y="1794"/>
                    <a:pt x="3435" y="1517"/>
                    <a:pt x="2882" y="1455"/>
                  </a:cubicBezTo>
                  <a:cubicBezTo>
                    <a:pt x="2882" y="1455"/>
                    <a:pt x="3299" y="1350"/>
                    <a:pt x="3599" y="1350"/>
                  </a:cubicBezTo>
                  <a:cubicBezTo>
                    <a:pt x="3639" y="1350"/>
                    <a:pt x="3677" y="1352"/>
                    <a:pt x="3712" y="1357"/>
                  </a:cubicBezTo>
                  <a:cubicBezTo>
                    <a:pt x="3712" y="1357"/>
                    <a:pt x="3515" y="1198"/>
                    <a:pt x="3159" y="1198"/>
                  </a:cubicBezTo>
                  <a:cubicBezTo>
                    <a:pt x="3061" y="1198"/>
                    <a:pt x="2950" y="1210"/>
                    <a:pt x="2829" y="1241"/>
                  </a:cubicBezTo>
                  <a:cubicBezTo>
                    <a:pt x="2829" y="1241"/>
                    <a:pt x="3123" y="1000"/>
                    <a:pt x="3712" y="794"/>
                  </a:cubicBezTo>
                  <a:cubicBezTo>
                    <a:pt x="3712" y="794"/>
                    <a:pt x="3661" y="786"/>
                    <a:pt x="3574" y="786"/>
                  </a:cubicBezTo>
                  <a:cubicBezTo>
                    <a:pt x="3386" y="786"/>
                    <a:pt x="3029" y="824"/>
                    <a:pt x="2650" y="1062"/>
                  </a:cubicBezTo>
                  <a:cubicBezTo>
                    <a:pt x="2650" y="1062"/>
                    <a:pt x="2909" y="607"/>
                    <a:pt x="3284" y="348"/>
                  </a:cubicBezTo>
                  <a:lnTo>
                    <a:pt x="3284" y="348"/>
                  </a:lnTo>
                  <a:cubicBezTo>
                    <a:pt x="3284" y="348"/>
                    <a:pt x="2624" y="518"/>
                    <a:pt x="2374" y="1044"/>
                  </a:cubicBezTo>
                  <a:cubicBezTo>
                    <a:pt x="2374" y="1044"/>
                    <a:pt x="2347" y="598"/>
                    <a:pt x="257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143"/>
            <p:cNvSpPr/>
            <p:nvPr/>
          </p:nvSpPr>
          <p:spPr>
            <a:xfrm>
              <a:off x="5913356" y="2295530"/>
              <a:ext cx="265735" cy="136137"/>
            </a:xfrm>
            <a:custGeom>
              <a:rect b="b" l="l" r="r" t="t"/>
              <a:pathLst>
                <a:path extrusionOk="0" h="3748" w="7316">
                  <a:moveTo>
                    <a:pt x="3658" y="1"/>
                  </a:moveTo>
                  <a:cubicBezTo>
                    <a:pt x="3310" y="54"/>
                    <a:pt x="3292" y="723"/>
                    <a:pt x="3292" y="723"/>
                  </a:cubicBezTo>
                  <a:cubicBezTo>
                    <a:pt x="3292" y="723"/>
                    <a:pt x="3013" y="188"/>
                    <a:pt x="2773" y="188"/>
                  </a:cubicBezTo>
                  <a:cubicBezTo>
                    <a:pt x="2756" y="188"/>
                    <a:pt x="2738" y="191"/>
                    <a:pt x="2721" y="197"/>
                  </a:cubicBezTo>
                  <a:cubicBezTo>
                    <a:pt x="2472" y="286"/>
                    <a:pt x="2525" y="1062"/>
                    <a:pt x="2525" y="1062"/>
                  </a:cubicBezTo>
                  <a:cubicBezTo>
                    <a:pt x="2525" y="1062"/>
                    <a:pt x="2182" y="572"/>
                    <a:pt x="1964" y="572"/>
                  </a:cubicBezTo>
                  <a:cubicBezTo>
                    <a:pt x="1941" y="572"/>
                    <a:pt x="1920" y="578"/>
                    <a:pt x="1901" y="589"/>
                  </a:cubicBezTo>
                  <a:cubicBezTo>
                    <a:pt x="1687" y="705"/>
                    <a:pt x="1901" y="1473"/>
                    <a:pt x="1901" y="1473"/>
                  </a:cubicBezTo>
                  <a:cubicBezTo>
                    <a:pt x="1901" y="1473"/>
                    <a:pt x="1501" y="1158"/>
                    <a:pt x="1274" y="1158"/>
                  </a:cubicBezTo>
                  <a:cubicBezTo>
                    <a:pt x="1237" y="1158"/>
                    <a:pt x="1204" y="1167"/>
                    <a:pt x="1178" y="1187"/>
                  </a:cubicBezTo>
                  <a:cubicBezTo>
                    <a:pt x="991" y="1330"/>
                    <a:pt x="1330" y="2177"/>
                    <a:pt x="1330" y="2177"/>
                  </a:cubicBezTo>
                  <a:cubicBezTo>
                    <a:pt x="1330" y="2177"/>
                    <a:pt x="902" y="1809"/>
                    <a:pt x="643" y="1809"/>
                  </a:cubicBezTo>
                  <a:cubicBezTo>
                    <a:pt x="618" y="1809"/>
                    <a:pt x="593" y="1812"/>
                    <a:pt x="572" y="1821"/>
                  </a:cubicBezTo>
                  <a:cubicBezTo>
                    <a:pt x="340" y="1910"/>
                    <a:pt x="795" y="2980"/>
                    <a:pt x="795" y="2980"/>
                  </a:cubicBezTo>
                  <a:cubicBezTo>
                    <a:pt x="795" y="2980"/>
                    <a:pt x="518" y="2721"/>
                    <a:pt x="312" y="2721"/>
                  </a:cubicBezTo>
                  <a:cubicBezTo>
                    <a:pt x="262" y="2721"/>
                    <a:pt x="216" y="2737"/>
                    <a:pt x="179" y="2775"/>
                  </a:cubicBezTo>
                  <a:cubicBezTo>
                    <a:pt x="1" y="2971"/>
                    <a:pt x="438" y="3748"/>
                    <a:pt x="438" y="3748"/>
                  </a:cubicBezTo>
                  <a:lnTo>
                    <a:pt x="6879" y="3748"/>
                  </a:lnTo>
                  <a:cubicBezTo>
                    <a:pt x="6879" y="3748"/>
                    <a:pt x="7316" y="2971"/>
                    <a:pt x="7137" y="2775"/>
                  </a:cubicBezTo>
                  <a:cubicBezTo>
                    <a:pt x="7101" y="2737"/>
                    <a:pt x="7055" y="2721"/>
                    <a:pt x="7004" y="2721"/>
                  </a:cubicBezTo>
                  <a:cubicBezTo>
                    <a:pt x="6798" y="2721"/>
                    <a:pt x="6522" y="2980"/>
                    <a:pt x="6522" y="2980"/>
                  </a:cubicBezTo>
                  <a:cubicBezTo>
                    <a:pt x="6522" y="2980"/>
                    <a:pt x="6977" y="1910"/>
                    <a:pt x="6745" y="1821"/>
                  </a:cubicBezTo>
                  <a:cubicBezTo>
                    <a:pt x="6724" y="1812"/>
                    <a:pt x="6700" y="1809"/>
                    <a:pt x="6675" y="1809"/>
                  </a:cubicBezTo>
                  <a:cubicBezTo>
                    <a:pt x="6422" y="1809"/>
                    <a:pt x="5987" y="2177"/>
                    <a:pt x="5987" y="2177"/>
                  </a:cubicBezTo>
                  <a:cubicBezTo>
                    <a:pt x="5987" y="2177"/>
                    <a:pt x="6326" y="1330"/>
                    <a:pt x="6147" y="1187"/>
                  </a:cubicBezTo>
                  <a:cubicBezTo>
                    <a:pt x="6120" y="1167"/>
                    <a:pt x="6086" y="1158"/>
                    <a:pt x="6048" y="1158"/>
                  </a:cubicBezTo>
                  <a:cubicBezTo>
                    <a:pt x="5815" y="1158"/>
                    <a:pt x="5416" y="1473"/>
                    <a:pt x="5416" y="1473"/>
                  </a:cubicBezTo>
                  <a:cubicBezTo>
                    <a:pt x="5416" y="1473"/>
                    <a:pt x="5630" y="705"/>
                    <a:pt x="5416" y="589"/>
                  </a:cubicBezTo>
                  <a:cubicBezTo>
                    <a:pt x="5396" y="578"/>
                    <a:pt x="5375" y="572"/>
                    <a:pt x="5352" y="572"/>
                  </a:cubicBezTo>
                  <a:cubicBezTo>
                    <a:pt x="5136" y="572"/>
                    <a:pt x="4800" y="1062"/>
                    <a:pt x="4800" y="1062"/>
                  </a:cubicBezTo>
                  <a:cubicBezTo>
                    <a:pt x="4800" y="1062"/>
                    <a:pt x="4845" y="286"/>
                    <a:pt x="4595" y="197"/>
                  </a:cubicBezTo>
                  <a:cubicBezTo>
                    <a:pt x="4578" y="191"/>
                    <a:pt x="4561" y="188"/>
                    <a:pt x="4543" y="188"/>
                  </a:cubicBezTo>
                  <a:cubicBezTo>
                    <a:pt x="4303" y="188"/>
                    <a:pt x="4024" y="723"/>
                    <a:pt x="4024" y="723"/>
                  </a:cubicBezTo>
                  <a:cubicBezTo>
                    <a:pt x="4024" y="723"/>
                    <a:pt x="4006" y="54"/>
                    <a:pt x="3658" y="1"/>
                  </a:cubicBezTo>
                  <a:close/>
                </a:path>
              </a:pathLst>
            </a:custGeom>
            <a:solidFill>
              <a:srgbClr val="8E8E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143"/>
            <p:cNvSpPr/>
            <p:nvPr/>
          </p:nvSpPr>
          <p:spPr>
            <a:xfrm>
              <a:off x="5956760" y="2339914"/>
              <a:ext cx="178925" cy="91751"/>
            </a:xfrm>
            <a:custGeom>
              <a:rect b="b" l="l" r="r" t="t"/>
              <a:pathLst>
                <a:path extrusionOk="0" h="2526" w="4926">
                  <a:moveTo>
                    <a:pt x="2463" y="1"/>
                  </a:moveTo>
                  <a:cubicBezTo>
                    <a:pt x="2231" y="45"/>
                    <a:pt x="2222" y="492"/>
                    <a:pt x="2222" y="492"/>
                  </a:cubicBezTo>
                  <a:cubicBezTo>
                    <a:pt x="2222" y="492"/>
                    <a:pt x="2030" y="137"/>
                    <a:pt x="1874" y="137"/>
                  </a:cubicBezTo>
                  <a:cubicBezTo>
                    <a:pt x="1862" y="137"/>
                    <a:pt x="1850" y="139"/>
                    <a:pt x="1839" y="144"/>
                  </a:cubicBezTo>
                  <a:cubicBezTo>
                    <a:pt x="1669" y="197"/>
                    <a:pt x="1696" y="723"/>
                    <a:pt x="1696" y="723"/>
                  </a:cubicBezTo>
                  <a:cubicBezTo>
                    <a:pt x="1696" y="723"/>
                    <a:pt x="1467" y="392"/>
                    <a:pt x="1319" y="392"/>
                  </a:cubicBezTo>
                  <a:cubicBezTo>
                    <a:pt x="1304" y="392"/>
                    <a:pt x="1290" y="395"/>
                    <a:pt x="1277" y="402"/>
                  </a:cubicBezTo>
                  <a:cubicBezTo>
                    <a:pt x="1143" y="483"/>
                    <a:pt x="1277" y="1000"/>
                    <a:pt x="1277" y="1000"/>
                  </a:cubicBezTo>
                  <a:cubicBezTo>
                    <a:pt x="1277" y="1000"/>
                    <a:pt x="1015" y="784"/>
                    <a:pt x="861" y="784"/>
                  </a:cubicBezTo>
                  <a:cubicBezTo>
                    <a:pt x="835" y="784"/>
                    <a:pt x="813" y="790"/>
                    <a:pt x="795" y="804"/>
                  </a:cubicBezTo>
                  <a:cubicBezTo>
                    <a:pt x="670" y="902"/>
                    <a:pt x="902" y="1464"/>
                    <a:pt x="902" y="1464"/>
                  </a:cubicBezTo>
                  <a:cubicBezTo>
                    <a:pt x="902" y="1464"/>
                    <a:pt x="610" y="1223"/>
                    <a:pt x="436" y="1223"/>
                  </a:cubicBezTo>
                  <a:cubicBezTo>
                    <a:pt x="417" y="1223"/>
                    <a:pt x="400" y="1226"/>
                    <a:pt x="385" y="1232"/>
                  </a:cubicBezTo>
                  <a:cubicBezTo>
                    <a:pt x="233" y="1294"/>
                    <a:pt x="536" y="2017"/>
                    <a:pt x="536" y="2017"/>
                  </a:cubicBezTo>
                  <a:cubicBezTo>
                    <a:pt x="536" y="2017"/>
                    <a:pt x="351" y="1838"/>
                    <a:pt x="214" y="1838"/>
                  </a:cubicBezTo>
                  <a:cubicBezTo>
                    <a:pt x="181" y="1838"/>
                    <a:pt x="150" y="1848"/>
                    <a:pt x="126" y="1874"/>
                  </a:cubicBezTo>
                  <a:cubicBezTo>
                    <a:pt x="1" y="2008"/>
                    <a:pt x="304" y="2526"/>
                    <a:pt x="304" y="2526"/>
                  </a:cubicBezTo>
                  <a:lnTo>
                    <a:pt x="4622" y="2526"/>
                  </a:lnTo>
                  <a:cubicBezTo>
                    <a:pt x="4622" y="2526"/>
                    <a:pt x="4925" y="2008"/>
                    <a:pt x="4801" y="1874"/>
                  </a:cubicBezTo>
                  <a:cubicBezTo>
                    <a:pt x="4776" y="1848"/>
                    <a:pt x="4746" y="1838"/>
                    <a:pt x="4713" y="1838"/>
                  </a:cubicBezTo>
                  <a:cubicBezTo>
                    <a:pt x="4575" y="1838"/>
                    <a:pt x="4390" y="2017"/>
                    <a:pt x="4390" y="2017"/>
                  </a:cubicBezTo>
                  <a:cubicBezTo>
                    <a:pt x="4390" y="2017"/>
                    <a:pt x="4693" y="1294"/>
                    <a:pt x="4542" y="1232"/>
                  </a:cubicBezTo>
                  <a:cubicBezTo>
                    <a:pt x="4526" y="1226"/>
                    <a:pt x="4509" y="1223"/>
                    <a:pt x="4491" y="1223"/>
                  </a:cubicBezTo>
                  <a:cubicBezTo>
                    <a:pt x="4316" y="1223"/>
                    <a:pt x="4024" y="1464"/>
                    <a:pt x="4024" y="1464"/>
                  </a:cubicBezTo>
                  <a:cubicBezTo>
                    <a:pt x="4024" y="1464"/>
                    <a:pt x="4256" y="902"/>
                    <a:pt x="4131" y="804"/>
                  </a:cubicBezTo>
                  <a:cubicBezTo>
                    <a:pt x="4114" y="790"/>
                    <a:pt x="4091" y="784"/>
                    <a:pt x="4065" y="784"/>
                  </a:cubicBezTo>
                  <a:cubicBezTo>
                    <a:pt x="3912" y="784"/>
                    <a:pt x="3650" y="1000"/>
                    <a:pt x="3650" y="1000"/>
                  </a:cubicBezTo>
                  <a:cubicBezTo>
                    <a:pt x="3650" y="1000"/>
                    <a:pt x="3792" y="483"/>
                    <a:pt x="3650" y="402"/>
                  </a:cubicBezTo>
                  <a:cubicBezTo>
                    <a:pt x="3637" y="395"/>
                    <a:pt x="3623" y="392"/>
                    <a:pt x="3608" y="392"/>
                  </a:cubicBezTo>
                  <a:cubicBezTo>
                    <a:pt x="3459" y="392"/>
                    <a:pt x="3230" y="723"/>
                    <a:pt x="3230" y="723"/>
                  </a:cubicBezTo>
                  <a:cubicBezTo>
                    <a:pt x="3230" y="723"/>
                    <a:pt x="3257" y="197"/>
                    <a:pt x="3088" y="144"/>
                  </a:cubicBezTo>
                  <a:cubicBezTo>
                    <a:pt x="3076" y="139"/>
                    <a:pt x="3065" y="137"/>
                    <a:pt x="3053" y="137"/>
                  </a:cubicBezTo>
                  <a:cubicBezTo>
                    <a:pt x="2897" y="137"/>
                    <a:pt x="2704" y="492"/>
                    <a:pt x="2704" y="492"/>
                  </a:cubicBezTo>
                  <a:cubicBezTo>
                    <a:pt x="2704" y="492"/>
                    <a:pt x="2695" y="45"/>
                    <a:pt x="24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143"/>
            <p:cNvSpPr/>
            <p:nvPr/>
          </p:nvSpPr>
          <p:spPr>
            <a:xfrm>
              <a:off x="6018927" y="2221642"/>
              <a:ext cx="432310" cy="230721"/>
            </a:xfrm>
            <a:custGeom>
              <a:rect b="b" l="l" r="r" t="t"/>
              <a:pathLst>
                <a:path extrusionOk="0" h="6352" w="11902">
                  <a:moveTo>
                    <a:pt x="11901" y="0"/>
                  </a:moveTo>
                  <a:lnTo>
                    <a:pt x="10501" y="750"/>
                  </a:lnTo>
                  <a:lnTo>
                    <a:pt x="9484" y="1865"/>
                  </a:lnTo>
                  <a:lnTo>
                    <a:pt x="8181" y="2061"/>
                  </a:lnTo>
                  <a:lnTo>
                    <a:pt x="7423" y="2560"/>
                  </a:lnTo>
                  <a:lnTo>
                    <a:pt x="6335" y="2560"/>
                  </a:lnTo>
                  <a:lnTo>
                    <a:pt x="5523" y="3060"/>
                  </a:lnTo>
                  <a:lnTo>
                    <a:pt x="4586" y="4309"/>
                  </a:lnTo>
                  <a:lnTo>
                    <a:pt x="4015" y="4389"/>
                  </a:lnTo>
                  <a:lnTo>
                    <a:pt x="3177" y="4853"/>
                  </a:lnTo>
                  <a:lnTo>
                    <a:pt x="2204" y="4817"/>
                  </a:lnTo>
                  <a:lnTo>
                    <a:pt x="1" y="6352"/>
                  </a:lnTo>
                  <a:lnTo>
                    <a:pt x="1" y="6352"/>
                  </a:lnTo>
                  <a:lnTo>
                    <a:pt x="11901" y="4541"/>
                  </a:lnTo>
                  <a:lnTo>
                    <a:pt x="1190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143"/>
            <p:cNvSpPr/>
            <p:nvPr/>
          </p:nvSpPr>
          <p:spPr>
            <a:xfrm>
              <a:off x="6045841" y="2365184"/>
              <a:ext cx="343829" cy="94003"/>
            </a:xfrm>
            <a:custGeom>
              <a:rect b="b" l="l" r="r" t="t"/>
              <a:pathLst>
                <a:path extrusionOk="0" h="2588" w="9466">
                  <a:moveTo>
                    <a:pt x="6111" y="0"/>
                  </a:moveTo>
                  <a:lnTo>
                    <a:pt x="5888" y="687"/>
                  </a:lnTo>
                  <a:lnTo>
                    <a:pt x="5968" y="1240"/>
                  </a:lnTo>
                  <a:lnTo>
                    <a:pt x="5576" y="1303"/>
                  </a:lnTo>
                  <a:lnTo>
                    <a:pt x="5041" y="1401"/>
                  </a:lnTo>
                  <a:lnTo>
                    <a:pt x="4782" y="785"/>
                  </a:lnTo>
                  <a:lnTo>
                    <a:pt x="4514" y="1517"/>
                  </a:lnTo>
                  <a:lnTo>
                    <a:pt x="3934" y="1579"/>
                  </a:lnTo>
                  <a:lnTo>
                    <a:pt x="3702" y="1249"/>
                  </a:lnTo>
                  <a:lnTo>
                    <a:pt x="3649" y="1633"/>
                  </a:lnTo>
                  <a:lnTo>
                    <a:pt x="2159" y="1882"/>
                  </a:lnTo>
                  <a:lnTo>
                    <a:pt x="1900" y="1651"/>
                  </a:lnTo>
                  <a:lnTo>
                    <a:pt x="1829" y="1945"/>
                  </a:lnTo>
                  <a:lnTo>
                    <a:pt x="1535" y="1990"/>
                  </a:lnTo>
                  <a:lnTo>
                    <a:pt x="1436" y="1820"/>
                  </a:lnTo>
                  <a:lnTo>
                    <a:pt x="1508" y="1552"/>
                  </a:lnTo>
                  <a:lnTo>
                    <a:pt x="0" y="2266"/>
                  </a:lnTo>
                  <a:lnTo>
                    <a:pt x="571" y="2587"/>
                  </a:lnTo>
                  <a:cubicBezTo>
                    <a:pt x="571" y="2587"/>
                    <a:pt x="3024" y="2436"/>
                    <a:pt x="3131" y="2427"/>
                  </a:cubicBezTo>
                  <a:cubicBezTo>
                    <a:pt x="3230" y="2409"/>
                    <a:pt x="9028" y="1633"/>
                    <a:pt x="9251" y="1615"/>
                  </a:cubicBezTo>
                  <a:cubicBezTo>
                    <a:pt x="9465" y="1597"/>
                    <a:pt x="7797" y="928"/>
                    <a:pt x="7797" y="928"/>
                  </a:cubicBezTo>
                  <a:lnTo>
                    <a:pt x="7431" y="0"/>
                  </a:lnTo>
                  <a:lnTo>
                    <a:pt x="7262" y="1062"/>
                  </a:lnTo>
                  <a:lnTo>
                    <a:pt x="6691" y="1115"/>
                  </a:lnTo>
                  <a:lnTo>
                    <a:pt x="6343" y="973"/>
                  </a:lnTo>
                  <a:lnTo>
                    <a:pt x="611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143"/>
            <p:cNvSpPr/>
            <p:nvPr/>
          </p:nvSpPr>
          <p:spPr>
            <a:xfrm>
              <a:off x="6018927" y="2221642"/>
              <a:ext cx="432310" cy="230721"/>
            </a:xfrm>
            <a:custGeom>
              <a:rect b="b" l="l" r="r" t="t"/>
              <a:pathLst>
                <a:path extrusionOk="0" h="6352" w="11902">
                  <a:moveTo>
                    <a:pt x="11901" y="0"/>
                  </a:moveTo>
                  <a:lnTo>
                    <a:pt x="10501" y="750"/>
                  </a:lnTo>
                  <a:lnTo>
                    <a:pt x="9484" y="1865"/>
                  </a:lnTo>
                  <a:lnTo>
                    <a:pt x="8181" y="2061"/>
                  </a:lnTo>
                  <a:lnTo>
                    <a:pt x="7423" y="2560"/>
                  </a:lnTo>
                  <a:lnTo>
                    <a:pt x="6335" y="2560"/>
                  </a:lnTo>
                  <a:lnTo>
                    <a:pt x="5523" y="3060"/>
                  </a:lnTo>
                  <a:lnTo>
                    <a:pt x="4586" y="4309"/>
                  </a:lnTo>
                  <a:lnTo>
                    <a:pt x="4015" y="4389"/>
                  </a:lnTo>
                  <a:lnTo>
                    <a:pt x="3177" y="4853"/>
                  </a:lnTo>
                  <a:lnTo>
                    <a:pt x="2204" y="4817"/>
                  </a:lnTo>
                  <a:lnTo>
                    <a:pt x="1" y="6352"/>
                  </a:lnTo>
                  <a:lnTo>
                    <a:pt x="1" y="6352"/>
                  </a:lnTo>
                  <a:lnTo>
                    <a:pt x="2329" y="5156"/>
                  </a:lnTo>
                  <a:lnTo>
                    <a:pt x="3221" y="5380"/>
                  </a:lnTo>
                  <a:cubicBezTo>
                    <a:pt x="3221" y="5380"/>
                    <a:pt x="3346" y="5049"/>
                    <a:pt x="3489" y="4880"/>
                  </a:cubicBezTo>
                  <a:cubicBezTo>
                    <a:pt x="3547" y="4802"/>
                    <a:pt x="3775" y="4780"/>
                    <a:pt x="4015" y="4780"/>
                  </a:cubicBezTo>
                  <a:cubicBezTo>
                    <a:pt x="4327" y="4780"/>
                    <a:pt x="4657" y="4817"/>
                    <a:pt x="4657" y="4817"/>
                  </a:cubicBezTo>
                  <a:lnTo>
                    <a:pt x="5077" y="4220"/>
                  </a:lnTo>
                  <a:lnTo>
                    <a:pt x="6192" y="4880"/>
                  </a:lnTo>
                  <a:lnTo>
                    <a:pt x="5853" y="4309"/>
                  </a:lnTo>
                  <a:lnTo>
                    <a:pt x="6103" y="3176"/>
                  </a:lnTo>
                  <a:lnTo>
                    <a:pt x="7209" y="3533"/>
                  </a:lnTo>
                  <a:lnTo>
                    <a:pt x="8101" y="2418"/>
                  </a:lnTo>
                  <a:lnTo>
                    <a:pt x="9270" y="2123"/>
                  </a:lnTo>
                  <a:lnTo>
                    <a:pt x="10304" y="2534"/>
                  </a:lnTo>
                  <a:lnTo>
                    <a:pt x="10367" y="1793"/>
                  </a:lnTo>
                  <a:lnTo>
                    <a:pt x="10697" y="1071"/>
                  </a:lnTo>
                  <a:lnTo>
                    <a:pt x="11232" y="1713"/>
                  </a:lnTo>
                  <a:lnTo>
                    <a:pt x="11098" y="865"/>
                  </a:lnTo>
                  <a:lnTo>
                    <a:pt x="1190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02" name="Google Shape;9202;p143"/>
          <p:cNvSpPr/>
          <p:nvPr/>
        </p:nvSpPr>
        <p:spPr>
          <a:xfrm>
            <a:off x="8033056" y="626579"/>
            <a:ext cx="1826264" cy="289825"/>
          </a:xfrm>
          <a:custGeom>
            <a:rect b="b" l="l" r="r" t="t"/>
            <a:pathLst>
              <a:path extrusionOk="0" h="769" w="4846">
                <a:moveTo>
                  <a:pt x="2481" y="1"/>
                </a:moveTo>
                <a:cubicBezTo>
                  <a:pt x="1937" y="1"/>
                  <a:pt x="1660" y="384"/>
                  <a:pt x="1660" y="384"/>
                </a:cubicBezTo>
                <a:cubicBezTo>
                  <a:pt x="1598" y="361"/>
                  <a:pt x="1541" y="351"/>
                  <a:pt x="1490" y="351"/>
                </a:cubicBezTo>
                <a:cubicBezTo>
                  <a:pt x="1272" y="351"/>
                  <a:pt x="1161" y="527"/>
                  <a:pt x="1161" y="527"/>
                </a:cubicBezTo>
                <a:cubicBezTo>
                  <a:pt x="1000" y="456"/>
                  <a:pt x="854" y="428"/>
                  <a:pt x="723" y="428"/>
                </a:cubicBezTo>
                <a:cubicBezTo>
                  <a:pt x="265" y="428"/>
                  <a:pt x="1" y="768"/>
                  <a:pt x="1" y="768"/>
                </a:cubicBezTo>
                <a:lnTo>
                  <a:pt x="4845" y="768"/>
                </a:lnTo>
                <a:cubicBezTo>
                  <a:pt x="4678" y="498"/>
                  <a:pt x="4438" y="428"/>
                  <a:pt x="4235" y="428"/>
                </a:cubicBezTo>
                <a:cubicBezTo>
                  <a:pt x="4015" y="428"/>
                  <a:pt x="3837" y="509"/>
                  <a:pt x="3837" y="509"/>
                </a:cubicBezTo>
                <a:cubicBezTo>
                  <a:pt x="3739" y="387"/>
                  <a:pt x="3623" y="350"/>
                  <a:pt x="3519" y="350"/>
                </a:cubicBezTo>
                <a:cubicBezTo>
                  <a:pt x="3366" y="350"/>
                  <a:pt x="3239" y="429"/>
                  <a:pt x="3239" y="429"/>
                </a:cubicBezTo>
                <a:cubicBezTo>
                  <a:pt x="3239" y="429"/>
                  <a:pt x="3025" y="1"/>
                  <a:pt x="24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143"/>
          <p:cNvSpPr txBox="1"/>
          <p:nvPr>
            <p:ph idx="1" type="body"/>
          </p:nvPr>
        </p:nvSpPr>
        <p:spPr>
          <a:xfrm>
            <a:off x="4790400" y="1711314"/>
            <a:ext cx="3640500" cy="2285100"/>
          </a:xfrm>
          <a:prstGeom prst="rect">
            <a:avLst/>
          </a:prstGeom>
        </p:spPr>
        <p:txBody>
          <a:bodyPr anchorCtr="0" anchor="t" bIns="91425" lIns="91425" spcFirstLastPara="1" rIns="91425" wrap="square" tIns="91425">
            <a:noAutofit/>
          </a:bodyPr>
          <a:lstStyle>
            <a:lvl1pPr indent="-317500" lvl="0" marL="457200">
              <a:lnSpc>
                <a:spcPct val="100000"/>
              </a:lnSpc>
              <a:spcBef>
                <a:spcPts val="0"/>
              </a:spcBef>
              <a:spcAft>
                <a:spcPts val="0"/>
              </a:spcAft>
              <a:buSzPts val="1400"/>
              <a:buChar char="●"/>
              <a:defRPr/>
            </a:lvl1pPr>
            <a:lvl2pPr indent="-317500" lvl="1" marL="914400">
              <a:lnSpc>
                <a:spcPct val="115000"/>
              </a:lnSpc>
              <a:spcBef>
                <a:spcPts val="0"/>
              </a:spcBef>
              <a:spcAft>
                <a:spcPts val="0"/>
              </a:spcAft>
              <a:buSzPts val="1400"/>
              <a:buChar char="○"/>
              <a:defRPr/>
            </a:lvl2pPr>
            <a:lvl3pPr indent="-317500" lvl="2" marL="1371600">
              <a:lnSpc>
                <a:spcPct val="115000"/>
              </a:lnSpc>
              <a:spcBef>
                <a:spcPts val="1600"/>
              </a:spcBef>
              <a:spcAft>
                <a:spcPts val="0"/>
              </a:spcAft>
              <a:buSzPts val="1400"/>
              <a:buChar char="■"/>
              <a:defRPr/>
            </a:lvl3pPr>
            <a:lvl4pPr indent="-317500" lvl="3" marL="1828800">
              <a:lnSpc>
                <a:spcPct val="115000"/>
              </a:lnSpc>
              <a:spcBef>
                <a:spcPts val="1600"/>
              </a:spcBef>
              <a:spcAft>
                <a:spcPts val="0"/>
              </a:spcAft>
              <a:buSzPts val="1400"/>
              <a:buChar char="●"/>
              <a:defRPr/>
            </a:lvl4pPr>
            <a:lvl5pPr indent="-317500" lvl="4" marL="2286000">
              <a:lnSpc>
                <a:spcPct val="115000"/>
              </a:lnSpc>
              <a:spcBef>
                <a:spcPts val="1600"/>
              </a:spcBef>
              <a:spcAft>
                <a:spcPts val="0"/>
              </a:spcAft>
              <a:buSzPts val="1400"/>
              <a:buChar char="○"/>
              <a:defRPr/>
            </a:lvl5pPr>
            <a:lvl6pPr indent="-317500" lvl="5" marL="2743200">
              <a:lnSpc>
                <a:spcPct val="115000"/>
              </a:lnSpc>
              <a:spcBef>
                <a:spcPts val="1600"/>
              </a:spcBef>
              <a:spcAft>
                <a:spcPts val="0"/>
              </a:spcAft>
              <a:buSzPts val="1400"/>
              <a:buChar char="■"/>
              <a:defRPr/>
            </a:lvl6pPr>
            <a:lvl7pPr indent="-317500" lvl="6" marL="3200400">
              <a:lnSpc>
                <a:spcPct val="115000"/>
              </a:lnSpc>
              <a:spcBef>
                <a:spcPts val="1600"/>
              </a:spcBef>
              <a:spcAft>
                <a:spcPts val="0"/>
              </a:spcAft>
              <a:buSzPts val="1400"/>
              <a:buChar char="●"/>
              <a:defRPr/>
            </a:lvl7pPr>
            <a:lvl8pPr indent="-317500" lvl="7" marL="3657600">
              <a:lnSpc>
                <a:spcPct val="115000"/>
              </a:lnSpc>
              <a:spcBef>
                <a:spcPts val="1600"/>
              </a:spcBef>
              <a:spcAft>
                <a:spcPts val="0"/>
              </a:spcAft>
              <a:buSzPts val="1400"/>
              <a:buChar char="○"/>
              <a:defRPr/>
            </a:lvl8pPr>
            <a:lvl9pPr indent="-317500" lvl="8" marL="4114800">
              <a:lnSpc>
                <a:spcPct val="115000"/>
              </a:lnSpc>
              <a:spcBef>
                <a:spcPts val="1600"/>
              </a:spcBef>
              <a:spcAft>
                <a:spcPts val="1600"/>
              </a:spcAft>
              <a:buSzPts val="1400"/>
              <a:buChar char="■"/>
              <a:defRPr/>
            </a:lvl9pPr>
          </a:lstStyle>
          <a:p/>
        </p:txBody>
      </p:sp>
      <p:sp>
        <p:nvSpPr>
          <p:cNvPr id="9204" name="Google Shape;9204;p143"/>
          <p:cNvSpPr txBox="1"/>
          <p:nvPr>
            <p:ph type="title"/>
          </p:nvPr>
        </p:nvSpPr>
        <p:spPr>
          <a:xfrm>
            <a:off x="4790400" y="1112089"/>
            <a:ext cx="3497100" cy="5229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Tree>
  </p:cSld>
  <p:clrMapOvr>
    <a:masterClrMapping/>
  </p:clrMapOvr>
</p:sldLayout>
</file>

<file path=ppt/slideLayouts/slideLayout1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9205" name="Shape 9205"/>
        <p:cNvGrpSpPr/>
        <p:nvPr/>
      </p:nvGrpSpPr>
      <p:grpSpPr>
        <a:xfrm>
          <a:off x="0" y="0"/>
          <a:ext cx="0" cy="0"/>
          <a:chOff x="0" y="0"/>
          <a:chExt cx="0" cy="0"/>
        </a:xfrm>
      </p:grpSpPr>
      <p:grpSp>
        <p:nvGrpSpPr>
          <p:cNvPr id="9206" name="Google Shape;9206;p144"/>
          <p:cNvGrpSpPr/>
          <p:nvPr/>
        </p:nvGrpSpPr>
        <p:grpSpPr>
          <a:xfrm>
            <a:off x="-487100" y="2708672"/>
            <a:ext cx="9631141" cy="3077307"/>
            <a:chOff x="-487100" y="2708672"/>
            <a:chExt cx="9631141" cy="3077307"/>
          </a:xfrm>
        </p:grpSpPr>
        <p:sp>
          <p:nvSpPr>
            <p:cNvPr id="9207" name="Google Shape;9207;p144"/>
            <p:cNvSpPr/>
            <p:nvPr/>
          </p:nvSpPr>
          <p:spPr>
            <a:xfrm>
              <a:off x="25" y="2708672"/>
              <a:ext cx="9138617" cy="2458691"/>
            </a:xfrm>
            <a:custGeom>
              <a:rect b="b" l="l" r="r" t="t"/>
              <a:pathLst>
                <a:path extrusionOk="0" h="10831" w="30422">
                  <a:moveTo>
                    <a:pt x="1" y="1"/>
                  </a:moveTo>
                  <a:lnTo>
                    <a:pt x="1" y="10831"/>
                  </a:lnTo>
                  <a:lnTo>
                    <a:pt x="30422" y="10831"/>
                  </a:lnTo>
                  <a:lnTo>
                    <a:pt x="3042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144"/>
            <p:cNvSpPr/>
            <p:nvPr/>
          </p:nvSpPr>
          <p:spPr>
            <a:xfrm rot="-452031">
              <a:off x="-434959" y="3829110"/>
              <a:ext cx="8885158" cy="1380354"/>
            </a:xfrm>
            <a:custGeom>
              <a:rect b="b" l="l" r="r" t="t"/>
              <a:pathLst>
                <a:path extrusionOk="0" h="4392" w="19699">
                  <a:moveTo>
                    <a:pt x="4995" y="1"/>
                  </a:moveTo>
                  <a:cubicBezTo>
                    <a:pt x="3919" y="1"/>
                    <a:pt x="4301" y="735"/>
                    <a:pt x="4568" y="1249"/>
                  </a:cubicBezTo>
                  <a:cubicBezTo>
                    <a:pt x="4660" y="1423"/>
                    <a:pt x="4631" y="1480"/>
                    <a:pt x="4542" y="1480"/>
                  </a:cubicBezTo>
                  <a:cubicBezTo>
                    <a:pt x="4369" y="1480"/>
                    <a:pt x="3971" y="1264"/>
                    <a:pt x="3803" y="1264"/>
                  </a:cubicBezTo>
                  <a:cubicBezTo>
                    <a:pt x="3706" y="1264"/>
                    <a:pt x="3685" y="1335"/>
                    <a:pt x="3828" y="1562"/>
                  </a:cubicBezTo>
                  <a:cubicBezTo>
                    <a:pt x="4013" y="1864"/>
                    <a:pt x="3581" y="1960"/>
                    <a:pt x="2958" y="1960"/>
                  </a:cubicBezTo>
                  <a:cubicBezTo>
                    <a:pt x="1873" y="1960"/>
                    <a:pt x="206" y="1669"/>
                    <a:pt x="206" y="1669"/>
                  </a:cubicBezTo>
                  <a:lnTo>
                    <a:pt x="0" y="3239"/>
                  </a:lnTo>
                  <a:cubicBezTo>
                    <a:pt x="0" y="3239"/>
                    <a:pt x="3194" y="3845"/>
                    <a:pt x="3667" y="4104"/>
                  </a:cubicBezTo>
                  <a:cubicBezTo>
                    <a:pt x="3878" y="4221"/>
                    <a:pt x="4325" y="4236"/>
                    <a:pt x="4971" y="4236"/>
                  </a:cubicBezTo>
                  <a:cubicBezTo>
                    <a:pt x="5183" y="4236"/>
                    <a:pt x="5415" y="4234"/>
                    <a:pt x="5667" y="4234"/>
                  </a:cubicBezTo>
                  <a:cubicBezTo>
                    <a:pt x="6343" y="4234"/>
                    <a:pt x="7159" y="4246"/>
                    <a:pt x="8092" y="4327"/>
                  </a:cubicBezTo>
                  <a:cubicBezTo>
                    <a:pt x="8653" y="4374"/>
                    <a:pt x="9403" y="4392"/>
                    <a:pt x="10220" y="4392"/>
                  </a:cubicBezTo>
                  <a:cubicBezTo>
                    <a:pt x="12820" y="4392"/>
                    <a:pt x="16094" y="4211"/>
                    <a:pt x="16094" y="4211"/>
                  </a:cubicBezTo>
                  <a:lnTo>
                    <a:pt x="19698" y="2570"/>
                  </a:lnTo>
                  <a:cubicBezTo>
                    <a:pt x="19698" y="2570"/>
                    <a:pt x="16180" y="926"/>
                    <a:pt x="15253" y="926"/>
                  </a:cubicBezTo>
                  <a:cubicBezTo>
                    <a:pt x="15086" y="926"/>
                    <a:pt x="15003" y="979"/>
                    <a:pt x="15041" y="1107"/>
                  </a:cubicBezTo>
                  <a:cubicBezTo>
                    <a:pt x="15079" y="1237"/>
                    <a:pt x="14995" y="1289"/>
                    <a:pt x="14829" y="1289"/>
                  </a:cubicBezTo>
                  <a:cubicBezTo>
                    <a:pt x="14138" y="1289"/>
                    <a:pt x="12020" y="387"/>
                    <a:pt x="11225" y="387"/>
                  </a:cubicBezTo>
                  <a:cubicBezTo>
                    <a:pt x="10990" y="387"/>
                    <a:pt x="10871" y="465"/>
                    <a:pt x="10938" y="669"/>
                  </a:cubicBezTo>
                  <a:cubicBezTo>
                    <a:pt x="11018" y="915"/>
                    <a:pt x="10974" y="1008"/>
                    <a:pt x="10851" y="1008"/>
                  </a:cubicBezTo>
                  <a:cubicBezTo>
                    <a:pt x="10476" y="1008"/>
                    <a:pt x="9368" y="142"/>
                    <a:pt x="8865" y="142"/>
                  </a:cubicBezTo>
                  <a:cubicBezTo>
                    <a:pt x="8823" y="142"/>
                    <a:pt x="8785" y="148"/>
                    <a:pt x="8752" y="161"/>
                  </a:cubicBezTo>
                  <a:cubicBezTo>
                    <a:pt x="8380" y="305"/>
                    <a:pt x="9122" y="760"/>
                    <a:pt x="8659" y="760"/>
                  </a:cubicBezTo>
                  <a:cubicBezTo>
                    <a:pt x="8434" y="760"/>
                    <a:pt x="7924" y="652"/>
                    <a:pt x="6861" y="348"/>
                  </a:cubicBezTo>
                  <a:cubicBezTo>
                    <a:pt x="5988" y="101"/>
                    <a:pt x="5392" y="1"/>
                    <a:pt x="49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144"/>
            <p:cNvSpPr/>
            <p:nvPr/>
          </p:nvSpPr>
          <p:spPr>
            <a:xfrm>
              <a:off x="938150" y="2885827"/>
              <a:ext cx="8200483" cy="2281538"/>
            </a:xfrm>
            <a:custGeom>
              <a:rect b="b" l="l" r="r" t="t"/>
              <a:pathLst>
                <a:path extrusionOk="0" h="7595" w="27299">
                  <a:moveTo>
                    <a:pt x="25426" y="1"/>
                  </a:moveTo>
                  <a:cubicBezTo>
                    <a:pt x="24848" y="1"/>
                    <a:pt x="24465" y="94"/>
                    <a:pt x="24765" y="288"/>
                  </a:cubicBezTo>
                  <a:cubicBezTo>
                    <a:pt x="25372" y="672"/>
                    <a:pt x="24551" y="449"/>
                    <a:pt x="22624" y="1082"/>
                  </a:cubicBezTo>
                  <a:cubicBezTo>
                    <a:pt x="20706" y="1725"/>
                    <a:pt x="21429" y="2206"/>
                    <a:pt x="22044" y="2715"/>
                  </a:cubicBezTo>
                  <a:cubicBezTo>
                    <a:pt x="22651" y="3223"/>
                    <a:pt x="22437" y="4678"/>
                    <a:pt x="20322" y="4838"/>
                  </a:cubicBezTo>
                  <a:cubicBezTo>
                    <a:pt x="20162" y="4851"/>
                    <a:pt x="20008" y="4857"/>
                    <a:pt x="19860" y="4857"/>
                  </a:cubicBezTo>
                  <a:cubicBezTo>
                    <a:pt x="18181" y="4857"/>
                    <a:pt x="17351" y="4087"/>
                    <a:pt x="16901" y="4087"/>
                  </a:cubicBezTo>
                  <a:cubicBezTo>
                    <a:pt x="16871" y="4087"/>
                    <a:pt x="16843" y="4091"/>
                    <a:pt x="16817" y="4098"/>
                  </a:cubicBezTo>
                  <a:cubicBezTo>
                    <a:pt x="16516" y="4179"/>
                    <a:pt x="17028" y="4589"/>
                    <a:pt x="16349" y="4589"/>
                  </a:cubicBezTo>
                  <a:cubicBezTo>
                    <a:pt x="15979" y="4589"/>
                    <a:pt x="15258" y="4468"/>
                    <a:pt x="13864" y="4107"/>
                  </a:cubicBezTo>
                  <a:cubicBezTo>
                    <a:pt x="12777" y="3828"/>
                    <a:pt x="12007" y="3716"/>
                    <a:pt x="11472" y="3716"/>
                  </a:cubicBezTo>
                  <a:cubicBezTo>
                    <a:pt x="10053" y="3716"/>
                    <a:pt x="10292" y="4510"/>
                    <a:pt x="10688" y="5106"/>
                  </a:cubicBezTo>
                  <a:cubicBezTo>
                    <a:pt x="10962" y="5527"/>
                    <a:pt x="10990" y="5704"/>
                    <a:pt x="10575" y="5704"/>
                  </a:cubicBezTo>
                  <a:cubicBezTo>
                    <a:pt x="10181" y="5704"/>
                    <a:pt x="9388" y="5545"/>
                    <a:pt x="8029" y="5284"/>
                  </a:cubicBezTo>
                  <a:cubicBezTo>
                    <a:pt x="7400" y="5163"/>
                    <a:pt x="6920" y="5111"/>
                    <a:pt x="6559" y="5111"/>
                  </a:cubicBezTo>
                  <a:cubicBezTo>
                    <a:pt x="5325" y="5111"/>
                    <a:pt x="5493" y="5717"/>
                    <a:pt x="5879" y="6221"/>
                  </a:cubicBezTo>
                  <a:cubicBezTo>
                    <a:pt x="6057" y="6452"/>
                    <a:pt x="5590" y="6512"/>
                    <a:pt x="4875" y="6512"/>
                  </a:cubicBezTo>
                  <a:cubicBezTo>
                    <a:pt x="4094" y="6512"/>
                    <a:pt x="3016" y="6440"/>
                    <a:pt x="2156" y="6440"/>
                  </a:cubicBezTo>
                  <a:cubicBezTo>
                    <a:pt x="1585" y="6440"/>
                    <a:pt x="1111" y="6472"/>
                    <a:pt x="884" y="6578"/>
                  </a:cubicBezTo>
                  <a:cubicBezTo>
                    <a:pt x="0" y="6997"/>
                    <a:pt x="705" y="7595"/>
                    <a:pt x="705" y="7595"/>
                  </a:cubicBezTo>
                  <a:lnTo>
                    <a:pt x="27299" y="7595"/>
                  </a:lnTo>
                  <a:lnTo>
                    <a:pt x="27299" y="288"/>
                  </a:lnTo>
                  <a:cubicBezTo>
                    <a:pt x="26816" y="99"/>
                    <a:pt x="26018" y="1"/>
                    <a:pt x="254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144"/>
            <p:cNvSpPr/>
            <p:nvPr/>
          </p:nvSpPr>
          <p:spPr>
            <a:xfrm>
              <a:off x="900601" y="3153183"/>
              <a:ext cx="8243440" cy="2014182"/>
            </a:xfrm>
            <a:custGeom>
              <a:rect b="b" l="l" r="r" t="t"/>
              <a:pathLst>
                <a:path extrusionOk="0" h="6705" w="27442">
                  <a:moveTo>
                    <a:pt x="25753" y="1"/>
                  </a:moveTo>
                  <a:cubicBezTo>
                    <a:pt x="24111" y="1"/>
                    <a:pt x="21945" y="237"/>
                    <a:pt x="22544" y="1548"/>
                  </a:cubicBezTo>
                  <a:cubicBezTo>
                    <a:pt x="23231" y="3054"/>
                    <a:pt x="22540" y="4266"/>
                    <a:pt x="19414" y="4266"/>
                  </a:cubicBezTo>
                  <a:cubicBezTo>
                    <a:pt x="18279" y="4266"/>
                    <a:pt x="16824" y="4106"/>
                    <a:pt x="14997" y="3743"/>
                  </a:cubicBezTo>
                  <a:cubicBezTo>
                    <a:pt x="13658" y="3477"/>
                    <a:pt x="12755" y="3370"/>
                    <a:pt x="12154" y="3370"/>
                  </a:cubicBezTo>
                  <a:cubicBezTo>
                    <a:pt x="9709" y="3370"/>
                    <a:pt x="12256" y="5136"/>
                    <a:pt x="10787" y="5136"/>
                  </a:cubicBezTo>
                  <a:cubicBezTo>
                    <a:pt x="10764" y="5136"/>
                    <a:pt x="10740" y="5135"/>
                    <a:pt x="10715" y="5135"/>
                  </a:cubicBezTo>
                  <a:cubicBezTo>
                    <a:pt x="9570" y="5099"/>
                    <a:pt x="8141" y="4903"/>
                    <a:pt x="7295" y="4903"/>
                  </a:cubicBezTo>
                  <a:cubicBezTo>
                    <a:pt x="6651" y="4903"/>
                    <a:pt x="6346" y="5017"/>
                    <a:pt x="6763" y="5402"/>
                  </a:cubicBezTo>
                  <a:cubicBezTo>
                    <a:pt x="7753" y="6330"/>
                    <a:pt x="0" y="5215"/>
                    <a:pt x="1463" y="6705"/>
                  </a:cubicBezTo>
                  <a:lnTo>
                    <a:pt x="27442" y="6705"/>
                  </a:lnTo>
                  <a:lnTo>
                    <a:pt x="27442" y="76"/>
                  </a:lnTo>
                  <a:cubicBezTo>
                    <a:pt x="27442" y="76"/>
                    <a:pt x="26681" y="1"/>
                    <a:pt x="25753" y="1"/>
                  </a:cubicBez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144"/>
            <p:cNvSpPr/>
            <p:nvPr/>
          </p:nvSpPr>
          <p:spPr>
            <a:xfrm>
              <a:off x="897897" y="3158590"/>
              <a:ext cx="8240736" cy="2008775"/>
            </a:xfrm>
            <a:custGeom>
              <a:rect b="b" l="l" r="r" t="t"/>
              <a:pathLst>
                <a:path extrusionOk="0" h="6687" w="27433">
                  <a:moveTo>
                    <a:pt x="25738" y="0"/>
                  </a:moveTo>
                  <a:cubicBezTo>
                    <a:pt x="24099" y="0"/>
                    <a:pt x="21943" y="236"/>
                    <a:pt x="22535" y="1539"/>
                  </a:cubicBezTo>
                  <a:cubicBezTo>
                    <a:pt x="23222" y="3045"/>
                    <a:pt x="22536" y="4257"/>
                    <a:pt x="19409" y="4257"/>
                  </a:cubicBezTo>
                  <a:cubicBezTo>
                    <a:pt x="18274" y="4257"/>
                    <a:pt x="16817" y="4097"/>
                    <a:pt x="14988" y="3734"/>
                  </a:cubicBezTo>
                  <a:cubicBezTo>
                    <a:pt x="13650" y="3468"/>
                    <a:pt x="12747" y="3361"/>
                    <a:pt x="12146" y="3361"/>
                  </a:cubicBezTo>
                  <a:cubicBezTo>
                    <a:pt x="9695" y="3361"/>
                    <a:pt x="12258" y="5135"/>
                    <a:pt x="10770" y="5135"/>
                  </a:cubicBezTo>
                  <a:cubicBezTo>
                    <a:pt x="10749" y="5135"/>
                    <a:pt x="10728" y="5135"/>
                    <a:pt x="10706" y="5134"/>
                  </a:cubicBezTo>
                  <a:cubicBezTo>
                    <a:pt x="9564" y="5094"/>
                    <a:pt x="8132" y="4894"/>
                    <a:pt x="7287" y="4894"/>
                  </a:cubicBezTo>
                  <a:cubicBezTo>
                    <a:pt x="6647" y="4894"/>
                    <a:pt x="6342" y="5009"/>
                    <a:pt x="6754" y="5393"/>
                  </a:cubicBezTo>
                  <a:cubicBezTo>
                    <a:pt x="7753" y="6321"/>
                    <a:pt x="1" y="5197"/>
                    <a:pt x="1455" y="6687"/>
                  </a:cubicBezTo>
                  <a:lnTo>
                    <a:pt x="1820" y="6687"/>
                  </a:lnTo>
                  <a:cubicBezTo>
                    <a:pt x="1820" y="6687"/>
                    <a:pt x="1185" y="6156"/>
                    <a:pt x="2450" y="6156"/>
                  </a:cubicBezTo>
                  <a:cubicBezTo>
                    <a:pt x="2517" y="6156"/>
                    <a:pt x="2590" y="6157"/>
                    <a:pt x="2668" y="6160"/>
                  </a:cubicBezTo>
                  <a:cubicBezTo>
                    <a:pt x="3352" y="6188"/>
                    <a:pt x="4382" y="6254"/>
                    <a:pt x="5289" y="6254"/>
                  </a:cubicBezTo>
                  <a:cubicBezTo>
                    <a:pt x="6429" y="6254"/>
                    <a:pt x="7375" y="6150"/>
                    <a:pt x="7191" y="5732"/>
                  </a:cubicBezTo>
                  <a:cubicBezTo>
                    <a:pt x="7001" y="5318"/>
                    <a:pt x="7253" y="5119"/>
                    <a:pt x="7793" y="5119"/>
                  </a:cubicBezTo>
                  <a:cubicBezTo>
                    <a:pt x="8220" y="5119"/>
                    <a:pt x="8825" y="5243"/>
                    <a:pt x="9537" y="5482"/>
                  </a:cubicBezTo>
                  <a:cubicBezTo>
                    <a:pt x="10180" y="5695"/>
                    <a:pt x="10722" y="5810"/>
                    <a:pt x="11121" y="5810"/>
                  </a:cubicBezTo>
                  <a:cubicBezTo>
                    <a:pt x="11724" y="5810"/>
                    <a:pt x="11998" y="5548"/>
                    <a:pt x="11794" y="4974"/>
                  </a:cubicBezTo>
                  <a:cubicBezTo>
                    <a:pt x="11510" y="4196"/>
                    <a:pt x="11648" y="3613"/>
                    <a:pt x="12385" y="3613"/>
                  </a:cubicBezTo>
                  <a:cubicBezTo>
                    <a:pt x="12552" y="3613"/>
                    <a:pt x="12750" y="3643"/>
                    <a:pt x="12981" y="3707"/>
                  </a:cubicBezTo>
                  <a:cubicBezTo>
                    <a:pt x="14035" y="4006"/>
                    <a:pt x="16894" y="5183"/>
                    <a:pt x="19604" y="5183"/>
                  </a:cubicBezTo>
                  <a:cubicBezTo>
                    <a:pt x="20128" y="5183"/>
                    <a:pt x="20645" y="5139"/>
                    <a:pt x="21143" y="5036"/>
                  </a:cubicBezTo>
                  <a:cubicBezTo>
                    <a:pt x="24230" y="4403"/>
                    <a:pt x="23374" y="2744"/>
                    <a:pt x="22999" y="1789"/>
                  </a:cubicBezTo>
                  <a:cubicBezTo>
                    <a:pt x="22694" y="1018"/>
                    <a:pt x="22856" y="426"/>
                    <a:pt x="25350" y="426"/>
                  </a:cubicBezTo>
                  <a:cubicBezTo>
                    <a:pt x="25917" y="426"/>
                    <a:pt x="26604" y="456"/>
                    <a:pt x="27433" y="522"/>
                  </a:cubicBezTo>
                  <a:lnTo>
                    <a:pt x="27433" y="76"/>
                  </a:lnTo>
                  <a:cubicBezTo>
                    <a:pt x="27433" y="76"/>
                    <a:pt x="26669" y="0"/>
                    <a:pt x="25738" y="0"/>
                  </a:cubicBez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144"/>
            <p:cNvSpPr/>
            <p:nvPr/>
          </p:nvSpPr>
          <p:spPr>
            <a:xfrm>
              <a:off x="5332899" y="4810791"/>
              <a:ext cx="75399" cy="40254"/>
            </a:xfrm>
            <a:custGeom>
              <a:rect b="b" l="l" r="r" t="t"/>
              <a:pathLst>
                <a:path extrusionOk="0" h="134" w="251">
                  <a:moveTo>
                    <a:pt x="126" y="0"/>
                  </a:moveTo>
                  <a:cubicBezTo>
                    <a:pt x="54" y="0"/>
                    <a:pt x="1" y="27"/>
                    <a:pt x="1" y="63"/>
                  </a:cubicBezTo>
                  <a:cubicBezTo>
                    <a:pt x="1" y="98"/>
                    <a:pt x="54" y="134"/>
                    <a:pt x="126" y="134"/>
                  </a:cubicBezTo>
                  <a:cubicBezTo>
                    <a:pt x="188" y="134"/>
                    <a:pt x="251" y="98"/>
                    <a:pt x="251" y="63"/>
                  </a:cubicBezTo>
                  <a:cubicBezTo>
                    <a:pt x="251" y="27"/>
                    <a:pt x="188" y="0"/>
                    <a:pt x="126" y="0"/>
                  </a:cubicBez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144"/>
            <p:cNvSpPr/>
            <p:nvPr/>
          </p:nvSpPr>
          <p:spPr>
            <a:xfrm>
              <a:off x="5357231" y="4215698"/>
              <a:ext cx="158308" cy="622128"/>
            </a:xfrm>
            <a:custGeom>
              <a:rect b="b" l="l" r="r" t="t"/>
              <a:pathLst>
                <a:path extrusionOk="0" h="2071" w="527">
                  <a:moveTo>
                    <a:pt x="446" y="1"/>
                  </a:moveTo>
                  <a:lnTo>
                    <a:pt x="0" y="2053"/>
                  </a:lnTo>
                  <a:lnTo>
                    <a:pt x="80" y="2070"/>
                  </a:lnTo>
                  <a:lnTo>
                    <a:pt x="526" y="19"/>
                  </a:lnTo>
                  <a:lnTo>
                    <a:pt x="446" y="1"/>
                  </a:ln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144"/>
            <p:cNvSpPr/>
            <p:nvPr/>
          </p:nvSpPr>
          <p:spPr>
            <a:xfrm>
              <a:off x="5019589" y="4202781"/>
              <a:ext cx="876553" cy="324132"/>
            </a:xfrm>
            <a:custGeom>
              <a:rect b="b" l="l" r="r" t="t"/>
              <a:pathLst>
                <a:path extrusionOk="0" h="1079" w="2918">
                  <a:moveTo>
                    <a:pt x="1145" y="0"/>
                  </a:moveTo>
                  <a:cubicBezTo>
                    <a:pt x="385" y="0"/>
                    <a:pt x="0" y="436"/>
                    <a:pt x="0" y="436"/>
                  </a:cubicBezTo>
                  <a:lnTo>
                    <a:pt x="2917" y="1079"/>
                  </a:lnTo>
                  <a:cubicBezTo>
                    <a:pt x="2917" y="1079"/>
                    <a:pt x="2676" y="285"/>
                    <a:pt x="1615" y="53"/>
                  </a:cubicBezTo>
                  <a:cubicBezTo>
                    <a:pt x="1445" y="16"/>
                    <a:pt x="1289" y="0"/>
                    <a:pt x="1145" y="0"/>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144"/>
            <p:cNvSpPr/>
            <p:nvPr/>
          </p:nvSpPr>
          <p:spPr>
            <a:xfrm>
              <a:off x="5166781" y="4211493"/>
              <a:ext cx="579162" cy="280574"/>
            </a:xfrm>
            <a:custGeom>
              <a:rect b="b" l="l" r="r" t="t"/>
              <a:pathLst>
                <a:path extrusionOk="0" h="934" w="1928">
                  <a:moveTo>
                    <a:pt x="911" y="0"/>
                  </a:moveTo>
                  <a:cubicBezTo>
                    <a:pt x="336" y="0"/>
                    <a:pt x="1" y="514"/>
                    <a:pt x="1" y="514"/>
                  </a:cubicBezTo>
                  <a:lnTo>
                    <a:pt x="1928" y="934"/>
                  </a:lnTo>
                  <a:cubicBezTo>
                    <a:pt x="1928" y="934"/>
                    <a:pt x="1830" y="175"/>
                    <a:pt x="1125" y="24"/>
                  </a:cubicBezTo>
                  <a:cubicBezTo>
                    <a:pt x="1050" y="8"/>
                    <a:pt x="979" y="0"/>
                    <a:pt x="9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144"/>
            <p:cNvSpPr/>
            <p:nvPr/>
          </p:nvSpPr>
          <p:spPr>
            <a:xfrm>
              <a:off x="5332899" y="4217200"/>
              <a:ext cx="263146" cy="240020"/>
            </a:xfrm>
            <a:custGeom>
              <a:rect b="b" l="l" r="r" t="t"/>
              <a:pathLst>
                <a:path extrusionOk="0" h="799" w="876">
                  <a:moveTo>
                    <a:pt x="531" y="1"/>
                  </a:moveTo>
                  <a:cubicBezTo>
                    <a:pt x="237" y="1"/>
                    <a:pt x="1" y="620"/>
                    <a:pt x="1" y="620"/>
                  </a:cubicBezTo>
                  <a:lnTo>
                    <a:pt x="831" y="799"/>
                  </a:lnTo>
                  <a:cubicBezTo>
                    <a:pt x="831" y="799"/>
                    <a:pt x="875" y="67"/>
                    <a:pt x="572" y="5"/>
                  </a:cubicBezTo>
                  <a:cubicBezTo>
                    <a:pt x="558" y="2"/>
                    <a:pt x="544" y="1"/>
                    <a:pt x="531" y="1"/>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144"/>
            <p:cNvSpPr/>
            <p:nvPr/>
          </p:nvSpPr>
          <p:spPr>
            <a:xfrm>
              <a:off x="4373744" y="4301613"/>
              <a:ext cx="825485" cy="562950"/>
            </a:xfrm>
            <a:custGeom>
              <a:rect b="b" l="l" r="r" t="t"/>
              <a:pathLst>
                <a:path extrusionOk="0" h="1874" w="2748">
                  <a:moveTo>
                    <a:pt x="1276" y="0"/>
                  </a:moveTo>
                  <a:lnTo>
                    <a:pt x="0" y="321"/>
                  </a:lnTo>
                  <a:lnTo>
                    <a:pt x="1276" y="1874"/>
                  </a:lnTo>
                  <a:lnTo>
                    <a:pt x="2748" y="1205"/>
                  </a:lnTo>
                  <a:lnTo>
                    <a:pt x="1276" y="0"/>
                  </a:ln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144"/>
            <p:cNvSpPr/>
            <p:nvPr/>
          </p:nvSpPr>
          <p:spPr>
            <a:xfrm>
              <a:off x="4389665" y="4264063"/>
              <a:ext cx="825786" cy="562950"/>
            </a:xfrm>
            <a:custGeom>
              <a:rect b="b" l="l" r="r" t="t"/>
              <a:pathLst>
                <a:path extrusionOk="0" h="1874" w="2749">
                  <a:moveTo>
                    <a:pt x="1276" y="0"/>
                  </a:moveTo>
                  <a:lnTo>
                    <a:pt x="1" y="321"/>
                  </a:lnTo>
                  <a:lnTo>
                    <a:pt x="1285" y="1874"/>
                  </a:lnTo>
                  <a:lnTo>
                    <a:pt x="2748" y="1196"/>
                  </a:lnTo>
                  <a:lnTo>
                    <a:pt x="1276" y="0"/>
                  </a:lnTo>
                  <a:close/>
                </a:path>
              </a:pathLst>
            </a:custGeom>
            <a:solidFill>
              <a:srgbClr val="EA9B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144"/>
            <p:cNvSpPr/>
            <p:nvPr/>
          </p:nvSpPr>
          <p:spPr>
            <a:xfrm>
              <a:off x="4505016" y="4322941"/>
              <a:ext cx="450292" cy="442489"/>
            </a:xfrm>
            <a:custGeom>
              <a:rect b="b" l="l" r="r" t="t"/>
              <a:pathLst>
                <a:path extrusionOk="0" h="1473" w="1499">
                  <a:moveTo>
                    <a:pt x="98" y="1"/>
                  </a:moveTo>
                  <a:lnTo>
                    <a:pt x="0" y="27"/>
                  </a:lnTo>
                  <a:lnTo>
                    <a:pt x="1338" y="1473"/>
                  </a:lnTo>
                  <a:lnTo>
                    <a:pt x="1499" y="1401"/>
                  </a:lnTo>
                  <a:lnTo>
                    <a:pt x="98" y="1"/>
                  </a:ln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144"/>
            <p:cNvSpPr/>
            <p:nvPr/>
          </p:nvSpPr>
          <p:spPr>
            <a:xfrm>
              <a:off x="4652208" y="4285391"/>
              <a:ext cx="458703" cy="410346"/>
            </a:xfrm>
            <a:custGeom>
              <a:rect b="b" l="l" r="r" t="t"/>
              <a:pathLst>
                <a:path extrusionOk="0" h="1366" w="1527">
                  <a:moveTo>
                    <a:pt x="117" y="1"/>
                  </a:moveTo>
                  <a:lnTo>
                    <a:pt x="1" y="27"/>
                  </a:lnTo>
                  <a:lnTo>
                    <a:pt x="1357" y="1366"/>
                  </a:lnTo>
                  <a:lnTo>
                    <a:pt x="1526" y="1285"/>
                  </a:lnTo>
                  <a:lnTo>
                    <a:pt x="117" y="1"/>
                  </a:ln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144"/>
            <p:cNvSpPr/>
            <p:nvPr/>
          </p:nvSpPr>
          <p:spPr>
            <a:xfrm>
              <a:off x="5464170" y="4773241"/>
              <a:ext cx="1064299" cy="726367"/>
            </a:xfrm>
            <a:custGeom>
              <a:rect b="b" l="l" r="r" t="t"/>
              <a:pathLst>
                <a:path extrusionOk="0" h="2418" w="3543">
                  <a:moveTo>
                    <a:pt x="1651" y="0"/>
                  </a:moveTo>
                  <a:lnTo>
                    <a:pt x="1" y="420"/>
                  </a:lnTo>
                  <a:lnTo>
                    <a:pt x="1651" y="2418"/>
                  </a:lnTo>
                  <a:lnTo>
                    <a:pt x="3543" y="1553"/>
                  </a:lnTo>
                  <a:lnTo>
                    <a:pt x="1651" y="0"/>
                  </a:ln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144"/>
            <p:cNvSpPr/>
            <p:nvPr/>
          </p:nvSpPr>
          <p:spPr>
            <a:xfrm>
              <a:off x="5485799" y="4724877"/>
              <a:ext cx="1063999" cy="723964"/>
            </a:xfrm>
            <a:custGeom>
              <a:rect b="b" l="l" r="r" t="t"/>
              <a:pathLst>
                <a:path extrusionOk="0" h="2410" w="3542">
                  <a:moveTo>
                    <a:pt x="1651" y="1"/>
                  </a:moveTo>
                  <a:lnTo>
                    <a:pt x="0" y="411"/>
                  </a:lnTo>
                  <a:lnTo>
                    <a:pt x="1651" y="2409"/>
                  </a:lnTo>
                  <a:lnTo>
                    <a:pt x="3542" y="1544"/>
                  </a:lnTo>
                  <a:lnTo>
                    <a:pt x="1651"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144"/>
            <p:cNvSpPr/>
            <p:nvPr/>
          </p:nvSpPr>
          <p:spPr>
            <a:xfrm>
              <a:off x="5633292" y="4799977"/>
              <a:ext cx="581565" cy="571060"/>
            </a:xfrm>
            <a:custGeom>
              <a:rect b="b" l="l" r="r" t="t"/>
              <a:pathLst>
                <a:path extrusionOk="0" h="1901" w="1936">
                  <a:moveTo>
                    <a:pt x="134" y="1"/>
                  </a:moveTo>
                  <a:lnTo>
                    <a:pt x="0" y="36"/>
                  </a:lnTo>
                  <a:lnTo>
                    <a:pt x="1722" y="1901"/>
                  </a:lnTo>
                  <a:lnTo>
                    <a:pt x="1936" y="1803"/>
                  </a:lnTo>
                  <a:lnTo>
                    <a:pt x="134" y="1"/>
                  </a:ln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144"/>
            <p:cNvSpPr/>
            <p:nvPr/>
          </p:nvSpPr>
          <p:spPr>
            <a:xfrm>
              <a:off x="5826144" y="4751612"/>
              <a:ext cx="589675" cy="528404"/>
            </a:xfrm>
            <a:custGeom>
              <a:rect b="b" l="l" r="r" t="t"/>
              <a:pathLst>
                <a:path extrusionOk="0" h="1759" w="1963">
                  <a:moveTo>
                    <a:pt x="143" y="1"/>
                  </a:moveTo>
                  <a:lnTo>
                    <a:pt x="0" y="37"/>
                  </a:lnTo>
                  <a:lnTo>
                    <a:pt x="1740" y="1758"/>
                  </a:lnTo>
                  <a:lnTo>
                    <a:pt x="1963" y="1660"/>
                  </a:lnTo>
                  <a:lnTo>
                    <a:pt x="143" y="1"/>
                  </a:ln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144"/>
            <p:cNvSpPr/>
            <p:nvPr/>
          </p:nvSpPr>
          <p:spPr>
            <a:xfrm>
              <a:off x="4625473" y="4928548"/>
              <a:ext cx="1064299" cy="723964"/>
            </a:xfrm>
            <a:custGeom>
              <a:rect b="b" l="l" r="r" t="t"/>
              <a:pathLst>
                <a:path extrusionOk="0" h="2410" w="3543">
                  <a:moveTo>
                    <a:pt x="1651" y="1"/>
                  </a:moveTo>
                  <a:lnTo>
                    <a:pt x="1" y="411"/>
                  </a:lnTo>
                  <a:lnTo>
                    <a:pt x="1651" y="2409"/>
                  </a:lnTo>
                  <a:lnTo>
                    <a:pt x="3542" y="1544"/>
                  </a:lnTo>
                  <a:lnTo>
                    <a:pt x="1651" y="1"/>
                  </a:ln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144"/>
            <p:cNvSpPr/>
            <p:nvPr/>
          </p:nvSpPr>
          <p:spPr>
            <a:xfrm>
              <a:off x="4647102" y="4877780"/>
              <a:ext cx="1063999" cy="723664"/>
            </a:xfrm>
            <a:custGeom>
              <a:rect b="b" l="l" r="r" t="t"/>
              <a:pathLst>
                <a:path extrusionOk="0" h="2409" w="3542">
                  <a:moveTo>
                    <a:pt x="1650" y="0"/>
                  </a:moveTo>
                  <a:lnTo>
                    <a:pt x="0" y="411"/>
                  </a:lnTo>
                  <a:lnTo>
                    <a:pt x="1650" y="2409"/>
                  </a:lnTo>
                  <a:lnTo>
                    <a:pt x="3542" y="1544"/>
                  </a:lnTo>
                  <a:lnTo>
                    <a:pt x="1650" y="0"/>
                  </a:ln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144"/>
            <p:cNvSpPr/>
            <p:nvPr/>
          </p:nvSpPr>
          <p:spPr>
            <a:xfrm>
              <a:off x="4794294" y="4955283"/>
              <a:ext cx="581865" cy="568657"/>
            </a:xfrm>
            <a:custGeom>
              <a:rect b="b" l="l" r="r" t="t"/>
              <a:pathLst>
                <a:path extrusionOk="0" h="1893" w="1937">
                  <a:moveTo>
                    <a:pt x="135" y="1"/>
                  </a:moveTo>
                  <a:lnTo>
                    <a:pt x="1" y="28"/>
                  </a:lnTo>
                  <a:lnTo>
                    <a:pt x="1722" y="1892"/>
                  </a:lnTo>
                  <a:lnTo>
                    <a:pt x="1937" y="1803"/>
                  </a:lnTo>
                  <a:lnTo>
                    <a:pt x="135" y="1"/>
                  </a:ln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144"/>
            <p:cNvSpPr/>
            <p:nvPr/>
          </p:nvSpPr>
          <p:spPr>
            <a:xfrm>
              <a:off x="4987447" y="4904516"/>
              <a:ext cx="589675" cy="528103"/>
            </a:xfrm>
            <a:custGeom>
              <a:rect b="b" l="l" r="r" t="t"/>
              <a:pathLst>
                <a:path extrusionOk="0" h="1758" w="1963">
                  <a:moveTo>
                    <a:pt x="143" y="0"/>
                  </a:moveTo>
                  <a:lnTo>
                    <a:pt x="0" y="36"/>
                  </a:lnTo>
                  <a:lnTo>
                    <a:pt x="1740" y="1758"/>
                  </a:lnTo>
                  <a:lnTo>
                    <a:pt x="1963" y="1660"/>
                  </a:lnTo>
                  <a:lnTo>
                    <a:pt x="143" y="0"/>
                  </a:ln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144"/>
            <p:cNvSpPr/>
            <p:nvPr/>
          </p:nvSpPr>
          <p:spPr>
            <a:xfrm>
              <a:off x="6230773" y="4802680"/>
              <a:ext cx="161012" cy="78104"/>
            </a:xfrm>
            <a:custGeom>
              <a:rect b="b" l="l" r="r" t="t"/>
              <a:pathLst>
                <a:path extrusionOk="0" h="260" w="536">
                  <a:moveTo>
                    <a:pt x="268" y="0"/>
                  </a:moveTo>
                  <a:cubicBezTo>
                    <a:pt x="116" y="0"/>
                    <a:pt x="0" y="63"/>
                    <a:pt x="0" y="134"/>
                  </a:cubicBezTo>
                  <a:cubicBezTo>
                    <a:pt x="0" y="206"/>
                    <a:pt x="116" y="259"/>
                    <a:pt x="268" y="259"/>
                  </a:cubicBezTo>
                  <a:cubicBezTo>
                    <a:pt x="420" y="259"/>
                    <a:pt x="536" y="206"/>
                    <a:pt x="536" y="134"/>
                  </a:cubicBezTo>
                  <a:cubicBezTo>
                    <a:pt x="536" y="63"/>
                    <a:pt x="420" y="0"/>
                    <a:pt x="268" y="0"/>
                  </a:cubicBez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144"/>
            <p:cNvSpPr/>
            <p:nvPr/>
          </p:nvSpPr>
          <p:spPr>
            <a:xfrm>
              <a:off x="6241587" y="4773241"/>
              <a:ext cx="139383" cy="88618"/>
            </a:xfrm>
            <a:custGeom>
              <a:rect b="b" l="l" r="r" t="t"/>
              <a:pathLst>
                <a:path extrusionOk="0" h="295" w="464">
                  <a:moveTo>
                    <a:pt x="0" y="0"/>
                  </a:moveTo>
                  <a:lnTo>
                    <a:pt x="0" y="179"/>
                  </a:lnTo>
                  <a:cubicBezTo>
                    <a:pt x="0" y="241"/>
                    <a:pt x="107" y="295"/>
                    <a:pt x="232" y="295"/>
                  </a:cubicBezTo>
                  <a:cubicBezTo>
                    <a:pt x="357" y="295"/>
                    <a:pt x="464" y="241"/>
                    <a:pt x="464" y="179"/>
                  </a:cubicBez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144"/>
            <p:cNvSpPr/>
            <p:nvPr/>
          </p:nvSpPr>
          <p:spPr>
            <a:xfrm>
              <a:off x="6241587" y="4741098"/>
              <a:ext cx="139383" cy="67290"/>
            </a:xfrm>
            <a:custGeom>
              <a:rect b="b" l="l" r="r" t="t"/>
              <a:pathLst>
                <a:path extrusionOk="0" h="224" w="464">
                  <a:moveTo>
                    <a:pt x="232" y="0"/>
                  </a:moveTo>
                  <a:cubicBezTo>
                    <a:pt x="107" y="0"/>
                    <a:pt x="0" y="45"/>
                    <a:pt x="0" y="107"/>
                  </a:cubicBezTo>
                  <a:cubicBezTo>
                    <a:pt x="0" y="170"/>
                    <a:pt x="107" y="223"/>
                    <a:pt x="232" y="223"/>
                  </a:cubicBezTo>
                  <a:cubicBezTo>
                    <a:pt x="357" y="223"/>
                    <a:pt x="464" y="170"/>
                    <a:pt x="464" y="107"/>
                  </a:cubicBezTo>
                  <a:cubicBezTo>
                    <a:pt x="464" y="45"/>
                    <a:pt x="357" y="0"/>
                    <a:pt x="2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144"/>
            <p:cNvSpPr/>
            <p:nvPr/>
          </p:nvSpPr>
          <p:spPr>
            <a:xfrm>
              <a:off x="6254805" y="4746505"/>
              <a:ext cx="112949" cy="53772"/>
            </a:xfrm>
            <a:custGeom>
              <a:rect b="b" l="l" r="r" t="t"/>
              <a:pathLst>
                <a:path extrusionOk="0" h="179" w="376">
                  <a:moveTo>
                    <a:pt x="188" y="0"/>
                  </a:moveTo>
                  <a:cubicBezTo>
                    <a:pt x="90" y="0"/>
                    <a:pt x="1" y="45"/>
                    <a:pt x="1" y="89"/>
                  </a:cubicBezTo>
                  <a:cubicBezTo>
                    <a:pt x="1" y="143"/>
                    <a:pt x="90" y="179"/>
                    <a:pt x="188" y="179"/>
                  </a:cubicBezTo>
                  <a:cubicBezTo>
                    <a:pt x="286" y="179"/>
                    <a:pt x="375" y="143"/>
                    <a:pt x="375" y="89"/>
                  </a:cubicBezTo>
                  <a:cubicBezTo>
                    <a:pt x="375" y="45"/>
                    <a:pt x="286" y="0"/>
                    <a:pt x="188" y="0"/>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144"/>
            <p:cNvSpPr/>
            <p:nvPr/>
          </p:nvSpPr>
          <p:spPr>
            <a:xfrm>
              <a:off x="5552786" y="4657887"/>
              <a:ext cx="161012" cy="80808"/>
            </a:xfrm>
            <a:custGeom>
              <a:rect b="b" l="l" r="r" t="t"/>
              <a:pathLst>
                <a:path extrusionOk="0" h="269" w="536">
                  <a:moveTo>
                    <a:pt x="268" y="1"/>
                  </a:moveTo>
                  <a:cubicBezTo>
                    <a:pt x="125" y="1"/>
                    <a:pt x="0" y="63"/>
                    <a:pt x="0" y="135"/>
                  </a:cubicBezTo>
                  <a:cubicBezTo>
                    <a:pt x="0" y="206"/>
                    <a:pt x="125" y="268"/>
                    <a:pt x="268" y="268"/>
                  </a:cubicBezTo>
                  <a:cubicBezTo>
                    <a:pt x="420" y="268"/>
                    <a:pt x="536" y="206"/>
                    <a:pt x="536" y="135"/>
                  </a:cubicBezTo>
                  <a:cubicBezTo>
                    <a:pt x="536" y="63"/>
                    <a:pt x="420" y="1"/>
                    <a:pt x="268" y="1"/>
                  </a:cubicBez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144"/>
            <p:cNvSpPr/>
            <p:nvPr/>
          </p:nvSpPr>
          <p:spPr>
            <a:xfrm>
              <a:off x="5563601" y="4631152"/>
              <a:ext cx="139383" cy="85914"/>
            </a:xfrm>
            <a:custGeom>
              <a:rect b="b" l="l" r="r" t="t"/>
              <a:pathLst>
                <a:path extrusionOk="0" h="286" w="464">
                  <a:moveTo>
                    <a:pt x="0" y="0"/>
                  </a:moveTo>
                  <a:lnTo>
                    <a:pt x="0" y="170"/>
                  </a:lnTo>
                  <a:cubicBezTo>
                    <a:pt x="0" y="232"/>
                    <a:pt x="107" y="286"/>
                    <a:pt x="232" y="286"/>
                  </a:cubicBezTo>
                  <a:cubicBezTo>
                    <a:pt x="366" y="286"/>
                    <a:pt x="464" y="232"/>
                    <a:pt x="464" y="170"/>
                  </a:cubicBez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144"/>
            <p:cNvSpPr/>
            <p:nvPr/>
          </p:nvSpPr>
          <p:spPr>
            <a:xfrm>
              <a:off x="5563601" y="4596305"/>
              <a:ext cx="139383" cy="67290"/>
            </a:xfrm>
            <a:custGeom>
              <a:rect b="b" l="l" r="r" t="t"/>
              <a:pathLst>
                <a:path extrusionOk="0" h="224" w="464">
                  <a:moveTo>
                    <a:pt x="232" y="1"/>
                  </a:moveTo>
                  <a:cubicBezTo>
                    <a:pt x="107" y="1"/>
                    <a:pt x="0" y="54"/>
                    <a:pt x="0" y="116"/>
                  </a:cubicBezTo>
                  <a:cubicBezTo>
                    <a:pt x="0" y="170"/>
                    <a:pt x="107" y="224"/>
                    <a:pt x="232" y="224"/>
                  </a:cubicBezTo>
                  <a:cubicBezTo>
                    <a:pt x="366" y="224"/>
                    <a:pt x="464" y="170"/>
                    <a:pt x="464" y="116"/>
                  </a:cubicBezTo>
                  <a:cubicBezTo>
                    <a:pt x="464" y="54"/>
                    <a:pt x="366" y="1"/>
                    <a:pt x="2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144"/>
            <p:cNvSpPr/>
            <p:nvPr/>
          </p:nvSpPr>
          <p:spPr>
            <a:xfrm>
              <a:off x="5579521" y="4604416"/>
              <a:ext cx="110245" cy="53772"/>
            </a:xfrm>
            <a:custGeom>
              <a:rect b="b" l="l" r="r" t="t"/>
              <a:pathLst>
                <a:path extrusionOk="0" h="179" w="367">
                  <a:moveTo>
                    <a:pt x="179" y="0"/>
                  </a:moveTo>
                  <a:cubicBezTo>
                    <a:pt x="81" y="0"/>
                    <a:pt x="1" y="36"/>
                    <a:pt x="1" y="89"/>
                  </a:cubicBezTo>
                  <a:cubicBezTo>
                    <a:pt x="1" y="134"/>
                    <a:pt x="81" y="179"/>
                    <a:pt x="179" y="179"/>
                  </a:cubicBezTo>
                  <a:cubicBezTo>
                    <a:pt x="286" y="179"/>
                    <a:pt x="366" y="134"/>
                    <a:pt x="366" y="89"/>
                  </a:cubicBezTo>
                  <a:cubicBezTo>
                    <a:pt x="366" y="36"/>
                    <a:pt x="286" y="0"/>
                    <a:pt x="179" y="0"/>
                  </a:cubicBez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7" name="Google Shape;9237;p144"/>
          <p:cNvGrpSpPr/>
          <p:nvPr/>
        </p:nvGrpSpPr>
        <p:grpSpPr>
          <a:xfrm>
            <a:off x="-38101" y="1206786"/>
            <a:ext cx="2987614" cy="3307599"/>
            <a:chOff x="-2668226" y="994036"/>
            <a:chExt cx="2987614" cy="3307599"/>
          </a:xfrm>
        </p:grpSpPr>
        <p:sp>
          <p:nvSpPr>
            <p:cNvPr id="9238" name="Google Shape;9238;p144"/>
            <p:cNvSpPr/>
            <p:nvPr/>
          </p:nvSpPr>
          <p:spPr>
            <a:xfrm>
              <a:off x="-2633319" y="2890875"/>
              <a:ext cx="2952708" cy="1223018"/>
            </a:xfrm>
            <a:custGeom>
              <a:rect b="b" l="l" r="r" t="t"/>
              <a:pathLst>
                <a:path extrusionOk="0" h="7498" w="18102">
                  <a:moveTo>
                    <a:pt x="13695" y="1"/>
                  </a:moveTo>
                  <a:cubicBezTo>
                    <a:pt x="13227" y="1"/>
                    <a:pt x="10064" y="334"/>
                    <a:pt x="10064" y="334"/>
                  </a:cubicBezTo>
                  <a:lnTo>
                    <a:pt x="7352" y="763"/>
                  </a:lnTo>
                  <a:lnTo>
                    <a:pt x="4497" y="2056"/>
                  </a:lnTo>
                  <a:lnTo>
                    <a:pt x="670" y="4420"/>
                  </a:lnTo>
                  <a:cubicBezTo>
                    <a:pt x="670" y="4420"/>
                    <a:pt x="269" y="5642"/>
                    <a:pt x="135" y="6552"/>
                  </a:cubicBezTo>
                  <a:cubicBezTo>
                    <a:pt x="1" y="7462"/>
                    <a:pt x="4756" y="7498"/>
                    <a:pt x="4756" y="7498"/>
                  </a:cubicBezTo>
                  <a:cubicBezTo>
                    <a:pt x="4756" y="7498"/>
                    <a:pt x="6542" y="5062"/>
                    <a:pt x="7773" y="5062"/>
                  </a:cubicBezTo>
                  <a:cubicBezTo>
                    <a:pt x="7776" y="5062"/>
                    <a:pt x="7778" y="5062"/>
                    <a:pt x="7780" y="5062"/>
                  </a:cubicBezTo>
                  <a:cubicBezTo>
                    <a:pt x="7810" y="5063"/>
                    <a:pt x="7839" y="5063"/>
                    <a:pt x="7869" y="5063"/>
                  </a:cubicBezTo>
                  <a:cubicBezTo>
                    <a:pt x="9064" y="5063"/>
                    <a:pt x="10272" y="4719"/>
                    <a:pt x="9323" y="4527"/>
                  </a:cubicBezTo>
                  <a:cubicBezTo>
                    <a:pt x="8351" y="4331"/>
                    <a:pt x="9609" y="4063"/>
                    <a:pt x="11063" y="3956"/>
                  </a:cubicBezTo>
                  <a:cubicBezTo>
                    <a:pt x="12508" y="3840"/>
                    <a:pt x="12562" y="3341"/>
                    <a:pt x="11884" y="3287"/>
                  </a:cubicBezTo>
                  <a:cubicBezTo>
                    <a:pt x="11197" y="3234"/>
                    <a:pt x="11447" y="2913"/>
                    <a:pt x="13275" y="2814"/>
                  </a:cubicBezTo>
                  <a:cubicBezTo>
                    <a:pt x="15104" y="2707"/>
                    <a:pt x="16228" y="2136"/>
                    <a:pt x="15390" y="2127"/>
                  </a:cubicBezTo>
                  <a:cubicBezTo>
                    <a:pt x="14551" y="2119"/>
                    <a:pt x="14979" y="1753"/>
                    <a:pt x="15515" y="1628"/>
                  </a:cubicBezTo>
                  <a:cubicBezTo>
                    <a:pt x="16059" y="1503"/>
                    <a:pt x="16514" y="1369"/>
                    <a:pt x="16023" y="1226"/>
                  </a:cubicBezTo>
                  <a:cubicBezTo>
                    <a:pt x="15541" y="1084"/>
                    <a:pt x="16656" y="1102"/>
                    <a:pt x="17379" y="789"/>
                  </a:cubicBezTo>
                  <a:cubicBezTo>
                    <a:pt x="18102" y="468"/>
                    <a:pt x="16888" y="272"/>
                    <a:pt x="16888" y="272"/>
                  </a:cubicBezTo>
                  <a:cubicBezTo>
                    <a:pt x="16888" y="272"/>
                    <a:pt x="13882" y="49"/>
                    <a:pt x="13748" y="4"/>
                  </a:cubicBezTo>
                  <a:cubicBezTo>
                    <a:pt x="13741" y="2"/>
                    <a:pt x="13722" y="1"/>
                    <a:pt x="13695" y="1"/>
                  </a:cubicBez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144"/>
            <p:cNvSpPr/>
            <p:nvPr/>
          </p:nvSpPr>
          <p:spPr>
            <a:xfrm>
              <a:off x="-2668226" y="2770661"/>
              <a:ext cx="2861037" cy="1530974"/>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38A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144"/>
            <p:cNvSpPr/>
            <p:nvPr/>
          </p:nvSpPr>
          <p:spPr>
            <a:xfrm>
              <a:off x="-1122879" y="2127507"/>
              <a:ext cx="1255986" cy="933004"/>
            </a:xfrm>
            <a:custGeom>
              <a:rect b="b" l="l" r="r" t="t"/>
              <a:pathLst>
                <a:path extrusionOk="0" h="5720" w="7700">
                  <a:moveTo>
                    <a:pt x="2535" y="1"/>
                  </a:moveTo>
                  <a:lnTo>
                    <a:pt x="1758" y="215"/>
                  </a:lnTo>
                  <a:lnTo>
                    <a:pt x="1758" y="1187"/>
                  </a:lnTo>
                  <a:lnTo>
                    <a:pt x="1179" y="1062"/>
                  </a:lnTo>
                  <a:lnTo>
                    <a:pt x="732" y="1312"/>
                  </a:lnTo>
                  <a:lnTo>
                    <a:pt x="875" y="2597"/>
                  </a:lnTo>
                  <a:lnTo>
                    <a:pt x="697" y="3391"/>
                  </a:lnTo>
                  <a:lnTo>
                    <a:pt x="875" y="4488"/>
                  </a:lnTo>
                  <a:lnTo>
                    <a:pt x="1" y="5264"/>
                  </a:lnTo>
                  <a:lnTo>
                    <a:pt x="2481" y="5264"/>
                  </a:lnTo>
                  <a:lnTo>
                    <a:pt x="3221" y="5469"/>
                  </a:lnTo>
                  <a:lnTo>
                    <a:pt x="4015" y="5469"/>
                  </a:lnTo>
                  <a:lnTo>
                    <a:pt x="4140" y="5719"/>
                  </a:lnTo>
                  <a:lnTo>
                    <a:pt x="4952" y="5719"/>
                  </a:lnTo>
                  <a:lnTo>
                    <a:pt x="5586" y="5211"/>
                  </a:lnTo>
                  <a:lnTo>
                    <a:pt x="7700" y="5211"/>
                  </a:lnTo>
                  <a:lnTo>
                    <a:pt x="7700" y="4782"/>
                  </a:lnTo>
                  <a:lnTo>
                    <a:pt x="7102" y="4434"/>
                  </a:lnTo>
                  <a:lnTo>
                    <a:pt x="7102" y="3971"/>
                  </a:lnTo>
                  <a:lnTo>
                    <a:pt x="6433" y="3087"/>
                  </a:lnTo>
                  <a:lnTo>
                    <a:pt x="6362" y="2365"/>
                  </a:lnTo>
                  <a:lnTo>
                    <a:pt x="5425" y="1660"/>
                  </a:lnTo>
                  <a:lnTo>
                    <a:pt x="4105" y="143"/>
                  </a:lnTo>
                  <a:lnTo>
                    <a:pt x="3489" y="215"/>
                  </a:lnTo>
                  <a:lnTo>
                    <a:pt x="253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144"/>
            <p:cNvSpPr/>
            <p:nvPr/>
          </p:nvSpPr>
          <p:spPr>
            <a:xfrm>
              <a:off x="-529143" y="2281812"/>
              <a:ext cx="509571" cy="778699"/>
            </a:xfrm>
            <a:custGeom>
              <a:rect b="b" l="l" r="r" t="t"/>
              <a:pathLst>
                <a:path extrusionOk="0" h="4774" w="3124">
                  <a:moveTo>
                    <a:pt x="500" y="0"/>
                  </a:moveTo>
                  <a:lnTo>
                    <a:pt x="500" y="785"/>
                  </a:lnTo>
                  <a:lnTo>
                    <a:pt x="848" y="1071"/>
                  </a:lnTo>
                  <a:lnTo>
                    <a:pt x="563" y="1356"/>
                  </a:lnTo>
                  <a:lnTo>
                    <a:pt x="688" y="1829"/>
                  </a:lnTo>
                  <a:lnTo>
                    <a:pt x="616" y="2382"/>
                  </a:lnTo>
                  <a:lnTo>
                    <a:pt x="741" y="2766"/>
                  </a:lnTo>
                  <a:lnTo>
                    <a:pt x="616" y="3149"/>
                  </a:lnTo>
                  <a:lnTo>
                    <a:pt x="206" y="3453"/>
                  </a:lnTo>
                  <a:lnTo>
                    <a:pt x="170" y="4265"/>
                  </a:lnTo>
                  <a:lnTo>
                    <a:pt x="1" y="4523"/>
                  </a:lnTo>
                  <a:lnTo>
                    <a:pt x="375" y="4523"/>
                  </a:lnTo>
                  <a:lnTo>
                    <a:pt x="500" y="4773"/>
                  </a:lnTo>
                  <a:lnTo>
                    <a:pt x="1312" y="4773"/>
                  </a:lnTo>
                  <a:lnTo>
                    <a:pt x="1946" y="4265"/>
                  </a:lnTo>
                  <a:lnTo>
                    <a:pt x="3123" y="4265"/>
                  </a:lnTo>
                  <a:lnTo>
                    <a:pt x="2864" y="3854"/>
                  </a:lnTo>
                  <a:lnTo>
                    <a:pt x="2927" y="3203"/>
                  </a:lnTo>
                  <a:cubicBezTo>
                    <a:pt x="2927" y="3203"/>
                    <a:pt x="2177" y="2775"/>
                    <a:pt x="2169" y="2748"/>
                  </a:cubicBezTo>
                  <a:cubicBezTo>
                    <a:pt x="2160" y="2730"/>
                    <a:pt x="2169" y="2338"/>
                    <a:pt x="2169" y="2338"/>
                  </a:cubicBezTo>
                  <a:lnTo>
                    <a:pt x="1838" y="1972"/>
                  </a:lnTo>
                  <a:lnTo>
                    <a:pt x="1508" y="1124"/>
                  </a:lnTo>
                  <a:lnTo>
                    <a:pt x="714" y="571"/>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144"/>
            <p:cNvSpPr/>
            <p:nvPr/>
          </p:nvSpPr>
          <p:spPr>
            <a:xfrm>
              <a:off x="-238147" y="2398274"/>
              <a:ext cx="371250" cy="509400"/>
            </a:xfrm>
            <a:custGeom>
              <a:rect b="b" l="l" r="r" t="t"/>
              <a:pathLst>
                <a:path extrusionOk="0" h="3123" w="2276">
                  <a:moveTo>
                    <a:pt x="1" y="0"/>
                  </a:moveTo>
                  <a:lnTo>
                    <a:pt x="501" y="705"/>
                  </a:lnTo>
                  <a:lnTo>
                    <a:pt x="750" y="839"/>
                  </a:lnTo>
                  <a:lnTo>
                    <a:pt x="527" y="1383"/>
                  </a:lnTo>
                  <a:lnTo>
                    <a:pt x="1063" y="1829"/>
                  </a:lnTo>
                  <a:lnTo>
                    <a:pt x="1036" y="2123"/>
                  </a:lnTo>
                  <a:lnTo>
                    <a:pt x="1366" y="2284"/>
                  </a:lnTo>
                  <a:lnTo>
                    <a:pt x="1553" y="2774"/>
                  </a:lnTo>
                  <a:lnTo>
                    <a:pt x="1518" y="3024"/>
                  </a:lnTo>
                  <a:lnTo>
                    <a:pt x="2276" y="3122"/>
                  </a:lnTo>
                  <a:lnTo>
                    <a:pt x="1678" y="2774"/>
                  </a:lnTo>
                  <a:lnTo>
                    <a:pt x="1678" y="2311"/>
                  </a:lnTo>
                  <a:lnTo>
                    <a:pt x="1009" y="1427"/>
                  </a:lnTo>
                  <a:lnTo>
                    <a:pt x="938" y="705"/>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144"/>
            <p:cNvSpPr/>
            <p:nvPr/>
          </p:nvSpPr>
          <p:spPr>
            <a:xfrm>
              <a:off x="-836124" y="2127507"/>
              <a:ext cx="382831" cy="465849"/>
            </a:xfrm>
            <a:custGeom>
              <a:rect b="b" l="l" r="r" t="t"/>
              <a:pathLst>
                <a:path extrusionOk="0" h="2856" w="2347">
                  <a:moveTo>
                    <a:pt x="777" y="1"/>
                  </a:moveTo>
                  <a:lnTo>
                    <a:pt x="0" y="215"/>
                  </a:lnTo>
                  <a:lnTo>
                    <a:pt x="250" y="447"/>
                  </a:lnTo>
                  <a:lnTo>
                    <a:pt x="768" y="491"/>
                  </a:lnTo>
                  <a:lnTo>
                    <a:pt x="1330" y="1098"/>
                  </a:lnTo>
                  <a:lnTo>
                    <a:pt x="1196" y="1767"/>
                  </a:lnTo>
                  <a:cubicBezTo>
                    <a:pt x="1196" y="1767"/>
                    <a:pt x="2001" y="2856"/>
                    <a:pt x="2008" y="2856"/>
                  </a:cubicBezTo>
                  <a:cubicBezTo>
                    <a:pt x="2008" y="2856"/>
                    <a:pt x="2008" y="2855"/>
                    <a:pt x="2008" y="2855"/>
                  </a:cubicBezTo>
                  <a:cubicBezTo>
                    <a:pt x="2008" y="2855"/>
                    <a:pt x="1553" y="1714"/>
                    <a:pt x="1544" y="1669"/>
                  </a:cubicBezTo>
                  <a:cubicBezTo>
                    <a:pt x="1535" y="1633"/>
                    <a:pt x="1865" y="1089"/>
                    <a:pt x="1865" y="1089"/>
                  </a:cubicBezTo>
                  <a:lnTo>
                    <a:pt x="1811" y="804"/>
                  </a:lnTo>
                  <a:lnTo>
                    <a:pt x="2347" y="143"/>
                  </a:lnTo>
                  <a:lnTo>
                    <a:pt x="1731" y="215"/>
                  </a:lnTo>
                  <a:lnTo>
                    <a:pt x="777"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144"/>
            <p:cNvSpPr/>
            <p:nvPr/>
          </p:nvSpPr>
          <p:spPr>
            <a:xfrm>
              <a:off x="-1003480" y="2300733"/>
              <a:ext cx="260658" cy="328998"/>
            </a:xfrm>
            <a:custGeom>
              <a:rect b="b" l="l" r="r" t="t"/>
              <a:pathLst>
                <a:path extrusionOk="0" h="2017" w="1598">
                  <a:moveTo>
                    <a:pt x="447" y="0"/>
                  </a:moveTo>
                  <a:lnTo>
                    <a:pt x="0" y="250"/>
                  </a:lnTo>
                  <a:lnTo>
                    <a:pt x="616" y="188"/>
                  </a:lnTo>
                  <a:lnTo>
                    <a:pt x="1321" y="839"/>
                  </a:lnTo>
                  <a:lnTo>
                    <a:pt x="1597" y="2016"/>
                  </a:lnTo>
                  <a:lnTo>
                    <a:pt x="1597" y="892"/>
                  </a:lnTo>
                  <a:lnTo>
                    <a:pt x="1026" y="125"/>
                  </a:lnTo>
                  <a:lnTo>
                    <a:pt x="447"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144"/>
            <p:cNvSpPr/>
            <p:nvPr/>
          </p:nvSpPr>
          <p:spPr>
            <a:xfrm>
              <a:off x="-453458" y="2150832"/>
              <a:ext cx="215475" cy="247605"/>
            </a:xfrm>
            <a:custGeom>
              <a:rect b="b" l="l" r="r" t="t"/>
              <a:pathLst>
                <a:path extrusionOk="0" h="1518" w="1321">
                  <a:moveTo>
                    <a:pt x="1" y="0"/>
                  </a:moveTo>
                  <a:lnTo>
                    <a:pt x="616" y="1232"/>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144"/>
            <p:cNvSpPr/>
            <p:nvPr/>
          </p:nvSpPr>
          <p:spPr>
            <a:xfrm>
              <a:off x="-467975" y="2858089"/>
              <a:ext cx="39474" cy="202423"/>
            </a:xfrm>
            <a:custGeom>
              <a:rect b="b" l="l" r="r" t="t"/>
              <a:pathLst>
                <a:path extrusionOk="0" h="1241" w="242">
                  <a:moveTo>
                    <a:pt x="241" y="0"/>
                  </a:moveTo>
                  <a:lnTo>
                    <a:pt x="0" y="990"/>
                  </a:lnTo>
                  <a:lnTo>
                    <a:pt x="125" y="1240"/>
                  </a:lnTo>
                  <a:lnTo>
                    <a:pt x="24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144"/>
            <p:cNvSpPr/>
            <p:nvPr/>
          </p:nvSpPr>
          <p:spPr>
            <a:xfrm>
              <a:off x="-390822" y="2593194"/>
              <a:ext cx="179100" cy="467317"/>
            </a:xfrm>
            <a:custGeom>
              <a:rect b="b" l="l" r="r" t="t"/>
              <a:pathLst>
                <a:path extrusionOk="0" h="2865" w="1098">
                  <a:moveTo>
                    <a:pt x="0" y="0"/>
                  </a:moveTo>
                  <a:lnTo>
                    <a:pt x="250" y="777"/>
                  </a:lnTo>
                  <a:lnTo>
                    <a:pt x="277" y="1356"/>
                  </a:lnTo>
                  <a:lnTo>
                    <a:pt x="464" y="2311"/>
                  </a:lnTo>
                  <a:lnTo>
                    <a:pt x="411" y="2579"/>
                  </a:lnTo>
                  <a:lnTo>
                    <a:pt x="464" y="2864"/>
                  </a:lnTo>
                  <a:lnTo>
                    <a:pt x="1098"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144"/>
            <p:cNvSpPr/>
            <p:nvPr/>
          </p:nvSpPr>
          <p:spPr>
            <a:xfrm>
              <a:off x="-849173" y="2647021"/>
              <a:ext cx="130981" cy="339274"/>
            </a:xfrm>
            <a:custGeom>
              <a:rect b="b" l="l" r="r" t="t"/>
              <a:pathLst>
                <a:path extrusionOk="0" h="2080" w="803">
                  <a:moveTo>
                    <a:pt x="0" y="1"/>
                  </a:moveTo>
                  <a:lnTo>
                    <a:pt x="277"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144"/>
            <p:cNvSpPr/>
            <p:nvPr/>
          </p:nvSpPr>
          <p:spPr>
            <a:xfrm>
              <a:off x="-152185" y="2805567"/>
              <a:ext cx="100479" cy="171921"/>
            </a:xfrm>
            <a:custGeom>
              <a:rect b="b" l="l" r="r" t="t"/>
              <a:pathLst>
                <a:path extrusionOk="0" h="1054" w="616">
                  <a:moveTo>
                    <a:pt x="72" y="1"/>
                  </a:moveTo>
                  <a:lnTo>
                    <a:pt x="0" y="483"/>
                  </a:lnTo>
                  <a:lnTo>
                    <a:pt x="134" y="1054"/>
                  </a:lnTo>
                  <a:lnTo>
                    <a:pt x="616" y="1054"/>
                  </a:lnTo>
                  <a:lnTo>
                    <a:pt x="170" y="483"/>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144"/>
            <p:cNvSpPr/>
            <p:nvPr/>
          </p:nvSpPr>
          <p:spPr>
            <a:xfrm>
              <a:off x="-1122879" y="2680460"/>
              <a:ext cx="281047" cy="305836"/>
            </a:xfrm>
            <a:custGeom>
              <a:rect b="b" l="l" r="r" t="t"/>
              <a:pathLst>
                <a:path extrusionOk="0" h="1875" w="1723">
                  <a:moveTo>
                    <a:pt x="697" y="1"/>
                  </a:moveTo>
                  <a:lnTo>
                    <a:pt x="875" y="1098"/>
                  </a:lnTo>
                  <a:lnTo>
                    <a:pt x="1" y="1874"/>
                  </a:lnTo>
                  <a:lnTo>
                    <a:pt x="1723" y="1874"/>
                  </a:lnTo>
                  <a:lnTo>
                    <a:pt x="1036" y="1535"/>
                  </a:lnTo>
                  <a:lnTo>
                    <a:pt x="1214" y="1009"/>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144"/>
            <p:cNvSpPr/>
            <p:nvPr/>
          </p:nvSpPr>
          <p:spPr>
            <a:xfrm>
              <a:off x="-718356" y="2802794"/>
              <a:ext cx="131144" cy="216940"/>
            </a:xfrm>
            <a:custGeom>
              <a:rect b="b" l="l" r="r" t="t"/>
              <a:pathLst>
                <a:path extrusionOk="0" h="1330" w="804">
                  <a:moveTo>
                    <a:pt x="554" y="0"/>
                  </a:moveTo>
                  <a:lnTo>
                    <a:pt x="340" y="705"/>
                  </a:lnTo>
                  <a:lnTo>
                    <a:pt x="1" y="1124"/>
                  </a:lnTo>
                  <a:lnTo>
                    <a:pt x="741" y="1329"/>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144"/>
            <p:cNvSpPr/>
            <p:nvPr/>
          </p:nvSpPr>
          <p:spPr>
            <a:xfrm>
              <a:off x="-2668226" y="994036"/>
              <a:ext cx="1864241" cy="3038460"/>
            </a:xfrm>
            <a:custGeom>
              <a:rect b="b" l="l" r="r" t="t"/>
              <a:pathLst>
                <a:path extrusionOk="0" h="18628" w="11429">
                  <a:moveTo>
                    <a:pt x="1" y="0"/>
                  </a:moveTo>
                  <a:lnTo>
                    <a:pt x="1" y="18627"/>
                  </a:lnTo>
                  <a:lnTo>
                    <a:pt x="670" y="17931"/>
                  </a:lnTo>
                  <a:lnTo>
                    <a:pt x="1419" y="17664"/>
                  </a:lnTo>
                  <a:lnTo>
                    <a:pt x="2026" y="17664"/>
                  </a:lnTo>
                  <a:lnTo>
                    <a:pt x="2356" y="17298"/>
                  </a:lnTo>
                  <a:lnTo>
                    <a:pt x="2740" y="16941"/>
                  </a:lnTo>
                  <a:lnTo>
                    <a:pt x="3587" y="16941"/>
                  </a:lnTo>
                  <a:lnTo>
                    <a:pt x="5175" y="16121"/>
                  </a:lnTo>
                  <a:lnTo>
                    <a:pt x="5220" y="15737"/>
                  </a:lnTo>
                  <a:lnTo>
                    <a:pt x="5898" y="15398"/>
                  </a:lnTo>
                  <a:lnTo>
                    <a:pt x="5898" y="14970"/>
                  </a:lnTo>
                  <a:lnTo>
                    <a:pt x="6692" y="14631"/>
                  </a:lnTo>
                  <a:lnTo>
                    <a:pt x="7682" y="14631"/>
                  </a:lnTo>
                  <a:lnTo>
                    <a:pt x="8619" y="14292"/>
                  </a:lnTo>
                  <a:lnTo>
                    <a:pt x="8735" y="13810"/>
                  </a:lnTo>
                  <a:lnTo>
                    <a:pt x="9243" y="13569"/>
                  </a:lnTo>
                  <a:lnTo>
                    <a:pt x="9413" y="13186"/>
                  </a:lnTo>
                  <a:lnTo>
                    <a:pt x="9966" y="13186"/>
                  </a:lnTo>
                  <a:lnTo>
                    <a:pt x="10519" y="12900"/>
                  </a:lnTo>
                  <a:lnTo>
                    <a:pt x="11027" y="12900"/>
                  </a:lnTo>
                  <a:lnTo>
                    <a:pt x="11429" y="12704"/>
                  </a:lnTo>
                  <a:lnTo>
                    <a:pt x="11027" y="12365"/>
                  </a:lnTo>
                  <a:lnTo>
                    <a:pt x="10519" y="12053"/>
                  </a:lnTo>
                  <a:lnTo>
                    <a:pt x="9939" y="11910"/>
                  </a:lnTo>
                  <a:lnTo>
                    <a:pt x="9484" y="11285"/>
                  </a:lnTo>
                  <a:lnTo>
                    <a:pt x="8904" y="11428"/>
                  </a:lnTo>
                  <a:lnTo>
                    <a:pt x="8520" y="10973"/>
                  </a:lnTo>
                  <a:lnTo>
                    <a:pt x="8520" y="10349"/>
                  </a:lnTo>
                  <a:lnTo>
                    <a:pt x="8208" y="10179"/>
                  </a:lnTo>
                  <a:lnTo>
                    <a:pt x="7682" y="9885"/>
                  </a:lnTo>
                  <a:lnTo>
                    <a:pt x="7486" y="9403"/>
                  </a:lnTo>
                  <a:lnTo>
                    <a:pt x="6959" y="9019"/>
                  </a:lnTo>
                  <a:lnTo>
                    <a:pt x="6254" y="8279"/>
                  </a:lnTo>
                  <a:lnTo>
                    <a:pt x="5416" y="6905"/>
                  </a:lnTo>
                  <a:lnTo>
                    <a:pt x="5006" y="5942"/>
                  </a:lnTo>
                  <a:lnTo>
                    <a:pt x="4863" y="5656"/>
                  </a:lnTo>
                  <a:lnTo>
                    <a:pt x="4452" y="5148"/>
                  </a:lnTo>
                  <a:lnTo>
                    <a:pt x="4113" y="4470"/>
                  </a:lnTo>
                  <a:lnTo>
                    <a:pt x="3391" y="3827"/>
                  </a:lnTo>
                  <a:lnTo>
                    <a:pt x="2454" y="3176"/>
                  </a:lnTo>
                  <a:lnTo>
                    <a:pt x="1874" y="2186"/>
                  </a:lnTo>
                  <a:lnTo>
                    <a:pt x="991" y="1419"/>
                  </a:lnTo>
                  <a:lnTo>
                    <a:pt x="599" y="937"/>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144"/>
            <p:cNvSpPr/>
            <p:nvPr/>
          </p:nvSpPr>
          <p:spPr>
            <a:xfrm>
              <a:off x="-2668226" y="1408669"/>
              <a:ext cx="746740" cy="2623828"/>
            </a:xfrm>
            <a:custGeom>
              <a:rect b="b" l="l" r="r" t="t"/>
              <a:pathLst>
                <a:path extrusionOk="0" h="16086" w="4578">
                  <a:moveTo>
                    <a:pt x="1" y="1"/>
                  </a:moveTo>
                  <a:lnTo>
                    <a:pt x="1" y="16085"/>
                  </a:lnTo>
                  <a:lnTo>
                    <a:pt x="670" y="15389"/>
                  </a:lnTo>
                  <a:lnTo>
                    <a:pt x="1419" y="15122"/>
                  </a:lnTo>
                  <a:lnTo>
                    <a:pt x="2026" y="15122"/>
                  </a:lnTo>
                  <a:lnTo>
                    <a:pt x="2356" y="14756"/>
                  </a:lnTo>
                  <a:lnTo>
                    <a:pt x="2740" y="14399"/>
                  </a:lnTo>
                  <a:lnTo>
                    <a:pt x="3587" y="14399"/>
                  </a:lnTo>
                  <a:lnTo>
                    <a:pt x="4577" y="13891"/>
                  </a:lnTo>
                  <a:lnTo>
                    <a:pt x="2802" y="11143"/>
                  </a:lnTo>
                  <a:lnTo>
                    <a:pt x="2802" y="10197"/>
                  </a:lnTo>
                  <a:lnTo>
                    <a:pt x="2409" y="8886"/>
                  </a:lnTo>
                  <a:lnTo>
                    <a:pt x="2802" y="7387"/>
                  </a:lnTo>
                  <a:lnTo>
                    <a:pt x="2615" y="5541"/>
                  </a:lnTo>
                  <a:lnTo>
                    <a:pt x="1937" y="5353"/>
                  </a:lnTo>
                  <a:lnTo>
                    <a:pt x="1669" y="4943"/>
                  </a:lnTo>
                  <a:lnTo>
                    <a:pt x="1669" y="4167"/>
                  </a:lnTo>
                  <a:lnTo>
                    <a:pt x="634" y="3007"/>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144"/>
            <p:cNvSpPr/>
            <p:nvPr/>
          </p:nvSpPr>
          <p:spPr>
            <a:xfrm>
              <a:off x="-2260766" y="1590540"/>
              <a:ext cx="1044915" cy="1267710"/>
            </a:xfrm>
            <a:custGeom>
              <a:rect b="b" l="l" r="r" t="t"/>
              <a:pathLst>
                <a:path extrusionOk="0" h="7772" w="6406">
                  <a:moveTo>
                    <a:pt x="652" y="1"/>
                  </a:moveTo>
                  <a:lnTo>
                    <a:pt x="1" y="679"/>
                  </a:lnTo>
                  <a:lnTo>
                    <a:pt x="1009" y="1152"/>
                  </a:lnTo>
                  <a:lnTo>
                    <a:pt x="1250" y="1705"/>
                  </a:lnTo>
                  <a:lnTo>
                    <a:pt x="1892" y="2088"/>
                  </a:lnTo>
                  <a:lnTo>
                    <a:pt x="2454" y="3275"/>
                  </a:lnTo>
                  <a:lnTo>
                    <a:pt x="3034" y="4702"/>
                  </a:lnTo>
                  <a:lnTo>
                    <a:pt x="3640" y="5478"/>
                  </a:lnTo>
                  <a:lnTo>
                    <a:pt x="4399" y="5648"/>
                  </a:lnTo>
                  <a:lnTo>
                    <a:pt x="4765" y="5844"/>
                  </a:lnTo>
                  <a:lnTo>
                    <a:pt x="5032" y="6478"/>
                  </a:lnTo>
                  <a:lnTo>
                    <a:pt x="5657" y="6781"/>
                  </a:lnTo>
                  <a:lnTo>
                    <a:pt x="5657" y="7459"/>
                  </a:lnTo>
                  <a:lnTo>
                    <a:pt x="6406" y="7771"/>
                  </a:lnTo>
                  <a:lnTo>
                    <a:pt x="6022" y="7316"/>
                  </a:lnTo>
                  <a:lnTo>
                    <a:pt x="6022" y="6692"/>
                  </a:lnTo>
                  <a:lnTo>
                    <a:pt x="5710" y="6522"/>
                  </a:lnTo>
                  <a:lnTo>
                    <a:pt x="5184" y="6228"/>
                  </a:lnTo>
                  <a:lnTo>
                    <a:pt x="4988" y="5746"/>
                  </a:lnTo>
                  <a:lnTo>
                    <a:pt x="4461" y="5362"/>
                  </a:lnTo>
                  <a:lnTo>
                    <a:pt x="3756" y="4622"/>
                  </a:lnTo>
                  <a:lnTo>
                    <a:pt x="2918" y="3248"/>
                  </a:lnTo>
                  <a:lnTo>
                    <a:pt x="2508" y="2285"/>
                  </a:lnTo>
                  <a:lnTo>
                    <a:pt x="2365" y="1999"/>
                  </a:lnTo>
                  <a:lnTo>
                    <a:pt x="1954" y="1491"/>
                  </a:lnTo>
                  <a:lnTo>
                    <a:pt x="1615" y="813"/>
                  </a:lnTo>
                  <a:lnTo>
                    <a:pt x="893" y="170"/>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144"/>
            <p:cNvSpPr/>
            <p:nvPr/>
          </p:nvSpPr>
          <p:spPr>
            <a:xfrm>
              <a:off x="-2668226" y="994036"/>
              <a:ext cx="671055" cy="729113"/>
            </a:xfrm>
            <a:custGeom>
              <a:rect b="b" l="l" r="r" t="t"/>
              <a:pathLst>
                <a:path extrusionOk="0" h="4470" w="4114">
                  <a:moveTo>
                    <a:pt x="1" y="0"/>
                  </a:moveTo>
                  <a:lnTo>
                    <a:pt x="518" y="1918"/>
                  </a:lnTo>
                  <a:lnTo>
                    <a:pt x="973" y="2347"/>
                  </a:lnTo>
                  <a:lnTo>
                    <a:pt x="1517" y="3702"/>
                  </a:lnTo>
                  <a:lnTo>
                    <a:pt x="2499" y="4336"/>
                  </a:lnTo>
                  <a:lnTo>
                    <a:pt x="4113" y="4470"/>
                  </a:lnTo>
                  <a:lnTo>
                    <a:pt x="3391" y="3827"/>
                  </a:lnTo>
                  <a:lnTo>
                    <a:pt x="2454" y="3176"/>
                  </a:lnTo>
                  <a:lnTo>
                    <a:pt x="1874" y="2186"/>
                  </a:lnTo>
                  <a:lnTo>
                    <a:pt x="991" y="1419"/>
                  </a:lnTo>
                  <a:lnTo>
                    <a:pt x="599" y="93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144"/>
            <p:cNvSpPr/>
            <p:nvPr/>
          </p:nvSpPr>
          <p:spPr>
            <a:xfrm>
              <a:off x="-2467432" y="1736036"/>
              <a:ext cx="1052255" cy="1644500"/>
            </a:xfrm>
            <a:custGeom>
              <a:rect b="b" l="l" r="r" t="t"/>
              <a:pathLst>
                <a:path extrusionOk="0" h="10082" w="6451">
                  <a:moveTo>
                    <a:pt x="1" y="1"/>
                  </a:moveTo>
                  <a:lnTo>
                    <a:pt x="1178" y="1589"/>
                  </a:lnTo>
                  <a:lnTo>
                    <a:pt x="1964" y="1839"/>
                  </a:lnTo>
                  <a:lnTo>
                    <a:pt x="3212" y="4185"/>
                  </a:lnTo>
                  <a:lnTo>
                    <a:pt x="3212" y="7379"/>
                  </a:lnTo>
                  <a:lnTo>
                    <a:pt x="4310" y="8271"/>
                  </a:lnTo>
                  <a:lnTo>
                    <a:pt x="4702" y="9038"/>
                  </a:lnTo>
                  <a:lnTo>
                    <a:pt x="5461" y="10082"/>
                  </a:lnTo>
                  <a:lnTo>
                    <a:pt x="6451" y="10082"/>
                  </a:lnTo>
                  <a:lnTo>
                    <a:pt x="5487" y="8306"/>
                  </a:lnTo>
                  <a:lnTo>
                    <a:pt x="3980" y="7227"/>
                  </a:lnTo>
                  <a:lnTo>
                    <a:pt x="3810" y="4720"/>
                  </a:lnTo>
                  <a:lnTo>
                    <a:pt x="2088"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144"/>
            <p:cNvSpPr/>
            <p:nvPr/>
          </p:nvSpPr>
          <p:spPr>
            <a:xfrm>
              <a:off x="-1997336" y="3015167"/>
              <a:ext cx="291160" cy="545774"/>
            </a:xfrm>
            <a:custGeom>
              <a:rect b="b" l="l" r="r" t="t"/>
              <a:pathLst>
                <a:path extrusionOk="0" h="3346" w="1785">
                  <a:moveTo>
                    <a:pt x="0" y="1"/>
                  </a:moveTo>
                  <a:lnTo>
                    <a:pt x="1107" y="3346"/>
                  </a:lnTo>
                  <a:lnTo>
                    <a:pt x="1785" y="3007"/>
                  </a:lnTo>
                  <a:lnTo>
                    <a:pt x="1785" y="2579"/>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144"/>
            <p:cNvSpPr/>
            <p:nvPr/>
          </p:nvSpPr>
          <p:spPr>
            <a:xfrm>
              <a:off x="-2467432" y="2844877"/>
              <a:ext cx="384462" cy="912614"/>
            </a:xfrm>
            <a:custGeom>
              <a:rect b="b" l="l" r="r" t="t"/>
              <a:pathLst>
                <a:path extrusionOk="0" h="5595" w="2357">
                  <a:moveTo>
                    <a:pt x="1" y="1"/>
                  </a:moveTo>
                  <a:lnTo>
                    <a:pt x="1509" y="5594"/>
                  </a:lnTo>
                  <a:lnTo>
                    <a:pt x="2356" y="5594"/>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144"/>
            <p:cNvSpPr/>
            <p:nvPr/>
          </p:nvSpPr>
          <p:spPr>
            <a:xfrm>
              <a:off x="-1626251" y="2719770"/>
              <a:ext cx="382831" cy="605474"/>
            </a:xfrm>
            <a:custGeom>
              <a:rect b="b" l="l" r="r" t="t"/>
              <a:pathLst>
                <a:path extrusionOk="0" h="3712" w="2347">
                  <a:moveTo>
                    <a:pt x="0" y="1"/>
                  </a:moveTo>
                  <a:lnTo>
                    <a:pt x="652" y="1196"/>
                  </a:lnTo>
                  <a:lnTo>
                    <a:pt x="1481" y="2088"/>
                  </a:lnTo>
                  <a:lnTo>
                    <a:pt x="1570" y="2909"/>
                  </a:lnTo>
                  <a:lnTo>
                    <a:pt x="2231" y="3712"/>
                  </a:lnTo>
                  <a:lnTo>
                    <a:pt x="2347" y="3230"/>
                  </a:lnTo>
                  <a:lnTo>
                    <a:pt x="1838" y="1687"/>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144"/>
            <p:cNvSpPr/>
            <p:nvPr/>
          </p:nvSpPr>
          <p:spPr>
            <a:xfrm>
              <a:off x="-1215855" y="3034088"/>
              <a:ext cx="83026" cy="173389"/>
            </a:xfrm>
            <a:custGeom>
              <a:rect b="b" l="l" r="r" t="t"/>
              <a:pathLst>
                <a:path extrusionOk="0" h="1063" w="509">
                  <a:moveTo>
                    <a:pt x="0" y="1"/>
                  </a:moveTo>
                  <a:lnTo>
                    <a:pt x="339" y="1062"/>
                  </a:lnTo>
                  <a:lnTo>
                    <a:pt x="509" y="679"/>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144"/>
            <p:cNvSpPr/>
            <p:nvPr/>
          </p:nvSpPr>
          <p:spPr>
            <a:xfrm>
              <a:off x="-1112603" y="2962808"/>
              <a:ext cx="243204" cy="135546"/>
            </a:xfrm>
            <a:custGeom>
              <a:rect b="b" l="l" r="r" t="t"/>
              <a:pathLst>
                <a:path extrusionOk="0" h="831" w="1491">
                  <a:moveTo>
                    <a:pt x="0" y="0"/>
                  </a:moveTo>
                  <a:lnTo>
                    <a:pt x="982" y="830"/>
                  </a:lnTo>
                  <a:lnTo>
                    <a:pt x="1490" y="830"/>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62" name="Google Shape;9262;p144"/>
          <p:cNvSpPr txBox="1"/>
          <p:nvPr>
            <p:ph type="title"/>
          </p:nvPr>
        </p:nvSpPr>
        <p:spPr>
          <a:xfrm>
            <a:off x="2187325" y="539400"/>
            <a:ext cx="4769400" cy="22761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72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1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9263" name="Shape 9263"/>
        <p:cNvGrpSpPr/>
        <p:nvPr/>
      </p:nvGrpSpPr>
      <p:grpSpPr>
        <a:xfrm>
          <a:off x="0" y="0"/>
          <a:ext cx="0" cy="0"/>
          <a:chOff x="0" y="0"/>
          <a:chExt cx="0" cy="0"/>
        </a:xfrm>
      </p:grpSpPr>
      <p:sp>
        <p:nvSpPr>
          <p:cNvPr id="9264" name="Google Shape;9264;p145"/>
          <p:cNvSpPr txBox="1"/>
          <p:nvPr>
            <p:ph type="title"/>
          </p:nvPr>
        </p:nvSpPr>
        <p:spPr>
          <a:xfrm>
            <a:off x="2241450" y="468750"/>
            <a:ext cx="4661100" cy="705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45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9265" name="Google Shape;9265;p145"/>
          <p:cNvSpPr txBox="1"/>
          <p:nvPr>
            <p:ph idx="1" type="subTitle"/>
          </p:nvPr>
        </p:nvSpPr>
        <p:spPr>
          <a:xfrm>
            <a:off x="2241550" y="1174483"/>
            <a:ext cx="4661100" cy="1057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1600"/>
              </a:spcBef>
              <a:spcAft>
                <a:spcPts val="0"/>
              </a:spcAft>
              <a:buSzPts val="1600"/>
              <a:buNone/>
              <a:defRPr sz="1600"/>
            </a:lvl3pPr>
            <a:lvl4pPr lvl="3" algn="ctr">
              <a:lnSpc>
                <a:spcPct val="100000"/>
              </a:lnSpc>
              <a:spcBef>
                <a:spcPts val="1600"/>
              </a:spcBef>
              <a:spcAft>
                <a:spcPts val="0"/>
              </a:spcAft>
              <a:buSzPts val="1600"/>
              <a:buNone/>
              <a:defRPr sz="1600"/>
            </a:lvl4pPr>
            <a:lvl5pPr lvl="4" algn="ctr">
              <a:lnSpc>
                <a:spcPct val="100000"/>
              </a:lnSpc>
              <a:spcBef>
                <a:spcPts val="1600"/>
              </a:spcBef>
              <a:spcAft>
                <a:spcPts val="0"/>
              </a:spcAft>
              <a:buSzPts val="1600"/>
              <a:buNone/>
              <a:defRPr sz="1600"/>
            </a:lvl5pPr>
            <a:lvl6pPr lvl="5" algn="ctr">
              <a:lnSpc>
                <a:spcPct val="100000"/>
              </a:lnSpc>
              <a:spcBef>
                <a:spcPts val="1600"/>
              </a:spcBef>
              <a:spcAft>
                <a:spcPts val="0"/>
              </a:spcAft>
              <a:buSzPts val="1600"/>
              <a:buNone/>
              <a:defRPr sz="1600"/>
            </a:lvl6pPr>
            <a:lvl7pPr lvl="6" algn="ctr">
              <a:lnSpc>
                <a:spcPct val="100000"/>
              </a:lnSpc>
              <a:spcBef>
                <a:spcPts val="1600"/>
              </a:spcBef>
              <a:spcAft>
                <a:spcPts val="0"/>
              </a:spcAft>
              <a:buSzPts val="1600"/>
              <a:buNone/>
              <a:defRPr sz="1600"/>
            </a:lvl7pPr>
            <a:lvl8pPr lvl="7" algn="ctr">
              <a:lnSpc>
                <a:spcPct val="100000"/>
              </a:lnSpc>
              <a:spcBef>
                <a:spcPts val="1600"/>
              </a:spcBef>
              <a:spcAft>
                <a:spcPts val="0"/>
              </a:spcAft>
              <a:buSzPts val="1600"/>
              <a:buNone/>
              <a:defRPr sz="1600"/>
            </a:lvl8pPr>
            <a:lvl9pPr lvl="8" algn="ctr">
              <a:lnSpc>
                <a:spcPct val="100000"/>
              </a:lnSpc>
              <a:spcBef>
                <a:spcPts val="1600"/>
              </a:spcBef>
              <a:spcAft>
                <a:spcPts val="1600"/>
              </a:spcAft>
              <a:buSzPts val="1600"/>
              <a:buNone/>
              <a:defRPr sz="1600"/>
            </a:lvl9pPr>
          </a:lstStyle>
          <a:p/>
        </p:txBody>
      </p:sp>
      <p:grpSp>
        <p:nvGrpSpPr>
          <p:cNvPr id="9266" name="Google Shape;9266;p145"/>
          <p:cNvGrpSpPr/>
          <p:nvPr/>
        </p:nvGrpSpPr>
        <p:grpSpPr>
          <a:xfrm flipH="1">
            <a:off x="5999814" y="1145449"/>
            <a:ext cx="3922876" cy="3010780"/>
            <a:chOff x="-675270" y="-663276"/>
            <a:chExt cx="3564955" cy="3010780"/>
          </a:xfrm>
        </p:grpSpPr>
        <p:sp>
          <p:nvSpPr>
            <p:cNvPr id="9267" name="Google Shape;9267;p145"/>
            <p:cNvSpPr/>
            <p:nvPr/>
          </p:nvSpPr>
          <p:spPr>
            <a:xfrm>
              <a:off x="-675270" y="-663276"/>
              <a:ext cx="3564955" cy="3010780"/>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145"/>
            <p:cNvSpPr/>
            <p:nvPr/>
          </p:nvSpPr>
          <p:spPr>
            <a:xfrm>
              <a:off x="-394641" y="-320127"/>
              <a:ext cx="2150090" cy="2042707"/>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9" name="Google Shape;9269;p145"/>
          <p:cNvGrpSpPr/>
          <p:nvPr/>
        </p:nvGrpSpPr>
        <p:grpSpPr>
          <a:xfrm>
            <a:off x="-782526" y="1145449"/>
            <a:ext cx="3564955" cy="3010780"/>
            <a:chOff x="-782526" y="-663276"/>
            <a:chExt cx="3564955" cy="3010780"/>
          </a:xfrm>
        </p:grpSpPr>
        <p:sp>
          <p:nvSpPr>
            <p:cNvPr id="9270" name="Google Shape;9270;p145"/>
            <p:cNvSpPr/>
            <p:nvPr/>
          </p:nvSpPr>
          <p:spPr>
            <a:xfrm>
              <a:off x="-782526" y="-663276"/>
              <a:ext cx="3564955" cy="3010780"/>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145"/>
            <p:cNvSpPr/>
            <p:nvPr/>
          </p:nvSpPr>
          <p:spPr>
            <a:xfrm>
              <a:off x="-76302" y="-258327"/>
              <a:ext cx="2150090" cy="2042707"/>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2" name="Google Shape;9272;p145"/>
          <p:cNvGrpSpPr/>
          <p:nvPr/>
        </p:nvGrpSpPr>
        <p:grpSpPr>
          <a:xfrm>
            <a:off x="4075012" y="2534446"/>
            <a:ext cx="1095122" cy="1096793"/>
            <a:chOff x="3992801" y="1928374"/>
            <a:chExt cx="1783297" cy="1786017"/>
          </a:xfrm>
        </p:grpSpPr>
        <p:sp>
          <p:nvSpPr>
            <p:cNvPr id="9273" name="Google Shape;9273;p145"/>
            <p:cNvSpPr/>
            <p:nvPr/>
          </p:nvSpPr>
          <p:spPr>
            <a:xfrm>
              <a:off x="3992801" y="1928374"/>
              <a:ext cx="1783297" cy="1786017"/>
            </a:xfrm>
            <a:custGeom>
              <a:rect b="b" l="l" r="r" t="t"/>
              <a:pathLst>
                <a:path extrusionOk="0" h="5942" w="5933">
                  <a:moveTo>
                    <a:pt x="2971" y="0"/>
                  </a:moveTo>
                  <a:cubicBezTo>
                    <a:pt x="1330" y="0"/>
                    <a:pt x="0" y="1330"/>
                    <a:pt x="0" y="2971"/>
                  </a:cubicBezTo>
                  <a:cubicBezTo>
                    <a:pt x="0" y="4612"/>
                    <a:pt x="1330" y="5942"/>
                    <a:pt x="2971" y="5942"/>
                  </a:cubicBezTo>
                  <a:cubicBezTo>
                    <a:pt x="4604" y="5942"/>
                    <a:pt x="5933" y="4612"/>
                    <a:pt x="5933" y="2971"/>
                  </a:cubicBezTo>
                  <a:cubicBezTo>
                    <a:pt x="5933" y="1330"/>
                    <a:pt x="4604" y="0"/>
                    <a:pt x="29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145"/>
            <p:cNvSpPr/>
            <p:nvPr/>
          </p:nvSpPr>
          <p:spPr>
            <a:xfrm>
              <a:off x="4118741" y="2057021"/>
              <a:ext cx="1531417" cy="1528724"/>
            </a:xfrm>
            <a:custGeom>
              <a:rect b="b" l="l" r="r" t="t"/>
              <a:pathLst>
                <a:path extrusionOk="0" h="5086" w="5095">
                  <a:moveTo>
                    <a:pt x="2552" y="1"/>
                  </a:moveTo>
                  <a:cubicBezTo>
                    <a:pt x="1142" y="1"/>
                    <a:pt x="1" y="1142"/>
                    <a:pt x="1" y="2543"/>
                  </a:cubicBezTo>
                  <a:cubicBezTo>
                    <a:pt x="1" y="3953"/>
                    <a:pt x="1142" y="5085"/>
                    <a:pt x="2552" y="5085"/>
                  </a:cubicBezTo>
                  <a:cubicBezTo>
                    <a:pt x="3953" y="5085"/>
                    <a:pt x="5095" y="3953"/>
                    <a:pt x="5095" y="2543"/>
                  </a:cubicBezTo>
                  <a:cubicBezTo>
                    <a:pt x="5095" y="1142"/>
                    <a:pt x="3953" y="1"/>
                    <a:pt x="25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5" name="Google Shape;9275;p145"/>
          <p:cNvSpPr/>
          <p:nvPr/>
        </p:nvSpPr>
        <p:spPr>
          <a:xfrm>
            <a:off x="2" y="3089503"/>
            <a:ext cx="9144017" cy="2775510"/>
          </a:xfrm>
          <a:custGeom>
            <a:rect b="b" l="l" r="r" t="t"/>
            <a:pathLst>
              <a:path extrusionOk="0" h="9234" w="30422">
                <a:moveTo>
                  <a:pt x="1" y="0"/>
                </a:moveTo>
                <a:lnTo>
                  <a:pt x="1" y="9233"/>
                </a:lnTo>
                <a:lnTo>
                  <a:pt x="30422" y="9233"/>
                </a:lnTo>
                <a:lnTo>
                  <a:pt x="30422" y="0"/>
                </a:lnTo>
                <a:close/>
              </a:path>
            </a:pathLst>
          </a:custGeom>
          <a:solidFill>
            <a:srgbClr val="38A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145"/>
          <p:cNvSpPr/>
          <p:nvPr/>
        </p:nvSpPr>
        <p:spPr>
          <a:xfrm>
            <a:off x="2" y="3089503"/>
            <a:ext cx="8385071" cy="2775510"/>
          </a:xfrm>
          <a:custGeom>
            <a:rect b="b" l="l" r="r" t="t"/>
            <a:pathLst>
              <a:path extrusionOk="0" h="9234" w="27897">
                <a:moveTo>
                  <a:pt x="14337" y="0"/>
                </a:moveTo>
                <a:cubicBezTo>
                  <a:pt x="14337" y="0"/>
                  <a:pt x="12053" y="402"/>
                  <a:pt x="13222" y="633"/>
                </a:cubicBezTo>
                <a:cubicBezTo>
                  <a:pt x="14391" y="857"/>
                  <a:pt x="13704" y="1276"/>
                  <a:pt x="11001" y="1419"/>
                </a:cubicBezTo>
                <a:cubicBezTo>
                  <a:pt x="8289" y="1561"/>
                  <a:pt x="8164" y="2204"/>
                  <a:pt x="9529" y="2346"/>
                </a:cubicBezTo>
                <a:cubicBezTo>
                  <a:pt x="10885" y="2489"/>
                  <a:pt x="4131" y="3470"/>
                  <a:pt x="5808" y="4006"/>
                </a:cubicBezTo>
                <a:cubicBezTo>
                  <a:pt x="7495" y="4550"/>
                  <a:pt x="4961" y="5040"/>
                  <a:pt x="3257" y="5272"/>
                </a:cubicBezTo>
                <a:cubicBezTo>
                  <a:pt x="1553" y="5504"/>
                  <a:pt x="1375" y="6040"/>
                  <a:pt x="2365" y="6227"/>
                </a:cubicBezTo>
                <a:cubicBezTo>
                  <a:pt x="3355" y="6414"/>
                  <a:pt x="1" y="7271"/>
                  <a:pt x="1" y="7271"/>
                </a:cubicBezTo>
                <a:lnTo>
                  <a:pt x="1" y="9233"/>
                </a:lnTo>
                <a:lnTo>
                  <a:pt x="27897" y="9233"/>
                </a:lnTo>
                <a:lnTo>
                  <a:pt x="27897" y="7137"/>
                </a:lnTo>
                <a:cubicBezTo>
                  <a:pt x="27897" y="7137"/>
                  <a:pt x="23472" y="6361"/>
                  <a:pt x="24445" y="5504"/>
                </a:cubicBezTo>
                <a:cubicBezTo>
                  <a:pt x="25417" y="4648"/>
                  <a:pt x="20171" y="4434"/>
                  <a:pt x="21340" y="3925"/>
                </a:cubicBezTo>
                <a:cubicBezTo>
                  <a:pt x="22500" y="3417"/>
                  <a:pt x="21893" y="2917"/>
                  <a:pt x="20912" y="2721"/>
                </a:cubicBezTo>
                <a:cubicBezTo>
                  <a:pt x="19939" y="2534"/>
                  <a:pt x="18780" y="2034"/>
                  <a:pt x="19422" y="1481"/>
                </a:cubicBezTo>
                <a:cubicBezTo>
                  <a:pt x="20055" y="928"/>
                  <a:pt x="19288" y="732"/>
                  <a:pt x="18512" y="491"/>
                </a:cubicBezTo>
                <a:cubicBezTo>
                  <a:pt x="17727" y="259"/>
                  <a:pt x="18637" y="0"/>
                  <a:pt x="18637"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145"/>
          <p:cNvSpPr/>
          <p:nvPr/>
        </p:nvSpPr>
        <p:spPr>
          <a:xfrm>
            <a:off x="482720" y="3237687"/>
            <a:ext cx="6006641" cy="2627326"/>
          </a:xfrm>
          <a:custGeom>
            <a:rect b="b" l="l" r="r" t="t"/>
            <a:pathLst>
              <a:path extrusionOk="0" h="8741" w="19984">
                <a:moveTo>
                  <a:pt x="15406" y="1"/>
                </a:moveTo>
                <a:cubicBezTo>
                  <a:pt x="14566" y="1"/>
                  <a:pt x="13350" y="213"/>
                  <a:pt x="13953" y="506"/>
                </a:cubicBezTo>
                <a:cubicBezTo>
                  <a:pt x="14604" y="818"/>
                  <a:pt x="15033" y="1452"/>
                  <a:pt x="12722" y="1711"/>
                </a:cubicBezTo>
                <a:cubicBezTo>
                  <a:pt x="10420" y="1960"/>
                  <a:pt x="10304" y="2683"/>
                  <a:pt x="12347" y="3111"/>
                </a:cubicBezTo>
                <a:cubicBezTo>
                  <a:pt x="13739" y="3406"/>
                  <a:pt x="11669" y="4512"/>
                  <a:pt x="9635" y="4512"/>
                </a:cubicBezTo>
                <a:cubicBezTo>
                  <a:pt x="7601" y="4512"/>
                  <a:pt x="7245" y="4994"/>
                  <a:pt x="8413" y="5315"/>
                </a:cubicBezTo>
                <a:cubicBezTo>
                  <a:pt x="9350" y="5573"/>
                  <a:pt x="8922" y="6100"/>
                  <a:pt x="4827" y="6358"/>
                </a:cubicBezTo>
                <a:cubicBezTo>
                  <a:pt x="723" y="6617"/>
                  <a:pt x="3069" y="7670"/>
                  <a:pt x="4060" y="7866"/>
                </a:cubicBezTo>
                <a:cubicBezTo>
                  <a:pt x="4390" y="7929"/>
                  <a:pt x="4747" y="8125"/>
                  <a:pt x="3319" y="8339"/>
                </a:cubicBezTo>
                <a:cubicBezTo>
                  <a:pt x="1892" y="8544"/>
                  <a:pt x="1" y="8740"/>
                  <a:pt x="1" y="8740"/>
                </a:cubicBezTo>
                <a:lnTo>
                  <a:pt x="19984" y="8740"/>
                </a:lnTo>
                <a:cubicBezTo>
                  <a:pt x="19984" y="8740"/>
                  <a:pt x="17985" y="8464"/>
                  <a:pt x="18895" y="8000"/>
                </a:cubicBezTo>
                <a:cubicBezTo>
                  <a:pt x="19805" y="7527"/>
                  <a:pt x="19181" y="7393"/>
                  <a:pt x="17174" y="7143"/>
                </a:cubicBezTo>
                <a:cubicBezTo>
                  <a:pt x="15158" y="6903"/>
                  <a:pt x="15728" y="6358"/>
                  <a:pt x="17638" y="5877"/>
                </a:cubicBezTo>
                <a:cubicBezTo>
                  <a:pt x="19556" y="5395"/>
                  <a:pt x="18173" y="4735"/>
                  <a:pt x="16888" y="4512"/>
                </a:cubicBezTo>
                <a:cubicBezTo>
                  <a:pt x="15604" y="4289"/>
                  <a:pt x="15363" y="4084"/>
                  <a:pt x="16826" y="3513"/>
                </a:cubicBezTo>
                <a:cubicBezTo>
                  <a:pt x="18298" y="2951"/>
                  <a:pt x="17495" y="2344"/>
                  <a:pt x="16576" y="2121"/>
                </a:cubicBezTo>
                <a:cubicBezTo>
                  <a:pt x="15648" y="1898"/>
                  <a:pt x="15273" y="1532"/>
                  <a:pt x="16166" y="1211"/>
                </a:cubicBezTo>
                <a:cubicBezTo>
                  <a:pt x="17067" y="890"/>
                  <a:pt x="15639" y="604"/>
                  <a:pt x="15282" y="435"/>
                </a:cubicBezTo>
                <a:cubicBezTo>
                  <a:pt x="14926" y="274"/>
                  <a:pt x="16451" y="51"/>
                  <a:pt x="15630" y="7"/>
                </a:cubicBezTo>
                <a:cubicBezTo>
                  <a:pt x="15560" y="3"/>
                  <a:pt x="15485" y="1"/>
                  <a:pt x="15406" y="1"/>
                </a:cubicBezTo>
                <a:close/>
              </a:path>
            </a:pathLst>
          </a:custGeom>
          <a:solidFill>
            <a:srgbClr val="6BC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145"/>
          <p:cNvSpPr/>
          <p:nvPr/>
        </p:nvSpPr>
        <p:spPr>
          <a:xfrm flipH="1">
            <a:off x="8929401" y="4662505"/>
            <a:ext cx="521499" cy="499422"/>
          </a:xfrm>
          <a:custGeom>
            <a:rect b="b" l="l" r="r" t="t"/>
            <a:pathLst>
              <a:path extrusionOk="0" h="2286" w="2667">
                <a:moveTo>
                  <a:pt x="2001" y="0"/>
                </a:moveTo>
                <a:lnTo>
                  <a:pt x="0" y="2286"/>
                </a:lnTo>
                <a:lnTo>
                  <a:pt x="2667" y="2238"/>
                </a:lnTo>
                <a:close/>
              </a:path>
            </a:pathLst>
          </a:custGeom>
          <a:solidFill>
            <a:srgbClr val="CC946E"/>
          </a:solidFill>
          <a:ln>
            <a:noFill/>
          </a:ln>
        </p:spPr>
      </p:sp>
      <p:sp>
        <p:nvSpPr>
          <p:cNvPr id="9279" name="Google Shape;9279;p145"/>
          <p:cNvSpPr/>
          <p:nvPr/>
        </p:nvSpPr>
        <p:spPr>
          <a:xfrm>
            <a:off x="-301725" y="4662505"/>
            <a:ext cx="541821" cy="499422"/>
          </a:xfrm>
          <a:custGeom>
            <a:rect b="b" l="l" r="r" t="t"/>
            <a:pathLst>
              <a:path extrusionOk="0" h="2286" w="2667">
                <a:moveTo>
                  <a:pt x="2001" y="0"/>
                </a:moveTo>
                <a:lnTo>
                  <a:pt x="0" y="2286"/>
                </a:lnTo>
                <a:lnTo>
                  <a:pt x="2667" y="2238"/>
                </a:lnTo>
                <a:close/>
              </a:path>
            </a:pathLst>
          </a:custGeom>
          <a:solidFill>
            <a:srgbClr val="CC946E"/>
          </a:solidFill>
          <a:ln>
            <a:noFill/>
          </a:ln>
        </p:spPr>
      </p:sp>
      <p:sp>
        <p:nvSpPr>
          <p:cNvPr id="9280" name="Google Shape;9280;p145"/>
          <p:cNvSpPr/>
          <p:nvPr/>
        </p:nvSpPr>
        <p:spPr>
          <a:xfrm>
            <a:off x="69041" y="4651473"/>
            <a:ext cx="8979662" cy="510440"/>
          </a:xfrm>
          <a:custGeom>
            <a:rect b="b" l="l" r="r" t="t"/>
            <a:pathLst>
              <a:path extrusionOk="0" h="1491" w="30422">
                <a:moveTo>
                  <a:pt x="1" y="0"/>
                </a:moveTo>
                <a:lnTo>
                  <a:pt x="1" y="1490"/>
                </a:lnTo>
                <a:lnTo>
                  <a:pt x="30422" y="1490"/>
                </a:lnTo>
                <a:lnTo>
                  <a:pt x="3042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145"/>
          <p:cNvSpPr/>
          <p:nvPr/>
        </p:nvSpPr>
        <p:spPr>
          <a:xfrm>
            <a:off x="-336500" y="4637799"/>
            <a:ext cx="9817059" cy="540024"/>
          </a:xfrm>
          <a:custGeom>
            <a:rect b="b" l="l" r="r" t="t"/>
            <a:pathLst>
              <a:path extrusionOk="0" h="1776" w="33259">
                <a:moveTo>
                  <a:pt x="31769" y="81"/>
                </a:moveTo>
                <a:lnTo>
                  <a:pt x="33089" y="1696"/>
                </a:lnTo>
                <a:lnTo>
                  <a:pt x="170" y="1696"/>
                </a:lnTo>
                <a:lnTo>
                  <a:pt x="1482" y="81"/>
                </a:lnTo>
                <a:close/>
                <a:moveTo>
                  <a:pt x="1446" y="1"/>
                </a:moveTo>
                <a:lnTo>
                  <a:pt x="1" y="1776"/>
                </a:lnTo>
                <a:lnTo>
                  <a:pt x="33259" y="1776"/>
                </a:lnTo>
                <a:lnTo>
                  <a:pt x="318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145"/>
          <p:cNvSpPr/>
          <p:nvPr/>
        </p:nvSpPr>
        <p:spPr>
          <a:xfrm>
            <a:off x="1114495" y="4637799"/>
            <a:ext cx="6912586" cy="540024"/>
          </a:xfrm>
          <a:custGeom>
            <a:rect b="b" l="l" r="r" t="t"/>
            <a:pathLst>
              <a:path extrusionOk="0" h="1776" w="23419">
                <a:moveTo>
                  <a:pt x="22357" y="81"/>
                </a:moveTo>
                <a:lnTo>
                  <a:pt x="23275" y="1696"/>
                </a:lnTo>
                <a:lnTo>
                  <a:pt x="143" y="1696"/>
                </a:lnTo>
                <a:lnTo>
                  <a:pt x="1071" y="81"/>
                </a:lnTo>
                <a:close/>
                <a:moveTo>
                  <a:pt x="1026" y="1"/>
                </a:moveTo>
                <a:lnTo>
                  <a:pt x="0" y="1776"/>
                </a:lnTo>
                <a:lnTo>
                  <a:pt x="23418" y="1776"/>
                </a:lnTo>
                <a:lnTo>
                  <a:pt x="22401"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145"/>
          <p:cNvSpPr/>
          <p:nvPr/>
        </p:nvSpPr>
        <p:spPr>
          <a:xfrm>
            <a:off x="2438868" y="4637799"/>
            <a:ext cx="4266092" cy="540024"/>
          </a:xfrm>
          <a:custGeom>
            <a:rect b="b" l="l" r="r" t="t"/>
            <a:pathLst>
              <a:path extrusionOk="0" h="1776" w="14453">
                <a:moveTo>
                  <a:pt x="13766" y="81"/>
                </a:moveTo>
                <a:lnTo>
                  <a:pt x="14337" y="1696"/>
                </a:lnTo>
                <a:lnTo>
                  <a:pt x="117" y="1696"/>
                </a:lnTo>
                <a:lnTo>
                  <a:pt x="688" y="81"/>
                </a:lnTo>
                <a:close/>
                <a:moveTo>
                  <a:pt x="625" y="1"/>
                </a:moveTo>
                <a:lnTo>
                  <a:pt x="1" y="1776"/>
                </a:lnTo>
                <a:lnTo>
                  <a:pt x="14453" y="1776"/>
                </a:lnTo>
                <a:lnTo>
                  <a:pt x="13819"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145"/>
          <p:cNvSpPr/>
          <p:nvPr/>
        </p:nvSpPr>
        <p:spPr>
          <a:xfrm>
            <a:off x="3805448" y="4637799"/>
            <a:ext cx="1530161" cy="540024"/>
          </a:xfrm>
          <a:custGeom>
            <a:rect b="b" l="l" r="r" t="t"/>
            <a:pathLst>
              <a:path extrusionOk="0" h="1776" w="5184">
                <a:moveTo>
                  <a:pt x="4890" y="81"/>
                </a:moveTo>
                <a:lnTo>
                  <a:pt x="5095" y="1696"/>
                </a:lnTo>
                <a:lnTo>
                  <a:pt x="99" y="1696"/>
                </a:lnTo>
                <a:lnTo>
                  <a:pt x="295" y="81"/>
                </a:lnTo>
                <a:close/>
                <a:moveTo>
                  <a:pt x="224" y="1"/>
                </a:moveTo>
                <a:lnTo>
                  <a:pt x="1" y="1776"/>
                </a:lnTo>
                <a:lnTo>
                  <a:pt x="5184" y="1776"/>
                </a:lnTo>
                <a:lnTo>
                  <a:pt x="4961"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5" name="Google Shape;9285;p145"/>
          <p:cNvGrpSpPr/>
          <p:nvPr/>
        </p:nvGrpSpPr>
        <p:grpSpPr>
          <a:xfrm>
            <a:off x="-138200" y="3248800"/>
            <a:ext cx="9401995" cy="1473275"/>
            <a:chOff x="-138200" y="2987850"/>
            <a:chExt cx="9401995" cy="1473275"/>
          </a:xfrm>
        </p:grpSpPr>
        <p:sp>
          <p:nvSpPr>
            <p:cNvPr id="9286" name="Google Shape;9286;p145"/>
            <p:cNvSpPr/>
            <p:nvPr/>
          </p:nvSpPr>
          <p:spPr>
            <a:xfrm>
              <a:off x="-138200" y="2987850"/>
              <a:ext cx="9401995" cy="139927"/>
            </a:xfrm>
            <a:custGeom>
              <a:rect b="b" l="l" r="r" t="t"/>
              <a:pathLst>
                <a:path extrusionOk="0" h="616" w="30422">
                  <a:moveTo>
                    <a:pt x="1" y="0"/>
                  </a:moveTo>
                  <a:lnTo>
                    <a:pt x="1" y="616"/>
                  </a:lnTo>
                  <a:lnTo>
                    <a:pt x="30422" y="616"/>
                  </a:lnTo>
                  <a:lnTo>
                    <a:pt x="30422"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145"/>
            <p:cNvSpPr/>
            <p:nvPr/>
          </p:nvSpPr>
          <p:spPr>
            <a:xfrm>
              <a:off x="-138200" y="3076891"/>
              <a:ext cx="9401995" cy="50882"/>
            </a:xfrm>
            <a:custGeom>
              <a:rect b="b" l="l" r="r" t="t"/>
              <a:pathLst>
                <a:path extrusionOk="0" h="224" w="30422">
                  <a:moveTo>
                    <a:pt x="1" y="1"/>
                  </a:moveTo>
                  <a:lnTo>
                    <a:pt x="1" y="224"/>
                  </a:lnTo>
                  <a:lnTo>
                    <a:pt x="30422" y="224"/>
                  </a:lnTo>
                  <a:lnTo>
                    <a:pt x="3042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145"/>
            <p:cNvSpPr/>
            <p:nvPr/>
          </p:nvSpPr>
          <p:spPr>
            <a:xfrm>
              <a:off x="-138200" y="4313024"/>
              <a:ext cx="9401995" cy="138110"/>
            </a:xfrm>
            <a:custGeom>
              <a:rect b="b" l="l" r="r" t="t"/>
              <a:pathLst>
                <a:path extrusionOk="0" h="608" w="30422">
                  <a:moveTo>
                    <a:pt x="1" y="1"/>
                  </a:moveTo>
                  <a:lnTo>
                    <a:pt x="1" y="607"/>
                  </a:lnTo>
                  <a:lnTo>
                    <a:pt x="30422" y="607"/>
                  </a:lnTo>
                  <a:lnTo>
                    <a:pt x="30422"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145"/>
            <p:cNvSpPr/>
            <p:nvPr/>
          </p:nvSpPr>
          <p:spPr>
            <a:xfrm>
              <a:off x="-138200" y="4313024"/>
              <a:ext cx="9401995" cy="30666"/>
            </a:xfrm>
            <a:custGeom>
              <a:rect b="b" l="l" r="r" t="t"/>
              <a:pathLst>
                <a:path extrusionOk="0" h="135" w="30422">
                  <a:moveTo>
                    <a:pt x="1" y="1"/>
                  </a:moveTo>
                  <a:lnTo>
                    <a:pt x="1" y="135"/>
                  </a:lnTo>
                  <a:lnTo>
                    <a:pt x="30422" y="135"/>
                  </a:lnTo>
                  <a:lnTo>
                    <a:pt x="3042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145"/>
            <p:cNvSpPr/>
            <p:nvPr/>
          </p:nvSpPr>
          <p:spPr>
            <a:xfrm>
              <a:off x="-138200" y="4402292"/>
              <a:ext cx="9401995" cy="48838"/>
            </a:xfrm>
            <a:custGeom>
              <a:rect b="b" l="l" r="r" t="t"/>
              <a:pathLst>
                <a:path extrusionOk="0" h="215" w="30422">
                  <a:moveTo>
                    <a:pt x="1" y="0"/>
                  </a:moveTo>
                  <a:lnTo>
                    <a:pt x="1" y="214"/>
                  </a:lnTo>
                  <a:lnTo>
                    <a:pt x="30422" y="214"/>
                  </a:lnTo>
                  <a:lnTo>
                    <a:pt x="30422" y="0"/>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1" name="Google Shape;9291;p145"/>
            <p:cNvGrpSpPr/>
            <p:nvPr/>
          </p:nvGrpSpPr>
          <p:grpSpPr>
            <a:xfrm>
              <a:off x="1190934" y="3127728"/>
              <a:ext cx="389354" cy="1185780"/>
              <a:chOff x="1491295" y="3180738"/>
              <a:chExt cx="354635" cy="1080043"/>
            </a:xfrm>
          </p:grpSpPr>
          <p:sp>
            <p:nvSpPr>
              <p:cNvPr id="9292" name="Google Shape;9292;p145"/>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145"/>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145"/>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145"/>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145"/>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145"/>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8" name="Google Shape;9298;p145"/>
            <p:cNvSpPr/>
            <p:nvPr/>
          </p:nvSpPr>
          <p:spPr>
            <a:xfrm>
              <a:off x="1802734"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145"/>
            <p:cNvSpPr/>
            <p:nvPr/>
          </p:nvSpPr>
          <p:spPr>
            <a:xfrm>
              <a:off x="1768436"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145"/>
            <p:cNvSpPr/>
            <p:nvPr/>
          </p:nvSpPr>
          <p:spPr>
            <a:xfrm>
              <a:off x="1855430"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145"/>
            <p:cNvSpPr/>
            <p:nvPr/>
          </p:nvSpPr>
          <p:spPr>
            <a:xfrm>
              <a:off x="1855430" y="3255194"/>
              <a:ext cx="107667" cy="928382"/>
            </a:xfrm>
            <a:custGeom>
              <a:rect b="b" l="l" r="r" t="t"/>
              <a:pathLst>
                <a:path extrusionOk="0" h="4087" w="474">
                  <a:moveTo>
                    <a:pt x="1" y="1"/>
                  </a:moveTo>
                  <a:lnTo>
                    <a:pt x="1"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145"/>
            <p:cNvSpPr/>
            <p:nvPr/>
          </p:nvSpPr>
          <p:spPr>
            <a:xfrm>
              <a:off x="1802734"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145"/>
            <p:cNvSpPr/>
            <p:nvPr/>
          </p:nvSpPr>
          <p:spPr>
            <a:xfrm>
              <a:off x="1768436"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145"/>
            <p:cNvSpPr/>
            <p:nvPr/>
          </p:nvSpPr>
          <p:spPr>
            <a:xfrm>
              <a:off x="2380345"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145"/>
            <p:cNvSpPr/>
            <p:nvPr/>
          </p:nvSpPr>
          <p:spPr>
            <a:xfrm>
              <a:off x="2345820"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145"/>
            <p:cNvSpPr/>
            <p:nvPr/>
          </p:nvSpPr>
          <p:spPr>
            <a:xfrm>
              <a:off x="2433041"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145"/>
            <p:cNvSpPr/>
            <p:nvPr/>
          </p:nvSpPr>
          <p:spPr>
            <a:xfrm>
              <a:off x="2433041" y="3255194"/>
              <a:ext cx="107440" cy="928382"/>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145"/>
            <p:cNvSpPr/>
            <p:nvPr/>
          </p:nvSpPr>
          <p:spPr>
            <a:xfrm>
              <a:off x="2380345"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145"/>
            <p:cNvSpPr/>
            <p:nvPr/>
          </p:nvSpPr>
          <p:spPr>
            <a:xfrm>
              <a:off x="2345820"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145"/>
            <p:cNvSpPr/>
            <p:nvPr/>
          </p:nvSpPr>
          <p:spPr>
            <a:xfrm>
              <a:off x="2959773" y="3190456"/>
              <a:ext cx="316413" cy="64966"/>
            </a:xfrm>
            <a:custGeom>
              <a:rect b="b" l="l" r="r" t="t"/>
              <a:pathLst>
                <a:path extrusionOk="0" h="286" w="1393">
                  <a:moveTo>
                    <a:pt x="1" y="0"/>
                  </a:moveTo>
                  <a:lnTo>
                    <a:pt x="1"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145"/>
            <p:cNvSpPr/>
            <p:nvPr/>
          </p:nvSpPr>
          <p:spPr>
            <a:xfrm>
              <a:off x="2923431"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145"/>
            <p:cNvSpPr/>
            <p:nvPr/>
          </p:nvSpPr>
          <p:spPr>
            <a:xfrm>
              <a:off x="3012469" y="3255194"/>
              <a:ext cx="211018" cy="928382"/>
            </a:xfrm>
            <a:custGeom>
              <a:rect b="b" l="l" r="r" t="t"/>
              <a:pathLst>
                <a:path extrusionOk="0" h="4087" w="929">
                  <a:moveTo>
                    <a:pt x="1" y="1"/>
                  </a:moveTo>
                  <a:lnTo>
                    <a:pt x="1" y="4087"/>
                  </a:lnTo>
                  <a:lnTo>
                    <a:pt x="928" y="4087"/>
                  </a:lnTo>
                  <a:lnTo>
                    <a:pt x="92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145"/>
            <p:cNvSpPr/>
            <p:nvPr/>
          </p:nvSpPr>
          <p:spPr>
            <a:xfrm>
              <a:off x="3012469"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145"/>
            <p:cNvSpPr/>
            <p:nvPr/>
          </p:nvSpPr>
          <p:spPr>
            <a:xfrm>
              <a:off x="2959773" y="4183320"/>
              <a:ext cx="316413" cy="65193"/>
            </a:xfrm>
            <a:custGeom>
              <a:rect b="b" l="l" r="r" t="t"/>
              <a:pathLst>
                <a:path extrusionOk="0" h="287" w="1393">
                  <a:moveTo>
                    <a:pt x="1" y="1"/>
                  </a:moveTo>
                  <a:lnTo>
                    <a:pt x="1"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145"/>
            <p:cNvSpPr/>
            <p:nvPr/>
          </p:nvSpPr>
          <p:spPr>
            <a:xfrm>
              <a:off x="2923431"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145"/>
            <p:cNvSpPr/>
            <p:nvPr/>
          </p:nvSpPr>
          <p:spPr>
            <a:xfrm>
              <a:off x="3537384" y="3190456"/>
              <a:ext cx="316186" cy="64966"/>
            </a:xfrm>
            <a:custGeom>
              <a:rect b="b" l="l" r="r" t="t"/>
              <a:pathLst>
                <a:path extrusionOk="0" h="286" w="1392">
                  <a:moveTo>
                    <a:pt x="0" y="0"/>
                  </a:moveTo>
                  <a:lnTo>
                    <a:pt x="0"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145"/>
            <p:cNvSpPr/>
            <p:nvPr/>
          </p:nvSpPr>
          <p:spPr>
            <a:xfrm>
              <a:off x="3500815"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145"/>
            <p:cNvSpPr/>
            <p:nvPr/>
          </p:nvSpPr>
          <p:spPr>
            <a:xfrm>
              <a:off x="3590080" y="3255194"/>
              <a:ext cx="210791" cy="928382"/>
            </a:xfrm>
            <a:custGeom>
              <a:rect b="b" l="l" r="r" t="t"/>
              <a:pathLst>
                <a:path extrusionOk="0" h="4087" w="928">
                  <a:moveTo>
                    <a:pt x="0" y="1"/>
                  </a:moveTo>
                  <a:lnTo>
                    <a:pt x="0" y="4087"/>
                  </a:lnTo>
                  <a:lnTo>
                    <a:pt x="928" y="4087"/>
                  </a:lnTo>
                  <a:lnTo>
                    <a:pt x="92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145"/>
            <p:cNvSpPr/>
            <p:nvPr/>
          </p:nvSpPr>
          <p:spPr>
            <a:xfrm>
              <a:off x="3590080" y="3255194"/>
              <a:ext cx="105395" cy="928382"/>
            </a:xfrm>
            <a:custGeom>
              <a:rect b="b" l="l" r="r" t="t"/>
              <a:pathLst>
                <a:path extrusionOk="0" h="4087" w="464">
                  <a:moveTo>
                    <a:pt x="0" y="1"/>
                  </a:moveTo>
                  <a:lnTo>
                    <a:pt x="0"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145"/>
            <p:cNvSpPr/>
            <p:nvPr/>
          </p:nvSpPr>
          <p:spPr>
            <a:xfrm>
              <a:off x="3537384" y="4183320"/>
              <a:ext cx="316186" cy="65193"/>
            </a:xfrm>
            <a:custGeom>
              <a:rect b="b" l="l" r="r" t="t"/>
              <a:pathLst>
                <a:path extrusionOk="0" h="287" w="1392">
                  <a:moveTo>
                    <a:pt x="0" y="1"/>
                  </a:moveTo>
                  <a:lnTo>
                    <a:pt x="0"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145"/>
            <p:cNvSpPr/>
            <p:nvPr/>
          </p:nvSpPr>
          <p:spPr>
            <a:xfrm>
              <a:off x="3500815"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145"/>
            <p:cNvSpPr/>
            <p:nvPr/>
          </p:nvSpPr>
          <p:spPr>
            <a:xfrm>
              <a:off x="4114768" y="3190456"/>
              <a:ext cx="316413" cy="64966"/>
            </a:xfrm>
            <a:custGeom>
              <a:rect b="b" l="l" r="r" t="t"/>
              <a:pathLst>
                <a:path extrusionOk="0" h="286" w="1393">
                  <a:moveTo>
                    <a:pt x="1" y="0"/>
                  </a:moveTo>
                  <a:lnTo>
                    <a:pt x="1"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145"/>
            <p:cNvSpPr/>
            <p:nvPr/>
          </p:nvSpPr>
          <p:spPr>
            <a:xfrm>
              <a:off x="4078426"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145"/>
            <p:cNvSpPr/>
            <p:nvPr/>
          </p:nvSpPr>
          <p:spPr>
            <a:xfrm>
              <a:off x="4167464" y="3255194"/>
              <a:ext cx="211018" cy="928382"/>
            </a:xfrm>
            <a:custGeom>
              <a:rect b="b" l="l" r="r" t="t"/>
              <a:pathLst>
                <a:path extrusionOk="0" h="4087" w="929">
                  <a:moveTo>
                    <a:pt x="1" y="1"/>
                  </a:moveTo>
                  <a:lnTo>
                    <a:pt x="1" y="4087"/>
                  </a:lnTo>
                  <a:lnTo>
                    <a:pt x="928" y="4087"/>
                  </a:lnTo>
                  <a:lnTo>
                    <a:pt x="92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145"/>
            <p:cNvSpPr/>
            <p:nvPr/>
          </p:nvSpPr>
          <p:spPr>
            <a:xfrm>
              <a:off x="4167464"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145"/>
            <p:cNvSpPr/>
            <p:nvPr/>
          </p:nvSpPr>
          <p:spPr>
            <a:xfrm>
              <a:off x="4114768" y="4183320"/>
              <a:ext cx="316413" cy="65193"/>
            </a:xfrm>
            <a:custGeom>
              <a:rect b="b" l="l" r="r" t="t"/>
              <a:pathLst>
                <a:path extrusionOk="0" h="287" w="1393">
                  <a:moveTo>
                    <a:pt x="1" y="1"/>
                  </a:moveTo>
                  <a:lnTo>
                    <a:pt x="1"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145"/>
            <p:cNvSpPr/>
            <p:nvPr/>
          </p:nvSpPr>
          <p:spPr>
            <a:xfrm>
              <a:off x="4078426"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145"/>
            <p:cNvSpPr/>
            <p:nvPr/>
          </p:nvSpPr>
          <p:spPr>
            <a:xfrm>
              <a:off x="4692379"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145"/>
            <p:cNvSpPr/>
            <p:nvPr/>
          </p:nvSpPr>
          <p:spPr>
            <a:xfrm>
              <a:off x="4655809"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145"/>
            <p:cNvSpPr/>
            <p:nvPr/>
          </p:nvSpPr>
          <p:spPr>
            <a:xfrm>
              <a:off x="4745074"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145"/>
            <p:cNvSpPr/>
            <p:nvPr/>
          </p:nvSpPr>
          <p:spPr>
            <a:xfrm>
              <a:off x="4745074" y="3255194"/>
              <a:ext cx="105395" cy="928382"/>
            </a:xfrm>
            <a:custGeom>
              <a:rect b="b" l="l" r="r" t="t"/>
              <a:pathLst>
                <a:path extrusionOk="0" h="4087" w="464">
                  <a:moveTo>
                    <a:pt x="0" y="1"/>
                  </a:moveTo>
                  <a:lnTo>
                    <a:pt x="0"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145"/>
            <p:cNvSpPr/>
            <p:nvPr/>
          </p:nvSpPr>
          <p:spPr>
            <a:xfrm>
              <a:off x="4692379"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145"/>
            <p:cNvSpPr/>
            <p:nvPr/>
          </p:nvSpPr>
          <p:spPr>
            <a:xfrm>
              <a:off x="4655809"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145"/>
            <p:cNvSpPr/>
            <p:nvPr/>
          </p:nvSpPr>
          <p:spPr>
            <a:xfrm>
              <a:off x="5269762"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145"/>
            <p:cNvSpPr/>
            <p:nvPr/>
          </p:nvSpPr>
          <p:spPr>
            <a:xfrm>
              <a:off x="5233420"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145"/>
            <p:cNvSpPr/>
            <p:nvPr/>
          </p:nvSpPr>
          <p:spPr>
            <a:xfrm>
              <a:off x="5322458"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145"/>
            <p:cNvSpPr/>
            <p:nvPr/>
          </p:nvSpPr>
          <p:spPr>
            <a:xfrm>
              <a:off x="5322458"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145"/>
            <p:cNvSpPr/>
            <p:nvPr/>
          </p:nvSpPr>
          <p:spPr>
            <a:xfrm>
              <a:off x="5269762"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145"/>
            <p:cNvSpPr/>
            <p:nvPr/>
          </p:nvSpPr>
          <p:spPr>
            <a:xfrm>
              <a:off x="5233420"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145"/>
            <p:cNvSpPr/>
            <p:nvPr/>
          </p:nvSpPr>
          <p:spPr>
            <a:xfrm>
              <a:off x="5847373"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145"/>
            <p:cNvSpPr/>
            <p:nvPr/>
          </p:nvSpPr>
          <p:spPr>
            <a:xfrm>
              <a:off x="5810804"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145"/>
            <p:cNvSpPr/>
            <p:nvPr/>
          </p:nvSpPr>
          <p:spPr>
            <a:xfrm>
              <a:off x="5900069"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145"/>
            <p:cNvSpPr/>
            <p:nvPr/>
          </p:nvSpPr>
          <p:spPr>
            <a:xfrm>
              <a:off x="5900069" y="3255194"/>
              <a:ext cx="105395" cy="928382"/>
            </a:xfrm>
            <a:custGeom>
              <a:rect b="b" l="l" r="r" t="t"/>
              <a:pathLst>
                <a:path extrusionOk="0" h="4087" w="464">
                  <a:moveTo>
                    <a:pt x="0" y="1"/>
                  </a:moveTo>
                  <a:lnTo>
                    <a:pt x="0"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145"/>
            <p:cNvSpPr/>
            <p:nvPr/>
          </p:nvSpPr>
          <p:spPr>
            <a:xfrm>
              <a:off x="5847373"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145"/>
            <p:cNvSpPr/>
            <p:nvPr/>
          </p:nvSpPr>
          <p:spPr>
            <a:xfrm>
              <a:off x="5810804"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145"/>
            <p:cNvSpPr/>
            <p:nvPr/>
          </p:nvSpPr>
          <p:spPr>
            <a:xfrm>
              <a:off x="6424757"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145"/>
            <p:cNvSpPr/>
            <p:nvPr/>
          </p:nvSpPr>
          <p:spPr>
            <a:xfrm>
              <a:off x="6388415"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145"/>
            <p:cNvSpPr/>
            <p:nvPr/>
          </p:nvSpPr>
          <p:spPr>
            <a:xfrm>
              <a:off x="6477453"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145"/>
            <p:cNvSpPr/>
            <p:nvPr/>
          </p:nvSpPr>
          <p:spPr>
            <a:xfrm>
              <a:off x="6477453"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145"/>
            <p:cNvSpPr/>
            <p:nvPr/>
          </p:nvSpPr>
          <p:spPr>
            <a:xfrm>
              <a:off x="6424757"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145"/>
            <p:cNvSpPr/>
            <p:nvPr/>
          </p:nvSpPr>
          <p:spPr>
            <a:xfrm>
              <a:off x="6388415"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145"/>
            <p:cNvSpPr/>
            <p:nvPr/>
          </p:nvSpPr>
          <p:spPr>
            <a:xfrm>
              <a:off x="7002368"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145"/>
            <p:cNvSpPr/>
            <p:nvPr/>
          </p:nvSpPr>
          <p:spPr>
            <a:xfrm>
              <a:off x="6967843" y="3127536"/>
              <a:ext cx="389327" cy="63149"/>
            </a:xfrm>
            <a:custGeom>
              <a:rect b="b" l="l" r="r" t="t"/>
              <a:pathLst>
                <a:path extrusionOk="0" h="278" w="1714">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145"/>
            <p:cNvSpPr/>
            <p:nvPr/>
          </p:nvSpPr>
          <p:spPr>
            <a:xfrm>
              <a:off x="7055064"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145"/>
            <p:cNvSpPr/>
            <p:nvPr/>
          </p:nvSpPr>
          <p:spPr>
            <a:xfrm>
              <a:off x="7055064" y="3255194"/>
              <a:ext cx="107440" cy="928382"/>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145"/>
            <p:cNvSpPr/>
            <p:nvPr/>
          </p:nvSpPr>
          <p:spPr>
            <a:xfrm>
              <a:off x="7002368"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145"/>
            <p:cNvSpPr/>
            <p:nvPr/>
          </p:nvSpPr>
          <p:spPr>
            <a:xfrm>
              <a:off x="6967843" y="4248285"/>
              <a:ext cx="389327" cy="64966"/>
            </a:xfrm>
            <a:custGeom>
              <a:rect b="b" l="l" r="r" t="t"/>
              <a:pathLst>
                <a:path extrusionOk="0" h="286" w="1714">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145"/>
            <p:cNvSpPr/>
            <p:nvPr/>
          </p:nvSpPr>
          <p:spPr>
            <a:xfrm>
              <a:off x="7579752"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145"/>
            <p:cNvSpPr/>
            <p:nvPr/>
          </p:nvSpPr>
          <p:spPr>
            <a:xfrm>
              <a:off x="7545227" y="3127536"/>
              <a:ext cx="389327" cy="63149"/>
            </a:xfrm>
            <a:custGeom>
              <a:rect b="b" l="l" r="r" t="t"/>
              <a:pathLst>
                <a:path extrusionOk="0" h="278" w="1714">
                  <a:moveTo>
                    <a:pt x="1" y="1"/>
                  </a:moveTo>
                  <a:lnTo>
                    <a:pt x="1" y="277"/>
                  </a:lnTo>
                  <a:lnTo>
                    <a:pt x="1714" y="277"/>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145"/>
            <p:cNvSpPr/>
            <p:nvPr/>
          </p:nvSpPr>
          <p:spPr>
            <a:xfrm>
              <a:off x="7632448"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145"/>
            <p:cNvSpPr/>
            <p:nvPr/>
          </p:nvSpPr>
          <p:spPr>
            <a:xfrm>
              <a:off x="7632448" y="3255194"/>
              <a:ext cx="107667" cy="928382"/>
            </a:xfrm>
            <a:custGeom>
              <a:rect b="b" l="l" r="r" t="t"/>
              <a:pathLst>
                <a:path extrusionOk="0" h="4087" w="474">
                  <a:moveTo>
                    <a:pt x="1" y="1"/>
                  </a:moveTo>
                  <a:lnTo>
                    <a:pt x="1"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145"/>
            <p:cNvSpPr/>
            <p:nvPr/>
          </p:nvSpPr>
          <p:spPr>
            <a:xfrm>
              <a:off x="7579752"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145"/>
            <p:cNvSpPr/>
            <p:nvPr/>
          </p:nvSpPr>
          <p:spPr>
            <a:xfrm>
              <a:off x="7545227" y="4248285"/>
              <a:ext cx="389327" cy="64966"/>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145"/>
            <p:cNvSpPr/>
            <p:nvPr/>
          </p:nvSpPr>
          <p:spPr>
            <a:xfrm>
              <a:off x="5625306" y="4376851"/>
              <a:ext cx="1574796" cy="84275"/>
            </a:xfrm>
            <a:custGeom>
              <a:rect b="b" l="l" r="r" t="t"/>
              <a:pathLst>
                <a:path extrusionOk="0" h="371" w="6933">
                  <a:moveTo>
                    <a:pt x="1854" y="1"/>
                  </a:moveTo>
                  <a:cubicBezTo>
                    <a:pt x="1640" y="1"/>
                    <a:pt x="1437" y="14"/>
                    <a:pt x="1437" y="14"/>
                  </a:cubicBezTo>
                  <a:cubicBezTo>
                    <a:pt x="1437" y="14"/>
                    <a:pt x="1306" y="26"/>
                    <a:pt x="1193" y="26"/>
                  </a:cubicBezTo>
                  <a:cubicBezTo>
                    <a:pt x="1136" y="26"/>
                    <a:pt x="1083" y="23"/>
                    <a:pt x="1054" y="14"/>
                  </a:cubicBezTo>
                  <a:cubicBezTo>
                    <a:pt x="1049" y="13"/>
                    <a:pt x="1044" y="12"/>
                    <a:pt x="1039" y="12"/>
                  </a:cubicBezTo>
                  <a:cubicBezTo>
                    <a:pt x="966" y="12"/>
                    <a:pt x="911" y="130"/>
                    <a:pt x="911" y="130"/>
                  </a:cubicBezTo>
                  <a:lnTo>
                    <a:pt x="813" y="112"/>
                  </a:lnTo>
                  <a:cubicBezTo>
                    <a:pt x="813" y="112"/>
                    <a:pt x="608" y="148"/>
                    <a:pt x="590" y="157"/>
                  </a:cubicBezTo>
                  <a:cubicBezTo>
                    <a:pt x="572" y="157"/>
                    <a:pt x="509" y="193"/>
                    <a:pt x="509" y="193"/>
                  </a:cubicBezTo>
                  <a:lnTo>
                    <a:pt x="1" y="371"/>
                  </a:lnTo>
                  <a:lnTo>
                    <a:pt x="6933" y="317"/>
                  </a:lnTo>
                  <a:lnTo>
                    <a:pt x="6522" y="157"/>
                  </a:lnTo>
                  <a:lnTo>
                    <a:pt x="5942" y="139"/>
                  </a:lnTo>
                  <a:lnTo>
                    <a:pt x="5487" y="228"/>
                  </a:lnTo>
                  <a:cubicBezTo>
                    <a:pt x="5487" y="228"/>
                    <a:pt x="5077" y="228"/>
                    <a:pt x="4818" y="193"/>
                  </a:cubicBezTo>
                  <a:cubicBezTo>
                    <a:pt x="4551" y="157"/>
                    <a:pt x="4515" y="184"/>
                    <a:pt x="4354" y="112"/>
                  </a:cubicBezTo>
                  <a:cubicBezTo>
                    <a:pt x="4258" y="72"/>
                    <a:pt x="4161" y="65"/>
                    <a:pt x="4104" y="65"/>
                  </a:cubicBezTo>
                  <a:cubicBezTo>
                    <a:pt x="4071" y="65"/>
                    <a:pt x="4051" y="68"/>
                    <a:pt x="4051" y="68"/>
                  </a:cubicBezTo>
                  <a:lnTo>
                    <a:pt x="3846" y="68"/>
                  </a:lnTo>
                  <a:lnTo>
                    <a:pt x="3569" y="77"/>
                  </a:lnTo>
                  <a:lnTo>
                    <a:pt x="3346" y="68"/>
                  </a:lnTo>
                  <a:lnTo>
                    <a:pt x="2963" y="94"/>
                  </a:lnTo>
                  <a:lnTo>
                    <a:pt x="2650" y="193"/>
                  </a:lnTo>
                  <a:cubicBezTo>
                    <a:pt x="2650" y="193"/>
                    <a:pt x="2436" y="175"/>
                    <a:pt x="2338" y="68"/>
                  </a:cubicBezTo>
                  <a:cubicBezTo>
                    <a:pt x="2294" y="14"/>
                    <a:pt x="2068" y="1"/>
                    <a:pt x="18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5" name="Google Shape;9365;p145"/>
            <p:cNvGrpSpPr/>
            <p:nvPr/>
          </p:nvGrpSpPr>
          <p:grpSpPr>
            <a:xfrm>
              <a:off x="613339" y="3127728"/>
              <a:ext cx="389354" cy="1185780"/>
              <a:chOff x="1491295" y="3180738"/>
              <a:chExt cx="354635" cy="1080043"/>
            </a:xfrm>
          </p:grpSpPr>
          <p:sp>
            <p:nvSpPr>
              <p:cNvPr id="9366" name="Google Shape;9366;p145"/>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145"/>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145"/>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145"/>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145"/>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145"/>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2" name="Google Shape;9372;p145"/>
            <p:cNvGrpSpPr/>
            <p:nvPr/>
          </p:nvGrpSpPr>
          <p:grpSpPr>
            <a:xfrm>
              <a:off x="35745" y="3127728"/>
              <a:ext cx="389354" cy="1185780"/>
              <a:chOff x="1491295" y="3180738"/>
              <a:chExt cx="354635" cy="1080043"/>
            </a:xfrm>
          </p:grpSpPr>
          <p:sp>
            <p:nvSpPr>
              <p:cNvPr id="9373" name="Google Shape;9373;p145"/>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145"/>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145"/>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145"/>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145"/>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145"/>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9" name="Google Shape;9379;p145"/>
            <p:cNvGrpSpPr/>
            <p:nvPr/>
          </p:nvGrpSpPr>
          <p:grpSpPr>
            <a:xfrm>
              <a:off x="8122725" y="3127728"/>
              <a:ext cx="389354" cy="1185780"/>
              <a:chOff x="1491295" y="3180738"/>
              <a:chExt cx="354635" cy="1080043"/>
            </a:xfrm>
          </p:grpSpPr>
          <p:sp>
            <p:nvSpPr>
              <p:cNvPr id="9380" name="Google Shape;9380;p145"/>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145"/>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145"/>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145"/>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145"/>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145"/>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6" name="Google Shape;9386;p145"/>
            <p:cNvGrpSpPr/>
            <p:nvPr/>
          </p:nvGrpSpPr>
          <p:grpSpPr>
            <a:xfrm>
              <a:off x="8700100" y="3127728"/>
              <a:ext cx="389354" cy="1185780"/>
              <a:chOff x="1491295" y="3180738"/>
              <a:chExt cx="354635" cy="1080043"/>
            </a:xfrm>
          </p:grpSpPr>
          <p:sp>
            <p:nvSpPr>
              <p:cNvPr id="9387" name="Google Shape;9387;p145"/>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145"/>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145"/>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145"/>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145"/>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145"/>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393" name="Google Shape;9393;p145"/>
          <p:cNvSpPr/>
          <p:nvPr/>
        </p:nvSpPr>
        <p:spPr>
          <a:xfrm>
            <a:off x="1850546" y="4519646"/>
            <a:ext cx="2045463" cy="127457"/>
          </a:xfrm>
          <a:custGeom>
            <a:rect b="b" l="l" r="r" t="t"/>
            <a:pathLst>
              <a:path extrusionOk="0" h="616" w="9886">
                <a:moveTo>
                  <a:pt x="2418" y="0"/>
                </a:moveTo>
                <a:lnTo>
                  <a:pt x="2142" y="99"/>
                </a:lnTo>
                <a:lnTo>
                  <a:pt x="1919" y="188"/>
                </a:lnTo>
                <a:lnTo>
                  <a:pt x="1740" y="295"/>
                </a:lnTo>
                <a:cubicBezTo>
                  <a:pt x="1740" y="295"/>
                  <a:pt x="1571" y="188"/>
                  <a:pt x="1339" y="161"/>
                </a:cubicBezTo>
                <a:cubicBezTo>
                  <a:pt x="1290" y="155"/>
                  <a:pt x="1256" y="153"/>
                  <a:pt x="1234" y="153"/>
                </a:cubicBezTo>
                <a:cubicBezTo>
                  <a:pt x="1210" y="153"/>
                  <a:pt x="1199" y="156"/>
                  <a:pt x="1194" y="158"/>
                </a:cubicBezTo>
                <a:lnTo>
                  <a:pt x="1194" y="158"/>
                </a:lnTo>
                <a:cubicBezTo>
                  <a:pt x="1194" y="158"/>
                  <a:pt x="1194" y="158"/>
                  <a:pt x="1194" y="158"/>
                </a:cubicBezTo>
                <a:cubicBezTo>
                  <a:pt x="1108" y="158"/>
                  <a:pt x="558" y="327"/>
                  <a:pt x="483" y="402"/>
                </a:cubicBezTo>
                <a:lnTo>
                  <a:pt x="1" y="616"/>
                </a:lnTo>
                <a:lnTo>
                  <a:pt x="9885" y="616"/>
                </a:lnTo>
                <a:lnTo>
                  <a:pt x="9537" y="473"/>
                </a:lnTo>
                <a:lnTo>
                  <a:pt x="9261" y="402"/>
                </a:lnTo>
                <a:cubicBezTo>
                  <a:pt x="9261" y="402"/>
                  <a:pt x="9100" y="429"/>
                  <a:pt x="8833" y="473"/>
                </a:cubicBezTo>
                <a:cubicBezTo>
                  <a:pt x="8791" y="480"/>
                  <a:pt x="8757" y="483"/>
                  <a:pt x="8729" y="483"/>
                </a:cubicBezTo>
                <a:cubicBezTo>
                  <a:pt x="8584" y="483"/>
                  <a:pt x="8610" y="402"/>
                  <a:pt x="8610" y="402"/>
                </a:cubicBezTo>
                <a:cubicBezTo>
                  <a:pt x="8610" y="402"/>
                  <a:pt x="8306" y="188"/>
                  <a:pt x="8199" y="188"/>
                </a:cubicBezTo>
                <a:cubicBezTo>
                  <a:pt x="8083" y="188"/>
                  <a:pt x="7949" y="188"/>
                  <a:pt x="7816" y="206"/>
                </a:cubicBezTo>
                <a:cubicBezTo>
                  <a:pt x="7682" y="223"/>
                  <a:pt x="7575" y="295"/>
                  <a:pt x="7486" y="295"/>
                </a:cubicBezTo>
                <a:cubicBezTo>
                  <a:pt x="7396" y="287"/>
                  <a:pt x="7306" y="203"/>
                  <a:pt x="7154" y="203"/>
                </a:cubicBezTo>
                <a:cubicBezTo>
                  <a:pt x="7140" y="203"/>
                  <a:pt x="7126" y="204"/>
                  <a:pt x="7111" y="206"/>
                </a:cubicBezTo>
                <a:cubicBezTo>
                  <a:pt x="7048" y="212"/>
                  <a:pt x="6995" y="213"/>
                  <a:pt x="6951" y="213"/>
                </a:cubicBezTo>
                <a:cubicBezTo>
                  <a:pt x="6864" y="213"/>
                  <a:pt x="6816" y="206"/>
                  <a:pt x="6816" y="206"/>
                </a:cubicBezTo>
                <a:lnTo>
                  <a:pt x="6486" y="295"/>
                </a:lnTo>
                <a:lnTo>
                  <a:pt x="6147" y="473"/>
                </a:lnTo>
                <a:lnTo>
                  <a:pt x="5853" y="402"/>
                </a:lnTo>
                <a:lnTo>
                  <a:pt x="5425" y="206"/>
                </a:lnTo>
                <a:lnTo>
                  <a:pt x="4863" y="99"/>
                </a:lnTo>
                <a:cubicBezTo>
                  <a:pt x="4863" y="99"/>
                  <a:pt x="4435" y="161"/>
                  <a:pt x="4256" y="161"/>
                </a:cubicBezTo>
                <a:cubicBezTo>
                  <a:pt x="4078" y="161"/>
                  <a:pt x="4033" y="206"/>
                  <a:pt x="4033" y="206"/>
                </a:cubicBezTo>
                <a:cubicBezTo>
                  <a:pt x="4033" y="206"/>
                  <a:pt x="3699" y="297"/>
                  <a:pt x="3514" y="297"/>
                </a:cubicBezTo>
                <a:cubicBezTo>
                  <a:pt x="3498" y="297"/>
                  <a:pt x="3484" y="296"/>
                  <a:pt x="3471" y="295"/>
                </a:cubicBezTo>
                <a:cubicBezTo>
                  <a:pt x="3293" y="268"/>
                  <a:pt x="3159" y="99"/>
                  <a:pt x="3159" y="99"/>
                </a:cubicBezTo>
                <a:cubicBezTo>
                  <a:pt x="3159" y="99"/>
                  <a:pt x="3111" y="138"/>
                  <a:pt x="3050" y="138"/>
                </a:cubicBezTo>
                <a:cubicBezTo>
                  <a:pt x="3020" y="138"/>
                  <a:pt x="2986" y="128"/>
                  <a:pt x="2954" y="99"/>
                </a:cubicBezTo>
                <a:cubicBezTo>
                  <a:pt x="2919" y="67"/>
                  <a:pt x="2890" y="57"/>
                  <a:pt x="2864" y="57"/>
                </a:cubicBezTo>
                <a:cubicBezTo>
                  <a:pt x="2815" y="57"/>
                  <a:pt x="2774" y="93"/>
                  <a:pt x="2722" y="99"/>
                </a:cubicBezTo>
                <a:cubicBezTo>
                  <a:pt x="2718" y="99"/>
                  <a:pt x="2714" y="99"/>
                  <a:pt x="2710" y="99"/>
                </a:cubicBezTo>
                <a:cubicBezTo>
                  <a:pt x="2616" y="99"/>
                  <a:pt x="2418" y="0"/>
                  <a:pt x="2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4" name="Google Shape;9394;p145"/>
          <p:cNvGrpSpPr/>
          <p:nvPr/>
        </p:nvGrpSpPr>
        <p:grpSpPr>
          <a:xfrm>
            <a:off x="-440352" y="4372550"/>
            <a:ext cx="2183372" cy="583072"/>
            <a:chOff x="379848" y="4111600"/>
            <a:chExt cx="2183372" cy="583072"/>
          </a:xfrm>
        </p:grpSpPr>
        <p:sp>
          <p:nvSpPr>
            <p:cNvPr id="9395" name="Google Shape;9395;p145"/>
            <p:cNvSpPr/>
            <p:nvPr/>
          </p:nvSpPr>
          <p:spPr>
            <a:xfrm>
              <a:off x="379848" y="4111600"/>
              <a:ext cx="2183372" cy="583072"/>
            </a:xfrm>
            <a:custGeom>
              <a:rect b="b" l="l" r="r" t="t"/>
              <a:pathLst>
                <a:path extrusionOk="0" h="2818" w="7397">
                  <a:moveTo>
                    <a:pt x="1584" y="1"/>
                  </a:moveTo>
                  <a:cubicBezTo>
                    <a:pt x="1376" y="1"/>
                    <a:pt x="1196" y="52"/>
                    <a:pt x="1196" y="52"/>
                  </a:cubicBezTo>
                  <a:lnTo>
                    <a:pt x="0" y="2817"/>
                  </a:lnTo>
                  <a:lnTo>
                    <a:pt x="7396" y="2817"/>
                  </a:lnTo>
                  <a:cubicBezTo>
                    <a:pt x="7292" y="2500"/>
                    <a:pt x="7094" y="2422"/>
                    <a:pt x="6924" y="2422"/>
                  </a:cubicBezTo>
                  <a:cubicBezTo>
                    <a:pt x="6759" y="2422"/>
                    <a:pt x="6620" y="2496"/>
                    <a:pt x="6620" y="2496"/>
                  </a:cubicBezTo>
                  <a:cubicBezTo>
                    <a:pt x="6496" y="2241"/>
                    <a:pt x="6327" y="2167"/>
                    <a:pt x="6172" y="2167"/>
                  </a:cubicBezTo>
                  <a:cubicBezTo>
                    <a:pt x="5959" y="2167"/>
                    <a:pt x="5772" y="2309"/>
                    <a:pt x="5772" y="2309"/>
                  </a:cubicBezTo>
                  <a:cubicBezTo>
                    <a:pt x="5688" y="1947"/>
                    <a:pt x="5515" y="1848"/>
                    <a:pt x="5351" y="1848"/>
                  </a:cubicBezTo>
                  <a:cubicBezTo>
                    <a:pt x="5149" y="1848"/>
                    <a:pt x="4961" y="1996"/>
                    <a:pt x="4961" y="1996"/>
                  </a:cubicBezTo>
                  <a:cubicBezTo>
                    <a:pt x="4890" y="1622"/>
                    <a:pt x="4712" y="1517"/>
                    <a:pt x="4537" y="1517"/>
                  </a:cubicBezTo>
                  <a:cubicBezTo>
                    <a:pt x="4315" y="1517"/>
                    <a:pt x="4095" y="1684"/>
                    <a:pt x="4095" y="1684"/>
                  </a:cubicBezTo>
                  <a:cubicBezTo>
                    <a:pt x="4067" y="1207"/>
                    <a:pt x="3877" y="1076"/>
                    <a:pt x="3676" y="1076"/>
                  </a:cubicBezTo>
                  <a:cubicBezTo>
                    <a:pt x="3430" y="1076"/>
                    <a:pt x="3167" y="1274"/>
                    <a:pt x="3167" y="1274"/>
                  </a:cubicBezTo>
                  <a:cubicBezTo>
                    <a:pt x="3202" y="765"/>
                    <a:pt x="2976" y="633"/>
                    <a:pt x="2733" y="633"/>
                  </a:cubicBezTo>
                  <a:cubicBezTo>
                    <a:pt x="2473" y="633"/>
                    <a:pt x="2195" y="783"/>
                    <a:pt x="2195" y="783"/>
                  </a:cubicBezTo>
                  <a:cubicBezTo>
                    <a:pt x="2315" y="128"/>
                    <a:pt x="1914" y="1"/>
                    <a:pt x="1584"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145"/>
            <p:cNvSpPr/>
            <p:nvPr/>
          </p:nvSpPr>
          <p:spPr>
            <a:xfrm>
              <a:off x="514145" y="4335678"/>
              <a:ext cx="1340662" cy="358989"/>
            </a:xfrm>
            <a:custGeom>
              <a:rect b="b" l="l" r="r" t="t"/>
              <a:pathLst>
                <a:path extrusionOk="0" h="1735" w="4542">
                  <a:moveTo>
                    <a:pt x="974" y="0"/>
                  </a:moveTo>
                  <a:cubicBezTo>
                    <a:pt x="848" y="0"/>
                    <a:pt x="741" y="30"/>
                    <a:pt x="741" y="30"/>
                  </a:cubicBezTo>
                  <a:lnTo>
                    <a:pt x="0" y="1734"/>
                  </a:lnTo>
                  <a:lnTo>
                    <a:pt x="4541" y="1734"/>
                  </a:lnTo>
                  <a:cubicBezTo>
                    <a:pt x="4478" y="1540"/>
                    <a:pt x="4358" y="1492"/>
                    <a:pt x="4254" y="1492"/>
                  </a:cubicBezTo>
                  <a:cubicBezTo>
                    <a:pt x="4153" y="1492"/>
                    <a:pt x="4068" y="1538"/>
                    <a:pt x="4068" y="1538"/>
                  </a:cubicBezTo>
                  <a:cubicBezTo>
                    <a:pt x="3994" y="1381"/>
                    <a:pt x="3889" y="1335"/>
                    <a:pt x="3792" y="1335"/>
                  </a:cubicBezTo>
                  <a:cubicBezTo>
                    <a:pt x="3659" y="1335"/>
                    <a:pt x="3542" y="1422"/>
                    <a:pt x="3542" y="1422"/>
                  </a:cubicBezTo>
                  <a:cubicBezTo>
                    <a:pt x="3494" y="1202"/>
                    <a:pt x="3391" y="1142"/>
                    <a:pt x="3292" y="1142"/>
                  </a:cubicBezTo>
                  <a:cubicBezTo>
                    <a:pt x="3169" y="1142"/>
                    <a:pt x="3051" y="1235"/>
                    <a:pt x="3051" y="1235"/>
                  </a:cubicBezTo>
                  <a:cubicBezTo>
                    <a:pt x="3004" y="1001"/>
                    <a:pt x="2893" y="936"/>
                    <a:pt x="2785" y="936"/>
                  </a:cubicBezTo>
                  <a:cubicBezTo>
                    <a:pt x="2649" y="936"/>
                    <a:pt x="2516" y="1038"/>
                    <a:pt x="2516" y="1038"/>
                  </a:cubicBezTo>
                  <a:cubicBezTo>
                    <a:pt x="2500" y="747"/>
                    <a:pt x="2384" y="666"/>
                    <a:pt x="2261" y="666"/>
                  </a:cubicBezTo>
                  <a:cubicBezTo>
                    <a:pt x="2108" y="666"/>
                    <a:pt x="1945" y="789"/>
                    <a:pt x="1945" y="789"/>
                  </a:cubicBezTo>
                  <a:cubicBezTo>
                    <a:pt x="1967" y="474"/>
                    <a:pt x="1828" y="392"/>
                    <a:pt x="1679" y="392"/>
                  </a:cubicBezTo>
                  <a:cubicBezTo>
                    <a:pt x="1519" y="392"/>
                    <a:pt x="1348" y="485"/>
                    <a:pt x="1348" y="485"/>
                  </a:cubicBezTo>
                  <a:cubicBezTo>
                    <a:pt x="1425" y="78"/>
                    <a:pt x="1176" y="0"/>
                    <a:pt x="9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7" name="Google Shape;9397;p145"/>
          <p:cNvGrpSpPr/>
          <p:nvPr/>
        </p:nvGrpSpPr>
        <p:grpSpPr>
          <a:xfrm>
            <a:off x="7400797" y="4372550"/>
            <a:ext cx="2183077" cy="583072"/>
            <a:chOff x="6551897" y="4111600"/>
            <a:chExt cx="2183077" cy="583072"/>
          </a:xfrm>
        </p:grpSpPr>
        <p:sp>
          <p:nvSpPr>
            <p:cNvPr id="9398" name="Google Shape;9398;p145"/>
            <p:cNvSpPr/>
            <p:nvPr/>
          </p:nvSpPr>
          <p:spPr>
            <a:xfrm>
              <a:off x="6551897" y="4111600"/>
              <a:ext cx="2183077" cy="583072"/>
            </a:xfrm>
            <a:custGeom>
              <a:rect b="b" l="l" r="r" t="t"/>
              <a:pathLst>
                <a:path extrusionOk="0" h="2818" w="7396">
                  <a:moveTo>
                    <a:pt x="5812" y="1"/>
                  </a:moveTo>
                  <a:cubicBezTo>
                    <a:pt x="5483" y="1"/>
                    <a:pt x="5081" y="128"/>
                    <a:pt x="5201" y="783"/>
                  </a:cubicBezTo>
                  <a:cubicBezTo>
                    <a:pt x="5201" y="783"/>
                    <a:pt x="4925" y="633"/>
                    <a:pt x="4667" y="633"/>
                  </a:cubicBezTo>
                  <a:cubicBezTo>
                    <a:pt x="4425" y="633"/>
                    <a:pt x="4199" y="765"/>
                    <a:pt x="4229" y="1274"/>
                  </a:cubicBezTo>
                  <a:cubicBezTo>
                    <a:pt x="4229" y="1274"/>
                    <a:pt x="3966" y="1076"/>
                    <a:pt x="3720" y="1076"/>
                  </a:cubicBezTo>
                  <a:cubicBezTo>
                    <a:pt x="3519" y="1076"/>
                    <a:pt x="3329" y="1207"/>
                    <a:pt x="3301" y="1684"/>
                  </a:cubicBezTo>
                  <a:cubicBezTo>
                    <a:pt x="3301" y="1684"/>
                    <a:pt x="3082" y="1517"/>
                    <a:pt x="2860" y="1517"/>
                  </a:cubicBezTo>
                  <a:cubicBezTo>
                    <a:pt x="2684" y="1517"/>
                    <a:pt x="2507" y="1622"/>
                    <a:pt x="2436" y="1996"/>
                  </a:cubicBezTo>
                  <a:cubicBezTo>
                    <a:pt x="2436" y="1996"/>
                    <a:pt x="2247" y="1848"/>
                    <a:pt x="2047" y="1848"/>
                  </a:cubicBezTo>
                  <a:cubicBezTo>
                    <a:pt x="1884" y="1848"/>
                    <a:pt x="1713" y="1947"/>
                    <a:pt x="1633" y="2309"/>
                  </a:cubicBezTo>
                  <a:cubicBezTo>
                    <a:pt x="1633" y="2309"/>
                    <a:pt x="1444" y="2167"/>
                    <a:pt x="1227" y="2167"/>
                  </a:cubicBezTo>
                  <a:cubicBezTo>
                    <a:pt x="1071" y="2167"/>
                    <a:pt x="900" y="2241"/>
                    <a:pt x="777" y="2496"/>
                  </a:cubicBezTo>
                  <a:cubicBezTo>
                    <a:pt x="777" y="2496"/>
                    <a:pt x="640" y="2422"/>
                    <a:pt x="476" y="2422"/>
                  </a:cubicBezTo>
                  <a:cubicBezTo>
                    <a:pt x="307" y="2422"/>
                    <a:pt x="109" y="2500"/>
                    <a:pt x="0" y="2817"/>
                  </a:cubicBezTo>
                  <a:lnTo>
                    <a:pt x="7396" y="2817"/>
                  </a:lnTo>
                  <a:lnTo>
                    <a:pt x="6201" y="52"/>
                  </a:lnTo>
                  <a:cubicBezTo>
                    <a:pt x="6201" y="52"/>
                    <a:pt x="6021" y="1"/>
                    <a:pt x="5812"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145"/>
            <p:cNvSpPr/>
            <p:nvPr/>
          </p:nvSpPr>
          <p:spPr>
            <a:xfrm>
              <a:off x="7260276" y="4335678"/>
              <a:ext cx="1340367" cy="358989"/>
            </a:xfrm>
            <a:custGeom>
              <a:rect b="b" l="l" r="r" t="t"/>
              <a:pathLst>
                <a:path extrusionOk="0" h="1735" w="4541">
                  <a:moveTo>
                    <a:pt x="3574" y="0"/>
                  </a:moveTo>
                  <a:cubicBezTo>
                    <a:pt x="3369" y="0"/>
                    <a:pt x="3117" y="78"/>
                    <a:pt x="3194" y="485"/>
                  </a:cubicBezTo>
                  <a:cubicBezTo>
                    <a:pt x="3194" y="485"/>
                    <a:pt x="3023" y="392"/>
                    <a:pt x="2863" y="392"/>
                  </a:cubicBezTo>
                  <a:cubicBezTo>
                    <a:pt x="2714" y="392"/>
                    <a:pt x="2575" y="474"/>
                    <a:pt x="2596" y="789"/>
                  </a:cubicBezTo>
                  <a:cubicBezTo>
                    <a:pt x="2596" y="789"/>
                    <a:pt x="2433" y="666"/>
                    <a:pt x="2281" y="666"/>
                  </a:cubicBezTo>
                  <a:cubicBezTo>
                    <a:pt x="2157" y="666"/>
                    <a:pt x="2041" y="747"/>
                    <a:pt x="2025" y="1038"/>
                  </a:cubicBezTo>
                  <a:cubicBezTo>
                    <a:pt x="2025" y="1038"/>
                    <a:pt x="1893" y="936"/>
                    <a:pt x="1758" y="936"/>
                  </a:cubicBezTo>
                  <a:cubicBezTo>
                    <a:pt x="1651" y="936"/>
                    <a:pt x="1542" y="1001"/>
                    <a:pt x="1499" y="1235"/>
                  </a:cubicBezTo>
                  <a:cubicBezTo>
                    <a:pt x="1499" y="1235"/>
                    <a:pt x="1379" y="1142"/>
                    <a:pt x="1254" y="1142"/>
                  </a:cubicBezTo>
                  <a:cubicBezTo>
                    <a:pt x="1152" y="1142"/>
                    <a:pt x="1047" y="1202"/>
                    <a:pt x="999" y="1422"/>
                  </a:cubicBezTo>
                  <a:cubicBezTo>
                    <a:pt x="999" y="1422"/>
                    <a:pt x="885" y="1335"/>
                    <a:pt x="753" y="1335"/>
                  </a:cubicBezTo>
                  <a:cubicBezTo>
                    <a:pt x="657" y="1335"/>
                    <a:pt x="552" y="1381"/>
                    <a:pt x="473" y="1538"/>
                  </a:cubicBezTo>
                  <a:cubicBezTo>
                    <a:pt x="473" y="1538"/>
                    <a:pt x="388" y="1492"/>
                    <a:pt x="287" y="1492"/>
                  </a:cubicBezTo>
                  <a:cubicBezTo>
                    <a:pt x="184" y="1492"/>
                    <a:pt x="63" y="1540"/>
                    <a:pt x="0" y="1734"/>
                  </a:cubicBezTo>
                  <a:lnTo>
                    <a:pt x="4541" y="1734"/>
                  </a:lnTo>
                  <a:lnTo>
                    <a:pt x="3809" y="30"/>
                  </a:lnTo>
                  <a:cubicBezTo>
                    <a:pt x="3809" y="30"/>
                    <a:pt x="3701" y="0"/>
                    <a:pt x="35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0" name="Google Shape;9400;p145"/>
          <p:cNvGrpSpPr/>
          <p:nvPr/>
        </p:nvGrpSpPr>
        <p:grpSpPr>
          <a:xfrm>
            <a:off x="-301731" y="2688291"/>
            <a:ext cx="942613" cy="2225784"/>
            <a:chOff x="1214466" y="2918796"/>
            <a:chExt cx="786428" cy="1856987"/>
          </a:xfrm>
        </p:grpSpPr>
        <p:sp>
          <p:nvSpPr>
            <p:cNvPr id="9401" name="Google Shape;9401;p145"/>
            <p:cNvSpPr/>
            <p:nvPr/>
          </p:nvSpPr>
          <p:spPr>
            <a:xfrm>
              <a:off x="1718262" y="3276741"/>
              <a:ext cx="282632" cy="1052344"/>
            </a:xfrm>
            <a:custGeom>
              <a:rect b="b" l="l" r="r" t="t"/>
              <a:pathLst>
                <a:path extrusionOk="0" h="5086" w="1366">
                  <a:moveTo>
                    <a:pt x="1366" y="1"/>
                  </a:moveTo>
                  <a:lnTo>
                    <a:pt x="1" y="5005"/>
                  </a:lnTo>
                  <a:lnTo>
                    <a:pt x="99" y="5086"/>
                  </a:lnTo>
                  <a:cubicBezTo>
                    <a:pt x="1294" y="2321"/>
                    <a:pt x="1366" y="1"/>
                    <a:pt x="13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145"/>
            <p:cNvSpPr/>
            <p:nvPr/>
          </p:nvSpPr>
          <p:spPr>
            <a:xfrm>
              <a:off x="1696123" y="3276741"/>
              <a:ext cx="304771" cy="1035791"/>
            </a:xfrm>
            <a:custGeom>
              <a:rect b="b" l="l" r="r" t="t"/>
              <a:pathLst>
                <a:path extrusionOk="0" h="5006" w="1473">
                  <a:moveTo>
                    <a:pt x="1473" y="1"/>
                  </a:moveTo>
                  <a:cubicBezTo>
                    <a:pt x="1473" y="1"/>
                    <a:pt x="483" y="1553"/>
                    <a:pt x="1" y="4916"/>
                  </a:cubicBezTo>
                  <a:lnTo>
                    <a:pt x="108" y="5005"/>
                  </a:lnTo>
                  <a:lnTo>
                    <a:pt x="1473"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145"/>
            <p:cNvSpPr/>
            <p:nvPr/>
          </p:nvSpPr>
          <p:spPr>
            <a:xfrm>
              <a:off x="1687020" y="3134598"/>
              <a:ext cx="227182" cy="1069104"/>
            </a:xfrm>
            <a:custGeom>
              <a:rect b="b" l="l" r="r" t="t"/>
              <a:pathLst>
                <a:path extrusionOk="0" h="5167" w="1098">
                  <a:moveTo>
                    <a:pt x="999" y="1"/>
                  </a:moveTo>
                  <a:lnTo>
                    <a:pt x="0" y="5086"/>
                  </a:lnTo>
                  <a:lnTo>
                    <a:pt x="107" y="5166"/>
                  </a:lnTo>
                  <a:cubicBezTo>
                    <a:pt x="1097" y="2321"/>
                    <a:pt x="999" y="1"/>
                    <a:pt x="9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145"/>
            <p:cNvSpPr/>
            <p:nvPr/>
          </p:nvSpPr>
          <p:spPr>
            <a:xfrm>
              <a:off x="1664882" y="3134598"/>
              <a:ext cx="229044" cy="1052344"/>
            </a:xfrm>
            <a:custGeom>
              <a:rect b="b" l="l" r="r" t="t"/>
              <a:pathLst>
                <a:path extrusionOk="0" h="5086" w="1107">
                  <a:moveTo>
                    <a:pt x="1106" y="1"/>
                  </a:moveTo>
                  <a:cubicBezTo>
                    <a:pt x="1106" y="1"/>
                    <a:pt x="232" y="1625"/>
                    <a:pt x="0" y="5014"/>
                  </a:cubicBezTo>
                  <a:lnTo>
                    <a:pt x="107" y="5086"/>
                  </a:lnTo>
                  <a:lnTo>
                    <a:pt x="1106"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145"/>
            <p:cNvSpPr/>
            <p:nvPr/>
          </p:nvSpPr>
          <p:spPr>
            <a:xfrm>
              <a:off x="1648123" y="3007352"/>
              <a:ext cx="171938" cy="1118762"/>
            </a:xfrm>
            <a:custGeom>
              <a:rect b="b" l="l" r="r" t="t"/>
              <a:pathLst>
                <a:path extrusionOk="0" h="5407" w="831">
                  <a:moveTo>
                    <a:pt x="527" y="0"/>
                  </a:moveTo>
                  <a:lnTo>
                    <a:pt x="1" y="5362"/>
                  </a:lnTo>
                  <a:lnTo>
                    <a:pt x="108" y="5406"/>
                  </a:lnTo>
                  <a:cubicBezTo>
                    <a:pt x="830" y="2258"/>
                    <a:pt x="527" y="1"/>
                    <a:pt x="5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145"/>
            <p:cNvSpPr/>
            <p:nvPr/>
          </p:nvSpPr>
          <p:spPr>
            <a:xfrm>
              <a:off x="1609434" y="3007352"/>
              <a:ext cx="147937" cy="1109451"/>
            </a:xfrm>
            <a:custGeom>
              <a:rect b="b" l="l" r="r" t="t"/>
              <a:pathLst>
                <a:path extrusionOk="0" h="5362" w="715">
                  <a:moveTo>
                    <a:pt x="714" y="0"/>
                  </a:moveTo>
                  <a:lnTo>
                    <a:pt x="714" y="0"/>
                  </a:lnTo>
                  <a:cubicBezTo>
                    <a:pt x="714" y="1"/>
                    <a:pt x="1" y="1910"/>
                    <a:pt x="72" y="5326"/>
                  </a:cubicBezTo>
                  <a:lnTo>
                    <a:pt x="188" y="5362"/>
                  </a:lnTo>
                  <a:lnTo>
                    <a:pt x="71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145"/>
            <p:cNvSpPr/>
            <p:nvPr/>
          </p:nvSpPr>
          <p:spPr>
            <a:xfrm>
              <a:off x="1607571" y="2918796"/>
              <a:ext cx="109039" cy="1127866"/>
            </a:xfrm>
            <a:custGeom>
              <a:rect b="b" l="l" r="r" t="t"/>
              <a:pathLst>
                <a:path extrusionOk="0" h="5451" w="527">
                  <a:moveTo>
                    <a:pt x="1" y="0"/>
                  </a:moveTo>
                  <a:lnTo>
                    <a:pt x="1" y="5451"/>
                  </a:lnTo>
                  <a:lnTo>
                    <a:pt x="117" y="5451"/>
                  </a:lnTo>
                  <a:cubicBezTo>
                    <a:pt x="527" y="2114"/>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145"/>
            <p:cNvSpPr/>
            <p:nvPr/>
          </p:nvSpPr>
          <p:spPr>
            <a:xfrm>
              <a:off x="1500605" y="2918796"/>
              <a:ext cx="107177" cy="1127866"/>
            </a:xfrm>
            <a:custGeom>
              <a:rect b="b" l="l" r="r" t="t"/>
              <a:pathLst>
                <a:path extrusionOk="0" h="5451" w="518">
                  <a:moveTo>
                    <a:pt x="518" y="0"/>
                  </a:moveTo>
                  <a:cubicBezTo>
                    <a:pt x="518" y="0"/>
                    <a:pt x="0" y="2114"/>
                    <a:pt x="402" y="5451"/>
                  </a:cubicBezTo>
                  <a:lnTo>
                    <a:pt x="518" y="5451"/>
                  </a:lnTo>
                  <a:lnTo>
                    <a:pt x="51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145"/>
            <p:cNvSpPr/>
            <p:nvPr/>
          </p:nvSpPr>
          <p:spPr>
            <a:xfrm>
              <a:off x="1214466" y="3276741"/>
              <a:ext cx="284494" cy="1052344"/>
            </a:xfrm>
            <a:custGeom>
              <a:rect b="b" l="l" r="r" t="t"/>
              <a:pathLst>
                <a:path extrusionOk="0" h="5086" w="1375">
                  <a:moveTo>
                    <a:pt x="0" y="1"/>
                  </a:moveTo>
                  <a:cubicBezTo>
                    <a:pt x="0" y="1"/>
                    <a:pt x="72" y="2321"/>
                    <a:pt x="1276" y="5086"/>
                  </a:cubicBezTo>
                  <a:lnTo>
                    <a:pt x="1374" y="5005"/>
                  </a:lnTo>
                  <a:lnTo>
                    <a:pt x="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145"/>
            <p:cNvSpPr/>
            <p:nvPr/>
          </p:nvSpPr>
          <p:spPr>
            <a:xfrm>
              <a:off x="1214466" y="3276741"/>
              <a:ext cx="304771" cy="1035791"/>
            </a:xfrm>
            <a:custGeom>
              <a:rect b="b" l="l" r="r" t="t"/>
              <a:pathLst>
                <a:path extrusionOk="0" h="5006" w="1473">
                  <a:moveTo>
                    <a:pt x="0" y="1"/>
                  </a:moveTo>
                  <a:lnTo>
                    <a:pt x="1374" y="5005"/>
                  </a:lnTo>
                  <a:lnTo>
                    <a:pt x="1472" y="4916"/>
                  </a:lnTo>
                  <a:cubicBezTo>
                    <a:pt x="1000" y="1553"/>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145"/>
            <p:cNvSpPr/>
            <p:nvPr/>
          </p:nvSpPr>
          <p:spPr>
            <a:xfrm>
              <a:off x="1301156" y="3134598"/>
              <a:ext cx="229044" cy="1069104"/>
            </a:xfrm>
            <a:custGeom>
              <a:rect b="b" l="l" r="r" t="t"/>
              <a:pathLst>
                <a:path extrusionOk="0" h="5167" w="1107">
                  <a:moveTo>
                    <a:pt x="108" y="1"/>
                  </a:moveTo>
                  <a:cubicBezTo>
                    <a:pt x="108" y="1"/>
                    <a:pt x="1" y="2321"/>
                    <a:pt x="1000" y="5166"/>
                  </a:cubicBezTo>
                  <a:lnTo>
                    <a:pt x="1107" y="5086"/>
                  </a:lnTo>
                  <a:lnTo>
                    <a:pt x="10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145"/>
            <p:cNvSpPr/>
            <p:nvPr/>
          </p:nvSpPr>
          <p:spPr>
            <a:xfrm>
              <a:off x="1323294" y="3134598"/>
              <a:ext cx="229044" cy="1052344"/>
            </a:xfrm>
            <a:custGeom>
              <a:rect b="b" l="l" r="r" t="t"/>
              <a:pathLst>
                <a:path extrusionOk="0" h="5086" w="1107">
                  <a:moveTo>
                    <a:pt x="1" y="1"/>
                  </a:moveTo>
                  <a:lnTo>
                    <a:pt x="1000" y="5086"/>
                  </a:lnTo>
                  <a:lnTo>
                    <a:pt x="1107" y="5014"/>
                  </a:lnTo>
                  <a:cubicBezTo>
                    <a:pt x="875" y="1625"/>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145"/>
            <p:cNvSpPr/>
            <p:nvPr/>
          </p:nvSpPr>
          <p:spPr>
            <a:xfrm>
              <a:off x="1395295" y="3007352"/>
              <a:ext cx="173800" cy="1118762"/>
            </a:xfrm>
            <a:custGeom>
              <a:rect b="b" l="l" r="r" t="t"/>
              <a:pathLst>
                <a:path extrusionOk="0" h="5407" w="840">
                  <a:moveTo>
                    <a:pt x="313" y="0"/>
                  </a:moveTo>
                  <a:cubicBezTo>
                    <a:pt x="313" y="1"/>
                    <a:pt x="1" y="2258"/>
                    <a:pt x="723" y="5406"/>
                  </a:cubicBezTo>
                  <a:lnTo>
                    <a:pt x="839" y="5362"/>
                  </a:lnTo>
                  <a:lnTo>
                    <a:pt x="313"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145"/>
            <p:cNvSpPr/>
            <p:nvPr/>
          </p:nvSpPr>
          <p:spPr>
            <a:xfrm>
              <a:off x="1459847" y="3007352"/>
              <a:ext cx="147937" cy="1109451"/>
            </a:xfrm>
            <a:custGeom>
              <a:rect b="b" l="l" r="r" t="t"/>
              <a:pathLst>
                <a:path extrusionOk="0" h="5362" w="715">
                  <a:moveTo>
                    <a:pt x="1" y="0"/>
                  </a:moveTo>
                  <a:lnTo>
                    <a:pt x="527" y="5362"/>
                  </a:lnTo>
                  <a:lnTo>
                    <a:pt x="634" y="5326"/>
                  </a:lnTo>
                  <a:cubicBezTo>
                    <a:pt x="715" y="1910"/>
                    <a:pt x="1" y="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145"/>
            <p:cNvSpPr/>
            <p:nvPr/>
          </p:nvSpPr>
          <p:spPr>
            <a:xfrm>
              <a:off x="1268053" y="3994907"/>
              <a:ext cx="681131" cy="86902"/>
            </a:xfrm>
            <a:custGeom>
              <a:rect b="b" l="l" r="r" t="t"/>
              <a:pathLst>
                <a:path extrusionOk="0" h="420" w="3292">
                  <a:moveTo>
                    <a:pt x="0" y="0"/>
                  </a:moveTo>
                  <a:lnTo>
                    <a:pt x="0" y="419"/>
                  </a:lnTo>
                  <a:lnTo>
                    <a:pt x="3292" y="419"/>
                  </a:lnTo>
                  <a:lnTo>
                    <a:pt x="3292"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145"/>
            <p:cNvSpPr/>
            <p:nvPr/>
          </p:nvSpPr>
          <p:spPr>
            <a:xfrm>
              <a:off x="1308605" y="4081600"/>
              <a:ext cx="598162" cy="694183"/>
            </a:xfrm>
            <a:custGeom>
              <a:rect b="b" l="l" r="r" t="t"/>
              <a:pathLst>
                <a:path extrusionOk="0" h="3355" w="2891">
                  <a:moveTo>
                    <a:pt x="0" y="0"/>
                  </a:moveTo>
                  <a:lnTo>
                    <a:pt x="250" y="3355"/>
                  </a:lnTo>
                  <a:lnTo>
                    <a:pt x="2650" y="3355"/>
                  </a:lnTo>
                  <a:lnTo>
                    <a:pt x="289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145"/>
            <p:cNvSpPr/>
            <p:nvPr/>
          </p:nvSpPr>
          <p:spPr>
            <a:xfrm>
              <a:off x="1308605" y="4081600"/>
              <a:ext cx="598162" cy="51934"/>
            </a:xfrm>
            <a:custGeom>
              <a:rect b="b" l="l" r="r" t="t"/>
              <a:pathLst>
                <a:path extrusionOk="0" h="251" w="2891">
                  <a:moveTo>
                    <a:pt x="0" y="0"/>
                  </a:moveTo>
                  <a:lnTo>
                    <a:pt x="18" y="250"/>
                  </a:lnTo>
                  <a:lnTo>
                    <a:pt x="2873" y="250"/>
                  </a:lnTo>
                  <a:lnTo>
                    <a:pt x="289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18" name="Google Shape;9418;p145"/>
          <p:cNvSpPr/>
          <p:nvPr/>
        </p:nvSpPr>
        <p:spPr>
          <a:xfrm>
            <a:off x="3335900" y="4668671"/>
            <a:ext cx="638923" cy="98075"/>
          </a:xfrm>
          <a:custGeom>
            <a:rect b="b" l="l" r="r" t="t"/>
            <a:pathLst>
              <a:path extrusionOk="0" h="474" w="3088">
                <a:moveTo>
                  <a:pt x="1544" y="1"/>
                </a:moveTo>
                <a:cubicBezTo>
                  <a:pt x="688" y="1"/>
                  <a:pt x="1" y="108"/>
                  <a:pt x="1" y="233"/>
                </a:cubicBezTo>
                <a:cubicBezTo>
                  <a:pt x="1" y="366"/>
                  <a:pt x="688" y="474"/>
                  <a:pt x="1544" y="474"/>
                </a:cubicBezTo>
                <a:cubicBezTo>
                  <a:pt x="2400" y="474"/>
                  <a:pt x="3087" y="366"/>
                  <a:pt x="3087" y="233"/>
                </a:cubicBezTo>
                <a:cubicBezTo>
                  <a:pt x="3087" y="108"/>
                  <a:pt x="2400" y="1"/>
                  <a:pt x="1544" y="1"/>
                </a:cubicBez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9" name="Google Shape;9419;p145"/>
          <p:cNvGrpSpPr/>
          <p:nvPr/>
        </p:nvGrpSpPr>
        <p:grpSpPr>
          <a:xfrm>
            <a:off x="3281612" y="2848135"/>
            <a:ext cx="769416" cy="1873929"/>
            <a:chOff x="3455165" y="2902037"/>
            <a:chExt cx="635198" cy="1547039"/>
          </a:xfrm>
        </p:grpSpPr>
        <p:sp>
          <p:nvSpPr>
            <p:cNvPr id="9420" name="Google Shape;9420;p145"/>
            <p:cNvSpPr/>
            <p:nvPr/>
          </p:nvSpPr>
          <p:spPr>
            <a:xfrm>
              <a:off x="3477303" y="2902037"/>
              <a:ext cx="590921" cy="956338"/>
            </a:xfrm>
            <a:custGeom>
              <a:rect b="b" l="l" r="r" t="t"/>
              <a:pathLst>
                <a:path extrusionOk="0" h="4622" w="2856">
                  <a:moveTo>
                    <a:pt x="1428" y="1"/>
                  </a:moveTo>
                  <a:cubicBezTo>
                    <a:pt x="1428" y="1"/>
                    <a:pt x="1330" y="90"/>
                    <a:pt x="1339" y="144"/>
                  </a:cubicBezTo>
                  <a:cubicBezTo>
                    <a:pt x="1348" y="206"/>
                    <a:pt x="1383" y="277"/>
                    <a:pt x="1330" y="295"/>
                  </a:cubicBezTo>
                  <a:cubicBezTo>
                    <a:pt x="1285" y="304"/>
                    <a:pt x="1285" y="331"/>
                    <a:pt x="1214" y="358"/>
                  </a:cubicBezTo>
                  <a:cubicBezTo>
                    <a:pt x="1143" y="376"/>
                    <a:pt x="1214" y="456"/>
                    <a:pt x="1214" y="509"/>
                  </a:cubicBezTo>
                  <a:cubicBezTo>
                    <a:pt x="1214" y="563"/>
                    <a:pt x="1107" y="857"/>
                    <a:pt x="1107" y="857"/>
                  </a:cubicBezTo>
                  <a:lnTo>
                    <a:pt x="1027" y="973"/>
                  </a:lnTo>
                  <a:cubicBezTo>
                    <a:pt x="1027" y="973"/>
                    <a:pt x="812" y="1152"/>
                    <a:pt x="812" y="1232"/>
                  </a:cubicBezTo>
                  <a:cubicBezTo>
                    <a:pt x="812" y="1312"/>
                    <a:pt x="830" y="1312"/>
                    <a:pt x="857" y="1410"/>
                  </a:cubicBezTo>
                  <a:cubicBezTo>
                    <a:pt x="884" y="1517"/>
                    <a:pt x="848" y="1491"/>
                    <a:pt x="812" y="1553"/>
                  </a:cubicBezTo>
                  <a:cubicBezTo>
                    <a:pt x="777" y="1616"/>
                    <a:pt x="465" y="1767"/>
                    <a:pt x="465" y="1767"/>
                  </a:cubicBezTo>
                  <a:cubicBezTo>
                    <a:pt x="465" y="1767"/>
                    <a:pt x="366" y="1856"/>
                    <a:pt x="366" y="1883"/>
                  </a:cubicBezTo>
                  <a:cubicBezTo>
                    <a:pt x="366" y="1910"/>
                    <a:pt x="465" y="2106"/>
                    <a:pt x="465" y="2106"/>
                  </a:cubicBezTo>
                  <a:lnTo>
                    <a:pt x="491" y="2222"/>
                  </a:lnTo>
                  <a:lnTo>
                    <a:pt x="366" y="2347"/>
                  </a:lnTo>
                  <a:cubicBezTo>
                    <a:pt x="366" y="2347"/>
                    <a:pt x="313" y="2410"/>
                    <a:pt x="313" y="2454"/>
                  </a:cubicBezTo>
                  <a:cubicBezTo>
                    <a:pt x="322" y="2499"/>
                    <a:pt x="313" y="2454"/>
                    <a:pt x="420" y="2659"/>
                  </a:cubicBezTo>
                  <a:cubicBezTo>
                    <a:pt x="483" y="2786"/>
                    <a:pt x="465" y="2809"/>
                    <a:pt x="444" y="2809"/>
                  </a:cubicBezTo>
                  <a:cubicBezTo>
                    <a:pt x="432" y="2809"/>
                    <a:pt x="420" y="2802"/>
                    <a:pt x="420" y="2802"/>
                  </a:cubicBezTo>
                  <a:lnTo>
                    <a:pt x="90" y="2963"/>
                  </a:lnTo>
                  <a:cubicBezTo>
                    <a:pt x="90" y="2963"/>
                    <a:pt x="126" y="3016"/>
                    <a:pt x="126" y="3034"/>
                  </a:cubicBezTo>
                  <a:cubicBezTo>
                    <a:pt x="134" y="3052"/>
                    <a:pt x="188" y="3114"/>
                    <a:pt x="250" y="3177"/>
                  </a:cubicBezTo>
                  <a:cubicBezTo>
                    <a:pt x="304" y="3239"/>
                    <a:pt x="152" y="3328"/>
                    <a:pt x="152" y="3328"/>
                  </a:cubicBezTo>
                  <a:lnTo>
                    <a:pt x="1" y="3605"/>
                  </a:lnTo>
                  <a:lnTo>
                    <a:pt x="90" y="3783"/>
                  </a:lnTo>
                  <a:lnTo>
                    <a:pt x="215" y="3953"/>
                  </a:lnTo>
                  <a:cubicBezTo>
                    <a:pt x="215" y="3953"/>
                    <a:pt x="188" y="3989"/>
                    <a:pt x="188" y="4042"/>
                  </a:cubicBezTo>
                  <a:cubicBezTo>
                    <a:pt x="188" y="4105"/>
                    <a:pt x="250" y="4399"/>
                    <a:pt x="250" y="4399"/>
                  </a:cubicBezTo>
                  <a:lnTo>
                    <a:pt x="366" y="4622"/>
                  </a:lnTo>
                  <a:lnTo>
                    <a:pt x="1428" y="4595"/>
                  </a:lnTo>
                  <a:lnTo>
                    <a:pt x="2490" y="4622"/>
                  </a:lnTo>
                  <a:lnTo>
                    <a:pt x="2606" y="4399"/>
                  </a:lnTo>
                  <a:cubicBezTo>
                    <a:pt x="2606" y="4399"/>
                    <a:pt x="2668" y="4105"/>
                    <a:pt x="2668" y="4042"/>
                  </a:cubicBezTo>
                  <a:cubicBezTo>
                    <a:pt x="2668" y="3989"/>
                    <a:pt x="2641" y="3953"/>
                    <a:pt x="2641" y="3953"/>
                  </a:cubicBezTo>
                  <a:lnTo>
                    <a:pt x="2766" y="3783"/>
                  </a:lnTo>
                  <a:lnTo>
                    <a:pt x="2855" y="3605"/>
                  </a:lnTo>
                  <a:lnTo>
                    <a:pt x="2704" y="3328"/>
                  </a:lnTo>
                  <a:cubicBezTo>
                    <a:pt x="2704" y="3328"/>
                    <a:pt x="2552" y="3239"/>
                    <a:pt x="2606" y="3177"/>
                  </a:cubicBezTo>
                  <a:cubicBezTo>
                    <a:pt x="2668" y="3114"/>
                    <a:pt x="2722" y="3052"/>
                    <a:pt x="2730" y="3034"/>
                  </a:cubicBezTo>
                  <a:cubicBezTo>
                    <a:pt x="2730" y="3016"/>
                    <a:pt x="2766" y="2963"/>
                    <a:pt x="2766" y="2963"/>
                  </a:cubicBezTo>
                  <a:lnTo>
                    <a:pt x="2436" y="2802"/>
                  </a:lnTo>
                  <a:cubicBezTo>
                    <a:pt x="2436" y="2802"/>
                    <a:pt x="2424" y="2809"/>
                    <a:pt x="2412" y="2809"/>
                  </a:cubicBezTo>
                  <a:cubicBezTo>
                    <a:pt x="2391" y="2809"/>
                    <a:pt x="2373" y="2786"/>
                    <a:pt x="2436" y="2659"/>
                  </a:cubicBezTo>
                  <a:cubicBezTo>
                    <a:pt x="2543" y="2454"/>
                    <a:pt x="2534" y="2499"/>
                    <a:pt x="2543" y="2454"/>
                  </a:cubicBezTo>
                  <a:cubicBezTo>
                    <a:pt x="2543" y="2410"/>
                    <a:pt x="2490" y="2347"/>
                    <a:pt x="2490" y="2347"/>
                  </a:cubicBezTo>
                  <a:lnTo>
                    <a:pt x="2365" y="2222"/>
                  </a:lnTo>
                  <a:lnTo>
                    <a:pt x="2391" y="2106"/>
                  </a:lnTo>
                  <a:cubicBezTo>
                    <a:pt x="2391" y="2106"/>
                    <a:pt x="2490" y="1910"/>
                    <a:pt x="2490" y="1883"/>
                  </a:cubicBezTo>
                  <a:cubicBezTo>
                    <a:pt x="2490" y="1856"/>
                    <a:pt x="2391" y="1767"/>
                    <a:pt x="2391" y="1767"/>
                  </a:cubicBezTo>
                  <a:cubicBezTo>
                    <a:pt x="2391" y="1767"/>
                    <a:pt x="2079" y="1616"/>
                    <a:pt x="2044" y="1553"/>
                  </a:cubicBezTo>
                  <a:cubicBezTo>
                    <a:pt x="2008" y="1491"/>
                    <a:pt x="1972" y="1517"/>
                    <a:pt x="1999" y="1410"/>
                  </a:cubicBezTo>
                  <a:cubicBezTo>
                    <a:pt x="2026" y="1312"/>
                    <a:pt x="2044" y="1312"/>
                    <a:pt x="2044" y="1232"/>
                  </a:cubicBezTo>
                  <a:cubicBezTo>
                    <a:pt x="2044" y="1152"/>
                    <a:pt x="1829" y="973"/>
                    <a:pt x="1829" y="973"/>
                  </a:cubicBezTo>
                  <a:lnTo>
                    <a:pt x="1749" y="857"/>
                  </a:lnTo>
                  <a:cubicBezTo>
                    <a:pt x="1749" y="857"/>
                    <a:pt x="1642" y="563"/>
                    <a:pt x="1642" y="509"/>
                  </a:cubicBezTo>
                  <a:cubicBezTo>
                    <a:pt x="1642" y="456"/>
                    <a:pt x="1713" y="376"/>
                    <a:pt x="1642" y="358"/>
                  </a:cubicBezTo>
                  <a:cubicBezTo>
                    <a:pt x="1571" y="331"/>
                    <a:pt x="1571" y="304"/>
                    <a:pt x="1526" y="295"/>
                  </a:cubicBezTo>
                  <a:cubicBezTo>
                    <a:pt x="1473" y="277"/>
                    <a:pt x="1508" y="206"/>
                    <a:pt x="1517" y="144"/>
                  </a:cubicBezTo>
                  <a:cubicBezTo>
                    <a:pt x="1526" y="90"/>
                    <a:pt x="1428" y="1"/>
                    <a:pt x="142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145"/>
            <p:cNvSpPr/>
            <p:nvPr/>
          </p:nvSpPr>
          <p:spPr>
            <a:xfrm>
              <a:off x="3584476" y="3249016"/>
              <a:ext cx="376567" cy="609350"/>
            </a:xfrm>
            <a:custGeom>
              <a:rect b="b" l="l" r="r" t="t"/>
              <a:pathLst>
                <a:path extrusionOk="0" h="2945" w="1820">
                  <a:moveTo>
                    <a:pt x="910" y="1"/>
                  </a:moveTo>
                  <a:cubicBezTo>
                    <a:pt x="910" y="1"/>
                    <a:pt x="848" y="63"/>
                    <a:pt x="856" y="99"/>
                  </a:cubicBezTo>
                  <a:cubicBezTo>
                    <a:pt x="856" y="135"/>
                    <a:pt x="883" y="179"/>
                    <a:pt x="848" y="188"/>
                  </a:cubicBezTo>
                  <a:cubicBezTo>
                    <a:pt x="821" y="197"/>
                    <a:pt x="821" y="215"/>
                    <a:pt x="776" y="233"/>
                  </a:cubicBezTo>
                  <a:cubicBezTo>
                    <a:pt x="732" y="242"/>
                    <a:pt x="776" y="286"/>
                    <a:pt x="776" y="322"/>
                  </a:cubicBezTo>
                  <a:cubicBezTo>
                    <a:pt x="776" y="358"/>
                    <a:pt x="705" y="545"/>
                    <a:pt x="705" y="545"/>
                  </a:cubicBezTo>
                  <a:lnTo>
                    <a:pt x="651" y="625"/>
                  </a:lnTo>
                  <a:cubicBezTo>
                    <a:pt x="651" y="625"/>
                    <a:pt x="517" y="741"/>
                    <a:pt x="517" y="786"/>
                  </a:cubicBezTo>
                  <a:cubicBezTo>
                    <a:pt x="517" y="840"/>
                    <a:pt x="526" y="840"/>
                    <a:pt x="544" y="902"/>
                  </a:cubicBezTo>
                  <a:cubicBezTo>
                    <a:pt x="562" y="964"/>
                    <a:pt x="544" y="947"/>
                    <a:pt x="517" y="991"/>
                  </a:cubicBezTo>
                  <a:cubicBezTo>
                    <a:pt x="500" y="1027"/>
                    <a:pt x="294" y="1125"/>
                    <a:pt x="294" y="1125"/>
                  </a:cubicBezTo>
                  <a:cubicBezTo>
                    <a:pt x="294" y="1125"/>
                    <a:pt x="241" y="1179"/>
                    <a:pt x="241" y="1196"/>
                  </a:cubicBezTo>
                  <a:cubicBezTo>
                    <a:pt x="241" y="1214"/>
                    <a:pt x="294" y="1348"/>
                    <a:pt x="294" y="1348"/>
                  </a:cubicBezTo>
                  <a:lnTo>
                    <a:pt x="312" y="1419"/>
                  </a:lnTo>
                  <a:lnTo>
                    <a:pt x="232" y="1491"/>
                  </a:lnTo>
                  <a:cubicBezTo>
                    <a:pt x="232" y="1491"/>
                    <a:pt x="196" y="1535"/>
                    <a:pt x="205" y="1562"/>
                  </a:cubicBezTo>
                  <a:cubicBezTo>
                    <a:pt x="205" y="1598"/>
                    <a:pt x="205" y="1562"/>
                    <a:pt x="268" y="1696"/>
                  </a:cubicBezTo>
                  <a:cubicBezTo>
                    <a:pt x="307" y="1775"/>
                    <a:pt x="297" y="1790"/>
                    <a:pt x="283" y="1790"/>
                  </a:cubicBezTo>
                  <a:cubicBezTo>
                    <a:pt x="276" y="1790"/>
                    <a:pt x="268" y="1785"/>
                    <a:pt x="268" y="1785"/>
                  </a:cubicBezTo>
                  <a:lnTo>
                    <a:pt x="62" y="1883"/>
                  </a:lnTo>
                  <a:cubicBezTo>
                    <a:pt x="62" y="1883"/>
                    <a:pt x="80" y="1919"/>
                    <a:pt x="80" y="1937"/>
                  </a:cubicBezTo>
                  <a:cubicBezTo>
                    <a:pt x="89" y="1946"/>
                    <a:pt x="116" y="1990"/>
                    <a:pt x="161" y="2026"/>
                  </a:cubicBezTo>
                  <a:cubicBezTo>
                    <a:pt x="196" y="2071"/>
                    <a:pt x="98" y="2124"/>
                    <a:pt x="98" y="2124"/>
                  </a:cubicBezTo>
                  <a:lnTo>
                    <a:pt x="0" y="2303"/>
                  </a:lnTo>
                  <a:lnTo>
                    <a:pt x="62" y="2410"/>
                  </a:lnTo>
                  <a:lnTo>
                    <a:pt x="134" y="2517"/>
                  </a:lnTo>
                  <a:cubicBezTo>
                    <a:pt x="134" y="2517"/>
                    <a:pt x="116" y="2543"/>
                    <a:pt x="116" y="2579"/>
                  </a:cubicBezTo>
                  <a:cubicBezTo>
                    <a:pt x="116" y="2615"/>
                    <a:pt x="161" y="2802"/>
                    <a:pt x="161" y="2802"/>
                  </a:cubicBezTo>
                  <a:lnTo>
                    <a:pt x="232" y="2945"/>
                  </a:lnTo>
                  <a:lnTo>
                    <a:pt x="910" y="2927"/>
                  </a:lnTo>
                  <a:lnTo>
                    <a:pt x="1588" y="2945"/>
                  </a:lnTo>
                  <a:lnTo>
                    <a:pt x="1659" y="2802"/>
                  </a:lnTo>
                  <a:cubicBezTo>
                    <a:pt x="1659" y="2802"/>
                    <a:pt x="1704" y="2615"/>
                    <a:pt x="1704" y="2579"/>
                  </a:cubicBezTo>
                  <a:cubicBezTo>
                    <a:pt x="1704" y="2543"/>
                    <a:pt x="1686" y="2517"/>
                    <a:pt x="1686" y="2517"/>
                  </a:cubicBezTo>
                  <a:lnTo>
                    <a:pt x="1757" y="2410"/>
                  </a:lnTo>
                  <a:lnTo>
                    <a:pt x="1820" y="2303"/>
                  </a:lnTo>
                  <a:lnTo>
                    <a:pt x="1722" y="2124"/>
                  </a:lnTo>
                  <a:cubicBezTo>
                    <a:pt x="1722" y="2124"/>
                    <a:pt x="1624" y="2071"/>
                    <a:pt x="1659" y="2026"/>
                  </a:cubicBezTo>
                  <a:cubicBezTo>
                    <a:pt x="1704" y="1990"/>
                    <a:pt x="1731" y="1946"/>
                    <a:pt x="1740" y="1937"/>
                  </a:cubicBezTo>
                  <a:cubicBezTo>
                    <a:pt x="1740" y="1919"/>
                    <a:pt x="1757" y="1883"/>
                    <a:pt x="1757" y="1883"/>
                  </a:cubicBezTo>
                  <a:lnTo>
                    <a:pt x="1552" y="1785"/>
                  </a:lnTo>
                  <a:cubicBezTo>
                    <a:pt x="1552" y="1785"/>
                    <a:pt x="1544" y="1790"/>
                    <a:pt x="1537" y="1790"/>
                  </a:cubicBezTo>
                  <a:cubicBezTo>
                    <a:pt x="1523" y="1790"/>
                    <a:pt x="1513" y="1775"/>
                    <a:pt x="1552" y="1696"/>
                  </a:cubicBezTo>
                  <a:cubicBezTo>
                    <a:pt x="1615" y="1562"/>
                    <a:pt x="1615" y="1598"/>
                    <a:pt x="1615" y="1562"/>
                  </a:cubicBezTo>
                  <a:cubicBezTo>
                    <a:pt x="1624" y="1535"/>
                    <a:pt x="1588" y="1491"/>
                    <a:pt x="1588" y="1491"/>
                  </a:cubicBezTo>
                  <a:lnTo>
                    <a:pt x="1508" y="1419"/>
                  </a:lnTo>
                  <a:lnTo>
                    <a:pt x="1526" y="1348"/>
                  </a:lnTo>
                  <a:cubicBezTo>
                    <a:pt x="1526" y="1348"/>
                    <a:pt x="1579" y="1214"/>
                    <a:pt x="1579" y="1196"/>
                  </a:cubicBezTo>
                  <a:cubicBezTo>
                    <a:pt x="1579" y="1179"/>
                    <a:pt x="1526" y="1125"/>
                    <a:pt x="1526" y="1125"/>
                  </a:cubicBezTo>
                  <a:cubicBezTo>
                    <a:pt x="1526" y="1125"/>
                    <a:pt x="1320" y="1027"/>
                    <a:pt x="1303" y="991"/>
                  </a:cubicBezTo>
                  <a:cubicBezTo>
                    <a:pt x="1276" y="947"/>
                    <a:pt x="1258" y="964"/>
                    <a:pt x="1276" y="902"/>
                  </a:cubicBezTo>
                  <a:cubicBezTo>
                    <a:pt x="1294" y="840"/>
                    <a:pt x="1303" y="840"/>
                    <a:pt x="1303" y="786"/>
                  </a:cubicBezTo>
                  <a:cubicBezTo>
                    <a:pt x="1303" y="741"/>
                    <a:pt x="1169" y="625"/>
                    <a:pt x="1169" y="625"/>
                  </a:cubicBezTo>
                  <a:lnTo>
                    <a:pt x="1115" y="545"/>
                  </a:lnTo>
                  <a:cubicBezTo>
                    <a:pt x="1115" y="545"/>
                    <a:pt x="1044" y="358"/>
                    <a:pt x="1044" y="322"/>
                  </a:cubicBezTo>
                  <a:cubicBezTo>
                    <a:pt x="1044" y="286"/>
                    <a:pt x="1088" y="242"/>
                    <a:pt x="1044" y="233"/>
                  </a:cubicBezTo>
                  <a:cubicBezTo>
                    <a:pt x="999" y="215"/>
                    <a:pt x="999" y="197"/>
                    <a:pt x="972" y="188"/>
                  </a:cubicBezTo>
                  <a:cubicBezTo>
                    <a:pt x="937" y="179"/>
                    <a:pt x="964" y="135"/>
                    <a:pt x="964" y="99"/>
                  </a:cubicBezTo>
                  <a:cubicBezTo>
                    <a:pt x="972" y="63"/>
                    <a:pt x="91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145"/>
            <p:cNvSpPr/>
            <p:nvPr/>
          </p:nvSpPr>
          <p:spPr>
            <a:xfrm>
              <a:off x="3468200" y="3647721"/>
              <a:ext cx="234423" cy="129733"/>
            </a:xfrm>
            <a:custGeom>
              <a:rect b="b" l="l" r="r" t="t"/>
              <a:pathLst>
                <a:path extrusionOk="0" h="627" w="1133">
                  <a:moveTo>
                    <a:pt x="800" y="503"/>
                  </a:moveTo>
                  <a:lnTo>
                    <a:pt x="785" y="518"/>
                  </a:lnTo>
                  <a:cubicBezTo>
                    <a:pt x="785" y="518"/>
                    <a:pt x="808" y="505"/>
                    <a:pt x="800" y="503"/>
                  </a:cubicBezTo>
                  <a:close/>
                  <a:moveTo>
                    <a:pt x="696" y="1"/>
                  </a:moveTo>
                  <a:cubicBezTo>
                    <a:pt x="624" y="1"/>
                    <a:pt x="277" y="117"/>
                    <a:pt x="170" y="117"/>
                  </a:cubicBezTo>
                  <a:cubicBezTo>
                    <a:pt x="54" y="117"/>
                    <a:pt x="0" y="224"/>
                    <a:pt x="0" y="224"/>
                  </a:cubicBezTo>
                  <a:lnTo>
                    <a:pt x="0" y="349"/>
                  </a:lnTo>
                  <a:lnTo>
                    <a:pt x="71" y="518"/>
                  </a:lnTo>
                  <a:lnTo>
                    <a:pt x="205" y="518"/>
                  </a:lnTo>
                  <a:lnTo>
                    <a:pt x="294" y="590"/>
                  </a:lnTo>
                  <a:cubicBezTo>
                    <a:pt x="294" y="590"/>
                    <a:pt x="390" y="627"/>
                    <a:pt x="448" y="627"/>
                  </a:cubicBezTo>
                  <a:cubicBezTo>
                    <a:pt x="454" y="627"/>
                    <a:pt x="459" y="626"/>
                    <a:pt x="464" y="625"/>
                  </a:cubicBezTo>
                  <a:cubicBezTo>
                    <a:pt x="517" y="616"/>
                    <a:pt x="491" y="616"/>
                    <a:pt x="509" y="599"/>
                  </a:cubicBezTo>
                  <a:cubicBezTo>
                    <a:pt x="535" y="581"/>
                    <a:pt x="616" y="545"/>
                    <a:pt x="732" y="518"/>
                  </a:cubicBezTo>
                  <a:cubicBezTo>
                    <a:pt x="770" y="506"/>
                    <a:pt x="789" y="502"/>
                    <a:pt x="797" y="502"/>
                  </a:cubicBezTo>
                  <a:cubicBezTo>
                    <a:pt x="799" y="502"/>
                    <a:pt x="800" y="503"/>
                    <a:pt x="800" y="503"/>
                  </a:cubicBezTo>
                  <a:lnTo>
                    <a:pt x="800" y="503"/>
                  </a:lnTo>
                  <a:lnTo>
                    <a:pt x="865" y="438"/>
                  </a:lnTo>
                  <a:cubicBezTo>
                    <a:pt x="865" y="438"/>
                    <a:pt x="869" y="439"/>
                    <a:pt x="875" y="439"/>
                  </a:cubicBezTo>
                  <a:cubicBezTo>
                    <a:pt x="891" y="439"/>
                    <a:pt x="923" y="434"/>
                    <a:pt x="955" y="402"/>
                  </a:cubicBezTo>
                  <a:cubicBezTo>
                    <a:pt x="999" y="367"/>
                    <a:pt x="955" y="313"/>
                    <a:pt x="955" y="313"/>
                  </a:cubicBezTo>
                  <a:cubicBezTo>
                    <a:pt x="955" y="313"/>
                    <a:pt x="981" y="313"/>
                    <a:pt x="1053" y="269"/>
                  </a:cubicBezTo>
                  <a:cubicBezTo>
                    <a:pt x="1133" y="233"/>
                    <a:pt x="1106" y="215"/>
                    <a:pt x="1106" y="215"/>
                  </a:cubicBezTo>
                  <a:lnTo>
                    <a:pt x="1106" y="170"/>
                  </a:lnTo>
                  <a:lnTo>
                    <a:pt x="1053" y="126"/>
                  </a:lnTo>
                  <a:cubicBezTo>
                    <a:pt x="1053" y="126"/>
                    <a:pt x="767" y="1"/>
                    <a:pt x="696"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145"/>
            <p:cNvSpPr/>
            <p:nvPr/>
          </p:nvSpPr>
          <p:spPr>
            <a:xfrm>
              <a:off x="3800270" y="3535165"/>
              <a:ext cx="206284" cy="138837"/>
            </a:xfrm>
            <a:custGeom>
              <a:rect b="b" l="l" r="r" t="t"/>
              <a:pathLst>
                <a:path extrusionOk="0" h="671" w="997">
                  <a:moveTo>
                    <a:pt x="643" y="1"/>
                  </a:moveTo>
                  <a:lnTo>
                    <a:pt x="411" y="152"/>
                  </a:lnTo>
                  <a:cubicBezTo>
                    <a:pt x="411" y="152"/>
                    <a:pt x="277" y="206"/>
                    <a:pt x="161" y="206"/>
                  </a:cubicBezTo>
                  <a:cubicBezTo>
                    <a:pt x="150" y="205"/>
                    <a:pt x="140" y="205"/>
                    <a:pt x="130" y="205"/>
                  </a:cubicBezTo>
                  <a:cubicBezTo>
                    <a:pt x="49" y="205"/>
                    <a:pt x="25" y="236"/>
                    <a:pt x="1" y="268"/>
                  </a:cubicBezTo>
                  <a:lnTo>
                    <a:pt x="1" y="465"/>
                  </a:lnTo>
                  <a:lnTo>
                    <a:pt x="197" y="545"/>
                  </a:lnTo>
                  <a:lnTo>
                    <a:pt x="340" y="652"/>
                  </a:lnTo>
                  <a:cubicBezTo>
                    <a:pt x="340" y="652"/>
                    <a:pt x="453" y="671"/>
                    <a:pt x="525" y="671"/>
                  </a:cubicBezTo>
                  <a:cubicBezTo>
                    <a:pt x="552" y="671"/>
                    <a:pt x="573" y="668"/>
                    <a:pt x="581" y="661"/>
                  </a:cubicBezTo>
                  <a:cubicBezTo>
                    <a:pt x="599" y="643"/>
                    <a:pt x="670" y="482"/>
                    <a:pt x="670" y="482"/>
                  </a:cubicBezTo>
                  <a:cubicBezTo>
                    <a:pt x="670" y="482"/>
                    <a:pt x="741" y="420"/>
                    <a:pt x="902" y="268"/>
                  </a:cubicBezTo>
                  <a:cubicBezTo>
                    <a:pt x="987" y="178"/>
                    <a:pt x="996" y="158"/>
                    <a:pt x="988" y="158"/>
                  </a:cubicBezTo>
                  <a:cubicBezTo>
                    <a:pt x="981" y="158"/>
                    <a:pt x="964" y="170"/>
                    <a:pt x="964" y="170"/>
                  </a:cubicBezTo>
                  <a:lnTo>
                    <a:pt x="902" y="54"/>
                  </a:lnTo>
                  <a:lnTo>
                    <a:pt x="643" y="1"/>
                  </a:ln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145"/>
            <p:cNvSpPr/>
            <p:nvPr/>
          </p:nvSpPr>
          <p:spPr>
            <a:xfrm>
              <a:off x="3554890" y="3458610"/>
              <a:ext cx="181042" cy="95179"/>
            </a:xfrm>
            <a:custGeom>
              <a:rect b="b" l="l" r="r" t="t"/>
              <a:pathLst>
                <a:path extrusionOk="0" h="460" w="875">
                  <a:moveTo>
                    <a:pt x="450" y="0"/>
                  </a:moveTo>
                  <a:cubicBezTo>
                    <a:pt x="415" y="0"/>
                    <a:pt x="386" y="7"/>
                    <a:pt x="366" y="23"/>
                  </a:cubicBezTo>
                  <a:cubicBezTo>
                    <a:pt x="313" y="59"/>
                    <a:pt x="277" y="192"/>
                    <a:pt x="277" y="192"/>
                  </a:cubicBezTo>
                  <a:lnTo>
                    <a:pt x="134" y="210"/>
                  </a:lnTo>
                  <a:cubicBezTo>
                    <a:pt x="134" y="210"/>
                    <a:pt x="126" y="209"/>
                    <a:pt x="113" y="209"/>
                  </a:cubicBezTo>
                  <a:cubicBezTo>
                    <a:pt x="94" y="209"/>
                    <a:pt x="66" y="212"/>
                    <a:pt x="45" y="228"/>
                  </a:cubicBezTo>
                  <a:cubicBezTo>
                    <a:pt x="0" y="255"/>
                    <a:pt x="0" y="371"/>
                    <a:pt x="0" y="371"/>
                  </a:cubicBezTo>
                  <a:lnTo>
                    <a:pt x="90" y="415"/>
                  </a:lnTo>
                  <a:lnTo>
                    <a:pt x="455" y="460"/>
                  </a:lnTo>
                  <a:lnTo>
                    <a:pt x="634" y="371"/>
                  </a:lnTo>
                  <a:lnTo>
                    <a:pt x="812" y="308"/>
                  </a:lnTo>
                  <a:cubicBezTo>
                    <a:pt x="812" y="308"/>
                    <a:pt x="875" y="237"/>
                    <a:pt x="839" y="201"/>
                  </a:cubicBezTo>
                  <a:cubicBezTo>
                    <a:pt x="803" y="166"/>
                    <a:pt x="741" y="76"/>
                    <a:pt x="741" y="76"/>
                  </a:cubicBezTo>
                  <a:cubicBezTo>
                    <a:pt x="741" y="76"/>
                    <a:pt x="687" y="59"/>
                    <a:pt x="598" y="32"/>
                  </a:cubicBezTo>
                  <a:cubicBezTo>
                    <a:pt x="548" y="12"/>
                    <a:pt x="495" y="0"/>
                    <a:pt x="450"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145"/>
            <p:cNvSpPr/>
            <p:nvPr/>
          </p:nvSpPr>
          <p:spPr>
            <a:xfrm>
              <a:off x="3785580" y="3225222"/>
              <a:ext cx="251183" cy="118146"/>
            </a:xfrm>
            <a:custGeom>
              <a:rect b="b" l="l" r="r" t="t"/>
              <a:pathLst>
                <a:path extrusionOk="0" h="571" w="1214">
                  <a:moveTo>
                    <a:pt x="794" y="0"/>
                  </a:moveTo>
                  <a:cubicBezTo>
                    <a:pt x="794" y="0"/>
                    <a:pt x="696" y="0"/>
                    <a:pt x="500" y="80"/>
                  </a:cubicBezTo>
                  <a:cubicBezTo>
                    <a:pt x="397" y="116"/>
                    <a:pt x="351" y="125"/>
                    <a:pt x="329" y="125"/>
                  </a:cubicBezTo>
                  <a:cubicBezTo>
                    <a:pt x="308" y="125"/>
                    <a:pt x="313" y="116"/>
                    <a:pt x="313" y="116"/>
                  </a:cubicBezTo>
                  <a:lnTo>
                    <a:pt x="313" y="116"/>
                  </a:lnTo>
                  <a:lnTo>
                    <a:pt x="250" y="196"/>
                  </a:lnTo>
                  <a:lnTo>
                    <a:pt x="0" y="303"/>
                  </a:lnTo>
                  <a:lnTo>
                    <a:pt x="72" y="544"/>
                  </a:lnTo>
                  <a:cubicBezTo>
                    <a:pt x="72" y="544"/>
                    <a:pt x="99" y="535"/>
                    <a:pt x="215" y="526"/>
                  </a:cubicBezTo>
                  <a:cubicBezTo>
                    <a:pt x="227" y="525"/>
                    <a:pt x="240" y="525"/>
                    <a:pt x="252" y="525"/>
                  </a:cubicBezTo>
                  <a:cubicBezTo>
                    <a:pt x="347" y="525"/>
                    <a:pt x="411" y="553"/>
                    <a:pt x="411" y="553"/>
                  </a:cubicBezTo>
                  <a:lnTo>
                    <a:pt x="598" y="571"/>
                  </a:lnTo>
                  <a:cubicBezTo>
                    <a:pt x="598" y="571"/>
                    <a:pt x="705" y="437"/>
                    <a:pt x="803" y="393"/>
                  </a:cubicBezTo>
                  <a:cubicBezTo>
                    <a:pt x="839" y="375"/>
                    <a:pt x="862" y="369"/>
                    <a:pt x="882" y="369"/>
                  </a:cubicBezTo>
                  <a:cubicBezTo>
                    <a:pt x="923" y="369"/>
                    <a:pt x="955" y="393"/>
                    <a:pt x="1062" y="393"/>
                  </a:cubicBezTo>
                  <a:cubicBezTo>
                    <a:pt x="1214" y="384"/>
                    <a:pt x="1196" y="285"/>
                    <a:pt x="1196" y="285"/>
                  </a:cubicBezTo>
                  <a:lnTo>
                    <a:pt x="1196" y="205"/>
                  </a:lnTo>
                  <a:cubicBezTo>
                    <a:pt x="1196" y="205"/>
                    <a:pt x="1124" y="62"/>
                    <a:pt x="1124" y="62"/>
                  </a:cubicBezTo>
                  <a:cubicBezTo>
                    <a:pt x="1124" y="62"/>
                    <a:pt x="973" y="27"/>
                    <a:pt x="973" y="27"/>
                  </a:cubicBezTo>
                  <a:lnTo>
                    <a:pt x="794" y="0"/>
                  </a:ln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145"/>
            <p:cNvSpPr/>
            <p:nvPr/>
          </p:nvSpPr>
          <p:spPr>
            <a:xfrm>
              <a:off x="3586131" y="3105217"/>
              <a:ext cx="214354" cy="86902"/>
            </a:xfrm>
            <a:custGeom>
              <a:rect b="b" l="l" r="r" t="t"/>
              <a:pathLst>
                <a:path extrusionOk="0" h="420" w="1036">
                  <a:moveTo>
                    <a:pt x="583" y="1"/>
                  </a:moveTo>
                  <a:cubicBezTo>
                    <a:pt x="570" y="1"/>
                    <a:pt x="554" y="3"/>
                    <a:pt x="536" y="9"/>
                  </a:cubicBezTo>
                  <a:cubicBezTo>
                    <a:pt x="438" y="45"/>
                    <a:pt x="278" y="63"/>
                    <a:pt x="278" y="63"/>
                  </a:cubicBezTo>
                  <a:lnTo>
                    <a:pt x="126" y="63"/>
                  </a:lnTo>
                  <a:cubicBezTo>
                    <a:pt x="126" y="63"/>
                    <a:pt x="1" y="152"/>
                    <a:pt x="28" y="223"/>
                  </a:cubicBezTo>
                  <a:cubicBezTo>
                    <a:pt x="54" y="295"/>
                    <a:pt x="126" y="366"/>
                    <a:pt x="126" y="366"/>
                  </a:cubicBezTo>
                  <a:cubicBezTo>
                    <a:pt x="126" y="366"/>
                    <a:pt x="518" y="411"/>
                    <a:pt x="536" y="411"/>
                  </a:cubicBezTo>
                  <a:cubicBezTo>
                    <a:pt x="563" y="411"/>
                    <a:pt x="732" y="419"/>
                    <a:pt x="732" y="419"/>
                  </a:cubicBezTo>
                  <a:lnTo>
                    <a:pt x="964" y="366"/>
                  </a:lnTo>
                  <a:lnTo>
                    <a:pt x="1036" y="286"/>
                  </a:lnTo>
                  <a:lnTo>
                    <a:pt x="822" y="143"/>
                  </a:lnTo>
                  <a:cubicBezTo>
                    <a:pt x="759" y="107"/>
                    <a:pt x="670" y="63"/>
                    <a:pt x="670" y="63"/>
                  </a:cubicBezTo>
                  <a:cubicBezTo>
                    <a:pt x="670" y="63"/>
                    <a:pt x="651" y="1"/>
                    <a:pt x="583"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145"/>
            <p:cNvSpPr/>
            <p:nvPr/>
          </p:nvSpPr>
          <p:spPr>
            <a:xfrm>
              <a:off x="3847649" y="3360331"/>
              <a:ext cx="159524" cy="73660"/>
            </a:xfrm>
            <a:custGeom>
              <a:rect b="b" l="l" r="r" t="t"/>
              <a:pathLst>
                <a:path extrusionOk="0" h="356" w="771">
                  <a:moveTo>
                    <a:pt x="370" y="0"/>
                  </a:moveTo>
                  <a:cubicBezTo>
                    <a:pt x="352" y="0"/>
                    <a:pt x="331" y="4"/>
                    <a:pt x="298" y="16"/>
                  </a:cubicBezTo>
                  <a:cubicBezTo>
                    <a:pt x="200" y="61"/>
                    <a:pt x="164" y="25"/>
                    <a:pt x="129" y="87"/>
                  </a:cubicBezTo>
                  <a:cubicBezTo>
                    <a:pt x="102" y="150"/>
                    <a:pt x="48" y="239"/>
                    <a:pt x="48" y="239"/>
                  </a:cubicBezTo>
                  <a:cubicBezTo>
                    <a:pt x="48" y="239"/>
                    <a:pt x="41" y="238"/>
                    <a:pt x="34" y="238"/>
                  </a:cubicBezTo>
                  <a:cubicBezTo>
                    <a:pt x="19" y="238"/>
                    <a:pt x="1" y="242"/>
                    <a:pt x="31" y="266"/>
                  </a:cubicBezTo>
                  <a:cubicBezTo>
                    <a:pt x="66" y="310"/>
                    <a:pt x="218" y="355"/>
                    <a:pt x="218" y="355"/>
                  </a:cubicBezTo>
                  <a:lnTo>
                    <a:pt x="414" y="346"/>
                  </a:lnTo>
                  <a:lnTo>
                    <a:pt x="610" y="328"/>
                  </a:lnTo>
                  <a:lnTo>
                    <a:pt x="753" y="239"/>
                  </a:lnTo>
                  <a:lnTo>
                    <a:pt x="771" y="141"/>
                  </a:lnTo>
                  <a:lnTo>
                    <a:pt x="762" y="52"/>
                  </a:lnTo>
                  <a:cubicBezTo>
                    <a:pt x="726" y="43"/>
                    <a:pt x="628" y="16"/>
                    <a:pt x="512" y="16"/>
                  </a:cubicBezTo>
                  <a:cubicBezTo>
                    <a:pt x="429" y="16"/>
                    <a:pt x="405" y="0"/>
                    <a:pt x="370" y="0"/>
                  </a:cubicBez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145"/>
            <p:cNvSpPr/>
            <p:nvPr/>
          </p:nvSpPr>
          <p:spPr>
            <a:xfrm>
              <a:off x="3541855" y="3438954"/>
              <a:ext cx="118350" cy="72418"/>
            </a:xfrm>
            <a:custGeom>
              <a:rect b="b" l="l" r="r" t="t"/>
              <a:pathLst>
                <a:path extrusionOk="0" h="350" w="572">
                  <a:moveTo>
                    <a:pt x="379" y="1"/>
                  </a:moveTo>
                  <a:cubicBezTo>
                    <a:pt x="371" y="1"/>
                    <a:pt x="364" y="1"/>
                    <a:pt x="358" y="2"/>
                  </a:cubicBezTo>
                  <a:cubicBezTo>
                    <a:pt x="286" y="11"/>
                    <a:pt x="197" y="11"/>
                    <a:pt x="197" y="11"/>
                  </a:cubicBezTo>
                  <a:cubicBezTo>
                    <a:pt x="170" y="11"/>
                    <a:pt x="54" y="29"/>
                    <a:pt x="37" y="55"/>
                  </a:cubicBezTo>
                  <a:cubicBezTo>
                    <a:pt x="19" y="82"/>
                    <a:pt x="1" y="91"/>
                    <a:pt x="10" y="145"/>
                  </a:cubicBezTo>
                  <a:cubicBezTo>
                    <a:pt x="28" y="198"/>
                    <a:pt x="81" y="269"/>
                    <a:pt x="81" y="269"/>
                  </a:cubicBezTo>
                  <a:lnTo>
                    <a:pt x="233" y="323"/>
                  </a:lnTo>
                  <a:lnTo>
                    <a:pt x="376" y="350"/>
                  </a:lnTo>
                  <a:cubicBezTo>
                    <a:pt x="376" y="350"/>
                    <a:pt x="518" y="252"/>
                    <a:pt x="536" y="198"/>
                  </a:cubicBezTo>
                  <a:cubicBezTo>
                    <a:pt x="554" y="136"/>
                    <a:pt x="572" y="64"/>
                    <a:pt x="572" y="64"/>
                  </a:cubicBezTo>
                  <a:lnTo>
                    <a:pt x="563" y="38"/>
                  </a:lnTo>
                  <a:cubicBezTo>
                    <a:pt x="563" y="38"/>
                    <a:pt x="452" y="1"/>
                    <a:pt x="379"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145"/>
            <p:cNvSpPr/>
            <p:nvPr/>
          </p:nvSpPr>
          <p:spPr>
            <a:xfrm>
              <a:off x="3536476" y="3616272"/>
              <a:ext cx="201319" cy="104076"/>
            </a:xfrm>
            <a:custGeom>
              <a:rect b="b" l="l" r="r" t="t"/>
              <a:pathLst>
                <a:path extrusionOk="0" h="503" w="973">
                  <a:moveTo>
                    <a:pt x="455" y="0"/>
                  </a:moveTo>
                  <a:cubicBezTo>
                    <a:pt x="446" y="0"/>
                    <a:pt x="437" y="0"/>
                    <a:pt x="428" y="1"/>
                  </a:cubicBezTo>
                  <a:cubicBezTo>
                    <a:pt x="330" y="10"/>
                    <a:pt x="205" y="73"/>
                    <a:pt x="205" y="73"/>
                  </a:cubicBezTo>
                  <a:lnTo>
                    <a:pt x="89" y="108"/>
                  </a:lnTo>
                  <a:cubicBezTo>
                    <a:pt x="89" y="108"/>
                    <a:pt x="73" y="100"/>
                    <a:pt x="58" y="100"/>
                  </a:cubicBezTo>
                  <a:cubicBezTo>
                    <a:pt x="50" y="100"/>
                    <a:pt x="42" y="102"/>
                    <a:pt x="36" y="108"/>
                  </a:cubicBezTo>
                  <a:cubicBezTo>
                    <a:pt x="18" y="117"/>
                    <a:pt x="0" y="206"/>
                    <a:pt x="0" y="206"/>
                  </a:cubicBezTo>
                  <a:lnTo>
                    <a:pt x="89" y="305"/>
                  </a:lnTo>
                  <a:cubicBezTo>
                    <a:pt x="89" y="305"/>
                    <a:pt x="98" y="314"/>
                    <a:pt x="134" y="340"/>
                  </a:cubicBezTo>
                  <a:cubicBezTo>
                    <a:pt x="156" y="362"/>
                    <a:pt x="171" y="401"/>
                    <a:pt x="205" y="401"/>
                  </a:cubicBezTo>
                  <a:cubicBezTo>
                    <a:pt x="213" y="401"/>
                    <a:pt x="222" y="399"/>
                    <a:pt x="232" y="394"/>
                  </a:cubicBezTo>
                  <a:cubicBezTo>
                    <a:pt x="286" y="367"/>
                    <a:pt x="321" y="358"/>
                    <a:pt x="321" y="358"/>
                  </a:cubicBezTo>
                  <a:cubicBezTo>
                    <a:pt x="321" y="358"/>
                    <a:pt x="375" y="403"/>
                    <a:pt x="410" y="438"/>
                  </a:cubicBezTo>
                  <a:cubicBezTo>
                    <a:pt x="446" y="474"/>
                    <a:pt x="428" y="465"/>
                    <a:pt x="518" y="483"/>
                  </a:cubicBezTo>
                  <a:cubicBezTo>
                    <a:pt x="566" y="499"/>
                    <a:pt x="601" y="502"/>
                    <a:pt x="622" y="502"/>
                  </a:cubicBezTo>
                  <a:cubicBezTo>
                    <a:pt x="635" y="502"/>
                    <a:pt x="642" y="501"/>
                    <a:pt x="642" y="501"/>
                  </a:cubicBezTo>
                  <a:lnTo>
                    <a:pt x="776" y="474"/>
                  </a:lnTo>
                  <a:lnTo>
                    <a:pt x="865" y="367"/>
                  </a:lnTo>
                  <a:cubicBezTo>
                    <a:pt x="865" y="367"/>
                    <a:pt x="972" y="305"/>
                    <a:pt x="919" y="251"/>
                  </a:cubicBezTo>
                  <a:cubicBezTo>
                    <a:pt x="874" y="189"/>
                    <a:pt x="794" y="126"/>
                    <a:pt x="758" y="108"/>
                  </a:cubicBezTo>
                  <a:cubicBezTo>
                    <a:pt x="723" y="90"/>
                    <a:pt x="625" y="37"/>
                    <a:pt x="625" y="37"/>
                  </a:cubicBezTo>
                  <a:cubicBezTo>
                    <a:pt x="625" y="37"/>
                    <a:pt x="543" y="0"/>
                    <a:pt x="455"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145"/>
            <p:cNvSpPr/>
            <p:nvPr/>
          </p:nvSpPr>
          <p:spPr>
            <a:xfrm>
              <a:off x="3815166" y="3716207"/>
              <a:ext cx="252424" cy="97868"/>
            </a:xfrm>
            <a:custGeom>
              <a:rect b="b" l="l" r="r" t="t"/>
              <a:pathLst>
                <a:path extrusionOk="0" h="473" w="1220">
                  <a:moveTo>
                    <a:pt x="170" y="0"/>
                  </a:moveTo>
                  <a:lnTo>
                    <a:pt x="54" y="80"/>
                  </a:lnTo>
                  <a:lnTo>
                    <a:pt x="0" y="250"/>
                  </a:lnTo>
                  <a:lnTo>
                    <a:pt x="54" y="339"/>
                  </a:lnTo>
                  <a:lnTo>
                    <a:pt x="107" y="410"/>
                  </a:lnTo>
                  <a:lnTo>
                    <a:pt x="286" y="446"/>
                  </a:lnTo>
                  <a:cubicBezTo>
                    <a:pt x="286" y="446"/>
                    <a:pt x="354" y="472"/>
                    <a:pt x="422" y="472"/>
                  </a:cubicBezTo>
                  <a:cubicBezTo>
                    <a:pt x="443" y="472"/>
                    <a:pt x="463" y="470"/>
                    <a:pt x="482" y="464"/>
                  </a:cubicBezTo>
                  <a:cubicBezTo>
                    <a:pt x="527" y="455"/>
                    <a:pt x="571" y="453"/>
                    <a:pt x="605" y="453"/>
                  </a:cubicBezTo>
                  <a:cubicBezTo>
                    <a:pt x="638" y="453"/>
                    <a:pt x="660" y="455"/>
                    <a:pt x="660" y="455"/>
                  </a:cubicBezTo>
                  <a:cubicBezTo>
                    <a:pt x="660" y="455"/>
                    <a:pt x="750" y="401"/>
                    <a:pt x="999" y="330"/>
                  </a:cubicBezTo>
                  <a:cubicBezTo>
                    <a:pt x="1211" y="264"/>
                    <a:pt x="1220" y="258"/>
                    <a:pt x="1216" y="258"/>
                  </a:cubicBezTo>
                  <a:cubicBezTo>
                    <a:pt x="1215" y="258"/>
                    <a:pt x="1213" y="259"/>
                    <a:pt x="1213" y="259"/>
                  </a:cubicBezTo>
                  <a:lnTo>
                    <a:pt x="1053" y="187"/>
                  </a:lnTo>
                  <a:cubicBezTo>
                    <a:pt x="1053" y="187"/>
                    <a:pt x="999" y="161"/>
                    <a:pt x="928" y="143"/>
                  </a:cubicBezTo>
                  <a:cubicBezTo>
                    <a:pt x="857" y="125"/>
                    <a:pt x="830" y="18"/>
                    <a:pt x="830" y="18"/>
                  </a:cubicBezTo>
                  <a:lnTo>
                    <a:pt x="687" y="0"/>
                  </a:lnTo>
                  <a:lnTo>
                    <a:pt x="455" y="62"/>
                  </a:lnTo>
                  <a:lnTo>
                    <a:pt x="170" y="0"/>
                  </a:ln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145"/>
            <p:cNvSpPr/>
            <p:nvPr/>
          </p:nvSpPr>
          <p:spPr>
            <a:xfrm>
              <a:off x="3763442" y="3300742"/>
              <a:ext cx="179180" cy="87109"/>
            </a:xfrm>
            <a:custGeom>
              <a:rect b="b" l="l" r="r" t="t"/>
              <a:pathLst>
                <a:path extrusionOk="0" h="421" w="866">
                  <a:moveTo>
                    <a:pt x="732" y="1"/>
                  </a:moveTo>
                  <a:lnTo>
                    <a:pt x="598" y="19"/>
                  </a:lnTo>
                  <a:cubicBezTo>
                    <a:pt x="598" y="19"/>
                    <a:pt x="523" y="34"/>
                    <a:pt x="474" y="34"/>
                  </a:cubicBezTo>
                  <a:cubicBezTo>
                    <a:pt x="458" y="34"/>
                    <a:pt x="444" y="32"/>
                    <a:pt x="438" y="28"/>
                  </a:cubicBezTo>
                  <a:cubicBezTo>
                    <a:pt x="432" y="22"/>
                    <a:pt x="419" y="20"/>
                    <a:pt x="401" y="20"/>
                  </a:cubicBezTo>
                  <a:cubicBezTo>
                    <a:pt x="330" y="20"/>
                    <a:pt x="188" y="54"/>
                    <a:pt x="188" y="54"/>
                  </a:cubicBezTo>
                  <a:cubicBezTo>
                    <a:pt x="188" y="54"/>
                    <a:pt x="63" y="170"/>
                    <a:pt x="45" y="215"/>
                  </a:cubicBezTo>
                  <a:lnTo>
                    <a:pt x="0" y="322"/>
                  </a:lnTo>
                  <a:lnTo>
                    <a:pt x="45" y="402"/>
                  </a:lnTo>
                  <a:lnTo>
                    <a:pt x="268" y="420"/>
                  </a:lnTo>
                  <a:cubicBezTo>
                    <a:pt x="268" y="420"/>
                    <a:pt x="375" y="411"/>
                    <a:pt x="420" y="367"/>
                  </a:cubicBezTo>
                  <a:cubicBezTo>
                    <a:pt x="441" y="345"/>
                    <a:pt x="468" y="336"/>
                    <a:pt x="506" y="336"/>
                  </a:cubicBezTo>
                  <a:cubicBezTo>
                    <a:pt x="548" y="336"/>
                    <a:pt x="603" y="348"/>
                    <a:pt x="678" y="367"/>
                  </a:cubicBezTo>
                  <a:cubicBezTo>
                    <a:pt x="702" y="371"/>
                    <a:pt x="723" y="373"/>
                    <a:pt x="741" y="373"/>
                  </a:cubicBezTo>
                  <a:cubicBezTo>
                    <a:pt x="827" y="373"/>
                    <a:pt x="857" y="331"/>
                    <a:pt x="857" y="331"/>
                  </a:cubicBezTo>
                  <a:cubicBezTo>
                    <a:pt x="857" y="331"/>
                    <a:pt x="866" y="170"/>
                    <a:pt x="857" y="144"/>
                  </a:cubicBezTo>
                  <a:cubicBezTo>
                    <a:pt x="839" y="117"/>
                    <a:pt x="732" y="1"/>
                    <a:pt x="732"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145"/>
            <p:cNvSpPr/>
            <p:nvPr/>
          </p:nvSpPr>
          <p:spPr>
            <a:xfrm>
              <a:off x="3455165" y="3852764"/>
              <a:ext cx="635198" cy="64763"/>
            </a:xfrm>
            <a:custGeom>
              <a:rect b="b" l="l" r="r" t="t"/>
              <a:pathLst>
                <a:path extrusionOk="0" h="313" w="3070">
                  <a:moveTo>
                    <a:pt x="1" y="0"/>
                  </a:moveTo>
                  <a:lnTo>
                    <a:pt x="1" y="312"/>
                  </a:lnTo>
                  <a:lnTo>
                    <a:pt x="3069" y="312"/>
                  </a:lnTo>
                  <a:lnTo>
                    <a:pt x="3069"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145"/>
            <p:cNvSpPr/>
            <p:nvPr/>
          </p:nvSpPr>
          <p:spPr>
            <a:xfrm>
              <a:off x="3493855" y="3917318"/>
              <a:ext cx="557816" cy="531759"/>
            </a:xfrm>
            <a:custGeom>
              <a:rect b="b" l="l" r="r" t="t"/>
              <a:pathLst>
                <a:path extrusionOk="0" h="2570" w="2696">
                  <a:moveTo>
                    <a:pt x="1" y="0"/>
                  </a:moveTo>
                  <a:lnTo>
                    <a:pt x="233" y="2570"/>
                  </a:lnTo>
                  <a:lnTo>
                    <a:pt x="2463" y="2570"/>
                  </a:lnTo>
                  <a:lnTo>
                    <a:pt x="269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145"/>
            <p:cNvSpPr/>
            <p:nvPr/>
          </p:nvSpPr>
          <p:spPr>
            <a:xfrm>
              <a:off x="3493855" y="3917318"/>
              <a:ext cx="557816" cy="40761"/>
            </a:xfrm>
            <a:custGeom>
              <a:rect b="b" l="l" r="r" t="t"/>
              <a:pathLst>
                <a:path extrusionOk="0" h="197" w="2696">
                  <a:moveTo>
                    <a:pt x="1" y="0"/>
                  </a:moveTo>
                  <a:lnTo>
                    <a:pt x="19" y="197"/>
                  </a:lnTo>
                  <a:lnTo>
                    <a:pt x="2677" y="197"/>
                  </a:lnTo>
                  <a:lnTo>
                    <a:pt x="269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35" name="Google Shape;9435;p145"/>
          <p:cNvSpPr/>
          <p:nvPr/>
        </p:nvSpPr>
        <p:spPr>
          <a:xfrm>
            <a:off x="5161992" y="4675538"/>
            <a:ext cx="638716" cy="98075"/>
          </a:xfrm>
          <a:custGeom>
            <a:rect b="b" l="l" r="r" t="t"/>
            <a:pathLst>
              <a:path extrusionOk="0" h="474" w="3087">
                <a:moveTo>
                  <a:pt x="1543" y="1"/>
                </a:moveTo>
                <a:cubicBezTo>
                  <a:pt x="696" y="1"/>
                  <a:pt x="0" y="108"/>
                  <a:pt x="0" y="233"/>
                </a:cubicBezTo>
                <a:cubicBezTo>
                  <a:pt x="0" y="366"/>
                  <a:pt x="696" y="474"/>
                  <a:pt x="1543" y="474"/>
                </a:cubicBezTo>
                <a:cubicBezTo>
                  <a:pt x="2400" y="474"/>
                  <a:pt x="3087" y="366"/>
                  <a:pt x="3087" y="233"/>
                </a:cubicBezTo>
                <a:cubicBezTo>
                  <a:pt x="3087" y="108"/>
                  <a:pt x="2400" y="1"/>
                  <a:pt x="1543" y="1"/>
                </a:cubicBez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36" name="Google Shape;9436;p145"/>
          <p:cNvGrpSpPr/>
          <p:nvPr/>
        </p:nvGrpSpPr>
        <p:grpSpPr>
          <a:xfrm>
            <a:off x="5105677" y="2848135"/>
            <a:ext cx="769165" cy="1873929"/>
            <a:chOff x="5033378" y="2902037"/>
            <a:chExt cx="634991" cy="1547039"/>
          </a:xfrm>
        </p:grpSpPr>
        <p:sp>
          <p:nvSpPr>
            <p:cNvPr id="9437" name="Google Shape;9437;p145"/>
            <p:cNvSpPr/>
            <p:nvPr/>
          </p:nvSpPr>
          <p:spPr>
            <a:xfrm>
              <a:off x="5055516" y="2902037"/>
              <a:ext cx="592576" cy="956338"/>
            </a:xfrm>
            <a:custGeom>
              <a:rect b="b" l="l" r="r" t="t"/>
              <a:pathLst>
                <a:path extrusionOk="0" h="4622" w="2864">
                  <a:moveTo>
                    <a:pt x="1427" y="1"/>
                  </a:moveTo>
                  <a:cubicBezTo>
                    <a:pt x="1427" y="1"/>
                    <a:pt x="1329" y="90"/>
                    <a:pt x="1338" y="144"/>
                  </a:cubicBezTo>
                  <a:cubicBezTo>
                    <a:pt x="1347" y="206"/>
                    <a:pt x="1383" y="277"/>
                    <a:pt x="1338" y="295"/>
                  </a:cubicBezTo>
                  <a:cubicBezTo>
                    <a:pt x="1285" y="304"/>
                    <a:pt x="1285" y="331"/>
                    <a:pt x="1213" y="358"/>
                  </a:cubicBezTo>
                  <a:cubicBezTo>
                    <a:pt x="1142" y="376"/>
                    <a:pt x="1213" y="456"/>
                    <a:pt x="1213" y="509"/>
                  </a:cubicBezTo>
                  <a:cubicBezTo>
                    <a:pt x="1213" y="563"/>
                    <a:pt x="1115" y="857"/>
                    <a:pt x="1115" y="857"/>
                  </a:cubicBezTo>
                  <a:lnTo>
                    <a:pt x="1026" y="973"/>
                  </a:lnTo>
                  <a:cubicBezTo>
                    <a:pt x="1026" y="973"/>
                    <a:pt x="812" y="1152"/>
                    <a:pt x="812" y="1232"/>
                  </a:cubicBezTo>
                  <a:cubicBezTo>
                    <a:pt x="821" y="1312"/>
                    <a:pt x="830" y="1312"/>
                    <a:pt x="857" y="1410"/>
                  </a:cubicBezTo>
                  <a:cubicBezTo>
                    <a:pt x="883" y="1517"/>
                    <a:pt x="848" y="1491"/>
                    <a:pt x="812" y="1553"/>
                  </a:cubicBezTo>
                  <a:cubicBezTo>
                    <a:pt x="776" y="1616"/>
                    <a:pt x="464" y="1767"/>
                    <a:pt x="464" y="1767"/>
                  </a:cubicBezTo>
                  <a:cubicBezTo>
                    <a:pt x="464" y="1767"/>
                    <a:pt x="375" y="1856"/>
                    <a:pt x="375" y="1883"/>
                  </a:cubicBezTo>
                  <a:cubicBezTo>
                    <a:pt x="375" y="1910"/>
                    <a:pt x="464" y="2106"/>
                    <a:pt x="464" y="2106"/>
                  </a:cubicBezTo>
                  <a:lnTo>
                    <a:pt x="500" y="2222"/>
                  </a:lnTo>
                  <a:lnTo>
                    <a:pt x="366" y="2347"/>
                  </a:lnTo>
                  <a:cubicBezTo>
                    <a:pt x="366" y="2347"/>
                    <a:pt x="312" y="2410"/>
                    <a:pt x="321" y="2454"/>
                  </a:cubicBezTo>
                  <a:cubicBezTo>
                    <a:pt x="321" y="2499"/>
                    <a:pt x="321" y="2454"/>
                    <a:pt x="419" y="2659"/>
                  </a:cubicBezTo>
                  <a:cubicBezTo>
                    <a:pt x="489" y="2786"/>
                    <a:pt x="468" y="2809"/>
                    <a:pt x="445" y="2809"/>
                  </a:cubicBezTo>
                  <a:cubicBezTo>
                    <a:pt x="433" y="2809"/>
                    <a:pt x="419" y="2802"/>
                    <a:pt x="419" y="2802"/>
                  </a:cubicBezTo>
                  <a:lnTo>
                    <a:pt x="89" y="2963"/>
                  </a:lnTo>
                  <a:cubicBezTo>
                    <a:pt x="89" y="2963"/>
                    <a:pt x="125" y="3016"/>
                    <a:pt x="134" y="3034"/>
                  </a:cubicBezTo>
                  <a:cubicBezTo>
                    <a:pt x="134" y="3052"/>
                    <a:pt x="187" y="3114"/>
                    <a:pt x="250" y="3177"/>
                  </a:cubicBezTo>
                  <a:cubicBezTo>
                    <a:pt x="312" y="3239"/>
                    <a:pt x="152" y="3328"/>
                    <a:pt x="152" y="3328"/>
                  </a:cubicBezTo>
                  <a:lnTo>
                    <a:pt x="0" y="3605"/>
                  </a:lnTo>
                  <a:lnTo>
                    <a:pt x="89" y="3783"/>
                  </a:lnTo>
                  <a:lnTo>
                    <a:pt x="214" y="3953"/>
                  </a:lnTo>
                  <a:cubicBezTo>
                    <a:pt x="214" y="3953"/>
                    <a:pt x="187" y="3989"/>
                    <a:pt x="187" y="4042"/>
                  </a:cubicBezTo>
                  <a:cubicBezTo>
                    <a:pt x="187" y="4105"/>
                    <a:pt x="250" y="4399"/>
                    <a:pt x="250" y="4399"/>
                  </a:cubicBezTo>
                  <a:lnTo>
                    <a:pt x="366" y="4622"/>
                  </a:lnTo>
                  <a:lnTo>
                    <a:pt x="1427" y="4595"/>
                  </a:lnTo>
                  <a:lnTo>
                    <a:pt x="2498" y="4622"/>
                  </a:lnTo>
                  <a:lnTo>
                    <a:pt x="2614" y="4399"/>
                  </a:lnTo>
                  <a:cubicBezTo>
                    <a:pt x="2614" y="4399"/>
                    <a:pt x="2676" y="4105"/>
                    <a:pt x="2676" y="4042"/>
                  </a:cubicBezTo>
                  <a:cubicBezTo>
                    <a:pt x="2676" y="3989"/>
                    <a:pt x="2650" y="3953"/>
                    <a:pt x="2650" y="3953"/>
                  </a:cubicBezTo>
                  <a:lnTo>
                    <a:pt x="2766" y="3783"/>
                  </a:lnTo>
                  <a:lnTo>
                    <a:pt x="2864" y="3605"/>
                  </a:lnTo>
                  <a:lnTo>
                    <a:pt x="2712" y="3328"/>
                  </a:lnTo>
                  <a:cubicBezTo>
                    <a:pt x="2712" y="3328"/>
                    <a:pt x="2552" y="3239"/>
                    <a:pt x="2614" y="3177"/>
                  </a:cubicBezTo>
                  <a:cubicBezTo>
                    <a:pt x="2676" y="3114"/>
                    <a:pt x="2721" y="3052"/>
                    <a:pt x="2730" y="3034"/>
                  </a:cubicBezTo>
                  <a:cubicBezTo>
                    <a:pt x="2739" y="3016"/>
                    <a:pt x="2766" y="2963"/>
                    <a:pt x="2766" y="2963"/>
                  </a:cubicBezTo>
                  <a:lnTo>
                    <a:pt x="2436" y="2802"/>
                  </a:lnTo>
                  <a:cubicBezTo>
                    <a:pt x="2436" y="2802"/>
                    <a:pt x="2423" y="2809"/>
                    <a:pt x="2412" y="2809"/>
                  </a:cubicBezTo>
                  <a:cubicBezTo>
                    <a:pt x="2391" y="2809"/>
                    <a:pt x="2372" y="2786"/>
                    <a:pt x="2436" y="2659"/>
                  </a:cubicBezTo>
                  <a:cubicBezTo>
                    <a:pt x="2543" y="2454"/>
                    <a:pt x="2534" y="2499"/>
                    <a:pt x="2543" y="2454"/>
                  </a:cubicBezTo>
                  <a:cubicBezTo>
                    <a:pt x="2552" y="2410"/>
                    <a:pt x="2498" y="2347"/>
                    <a:pt x="2498" y="2347"/>
                  </a:cubicBezTo>
                  <a:lnTo>
                    <a:pt x="2364" y="2222"/>
                  </a:lnTo>
                  <a:lnTo>
                    <a:pt x="2391" y="2106"/>
                  </a:lnTo>
                  <a:cubicBezTo>
                    <a:pt x="2391" y="2106"/>
                    <a:pt x="2489" y="1910"/>
                    <a:pt x="2489" y="1883"/>
                  </a:cubicBezTo>
                  <a:cubicBezTo>
                    <a:pt x="2489" y="1856"/>
                    <a:pt x="2391" y="1767"/>
                    <a:pt x="2391" y="1767"/>
                  </a:cubicBezTo>
                  <a:cubicBezTo>
                    <a:pt x="2391" y="1767"/>
                    <a:pt x="2079" y="1616"/>
                    <a:pt x="2043" y="1553"/>
                  </a:cubicBezTo>
                  <a:cubicBezTo>
                    <a:pt x="2007" y="1491"/>
                    <a:pt x="1981" y="1517"/>
                    <a:pt x="2007" y="1410"/>
                  </a:cubicBezTo>
                  <a:cubicBezTo>
                    <a:pt x="2034" y="1312"/>
                    <a:pt x="2043" y="1312"/>
                    <a:pt x="2043" y="1232"/>
                  </a:cubicBezTo>
                  <a:cubicBezTo>
                    <a:pt x="2052" y="1152"/>
                    <a:pt x="1829" y="973"/>
                    <a:pt x="1829" y="973"/>
                  </a:cubicBezTo>
                  <a:lnTo>
                    <a:pt x="1749" y="857"/>
                  </a:lnTo>
                  <a:cubicBezTo>
                    <a:pt x="1749" y="857"/>
                    <a:pt x="1642" y="563"/>
                    <a:pt x="1642" y="509"/>
                  </a:cubicBezTo>
                  <a:cubicBezTo>
                    <a:pt x="1642" y="456"/>
                    <a:pt x="1713" y="376"/>
                    <a:pt x="1642" y="358"/>
                  </a:cubicBezTo>
                  <a:cubicBezTo>
                    <a:pt x="1579" y="331"/>
                    <a:pt x="1570" y="304"/>
                    <a:pt x="1526" y="295"/>
                  </a:cubicBezTo>
                  <a:cubicBezTo>
                    <a:pt x="1481" y="277"/>
                    <a:pt x="1517" y="206"/>
                    <a:pt x="1517" y="144"/>
                  </a:cubicBezTo>
                  <a:cubicBezTo>
                    <a:pt x="1526" y="90"/>
                    <a:pt x="1427" y="1"/>
                    <a:pt x="1427"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145"/>
            <p:cNvSpPr/>
            <p:nvPr/>
          </p:nvSpPr>
          <p:spPr>
            <a:xfrm>
              <a:off x="5162482" y="3249016"/>
              <a:ext cx="376774" cy="609350"/>
            </a:xfrm>
            <a:custGeom>
              <a:rect b="b" l="l" r="r" t="t"/>
              <a:pathLst>
                <a:path extrusionOk="0" h="2945" w="1821">
                  <a:moveTo>
                    <a:pt x="910" y="1"/>
                  </a:moveTo>
                  <a:cubicBezTo>
                    <a:pt x="910" y="1"/>
                    <a:pt x="848" y="63"/>
                    <a:pt x="857" y="99"/>
                  </a:cubicBezTo>
                  <a:cubicBezTo>
                    <a:pt x="857" y="135"/>
                    <a:pt x="884" y="179"/>
                    <a:pt x="848" y="188"/>
                  </a:cubicBezTo>
                  <a:cubicBezTo>
                    <a:pt x="821" y="197"/>
                    <a:pt x="821" y="215"/>
                    <a:pt x="777" y="233"/>
                  </a:cubicBezTo>
                  <a:cubicBezTo>
                    <a:pt x="732" y="242"/>
                    <a:pt x="777" y="286"/>
                    <a:pt x="777" y="322"/>
                  </a:cubicBezTo>
                  <a:cubicBezTo>
                    <a:pt x="777" y="358"/>
                    <a:pt x="714" y="545"/>
                    <a:pt x="714" y="545"/>
                  </a:cubicBezTo>
                  <a:lnTo>
                    <a:pt x="661" y="625"/>
                  </a:lnTo>
                  <a:cubicBezTo>
                    <a:pt x="661" y="625"/>
                    <a:pt x="518" y="741"/>
                    <a:pt x="518" y="786"/>
                  </a:cubicBezTo>
                  <a:cubicBezTo>
                    <a:pt x="527" y="840"/>
                    <a:pt x="527" y="840"/>
                    <a:pt x="545" y="902"/>
                  </a:cubicBezTo>
                  <a:cubicBezTo>
                    <a:pt x="563" y="964"/>
                    <a:pt x="545" y="947"/>
                    <a:pt x="518" y="991"/>
                  </a:cubicBezTo>
                  <a:cubicBezTo>
                    <a:pt x="500" y="1027"/>
                    <a:pt x="295" y="1125"/>
                    <a:pt x="295" y="1125"/>
                  </a:cubicBezTo>
                  <a:cubicBezTo>
                    <a:pt x="295" y="1125"/>
                    <a:pt x="241" y="1179"/>
                    <a:pt x="241" y="1196"/>
                  </a:cubicBezTo>
                  <a:cubicBezTo>
                    <a:pt x="241" y="1214"/>
                    <a:pt x="295" y="1348"/>
                    <a:pt x="295" y="1348"/>
                  </a:cubicBezTo>
                  <a:lnTo>
                    <a:pt x="322" y="1419"/>
                  </a:lnTo>
                  <a:lnTo>
                    <a:pt x="232" y="1491"/>
                  </a:lnTo>
                  <a:cubicBezTo>
                    <a:pt x="232" y="1491"/>
                    <a:pt x="197" y="1535"/>
                    <a:pt x="206" y="1562"/>
                  </a:cubicBezTo>
                  <a:cubicBezTo>
                    <a:pt x="206" y="1598"/>
                    <a:pt x="206" y="1562"/>
                    <a:pt x="268" y="1696"/>
                  </a:cubicBezTo>
                  <a:cubicBezTo>
                    <a:pt x="314" y="1775"/>
                    <a:pt x="301" y="1790"/>
                    <a:pt x="286" y="1790"/>
                  </a:cubicBezTo>
                  <a:cubicBezTo>
                    <a:pt x="278" y="1790"/>
                    <a:pt x="268" y="1785"/>
                    <a:pt x="268" y="1785"/>
                  </a:cubicBezTo>
                  <a:lnTo>
                    <a:pt x="63" y="1883"/>
                  </a:lnTo>
                  <a:cubicBezTo>
                    <a:pt x="63" y="1883"/>
                    <a:pt x="81" y="1919"/>
                    <a:pt x="90" y="1937"/>
                  </a:cubicBezTo>
                  <a:cubicBezTo>
                    <a:pt x="90" y="1946"/>
                    <a:pt x="125" y="1990"/>
                    <a:pt x="161" y="2026"/>
                  </a:cubicBezTo>
                  <a:cubicBezTo>
                    <a:pt x="197" y="2071"/>
                    <a:pt x="99" y="2124"/>
                    <a:pt x="99" y="2124"/>
                  </a:cubicBezTo>
                  <a:lnTo>
                    <a:pt x="1" y="2303"/>
                  </a:lnTo>
                  <a:lnTo>
                    <a:pt x="63" y="2410"/>
                  </a:lnTo>
                  <a:lnTo>
                    <a:pt x="134" y="2517"/>
                  </a:lnTo>
                  <a:cubicBezTo>
                    <a:pt x="134" y="2517"/>
                    <a:pt x="125" y="2543"/>
                    <a:pt x="125" y="2579"/>
                  </a:cubicBezTo>
                  <a:cubicBezTo>
                    <a:pt x="125" y="2615"/>
                    <a:pt x="161" y="2802"/>
                    <a:pt x="161" y="2802"/>
                  </a:cubicBezTo>
                  <a:lnTo>
                    <a:pt x="232" y="2945"/>
                  </a:lnTo>
                  <a:lnTo>
                    <a:pt x="910" y="2927"/>
                  </a:lnTo>
                  <a:lnTo>
                    <a:pt x="1588" y="2945"/>
                  </a:lnTo>
                  <a:lnTo>
                    <a:pt x="1669" y="2802"/>
                  </a:lnTo>
                  <a:cubicBezTo>
                    <a:pt x="1669" y="2802"/>
                    <a:pt x="1704" y="2615"/>
                    <a:pt x="1704" y="2579"/>
                  </a:cubicBezTo>
                  <a:cubicBezTo>
                    <a:pt x="1704" y="2543"/>
                    <a:pt x="1687" y="2517"/>
                    <a:pt x="1687" y="2517"/>
                  </a:cubicBezTo>
                  <a:lnTo>
                    <a:pt x="1767" y="2410"/>
                  </a:lnTo>
                  <a:lnTo>
                    <a:pt x="1820" y="2303"/>
                  </a:lnTo>
                  <a:lnTo>
                    <a:pt x="1731" y="2124"/>
                  </a:lnTo>
                  <a:cubicBezTo>
                    <a:pt x="1731" y="2124"/>
                    <a:pt x="1624" y="2071"/>
                    <a:pt x="1669" y="2026"/>
                  </a:cubicBezTo>
                  <a:cubicBezTo>
                    <a:pt x="1704" y="1990"/>
                    <a:pt x="1731" y="1946"/>
                    <a:pt x="1740" y="1937"/>
                  </a:cubicBezTo>
                  <a:cubicBezTo>
                    <a:pt x="1740" y="1919"/>
                    <a:pt x="1767" y="1883"/>
                    <a:pt x="1767" y="1883"/>
                  </a:cubicBezTo>
                  <a:lnTo>
                    <a:pt x="1553" y="1785"/>
                  </a:lnTo>
                  <a:cubicBezTo>
                    <a:pt x="1553" y="1785"/>
                    <a:pt x="1545" y="1790"/>
                    <a:pt x="1537" y="1790"/>
                  </a:cubicBezTo>
                  <a:cubicBezTo>
                    <a:pt x="1524" y="1790"/>
                    <a:pt x="1513" y="1775"/>
                    <a:pt x="1553" y="1696"/>
                  </a:cubicBezTo>
                  <a:cubicBezTo>
                    <a:pt x="1624" y="1562"/>
                    <a:pt x="1615" y="1598"/>
                    <a:pt x="1624" y="1562"/>
                  </a:cubicBezTo>
                  <a:cubicBezTo>
                    <a:pt x="1624" y="1535"/>
                    <a:pt x="1588" y="1491"/>
                    <a:pt x="1588" y="1491"/>
                  </a:cubicBezTo>
                  <a:lnTo>
                    <a:pt x="1508" y="1419"/>
                  </a:lnTo>
                  <a:lnTo>
                    <a:pt x="1526" y="1348"/>
                  </a:lnTo>
                  <a:cubicBezTo>
                    <a:pt x="1526" y="1348"/>
                    <a:pt x="1588" y="1214"/>
                    <a:pt x="1588" y="1196"/>
                  </a:cubicBezTo>
                  <a:cubicBezTo>
                    <a:pt x="1588" y="1179"/>
                    <a:pt x="1526" y="1125"/>
                    <a:pt x="1526" y="1125"/>
                  </a:cubicBezTo>
                  <a:cubicBezTo>
                    <a:pt x="1526" y="1125"/>
                    <a:pt x="1330" y="1027"/>
                    <a:pt x="1303" y="991"/>
                  </a:cubicBezTo>
                  <a:cubicBezTo>
                    <a:pt x="1285" y="947"/>
                    <a:pt x="1258" y="964"/>
                    <a:pt x="1276" y="902"/>
                  </a:cubicBezTo>
                  <a:cubicBezTo>
                    <a:pt x="1294" y="840"/>
                    <a:pt x="1303" y="840"/>
                    <a:pt x="1303" y="786"/>
                  </a:cubicBezTo>
                  <a:cubicBezTo>
                    <a:pt x="1303" y="741"/>
                    <a:pt x="1169" y="625"/>
                    <a:pt x="1169" y="625"/>
                  </a:cubicBezTo>
                  <a:lnTo>
                    <a:pt x="1116" y="545"/>
                  </a:lnTo>
                  <a:cubicBezTo>
                    <a:pt x="1116" y="545"/>
                    <a:pt x="1053" y="358"/>
                    <a:pt x="1053" y="322"/>
                  </a:cubicBezTo>
                  <a:cubicBezTo>
                    <a:pt x="1053" y="286"/>
                    <a:pt x="1098" y="242"/>
                    <a:pt x="1053" y="233"/>
                  </a:cubicBezTo>
                  <a:cubicBezTo>
                    <a:pt x="1009" y="215"/>
                    <a:pt x="1000" y="197"/>
                    <a:pt x="973" y="188"/>
                  </a:cubicBezTo>
                  <a:cubicBezTo>
                    <a:pt x="946" y="179"/>
                    <a:pt x="964" y="135"/>
                    <a:pt x="973" y="99"/>
                  </a:cubicBezTo>
                  <a:cubicBezTo>
                    <a:pt x="973" y="63"/>
                    <a:pt x="91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145"/>
            <p:cNvSpPr/>
            <p:nvPr/>
          </p:nvSpPr>
          <p:spPr>
            <a:xfrm>
              <a:off x="5046206" y="3647721"/>
              <a:ext cx="234630" cy="129733"/>
            </a:xfrm>
            <a:custGeom>
              <a:rect b="b" l="l" r="r" t="t"/>
              <a:pathLst>
                <a:path extrusionOk="0" h="627" w="1134">
                  <a:moveTo>
                    <a:pt x="801" y="502"/>
                  </a:moveTo>
                  <a:lnTo>
                    <a:pt x="786" y="518"/>
                  </a:lnTo>
                  <a:cubicBezTo>
                    <a:pt x="786" y="518"/>
                    <a:pt x="817" y="502"/>
                    <a:pt x="801" y="502"/>
                  </a:cubicBezTo>
                  <a:close/>
                  <a:moveTo>
                    <a:pt x="696" y="1"/>
                  </a:moveTo>
                  <a:cubicBezTo>
                    <a:pt x="625" y="1"/>
                    <a:pt x="277" y="117"/>
                    <a:pt x="170" y="117"/>
                  </a:cubicBezTo>
                  <a:cubicBezTo>
                    <a:pt x="63" y="117"/>
                    <a:pt x="1" y="224"/>
                    <a:pt x="1" y="224"/>
                  </a:cubicBezTo>
                  <a:lnTo>
                    <a:pt x="1" y="349"/>
                  </a:lnTo>
                  <a:lnTo>
                    <a:pt x="72" y="518"/>
                  </a:lnTo>
                  <a:lnTo>
                    <a:pt x="206" y="518"/>
                  </a:lnTo>
                  <a:lnTo>
                    <a:pt x="304" y="590"/>
                  </a:lnTo>
                  <a:cubicBezTo>
                    <a:pt x="304" y="590"/>
                    <a:pt x="392" y="627"/>
                    <a:pt x="449" y="627"/>
                  </a:cubicBezTo>
                  <a:cubicBezTo>
                    <a:pt x="454" y="627"/>
                    <a:pt x="460" y="626"/>
                    <a:pt x="464" y="625"/>
                  </a:cubicBezTo>
                  <a:cubicBezTo>
                    <a:pt x="518" y="616"/>
                    <a:pt x="491" y="616"/>
                    <a:pt x="518" y="599"/>
                  </a:cubicBezTo>
                  <a:cubicBezTo>
                    <a:pt x="536" y="581"/>
                    <a:pt x="616" y="545"/>
                    <a:pt x="732" y="518"/>
                  </a:cubicBezTo>
                  <a:cubicBezTo>
                    <a:pt x="774" y="506"/>
                    <a:pt x="793" y="502"/>
                    <a:pt x="801" y="502"/>
                  </a:cubicBezTo>
                  <a:lnTo>
                    <a:pt x="866" y="438"/>
                  </a:lnTo>
                  <a:cubicBezTo>
                    <a:pt x="866" y="438"/>
                    <a:pt x="869" y="439"/>
                    <a:pt x="876" y="439"/>
                  </a:cubicBezTo>
                  <a:cubicBezTo>
                    <a:pt x="891" y="439"/>
                    <a:pt x="923" y="434"/>
                    <a:pt x="955" y="402"/>
                  </a:cubicBezTo>
                  <a:cubicBezTo>
                    <a:pt x="1000" y="367"/>
                    <a:pt x="955" y="313"/>
                    <a:pt x="955" y="313"/>
                  </a:cubicBezTo>
                  <a:cubicBezTo>
                    <a:pt x="955" y="313"/>
                    <a:pt x="982" y="313"/>
                    <a:pt x="1062" y="269"/>
                  </a:cubicBezTo>
                  <a:cubicBezTo>
                    <a:pt x="1133" y="233"/>
                    <a:pt x="1107" y="215"/>
                    <a:pt x="1107" y="215"/>
                  </a:cubicBezTo>
                  <a:lnTo>
                    <a:pt x="1107" y="170"/>
                  </a:lnTo>
                  <a:lnTo>
                    <a:pt x="1053" y="126"/>
                  </a:lnTo>
                  <a:cubicBezTo>
                    <a:pt x="1053" y="126"/>
                    <a:pt x="768" y="1"/>
                    <a:pt x="696"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145"/>
            <p:cNvSpPr/>
            <p:nvPr/>
          </p:nvSpPr>
          <p:spPr>
            <a:xfrm>
              <a:off x="5380345" y="3535165"/>
              <a:ext cx="204215" cy="138837"/>
            </a:xfrm>
            <a:custGeom>
              <a:rect b="b" l="l" r="r" t="t"/>
              <a:pathLst>
                <a:path extrusionOk="0" h="671" w="987">
                  <a:moveTo>
                    <a:pt x="643" y="1"/>
                  </a:moveTo>
                  <a:lnTo>
                    <a:pt x="402" y="152"/>
                  </a:lnTo>
                  <a:cubicBezTo>
                    <a:pt x="402" y="152"/>
                    <a:pt x="268" y="206"/>
                    <a:pt x="152" y="206"/>
                  </a:cubicBezTo>
                  <a:cubicBezTo>
                    <a:pt x="141" y="205"/>
                    <a:pt x="130" y="205"/>
                    <a:pt x="121" y="205"/>
                  </a:cubicBezTo>
                  <a:cubicBezTo>
                    <a:pt x="41" y="205"/>
                    <a:pt x="24" y="236"/>
                    <a:pt x="0" y="268"/>
                  </a:cubicBezTo>
                  <a:lnTo>
                    <a:pt x="0" y="465"/>
                  </a:lnTo>
                  <a:lnTo>
                    <a:pt x="188" y="545"/>
                  </a:lnTo>
                  <a:lnTo>
                    <a:pt x="330" y="652"/>
                  </a:lnTo>
                  <a:cubicBezTo>
                    <a:pt x="330" y="652"/>
                    <a:pt x="448" y="671"/>
                    <a:pt x="519" y="671"/>
                  </a:cubicBezTo>
                  <a:cubicBezTo>
                    <a:pt x="546" y="671"/>
                    <a:pt x="566" y="668"/>
                    <a:pt x="571" y="661"/>
                  </a:cubicBezTo>
                  <a:cubicBezTo>
                    <a:pt x="589" y="643"/>
                    <a:pt x="660" y="482"/>
                    <a:pt x="660" y="482"/>
                  </a:cubicBezTo>
                  <a:cubicBezTo>
                    <a:pt x="660" y="482"/>
                    <a:pt x="732" y="420"/>
                    <a:pt x="892" y="268"/>
                  </a:cubicBezTo>
                  <a:cubicBezTo>
                    <a:pt x="978" y="178"/>
                    <a:pt x="987" y="158"/>
                    <a:pt x="978" y="158"/>
                  </a:cubicBezTo>
                  <a:cubicBezTo>
                    <a:pt x="972" y="158"/>
                    <a:pt x="955" y="170"/>
                    <a:pt x="955" y="170"/>
                  </a:cubicBezTo>
                  <a:lnTo>
                    <a:pt x="892" y="54"/>
                  </a:lnTo>
                  <a:lnTo>
                    <a:pt x="643" y="1"/>
                  </a:ln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145"/>
            <p:cNvSpPr/>
            <p:nvPr/>
          </p:nvSpPr>
          <p:spPr>
            <a:xfrm>
              <a:off x="5134758" y="3458610"/>
              <a:ext cx="179387" cy="95179"/>
            </a:xfrm>
            <a:custGeom>
              <a:rect b="b" l="l" r="r" t="t"/>
              <a:pathLst>
                <a:path extrusionOk="0" h="460" w="867">
                  <a:moveTo>
                    <a:pt x="442" y="0"/>
                  </a:moveTo>
                  <a:cubicBezTo>
                    <a:pt x="407" y="0"/>
                    <a:pt x="377" y="7"/>
                    <a:pt x="358" y="23"/>
                  </a:cubicBezTo>
                  <a:cubicBezTo>
                    <a:pt x="304" y="59"/>
                    <a:pt x="268" y="192"/>
                    <a:pt x="268" y="192"/>
                  </a:cubicBezTo>
                  <a:lnTo>
                    <a:pt x="126" y="210"/>
                  </a:lnTo>
                  <a:cubicBezTo>
                    <a:pt x="126" y="210"/>
                    <a:pt x="118" y="209"/>
                    <a:pt x="107" y="209"/>
                  </a:cubicBezTo>
                  <a:cubicBezTo>
                    <a:pt x="90" y="209"/>
                    <a:pt x="63" y="212"/>
                    <a:pt x="36" y="228"/>
                  </a:cubicBezTo>
                  <a:cubicBezTo>
                    <a:pt x="1" y="255"/>
                    <a:pt x="1" y="371"/>
                    <a:pt x="1" y="371"/>
                  </a:cubicBezTo>
                  <a:lnTo>
                    <a:pt x="90" y="415"/>
                  </a:lnTo>
                  <a:lnTo>
                    <a:pt x="456" y="460"/>
                  </a:lnTo>
                  <a:lnTo>
                    <a:pt x="625" y="371"/>
                  </a:lnTo>
                  <a:lnTo>
                    <a:pt x="804" y="308"/>
                  </a:lnTo>
                  <a:cubicBezTo>
                    <a:pt x="804" y="308"/>
                    <a:pt x="866" y="237"/>
                    <a:pt x="830" y="201"/>
                  </a:cubicBezTo>
                  <a:cubicBezTo>
                    <a:pt x="795" y="166"/>
                    <a:pt x="732" y="76"/>
                    <a:pt x="732" y="76"/>
                  </a:cubicBezTo>
                  <a:cubicBezTo>
                    <a:pt x="732" y="76"/>
                    <a:pt x="679" y="59"/>
                    <a:pt x="590" y="32"/>
                  </a:cubicBezTo>
                  <a:cubicBezTo>
                    <a:pt x="539" y="12"/>
                    <a:pt x="487" y="0"/>
                    <a:pt x="442"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145"/>
            <p:cNvSpPr/>
            <p:nvPr/>
          </p:nvSpPr>
          <p:spPr>
            <a:xfrm>
              <a:off x="5363586" y="3225222"/>
              <a:ext cx="253252" cy="118146"/>
            </a:xfrm>
            <a:custGeom>
              <a:rect b="b" l="l" r="r" t="t"/>
              <a:pathLst>
                <a:path extrusionOk="0" h="571" w="1224">
                  <a:moveTo>
                    <a:pt x="795" y="0"/>
                  </a:moveTo>
                  <a:cubicBezTo>
                    <a:pt x="795" y="0"/>
                    <a:pt x="697" y="0"/>
                    <a:pt x="501" y="80"/>
                  </a:cubicBezTo>
                  <a:cubicBezTo>
                    <a:pt x="398" y="116"/>
                    <a:pt x="351" y="125"/>
                    <a:pt x="330" y="125"/>
                  </a:cubicBezTo>
                  <a:cubicBezTo>
                    <a:pt x="309" y="125"/>
                    <a:pt x="313" y="116"/>
                    <a:pt x="313" y="116"/>
                  </a:cubicBezTo>
                  <a:lnTo>
                    <a:pt x="313" y="116"/>
                  </a:lnTo>
                  <a:lnTo>
                    <a:pt x="251" y="196"/>
                  </a:lnTo>
                  <a:lnTo>
                    <a:pt x="1" y="303"/>
                  </a:lnTo>
                  <a:lnTo>
                    <a:pt x="81" y="544"/>
                  </a:lnTo>
                  <a:cubicBezTo>
                    <a:pt x="81" y="544"/>
                    <a:pt x="99" y="535"/>
                    <a:pt x="215" y="526"/>
                  </a:cubicBezTo>
                  <a:cubicBezTo>
                    <a:pt x="228" y="525"/>
                    <a:pt x="240" y="525"/>
                    <a:pt x="253" y="525"/>
                  </a:cubicBezTo>
                  <a:cubicBezTo>
                    <a:pt x="350" y="525"/>
                    <a:pt x="420" y="553"/>
                    <a:pt x="420" y="553"/>
                  </a:cubicBezTo>
                  <a:lnTo>
                    <a:pt x="599" y="571"/>
                  </a:lnTo>
                  <a:cubicBezTo>
                    <a:pt x="599" y="571"/>
                    <a:pt x="706" y="437"/>
                    <a:pt x="813" y="393"/>
                  </a:cubicBezTo>
                  <a:cubicBezTo>
                    <a:pt x="845" y="375"/>
                    <a:pt x="867" y="369"/>
                    <a:pt x="887" y="369"/>
                  </a:cubicBezTo>
                  <a:cubicBezTo>
                    <a:pt x="928" y="369"/>
                    <a:pt x="961" y="393"/>
                    <a:pt x="1063" y="393"/>
                  </a:cubicBezTo>
                  <a:cubicBezTo>
                    <a:pt x="1223" y="384"/>
                    <a:pt x="1196" y="285"/>
                    <a:pt x="1196" y="285"/>
                  </a:cubicBezTo>
                  <a:lnTo>
                    <a:pt x="1196" y="205"/>
                  </a:lnTo>
                  <a:cubicBezTo>
                    <a:pt x="1196" y="205"/>
                    <a:pt x="1125" y="62"/>
                    <a:pt x="1125" y="62"/>
                  </a:cubicBezTo>
                  <a:cubicBezTo>
                    <a:pt x="1125" y="62"/>
                    <a:pt x="973" y="27"/>
                    <a:pt x="973" y="27"/>
                  </a:cubicBezTo>
                  <a:lnTo>
                    <a:pt x="795" y="0"/>
                  </a:ln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145"/>
            <p:cNvSpPr/>
            <p:nvPr/>
          </p:nvSpPr>
          <p:spPr>
            <a:xfrm>
              <a:off x="5164344" y="3105217"/>
              <a:ext cx="216216" cy="86902"/>
            </a:xfrm>
            <a:custGeom>
              <a:rect b="b" l="l" r="r" t="t"/>
              <a:pathLst>
                <a:path extrusionOk="0" h="420" w="1045">
                  <a:moveTo>
                    <a:pt x="588" y="1"/>
                  </a:moveTo>
                  <a:cubicBezTo>
                    <a:pt x="575" y="1"/>
                    <a:pt x="561" y="3"/>
                    <a:pt x="545" y="9"/>
                  </a:cubicBezTo>
                  <a:cubicBezTo>
                    <a:pt x="447" y="45"/>
                    <a:pt x="277" y="63"/>
                    <a:pt x="277" y="63"/>
                  </a:cubicBezTo>
                  <a:lnTo>
                    <a:pt x="125" y="63"/>
                  </a:lnTo>
                  <a:cubicBezTo>
                    <a:pt x="125" y="63"/>
                    <a:pt x="0" y="152"/>
                    <a:pt x="27" y="223"/>
                  </a:cubicBezTo>
                  <a:cubicBezTo>
                    <a:pt x="54" y="295"/>
                    <a:pt x="125" y="366"/>
                    <a:pt x="125" y="366"/>
                  </a:cubicBezTo>
                  <a:cubicBezTo>
                    <a:pt x="125" y="366"/>
                    <a:pt x="518" y="411"/>
                    <a:pt x="545" y="411"/>
                  </a:cubicBezTo>
                  <a:cubicBezTo>
                    <a:pt x="562" y="411"/>
                    <a:pt x="732" y="419"/>
                    <a:pt x="732" y="419"/>
                  </a:cubicBezTo>
                  <a:lnTo>
                    <a:pt x="964" y="366"/>
                  </a:lnTo>
                  <a:lnTo>
                    <a:pt x="1044" y="286"/>
                  </a:lnTo>
                  <a:lnTo>
                    <a:pt x="830" y="143"/>
                  </a:lnTo>
                  <a:cubicBezTo>
                    <a:pt x="759" y="107"/>
                    <a:pt x="670" y="63"/>
                    <a:pt x="670" y="63"/>
                  </a:cubicBezTo>
                  <a:cubicBezTo>
                    <a:pt x="670" y="63"/>
                    <a:pt x="651" y="1"/>
                    <a:pt x="588"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145"/>
            <p:cNvSpPr/>
            <p:nvPr/>
          </p:nvSpPr>
          <p:spPr>
            <a:xfrm>
              <a:off x="5425863" y="3360331"/>
              <a:ext cx="159524" cy="73660"/>
            </a:xfrm>
            <a:custGeom>
              <a:rect b="b" l="l" r="r" t="t"/>
              <a:pathLst>
                <a:path extrusionOk="0" h="356" w="771">
                  <a:moveTo>
                    <a:pt x="369" y="0"/>
                  </a:moveTo>
                  <a:cubicBezTo>
                    <a:pt x="351" y="0"/>
                    <a:pt x="330" y="4"/>
                    <a:pt x="298" y="16"/>
                  </a:cubicBezTo>
                  <a:cubicBezTo>
                    <a:pt x="200" y="61"/>
                    <a:pt x="164" y="25"/>
                    <a:pt x="137" y="87"/>
                  </a:cubicBezTo>
                  <a:cubicBezTo>
                    <a:pt x="101" y="150"/>
                    <a:pt x="48" y="239"/>
                    <a:pt x="48" y="239"/>
                  </a:cubicBezTo>
                  <a:cubicBezTo>
                    <a:pt x="48" y="239"/>
                    <a:pt x="41" y="238"/>
                    <a:pt x="33" y="238"/>
                  </a:cubicBezTo>
                  <a:cubicBezTo>
                    <a:pt x="18" y="238"/>
                    <a:pt x="0" y="242"/>
                    <a:pt x="30" y="266"/>
                  </a:cubicBezTo>
                  <a:cubicBezTo>
                    <a:pt x="75" y="310"/>
                    <a:pt x="226" y="355"/>
                    <a:pt x="226" y="355"/>
                  </a:cubicBezTo>
                  <a:lnTo>
                    <a:pt x="414" y="346"/>
                  </a:lnTo>
                  <a:lnTo>
                    <a:pt x="610" y="328"/>
                  </a:lnTo>
                  <a:lnTo>
                    <a:pt x="753" y="239"/>
                  </a:lnTo>
                  <a:lnTo>
                    <a:pt x="770" y="141"/>
                  </a:lnTo>
                  <a:lnTo>
                    <a:pt x="762" y="52"/>
                  </a:lnTo>
                  <a:cubicBezTo>
                    <a:pt x="726" y="43"/>
                    <a:pt x="637" y="16"/>
                    <a:pt x="512" y="16"/>
                  </a:cubicBezTo>
                  <a:cubicBezTo>
                    <a:pt x="428" y="16"/>
                    <a:pt x="405" y="0"/>
                    <a:pt x="369" y="0"/>
                  </a:cubicBez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145"/>
            <p:cNvSpPr/>
            <p:nvPr/>
          </p:nvSpPr>
          <p:spPr>
            <a:xfrm>
              <a:off x="5120068" y="3438954"/>
              <a:ext cx="118350" cy="72418"/>
            </a:xfrm>
            <a:custGeom>
              <a:rect b="b" l="l" r="r" t="t"/>
              <a:pathLst>
                <a:path extrusionOk="0" h="350" w="572">
                  <a:moveTo>
                    <a:pt x="378" y="1"/>
                  </a:moveTo>
                  <a:cubicBezTo>
                    <a:pt x="371" y="1"/>
                    <a:pt x="364" y="1"/>
                    <a:pt x="357" y="2"/>
                  </a:cubicBezTo>
                  <a:cubicBezTo>
                    <a:pt x="286" y="11"/>
                    <a:pt x="197" y="11"/>
                    <a:pt x="197" y="11"/>
                  </a:cubicBezTo>
                  <a:cubicBezTo>
                    <a:pt x="170" y="11"/>
                    <a:pt x="54" y="29"/>
                    <a:pt x="36" y="55"/>
                  </a:cubicBezTo>
                  <a:cubicBezTo>
                    <a:pt x="27" y="82"/>
                    <a:pt x="0" y="91"/>
                    <a:pt x="18" y="145"/>
                  </a:cubicBezTo>
                  <a:cubicBezTo>
                    <a:pt x="27" y="198"/>
                    <a:pt x="81" y="269"/>
                    <a:pt x="81" y="269"/>
                  </a:cubicBezTo>
                  <a:lnTo>
                    <a:pt x="232" y="323"/>
                  </a:lnTo>
                  <a:lnTo>
                    <a:pt x="384" y="350"/>
                  </a:lnTo>
                  <a:cubicBezTo>
                    <a:pt x="384" y="350"/>
                    <a:pt x="527" y="252"/>
                    <a:pt x="536" y="198"/>
                  </a:cubicBezTo>
                  <a:cubicBezTo>
                    <a:pt x="553" y="136"/>
                    <a:pt x="571" y="64"/>
                    <a:pt x="571" y="64"/>
                  </a:cubicBezTo>
                  <a:lnTo>
                    <a:pt x="571" y="38"/>
                  </a:lnTo>
                  <a:cubicBezTo>
                    <a:pt x="571" y="38"/>
                    <a:pt x="453" y="1"/>
                    <a:pt x="378"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145"/>
            <p:cNvSpPr/>
            <p:nvPr/>
          </p:nvSpPr>
          <p:spPr>
            <a:xfrm>
              <a:off x="5114482" y="3616272"/>
              <a:ext cx="201319" cy="104076"/>
            </a:xfrm>
            <a:custGeom>
              <a:rect b="b" l="l" r="r" t="t"/>
              <a:pathLst>
                <a:path extrusionOk="0" h="503" w="973">
                  <a:moveTo>
                    <a:pt x="456" y="0"/>
                  </a:moveTo>
                  <a:cubicBezTo>
                    <a:pt x="447" y="0"/>
                    <a:pt x="438" y="0"/>
                    <a:pt x="429" y="1"/>
                  </a:cubicBezTo>
                  <a:cubicBezTo>
                    <a:pt x="331" y="10"/>
                    <a:pt x="206" y="73"/>
                    <a:pt x="206" y="73"/>
                  </a:cubicBezTo>
                  <a:lnTo>
                    <a:pt x="99" y="108"/>
                  </a:lnTo>
                  <a:cubicBezTo>
                    <a:pt x="99" y="108"/>
                    <a:pt x="79" y="100"/>
                    <a:pt x="60" y="100"/>
                  </a:cubicBezTo>
                  <a:cubicBezTo>
                    <a:pt x="51" y="100"/>
                    <a:pt x="42" y="102"/>
                    <a:pt x="36" y="108"/>
                  </a:cubicBezTo>
                  <a:cubicBezTo>
                    <a:pt x="18" y="117"/>
                    <a:pt x="1" y="206"/>
                    <a:pt x="1" y="206"/>
                  </a:cubicBezTo>
                  <a:lnTo>
                    <a:pt x="99" y="305"/>
                  </a:lnTo>
                  <a:cubicBezTo>
                    <a:pt x="99" y="305"/>
                    <a:pt x="108" y="314"/>
                    <a:pt x="134" y="340"/>
                  </a:cubicBezTo>
                  <a:cubicBezTo>
                    <a:pt x="163" y="362"/>
                    <a:pt x="175" y="401"/>
                    <a:pt x="206" y="401"/>
                  </a:cubicBezTo>
                  <a:cubicBezTo>
                    <a:pt x="214" y="401"/>
                    <a:pt x="222" y="399"/>
                    <a:pt x="233" y="394"/>
                  </a:cubicBezTo>
                  <a:cubicBezTo>
                    <a:pt x="286" y="367"/>
                    <a:pt x="322" y="358"/>
                    <a:pt x="322" y="358"/>
                  </a:cubicBezTo>
                  <a:cubicBezTo>
                    <a:pt x="322" y="358"/>
                    <a:pt x="375" y="403"/>
                    <a:pt x="411" y="438"/>
                  </a:cubicBezTo>
                  <a:cubicBezTo>
                    <a:pt x="447" y="474"/>
                    <a:pt x="438" y="465"/>
                    <a:pt x="518" y="483"/>
                  </a:cubicBezTo>
                  <a:cubicBezTo>
                    <a:pt x="566" y="499"/>
                    <a:pt x="602" y="502"/>
                    <a:pt x="622" y="502"/>
                  </a:cubicBezTo>
                  <a:cubicBezTo>
                    <a:pt x="636" y="502"/>
                    <a:pt x="643" y="501"/>
                    <a:pt x="643" y="501"/>
                  </a:cubicBezTo>
                  <a:lnTo>
                    <a:pt x="786" y="474"/>
                  </a:lnTo>
                  <a:lnTo>
                    <a:pt x="875" y="367"/>
                  </a:lnTo>
                  <a:cubicBezTo>
                    <a:pt x="875" y="367"/>
                    <a:pt x="973" y="305"/>
                    <a:pt x="928" y="251"/>
                  </a:cubicBezTo>
                  <a:cubicBezTo>
                    <a:pt x="875" y="189"/>
                    <a:pt x="795" y="126"/>
                    <a:pt x="759" y="108"/>
                  </a:cubicBezTo>
                  <a:cubicBezTo>
                    <a:pt x="723" y="90"/>
                    <a:pt x="634" y="37"/>
                    <a:pt x="634" y="37"/>
                  </a:cubicBezTo>
                  <a:cubicBezTo>
                    <a:pt x="634" y="37"/>
                    <a:pt x="546" y="0"/>
                    <a:pt x="456"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145"/>
            <p:cNvSpPr/>
            <p:nvPr/>
          </p:nvSpPr>
          <p:spPr>
            <a:xfrm>
              <a:off x="5393173" y="3716207"/>
              <a:ext cx="252631" cy="97868"/>
            </a:xfrm>
            <a:custGeom>
              <a:rect b="b" l="l" r="r" t="t"/>
              <a:pathLst>
                <a:path extrusionOk="0" h="473" w="1221">
                  <a:moveTo>
                    <a:pt x="170" y="0"/>
                  </a:moveTo>
                  <a:lnTo>
                    <a:pt x="54" y="80"/>
                  </a:lnTo>
                  <a:lnTo>
                    <a:pt x="1" y="250"/>
                  </a:lnTo>
                  <a:lnTo>
                    <a:pt x="54" y="339"/>
                  </a:lnTo>
                  <a:lnTo>
                    <a:pt x="108" y="410"/>
                  </a:lnTo>
                  <a:lnTo>
                    <a:pt x="295" y="446"/>
                  </a:lnTo>
                  <a:cubicBezTo>
                    <a:pt x="295" y="446"/>
                    <a:pt x="358" y="472"/>
                    <a:pt x="428" y="472"/>
                  </a:cubicBezTo>
                  <a:cubicBezTo>
                    <a:pt x="449" y="472"/>
                    <a:pt x="471" y="470"/>
                    <a:pt x="491" y="464"/>
                  </a:cubicBezTo>
                  <a:cubicBezTo>
                    <a:pt x="531" y="455"/>
                    <a:pt x="574" y="453"/>
                    <a:pt x="606" y="453"/>
                  </a:cubicBezTo>
                  <a:cubicBezTo>
                    <a:pt x="639" y="453"/>
                    <a:pt x="661" y="455"/>
                    <a:pt x="661" y="455"/>
                  </a:cubicBezTo>
                  <a:cubicBezTo>
                    <a:pt x="661" y="455"/>
                    <a:pt x="750" y="401"/>
                    <a:pt x="1009" y="330"/>
                  </a:cubicBezTo>
                  <a:cubicBezTo>
                    <a:pt x="1213" y="264"/>
                    <a:pt x="1220" y="258"/>
                    <a:pt x="1216" y="258"/>
                  </a:cubicBezTo>
                  <a:cubicBezTo>
                    <a:pt x="1215" y="258"/>
                    <a:pt x="1214" y="259"/>
                    <a:pt x="1214" y="259"/>
                  </a:cubicBezTo>
                  <a:lnTo>
                    <a:pt x="1053" y="187"/>
                  </a:lnTo>
                  <a:cubicBezTo>
                    <a:pt x="1053" y="187"/>
                    <a:pt x="1000" y="161"/>
                    <a:pt x="928" y="143"/>
                  </a:cubicBezTo>
                  <a:cubicBezTo>
                    <a:pt x="866" y="125"/>
                    <a:pt x="830" y="18"/>
                    <a:pt x="830" y="18"/>
                  </a:cubicBezTo>
                  <a:lnTo>
                    <a:pt x="688" y="0"/>
                  </a:lnTo>
                  <a:lnTo>
                    <a:pt x="456" y="62"/>
                  </a:lnTo>
                  <a:lnTo>
                    <a:pt x="170" y="0"/>
                  </a:ln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145"/>
            <p:cNvSpPr/>
            <p:nvPr/>
          </p:nvSpPr>
          <p:spPr>
            <a:xfrm>
              <a:off x="5341448" y="3300742"/>
              <a:ext cx="179387" cy="87109"/>
            </a:xfrm>
            <a:custGeom>
              <a:rect b="b" l="l" r="r" t="t"/>
              <a:pathLst>
                <a:path extrusionOk="0" h="421" w="867">
                  <a:moveTo>
                    <a:pt x="732" y="1"/>
                  </a:moveTo>
                  <a:lnTo>
                    <a:pt x="608" y="19"/>
                  </a:lnTo>
                  <a:cubicBezTo>
                    <a:pt x="608" y="19"/>
                    <a:pt x="527" y="34"/>
                    <a:pt x="476" y="34"/>
                  </a:cubicBezTo>
                  <a:cubicBezTo>
                    <a:pt x="459" y="34"/>
                    <a:pt x="445" y="32"/>
                    <a:pt x="438" y="28"/>
                  </a:cubicBezTo>
                  <a:cubicBezTo>
                    <a:pt x="433" y="22"/>
                    <a:pt x="419" y="20"/>
                    <a:pt x="402" y="20"/>
                  </a:cubicBezTo>
                  <a:cubicBezTo>
                    <a:pt x="331" y="20"/>
                    <a:pt x="188" y="54"/>
                    <a:pt x="188" y="54"/>
                  </a:cubicBezTo>
                  <a:cubicBezTo>
                    <a:pt x="188" y="54"/>
                    <a:pt x="63" y="170"/>
                    <a:pt x="45" y="215"/>
                  </a:cubicBezTo>
                  <a:lnTo>
                    <a:pt x="1" y="322"/>
                  </a:lnTo>
                  <a:lnTo>
                    <a:pt x="45" y="402"/>
                  </a:lnTo>
                  <a:lnTo>
                    <a:pt x="269" y="420"/>
                  </a:lnTo>
                  <a:cubicBezTo>
                    <a:pt x="269" y="420"/>
                    <a:pt x="384" y="411"/>
                    <a:pt x="429" y="367"/>
                  </a:cubicBezTo>
                  <a:cubicBezTo>
                    <a:pt x="450" y="345"/>
                    <a:pt x="475" y="336"/>
                    <a:pt x="511" y="336"/>
                  </a:cubicBezTo>
                  <a:cubicBezTo>
                    <a:pt x="551" y="336"/>
                    <a:pt x="604" y="348"/>
                    <a:pt x="679" y="367"/>
                  </a:cubicBezTo>
                  <a:cubicBezTo>
                    <a:pt x="704" y="371"/>
                    <a:pt x="726" y="373"/>
                    <a:pt x="745" y="373"/>
                  </a:cubicBezTo>
                  <a:cubicBezTo>
                    <a:pt x="833" y="373"/>
                    <a:pt x="857" y="331"/>
                    <a:pt x="857" y="331"/>
                  </a:cubicBezTo>
                  <a:cubicBezTo>
                    <a:pt x="857" y="331"/>
                    <a:pt x="866" y="170"/>
                    <a:pt x="857" y="144"/>
                  </a:cubicBezTo>
                  <a:cubicBezTo>
                    <a:pt x="848" y="117"/>
                    <a:pt x="732" y="1"/>
                    <a:pt x="732"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145"/>
            <p:cNvSpPr/>
            <p:nvPr/>
          </p:nvSpPr>
          <p:spPr>
            <a:xfrm>
              <a:off x="5033378" y="3852764"/>
              <a:ext cx="634991" cy="64763"/>
            </a:xfrm>
            <a:custGeom>
              <a:rect b="b" l="l" r="r" t="t"/>
              <a:pathLst>
                <a:path extrusionOk="0" h="313" w="3069">
                  <a:moveTo>
                    <a:pt x="0" y="0"/>
                  </a:moveTo>
                  <a:lnTo>
                    <a:pt x="0" y="312"/>
                  </a:lnTo>
                  <a:lnTo>
                    <a:pt x="3069" y="312"/>
                  </a:lnTo>
                  <a:lnTo>
                    <a:pt x="3069"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145"/>
            <p:cNvSpPr/>
            <p:nvPr/>
          </p:nvSpPr>
          <p:spPr>
            <a:xfrm>
              <a:off x="5072068" y="3917318"/>
              <a:ext cx="557609" cy="531759"/>
            </a:xfrm>
            <a:custGeom>
              <a:rect b="b" l="l" r="r" t="t"/>
              <a:pathLst>
                <a:path extrusionOk="0" h="2570" w="2695">
                  <a:moveTo>
                    <a:pt x="0" y="0"/>
                  </a:moveTo>
                  <a:lnTo>
                    <a:pt x="232" y="2570"/>
                  </a:lnTo>
                  <a:lnTo>
                    <a:pt x="2472" y="2570"/>
                  </a:lnTo>
                  <a:lnTo>
                    <a:pt x="269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145"/>
            <p:cNvSpPr/>
            <p:nvPr/>
          </p:nvSpPr>
          <p:spPr>
            <a:xfrm>
              <a:off x="5072068" y="3917318"/>
              <a:ext cx="557609" cy="40761"/>
            </a:xfrm>
            <a:custGeom>
              <a:rect b="b" l="l" r="r" t="t"/>
              <a:pathLst>
                <a:path extrusionOk="0" h="197" w="2695">
                  <a:moveTo>
                    <a:pt x="0" y="0"/>
                  </a:moveTo>
                  <a:lnTo>
                    <a:pt x="18" y="197"/>
                  </a:lnTo>
                  <a:lnTo>
                    <a:pt x="2677" y="197"/>
                  </a:lnTo>
                  <a:lnTo>
                    <a:pt x="269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2" name="Google Shape;9452;p145"/>
          <p:cNvGrpSpPr/>
          <p:nvPr/>
        </p:nvGrpSpPr>
        <p:grpSpPr>
          <a:xfrm>
            <a:off x="8430894" y="2688291"/>
            <a:ext cx="942613" cy="2225784"/>
            <a:chOff x="1214466" y="2918796"/>
            <a:chExt cx="786428" cy="1856987"/>
          </a:xfrm>
        </p:grpSpPr>
        <p:sp>
          <p:nvSpPr>
            <p:cNvPr id="9453" name="Google Shape;9453;p145"/>
            <p:cNvSpPr/>
            <p:nvPr/>
          </p:nvSpPr>
          <p:spPr>
            <a:xfrm>
              <a:off x="1718262" y="3276741"/>
              <a:ext cx="282632" cy="1052344"/>
            </a:xfrm>
            <a:custGeom>
              <a:rect b="b" l="l" r="r" t="t"/>
              <a:pathLst>
                <a:path extrusionOk="0" h="5086" w="1366">
                  <a:moveTo>
                    <a:pt x="1366" y="1"/>
                  </a:moveTo>
                  <a:lnTo>
                    <a:pt x="1" y="5005"/>
                  </a:lnTo>
                  <a:lnTo>
                    <a:pt x="99" y="5086"/>
                  </a:lnTo>
                  <a:cubicBezTo>
                    <a:pt x="1294" y="2321"/>
                    <a:pt x="1366" y="1"/>
                    <a:pt x="13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145"/>
            <p:cNvSpPr/>
            <p:nvPr/>
          </p:nvSpPr>
          <p:spPr>
            <a:xfrm>
              <a:off x="1696123" y="3276741"/>
              <a:ext cx="304771" cy="1035791"/>
            </a:xfrm>
            <a:custGeom>
              <a:rect b="b" l="l" r="r" t="t"/>
              <a:pathLst>
                <a:path extrusionOk="0" h="5006" w="1473">
                  <a:moveTo>
                    <a:pt x="1473" y="1"/>
                  </a:moveTo>
                  <a:cubicBezTo>
                    <a:pt x="1473" y="1"/>
                    <a:pt x="483" y="1553"/>
                    <a:pt x="1" y="4916"/>
                  </a:cubicBezTo>
                  <a:lnTo>
                    <a:pt x="108" y="5005"/>
                  </a:lnTo>
                  <a:lnTo>
                    <a:pt x="1473"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145"/>
            <p:cNvSpPr/>
            <p:nvPr/>
          </p:nvSpPr>
          <p:spPr>
            <a:xfrm>
              <a:off x="1687020" y="3134598"/>
              <a:ext cx="227182" cy="1069104"/>
            </a:xfrm>
            <a:custGeom>
              <a:rect b="b" l="l" r="r" t="t"/>
              <a:pathLst>
                <a:path extrusionOk="0" h="5167" w="1098">
                  <a:moveTo>
                    <a:pt x="999" y="1"/>
                  </a:moveTo>
                  <a:lnTo>
                    <a:pt x="0" y="5086"/>
                  </a:lnTo>
                  <a:lnTo>
                    <a:pt x="107" y="5166"/>
                  </a:lnTo>
                  <a:cubicBezTo>
                    <a:pt x="1097" y="2321"/>
                    <a:pt x="999" y="1"/>
                    <a:pt x="9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145"/>
            <p:cNvSpPr/>
            <p:nvPr/>
          </p:nvSpPr>
          <p:spPr>
            <a:xfrm>
              <a:off x="1664882" y="3134598"/>
              <a:ext cx="229044" cy="1052344"/>
            </a:xfrm>
            <a:custGeom>
              <a:rect b="b" l="l" r="r" t="t"/>
              <a:pathLst>
                <a:path extrusionOk="0" h="5086" w="1107">
                  <a:moveTo>
                    <a:pt x="1106" y="1"/>
                  </a:moveTo>
                  <a:cubicBezTo>
                    <a:pt x="1106" y="1"/>
                    <a:pt x="232" y="1625"/>
                    <a:pt x="0" y="5014"/>
                  </a:cubicBezTo>
                  <a:lnTo>
                    <a:pt x="107" y="5086"/>
                  </a:lnTo>
                  <a:lnTo>
                    <a:pt x="1106"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145"/>
            <p:cNvSpPr/>
            <p:nvPr/>
          </p:nvSpPr>
          <p:spPr>
            <a:xfrm>
              <a:off x="1648123" y="3007352"/>
              <a:ext cx="171938" cy="1118762"/>
            </a:xfrm>
            <a:custGeom>
              <a:rect b="b" l="l" r="r" t="t"/>
              <a:pathLst>
                <a:path extrusionOk="0" h="5407" w="831">
                  <a:moveTo>
                    <a:pt x="527" y="0"/>
                  </a:moveTo>
                  <a:lnTo>
                    <a:pt x="1" y="5362"/>
                  </a:lnTo>
                  <a:lnTo>
                    <a:pt x="108" y="5406"/>
                  </a:lnTo>
                  <a:cubicBezTo>
                    <a:pt x="830" y="2258"/>
                    <a:pt x="527" y="1"/>
                    <a:pt x="5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145"/>
            <p:cNvSpPr/>
            <p:nvPr/>
          </p:nvSpPr>
          <p:spPr>
            <a:xfrm>
              <a:off x="1609434" y="3007352"/>
              <a:ext cx="147937" cy="1109451"/>
            </a:xfrm>
            <a:custGeom>
              <a:rect b="b" l="l" r="r" t="t"/>
              <a:pathLst>
                <a:path extrusionOk="0" h="5362" w="715">
                  <a:moveTo>
                    <a:pt x="714" y="0"/>
                  </a:moveTo>
                  <a:lnTo>
                    <a:pt x="714" y="0"/>
                  </a:lnTo>
                  <a:cubicBezTo>
                    <a:pt x="714" y="1"/>
                    <a:pt x="1" y="1910"/>
                    <a:pt x="72" y="5326"/>
                  </a:cubicBezTo>
                  <a:lnTo>
                    <a:pt x="188" y="5362"/>
                  </a:lnTo>
                  <a:lnTo>
                    <a:pt x="71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145"/>
            <p:cNvSpPr/>
            <p:nvPr/>
          </p:nvSpPr>
          <p:spPr>
            <a:xfrm>
              <a:off x="1607571" y="2918796"/>
              <a:ext cx="109039" cy="1127866"/>
            </a:xfrm>
            <a:custGeom>
              <a:rect b="b" l="l" r="r" t="t"/>
              <a:pathLst>
                <a:path extrusionOk="0" h="5451" w="527">
                  <a:moveTo>
                    <a:pt x="1" y="0"/>
                  </a:moveTo>
                  <a:lnTo>
                    <a:pt x="1" y="5451"/>
                  </a:lnTo>
                  <a:lnTo>
                    <a:pt x="117" y="5451"/>
                  </a:lnTo>
                  <a:cubicBezTo>
                    <a:pt x="527" y="2114"/>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145"/>
            <p:cNvSpPr/>
            <p:nvPr/>
          </p:nvSpPr>
          <p:spPr>
            <a:xfrm>
              <a:off x="1500605" y="2918796"/>
              <a:ext cx="107177" cy="1127866"/>
            </a:xfrm>
            <a:custGeom>
              <a:rect b="b" l="l" r="r" t="t"/>
              <a:pathLst>
                <a:path extrusionOk="0" h="5451" w="518">
                  <a:moveTo>
                    <a:pt x="518" y="0"/>
                  </a:moveTo>
                  <a:cubicBezTo>
                    <a:pt x="518" y="0"/>
                    <a:pt x="0" y="2114"/>
                    <a:pt x="402" y="5451"/>
                  </a:cubicBezTo>
                  <a:lnTo>
                    <a:pt x="518" y="5451"/>
                  </a:lnTo>
                  <a:lnTo>
                    <a:pt x="51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145"/>
            <p:cNvSpPr/>
            <p:nvPr/>
          </p:nvSpPr>
          <p:spPr>
            <a:xfrm>
              <a:off x="1214466" y="3276741"/>
              <a:ext cx="284494" cy="1052344"/>
            </a:xfrm>
            <a:custGeom>
              <a:rect b="b" l="l" r="r" t="t"/>
              <a:pathLst>
                <a:path extrusionOk="0" h="5086" w="1375">
                  <a:moveTo>
                    <a:pt x="0" y="1"/>
                  </a:moveTo>
                  <a:cubicBezTo>
                    <a:pt x="0" y="1"/>
                    <a:pt x="72" y="2321"/>
                    <a:pt x="1276" y="5086"/>
                  </a:cubicBezTo>
                  <a:lnTo>
                    <a:pt x="1374" y="5005"/>
                  </a:lnTo>
                  <a:lnTo>
                    <a:pt x="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145"/>
            <p:cNvSpPr/>
            <p:nvPr/>
          </p:nvSpPr>
          <p:spPr>
            <a:xfrm>
              <a:off x="1214466" y="3276741"/>
              <a:ext cx="304771" cy="1035791"/>
            </a:xfrm>
            <a:custGeom>
              <a:rect b="b" l="l" r="r" t="t"/>
              <a:pathLst>
                <a:path extrusionOk="0" h="5006" w="1473">
                  <a:moveTo>
                    <a:pt x="0" y="1"/>
                  </a:moveTo>
                  <a:lnTo>
                    <a:pt x="1374" y="5005"/>
                  </a:lnTo>
                  <a:lnTo>
                    <a:pt x="1472" y="4916"/>
                  </a:lnTo>
                  <a:cubicBezTo>
                    <a:pt x="1000" y="1553"/>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145"/>
            <p:cNvSpPr/>
            <p:nvPr/>
          </p:nvSpPr>
          <p:spPr>
            <a:xfrm>
              <a:off x="1301156" y="3134598"/>
              <a:ext cx="229044" cy="1069104"/>
            </a:xfrm>
            <a:custGeom>
              <a:rect b="b" l="l" r="r" t="t"/>
              <a:pathLst>
                <a:path extrusionOk="0" h="5167" w="1107">
                  <a:moveTo>
                    <a:pt x="108" y="1"/>
                  </a:moveTo>
                  <a:cubicBezTo>
                    <a:pt x="108" y="1"/>
                    <a:pt x="1" y="2321"/>
                    <a:pt x="1000" y="5166"/>
                  </a:cubicBezTo>
                  <a:lnTo>
                    <a:pt x="1107" y="5086"/>
                  </a:lnTo>
                  <a:lnTo>
                    <a:pt x="10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145"/>
            <p:cNvSpPr/>
            <p:nvPr/>
          </p:nvSpPr>
          <p:spPr>
            <a:xfrm>
              <a:off x="1323294" y="3134598"/>
              <a:ext cx="229044" cy="1052344"/>
            </a:xfrm>
            <a:custGeom>
              <a:rect b="b" l="l" r="r" t="t"/>
              <a:pathLst>
                <a:path extrusionOk="0" h="5086" w="1107">
                  <a:moveTo>
                    <a:pt x="1" y="1"/>
                  </a:moveTo>
                  <a:lnTo>
                    <a:pt x="1000" y="5086"/>
                  </a:lnTo>
                  <a:lnTo>
                    <a:pt x="1107" y="5014"/>
                  </a:lnTo>
                  <a:cubicBezTo>
                    <a:pt x="875" y="1625"/>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145"/>
            <p:cNvSpPr/>
            <p:nvPr/>
          </p:nvSpPr>
          <p:spPr>
            <a:xfrm>
              <a:off x="1395295" y="3007352"/>
              <a:ext cx="173800" cy="1118762"/>
            </a:xfrm>
            <a:custGeom>
              <a:rect b="b" l="l" r="r" t="t"/>
              <a:pathLst>
                <a:path extrusionOk="0" h="5407" w="840">
                  <a:moveTo>
                    <a:pt x="313" y="0"/>
                  </a:moveTo>
                  <a:cubicBezTo>
                    <a:pt x="313" y="1"/>
                    <a:pt x="1" y="2258"/>
                    <a:pt x="723" y="5406"/>
                  </a:cubicBezTo>
                  <a:lnTo>
                    <a:pt x="839" y="5362"/>
                  </a:lnTo>
                  <a:lnTo>
                    <a:pt x="313"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145"/>
            <p:cNvSpPr/>
            <p:nvPr/>
          </p:nvSpPr>
          <p:spPr>
            <a:xfrm>
              <a:off x="1459847" y="3007352"/>
              <a:ext cx="147937" cy="1109451"/>
            </a:xfrm>
            <a:custGeom>
              <a:rect b="b" l="l" r="r" t="t"/>
              <a:pathLst>
                <a:path extrusionOk="0" h="5362" w="715">
                  <a:moveTo>
                    <a:pt x="1" y="0"/>
                  </a:moveTo>
                  <a:lnTo>
                    <a:pt x="527" y="5362"/>
                  </a:lnTo>
                  <a:lnTo>
                    <a:pt x="634" y="5326"/>
                  </a:lnTo>
                  <a:cubicBezTo>
                    <a:pt x="715" y="1910"/>
                    <a:pt x="1" y="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145"/>
            <p:cNvSpPr/>
            <p:nvPr/>
          </p:nvSpPr>
          <p:spPr>
            <a:xfrm>
              <a:off x="1268053" y="3994907"/>
              <a:ext cx="681131" cy="86902"/>
            </a:xfrm>
            <a:custGeom>
              <a:rect b="b" l="l" r="r" t="t"/>
              <a:pathLst>
                <a:path extrusionOk="0" h="420" w="3292">
                  <a:moveTo>
                    <a:pt x="0" y="0"/>
                  </a:moveTo>
                  <a:lnTo>
                    <a:pt x="0" y="419"/>
                  </a:lnTo>
                  <a:lnTo>
                    <a:pt x="3292" y="419"/>
                  </a:lnTo>
                  <a:lnTo>
                    <a:pt x="3292"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145"/>
            <p:cNvSpPr/>
            <p:nvPr/>
          </p:nvSpPr>
          <p:spPr>
            <a:xfrm>
              <a:off x="1308605" y="4081600"/>
              <a:ext cx="598162" cy="694183"/>
            </a:xfrm>
            <a:custGeom>
              <a:rect b="b" l="l" r="r" t="t"/>
              <a:pathLst>
                <a:path extrusionOk="0" h="3355" w="2891">
                  <a:moveTo>
                    <a:pt x="0" y="0"/>
                  </a:moveTo>
                  <a:lnTo>
                    <a:pt x="250" y="3355"/>
                  </a:lnTo>
                  <a:lnTo>
                    <a:pt x="2650" y="3355"/>
                  </a:lnTo>
                  <a:lnTo>
                    <a:pt x="289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145"/>
            <p:cNvSpPr/>
            <p:nvPr/>
          </p:nvSpPr>
          <p:spPr>
            <a:xfrm>
              <a:off x="1308605" y="4081600"/>
              <a:ext cx="598162" cy="51934"/>
            </a:xfrm>
            <a:custGeom>
              <a:rect b="b" l="l" r="r" t="t"/>
              <a:pathLst>
                <a:path extrusionOk="0" h="251" w="2891">
                  <a:moveTo>
                    <a:pt x="0" y="0"/>
                  </a:moveTo>
                  <a:lnTo>
                    <a:pt x="18" y="250"/>
                  </a:lnTo>
                  <a:lnTo>
                    <a:pt x="2873" y="250"/>
                  </a:lnTo>
                  <a:lnTo>
                    <a:pt x="289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0" name="Google Shape;9470;p145"/>
          <p:cNvSpPr/>
          <p:nvPr/>
        </p:nvSpPr>
        <p:spPr>
          <a:xfrm>
            <a:off x="8274941" y="294388"/>
            <a:ext cx="1254515" cy="174375"/>
          </a:xfrm>
          <a:custGeom>
            <a:rect b="b" l="l" r="r" t="t"/>
            <a:pathLst>
              <a:path extrusionOk="0" h="759" w="5461">
                <a:moveTo>
                  <a:pt x="2793" y="0"/>
                </a:moveTo>
                <a:cubicBezTo>
                  <a:pt x="2177" y="0"/>
                  <a:pt x="1865" y="375"/>
                  <a:pt x="1865" y="375"/>
                </a:cubicBezTo>
                <a:cubicBezTo>
                  <a:pt x="1798" y="352"/>
                  <a:pt x="1736" y="342"/>
                  <a:pt x="1680" y="342"/>
                </a:cubicBezTo>
                <a:cubicBezTo>
                  <a:pt x="1433" y="342"/>
                  <a:pt x="1303" y="526"/>
                  <a:pt x="1303" y="526"/>
                </a:cubicBezTo>
                <a:cubicBezTo>
                  <a:pt x="1120" y="454"/>
                  <a:pt x="954" y="426"/>
                  <a:pt x="806" y="426"/>
                </a:cubicBezTo>
                <a:cubicBezTo>
                  <a:pt x="295" y="426"/>
                  <a:pt x="0" y="758"/>
                  <a:pt x="0" y="758"/>
                </a:cubicBezTo>
                <a:lnTo>
                  <a:pt x="5460" y="758"/>
                </a:lnTo>
                <a:cubicBezTo>
                  <a:pt x="5270" y="491"/>
                  <a:pt x="4996" y="421"/>
                  <a:pt x="4764" y="421"/>
                </a:cubicBezTo>
                <a:cubicBezTo>
                  <a:pt x="4517" y="421"/>
                  <a:pt x="4318" y="500"/>
                  <a:pt x="4318" y="500"/>
                </a:cubicBezTo>
                <a:cubicBezTo>
                  <a:pt x="4212" y="383"/>
                  <a:pt x="4084" y="347"/>
                  <a:pt x="3969" y="347"/>
                </a:cubicBezTo>
                <a:cubicBezTo>
                  <a:pt x="3795" y="347"/>
                  <a:pt x="3649" y="428"/>
                  <a:pt x="3649" y="428"/>
                </a:cubicBezTo>
                <a:cubicBezTo>
                  <a:pt x="3649" y="428"/>
                  <a:pt x="3408" y="0"/>
                  <a:pt x="27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9471" name="Shape 9471"/>
        <p:cNvGrpSpPr/>
        <p:nvPr/>
      </p:nvGrpSpPr>
      <p:grpSpPr>
        <a:xfrm>
          <a:off x="0" y="0"/>
          <a:ext cx="0" cy="0"/>
          <a:chOff x="0" y="0"/>
          <a:chExt cx="0" cy="0"/>
        </a:xfrm>
      </p:grpSpPr>
      <p:grpSp>
        <p:nvGrpSpPr>
          <p:cNvPr id="9472" name="Google Shape;9472;p146"/>
          <p:cNvGrpSpPr/>
          <p:nvPr/>
        </p:nvGrpSpPr>
        <p:grpSpPr>
          <a:xfrm flipH="1">
            <a:off x="5956691" y="-100015"/>
            <a:ext cx="4267658" cy="3288312"/>
            <a:chOff x="3266327" y="1191568"/>
            <a:chExt cx="384038" cy="295876"/>
          </a:xfrm>
        </p:grpSpPr>
        <p:sp>
          <p:nvSpPr>
            <p:cNvPr id="9473" name="Google Shape;9473;p146"/>
            <p:cNvSpPr/>
            <p:nvPr/>
          </p:nvSpPr>
          <p:spPr>
            <a:xfrm>
              <a:off x="3266327"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146"/>
            <p:cNvSpPr/>
            <p:nvPr/>
          </p:nvSpPr>
          <p:spPr>
            <a:xfrm>
              <a:off x="3303116" y="1291670"/>
              <a:ext cx="314495"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146"/>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146"/>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146"/>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146"/>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146"/>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0" name="Google Shape;9480;p146"/>
          <p:cNvGrpSpPr/>
          <p:nvPr/>
        </p:nvGrpSpPr>
        <p:grpSpPr>
          <a:xfrm flipH="1">
            <a:off x="-201641" y="1888044"/>
            <a:ext cx="1496588" cy="1312418"/>
            <a:chOff x="3650956" y="1757963"/>
            <a:chExt cx="258943" cy="227815"/>
          </a:xfrm>
        </p:grpSpPr>
        <p:sp>
          <p:nvSpPr>
            <p:cNvPr id="9481" name="Google Shape;9481;p146"/>
            <p:cNvSpPr/>
            <p:nvPr/>
          </p:nvSpPr>
          <p:spPr>
            <a:xfrm>
              <a:off x="3650956" y="1757963"/>
              <a:ext cx="258943" cy="227815"/>
            </a:xfrm>
            <a:custGeom>
              <a:rect b="b" l="l" r="r" t="t"/>
              <a:pathLst>
                <a:path extrusionOk="0" h="6272" w="7129">
                  <a:moveTo>
                    <a:pt x="5416" y="0"/>
                  </a:moveTo>
                  <a:lnTo>
                    <a:pt x="3828" y="411"/>
                  </a:lnTo>
                  <a:lnTo>
                    <a:pt x="3337" y="1499"/>
                  </a:lnTo>
                  <a:lnTo>
                    <a:pt x="2320" y="1945"/>
                  </a:lnTo>
                  <a:lnTo>
                    <a:pt x="1642" y="3016"/>
                  </a:lnTo>
                  <a:lnTo>
                    <a:pt x="1535" y="4095"/>
                  </a:lnTo>
                  <a:lnTo>
                    <a:pt x="1018" y="5219"/>
                  </a:lnTo>
                  <a:lnTo>
                    <a:pt x="1" y="6272"/>
                  </a:lnTo>
                  <a:lnTo>
                    <a:pt x="3846" y="6272"/>
                  </a:lnTo>
                  <a:lnTo>
                    <a:pt x="3417" y="5255"/>
                  </a:lnTo>
                  <a:lnTo>
                    <a:pt x="3623" y="4461"/>
                  </a:lnTo>
                  <a:lnTo>
                    <a:pt x="4390" y="3408"/>
                  </a:lnTo>
                  <a:lnTo>
                    <a:pt x="4898" y="3533"/>
                  </a:lnTo>
                  <a:lnTo>
                    <a:pt x="5327" y="4505"/>
                  </a:lnTo>
                  <a:lnTo>
                    <a:pt x="5077" y="5522"/>
                  </a:lnTo>
                  <a:lnTo>
                    <a:pt x="5228" y="6272"/>
                  </a:lnTo>
                  <a:lnTo>
                    <a:pt x="7129" y="6272"/>
                  </a:lnTo>
                  <a:lnTo>
                    <a:pt x="6745" y="5174"/>
                  </a:lnTo>
                  <a:lnTo>
                    <a:pt x="7066" y="4211"/>
                  </a:lnTo>
                  <a:lnTo>
                    <a:pt x="6593" y="2837"/>
                  </a:lnTo>
                  <a:lnTo>
                    <a:pt x="6308" y="1196"/>
                  </a:lnTo>
                  <a:lnTo>
                    <a:pt x="54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146"/>
            <p:cNvSpPr/>
            <p:nvPr/>
          </p:nvSpPr>
          <p:spPr>
            <a:xfrm>
              <a:off x="3710595" y="1757963"/>
              <a:ext cx="169481" cy="109549"/>
            </a:xfrm>
            <a:custGeom>
              <a:rect b="b" l="l" r="r" t="t"/>
              <a:pathLst>
                <a:path extrusionOk="0" h="3016" w="4666">
                  <a:moveTo>
                    <a:pt x="3774" y="0"/>
                  </a:moveTo>
                  <a:lnTo>
                    <a:pt x="2186" y="411"/>
                  </a:lnTo>
                  <a:lnTo>
                    <a:pt x="1695" y="1499"/>
                  </a:lnTo>
                  <a:lnTo>
                    <a:pt x="678" y="1945"/>
                  </a:lnTo>
                  <a:lnTo>
                    <a:pt x="0" y="3016"/>
                  </a:lnTo>
                  <a:lnTo>
                    <a:pt x="0" y="3016"/>
                  </a:lnTo>
                  <a:lnTo>
                    <a:pt x="794" y="2346"/>
                  </a:lnTo>
                  <a:lnTo>
                    <a:pt x="1401" y="2257"/>
                  </a:lnTo>
                  <a:lnTo>
                    <a:pt x="1918" y="2552"/>
                  </a:lnTo>
                  <a:lnTo>
                    <a:pt x="1570" y="1927"/>
                  </a:lnTo>
                  <a:lnTo>
                    <a:pt x="2186" y="2061"/>
                  </a:lnTo>
                  <a:lnTo>
                    <a:pt x="2025" y="1579"/>
                  </a:lnTo>
                  <a:lnTo>
                    <a:pt x="2560" y="866"/>
                  </a:lnTo>
                  <a:lnTo>
                    <a:pt x="3649" y="803"/>
                  </a:lnTo>
                  <a:lnTo>
                    <a:pt x="4666" y="1196"/>
                  </a:lnTo>
                  <a:lnTo>
                    <a:pt x="3774"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146"/>
            <p:cNvSpPr/>
            <p:nvPr/>
          </p:nvSpPr>
          <p:spPr>
            <a:xfrm>
              <a:off x="3768600" y="1867472"/>
              <a:ext cx="141295" cy="118302"/>
            </a:xfrm>
            <a:custGeom>
              <a:rect b="b" l="l" r="r" t="t"/>
              <a:pathLst>
                <a:path extrusionOk="0" h="3257" w="3890">
                  <a:moveTo>
                    <a:pt x="1534" y="1"/>
                  </a:moveTo>
                  <a:lnTo>
                    <a:pt x="856" y="116"/>
                  </a:lnTo>
                  <a:lnTo>
                    <a:pt x="259" y="1196"/>
                  </a:lnTo>
                  <a:lnTo>
                    <a:pt x="71" y="447"/>
                  </a:lnTo>
                  <a:lnTo>
                    <a:pt x="0" y="1767"/>
                  </a:lnTo>
                  <a:lnTo>
                    <a:pt x="178" y="2240"/>
                  </a:lnTo>
                  <a:lnTo>
                    <a:pt x="384" y="1446"/>
                  </a:lnTo>
                  <a:lnTo>
                    <a:pt x="1151" y="393"/>
                  </a:lnTo>
                  <a:lnTo>
                    <a:pt x="1659" y="518"/>
                  </a:lnTo>
                  <a:lnTo>
                    <a:pt x="2088" y="1490"/>
                  </a:lnTo>
                  <a:lnTo>
                    <a:pt x="1838" y="2507"/>
                  </a:lnTo>
                  <a:lnTo>
                    <a:pt x="1989" y="3257"/>
                  </a:lnTo>
                  <a:lnTo>
                    <a:pt x="3890" y="3257"/>
                  </a:lnTo>
                  <a:lnTo>
                    <a:pt x="3506" y="2159"/>
                  </a:lnTo>
                  <a:lnTo>
                    <a:pt x="3488" y="3087"/>
                  </a:lnTo>
                  <a:lnTo>
                    <a:pt x="2935" y="2820"/>
                  </a:lnTo>
                  <a:lnTo>
                    <a:pt x="2882" y="1767"/>
                  </a:lnTo>
                  <a:lnTo>
                    <a:pt x="2614" y="2820"/>
                  </a:lnTo>
                  <a:lnTo>
                    <a:pt x="2177" y="2382"/>
                  </a:lnTo>
                  <a:lnTo>
                    <a:pt x="2543" y="973"/>
                  </a:lnTo>
                  <a:lnTo>
                    <a:pt x="1534"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146"/>
            <p:cNvSpPr/>
            <p:nvPr/>
          </p:nvSpPr>
          <p:spPr>
            <a:xfrm>
              <a:off x="3722908" y="1895331"/>
              <a:ext cx="23682" cy="90443"/>
            </a:xfrm>
            <a:custGeom>
              <a:rect b="b" l="l" r="r" t="t"/>
              <a:pathLst>
                <a:path extrusionOk="0" h="2490" w="652">
                  <a:moveTo>
                    <a:pt x="179" y="1"/>
                  </a:moveTo>
                  <a:lnTo>
                    <a:pt x="286" y="1856"/>
                  </a:lnTo>
                  <a:lnTo>
                    <a:pt x="0" y="2490"/>
                  </a:lnTo>
                  <a:lnTo>
                    <a:pt x="651" y="2490"/>
                  </a:lnTo>
                  <a:lnTo>
                    <a:pt x="598" y="1910"/>
                  </a:lnTo>
                  <a:lnTo>
                    <a:pt x="598" y="1348"/>
                  </a:lnTo>
                  <a:lnTo>
                    <a:pt x="179"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146"/>
            <p:cNvSpPr/>
            <p:nvPr/>
          </p:nvSpPr>
          <p:spPr>
            <a:xfrm>
              <a:off x="3650956" y="1906663"/>
              <a:ext cx="57390" cy="79110"/>
            </a:xfrm>
            <a:custGeom>
              <a:rect b="b" l="l" r="r" t="t"/>
              <a:pathLst>
                <a:path extrusionOk="0" h="2178" w="1580">
                  <a:moveTo>
                    <a:pt x="1535" y="1"/>
                  </a:moveTo>
                  <a:lnTo>
                    <a:pt x="1018" y="1125"/>
                  </a:lnTo>
                  <a:lnTo>
                    <a:pt x="1" y="2178"/>
                  </a:lnTo>
                  <a:lnTo>
                    <a:pt x="1250" y="2178"/>
                  </a:lnTo>
                  <a:lnTo>
                    <a:pt x="795" y="1839"/>
                  </a:lnTo>
                  <a:lnTo>
                    <a:pt x="1428" y="1303"/>
                  </a:lnTo>
                  <a:lnTo>
                    <a:pt x="1580" y="643"/>
                  </a:lnTo>
                  <a:lnTo>
                    <a:pt x="153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146"/>
            <p:cNvSpPr/>
            <p:nvPr/>
          </p:nvSpPr>
          <p:spPr>
            <a:xfrm>
              <a:off x="3857370" y="1801367"/>
              <a:ext cx="50270" cy="109549"/>
            </a:xfrm>
            <a:custGeom>
              <a:rect b="b" l="l" r="r" t="t"/>
              <a:pathLst>
                <a:path extrusionOk="0" h="3016" w="1384">
                  <a:moveTo>
                    <a:pt x="625" y="1"/>
                  </a:moveTo>
                  <a:lnTo>
                    <a:pt x="580" y="1357"/>
                  </a:lnTo>
                  <a:lnTo>
                    <a:pt x="0" y="402"/>
                  </a:lnTo>
                  <a:lnTo>
                    <a:pt x="411" y="1874"/>
                  </a:lnTo>
                  <a:lnTo>
                    <a:pt x="1383" y="3016"/>
                  </a:lnTo>
                  <a:lnTo>
                    <a:pt x="910" y="1642"/>
                  </a:lnTo>
                  <a:lnTo>
                    <a:pt x="62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7" name="Google Shape;9487;p146"/>
          <p:cNvSpPr txBox="1"/>
          <p:nvPr>
            <p:ph type="title"/>
          </p:nvPr>
        </p:nvSpPr>
        <p:spPr>
          <a:xfrm>
            <a:off x="713100" y="539400"/>
            <a:ext cx="3046500" cy="10074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3000"/>
              <a:buNone/>
              <a:defRPr sz="2200">
                <a:solidFill>
                  <a:schemeClr val="lt2"/>
                </a:solidFill>
              </a:defRPr>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Tree>
  </p:cSld>
  <p:clrMapOvr>
    <a:masterClrMapping/>
  </p:clrMapOvr>
</p:sldLayout>
</file>

<file path=ppt/slideLayouts/slideLayout1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9488" name="Shape 9488"/>
        <p:cNvGrpSpPr/>
        <p:nvPr/>
      </p:nvGrpSpPr>
      <p:grpSpPr>
        <a:xfrm>
          <a:off x="0" y="0"/>
          <a:ext cx="0" cy="0"/>
          <a:chOff x="0" y="0"/>
          <a:chExt cx="0" cy="0"/>
        </a:xfrm>
      </p:grpSpPr>
      <p:sp>
        <p:nvSpPr>
          <p:cNvPr id="9489" name="Google Shape;9489;p147"/>
          <p:cNvSpPr/>
          <p:nvPr/>
        </p:nvSpPr>
        <p:spPr>
          <a:xfrm>
            <a:off x="0" y="1168942"/>
            <a:ext cx="9144017" cy="3985219"/>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0" name="Google Shape;9490;p147"/>
          <p:cNvGrpSpPr/>
          <p:nvPr/>
        </p:nvGrpSpPr>
        <p:grpSpPr>
          <a:xfrm flipH="1">
            <a:off x="5965241" y="2384854"/>
            <a:ext cx="3178784" cy="2759461"/>
            <a:chOff x="3460777" y="2171409"/>
            <a:chExt cx="376544" cy="325374"/>
          </a:xfrm>
        </p:grpSpPr>
        <p:sp>
          <p:nvSpPr>
            <p:cNvPr id="9491" name="Google Shape;9491;p147"/>
            <p:cNvSpPr/>
            <p:nvPr/>
          </p:nvSpPr>
          <p:spPr>
            <a:xfrm>
              <a:off x="3467569" y="2171409"/>
              <a:ext cx="12677" cy="111510"/>
            </a:xfrm>
            <a:custGeom>
              <a:rect b="b" l="l" r="r" t="t"/>
              <a:pathLst>
                <a:path extrusionOk="0" h="3070" w="349">
                  <a:moveTo>
                    <a:pt x="348" y="0"/>
                  </a:moveTo>
                  <a:cubicBezTo>
                    <a:pt x="348" y="0"/>
                    <a:pt x="304" y="45"/>
                    <a:pt x="313" y="116"/>
                  </a:cubicBezTo>
                  <a:cubicBezTo>
                    <a:pt x="322" y="179"/>
                    <a:pt x="259" y="197"/>
                    <a:pt x="286" y="250"/>
                  </a:cubicBezTo>
                  <a:cubicBezTo>
                    <a:pt x="313" y="304"/>
                    <a:pt x="232" y="322"/>
                    <a:pt x="268" y="393"/>
                  </a:cubicBezTo>
                  <a:cubicBezTo>
                    <a:pt x="304" y="455"/>
                    <a:pt x="214" y="536"/>
                    <a:pt x="250" y="607"/>
                  </a:cubicBezTo>
                  <a:cubicBezTo>
                    <a:pt x="277" y="678"/>
                    <a:pt x="206" y="714"/>
                    <a:pt x="241" y="777"/>
                  </a:cubicBezTo>
                  <a:cubicBezTo>
                    <a:pt x="277" y="839"/>
                    <a:pt x="161" y="910"/>
                    <a:pt x="214" y="1017"/>
                  </a:cubicBezTo>
                  <a:cubicBezTo>
                    <a:pt x="268" y="1116"/>
                    <a:pt x="170" y="1169"/>
                    <a:pt x="206" y="1249"/>
                  </a:cubicBezTo>
                  <a:cubicBezTo>
                    <a:pt x="232" y="1321"/>
                    <a:pt x="107" y="1410"/>
                    <a:pt x="170" y="1490"/>
                  </a:cubicBezTo>
                  <a:cubicBezTo>
                    <a:pt x="223" y="1579"/>
                    <a:pt x="116" y="1651"/>
                    <a:pt x="152" y="1713"/>
                  </a:cubicBezTo>
                  <a:cubicBezTo>
                    <a:pt x="188" y="1776"/>
                    <a:pt x="90" y="1865"/>
                    <a:pt x="143" y="1936"/>
                  </a:cubicBezTo>
                  <a:cubicBezTo>
                    <a:pt x="197" y="2008"/>
                    <a:pt x="72" y="2088"/>
                    <a:pt x="116" y="2186"/>
                  </a:cubicBezTo>
                  <a:cubicBezTo>
                    <a:pt x="152" y="2284"/>
                    <a:pt x="54" y="2391"/>
                    <a:pt x="107" y="2480"/>
                  </a:cubicBezTo>
                  <a:cubicBezTo>
                    <a:pt x="152" y="2561"/>
                    <a:pt x="36" y="2587"/>
                    <a:pt x="90" y="2677"/>
                  </a:cubicBezTo>
                  <a:cubicBezTo>
                    <a:pt x="143" y="2775"/>
                    <a:pt x="0" y="2891"/>
                    <a:pt x="0" y="3069"/>
                  </a:cubicBezTo>
                  <a:lnTo>
                    <a:pt x="348" y="3069"/>
                  </a:lnTo>
                  <a:lnTo>
                    <a:pt x="3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147"/>
            <p:cNvSpPr/>
            <p:nvPr/>
          </p:nvSpPr>
          <p:spPr>
            <a:xfrm>
              <a:off x="3480209" y="2171409"/>
              <a:ext cx="13003" cy="111510"/>
            </a:xfrm>
            <a:custGeom>
              <a:rect b="b" l="l" r="r" t="t"/>
              <a:pathLst>
                <a:path extrusionOk="0" h="3070" w="358">
                  <a:moveTo>
                    <a:pt x="0" y="0"/>
                  </a:moveTo>
                  <a:lnTo>
                    <a:pt x="0" y="3069"/>
                  </a:lnTo>
                  <a:lnTo>
                    <a:pt x="357" y="3069"/>
                  </a:lnTo>
                  <a:cubicBezTo>
                    <a:pt x="357" y="2891"/>
                    <a:pt x="214" y="2775"/>
                    <a:pt x="268" y="2677"/>
                  </a:cubicBezTo>
                  <a:cubicBezTo>
                    <a:pt x="321" y="2587"/>
                    <a:pt x="205" y="2561"/>
                    <a:pt x="250" y="2480"/>
                  </a:cubicBezTo>
                  <a:cubicBezTo>
                    <a:pt x="304" y="2391"/>
                    <a:pt x="205" y="2284"/>
                    <a:pt x="241" y="2186"/>
                  </a:cubicBezTo>
                  <a:cubicBezTo>
                    <a:pt x="286" y="2088"/>
                    <a:pt x="161" y="2008"/>
                    <a:pt x="214" y="1936"/>
                  </a:cubicBezTo>
                  <a:cubicBezTo>
                    <a:pt x="268" y="1865"/>
                    <a:pt x="170" y="1776"/>
                    <a:pt x="205" y="1713"/>
                  </a:cubicBezTo>
                  <a:cubicBezTo>
                    <a:pt x="241" y="1651"/>
                    <a:pt x="134" y="1579"/>
                    <a:pt x="188" y="1490"/>
                  </a:cubicBezTo>
                  <a:cubicBezTo>
                    <a:pt x="250" y="1410"/>
                    <a:pt x="125" y="1321"/>
                    <a:pt x="152" y="1249"/>
                  </a:cubicBezTo>
                  <a:cubicBezTo>
                    <a:pt x="188" y="1169"/>
                    <a:pt x="89" y="1116"/>
                    <a:pt x="143" y="1017"/>
                  </a:cubicBezTo>
                  <a:cubicBezTo>
                    <a:pt x="197" y="910"/>
                    <a:pt x="81" y="839"/>
                    <a:pt x="116" y="777"/>
                  </a:cubicBezTo>
                  <a:cubicBezTo>
                    <a:pt x="152" y="714"/>
                    <a:pt x="81" y="678"/>
                    <a:pt x="107" y="607"/>
                  </a:cubicBezTo>
                  <a:cubicBezTo>
                    <a:pt x="143" y="536"/>
                    <a:pt x="54" y="455"/>
                    <a:pt x="89" y="393"/>
                  </a:cubicBezTo>
                  <a:cubicBezTo>
                    <a:pt x="125" y="322"/>
                    <a:pt x="45" y="304"/>
                    <a:pt x="72" y="250"/>
                  </a:cubicBezTo>
                  <a:cubicBezTo>
                    <a:pt x="98" y="197"/>
                    <a:pt x="36" y="179"/>
                    <a:pt x="45" y="116"/>
                  </a:cubicBezTo>
                  <a:cubicBezTo>
                    <a:pt x="54" y="45"/>
                    <a:pt x="0" y="0"/>
                    <a:pt x="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147"/>
            <p:cNvSpPr/>
            <p:nvPr/>
          </p:nvSpPr>
          <p:spPr>
            <a:xfrm>
              <a:off x="3560879" y="2222586"/>
              <a:ext cx="13003" cy="111510"/>
            </a:xfrm>
            <a:custGeom>
              <a:rect b="b" l="l" r="r" t="t"/>
              <a:pathLst>
                <a:path extrusionOk="0" h="3070" w="358">
                  <a:moveTo>
                    <a:pt x="357" y="1"/>
                  </a:moveTo>
                  <a:cubicBezTo>
                    <a:pt x="357" y="1"/>
                    <a:pt x="304" y="54"/>
                    <a:pt x="313" y="117"/>
                  </a:cubicBezTo>
                  <a:cubicBezTo>
                    <a:pt x="322" y="179"/>
                    <a:pt x="259" y="206"/>
                    <a:pt x="286" y="251"/>
                  </a:cubicBezTo>
                  <a:cubicBezTo>
                    <a:pt x="313" y="304"/>
                    <a:pt x="233" y="331"/>
                    <a:pt x="268" y="393"/>
                  </a:cubicBezTo>
                  <a:cubicBezTo>
                    <a:pt x="304" y="456"/>
                    <a:pt x="215" y="536"/>
                    <a:pt x="250" y="608"/>
                  </a:cubicBezTo>
                  <a:cubicBezTo>
                    <a:pt x="277" y="688"/>
                    <a:pt x="206" y="715"/>
                    <a:pt x="241" y="777"/>
                  </a:cubicBezTo>
                  <a:cubicBezTo>
                    <a:pt x="277" y="839"/>
                    <a:pt x="161" y="911"/>
                    <a:pt x="215" y="1018"/>
                  </a:cubicBezTo>
                  <a:cubicBezTo>
                    <a:pt x="268" y="1125"/>
                    <a:pt x="170" y="1178"/>
                    <a:pt x="206" y="1250"/>
                  </a:cubicBezTo>
                  <a:cubicBezTo>
                    <a:pt x="233" y="1321"/>
                    <a:pt x="108" y="1410"/>
                    <a:pt x="170" y="1491"/>
                  </a:cubicBezTo>
                  <a:cubicBezTo>
                    <a:pt x="224" y="1580"/>
                    <a:pt x="117" y="1651"/>
                    <a:pt x="152" y="1714"/>
                  </a:cubicBezTo>
                  <a:cubicBezTo>
                    <a:pt x="188" y="1776"/>
                    <a:pt x="90" y="1865"/>
                    <a:pt x="143" y="1937"/>
                  </a:cubicBezTo>
                  <a:cubicBezTo>
                    <a:pt x="197" y="2008"/>
                    <a:pt x="72" y="2097"/>
                    <a:pt x="117" y="2187"/>
                  </a:cubicBezTo>
                  <a:cubicBezTo>
                    <a:pt x="152" y="2285"/>
                    <a:pt x="54" y="2392"/>
                    <a:pt x="108" y="2481"/>
                  </a:cubicBezTo>
                  <a:cubicBezTo>
                    <a:pt x="152" y="2561"/>
                    <a:pt x="36" y="2588"/>
                    <a:pt x="90" y="2677"/>
                  </a:cubicBezTo>
                  <a:cubicBezTo>
                    <a:pt x="143" y="2775"/>
                    <a:pt x="1" y="2900"/>
                    <a:pt x="1" y="3070"/>
                  </a:cubicBezTo>
                  <a:lnTo>
                    <a:pt x="357" y="3070"/>
                  </a:lnTo>
                  <a:lnTo>
                    <a:pt x="35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147"/>
            <p:cNvSpPr/>
            <p:nvPr/>
          </p:nvSpPr>
          <p:spPr>
            <a:xfrm>
              <a:off x="3573845" y="2222586"/>
              <a:ext cx="12677" cy="111510"/>
            </a:xfrm>
            <a:custGeom>
              <a:rect b="b" l="l" r="r" t="t"/>
              <a:pathLst>
                <a:path extrusionOk="0" h="3070" w="349">
                  <a:moveTo>
                    <a:pt x="0" y="1"/>
                  </a:moveTo>
                  <a:lnTo>
                    <a:pt x="0" y="3070"/>
                  </a:lnTo>
                  <a:lnTo>
                    <a:pt x="348" y="3070"/>
                  </a:lnTo>
                  <a:cubicBezTo>
                    <a:pt x="348" y="2900"/>
                    <a:pt x="206" y="2775"/>
                    <a:pt x="259" y="2677"/>
                  </a:cubicBezTo>
                  <a:cubicBezTo>
                    <a:pt x="313" y="2588"/>
                    <a:pt x="197" y="2561"/>
                    <a:pt x="241" y="2481"/>
                  </a:cubicBezTo>
                  <a:cubicBezTo>
                    <a:pt x="295" y="2392"/>
                    <a:pt x="197" y="2285"/>
                    <a:pt x="232" y="2187"/>
                  </a:cubicBezTo>
                  <a:cubicBezTo>
                    <a:pt x="277" y="2097"/>
                    <a:pt x="152" y="2008"/>
                    <a:pt x="206" y="1937"/>
                  </a:cubicBezTo>
                  <a:cubicBezTo>
                    <a:pt x="259" y="1865"/>
                    <a:pt x="161" y="1776"/>
                    <a:pt x="197" y="1714"/>
                  </a:cubicBezTo>
                  <a:cubicBezTo>
                    <a:pt x="232" y="1651"/>
                    <a:pt x="125" y="1580"/>
                    <a:pt x="188" y="1491"/>
                  </a:cubicBezTo>
                  <a:cubicBezTo>
                    <a:pt x="241" y="1410"/>
                    <a:pt x="116" y="1321"/>
                    <a:pt x="143" y="1250"/>
                  </a:cubicBezTo>
                  <a:cubicBezTo>
                    <a:pt x="179" y="1178"/>
                    <a:pt x="81" y="1125"/>
                    <a:pt x="134" y="1018"/>
                  </a:cubicBezTo>
                  <a:cubicBezTo>
                    <a:pt x="188" y="911"/>
                    <a:pt x="72" y="839"/>
                    <a:pt x="108" y="777"/>
                  </a:cubicBezTo>
                  <a:cubicBezTo>
                    <a:pt x="143" y="715"/>
                    <a:pt x="72" y="688"/>
                    <a:pt x="99" y="608"/>
                  </a:cubicBezTo>
                  <a:cubicBezTo>
                    <a:pt x="134" y="536"/>
                    <a:pt x="45" y="456"/>
                    <a:pt x="81" y="393"/>
                  </a:cubicBezTo>
                  <a:cubicBezTo>
                    <a:pt x="116" y="331"/>
                    <a:pt x="45" y="304"/>
                    <a:pt x="63" y="251"/>
                  </a:cubicBezTo>
                  <a:cubicBezTo>
                    <a:pt x="90" y="206"/>
                    <a:pt x="27" y="179"/>
                    <a:pt x="36" y="117"/>
                  </a:cubicBezTo>
                  <a:cubicBezTo>
                    <a:pt x="45" y="54"/>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147"/>
            <p:cNvSpPr/>
            <p:nvPr/>
          </p:nvSpPr>
          <p:spPr>
            <a:xfrm>
              <a:off x="3487001" y="2207367"/>
              <a:ext cx="12677" cy="111183"/>
            </a:xfrm>
            <a:custGeom>
              <a:rect b="b" l="l" r="r" t="t"/>
              <a:pathLst>
                <a:path extrusionOk="0" h="3061" w="349">
                  <a:moveTo>
                    <a:pt x="349" y="1"/>
                  </a:moveTo>
                  <a:cubicBezTo>
                    <a:pt x="349" y="1"/>
                    <a:pt x="304" y="45"/>
                    <a:pt x="313" y="108"/>
                  </a:cubicBezTo>
                  <a:cubicBezTo>
                    <a:pt x="322" y="170"/>
                    <a:pt x="259" y="197"/>
                    <a:pt x="286" y="250"/>
                  </a:cubicBezTo>
                  <a:cubicBezTo>
                    <a:pt x="304" y="304"/>
                    <a:pt x="224" y="322"/>
                    <a:pt x="268" y="384"/>
                  </a:cubicBezTo>
                  <a:cubicBezTo>
                    <a:pt x="304" y="456"/>
                    <a:pt x="215" y="527"/>
                    <a:pt x="241" y="607"/>
                  </a:cubicBezTo>
                  <a:cubicBezTo>
                    <a:pt x="277" y="679"/>
                    <a:pt x="206" y="714"/>
                    <a:pt x="241" y="777"/>
                  </a:cubicBezTo>
                  <a:cubicBezTo>
                    <a:pt x="268" y="839"/>
                    <a:pt x="161" y="911"/>
                    <a:pt x="215" y="1009"/>
                  </a:cubicBezTo>
                  <a:cubicBezTo>
                    <a:pt x="268" y="1116"/>
                    <a:pt x="170" y="1169"/>
                    <a:pt x="197" y="1241"/>
                  </a:cubicBezTo>
                  <a:cubicBezTo>
                    <a:pt x="233" y="1321"/>
                    <a:pt x="108" y="1401"/>
                    <a:pt x="161" y="1490"/>
                  </a:cubicBezTo>
                  <a:cubicBezTo>
                    <a:pt x="224" y="1571"/>
                    <a:pt x="117" y="1642"/>
                    <a:pt x="152" y="1705"/>
                  </a:cubicBezTo>
                  <a:cubicBezTo>
                    <a:pt x="188" y="1776"/>
                    <a:pt x="90" y="1865"/>
                    <a:pt x="143" y="1936"/>
                  </a:cubicBezTo>
                  <a:cubicBezTo>
                    <a:pt x="197" y="2008"/>
                    <a:pt x="72" y="2088"/>
                    <a:pt x="108" y="2186"/>
                  </a:cubicBezTo>
                  <a:cubicBezTo>
                    <a:pt x="152" y="2284"/>
                    <a:pt x="54" y="2391"/>
                    <a:pt x="99" y="2472"/>
                  </a:cubicBezTo>
                  <a:cubicBezTo>
                    <a:pt x="152" y="2561"/>
                    <a:pt x="36" y="2579"/>
                    <a:pt x="90" y="2677"/>
                  </a:cubicBezTo>
                  <a:cubicBezTo>
                    <a:pt x="143" y="2766"/>
                    <a:pt x="1" y="2891"/>
                    <a:pt x="1" y="3061"/>
                  </a:cubicBezTo>
                  <a:lnTo>
                    <a:pt x="349" y="3061"/>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147"/>
            <p:cNvSpPr/>
            <p:nvPr/>
          </p:nvSpPr>
          <p:spPr>
            <a:xfrm>
              <a:off x="3499641" y="2207367"/>
              <a:ext cx="12677" cy="111183"/>
            </a:xfrm>
            <a:custGeom>
              <a:rect b="b" l="l" r="r" t="t"/>
              <a:pathLst>
                <a:path extrusionOk="0" h="3061" w="349">
                  <a:moveTo>
                    <a:pt x="1" y="1"/>
                  </a:moveTo>
                  <a:lnTo>
                    <a:pt x="1" y="3061"/>
                  </a:lnTo>
                  <a:lnTo>
                    <a:pt x="348" y="3061"/>
                  </a:lnTo>
                  <a:cubicBezTo>
                    <a:pt x="348" y="2891"/>
                    <a:pt x="215" y="2766"/>
                    <a:pt x="268" y="2677"/>
                  </a:cubicBezTo>
                  <a:cubicBezTo>
                    <a:pt x="322" y="2579"/>
                    <a:pt x="197" y="2561"/>
                    <a:pt x="250" y="2472"/>
                  </a:cubicBezTo>
                  <a:cubicBezTo>
                    <a:pt x="304" y="2391"/>
                    <a:pt x="197" y="2284"/>
                    <a:pt x="241" y="2186"/>
                  </a:cubicBezTo>
                  <a:cubicBezTo>
                    <a:pt x="286" y="2088"/>
                    <a:pt x="161" y="2008"/>
                    <a:pt x="215" y="1936"/>
                  </a:cubicBezTo>
                  <a:cubicBezTo>
                    <a:pt x="268" y="1865"/>
                    <a:pt x="170" y="1776"/>
                    <a:pt x="206" y="1705"/>
                  </a:cubicBezTo>
                  <a:cubicBezTo>
                    <a:pt x="241" y="1642"/>
                    <a:pt x="134" y="1571"/>
                    <a:pt x="188" y="1490"/>
                  </a:cubicBezTo>
                  <a:cubicBezTo>
                    <a:pt x="241" y="1401"/>
                    <a:pt x="117" y="1321"/>
                    <a:pt x="152" y="1241"/>
                  </a:cubicBezTo>
                  <a:cubicBezTo>
                    <a:pt x="188" y="1169"/>
                    <a:pt x="81" y="1116"/>
                    <a:pt x="134" y="1009"/>
                  </a:cubicBezTo>
                  <a:cubicBezTo>
                    <a:pt x="188" y="911"/>
                    <a:pt x="81" y="839"/>
                    <a:pt x="117" y="777"/>
                  </a:cubicBezTo>
                  <a:cubicBezTo>
                    <a:pt x="152" y="714"/>
                    <a:pt x="72" y="679"/>
                    <a:pt x="108" y="607"/>
                  </a:cubicBezTo>
                  <a:cubicBezTo>
                    <a:pt x="143" y="527"/>
                    <a:pt x="54" y="456"/>
                    <a:pt x="90" y="384"/>
                  </a:cubicBezTo>
                  <a:cubicBezTo>
                    <a:pt x="125" y="322"/>
                    <a:pt x="45" y="304"/>
                    <a:pt x="72" y="250"/>
                  </a:cubicBezTo>
                  <a:cubicBezTo>
                    <a:pt x="99" y="197"/>
                    <a:pt x="36" y="170"/>
                    <a:pt x="45" y="108"/>
                  </a:cubicBezTo>
                  <a:cubicBezTo>
                    <a:pt x="45" y="45"/>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147"/>
            <p:cNvSpPr/>
            <p:nvPr/>
          </p:nvSpPr>
          <p:spPr>
            <a:xfrm>
              <a:off x="3666174" y="2309104"/>
              <a:ext cx="12677" cy="111510"/>
            </a:xfrm>
            <a:custGeom>
              <a:rect b="b" l="l" r="r" t="t"/>
              <a:pathLst>
                <a:path extrusionOk="0" h="3070" w="349">
                  <a:moveTo>
                    <a:pt x="349" y="1"/>
                  </a:moveTo>
                  <a:cubicBezTo>
                    <a:pt x="349" y="1"/>
                    <a:pt x="304" y="54"/>
                    <a:pt x="304" y="117"/>
                  </a:cubicBezTo>
                  <a:cubicBezTo>
                    <a:pt x="313" y="179"/>
                    <a:pt x="251" y="206"/>
                    <a:pt x="278" y="251"/>
                  </a:cubicBezTo>
                  <a:cubicBezTo>
                    <a:pt x="304" y="304"/>
                    <a:pt x="224" y="322"/>
                    <a:pt x="260" y="393"/>
                  </a:cubicBezTo>
                  <a:cubicBezTo>
                    <a:pt x="295" y="456"/>
                    <a:pt x="206" y="536"/>
                    <a:pt x="242" y="607"/>
                  </a:cubicBezTo>
                  <a:cubicBezTo>
                    <a:pt x="278" y="688"/>
                    <a:pt x="197" y="715"/>
                    <a:pt x="233" y="777"/>
                  </a:cubicBezTo>
                  <a:cubicBezTo>
                    <a:pt x="269" y="839"/>
                    <a:pt x="162" y="911"/>
                    <a:pt x="215" y="1018"/>
                  </a:cubicBezTo>
                  <a:cubicBezTo>
                    <a:pt x="269" y="1125"/>
                    <a:pt x="162" y="1178"/>
                    <a:pt x="197" y="1250"/>
                  </a:cubicBezTo>
                  <a:cubicBezTo>
                    <a:pt x="233" y="1321"/>
                    <a:pt x="108" y="1410"/>
                    <a:pt x="162" y="1491"/>
                  </a:cubicBezTo>
                  <a:cubicBezTo>
                    <a:pt x="215" y="1580"/>
                    <a:pt x="108" y="1651"/>
                    <a:pt x="144" y="1714"/>
                  </a:cubicBezTo>
                  <a:cubicBezTo>
                    <a:pt x="179" y="1776"/>
                    <a:pt x="81" y="1865"/>
                    <a:pt x="135" y="1937"/>
                  </a:cubicBezTo>
                  <a:cubicBezTo>
                    <a:pt x="188" y="2008"/>
                    <a:pt x="63" y="2088"/>
                    <a:pt x="108" y="2186"/>
                  </a:cubicBezTo>
                  <a:cubicBezTo>
                    <a:pt x="153" y="2285"/>
                    <a:pt x="46" y="2392"/>
                    <a:pt x="99" y="2481"/>
                  </a:cubicBezTo>
                  <a:cubicBezTo>
                    <a:pt x="153" y="2561"/>
                    <a:pt x="28" y="2588"/>
                    <a:pt x="81" y="2677"/>
                  </a:cubicBezTo>
                  <a:cubicBezTo>
                    <a:pt x="135" y="2775"/>
                    <a:pt x="1" y="2891"/>
                    <a:pt x="1" y="3070"/>
                  </a:cubicBezTo>
                  <a:lnTo>
                    <a:pt x="349" y="3070"/>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147"/>
            <p:cNvSpPr/>
            <p:nvPr/>
          </p:nvSpPr>
          <p:spPr>
            <a:xfrm>
              <a:off x="3678814" y="2309104"/>
              <a:ext cx="12677" cy="111510"/>
            </a:xfrm>
            <a:custGeom>
              <a:rect b="b" l="l" r="r" t="t"/>
              <a:pathLst>
                <a:path extrusionOk="0" h="3070" w="349">
                  <a:moveTo>
                    <a:pt x="1" y="1"/>
                  </a:moveTo>
                  <a:lnTo>
                    <a:pt x="1" y="3070"/>
                  </a:lnTo>
                  <a:lnTo>
                    <a:pt x="349" y="3070"/>
                  </a:lnTo>
                  <a:cubicBezTo>
                    <a:pt x="349" y="2891"/>
                    <a:pt x="206" y="2775"/>
                    <a:pt x="260" y="2677"/>
                  </a:cubicBezTo>
                  <a:cubicBezTo>
                    <a:pt x="322" y="2588"/>
                    <a:pt x="197" y="2561"/>
                    <a:pt x="251" y="2481"/>
                  </a:cubicBezTo>
                  <a:cubicBezTo>
                    <a:pt x="295" y="2392"/>
                    <a:pt x="197" y="2285"/>
                    <a:pt x="242" y="2186"/>
                  </a:cubicBezTo>
                  <a:cubicBezTo>
                    <a:pt x="277" y="2088"/>
                    <a:pt x="153" y="2008"/>
                    <a:pt x="206" y="1937"/>
                  </a:cubicBezTo>
                  <a:cubicBezTo>
                    <a:pt x="260" y="1865"/>
                    <a:pt x="161" y="1776"/>
                    <a:pt x="197" y="1714"/>
                  </a:cubicBezTo>
                  <a:cubicBezTo>
                    <a:pt x="233" y="1651"/>
                    <a:pt x="135" y="1580"/>
                    <a:pt x="188" y="1491"/>
                  </a:cubicBezTo>
                  <a:cubicBezTo>
                    <a:pt x="242" y="1410"/>
                    <a:pt x="117" y="1321"/>
                    <a:pt x="153" y="1250"/>
                  </a:cubicBezTo>
                  <a:cubicBezTo>
                    <a:pt x="179" y="1178"/>
                    <a:pt x="81" y="1125"/>
                    <a:pt x="135" y="1018"/>
                  </a:cubicBezTo>
                  <a:cubicBezTo>
                    <a:pt x="188" y="911"/>
                    <a:pt x="81" y="839"/>
                    <a:pt x="117" y="777"/>
                  </a:cubicBezTo>
                  <a:cubicBezTo>
                    <a:pt x="144" y="715"/>
                    <a:pt x="72" y="688"/>
                    <a:pt x="108" y="607"/>
                  </a:cubicBezTo>
                  <a:cubicBezTo>
                    <a:pt x="135" y="536"/>
                    <a:pt x="45" y="456"/>
                    <a:pt x="90" y="393"/>
                  </a:cubicBezTo>
                  <a:cubicBezTo>
                    <a:pt x="126" y="322"/>
                    <a:pt x="45" y="304"/>
                    <a:pt x="63" y="251"/>
                  </a:cubicBezTo>
                  <a:cubicBezTo>
                    <a:pt x="90" y="206"/>
                    <a:pt x="28" y="179"/>
                    <a:pt x="37" y="117"/>
                  </a:cubicBezTo>
                  <a:cubicBezTo>
                    <a:pt x="45" y="54"/>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147"/>
            <p:cNvSpPr/>
            <p:nvPr/>
          </p:nvSpPr>
          <p:spPr>
            <a:xfrm>
              <a:off x="3666501" y="2389156"/>
              <a:ext cx="61276" cy="107624"/>
            </a:xfrm>
            <a:custGeom>
              <a:rect b="b" l="l" r="r" t="t"/>
              <a:pathLst>
                <a:path extrusionOk="0" h="2963" w="1687">
                  <a:moveTo>
                    <a:pt x="1" y="0"/>
                  </a:moveTo>
                  <a:lnTo>
                    <a:pt x="1" y="2962"/>
                  </a:lnTo>
                  <a:lnTo>
                    <a:pt x="1687" y="2962"/>
                  </a:lnTo>
                  <a:lnTo>
                    <a:pt x="1687"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147"/>
            <p:cNvSpPr/>
            <p:nvPr/>
          </p:nvSpPr>
          <p:spPr>
            <a:xfrm>
              <a:off x="3652263" y="2374555"/>
              <a:ext cx="14275" cy="122225"/>
            </a:xfrm>
            <a:custGeom>
              <a:rect b="b" l="l" r="r" t="t"/>
              <a:pathLst>
                <a:path extrusionOk="0" h="3365" w="393">
                  <a:moveTo>
                    <a:pt x="0" y="1"/>
                  </a:moveTo>
                  <a:lnTo>
                    <a:pt x="0" y="3364"/>
                  </a:lnTo>
                  <a:lnTo>
                    <a:pt x="393" y="3364"/>
                  </a:lnTo>
                  <a:lnTo>
                    <a:pt x="393" y="402"/>
                  </a:lnTo>
                  <a:lnTo>
                    <a:pt x="0"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147"/>
            <p:cNvSpPr/>
            <p:nvPr/>
          </p:nvSpPr>
          <p:spPr>
            <a:xfrm>
              <a:off x="3710922" y="2399180"/>
              <a:ext cx="7482" cy="13657"/>
            </a:xfrm>
            <a:custGeom>
              <a:rect b="b" l="l" r="r" t="t"/>
              <a:pathLst>
                <a:path extrusionOk="0" h="376" w="206">
                  <a:moveTo>
                    <a:pt x="0" y="1"/>
                  </a:moveTo>
                  <a:lnTo>
                    <a:pt x="0" y="376"/>
                  </a:lnTo>
                  <a:lnTo>
                    <a:pt x="205" y="376"/>
                  </a:lnTo>
                  <a:lnTo>
                    <a:pt x="20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147"/>
            <p:cNvSpPr/>
            <p:nvPr/>
          </p:nvSpPr>
          <p:spPr>
            <a:xfrm>
              <a:off x="3677216" y="2402740"/>
              <a:ext cx="7809" cy="13657"/>
            </a:xfrm>
            <a:custGeom>
              <a:rect b="b" l="l" r="r" t="t"/>
              <a:pathLst>
                <a:path extrusionOk="0" h="376" w="215">
                  <a:moveTo>
                    <a:pt x="0" y="1"/>
                  </a:moveTo>
                  <a:lnTo>
                    <a:pt x="0" y="376"/>
                  </a:lnTo>
                  <a:lnTo>
                    <a:pt x="214" y="376"/>
                  </a:lnTo>
                  <a:lnTo>
                    <a:pt x="21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147"/>
            <p:cNvSpPr/>
            <p:nvPr/>
          </p:nvSpPr>
          <p:spPr>
            <a:xfrm>
              <a:off x="3713828" y="2428673"/>
              <a:ext cx="7809" cy="13657"/>
            </a:xfrm>
            <a:custGeom>
              <a:rect b="b" l="l" r="r" t="t"/>
              <a:pathLst>
                <a:path extrusionOk="0" h="376" w="215">
                  <a:moveTo>
                    <a:pt x="0" y="1"/>
                  </a:moveTo>
                  <a:lnTo>
                    <a:pt x="0" y="375"/>
                  </a:lnTo>
                  <a:lnTo>
                    <a:pt x="214" y="375"/>
                  </a:lnTo>
                  <a:lnTo>
                    <a:pt x="21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147"/>
            <p:cNvSpPr/>
            <p:nvPr/>
          </p:nvSpPr>
          <p:spPr>
            <a:xfrm>
              <a:off x="3691454" y="2433214"/>
              <a:ext cx="7809" cy="13657"/>
            </a:xfrm>
            <a:custGeom>
              <a:rect b="b" l="l" r="r" t="t"/>
              <a:pathLst>
                <a:path extrusionOk="0" h="376" w="215">
                  <a:moveTo>
                    <a:pt x="1" y="1"/>
                  </a:moveTo>
                  <a:lnTo>
                    <a:pt x="1" y="375"/>
                  </a:lnTo>
                  <a:lnTo>
                    <a:pt x="215" y="375"/>
                  </a:lnTo>
                  <a:lnTo>
                    <a:pt x="21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147"/>
            <p:cNvSpPr/>
            <p:nvPr/>
          </p:nvSpPr>
          <p:spPr>
            <a:xfrm>
              <a:off x="3693415" y="2467574"/>
              <a:ext cx="15255" cy="29203"/>
            </a:xfrm>
            <a:custGeom>
              <a:rect b="b" l="l" r="r" t="t"/>
              <a:pathLst>
                <a:path extrusionOk="0" h="804" w="420">
                  <a:moveTo>
                    <a:pt x="0" y="0"/>
                  </a:moveTo>
                  <a:lnTo>
                    <a:pt x="0" y="803"/>
                  </a:lnTo>
                  <a:lnTo>
                    <a:pt x="420" y="803"/>
                  </a:lnTo>
                  <a:lnTo>
                    <a:pt x="42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147"/>
            <p:cNvSpPr/>
            <p:nvPr/>
          </p:nvSpPr>
          <p:spPr>
            <a:xfrm>
              <a:off x="3652263" y="2374555"/>
              <a:ext cx="75514" cy="14638"/>
            </a:xfrm>
            <a:custGeom>
              <a:rect b="b" l="l" r="r" t="t"/>
              <a:pathLst>
                <a:path extrusionOk="0" h="403" w="2079">
                  <a:moveTo>
                    <a:pt x="0" y="1"/>
                  </a:moveTo>
                  <a:lnTo>
                    <a:pt x="393" y="402"/>
                  </a:lnTo>
                  <a:lnTo>
                    <a:pt x="2079" y="402"/>
                  </a:lnTo>
                  <a:lnTo>
                    <a:pt x="16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147"/>
            <p:cNvSpPr/>
            <p:nvPr/>
          </p:nvSpPr>
          <p:spPr>
            <a:xfrm>
              <a:off x="3551471" y="2334056"/>
              <a:ext cx="101812" cy="162725"/>
            </a:xfrm>
            <a:custGeom>
              <a:rect b="b" l="l" r="r" t="t"/>
              <a:pathLst>
                <a:path extrusionOk="0" h="4480" w="2803">
                  <a:moveTo>
                    <a:pt x="1" y="1"/>
                  </a:moveTo>
                  <a:lnTo>
                    <a:pt x="1" y="4479"/>
                  </a:lnTo>
                  <a:lnTo>
                    <a:pt x="2802" y="4479"/>
                  </a:lnTo>
                  <a:lnTo>
                    <a:pt x="2802"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147"/>
            <p:cNvSpPr/>
            <p:nvPr/>
          </p:nvSpPr>
          <p:spPr>
            <a:xfrm>
              <a:off x="3567053" y="2350582"/>
              <a:ext cx="12677" cy="22411"/>
            </a:xfrm>
            <a:custGeom>
              <a:rect b="b" l="l" r="r" t="t"/>
              <a:pathLst>
                <a:path extrusionOk="0" h="617" w="349">
                  <a:moveTo>
                    <a:pt x="0" y="1"/>
                  </a:moveTo>
                  <a:lnTo>
                    <a:pt x="0" y="616"/>
                  </a:lnTo>
                  <a:lnTo>
                    <a:pt x="348" y="616"/>
                  </a:lnTo>
                  <a:lnTo>
                    <a:pt x="34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147"/>
            <p:cNvSpPr/>
            <p:nvPr/>
          </p:nvSpPr>
          <p:spPr>
            <a:xfrm>
              <a:off x="3581291" y="2372956"/>
              <a:ext cx="12677" cy="22702"/>
            </a:xfrm>
            <a:custGeom>
              <a:rect b="b" l="l" r="r" t="t"/>
              <a:pathLst>
                <a:path extrusionOk="0" h="625" w="349">
                  <a:moveTo>
                    <a:pt x="1" y="0"/>
                  </a:moveTo>
                  <a:lnTo>
                    <a:pt x="1" y="625"/>
                  </a:lnTo>
                  <a:lnTo>
                    <a:pt x="349" y="625"/>
                  </a:lnTo>
                  <a:lnTo>
                    <a:pt x="349"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147"/>
            <p:cNvSpPr/>
            <p:nvPr/>
          </p:nvSpPr>
          <p:spPr>
            <a:xfrm>
              <a:off x="3622770" y="2356430"/>
              <a:ext cx="12677" cy="22702"/>
            </a:xfrm>
            <a:custGeom>
              <a:rect b="b" l="l" r="r" t="t"/>
              <a:pathLst>
                <a:path extrusionOk="0" h="625" w="349">
                  <a:moveTo>
                    <a:pt x="1" y="0"/>
                  </a:moveTo>
                  <a:lnTo>
                    <a:pt x="1" y="625"/>
                  </a:lnTo>
                  <a:lnTo>
                    <a:pt x="348" y="625"/>
                  </a:lnTo>
                  <a:lnTo>
                    <a:pt x="34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147"/>
            <p:cNvSpPr/>
            <p:nvPr/>
          </p:nvSpPr>
          <p:spPr>
            <a:xfrm>
              <a:off x="3562186" y="2399180"/>
              <a:ext cx="12677" cy="22738"/>
            </a:xfrm>
            <a:custGeom>
              <a:rect b="b" l="l" r="r" t="t"/>
              <a:pathLst>
                <a:path extrusionOk="0" h="626" w="349">
                  <a:moveTo>
                    <a:pt x="0" y="1"/>
                  </a:moveTo>
                  <a:lnTo>
                    <a:pt x="0" y="625"/>
                  </a:lnTo>
                  <a:lnTo>
                    <a:pt x="348" y="625"/>
                  </a:lnTo>
                  <a:lnTo>
                    <a:pt x="34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147"/>
            <p:cNvSpPr/>
            <p:nvPr/>
          </p:nvSpPr>
          <p:spPr>
            <a:xfrm>
              <a:off x="3618884" y="2405682"/>
              <a:ext cx="12677" cy="22375"/>
            </a:xfrm>
            <a:custGeom>
              <a:rect b="b" l="l" r="r" t="t"/>
              <a:pathLst>
                <a:path extrusionOk="0" h="616" w="349">
                  <a:moveTo>
                    <a:pt x="0" y="0"/>
                  </a:moveTo>
                  <a:lnTo>
                    <a:pt x="0" y="616"/>
                  </a:lnTo>
                  <a:lnTo>
                    <a:pt x="348" y="616"/>
                  </a:lnTo>
                  <a:lnTo>
                    <a:pt x="34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147"/>
            <p:cNvSpPr/>
            <p:nvPr/>
          </p:nvSpPr>
          <p:spPr>
            <a:xfrm>
              <a:off x="3579693" y="2444219"/>
              <a:ext cx="25280" cy="52559"/>
            </a:xfrm>
            <a:custGeom>
              <a:rect b="b" l="l" r="r" t="t"/>
              <a:pathLst>
                <a:path extrusionOk="0" h="1447" w="696">
                  <a:moveTo>
                    <a:pt x="0" y="1"/>
                  </a:moveTo>
                  <a:lnTo>
                    <a:pt x="0" y="1446"/>
                  </a:lnTo>
                  <a:lnTo>
                    <a:pt x="696" y="1446"/>
                  </a:lnTo>
                  <a:lnTo>
                    <a:pt x="69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147"/>
            <p:cNvSpPr/>
            <p:nvPr/>
          </p:nvSpPr>
          <p:spPr>
            <a:xfrm>
              <a:off x="3551471" y="2309430"/>
              <a:ext cx="114743" cy="24663"/>
            </a:xfrm>
            <a:custGeom>
              <a:rect b="b" l="l" r="r" t="t"/>
              <a:pathLst>
                <a:path extrusionOk="0" h="679" w="3159">
                  <a:moveTo>
                    <a:pt x="1" y="1"/>
                  </a:moveTo>
                  <a:lnTo>
                    <a:pt x="1" y="679"/>
                  </a:lnTo>
                  <a:lnTo>
                    <a:pt x="3159" y="679"/>
                  </a:lnTo>
                  <a:lnTo>
                    <a:pt x="248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147"/>
            <p:cNvSpPr/>
            <p:nvPr/>
          </p:nvSpPr>
          <p:spPr>
            <a:xfrm>
              <a:off x="3460777" y="2278339"/>
              <a:ext cx="90734" cy="218444"/>
            </a:xfrm>
            <a:custGeom>
              <a:rect b="b" l="l" r="r" t="t"/>
              <a:pathLst>
                <a:path extrusionOk="0" h="6014" w="2498">
                  <a:moveTo>
                    <a:pt x="0" y="0"/>
                  </a:moveTo>
                  <a:lnTo>
                    <a:pt x="0" y="6013"/>
                  </a:lnTo>
                  <a:lnTo>
                    <a:pt x="2498" y="6013"/>
                  </a:lnTo>
                  <a:lnTo>
                    <a:pt x="2498"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147"/>
            <p:cNvSpPr/>
            <p:nvPr/>
          </p:nvSpPr>
          <p:spPr>
            <a:xfrm>
              <a:off x="3474688" y="2292904"/>
              <a:ext cx="11369" cy="20450"/>
            </a:xfrm>
            <a:custGeom>
              <a:rect b="b" l="l" r="r" t="t"/>
              <a:pathLst>
                <a:path extrusionOk="0" h="563" w="313">
                  <a:moveTo>
                    <a:pt x="1" y="1"/>
                  </a:moveTo>
                  <a:lnTo>
                    <a:pt x="1" y="563"/>
                  </a:lnTo>
                  <a:lnTo>
                    <a:pt x="313" y="563"/>
                  </a:lnTo>
                  <a:lnTo>
                    <a:pt x="31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147"/>
            <p:cNvSpPr/>
            <p:nvPr/>
          </p:nvSpPr>
          <p:spPr>
            <a:xfrm>
              <a:off x="3499641" y="2313317"/>
              <a:ext cx="11369" cy="20123"/>
            </a:xfrm>
            <a:custGeom>
              <a:rect b="b" l="l" r="r" t="t"/>
              <a:pathLst>
                <a:path extrusionOk="0" h="554" w="313">
                  <a:moveTo>
                    <a:pt x="1" y="1"/>
                  </a:moveTo>
                  <a:lnTo>
                    <a:pt x="1" y="554"/>
                  </a:lnTo>
                  <a:lnTo>
                    <a:pt x="313" y="554"/>
                  </a:lnTo>
                  <a:lnTo>
                    <a:pt x="31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147"/>
            <p:cNvSpPr/>
            <p:nvPr/>
          </p:nvSpPr>
          <p:spPr>
            <a:xfrm>
              <a:off x="3524267" y="2298425"/>
              <a:ext cx="11369" cy="20123"/>
            </a:xfrm>
            <a:custGeom>
              <a:rect b="b" l="l" r="r" t="t"/>
              <a:pathLst>
                <a:path extrusionOk="0" h="554" w="313">
                  <a:moveTo>
                    <a:pt x="1" y="0"/>
                  </a:moveTo>
                  <a:lnTo>
                    <a:pt x="1" y="554"/>
                  </a:lnTo>
                  <a:lnTo>
                    <a:pt x="313" y="554"/>
                  </a:lnTo>
                  <a:lnTo>
                    <a:pt x="31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147"/>
            <p:cNvSpPr/>
            <p:nvPr/>
          </p:nvSpPr>
          <p:spPr>
            <a:xfrm>
              <a:off x="3470148" y="2336671"/>
              <a:ext cx="11369" cy="20123"/>
            </a:xfrm>
            <a:custGeom>
              <a:rect b="b" l="l" r="r" t="t"/>
              <a:pathLst>
                <a:path extrusionOk="0" h="554" w="313">
                  <a:moveTo>
                    <a:pt x="1" y="0"/>
                  </a:moveTo>
                  <a:lnTo>
                    <a:pt x="1" y="553"/>
                  </a:lnTo>
                  <a:lnTo>
                    <a:pt x="313" y="553"/>
                  </a:lnTo>
                  <a:lnTo>
                    <a:pt x="31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147"/>
            <p:cNvSpPr/>
            <p:nvPr/>
          </p:nvSpPr>
          <p:spPr>
            <a:xfrm>
              <a:off x="3486020" y="2385596"/>
              <a:ext cx="11405" cy="20123"/>
            </a:xfrm>
            <a:custGeom>
              <a:rect b="b" l="l" r="r" t="t"/>
              <a:pathLst>
                <a:path extrusionOk="0" h="554" w="314">
                  <a:moveTo>
                    <a:pt x="1" y="0"/>
                  </a:moveTo>
                  <a:lnTo>
                    <a:pt x="1" y="553"/>
                  </a:lnTo>
                  <a:lnTo>
                    <a:pt x="313" y="553"/>
                  </a:lnTo>
                  <a:lnTo>
                    <a:pt x="31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147"/>
            <p:cNvSpPr/>
            <p:nvPr/>
          </p:nvSpPr>
          <p:spPr>
            <a:xfrm>
              <a:off x="3469167" y="2415707"/>
              <a:ext cx="11078" cy="20123"/>
            </a:xfrm>
            <a:custGeom>
              <a:rect b="b" l="l" r="r" t="t"/>
              <a:pathLst>
                <a:path extrusionOk="0" h="554" w="305">
                  <a:moveTo>
                    <a:pt x="1" y="1"/>
                  </a:moveTo>
                  <a:lnTo>
                    <a:pt x="1" y="554"/>
                  </a:lnTo>
                  <a:lnTo>
                    <a:pt x="304" y="554"/>
                  </a:lnTo>
                  <a:lnTo>
                    <a:pt x="30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147"/>
            <p:cNvSpPr/>
            <p:nvPr/>
          </p:nvSpPr>
          <p:spPr>
            <a:xfrm>
              <a:off x="3521034" y="2342156"/>
              <a:ext cx="11369" cy="20123"/>
            </a:xfrm>
            <a:custGeom>
              <a:rect b="b" l="l" r="r" t="t"/>
              <a:pathLst>
                <a:path extrusionOk="0" h="554" w="313">
                  <a:moveTo>
                    <a:pt x="0" y="1"/>
                  </a:moveTo>
                  <a:lnTo>
                    <a:pt x="0" y="554"/>
                  </a:lnTo>
                  <a:lnTo>
                    <a:pt x="313" y="554"/>
                  </a:lnTo>
                  <a:lnTo>
                    <a:pt x="31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147"/>
            <p:cNvSpPr/>
            <p:nvPr/>
          </p:nvSpPr>
          <p:spPr>
            <a:xfrm>
              <a:off x="3489289" y="2449740"/>
              <a:ext cx="22702" cy="47038"/>
            </a:xfrm>
            <a:custGeom>
              <a:rect b="b" l="l" r="r" t="t"/>
              <a:pathLst>
                <a:path extrusionOk="0" h="1295" w="625">
                  <a:moveTo>
                    <a:pt x="0" y="1"/>
                  </a:moveTo>
                  <a:lnTo>
                    <a:pt x="0" y="1294"/>
                  </a:lnTo>
                  <a:lnTo>
                    <a:pt x="625" y="1294"/>
                  </a:lnTo>
                  <a:lnTo>
                    <a:pt x="62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147"/>
            <p:cNvSpPr/>
            <p:nvPr/>
          </p:nvSpPr>
          <p:spPr>
            <a:xfrm>
              <a:off x="3460777" y="2469135"/>
              <a:ext cx="39882" cy="27641"/>
            </a:xfrm>
            <a:custGeom>
              <a:rect b="b" l="l" r="r" t="t"/>
              <a:pathLst>
                <a:path extrusionOk="0" h="761" w="1098">
                  <a:moveTo>
                    <a:pt x="32" y="0"/>
                  </a:moveTo>
                  <a:cubicBezTo>
                    <a:pt x="12" y="0"/>
                    <a:pt x="0" y="2"/>
                    <a:pt x="0" y="2"/>
                  </a:cubicBezTo>
                  <a:lnTo>
                    <a:pt x="0" y="760"/>
                  </a:lnTo>
                  <a:lnTo>
                    <a:pt x="1097" y="760"/>
                  </a:lnTo>
                  <a:cubicBezTo>
                    <a:pt x="1061" y="508"/>
                    <a:pt x="901" y="455"/>
                    <a:pt x="771" y="455"/>
                  </a:cubicBezTo>
                  <a:cubicBezTo>
                    <a:pt x="676" y="455"/>
                    <a:pt x="598" y="484"/>
                    <a:pt x="598" y="484"/>
                  </a:cubicBezTo>
                  <a:cubicBezTo>
                    <a:pt x="582" y="355"/>
                    <a:pt x="505" y="329"/>
                    <a:pt x="445" y="329"/>
                  </a:cubicBezTo>
                  <a:cubicBezTo>
                    <a:pt x="406" y="329"/>
                    <a:pt x="375" y="341"/>
                    <a:pt x="375" y="341"/>
                  </a:cubicBezTo>
                  <a:cubicBezTo>
                    <a:pt x="346" y="30"/>
                    <a:pt x="117" y="0"/>
                    <a:pt x="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147"/>
            <p:cNvSpPr/>
            <p:nvPr/>
          </p:nvSpPr>
          <p:spPr>
            <a:xfrm>
              <a:off x="3653244" y="2473966"/>
              <a:ext cx="33090" cy="22811"/>
            </a:xfrm>
            <a:custGeom>
              <a:rect b="b" l="l" r="r" t="t"/>
              <a:pathLst>
                <a:path extrusionOk="0" h="628" w="911">
                  <a:moveTo>
                    <a:pt x="34" y="0"/>
                  </a:moveTo>
                  <a:cubicBezTo>
                    <a:pt x="13" y="0"/>
                    <a:pt x="0" y="3"/>
                    <a:pt x="0" y="3"/>
                  </a:cubicBezTo>
                  <a:lnTo>
                    <a:pt x="0" y="627"/>
                  </a:lnTo>
                  <a:lnTo>
                    <a:pt x="910" y="627"/>
                  </a:lnTo>
                  <a:cubicBezTo>
                    <a:pt x="879" y="417"/>
                    <a:pt x="739" y="374"/>
                    <a:pt x="629" y="374"/>
                  </a:cubicBezTo>
                  <a:cubicBezTo>
                    <a:pt x="553" y="374"/>
                    <a:pt x="491" y="395"/>
                    <a:pt x="491" y="395"/>
                  </a:cubicBezTo>
                  <a:cubicBezTo>
                    <a:pt x="474" y="291"/>
                    <a:pt x="411" y="271"/>
                    <a:pt x="364" y="271"/>
                  </a:cubicBezTo>
                  <a:cubicBezTo>
                    <a:pt x="335" y="271"/>
                    <a:pt x="312" y="279"/>
                    <a:pt x="312" y="279"/>
                  </a:cubicBezTo>
                  <a:cubicBezTo>
                    <a:pt x="284" y="28"/>
                    <a:pt x="109" y="0"/>
                    <a:pt x="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147"/>
            <p:cNvSpPr/>
            <p:nvPr/>
          </p:nvSpPr>
          <p:spPr>
            <a:xfrm>
              <a:off x="3460777" y="2256292"/>
              <a:ext cx="102429" cy="22084"/>
            </a:xfrm>
            <a:custGeom>
              <a:rect b="b" l="l" r="r" t="t"/>
              <a:pathLst>
                <a:path extrusionOk="0" h="608" w="2820">
                  <a:moveTo>
                    <a:pt x="0" y="1"/>
                  </a:moveTo>
                  <a:lnTo>
                    <a:pt x="0" y="607"/>
                  </a:lnTo>
                  <a:lnTo>
                    <a:pt x="2819" y="607"/>
                  </a:lnTo>
                  <a:lnTo>
                    <a:pt x="221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147"/>
            <p:cNvSpPr/>
            <p:nvPr/>
          </p:nvSpPr>
          <p:spPr>
            <a:xfrm>
              <a:off x="3505815" y="2354796"/>
              <a:ext cx="61276" cy="141985"/>
            </a:xfrm>
            <a:custGeom>
              <a:rect b="b" l="l" r="r" t="t"/>
              <a:pathLst>
                <a:path extrusionOk="0" h="3909" w="1687">
                  <a:moveTo>
                    <a:pt x="0" y="1"/>
                  </a:moveTo>
                  <a:lnTo>
                    <a:pt x="0" y="3908"/>
                  </a:lnTo>
                  <a:lnTo>
                    <a:pt x="1686" y="3908"/>
                  </a:lnTo>
                  <a:lnTo>
                    <a:pt x="1686"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147"/>
            <p:cNvSpPr/>
            <p:nvPr/>
          </p:nvSpPr>
          <p:spPr>
            <a:xfrm>
              <a:off x="3567053" y="2340231"/>
              <a:ext cx="14275" cy="156550"/>
            </a:xfrm>
            <a:custGeom>
              <a:rect b="b" l="l" r="r" t="t"/>
              <a:pathLst>
                <a:path extrusionOk="0" h="4310" w="393">
                  <a:moveTo>
                    <a:pt x="393" y="0"/>
                  </a:moveTo>
                  <a:lnTo>
                    <a:pt x="0" y="402"/>
                  </a:lnTo>
                  <a:lnTo>
                    <a:pt x="0" y="4309"/>
                  </a:lnTo>
                  <a:lnTo>
                    <a:pt x="393" y="4309"/>
                  </a:lnTo>
                  <a:lnTo>
                    <a:pt x="393"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147"/>
            <p:cNvSpPr/>
            <p:nvPr/>
          </p:nvSpPr>
          <p:spPr>
            <a:xfrm>
              <a:off x="3515186" y="2364857"/>
              <a:ext cx="7482" cy="13621"/>
            </a:xfrm>
            <a:custGeom>
              <a:rect b="b" l="l" r="r" t="t"/>
              <a:pathLst>
                <a:path extrusionOk="0" h="375" w="206">
                  <a:moveTo>
                    <a:pt x="1" y="0"/>
                  </a:moveTo>
                  <a:lnTo>
                    <a:pt x="1" y="375"/>
                  </a:lnTo>
                  <a:lnTo>
                    <a:pt x="206" y="375"/>
                  </a:lnTo>
                  <a:lnTo>
                    <a:pt x="20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147"/>
            <p:cNvSpPr/>
            <p:nvPr/>
          </p:nvSpPr>
          <p:spPr>
            <a:xfrm>
              <a:off x="3532039" y="2378441"/>
              <a:ext cx="7482" cy="13657"/>
            </a:xfrm>
            <a:custGeom>
              <a:rect b="b" l="l" r="r" t="t"/>
              <a:pathLst>
                <a:path extrusionOk="0" h="376" w="206">
                  <a:moveTo>
                    <a:pt x="1" y="1"/>
                  </a:moveTo>
                  <a:lnTo>
                    <a:pt x="1" y="376"/>
                  </a:lnTo>
                  <a:lnTo>
                    <a:pt x="206" y="376"/>
                  </a:lnTo>
                  <a:lnTo>
                    <a:pt x="20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147"/>
            <p:cNvSpPr/>
            <p:nvPr/>
          </p:nvSpPr>
          <p:spPr>
            <a:xfrm>
              <a:off x="3545006" y="2438734"/>
              <a:ext cx="7482" cy="13621"/>
            </a:xfrm>
            <a:custGeom>
              <a:rect b="b" l="l" r="r" t="t"/>
              <a:pathLst>
                <a:path extrusionOk="0" h="375" w="206">
                  <a:moveTo>
                    <a:pt x="0" y="0"/>
                  </a:moveTo>
                  <a:lnTo>
                    <a:pt x="0" y="375"/>
                  </a:lnTo>
                  <a:lnTo>
                    <a:pt x="206" y="375"/>
                  </a:lnTo>
                  <a:lnTo>
                    <a:pt x="20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147"/>
            <p:cNvSpPr/>
            <p:nvPr/>
          </p:nvSpPr>
          <p:spPr>
            <a:xfrm>
              <a:off x="3548566" y="2368416"/>
              <a:ext cx="7809" cy="13657"/>
            </a:xfrm>
            <a:custGeom>
              <a:rect b="b" l="l" r="r" t="t"/>
              <a:pathLst>
                <a:path extrusionOk="0" h="376" w="215">
                  <a:moveTo>
                    <a:pt x="1" y="0"/>
                  </a:moveTo>
                  <a:lnTo>
                    <a:pt x="1" y="375"/>
                  </a:lnTo>
                  <a:lnTo>
                    <a:pt x="215" y="375"/>
                  </a:lnTo>
                  <a:lnTo>
                    <a:pt x="21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147"/>
            <p:cNvSpPr/>
            <p:nvPr/>
          </p:nvSpPr>
          <p:spPr>
            <a:xfrm>
              <a:off x="3511954" y="2394350"/>
              <a:ext cx="7809" cy="13621"/>
            </a:xfrm>
            <a:custGeom>
              <a:rect b="b" l="l" r="r" t="t"/>
              <a:pathLst>
                <a:path extrusionOk="0" h="375" w="215">
                  <a:moveTo>
                    <a:pt x="1" y="0"/>
                  </a:moveTo>
                  <a:lnTo>
                    <a:pt x="1" y="375"/>
                  </a:lnTo>
                  <a:lnTo>
                    <a:pt x="215" y="375"/>
                  </a:lnTo>
                  <a:lnTo>
                    <a:pt x="21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147"/>
            <p:cNvSpPr/>
            <p:nvPr/>
          </p:nvSpPr>
          <p:spPr>
            <a:xfrm>
              <a:off x="3552452" y="2404701"/>
              <a:ext cx="7809" cy="13984"/>
            </a:xfrm>
            <a:custGeom>
              <a:rect b="b" l="l" r="r" t="t"/>
              <a:pathLst>
                <a:path extrusionOk="0" h="385" w="215">
                  <a:moveTo>
                    <a:pt x="1" y="1"/>
                  </a:moveTo>
                  <a:lnTo>
                    <a:pt x="1" y="384"/>
                  </a:lnTo>
                  <a:lnTo>
                    <a:pt x="215" y="384"/>
                  </a:lnTo>
                  <a:lnTo>
                    <a:pt x="21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147"/>
            <p:cNvSpPr/>
            <p:nvPr/>
          </p:nvSpPr>
          <p:spPr>
            <a:xfrm>
              <a:off x="3521361" y="2421228"/>
              <a:ext cx="7482" cy="13984"/>
            </a:xfrm>
            <a:custGeom>
              <a:rect b="b" l="l" r="r" t="t"/>
              <a:pathLst>
                <a:path extrusionOk="0" h="385" w="206">
                  <a:moveTo>
                    <a:pt x="0" y="0"/>
                  </a:moveTo>
                  <a:lnTo>
                    <a:pt x="0" y="384"/>
                  </a:lnTo>
                  <a:lnTo>
                    <a:pt x="205" y="384"/>
                  </a:lnTo>
                  <a:lnTo>
                    <a:pt x="20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147"/>
            <p:cNvSpPr/>
            <p:nvPr/>
          </p:nvSpPr>
          <p:spPr>
            <a:xfrm>
              <a:off x="3524920" y="2467574"/>
              <a:ext cx="15255" cy="29203"/>
            </a:xfrm>
            <a:custGeom>
              <a:rect b="b" l="l" r="r" t="t"/>
              <a:pathLst>
                <a:path extrusionOk="0" h="804" w="420">
                  <a:moveTo>
                    <a:pt x="0" y="0"/>
                  </a:moveTo>
                  <a:lnTo>
                    <a:pt x="0" y="803"/>
                  </a:lnTo>
                  <a:lnTo>
                    <a:pt x="420" y="803"/>
                  </a:lnTo>
                  <a:lnTo>
                    <a:pt x="42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147"/>
            <p:cNvSpPr/>
            <p:nvPr/>
          </p:nvSpPr>
          <p:spPr>
            <a:xfrm>
              <a:off x="3505815" y="2340231"/>
              <a:ext cx="75514" cy="14602"/>
            </a:xfrm>
            <a:custGeom>
              <a:rect b="b" l="l" r="r" t="t"/>
              <a:pathLst>
                <a:path extrusionOk="0" h="402" w="2079">
                  <a:moveTo>
                    <a:pt x="401" y="0"/>
                  </a:moveTo>
                  <a:lnTo>
                    <a:pt x="0" y="402"/>
                  </a:lnTo>
                  <a:lnTo>
                    <a:pt x="1686" y="402"/>
                  </a:lnTo>
                  <a:lnTo>
                    <a:pt x="207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147"/>
            <p:cNvSpPr/>
            <p:nvPr/>
          </p:nvSpPr>
          <p:spPr>
            <a:xfrm>
              <a:off x="3727739" y="2385596"/>
              <a:ext cx="12677" cy="111183"/>
            </a:xfrm>
            <a:custGeom>
              <a:rect b="b" l="l" r="r" t="t"/>
              <a:pathLst>
                <a:path extrusionOk="0" h="3061" w="349">
                  <a:moveTo>
                    <a:pt x="349" y="0"/>
                  </a:moveTo>
                  <a:cubicBezTo>
                    <a:pt x="349" y="0"/>
                    <a:pt x="304" y="45"/>
                    <a:pt x="313" y="107"/>
                  </a:cubicBezTo>
                  <a:cubicBezTo>
                    <a:pt x="322" y="179"/>
                    <a:pt x="260" y="196"/>
                    <a:pt x="286" y="250"/>
                  </a:cubicBezTo>
                  <a:cubicBezTo>
                    <a:pt x="304" y="303"/>
                    <a:pt x="224" y="321"/>
                    <a:pt x="269" y="393"/>
                  </a:cubicBezTo>
                  <a:cubicBezTo>
                    <a:pt x="304" y="455"/>
                    <a:pt x="215" y="535"/>
                    <a:pt x="251" y="607"/>
                  </a:cubicBezTo>
                  <a:cubicBezTo>
                    <a:pt x="278" y="678"/>
                    <a:pt x="206" y="714"/>
                    <a:pt x="242" y="776"/>
                  </a:cubicBezTo>
                  <a:cubicBezTo>
                    <a:pt x="269" y="839"/>
                    <a:pt x="162" y="910"/>
                    <a:pt x="215" y="1017"/>
                  </a:cubicBezTo>
                  <a:cubicBezTo>
                    <a:pt x="269" y="1115"/>
                    <a:pt x="170" y="1169"/>
                    <a:pt x="197" y="1249"/>
                  </a:cubicBezTo>
                  <a:cubicBezTo>
                    <a:pt x="233" y="1320"/>
                    <a:pt x="108" y="1410"/>
                    <a:pt x="162" y="1490"/>
                  </a:cubicBezTo>
                  <a:cubicBezTo>
                    <a:pt x="224" y="1579"/>
                    <a:pt x="117" y="1651"/>
                    <a:pt x="153" y="1713"/>
                  </a:cubicBezTo>
                  <a:cubicBezTo>
                    <a:pt x="188" y="1775"/>
                    <a:pt x="90" y="1865"/>
                    <a:pt x="144" y="1936"/>
                  </a:cubicBezTo>
                  <a:cubicBezTo>
                    <a:pt x="197" y="2007"/>
                    <a:pt x="72" y="2088"/>
                    <a:pt x="108" y="2186"/>
                  </a:cubicBezTo>
                  <a:cubicBezTo>
                    <a:pt x="153" y="2284"/>
                    <a:pt x="54" y="2391"/>
                    <a:pt x="99" y="2480"/>
                  </a:cubicBezTo>
                  <a:cubicBezTo>
                    <a:pt x="153" y="2561"/>
                    <a:pt x="37" y="2587"/>
                    <a:pt x="90" y="2676"/>
                  </a:cubicBezTo>
                  <a:cubicBezTo>
                    <a:pt x="144" y="2775"/>
                    <a:pt x="1" y="2891"/>
                    <a:pt x="1" y="3060"/>
                  </a:cubicBezTo>
                  <a:lnTo>
                    <a:pt x="349" y="3060"/>
                  </a:lnTo>
                  <a:lnTo>
                    <a:pt x="349" y="0"/>
                  </a:ln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147"/>
            <p:cNvSpPr/>
            <p:nvPr/>
          </p:nvSpPr>
          <p:spPr>
            <a:xfrm>
              <a:off x="3740379" y="2385596"/>
              <a:ext cx="12677" cy="111183"/>
            </a:xfrm>
            <a:custGeom>
              <a:rect b="b" l="l" r="r" t="t"/>
              <a:pathLst>
                <a:path extrusionOk="0" h="3061" w="349">
                  <a:moveTo>
                    <a:pt x="1" y="0"/>
                  </a:moveTo>
                  <a:lnTo>
                    <a:pt x="1" y="3060"/>
                  </a:lnTo>
                  <a:lnTo>
                    <a:pt x="349" y="3060"/>
                  </a:lnTo>
                  <a:cubicBezTo>
                    <a:pt x="349" y="2891"/>
                    <a:pt x="215" y="2775"/>
                    <a:pt x="269" y="2676"/>
                  </a:cubicBezTo>
                  <a:cubicBezTo>
                    <a:pt x="322" y="2587"/>
                    <a:pt x="206" y="2561"/>
                    <a:pt x="251" y="2480"/>
                  </a:cubicBezTo>
                  <a:cubicBezTo>
                    <a:pt x="304" y="2391"/>
                    <a:pt x="206" y="2284"/>
                    <a:pt x="242" y="2186"/>
                  </a:cubicBezTo>
                  <a:cubicBezTo>
                    <a:pt x="286" y="2088"/>
                    <a:pt x="161" y="2007"/>
                    <a:pt x="215" y="1936"/>
                  </a:cubicBezTo>
                  <a:cubicBezTo>
                    <a:pt x="269" y="1865"/>
                    <a:pt x="170" y="1775"/>
                    <a:pt x="206" y="1713"/>
                  </a:cubicBezTo>
                  <a:cubicBezTo>
                    <a:pt x="242" y="1651"/>
                    <a:pt x="135" y="1579"/>
                    <a:pt x="188" y="1490"/>
                  </a:cubicBezTo>
                  <a:cubicBezTo>
                    <a:pt x="251" y="1410"/>
                    <a:pt x="117" y="1320"/>
                    <a:pt x="153" y="1249"/>
                  </a:cubicBezTo>
                  <a:cubicBezTo>
                    <a:pt x="188" y="1169"/>
                    <a:pt x="81" y="1115"/>
                    <a:pt x="144" y="1017"/>
                  </a:cubicBezTo>
                  <a:cubicBezTo>
                    <a:pt x="197" y="910"/>
                    <a:pt x="81" y="839"/>
                    <a:pt x="117" y="776"/>
                  </a:cubicBezTo>
                  <a:cubicBezTo>
                    <a:pt x="153" y="714"/>
                    <a:pt x="72" y="678"/>
                    <a:pt x="108" y="607"/>
                  </a:cubicBezTo>
                  <a:cubicBezTo>
                    <a:pt x="144" y="535"/>
                    <a:pt x="54" y="455"/>
                    <a:pt x="90" y="393"/>
                  </a:cubicBezTo>
                  <a:cubicBezTo>
                    <a:pt x="126" y="321"/>
                    <a:pt x="45" y="303"/>
                    <a:pt x="72" y="250"/>
                  </a:cubicBezTo>
                  <a:cubicBezTo>
                    <a:pt x="99" y="196"/>
                    <a:pt x="37" y="179"/>
                    <a:pt x="45" y="107"/>
                  </a:cubicBezTo>
                  <a:cubicBezTo>
                    <a:pt x="54" y="45"/>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147"/>
            <p:cNvSpPr/>
            <p:nvPr/>
          </p:nvSpPr>
          <p:spPr>
            <a:xfrm>
              <a:off x="3811678" y="2385596"/>
              <a:ext cx="12677" cy="111183"/>
            </a:xfrm>
            <a:custGeom>
              <a:rect b="b" l="l" r="r" t="t"/>
              <a:pathLst>
                <a:path extrusionOk="0" h="3061" w="349">
                  <a:moveTo>
                    <a:pt x="348" y="0"/>
                  </a:moveTo>
                  <a:cubicBezTo>
                    <a:pt x="348" y="0"/>
                    <a:pt x="304" y="45"/>
                    <a:pt x="313" y="107"/>
                  </a:cubicBezTo>
                  <a:cubicBezTo>
                    <a:pt x="322" y="179"/>
                    <a:pt x="259" y="196"/>
                    <a:pt x="286" y="250"/>
                  </a:cubicBezTo>
                  <a:cubicBezTo>
                    <a:pt x="304" y="303"/>
                    <a:pt x="232" y="321"/>
                    <a:pt x="268" y="393"/>
                  </a:cubicBezTo>
                  <a:cubicBezTo>
                    <a:pt x="304" y="455"/>
                    <a:pt x="215" y="535"/>
                    <a:pt x="250" y="607"/>
                  </a:cubicBezTo>
                  <a:cubicBezTo>
                    <a:pt x="277" y="678"/>
                    <a:pt x="206" y="714"/>
                    <a:pt x="241" y="776"/>
                  </a:cubicBezTo>
                  <a:cubicBezTo>
                    <a:pt x="277" y="839"/>
                    <a:pt x="161" y="910"/>
                    <a:pt x="215" y="1017"/>
                  </a:cubicBezTo>
                  <a:cubicBezTo>
                    <a:pt x="268" y="1115"/>
                    <a:pt x="170" y="1169"/>
                    <a:pt x="206" y="1249"/>
                  </a:cubicBezTo>
                  <a:cubicBezTo>
                    <a:pt x="232" y="1320"/>
                    <a:pt x="108" y="1410"/>
                    <a:pt x="161" y="1490"/>
                  </a:cubicBezTo>
                  <a:cubicBezTo>
                    <a:pt x="224" y="1579"/>
                    <a:pt x="116" y="1651"/>
                    <a:pt x="152" y="1713"/>
                  </a:cubicBezTo>
                  <a:cubicBezTo>
                    <a:pt x="188" y="1775"/>
                    <a:pt x="90" y="1865"/>
                    <a:pt x="143" y="1936"/>
                  </a:cubicBezTo>
                  <a:cubicBezTo>
                    <a:pt x="197" y="2007"/>
                    <a:pt x="72" y="2088"/>
                    <a:pt x="116" y="2186"/>
                  </a:cubicBezTo>
                  <a:cubicBezTo>
                    <a:pt x="152" y="2284"/>
                    <a:pt x="54" y="2391"/>
                    <a:pt x="108" y="2480"/>
                  </a:cubicBezTo>
                  <a:cubicBezTo>
                    <a:pt x="152" y="2561"/>
                    <a:pt x="36" y="2587"/>
                    <a:pt x="90" y="2676"/>
                  </a:cubicBezTo>
                  <a:cubicBezTo>
                    <a:pt x="143" y="2775"/>
                    <a:pt x="1" y="2891"/>
                    <a:pt x="1" y="3060"/>
                  </a:cubicBezTo>
                  <a:lnTo>
                    <a:pt x="348" y="3060"/>
                  </a:lnTo>
                  <a:lnTo>
                    <a:pt x="3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147"/>
            <p:cNvSpPr/>
            <p:nvPr/>
          </p:nvSpPr>
          <p:spPr>
            <a:xfrm>
              <a:off x="3824317" y="2385596"/>
              <a:ext cx="13003" cy="111183"/>
            </a:xfrm>
            <a:custGeom>
              <a:rect b="b" l="l" r="r" t="t"/>
              <a:pathLst>
                <a:path extrusionOk="0" h="3061" w="358">
                  <a:moveTo>
                    <a:pt x="0" y="0"/>
                  </a:moveTo>
                  <a:lnTo>
                    <a:pt x="0" y="3060"/>
                  </a:lnTo>
                  <a:lnTo>
                    <a:pt x="357" y="3060"/>
                  </a:lnTo>
                  <a:cubicBezTo>
                    <a:pt x="357" y="2891"/>
                    <a:pt x="215" y="2775"/>
                    <a:pt x="268" y="2676"/>
                  </a:cubicBezTo>
                  <a:cubicBezTo>
                    <a:pt x="322" y="2587"/>
                    <a:pt x="206" y="2561"/>
                    <a:pt x="250" y="2480"/>
                  </a:cubicBezTo>
                  <a:cubicBezTo>
                    <a:pt x="304" y="2391"/>
                    <a:pt x="206" y="2284"/>
                    <a:pt x="241" y="2186"/>
                  </a:cubicBezTo>
                  <a:cubicBezTo>
                    <a:pt x="286" y="2088"/>
                    <a:pt x="161" y="2007"/>
                    <a:pt x="215" y="1936"/>
                  </a:cubicBezTo>
                  <a:cubicBezTo>
                    <a:pt x="268" y="1865"/>
                    <a:pt x="170" y="1775"/>
                    <a:pt x="206" y="1713"/>
                  </a:cubicBezTo>
                  <a:cubicBezTo>
                    <a:pt x="241" y="1651"/>
                    <a:pt x="134" y="1579"/>
                    <a:pt x="188" y="1490"/>
                  </a:cubicBezTo>
                  <a:cubicBezTo>
                    <a:pt x="250" y="1410"/>
                    <a:pt x="125" y="1320"/>
                    <a:pt x="152" y="1249"/>
                  </a:cubicBezTo>
                  <a:cubicBezTo>
                    <a:pt x="188" y="1169"/>
                    <a:pt x="90" y="1115"/>
                    <a:pt x="143" y="1017"/>
                  </a:cubicBezTo>
                  <a:cubicBezTo>
                    <a:pt x="197" y="910"/>
                    <a:pt x="81" y="839"/>
                    <a:pt x="116" y="776"/>
                  </a:cubicBezTo>
                  <a:cubicBezTo>
                    <a:pt x="152" y="714"/>
                    <a:pt x="81" y="678"/>
                    <a:pt x="107" y="607"/>
                  </a:cubicBezTo>
                  <a:cubicBezTo>
                    <a:pt x="143" y="535"/>
                    <a:pt x="54" y="455"/>
                    <a:pt x="90" y="393"/>
                  </a:cubicBezTo>
                  <a:cubicBezTo>
                    <a:pt x="125" y="321"/>
                    <a:pt x="45" y="303"/>
                    <a:pt x="72" y="250"/>
                  </a:cubicBezTo>
                  <a:cubicBezTo>
                    <a:pt x="99" y="196"/>
                    <a:pt x="36" y="179"/>
                    <a:pt x="45" y="107"/>
                  </a:cubicBezTo>
                  <a:cubicBezTo>
                    <a:pt x="54" y="45"/>
                    <a:pt x="0" y="0"/>
                    <a:pt x="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147"/>
            <p:cNvSpPr/>
            <p:nvPr/>
          </p:nvSpPr>
          <p:spPr>
            <a:xfrm>
              <a:off x="3783492" y="2418649"/>
              <a:ext cx="8790" cy="78130"/>
            </a:xfrm>
            <a:custGeom>
              <a:rect b="b" l="l" r="r" t="t"/>
              <a:pathLst>
                <a:path extrusionOk="0" h="2151" w="242">
                  <a:moveTo>
                    <a:pt x="241" y="0"/>
                  </a:moveTo>
                  <a:cubicBezTo>
                    <a:pt x="241" y="0"/>
                    <a:pt x="214" y="27"/>
                    <a:pt x="214" y="71"/>
                  </a:cubicBezTo>
                  <a:cubicBezTo>
                    <a:pt x="223" y="116"/>
                    <a:pt x="179" y="134"/>
                    <a:pt x="197" y="170"/>
                  </a:cubicBezTo>
                  <a:cubicBezTo>
                    <a:pt x="214" y="205"/>
                    <a:pt x="161" y="223"/>
                    <a:pt x="188" y="268"/>
                  </a:cubicBezTo>
                  <a:cubicBezTo>
                    <a:pt x="206" y="312"/>
                    <a:pt x="143" y="375"/>
                    <a:pt x="170" y="419"/>
                  </a:cubicBezTo>
                  <a:cubicBezTo>
                    <a:pt x="197" y="473"/>
                    <a:pt x="143" y="500"/>
                    <a:pt x="161" y="544"/>
                  </a:cubicBezTo>
                  <a:cubicBezTo>
                    <a:pt x="188" y="589"/>
                    <a:pt x="107" y="634"/>
                    <a:pt x="152" y="714"/>
                  </a:cubicBezTo>
                  <a:cubicBezTo>
                    <a:pt x="188" y="785"/>
                    <a:pt x="116" y="821"/>
                    <a:pt x="143" y="874"/>
                  </a:cubicBezTo>
                  <a:cubicBezTo>
                    <a:pt x="161" y="928"/>
                    <a:pt x="72" y="990"/>
                    <a:pt x="116" y="1044"/>
                  </a:cubicBezTo>
                  <a:cubicBezTo>
                    <a:pt x="152" y="1106"/>
                    <a:pt x="81" y="1160"/>
                    <a:pt x="99" y="1204"/>
                  </a:cubicBezTo>
                  <a:cubicBezTo>
                    <a:pt x="125" y="1249"/>
                    <a:pt x="63" y="1312"/>
                    <a:pt x="99" y="1356"/>
                  </a:cubicBezTo>
                  <a:cubicBezTo>
                    <a:pt x="134" y="1410"/>
                    <a:pt x="45" y="1472"/>
                    <a:pt x="72" y="1535"/>
                  </a:cubicBezTo>
                  <a:cubicBezTo>
                    <a:pt x="107" y="1606"/>
                    <a:pt x="36" y="1677"/>
                    <a:pt x="72" y="1740"/>
                  </a:cubicBezTo>
                  <a:cubicBezTo>
                    <a:pt x="107" y="1802"/>
                    <a:pt x="18" y="1820"/>
                    <a:pt x="63" y="1882"/>
                  </a:cubicBezTo>
                  <a:cubicBezTo>
                    <a:pt x="99" y="1945"/>
                    <a:pt x="0" y="2034"/>
                    <a:pt x="0" y="2150"/>
                  </a:cubicBezTo>
                  <a:lnTo>
                    <a:pt x="241" y="2150"/>
                  </a:lnTo>
                  <a:lnTo>
                    <a:pt x="2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147"/>
            <p:cNvSpPr/>
            <p:nvPr/>
          </p:nvSpPr>
          <p:spPr>
            <a:xfrm>
              <a:off x="3792246" y="2418649"/>
              <a:ext cx="9117" cy="78130"/>
            </a:xfrm>
            <a:custGeom>
              <a:rect b="b" l="l" r="r" t="t"/>
              <a:pathLst>
                <a:path extrusionOk="0" h="2151" w="251">
                  <a:moveTo>
                    <a:pt x="0" y="0"/>
                  </a:moveTo>
                  <a:lnTo>
                    <a:pt x="0" y="2150"/>
                  </a:lnTo>
                  <a:lnTo>
                    <a:pt x="250" y="2150"/>
                  </a:lnTo>
                  <a:cubicBezTo>
                    <a:pt x="250" y="2034"/>
                    <a:pt x="152" y="1945"/>
                    <a:pt x="188" y="1882"/>
                  </a:cubicBezTo>
                  <a:cubicBezTo>
                    <a:pt x="232" y="1820"/>
                    <a:pt x="143" y="1802"/>
                    <a:pt x="179" y="1740"/>
                  </a:cubicBezTo>
                  <a:cubicBezTo>
                    <a:pt x="214" y="1677"/>
                    <a:pt x="143" y="1606"/>
                    <a:pt x="170" y="1535"/>
                  </a:cubicBezTo>
                  <a:cubicBezTo>
                    <a:pt x="205" y="1472"/>
                    <a:pt x="116" y="1410"/>
                    <a:pt x="152" y="1356"/>
                  </a:cubicBezTo>
                  <a:cubicBezTo>
                    <a:pt x="188" y="1312"/>
                    <a:pt x="125" y="1249"/>
                    <a:pt x="143" y="1204"/>
                  </a:cubicBezTo>
                  <a:cubicBezTo>
                    <a:pt x="170" y="1160"/>
                    <a:pt x="98" y="1106"/>
                    <a:pt x="134" y="1044"/>
                  </a:cubicBezTo>
                  <a:cubicBezTo>
                    <a:pt x="179" y="990"/>
                    <a:pt x="89" y="928"/>
                    <a:pt x="107" y="874"/>
                  </a:cubicBezTo>
                  <a:cubicBezTo>
                    <a:pt x="134" y="821"/>
                    <a:pt x="63" y="785"/>
                    <a:pt x="98" y="714"/>
                  </a:cubicBezTo>
                  <a:cubicBezTo>
                    <a:pt x="134" y="634"/>
                    <a:pt x="63" y="589"/>
                    <a:pt x="81" y="544"/>
                  </a:cubicBezTo>
                  <a:cubicBezTo>
                    <a:pt x="107" y="500"/>
                    <a:pt x="54" y="473"/>
                    <a:pt x="81" y="419"/>
                  </a:cubicBezTo>
                  <a:cubicBezTo>
                    <a:pt x="98" y="375"/>
                    <a:pt x="36" y="312"/>
                    <a:pt x="63" y="268"/>
                  </a:cubicBezTo>
                  <a:cubicBezTo>
                    <a:pt x="89" y="223"/>
                    <a:pt x="36" y="205"/>
                    <a:pt x="54" y="170"/>
                  </a:cubicBezTo>
                  <a:cubicBezTo>
                    <a:pt x="72" y="134"/>
                    <a:pt x="27" y="116"/>
                    <a:pt x="27" y="71"/>
                  </a:cubicBezTo>
                  <a:cubicBezTo>
                    <a:pt x="36" y="27"/>
                    <a:pt x="0" y="0"/>
                    <a:pt x="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4" name="Google Shape;9544;p147"/>
          <p:cNvGrpSpPr/>
          <p:nvPr/>
        </p:nvGrpSpPr>
        <p:grpSpPr>
          <a:xfrm>
            <a:off x="-132569" y="624095"/>
            <a:ext cx="2433354" cy="4356538"/>
            <a:chOff x="3812879" y="2405538"/>
            <a:chExt cx="723975" cy="1296087"/>
          </a:xfrm>
        </p:grpSpPr>
        <p:sp>
          <p:nvSpPr>
            <p:cNvPr id="9545" name="Google Shape;9545;p147"/>
            <p:cNvSpPr/>
            <p:nvPr/>
          </p:nvSpPr>
          <p:spPr>
            <a:xfrm>
              <a:off x="4165461" y="2658422"/>
              <a:ext cx="79464" cy="1039936"/>
            </a:xfrm>
            <a:custGeom>
              <a:rect b="b" l="l" r="r" t="t"/>
              <a:pathLst>
                <a:path extrusionOk="0" h="19735" w="1508">
                  <a:moveTo>
                    <a:pt x="357" y="1"/>
                  </a:moveTo>
                  <a:cubicBezTo>
                    <a:pt x="357" y="1"/>
                    <a:pt x="0" y="982"/>
                    <a:pt x="357" y="3088"/>
                  </a:cubicBezTo>
                  <a:cubicBezTo>
                    <a:pt x="634" y="4720"/>
                    <a:pt x="357" y="19734"/>
                    <a:pt x="357" y="19734"/>
                  </a:cubicBezTo>
                  <a:lnTo>
                    <a:pt x="1151" y="19734"/>
                  </a:lnTo>
                  <a:cubicBezTo>
                    <a:pt x="1151" y="19734"/>
                    <a:pt x="874" y="4720"/>
                    <a:pt x="1151" y="3088"/>
                  </a:cubicBezTo>
                  <a:cubicBezTo>
                    <a:pt x="1508" y="982"/>
                    <a:pt x="1151" y="1"/>
                    <a:pt x="1151"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147"/>
            <p:cNvSpPr/>
            <p:nvPr/>
          </p:nvSpPr>
          <p:spPr>
            <a:xfrm>
              <a:off x="4201188" y="2658422"/>
              <a:ext cx="43737" cy="1039936"/>
            </a:xfrm>
            <a:custGeom>
              <a:rect b="b" l="l" r="r" t="t"/>
              <a:pathLst>
                <a:path extrusionOk="0" h="19735" w="830">
                  <a:moveTo>
                    <a:pt x="277" y="1"/>
                  </a:moveTo>
                  <a:cubicBezTo>
                    <a:pt x="277" y="1"/>
                    <a:pt x="634" y="982"/>
                    <a:pt x="277" y="3088"/>
                  </a:cubicBezTo>
                  <a:cubicBezTo>
                    <a:pt x="0" y="4720"/>
                    <a:pt x="277" y="19734"/>
                    <a:pt x="277" y="19734"/>
                  </a:cubicBezTo>
                  <a:lnTo>
                    <a:pt x="473" y="19734"/>
                  </a:lnTo>
                  <a:cubicBezTo>
                    <a:pt x="473" y="19734"/>
                    <a:pt x="196" y="4720"/>
                    <a:pt x="473" y="3088"/>
                  </a:cubicBezTo>
                  <a:cubicBezTo>
                    <a:pt x="830" y="982"/>
                    <a:pt x="473" y="1"/>
                    <a:pt x="473"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147"/>
            <p:cNvSpPr/>
            <p:nvPr/>
          </p:nvSpPr>
          <p:spPr>
            <a:xfrm>
              <a:off x="3954365" y="2405538"/>
              <a:ext cx="501656" cy="392578"/>
            </a:xfrm>
            <a:custGeom>
              <a:rect b="b" l="l" r="r" t="t"/>
              <a:pathLst>
                <a:path extrusionOk="0" h="7450" w="9520">
                  <a:moveTo>
                    <a:pt x="3712" y="0"/>
                  </a:moveTo>
                  <a:lnTo>
                    <a:pt x="3712" y="0"/>
                  </a:lnTo>
                  <a:cubicBezTo>
                    <a:pt x="3944" y="830"/>
                    <a:pt x="4042" y="1481"/>
                    <a:pt x="4042" y="1481"/>
                  </a:cubicBezTo>
                  <a:cubicBezTo>
                    <a:pt x="3426" y="456"/>
                    <a:pt x="2436" y="125"/>
                    <a:pt x="2436" y="125"/>
                  </a:cubicBezTo>
                  <a:lnTo>
                    <a:pt x="2436" y="125"/>
                  </a:lnTo>
                  <a:cubicBezTo>
                    <a:pt x="3533" y="884"/>
                    <a:pt x="3748" y="1945"/>
                    <a:pt x="3748" y="1945"/>
                  </a:cubicBezTo>
                  <a:cubicBezTo>
                    <a:pt x="2998" y="937"/>
                    <a:pt x="1562" y="919"/>
                    <a:pt x="1562" y="919"/>
                  </a:cubicBezTo>
                  <a:lnTo>
                    <a:pt x="1562" y="919"/>
                  </a:lnTo>
                  <a:cubicBezTo>
                    <a:pt x="2481" y="1214"/>
                    <a:pt x="3087" y="2017"/>
                    <a:pt x="3087" y="2017"/>
                  </a:cubicBezTo>
                  <a:cubicBezTo>
                    <a:pt x="3087" y="2017"/>
                    <a:pt x="2561" y="1597"/>
                    <a:pt x="1758" y="1526"/>
                  </a:cubicBezTo>
                  <a:cubicBezTo>
                    <a:pt x="1614" y="1513"/>
                    <a:pt x="1482" y="1508"/>
                    <a:pt x="1362" y="1508"/>
                  </a:cubicBezTo>
                  <a:cubicBezTo>
                    <a:pt x="826" y="1508"/>
                    <a:pt x="545" y="1615"/>
                    <a:pt x="545" y="1615"/>
                  </a:cubicBezTo>
                  <a:cubicBezTo>
                    <a:pt x="1954" y="1651"/>
                    <a:pt x="2436" y="2302"/>
                    <a:pt x="2436" y="2302"/>
                  </a:cubicBezTo>
                  <a:cubicBezTo>
                    <a:pt x="2107" y="2194"/>
                    <a:pt x="1771" y="2170"/>
                    <a:pt x="1534" y="2170"/>
                  </a:cubicBezTo>
                  <a:cubicBezTo>
                    <a:pt x="1340" y="2170"/>
                    <a:pt x="1214" y="2186"/>
                    <a:pt x="1214" y="2186"/>
                  </a:cubicBezTo>
                  <a:cubicBezTo>
                    <a:pt x="2186" y="2347"/>
                    <a:pt x="2606" y="2837"/>
                    <a:pt x="2606" y="2837"/>
                  </a:cubicBezTo>
                  <a:cubicBezTo>
                    <a:pt x="2606" y="2837"/>
                    <a:pt x="2146" y="2706"/>
                    <a:pt x="1646" y="2706"/>
                  </a:cubicBezTo>
                  <a:cubicBezTo>
                    <a:pt x="1396" y="2706"/>
                    <a:pt x="1137" y="2739"/>
                    <a:pt x="920" y="2837"/>
                  </a:cubicBezTo>
                  <a:cubicBezTo>
                    <a:pt x="259" y="3132"/>
                    <a:pt x="134" y="3720"/>
                    <a:pt x="134" y="3720"/>
                  </a:cubicBezTo>
                  <a:cubicBezTo>
                    <a:pt x="439" y="3339"/>
                    <a:pt x="929" y="3103"/>
                    <a:pt x="1520" y="3103"/>
                  </a:cubicBezTo>
                  <a:cubicBezTo>
                    <a:pt x="1552" y="3103"/>
                    <a:pt x="1583" y="3104"/>
                    <a:pt x="1615" y="3105"/>
                  </a:cubicBezTo>
                  <a:cubicBezTo>
                    <a:pt x="2168" y="3123"/>
                    <a:pt x="2436" y="3364"/>
                    <a:pt x="2436" y="3364"/>
                  </a:cubicBezTo>
                  <a:cubicBezTo>
                    <a:pt x="2436" y="3364"/>
                    <a:pt x="2270" y="3337"/>
                    <a:pt x="2019" y="3337"/>
                  </a:cubicBezTo>
                  <a:cubicBezTo>
                    <a:pt x="1709" y="3337"/>
                    <a:pt x="1271" y="3378"/>
                    <a:pt x="857" y="3560"/>
                  </a:cubicBezTo>
                  <a:cubicBezTo>
                    <a:pt x="108" y="3890"/>
                    <a:pt x="1" y="4488"/>
                    <a:pt x="1" y="4488"/>
                  </a:cubicBezTo>
                  <a:cubicBezTo>
                    <a:pt x="500" y="3935"/>
                    <a:pt x="1383" y="3828"/>
                    <a:pt x="1383" y="3828"/>
                  </a:cubicBezTo>
                  <a:lnTo>
                    <a:pt x="1383" y="3828"/>
                  </a:lnTo>
                  <a:cubicBezTo>
                    <a:pt x="242" y="4390"/>
                    <a:pt x="63" y="5362"/>
                    <a:pt x="63" y="5362"/>
                  </a:cubicBezTo>
                  <a:cubicBezTo>
                    <a:pt x="429" y="4969"/>
                    <a:pt x="1134" y="4755"/>
                    <a:pt x="1134" y="4755"/>
                  </a:cubicBezTo>
                  <a:lnTo>
                    <a:pt x="1134" y="4755"/>
                  </a:lnTo>
                  <a:cubicBezTo>
                    <a:pt x="384" y="5335"/>
                    <a:pt x="152" y="6156"/>
                    <a:pt x="152" y="6156"/>
                  </a:cubicBezTo>
                  <a:cubicBezTo>
                    <a:pt x="652" y="5469"/>
                    <a:pt x="1544" y="5157"/>
                    <a:pt x="1544" y="5157"/>
                  </a:cubicBezTo>
                  <a:lnTo>
                    <a:pt x="1544" y="5157"/>
                  </a:lnTo>
                  <a:cubicBezTo>
                    <a:pt x="1160" y="5630"/>
                    <a:pt x="1044" y="6272"/>
                    <a:pt x="1044" y="6272"/>
                  </a:cubicBezTo>
                  <a:cubicBezTo>
                    <a:pt x="1624" y="4961"/>
                    <a:pt x="2659" y="4755"/>
                    <a:pt x="2659" y="4755"/>
                  </a:cubicBezTo>
                  <a:lnTo>
                    <a:pt x="2659" y="4755"/>
                  </a:lnTo>
                  <a:cubicBezTo>
                    <a:pt x="1642" y="5273"/>
                    <a:pt x="1473" y="6647"/>
                    <a:pt x="1473" y="6647"/>
                  </a:cubicBezTo>
                  <a:cubicBezTo>
                    <a:pt x="1963" y="5362"/>
                    <a:pt x="2891" y="4969"/>
                    <a:pt x="2891" y="4969"/>
                  </a:cubicBezTo>
                  <a:lnTo>
                    <a:pt x="2891" y="4969"/>
                  </a:lnTo>
                  <a:cubicBezTo>
                    <a:pt x="1892" y="6067"/>
                    <a:pt x="2284" y="7316"/>
                    <a:pt x="2284" y="7316"/>
                  </a:cubicBezTo>
                  <a:cubicBezTo>
                    <a:pt x="2284" y="6236"/>
                    <a:pt x="2802" y="5674"/>
                    <a:pt x="2802" y="5674"/>
                  </a:cubicBezTo>
                  <a:lnTo>
                    <a:pt x="2802" y="5674"/>
                  </a:lnTo>
                  <a:cubicBezTo>
                    <a:pt x="2579" y="6272"/>
                    <a:pt x="2686" y="6780"/>
                    <a:pt x="2686" y="6780"/>
                  </a:cubicBezTo>
                  <a:cubicBezTo>
                    <a:pt x="2900" y="5630"/>
                    <a:pt x="3533" y="5166"/>
                    <a:pt x="3533" y="5166"/>
                  </a:cubicBezTo>
                  <a:lnTo>
                    <a:pt x="3533" y="5166"/>
                  </a:lnTo>
                  <a:cubicBezTo>
                    <a:pt x="3150" y="5853"/>
                    <a:pt x="3221" y="6896"/>
                    <a:pt x="3221" y="6896"/>
                  </a:cubicBezTo>
                  <a:cubicBezTo>
                    <a:pt x="3408" y="5701"/>
                    <a:pt x="4015" y="5023"/>
                    <a:pt x="4015" y="5023"/>
                  </a:cubicBezTo>
                  <a:lnTo>
                    <a:pt x="4015" y="5023"/>
                  </a:lnTo>
                  <a:cubicBezTo>
                    <a:pt x="3542" y="6192"/>
                    <a:pt x="4033" y="7449"/>
                    <a:pt x="4033" y="7449"/>
                  </a:cubicBezTo>
                  <a:cubicBezTo>
                    <a:pt x="3872" y="5415"/>
                    <a:pt x="4756" y="4800"/>
                    <a:pt x="4756" y="4800"/>
                  </a:cubicBezTo>
                  <a:cubicBezTo>
                    <a:pt x="4756" y="4800"/>
                    <a:pt x="5639" y="5415"/>
                    <a:pt x="5487" y="7449"/>
                  </a:cubicBezTo>
                  <a:cubicBezTo>
                    <a:pt x="5487" y="7449"/>
                    <a:pt x="5978" y="6192"/>
                    <a:pt x="5505" y="5023"/>
                  </a:cubicBezTo>
                  <a:lnTo>
                    <a:pt x="5505" y="5023"/>
                  </a:lnTo>
                  <a:cubicBezTo>
                    <a:pt x="5505" y="5023"/>
                    <a:pt x="6103" y="5701"/>
                    <a:pt x="6299" y="6896"/>
                  </a:cubicBezTo>
                  <a:cubicBezTo>
                    <a:pt x="6299" y="6896"/>
                    <a:pt x="6361" y="5853"/>
                    <a:pt x="5987" y="5166"/>
                  </a:cubicBezTo>
                  <a:lnTo>
                    <a:pt x="5987" y="5166"/>
                  </a:lnTo>
                  <a:cubicBezTo>
                    <a:pt x="5987" y="5166"/>
                    <a:pt x="6620" y="5630"/>
                    <a:pt x="6834" y="6780"/>
                  </a:cubicBezTo>
                  <a:cubicBezTo>
                    <a:pt x="6834" y="6780"/>
                    <a:pt x="6941" y="6272"/>
                    <a:pt x="6718" y="5674"/>
                  </a:cubicBezTo>
                  <a:lnTo>
                    <a:pt x="6718" y="5674"/>
                  </a:lnTo>
                  <a:cubicBezTo>
                    <a:pt x="6718" y="5674"/>
                    <a:pt x="7236" y="6236"/>
                    <a:pt x="7236" y="7316"/>
                  </a:cubicBezTo>
                  <a:cubicBezTo>
                    <a:pt x="7236" y="7316"/>
                    <a:pt x="7628" y="6067"/>
                    <a:pt x="6629" y="4969"/>
                  </a:cubicBezTo>
                  <a:lnTo>
                    <a:pt x="6629" y="4969"/>
                  </a:lnTo>
                  <a:cubicBezTo>
                    <a:pt x="6629" y="4969"/>
                    <a:pt x="7557" y="5362"/>
                    <a:pt x="8047" y="6647"/>
                  </a:cubicBezTo>
                  <a:cubicBezTo>
                    <a:pt x="8047" y="6647"/>
                    <a:pt x="7878" y="5273"/>
                    <a:pt x="6861" y="4755"/>
                  </a:cubicBezTo>
                  <a:lnTo>
                    <a:pt x="6861" y="4755"/>
                  </a:lnTo>
                  <a:cubicBezTo>
                    <a:pt x="6861" y="4755"/>
                    <a:pt x="7896" y="4961"/>
                    <a:pt x="8467" y="6272"/>
                  </a:cubicBezTo>
                  <a:cubicBezTo>
                    <a:pt x="8467" y="6272"/>
                    <a:pt x="8351" y="5630"/>
                    <a:pt x="7976" y="5157"/>
                  </a:cubicBezTo>
                  <a:lnTo>
                    <a:pt x="7976" y="5157"/>
                  </a:lnTo>
                  <a:cubicBezTo>
                    <a:pt x="7976" y="5157"/>
                    <a:pt x="8868" y="5469"/>
                    <a:pt x="9368" y="6156"/>
                  </a:cubicBezTo>
                  <a:cubicBezTo>
                    <a:pt x="9368" y="6156"/>
                    <a:pt x="9136" y="5335"/>
                    <a:pt x="8386" y="4755"/>
                  </a:cubicBezTo>
                  <a:lnTo>
                    <a:pt x="8386" y="4755"/>
                  </a:lnTo>
                  <a:cubicBezTo>
                    <a:pt x="8387" y="4755"/>
                    <a:pt x="9091" y="4969"/>
                    <a:pt x="9457" y="5362"/>
                  </a:cubicBezTo>
                  <a:cubicBezTo>
                    <a:pt x="9457" y="5362"/>
                    <a:pt x="9270" y="4390"/>
                    <a:pt x="8128" y="3828"/>
                  </a:cubicBezTo>
                  <a:lnTo>
                    <a:pt x="8128" y="3828"/>
                  </a:lnTo>
                  <a:cubicBezTo>
                    <a:pt x="8128" y="3828"/>
                    <a:pt x="9020" y="3935"/>
                    <a:pt x="9519" y="4488"/>
                  </a:cubicBezTo>
                  <a:cubicBezTo>
                    <a:pt x="9519" y="4488"/>
                    <a:pt x="9412" y="3890"/>
                    <a:pt x="8663" y="3560"/>
                  </a:cubicBezTo>
                  <a:cubicBezTo>
                    <a:pt x="8249" y="3378"/>
                    <a:pt x="7811" y="3337"/>
                    <a:pt x="7501" y="3337"/>
                  </a:cubicBezTo>
                  <a:cubicBezTo>
                    <a:pt x="7250" y="3337"/>
                    <a:pt x="7084" y="3364"/>
                    <a:pt x="7084" y="3364"/>
                  </a:cubicBezTo>
                  <a:cubicBezTo>
                    <a:pt x="7084" y="3364"/>
                    <a:pt x="7352" y="3123"/>
                    <a:pt x="7905" y="3105"/>
                  </a:cubicBezTo>
                  <a:cubicBezTo>
                    <a:pt x="7937" y="3104"/>
                    <a:pt x="7968" y="3103"/>
                    <a:pt x="8000" y="3103"/>
                  </a:cubicBezTo>
                  <a:cubicBezTo>
                    <a:pt x="8590" y="3103"/>
                    <a:pt x="9072" y="3339"/>
                    <a:pt x="9386" y="3720"/>
                  </a:cubicBezTo>
                  <a:cubicBezTo>
                    <a:pt x="9386" y="3720"/>
                    <a:pt x="9261" y="3132"/>
                    <a:pt x="8601" y="2837"/>
                  </a:cubicBezTo>
                  <a:cubicBezTo>
                    <a:pt x="8383" y="2739"/>
                    <a:pt x="8123" y="2706"/>
                    <a:pt x="7872" y="2706"/>
                  </a:cubicBezTo>
                  <a:cubicBezTo>
                    <a:pt x="7369" y="2706"/>
                    <a:pt x="6906" y="2837"/>
                    <a:pt x="6906" y="2837"/>
                  </a:cubicBezTo>
                  <a:cubicBezTo>
                    <a:pt x="6906" y="2837"/>
                    <a:pt x="7334" y="2347"/>
                    <a:pt x="8306" y="2186"/>
                  </a:cubicBezTo>
                  <a:cubicBezTo>
                    <a:pt x="8306" y="2186"/>
                    <a:pt x="8180" y="2170"/>
                    <a:pt x="7985" y="2170"/>
                  </a:cubicBezTo>
                  <a:cubicBezTo>
                    <a:pt x="7748" y="2170"/>
                    <a:pt x="7409" y="2194"/>
                    <a:pt x="7075" y="2302"/>
                  </a:cubicBezTo>
                  <a:cubicBezTo>
                    <a:pt x="7075" y="2302"/>
                    <a:pt x="7566" y="1651"/>
                    <a:pt x="8975" y="1615"/>
                  </a:cubicBezTo>
                  <a:cubicBezTo>
                    <a:pt x="8975" y="1615"/>
                    <a:pt x="8689" y="1508"/>
                    <a:pt x="8149" y="1508"/>
                  </a:cubicBezTo>
                  <a:cubicBezTo>
                    <a:pt x="8030" y="1508"/>
                    <a:pt x="7897" y="1513"/>
                    <a:pt x="7753" y="1526"/>
                  </a:cubicBezTo>
                  <a:cubicBezTo>
                    <a:pt x="6959" y="1597"/>
                    <a:pt x="6433" y="2017"/>
                    <a:pt x="6433" y="2017"/>
                  </a:cubicBezTo>
                  <a:cubicBezTo>
                    <a:pt x="6433" y="2017"/>
                    <a:pt x="7030" y="1214"/>
                    <a:pt x="7958" y="919"/>
                  </a:cubicBezTo>
                  <a:lnTo>
                    <a:pt x="7958" y="919"/>
                  </a:lnTo>
                  <a:cubicBezTo>
                    <a:pt x="7958" y="919"/>
                    <a:pt x="6522" y="937"/>
                    <a:pt x="5773" y="1945"/>
                  </a:cubicBezTo>
                  <a:cubicBezTo>
                    <a:pt x="5773" y="1945"/>
                    <a:pt x="5978" y="884"/>
                    <a:pt x="7084" y="125"/>
                  </a:cubicBezTo>
                  <a:lnTo>
                    <a:pt x="7084" y="125"/>
                  </a:lnTo>
                  <a:cubicBezTo>
                    <a:pt x="7084" y="125"/>
                    <a:pt x="6094" y="456"/>
                    <a:pt x="5469" y="1481"/>
                  </a:cubicBezTo>
                  <a:cubicBezTo>
                    <a:pt x="5469" y="1481"/>
                    <a:pt x="5576" y="830"/>
                    <a:pt x="5808" y="0"/>
                  </a:cubicBezTo>
                  <a:lnTo>
                    <a:pt x="5808" y="0"/>
                  </a:lnTo>
                  <a:cubicBezTo>
                    <a:pt x="5808" y="1"/>
                    <a:pt x="5014" y="518"/>
                    <a:pt x="4756" y="1633"/>
                  </a:cubicBezTo>
                  <a:cubicBezTo>
                    <a:pt x="4506" y="518"/>
                    <a:pt x="3712" y="1"/>
                    <a:pt x="37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147"/>
            <p:cNvSpPr/>
            <p:nvPr/>
          </p:nvSpPr>
          <p:spPr>
            <a:xfrm>
              <a:off x="4055434" y="2498123"/>
              <a:ext cx="299518" cy="234177"/>
            </a:xfrm>
            <a:custGeom>
              <a:rect b="b" l="l" r="r" t="t"/>
              <a:pathLst>
                <a:path extrusionOk="0" h="4444" w="5684">
                  <a:moveTo>
                    <a:pt x="2213" y="1"/>
                  </a:moveTo>
                  <a:lnTo>
                    <a:pt x="2213" y="1"/>
                  </a:lnTo>
                  <a:cubicBezTo>
                    <a:pt x="2356" y="492"/>
                    <a:pt x="2418" y="884"/>
                    <a:pt x="2418" y="884"/>
                  </a:cubicBezTo>
                  <a:cubicBezTo>
                    <a:pt x="2044" y="269"/>
                    <a:pt x="1455" y="72"/>
                    <a:pt x="1455" y="72"/>
                  </a:cubicBezTo>
                  <a:lnTo>
                    <a:pt x="1455" y="72"/>
                  </a:lnTo>
                  <a:cubicBezTo>
                    <a:pt x="2115" y="527"/>
                    <a:pt x="2231" y="1161"/>
                    <a:pt x="2231" y="1161"/>
                  </a:cubicBezTo>
                  <a:cubicBezTo>
                    <a:pt x="1794" y="554"/>
                    <a:pt x="938" y="545"/>
                    <a:pt x="937" y="545"/>
                  </a:cubicBezTo>
                  <a:lnTo>
                    <a:pt x="937" y="545"/>
                  </a:lnTo>
                  <a:cubicBezTo>
                    <a:pt x="1482" y="715"/>
                    <a:pt x="1847" y="1205"/>
                    <a:pt x="1847" y="1205"/>
                  </a:cubicBezTo>
                  <a:cubicBezTo>
                    <a:pt x="1847" y="1205"/>
                    <a:pt x="1526" y="955"/>
                    <a:pt x="1053" y="911"/>
                  </a:cubicBezTo>
                  <a:cubicBezTo>
                    <a:pt x="966" y="903"/>
                    <a:pt x="886" y="899"/>
                    <a:pt x="814" y="899"/>
                  </a:cubicBezTo>
                  <a:cubicBezTo>
                    <a:pt x="497" y="899"/>
                    <a:pt x="331" y="964"/>
                    <a:pt x="331" y="964"/>
                  </a:cubicBezTo>
                  <a:cubicBezTo>
                    <a:pt x="1169" y="982"/>
                    <a:pt x="1455" y="1366"/>
                    <a:pt x="1455" y="1366"/>
                  </a:cubicBezTo>
                  <a:cubicBezTo>
                    <a:pt x="1241" y="1302"/>
                    <a:pt x="1020" y="1289"/>
                    <a:pt x="878" y="1289"/>
                  </a:cubicBezTo>
                  <a:cubicBezTo>
                    <a:pt x="783" y="1289"/>
                    <a:pt x="723" y="1294"/>
                    <a:pt x="723" y="1294"/>
                  </a:cubicBezTo>
                  <a:cubicBezTo>
                    <a:pt x="1303" y="1393"/>
                    <a:pt x="1562" y="1687"/>
                    <a:pt x="1562" y="1687"/>
                  </a:cubicBezTo>
                  <a:cubicBezTo>
                    <a:pt x="1562" y="1687"/>
                    <a:pt x="1284" y="1612"/>
                    <a:pt x="983" y="1612"/>
                  </a:cubicBezTo>
                  <a:cubicBezTo>
                    <a:pt x="832" y="1612"/>
                    <a:pt x="676" y="1630"/>
                    <a:pt x="545" y="1687"/>
                  </a:cubicBezTo>
                  <a:cubicBezTo>
                    <a:pt x="161" y="1865"/>
                    <a:pt x="81" y="2213"/>
                    <a:pt x="81" y="2213"/>
                  </a:cubicBezTo>
                  <a:cubicBezTo>
                    <a:pt x="267" y="1994"/>
                    <a:pt x="556" y="1846"/>
                    <a:pt x="905" y="1846"/>
                  </a:cubicBezTo>
                  <a:cubicBezTo>
                    <a:pt x="924" y="1846"/>
                    <a:pt x="944" y="1847"/>
                    <a:pt x="964" y="1848"/>
                  </a:cubicBezTo>
                  <a:cubicBezTo>
                    <a:pt x="1294" y="1856"/>
                    <a:pt x="1455" y="2008"/>
                    <a:pt x="1455" y="2008"/>
                  </a:cubicBezTo>
                  <a:cubicBezTo>
                    <a:pt x="1455" y="2008"/>
                    <a:pt x="1349" y="1989"/>
                    <a:pt x="1189" y="1989"/>
                  </a:cubicBezTo>
                  <a:cubicBezTo>
                    <a:pt x="1006" y="1989"/>
                    <a:pt x="753" y="2014"/>
                    <a:pt x="509" y="2124"/>
                  </a:cubicBezTo>
                  <a:cubicBezTo>
                    <a:pt x="63" y="2320"/>
                    <a:pt x="1" y="2677"/>
                    <a:pt x="1" y="2677"/>
                  </a:cubicBezTo>
                  <a:cubicBezTo>
                    <a:pt x="295" y="2347"/>
                    <a:pt x="830" y="2276"/>
                    <a:pt x="830" y="2276"/>
                  </a:cubicBezTo>
                  <a:lnTo>
                    <a:pt x="830" y="2276"/>
                  </a:lnTo>
                  <a:cubicBezTo>
                    <a:pt x="152" y="2615"/>
                    <a:pt x="36" y="3195"/>
                    <a:pt x="36" y="3195"/>
                  </a:cubicBezTo>
                  <a:cubicBezTo>
                    <a:pt x="259" y="2963"/>
                    <a:pt x="679" y="2829"/>
                    <a:pt x="679" y="2829"/>
                  </a:cubicBezTo>
                  <a:lnTo>
                    <a:pt x="679" y="2829"/>
                  </a:lnTo>
                  <a:cubicBezTo>
                    <a:pt x="233" y="3177"/>
                    <a:pt x="90" y="3667"/>
                    <a:pt x="90" y="3667"/>
                  </a:cubicBezTo>
                  <a:cubicBezTo>
                    <a:pt x="393" y="3266"/>
                    <a:pt x="919" y="3079"/>
                    <a:pt x="920" y="3079"/>
                  </a:cubicBezTo>
                  <a:lnTo>
                    <a:pt x="920" y="3079"/>
                  </a:lnTo>
                  <a:cubicBezTo>
                    <a:pt x="697" y="3355"/>
                    <a:pt x="625" y="3739"/>
                    <a:pt x="625" y="3739"/>
                  </a:cubicBezTo>
                  <a:cubicBezTo>
                    <a:pt x="973" y="2954"/>
                    <a:pt x="1589" y="2829"/>
                    <a:pt x="1589" y="2829"/>
                  </a:cubicBezTo>
                  <a:lnTo>
                    <a:pt x="1589" y="2829"/>
                  </a:lnTo>
                  <a:cubicBezTo>
                    <a:pt x="982" y="3141"/>
                    <a:pt x="884" y="3962"/>
                    <a:pt x="884" y="3962"/>
                  </a:cubicBezTo>
                  <a:cubicBezTo>
                    <a:pt x="1169" y="3195"/>
                    <a:pt x="1722" y="2963"/>
                    <a:pt x="1722" y="2963"/>
                  </a:cubicBezTo>
                  <a:lnTo>
                    <a:pt x="1722" y="2963"/>
                  </a:lnTo>
                  <a:cubicBezTo>
                    <a:pt x="1125" y="3614"/>
                    <a:pt x="1366" y="4363"/>
                    <a:pt x="1366" y="4363"/>
                  </a:cubicBezTo>
                  <a:cubicBezTo>
                    <a:pt x="1366" y="3712"/>
                    <a:pt x="1669" y="3382"/>
                    <a:pt x="1669" y="3382"/>
                  </a:cubicBezTo>
                  <a:lnTo>
                    <a:pt x="1669" y="3382"/>
                  </a:lnTo>
                  <a:cubicBezTo>
                    <a:pt x="1544" y="3739"/>
                    <a:pt x="1606" y="4042"/>
                    <a:pt x="1606" y="4042"/>
                  </a:cubicBezTo>
                  <a:cubicBezTo>
                    <a:pt x="1731" y="3355"/>
                    <a:pt x="2106" y="3079"/>
                    <a:pt x="2106" y="3079"/>
                  </a:cubicBezTo>
                  <a:lnTo>
                    <a:pt x="2106" y="3079"/>
                  </a:lnTo>
                  <a:cubicBezTo>
                    <a:pt x="1883" y="3489"/>
                    <a:pt x="1919" y="4113"/>
                    <a:pt x="1919" y="4113"/>
                  </a:cubicBezTo>
                  <a:cubicBezTo>
                    <a:pt x="2035" y="3400"/>
                    <a:pt x="2391" y="2990"/>
                    <a:pt x="2392" y="2989"/>
                  </a:cubicBezTo>
                  <a:lnTo>
                    <a:pt x="2392" y="2989"/>
                  </a:lnTo>
                  <a:cubicBezTo>
                    <a:pt x="2115" y="3694"/>
                    <a:pt x="2409" y="4444"/>
                    <a:pt x="2409" y="4444"/>
                  </a:cubicBezTo>
                  <a:cubicBezTo>
                    <a:pt x="2311" y="3230"/>
                    <a:pt x="2838" y="2856"/>
                    <a:pt x="2838" y="2856"/>
                  </a:cubicBezTo>
                  <a:cubicBezTo>
                    <a:pt x="2838" y="2856"/>
                    <a:pt x="3364" y="3230"/>
                    <a:pt x="3275" y="4444"/>
                  </a:cubicBezTo>
                  <a:cubicBezTo>
                    <a:pt x="3275" y="4444"/>
                    <a:pt x="3569" y="3694"/>
                    <a:pt x="3284" y="2989"/>
                  </a:cubicBezTo>
                  <a:lnTo>
                    <a:pt x="3284" y="2989"/>
                  </a:lnTo>
                  <a:cubicBezTo>
                    <a:pt x="3284" y="2990"/>
                    <a:pt x="3649" y="3400"/>
                    <a:pt x="3756" y="4113"/>
                  </a:cubicBezTo>
                  <a:cubicBezTo>
                    <a:pt x="3756" y="4113"/>
                    <a:pt x="3801" y="3489"/>
                    <a:pt x="3578" y="3079"/>
                  </a:cubicBezTo>
                  <a:lnTo>
                    <a:pt x="3578" y="3079"/>
                  </a:lnTo>
                  <a:cubicBezTo>
                    <a:pt x="3578" y="3079"/>
                    <a:pt x="3953" y="3355"/>
                    <a:pt x="4078" y="4042"/>
                  </a:cubicBezTo>
                  <a:cubicBezTo>
                    <a:pt x="4078" y="4042"/>
                    <a:pt x="4140" y="3739"/>
                    <a:pt x="4006" y="3382"/>
                  </a:cubicBezTo>
                  <a:lnTo>
                    <a:pt x="4006" y="3382"/>
                  </a:lnTo>
                  <a:cubicBezTo>
                    <a:pt x="4006" y="3382"/>
                    <a:pt x="4318" y="3712"/>
                    <a:pt x="4318" y="4363"/>
                  </a:cubicBezTo>
                  <a:cubicBezTo>
                    <a:pt x="4318" y="4363"/>
                    <a:pt x="4550" y="3614"/>
                    <a:pt x="3953" y="2963"/>
                  </a:cubicBezTo>
                  <a:lnTo>
                    <a:pt x="3953" y="2963"/>
                  </a:lnTo>
                  <a:cubicBezTo>
                    <a:pt x="3953" y="2963"/>
                    <a:pt x="4515" y="3195"/>
                    <a:pt x="4800" y="3962"/>
                  </a:cubicBezTo>
                  <a:cubicBezTo>
                    <a:pt x="4800" y="3962"/>
                    <a:pt x="4702" y="3141"/>
                    <a:pt x="4095" y="2829"/>
                  </a:cubicBezTo>
                  <a:lnTo>
                    <a:pt x="4095" y="2829"/>
                  </a:lnTo>
                  <a:cubicBezTo>
                    <a:pt x="4096" y="2829"/>
                    <a:pt x="4711" y="2954"/>
                    <a:pt x="5059" y="3739"/>
                  </a:cubicBezTo>
                  <a:cubicBezTo>
                    <a:pt x="5059" y="3739"/>
                    <a:pt x="4988" y="3355"/>
                    <a:pt x="4765" y="3079"/>
                  </a:cubicBezTo>
                  <a:lnTo>
                    <a:pt x="4765" y="3079"/>
                  </a:lnTo>
                  <a:cubicBezTo>
                    <a:pt x="4765" y="3079"/>
                    <a:pt x="5291" y="3266"/>
                    <a:pt x="5585" y="3667"/>
                  </a:cubicBezTo>
                  <a:cubicBezTo>
                    <a:pt x="5585" y="3667"/>
                    <a:pt x="5451" y="3177"/>
                    <a:pt x="5005" y="2829"/>
                  </a:cubicBezTo>
                  <a:lnTo>
                    <a:pt x="5005" y="2829"/>
                  </a:lnTo>
                  <a:cubicBezTo>
                    <a:pt x="5006" y="2829"/>
                    <a:pt x="5425" y="2963"/>
                    <a:pt x="5648" y="3195"/>
                  </a:cubicBezTo>
                  <a:cubicBezTo>
                    <a:pt x="5648" y="3195"/>
                    <a:pt x="5532" y="2615"/>
                    <a:pt x="4854" y="2276"/>
                  </a:cubicBezTo>
                  <a:lnTo>
                    <a:pt x="4854" y="2276"/>
                  </a:lnTo>
                  <a:cubicBezTo>
                    <a:pt x="4854" y="2276"/>
                    <a:pt x="5389" y="2347"/>
                    <a:pt x="5683" y="2677"/>
                  </a:cubicBezTo>
                  <a:cubicBezTo>
                    <a:pt x="5683" y="2677"/>
                    <a:pt x="5621" y="2320"/>
                    <a:pt x="5166" y="2124"/>
                  </a:cubicBezTo>
                  <a:cubicBezTo>
                    <a:pt x="4927" y="2014"/>
                    <a:pt x="4676" y="1989"/>
                    <a:pt x="4494" y="1989"/>
                  </a:cubicBezTo>
                  <a:cubicBezTo>
                    <a:pt x="4335" y="1989"/>
                    <a:pt x="4229" y="2008"/>
                    <a:pt x="4229" y="2008"/>
                  </a:cubicBezTo>
                  <a:cubicBezTo>
                    <a:pt x="4229" y="2008"/>
                    <a:pt x="4390" y="1856"/>
                    <a:pt x="4720" y="1848"/>
                  </a:cubicBezTo>
                  <a:cubicBezTo>
                    <a:pt x="4740" y="1847"/>
                    <a:pt x="4760" y="1846"/>
                    <a:pt x="4779" y="1846"/>
                  </a:cubicBezTo>
                  <a:cubicBezTo>
                    <a:pt x="5128" y="1846"/>
                    <a:pt x="5417" y="1994"/>
                    <a:pt x="5603" y="2213"/>
                  </a:cubicBezTo>
                  <a:cubicBezTo>
                    <a:pt x="5603" y="2213"/>
                    <a:pt x="5523" y="1865"/>
                    <a:pt x="5130" y="1687"/>
                  </a:cubicBezTo>
                  <a:cubicBezTo>
                    <a:pt x="5002" y="1630"/>
                    <a:pt x="4848" y="1612"/>
                    <a:pt x="4698" y="1612"/>
                  </a:cubicBezTo>
                  <a:cubicBezTo>
                    <a:pt x="4400" y="1612"/>
                    <a:pt x="4122" y="1687"/>
                    <a:pt x="4122" y="1687"/>
                  </a:cubicBezTo>
                  <a:cubicBezTo>
                    <a:pt x="4122" y="1687"/>
                    <a:pt x="4381" y="1393"/>
                    <a:pt x="4961" y="1294"/>
                  </a:cubicBezTo>
                  <a:cubicBezTo>
                    <a:pt x="4961" y="1294"/>
                    <a:pt x="4901" y="1289"/>
                    <a:pt x="4806" y="1289"/>
                  </a:cubicBezTo>
                  <a:cubicBezTo>
                    <a:pt x="4664" y="1289"/>
                    <a:pt x="4443" y="1302"/>
                    <a:pt x="4229" y="1366"/>
                  </a:cubicBezTo>
                  <a:cubicBezTo>
                    <a:pt x="4229" y="1366"/>
                    <a:pt x="4515" y="982"/>
                    <a:pt x="5353" y="964"/>
                  </a:cubicBezTo>
                  <a:cubicBezTo>
                    <a:pt x="5353" y="964"/>
                    <a:pt x="5187" y="899"/>
                    <a:pt x="4870" y="899"/>
                  </a:cubicBezTo>
                  <a:cubicBezTo>
                    <a:pt x="4798" y="899"/>
                    <a:pt x="4718" y="903"/>
                    <a:pt x="4631" y="911"/>
                  </a:cubicBezTo>
                  <a:cubicBezTo>
                    <a:pt x="4158" y="955"/>
                    <a:pt x="3837" y="1205"/>
                    <a:pt x="3837" y="1205"/>
                  </a:cubicBezTo>
                  <a:cubicBezTo>
                    <a:pt x="3837" y="1205"/>
                    <a:pt x="4203" y="715"/>
                    <a:pt x="4747" y="545"/>
                  </a:cubicBezTo>
                  <a:lnTo>
                    <a:pt x="4747" y="545"/>
                  </a:lnTo>
                  <a:cubicBezTo>
                    <a:pt x="4747" y="545"/>
                    <a:pt x="3890" y="554"/>
                    <a:pt x="3444" y="1161"/>
                  </a:cubicBezTo>
                  <a:cubicBezTo>
                    <a:pt x="3444" y="1161"/>
                    <a:pt x="3569" y="527"/>
                    <a:pt x="4229" y="72"/>
                  </a:cubicBezTo>
                  <a:lnTo>
                    <a:pt x="4229" y="72"/>
                  </a:lnTo>
                  <a:cubicBezTo>
                    <a:pt x="4229" y="72"/>
                    <a:pt x="3640" y="269"/>
                    <a:pt x="3266" y="884"/>
                  </a:cubicBezTo>
                  <a:cubicBezTo>
                    <a:pt x="3266" y="884"/>
                    <a:pt x="3328" y="492"/>
                    <a:pt x="3462" y="1"/>
                  </a:cubicBezTo>
                  <a:lnTo>
                    <a:pt x="3462" y="1"/>
                  </a:lnTo>
                  <a:cubicBezTo>
                    <a:pt x="3462" y="1"/>
                    <a:pt x="2989" y="304"/>
                    <a:pt x="2838" y="973"/>
                  </a:cubicBezTo>
                  <a:cubicBezTo>
                    <a:pt x="2686" y="304"/>
                    <a:pt x="2213" y="1"/>
                    <a:pt x="2213"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147"/>
            <p:cNvSpPr/>
            <p:nvPr/>
          </p:nvSpPr>
          <p:spPr>
            <a:xfrm>
              <a:off x="3956262" y="2952724"/>
              <a:ext cx="54592" cy="707536"/>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147"/>
            <p:cNvSpPr/>
            <p:nvPr/>
          </p:nvSpPr>
          <p:spPr>
            <a:xfrm>
              <a:off x="3979290" y="2952724"/>
              <a:ext cx="31564" cy="707536"/>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147"/>
            <p:cNvSpPr/>
            <p:nvPr/>
          </p:nvSpPr>
          <p:spPr>
            <a:xfrm>
              <a:off x="3812879" y="2781148"/>
              <a:ext cx="341358" cy="266584"/>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147"/>
            <p:cNvSpPr/>
            <p:nvPr/>
          </p:nvSpPr>
          <p:spPr>
            <a:xfrm>
              <a:off x="3881962" y="2843645"/>
              <a:ext cx="203139" cy="159455"/>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147"/>
            <p:cNvSpPr/>
            <p:nvPr/>
          </p:nvSpPr>
          <p:spPr>
            <a:xfrm>
              <a:off x="4372762" y="3113022"/>
              <a:ext cx="45160" cy="588603"/>
            </a:xfrm>
            <a:custGeom>
              <a:rect b="b" l="l" r="r" t="t"/>
              <a:pathLst>
                <a:path extrusionOk="0" h="11170" w="857">
                  <a:moveTo>
                    <a:pt x="206" y="1"/>
                  </a:moveTo>
                  <a:cubicBezTo>
                    <a:pt x="206" y="1"/>
                    <a:pt x="0" y="563"/>
                    <a:pt x="206" y="1749"/>
                  </a:cubicBezTo>
                  <a:cubicBezTo>
                    <a:pt x="357" y="2677"/>
                    <a:pt x="206" y="11170"/>
                    <a:pt x="206" y="11170"/>
                  </a:cubicBezTo>
                  <a:lnTo>
                    <a:pt x="652" y="11170"/>
                  </a:lnTo>
                  <a:cubicBezTo>
                    <a:pt x="652" y="11170"/>
                    <a:pt x="500" y="2677"/>
                    <a:pt x="652" y="1749"/>
                  </a:cubicBezTo>
                  <a:cubicBezTo>
                    <a:pt x="857" y="563"/>
                    <a:pt x="652" y="1"/>
                    <a:pt x="652"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147"/>
            <p:cNvSpPr/>
            <p:nvPr/>
          </p:nvSpPr>
          <p:spPr>
            <a:xfrm>
              <a:off x="4392048" y="3113022"/>
              <a:ext cx="25873" cy="588603"/>
            </a:xfrm>
            <a:custGeom>
              <a:rect b="b" l="l" r="r" t="t"/>
              <a:pathLst>
                <a:path extrusionOk="0" h="11170" w="491">
                  <a:moveTo>
                    <a:pt x="161" y="1"/>
                  </a:moveTo>
                  <a:cubicBezTo>
                    <a:pt x="161" y="1"/>
                    <a:pt x="357" y="563"/>
                    <a:pt x="161" y="1749"/>
                  </a:cubicBezTo>
                  <a:cubicBezTo>
                    <a:pt x="0" y="2677"/>
                    <a:pt x="161" y="11170"/>
                    <a:pt x="161" y="11170"/>
                  </a:cubicBezTo>
                  <a:lnTo>
                    <a:pt x="286" y="11170"/>
                  </a:lnTo>
                  <a:cubicBezTo>
                    <a:pt x="286" y="11170"/>
                    <a:pt x="134" y="2677"/>
                    <a:pt x="286" y="1749"/>
                  </a:cubicBezTo>
                  <a:cubicBezTo>
                    <a:pt x="491" y="563"/>
                    <a:pt x="286" y="1"/>
                    <a:pt x="286"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147"/>
            <p:cNvSpPr/>
            <p:nvPr/>
          </p:nvSpPr>
          <p:spPr>
            <a:xfrm>
              <a:off x="4253356" y="2970113"/>
              <a:ext cx="283499" cy="221951"/>
            </a:xfrm>
            <a:custGeom>
              <a:rect b="b" l="l" r="r" t="t"/>
              <a:pathLst>
                <a:path extrusionOk="0" h="4212" w="5380">
                  <a:moveTo>
                    <a:pt x="2106" y="1"/>
                  </a:moveTo>
                  <a:cubicBezTo>
                    <a:pt x="2231" y="473"/>
                    <a:pt x="2293" y="839"/>
                    <a:pt x="2293" y="839"/>
                  </a:cubicBezTo>
                  <a:cubicBezTo>
                    <a:pt x="1936" y="259"/>
                    <a:pt x="1374" y="72"/>
                    <a:pt x="1374" y="72"/>
                  </a:cubicBezTo>
                  <a:lnTo>
                    <a:pt x="1374" y="72"/>
                  </a:lnTo>
                  <a:cubicBezTo>
                    <a:pt x="1999" y="500"/>
                    <a:pt x="2115" y="1098"/>
                    <a:pt x="2115" y="1098"/>
                  </a:cubicBezTo>
                  <a:cubicBezTo>
                    <a:pt x="1695" y="527"/>
                    <a:pt x="884" y="527"/>
                    <a:pt x="884" y="527"/>
                  </a:cubicBezTo>
                  <a:lnTo>
                    <a:pt x="884" y="527"/>
                  </a:lnTo>
                  <a:cubicBezTo>
                    <a:pt x="1410" y="687"/>
                    <a:pt x="1749" y="1142"/>
                    <a:pt x="1749" y="1142"/>
                  </a:cubicBezTo>
                  <a:cubicBezTo>
                    <a:pt x="1749" y="1142"/>
                    <a:pt x="1446" y="902"/>
                    <a:pt x="1000" y="866"/>
                  </a:cubicBezTo>
                  <a:cubicBezTo>
                    <a:pt x="909" y="857"/>
                    <a:pt x="827" y="853"/>
                    <a:pt x="753" y="853"/>
                  </a:cubicBezTo>
                  <a:cubicBezTo>
                    <a:pt x="461" y="853"/>
                    <a:pt x="313" y="910"/>
                    <a:pt x="313" y="910"/>
                  </a:cubicBezTo>
                  <a:cubicBezTo>
                    <a:pt x="1107" y="937"/>
                    <a:pt x="1383" y="1303"/>
                    <a:pt x="1383" y="1303"/>
                  </a:cubicBezTo>
                  <a:cubicBezTo>
                    <a:pt x="1174" y="1239"/>
                    <a:pt x="966" y="1226"/>
                    <a:pt x="832" y="1226"/>
                  </a:cubicBezTo>
                  <a:cubicBezTo>
                    <a:pt x="743" y="1226"/>
                    <a:pt x="687" y="1232"/>
                    <a:pt x="687" y="1232"/>
                  </a:cubicBezTo>
                  <a:cubicBezTo>
                    <a:pt x="1232" y="1330"/>
                    <a:pt x="1481" y="1606"/>
                    <a:pt x="1481" y="1606"/>
                  </a:cubicBezTo>
                  <a:cubicBezTo>
                    <a:pt x="1481" y="1606"/>
                    <a:pt x="1220" y="1531"/>
                    <a:pt x="934" y="1531"/>
                  </a:cubicBezTo>
                  <a:cubicBezTo>
                    <a:pt x="791" y="1531"/>
                    <a:pt x="643" y="1550"/>
                    <a:pt x="518" y="1606"/>
                  </a:cubicBezTo>
                  <a:cubicBezTo>
                    <a:pt x="152" y="1776"/>
                    <a:pt x="81" y="2106"/>
                    <a:pt x="81" y="2106"/>
                  </a:cubicBezTo>
                  <a:cubicBezTo>
                    <a:pt x="249" y="1895"/>
                    <a:pt x="521" y="1756"/>
                    <a:pt x="851" y="1756"/>
                  </a:cubicBezTo>
                  <a:cubicBezTo>
                    <a:pt x="870" y="1756"/>
                    <a:pt x="890" y="1757"/>
                    <a:pt x="910" y="1758"/>
                  </a:cubicBezTo>
                  <a:cubicBezTo>
                    <a:pt x="1223" y="1767"/>
                    <a:pt x="1374" y="1910"/>
                    <a:pt x="1374" y="1910"/>
                  </a:cubicBezTo>
                  <a:cubicBezTo>
                    <a:pt x="1374" y="1910"/>
                    <a:pt x="1275" y="1893"/>
                    <a:pt x="1127" y="1893"/>
                  </a:cubicBezTo>
                  <a:cubicBezTo>
                    <a:pt x="954" y="1893"/>
                    <a:pt x="713" y="1916"/>
                    <a:pt x="482" y="2017"/>
                  </a:cubicBezTo>
                  <a:cubicBezTo>
                    <a:pt x="63" y="2204"/>
                    <a:pt x="0" y="2543"/>
                    <a:pt x="0" y="2543"/>
                  </a:cubicBezTo>
                  <a:cubicBezTo>
                    <a:pt x="277" y="2231"/>
                    <a:pt x="785" y="2168"/>
                    <a:pt x="786" y="2168"/>
                  </a:cubicBezTo>
                  <a:lnTo>
                    <a:pt x="786" y="2168"/>
                  </a:lnTo>
                  <a:cubicBezTo>
                    <a:pt x="143" y="2481"/>
                    <a:pt x="36" y="3034"/>
                    <a:pt x="36" y="3034"/>
                  </a:cubicBezTo>
                  <a:cubicBezTo>
                    <a:pt x="241" y="2811"/>
                    <a:pt x="643" y="2686"/>
                    <a:pt x="643" y="2686"/>
                  </a:cubicBezTo>
                  <a:lnTo>
                    <a:pt x="643" y="2686"/>
                  </a:lnTo>
                  <a:cubicBezTo>
                    <a:pt x="215" y="3016"/>
                    <a:pt x="90" y="3489"/>
                    <a:pt x="90" y="3489"/>
                  </a:cubicBezTo>
                  <a:cubicBezTo>
                    <a:pt x="366" y="3096"/>
                    <a:pt x="875" y="2918"/>
                    <a:pt x="875" y="2918"/>
                  </a:cubicBezTo>
                  <a:lnTo>
                    <a:pt x="875" y="2918"/>
                  </a:lnTo>
                  <a:cubicBezTo>
                    <a:pt x="661" y="3185"/>
                    <a:pt x="598" y="3551"/>
                    <a:pt x="598" y="3551"/>
                  </a:cubicBezTo>
                  <a:cubicBezTo>
                    <a:pt x="919" y="2802"/>
                    <a:pt x="1508" y="2686"/>
                    <a:pt x="1508" y="2686"/>
                  </a:cubicBezTo>
                  <a:lnTo>
                    <a:pt x="1508" y="2686"/>
                  </a:lnTo>
                  <a:cubicBezTo>
                    <a:pt x="928" y="2980"/>
                    <a:pt x="839" y="3756"/>
                    <a:pt x="839" y="3756"/>
                  </a:cubicBezTo>
                  <a:cubicBezTo>
                    <a:pt x="1107" y="3034"/>
                    <a:pt x="1633" y="2811"/>
                    <a:pt x="1633" y="2811"/>
                  </a:cubicBezTo>
                  <a:lnTo>
                    <a:pt x="1633" y="2811"/>
                  </a:lnTo>
                  <a:cubicBezTo>
                    <a:pt x="1071" y="3426"/>
                    <a:pt x="1294" y="4140"/>
                    <a:pt x="1294" y="4140"/>
                  </a:cubicBezTo>
                  <a:cubicBezTo>
                    <a:pt x="1294" y="3524"/>
                    <a:pt x="1588" y="3212"/>
                    <a:pt x="1588" y="3212"/>
                  </a:cubicBezTo>
                  <a:lnTo>
                    <a:pt x="1588" y="3212"/>
                  </a:lnTo>
                  <a:cubicBezTo>
                    <a:pt x="1464" y="3551"/>
                    <a:pt x="1517" y="3837"/>
                    <a:pt x="1517" y="3837"/>
                  </a:cubicBezTo>
                  <a:cubicBezTo>
                    <a:pt x="1642" y="3185"/>
                    <a:pt x="1999" y="2918"/>
                    <a:pt x="1999" y="2918"/>
                  </a:cubicBezTo>
                  <a:lnTo>
                    <a:pt x="1999" y="2918"/>
                  </a:lnTo>
                  <a:cubicBezTo>
                    <a:pt x="1785" y="3310"/>
                    <a:pt x="1820" y="3899"/>
                    <a:pt x="1820" y="3899"/>
                  </a:cubicBezTo>
                  <a:cubicBezTo>
                    <a:pt x="1927" y="3230"/>
                    <a:pt x="2266" y="2838"/>
                    <a:pt x="2266" y="2837"/>
                  </a:cubicBezTo>
                  <a:lnTo>
                    <a:pt x="2266" y="2837"/>
                  </a:lnTo>
                  <a:cubicBezTo>
                    <a:pt x="2008" y="3507"/>
                    <a:pt x="2284" y="4211"/>
                    <a:pt x="2284" y="4211"/>
                  </a:cubicBezTo>
                  <a:cubicBezTo>
                    <a:pt x="2195" y="3069"/>
                    <a:pt x="2695" y="2713"/>
                    <a:pt x="2695" y="2713"/>
                  </a:cubicBezTo>
                  <a:cubicBezTo>
                    <a:pt x="2695" y="2713"/>
                    <a:pt x="3194" y="3069"/>
                    <a:pt x="3105" y="4211"/>
                  </a:cubicBezTo>
                  <a:cubicBezTo>
                    <a:pt x="3105" y="4211"/>
                    <a:pt x="3382" y="3507"/>
                    <a:pt x="3114" y="2837"/>
                  </a:cubicBezTo>
                  <a:lnTo>
                    <a:pt x="3114" y="2837"/>
                  </a:lnTo>
                  <a:cubicBezTo>
                    <a:pt x="3114" y="2838"/>
                    <a:pt x="3453" y="3230"/>
                    <a:pt x="3560" y="3899"/>
                  </a:cubicBezTo>
                  <a:cubicBezTo>
                    <a:pt x="3560" y="3899"/>
                    <a:pt x="3605" y="3310"/>
                    <a:pt x="3390" y="2918"/>
                  </a:cubicBezTo>
                  <a:lnTo>
                    <a:pt x="3390" y="2918"/>
                  </a:lnTo>
                  <a:cubicBezTo>
                    <a:pt x="3391" y="2918"/>
                    <a:pt x="3747" y="3185"/>
                    <a:pt x="3872" y="3837"/>
                  </a:cubicBezTo>
                  <a:cubicBezTo>
                    <a:pt x="3872" y="3837"/>
                    <a:pt x="3926" y="3551"/>
                    <a:pt x="3801" y="3212"/>
                  </a:cubicBezTo>
                  <a:lnTo>
                    <a:pt x="3801" y="3212"/>
                  </a:lnTo>
                  <a:cubicBezTo>
                    <a:pt x="3801" y="3212"/>
                    <a:pt x="4095" y="3524"/>
                    <a:pt x="4095" y="4140"/>
                  </a:cubicBezTo>
                  <a:cubicBezTo>
                    <a:pt x="4095" y="4140"/>
                    <a:pt x="4318" y="3426"/>
                    <a:pt x="3747" y="2811"/>
                  </a:cubicBezTo>
                  <a:lnTo>
                    <a:pt x="3747" y="2811"/>
                  </a:lnTo>
                  <a:cubicBezTo>
                    <a:pt x="3747" y="2811"/>
                    <a:pt x="4274" y="3034"/>
                    <a:pt x="4550" y="3756"/>
                  </a:cubicBezTo>
                  <a:cubicBezTo>
                    <a:pt x="4550" y="3756"/>
                    <a:pt x="4452" y="2980"/>
                    <a:pt x="3881" y="2686"/>
                  </a:cubicBezTo>
                  <a:lnTo>
                    <a:pt x="3881" y="2686"/>
                  </a:lnTo>
                  <a:cubicBezTo>
                    <a:pt x="3881" y="2686"/>
                    <a:pt x="4470" y="2802"/>
                    <a:pt x="4791" y="3551"/>
                  </a:cubicBezTo>
                  <a:cubicBezTo>
                    <a:pt x="4791" y="3551"/>
                    <a:pt x="4729" y="3185"/>
                    <a:pt x="4515" y="2918"/>
                  </a:cubicBezTo>
                  <a:lnTo>
                    <a:pt x="4515" y="2918"/>
                  </a:lnTo>
                  <a:cubicBezTo>
                    <a:pt x="4515" y="2918"/>
                    <a:pt x="5014" y="3096"/>
                    <a:pt x="5300" y="3489"/>
                  </a:cubicBezTo>
                  <a:cubicBezTo>
                    <a:pt x="5300" y="3489"/>
                    <a:pt x="5166" y="3016"/>
                    <a:pt x="4746" y="2686"/>
                  </a:cubicBezTo>
                  <a:lnTo>
                    <a:pt x="4746" y="2686"/>
                  </a:lnTo>
                  <a:cubicBezTo>
                    <a:pt x="4747" y="2686"/>
                    <a:pt x="5139" y="2811"/>
                    <a:pt x="5353" y="3034"/>
                  </a:cubicBezTo>
                  <a:cubicBezTo>
                    <a:pt x="5353" y="3034"/>
                    <a:pt x="5246" y="2481"/>
                    <a:pt x="4604" y="2168"/>
                  </a:cubicBezTo>
                  <a:lnTo>
                    <a:pt x="4604" y="2168"/>
                  </a:lnTo>
                  <a:cubicBezTo>
                    <a:pt x="4604" y="2168"/>
                    <a:pt x="5103" y="2231"/>
                    <a:pt x="5380" y="2543"/>
                  </a:cubicBezTo>
                  <a:cubicBezTo>
                    <a:pt x="5380" y="2543"/>
                    <a:pt x="5326" y="2204"/>
                    <a:pt x="4898" y="2017"/>
                  </a:cubicBezTo>
                  <a:cubicBezTo>
                    <a:pt x="4672" y="1916"/>
                    <a:pt x="4431" y="1893"/>
                    <a:pt x="4256" y="1893"/>
                  </a:cubicBezTo>
                  <a:cubicBezTo>
                    <a:pt x="4107" y="1893"/>
                    <a:pt x="4006" y="1910"/>
                    <a:pt x="4006" y="1910"/>
                  </a:cubicBezTo>
                  <a:cubicBezTo>
                    <a:pt x="4006" y="1910"/>
                    <a:pt x="4158" y="1767"/>
                    <a:pt x="4470" y="1758"/>
                  </a:cubicBezTo>
                  <a:cubicBezTo>
                    <a:pt x="4490" y="1757"/>
                    <a:pt x="4510" y="1756"/>
                    <a:pt x="4530" y="1756"/>
                  </a:cubicBezTo>
                  <a:cubicBezTo>
                    <a:pt x="4861" y="1756"/>
                    <a:pt x="5140" y="1895"/>
                    <a:pt x="5308" y="2106"/>
                  </a:cubicBezTo>
                  <a:cubicBezTo>
                    <a:pt x="5308" y="2106"/>
                    <a:pt x="5237" y="1776"/>
                    <a:pt x="4871" y="1606"/>
                  </a:cubicBezTo>
                  <a:cubicBezTo>
                    <a:pt x="4746" y="1550"/>
                    <a:pt x="4598" y="1531"/>
                    <a:pt x="4455" y="1531"/>
                  </a:cubicBezTo>
                  <a:cubicBezTo>
                    <a:pt x="4170" y="1531"/>
                    <a:pt x="3908" y="1606"/>
                    <a:pt x="3908" y="1606"/>
                  </a:cubicBezTo>
                  <a:cubicBezTo>
                    <a:pt x="3908" y="1606"/>
                    <a:pt x="4149" y="1330"/>
                    <a:pt x="4702" y="1232"/>
                  </a:cubicBezTo>
                  <a:cubicBezTo>
                    <a:pt x="4702" y="1232"/>
                    <a:pt x="4645" y="1226"/>
                    <a:pt x="4555" y="1226"/>
                  </a:cubicBezTo>
                  <a:cubicBezTo>
                    <a:pt x="4419" y="1226"/>
                    <a:pt x="4209" y="1239"/>
                    <a:pt x="4006" y="1303"/>
                  </a:cubicBezTo>
                  <a:cubicBezTo>
                    <a:pt x="4006" y="1303"/>
                    <a:pt x="4283" y="937"/>
                    <a:pt x="5077" y="910"/>
                  </a:cubicBezTo>
                  <a:cubicBezTo>
                    <a:pt x="5077" y="910"/>
                    <a:pt x="4922" y="853"/>
                    <a:pt x="4632" y="853"/>
                  </a:cubicBezTo>
                  <a:cubicBezTo>
                    <a:pt x="4560" y="853"/>
                    <a:pt x="4479" y="857"/>
                    <a:pt x="4390" y="866"/>
                  </a:cubicBezTo>
                  <a:cubicBezTo>
                    <a:pt x="3935" y="902"/>
                    <a:pt x="3640" y="1142"/>
                    <a:pt x="3640" y="1142"/>
                  </a:cubicBezTo>
                  <a:cubicBezTo>
                    <a:pt x="3640" y="1142"/>
                    <a:pt x="3979" y="687"/>
                    <a:pt x="4506" y="527"/>
                  </a:cubicBezTo>
                  <a:lnTo>
                    <a:pt x="4506" y="527"/>
                  </a:lnTo>
                  <a:cubicBezTo>
                    <a:pt x="4505" y="527"/>
                    <a:pt x="3685" y="527"/>
                    <a:pt x="3266" y="1098"/>
                  </a:cubicBezTo>
                  <a:cubicBezTo>
                    <a:pt x="3266" y="1098"/>
                    <a:pt x="3382" y="500"/>
                    <a:pt x="4006" y="72"/>
                  </a:cubicBezTo>
                  <a:lnTo>
                    <a:pt x="4006" y="72"/>
                  </a:lnTo>
                  <a:cubicBezTo>
                    <a:pt x="4006" y="72"/>
                    <a:pt x="3444" y="259"/>
                    <a:pt x="3096" y="839"/>
                  </a:cubicBezTo>
                  <a:cubicBezTo>
                    <a:pt x="3096" y="839"/>
                    <a:pt x="3159" y="473"/>
                    <a:pt x="3283" y="1"/>
                  </a:cubicBezTo>
                  <a:lnTo>
                    <a:pt x="3283" y="1"/>
                  </a:lnTo>
                  <a:cubicBezTo>
                    <a:pt x="3283" y="1"/>
                    <a:pt x="2837" y="295"/>
                    <a:pt x="2695" y="919"/>
                  </a:cubicBezTo>
                  <a:cubicBezTo>
                    <a:pt x="2552" y="295"/>
                    <a:pt x="2106" y="1"/>
                    <a:pt x="2106" y="1"/>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147"/>
            <p:cNvSpPr/>
            <p:nvPr/>
          </p:nvSpPr>
          <p:spPr>
            <a:xfrm>
              <a:off x="4310688" y="3022281"/>
              <a:ext cx="169309" cy="132633"/>
            </a:xfrm>
            <a:custGeom>
              <a:rect b="b" l="l" r="r" t="t"/>
              <a:pathLst>
                <a:path extrusionOk="0" h="2517" w="3213">
                  <a:moveTo>
                    <a:pt x="1955" y="1"/>
                  </a:moveTo>
                  <a:cubicBezTo>
                    <a:pt x="1954" y="1"/>
                    <a:pt x="1687" y="179"/>
                    <a:pt x="1607" y="554"/>
                  </a:cubicBezTo>
                  <a:cubicBezTo>
                    <a:pt x="1517" y="179"/>
                    <a:pt x="1250" y="1"/>
                    <a:pt x="1250" y="1"/>
                  </a:cubicBezTo>
                  <a:lnTo>
                    <a:pt x="1250" y="1"/>
                  </a:lnTo>
                  <a:cubicBezTo>
                    <a:pt x="1330" y="286"/>
                    <a:pt x="1366" y="500"/>
                    <a:pt x="1366" y="500"/>
                  </a:cubicBezTo>
                  <a:cubicBezTo>
                    <a:pt x="1152" y="161"/>
                    <a:pt x="822" y="45"/>
                    <a:pt x="822" y="45"/>
                  </a:cubicBezTo>
                  <a:lnTo>
                    <a:pt x="822" y="45"/>
                  </a:lnTo>
                  <a:cubicBezTo>
                    <a:pt x="1196" y="304"/>
                    <a:pt x="1259" y="661"/>
                    <a:pt x="1259" y="661"/>
                  </a:cubicBezTo>
                  <a:cubicBezTo>
                    <a:pt x="1009" y="322"/>
                    <a:pt x="527" y="313"/>
                    <a:pt x="527" y="313"/>
                  </a:cubicBezTo>
                  <a:lnTo>
                    <a:pt x="527" y="313"/>
                  </a:lnTo>
                  <a:cubicBezTo>
                    <a:pt x="839" y="411"/>
                    <a:pt x="1045" y="688"/>
                    <a:pt x="1045" y="688"/>
                  </a:cubicBezTo>
                  <a:cubicBezTo>
                    <a:pt x="1045" y="688"/>
                    <a:pt x="866" y="545"/>
                    <a:pt x="590" y="518"/>
                  </a:cubicBezTo>
                  <a:cubicBezTo>
                    <a:pt x="536" y="513"/>
                    <a:pt x="488" y="511"/>
                    <a:pt x="444" y="511"/>
                  </a:cubicBezTo>
                  <a:cubicBezTo>
                    <a:pt x="271" y="511"/>
                    <a:pt x="179" y="545"/>
                    <a:pt x="179" y="545"/>
                  </a:cubicBezTo>
                  <a:cubicBezTo>
                    <a:pt x="661" y="563"/>
                    <a:pt x="822" y="777"/>
                    <a:pt x="822" y="777"/>
                  </a:cubicBezTo>
                  <a:cubicBezTo>
                    <a:pt x="711" y="743"/>
                    <a:pt x="601" y="736"/>
                    <a:pt x="522" y="736"/>
                  </a:cubicBezTo>
                  <a:cubicBezTo>
                    <a:pt x="455" y="736"/>
                    <a:pt x="411" y="741"/>
                    <a:pt x="411" y="741"/>
                  </a:cubicBezTo>
                  <a:cubicBezTo>
                    <a:pt x="732" y="795"/>
                    <a:pt x="875" y="964"/>
                    <a:pt x="875" y="964"/>
                  </a:cubicBezTo>
                  <a:cubicBezTo>
                    <a:pt x="875" y="964"/>
                    <a:pt x="720" y="917"/>
                    <a:pt x="551" y="917"/>
                  </a:cubicBezTo>
                  <a:cubicBezTo>
                    <a:pt x="467" y="917"/>
                    <a:pt x="378" y="929"/>
                    <a:pt x="304" y="964"/>
                  </a:cubicBezTo>
                  <a:cubicBezTo>
                    <a:pt x="90" y="1062"/>
                    <a:pt x="45" y="1259"/>
                    <a:pt x="45" y="1259"/>
                  </a:cubicBezTo>
                  <a:cubicBezTo>
                    <a:pt x="147" y="1132"/>
                    <a:pt x="313" y="1053"/>
                    <a:pt x="513" y="1053"/>
                  </a:cubicBezTo>
                  <a:cubicBezTo>
                    <a:pt x="523" y="1053"/>
                    <a:pt x="534" y="1053"/>
                    <a:pt x="545" y="1053"/>
                  </a:cubicBezTo>
                  <a:cubicBezTo>
                    <a:pt x="732" y="1053"/>
                    <a:pt x="822" y="1143"/>
                    <a:pt x="822" y="1143"/>
                  </a:cubicBezTo>
                  <a:cubicBezTo>
                    <a:pt x="822" y="1143"/>
                    <a:pt x="758" y="1130"/>
                    <a:pt x="663" y="1130"/>
                  </a:cubicBezTo>
                  <a:cubicBezTo>
                    <a:pt x="560" y="1130"/>
                    <a:pt x="421" y="1145"/>
                    <a:pt x="286" y="1205"/>
                  </a:cubicBezTo>
                  <a:cubicBezTo>
                    <a:pt x="37" y="1312"/>
                    <a:pt x="1" y="1517"/>
                    <a:pt x="1" y="1517"/>
                  </a:cubicBezTo>
                  <a:cubicBezTo>
                    <a:pt x="170" y="1330"/>
                    <a:pt x="465" y="1294"/>
                    <a:pt x="465" y="1294"/>
                  </a:cubicBezTo>
                  <a:lnTo>
                    <a:pt x="465" y="1294"/>
                  </a:lnTo>
                  <a:cubicBezTo>
                    <a:pt x="81" y="1482"/>
                    <a:pt x="19" y="1812"/>
                    <a:pt x="19" y="1812"/>
                  </a:cubicBezTo>
                  <a:cubicBezTo>
                    <a:pt x="144" y="1678"/>
                    <a:pt x="384" y="1607"/>
                    <a:pt x="384" y="1607"/>
                  </a:cubicBezTo>
                  <a:lnTo>
                    <a:pt x="384" y="1607"/>
                  </a:lnTo>
                  <a:cubicBezTo>
                    <a:pt x="126" y="1803"/>
                    <a:pt x="54" y="2079"/>
                    <a:pt x="54" y="2079"/>
                  </a:cubicBezTo>
                  <a:cubicBezTo>
                    <a:pt x="215" y="1847"/>
                    <a:pt x="518" y="1740"/>
                    <a:pt x="518" y="1740"/>
                  </a:cubicBezTo>
                  <a:lnTo>
                    <a:pt x="518" y="1740"/>
                  </a:lnTo>
                  <a:cubicBezTo>
                    <a:pt x="393" y="1901"/>
                    <a:pt x="349" y="2115"/>
                    <a:pt x="349" y="2115"/>
                  </a:cubicBezTo>
                  <a:cubicBezTo>
                    <a:pt x="545" y="1678"/>
                    <a:pt x="893" y="1607"/>
                    <a:pt x="893" y="1607"/>
                  </a:cubicBezTo>
                  <a:lnTo>
                    <a:pt x="893" y="1607"/>
                  </a:lnTo>
                  <a:cubicBezTo>
                    <a:pt x="554" y="1785"/>
                    <a:pt x="500" y="2249"/>
                    <a:pt x="500" y="2249"/>
                  </a:cubicBezTo>
                  <a:cubicBezTo>
                    <a:pt x="661" y="1812"/>
                    <a:pt x="973" y="1678"/>
                    <a:pt x="973" y="1678"/>
                  </a:cubicBezTo>
                  <a:lnTo>
                    <a:pt x="973" y="1678"/>
                  </a:lnTo>
                  <a:cubicBezTo>
                    <a:pt x="634" y="2053"/>
                    <a:pt x="768" y="2472"/>
                    <a:pt x="768" y="2472"/>
                  </a:cubicBezTo>
                  <a:cubicBezTo>
                    <a:pt x="768" y="2106"/>
                    <a:pt x="946" y="1919"/>
                    <a:pt x="946" y="1919"/>
                  </a:cubicBezTo>
                  <a:lnTo>
                    <a:pt x="946" y="1919"/>
                  </a:lnTo>
                  <a:cubicBezTo>
                    <a:pt x="866" y="2124"/>
                    <a:pt x="902" y="2293"/>
                    <a:pt x="902" y="2293"/>
                  </a:cubicBezTo>
                  <a:cubicBezTo>
                    <a:pt x="973" y="1901"/>
                    <a:pt x="1187" y="1749"/>
                    <a:pt x="1187" y="1749"/>
                  </a:cubicBezTo>
                  <a:lnTo>
                    <a:pt x="1187" y="1749"/>
                  </a:lnTo>
                  <a:cubicBezTo>
                    <a:pt x="1062" y="1972"/>
                    <a:pt x="1089" y="2329"/>
                    <a:pt x="1089" y="2329"/>
                  </a:cubicBezTo>
                  <a:cubicBezTo>
                    <a:pt x="1152" y="1928"/>
                    <a:pt x="1357" y="1696"/>
                    <a:pt x="1357" y="1696"/>
                  </a:cubicBezTo>
                  <a:lnTo>
                    <a:pt x="1357" y="1696"/>
                  </a:lnTo>
                  <a:cubicBezTo>
                    <a:pt x="1196" y="2088"/>
                    <a:pt x="1357" y="2517"/>
                    <a:pt x="1357" y="2517"/>
                  </a:cubicBezTo>
                  <a:cubicBezTo>
                    <a:pt x="1303" y="1830"/>
                    <a:pt x="1607" y="1624"/>
                    <a:pt x="1607" y="1624"/>
                  </a:cubicBezTo>
                  <a:cubicBezTo>
                    <a:pt x="1607" y="1624"/>
                    <a:pt x="1901" y="1830"/>
                    <a:pt x="1847" y="2517"/>
                  </a:cubicBezTo>
                  <a:cubicBezTo>
                    <a:pt x="1847" y="2517"/>
                    <a:pt x="2017" y="2088"/>
                    <a:pt x="1856" y="1696"/>
                  </a:cubicBezTo>
                  <a:lnTo>
                    <a:pt x="1856" y="1696"/>
                  </a:lnTo>
                  <a:cubicBezTo>
                    <a:pt x="1856" y="1696"/>
                    <a:pt x="2062" y="1928"/>
                    <a:pt x="2124" y="2329"/>
                  </a:cubicBezTo>
                  <a:cubicBezTo>
                    <a:pt x="2124" y="2329"/>
                    <a:pt x="2151" y="1972"/>
                    <a:pt x="2017" y="1749"/>
                  </a:cubicBezTo>
                  <a:lnTo>
                    <a:pt x="2017" y="1749"/>
                  </a:lnTo>
                  <a:cubicBezTo>
                    <a:pt x="2017" y="1749"/>
                    <a:pt x="2231" y="1901"/>
                    <a:pt x="2302" y="2293"/>
                  </a:cubicBezTo>
                  <a:cubicBezTo>
                    <a:pt x="2302" y="2293"/>
                    <a:pt x="2338" y="2124"/>
                    <a:pt x="2267" y="1919"/>
                  </a:cubicBezTo>
                  <a:lnTo>
                    <a:pt x="2267" y="1919"/>
                  </a:lnTo>
                  <a:cubicBezTo>
                    <a:pt x="2267" y="1919"/>
                    <a:pt x="2436" y="2106"/>
                    <a:pt x="2436" y="2472"/>
                  </a:cubicBezTo>
                  <a:cubicBezTo>
                    <a:pt x="2436" y="2472"/>
                    <a:pt x="2570" y="2053"/>
                    <a:pt x="2240" y="1678"/>
                  </a:cubicBezTo>
                  <a:lnTo>
                    <a:pt x="2240" y="1678"/>
                  </a:lnTo>
                  <a:cubicBezTo>
                    <a:pt x="2240" y="1678"/>
                    <a:pt x="2552" y="1812"/>
                    <a:pt x="2713" y="2249"/>
                  </a:cubicBezTo>
                  <a:cubicBezTo>
                    <a:pt x="2713" y="2249"/>
                    <a:pt x="2659" y="1785"/>
                    <a:pt x="2311" y="1607"/>
                  </a:cubicBezTo>
                  <a:lnTo>
                    <a:pt x="2311" y="1607"/>
                  </a:lnTo>
                  <a:cubicBezTo>
                    <a:pt x="2311" y="1607"/>
                    <a:pt x="2668" y="1678"/>
                    <a:pt x="2856" y="2115"/>
                  </a:cubicBezTo>
                  <a:cubicBezTo>
                    <a:pt x="2856" y="2115"/>
                    <a:pt x="2820" y="1901"/>
                    <a:pt x="2695" y="1740"/>
                  </a:cubicBezTo>
                  <a:lnTo>
                    <a:pt x="2695" y="1740"/>
                  </a:lnTo>
                  <a:cubicBezTo>
                    <a:pt x="2695" y="1740"/>
                    <a:pt x="2989" y="1847"/>
                    <a:pt x="3159" y="2079"/>
                  </a:cubicBezTo>
                  <a:cubicBezTo>
                    <a:pt x="3159" y="2079"/>
                    <a:pt x="3079" y="1803"/>
                    <a:pt x="2829" y="1607"/>
                  </a:cubicBezTo>
                  <a:lnTo>
                    <a:pt x="2829" y="1607"/>
                  </a:lnTo>
                  <a:cubicBezTo>
                    <a:pt x="2829" y="1607"/>
                    <a:pt x="3070" y="1678"/>
                    <a:pt x="3195" y="1812"/>
                  </a:cubicBezTo>
                  <a:cubicBezTo>
                    <a:pt x="3195" y="1812"/>
                    <a:pt x="3132" y="1482"/>
                    <a:pt x="2740" y="1294"/>
                  </a:cubicBezTo>
                  <a:lnTo>
                    <a:pt x="2740" y="1294"/>
                  </a:lnTo>
                  <a:cubicBezTo>
                    <a:pt x="2740" y="1294"/>
                    <a:pt x="3043" y="1330"/>
                    <a:pt x="3212" y="1517"/>
                  </a:cubicBezTo>
                  <a:cubicBezTo>
                    <a:pt x="3212" y="1517"/>
                    <a:pt x="3177" y="1312"/>
                    <a:pt x="2927" y="1205"/>
                  </a:cubicBezTo>
                  <a:cubicBezTo>
                    <a:pt x="2792" y="1145"/>
                    <a:pt x="2653" y="1130"/>
                    <a:pt x="2550" y="1130"/>
                  </a:cubicBezTo>
                  <a:cubicBezTo>
                    <a:pt x="2455" y="1130"/>
                    <a:pt x="2392" y="1143"/>
                    <a:pt x="2392" y="1143"/>
                  </a:cubicBezTo>
                  <a:cubicBezTo>
                    <a:pt x="2392" y="1143"/>
                    <a:pt x="2481" y="1053"/>
                    <a:pt x="2668" y="1053"/>
                  </a:cubicBezTo>
                  <a:cubicBezTo>
                    <a:pt x="2679" y="1053"/>
                    <a:pt x="2690" y="1053"/>
                    <a:pt x="2700" y="1053"/>
                  </a:cubicBezTo>
                  <a:cubicBezTo>
                    <a:pt x="2900" y="1053"/>
                    <a:pt x="3066" y="1132"/>
                    <a:pt x="3168" y="1259"/>
                  </a:cubicBezTo>
                  <a:cubicBezTo>
                    <a:pt x="3168" y="1259"/>
                    <a:pt x="3123" y="1062"/>
                    <a:pt x="2900" y="964"/>
                  </a:cubicBezTo>
                  <a:cubicBezTo>
                    <a:pt x="2826" y="929"/>
                    <a:pt x="2738" y="917"/>
                    <a:pt x="2653" y="917"/>
                  </a:cubicBezTo>
                  <a:cubicBezTo>
                    <a:pt x="2484" y="917"/>
                    <a:pt x="2329" y="964"/>
                    <a:pt x="2329" y="964"/>
                  </a:cubicBezTo>
                  <a:cubicBezTo>
                    <a:pt x="2329" y="964"/>
                    <a:pt x="2472" y="795"/>
                    <a:pt x="2802" y="741"/>
                  </a:cubicBezTo>
                  <a:cubicBezTo>
                    <a:pt x="2802" y="741"/>
                    <a:pt x="2756" y="736"/>
                    <a:pt x="2688" y="736"/>
                  </a:cubicBezTo>
                  <a:cubicBezTo>
                    <a:pt x="2608" y="736"/>
                    <a:pt x="2497" y="743"/>
                    <a:pt x="2392" y="777"/>
                  </a:cubicBezTo>
                  <a:cubicBezTo>
                    <a:pt x="2392" y="777"/>
                    <a:pt x="2552" y="563"/>
                    <a:pt x="3025" y="545"/>
                  </a:cubicBezTo>
                  <a:cubicBezTo>
                    <a:pt x="3025" y="545"/>
                    <a:pt x="2934" y="511"/>
                    <a:pt x="2760" y="511"/>
                  </a:cubicBezTo>
                  <a:cubicBezTo>
                    <a:pt x="2717" y="511"/>
                    <a:pt x="2668" y="513"/>
                    <a:pt x="2615" y="518"/>
                  </a:cubicBezTo>
                  <a:cubicBezTo>
                    <a:pt x="2347" y="545"/>
                    <a:pt x="2169" y="688"/>
                    <a:pt x="2169" y="688"/>
                  </a:cubicBezTo>
                  <a:cubicBezTo>
                    <a:pt x="2169" y="688"/>
                    <a:pt x="2374" y="411"/>
                    <a:pt x="2686" y="313"/>
                  </a:cubicBezTo>
                  <a:lnTo>
                    <a:pt x="2686" y="313"/>
                  </a:lnTo>
                  <a:cubicBezTo>
                    <a:pt x="2686" y="313"/>
                    <a:pt x="2195" y="322"/>
                    <a:pt x="1946" y="661"/>
                  </a:cubicBezTo>
                  <a:cubicBezTo>
                    <a:pt x="1946" y="661"/>
                    <a:pt x="2017" y="304"/>
                    <a:pt x="2392" y="45"/>
                  </a:cubicBezTo>
                  <a:lnTo>
                    <a:pt x="2392" y="45"/>
                  </a:lnTo>
                  <a:cubicBezTo>
                    <a:pt x="2392" y="45"/>
                    <a:pt x="2053" y="161"/>
                    <a:pt x="1847" y="500"/>
                  </a:cubicBezTo>
                  <a:cubicBezTo>
                    <a:pt x="1847" y="500"/>
                    <a:pt x="1883" y="286"/>
                    <a:pt x="1955"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7" name="Google Shape;9557;p147"/>
          <p:cNvGrpSpPr/>
          <p:nvPr/>
        </p:nvGrpSpPr>
        <p:grpSpPr>
          <a:xfrm flipH="1">
            <a:off x="-474830" y="3394452"/>
            <a:ext cx="3811271" cy="1774265"/>
            <a:chOff x="3941272" y="2174315"/>
            <a:chExt cx="694107" cy="322470"/>
          </a:xfrm>
        </p:grpSpPr>
        <p:sp>
          <p:nvSpPr>
            <p:cNvPr id="9558" name="Google Shape;9558;p147"/>
            <p:cNvSpPr/>
            <p:nvPr/>
          </p:nvSpPr>
          <p:spPr>
            <a:xfrm>
              <a:off x="3941272" y="2269259"/>
              <a:ext cx="624456" cy="227524"/>
            </a:xfrm>
            <a:custGeom>
              <a:rect b="b" l="l" r="r" t="t"/>
              <a:pathLst>
                <a:path extrusionOk="0" h="6264" w="17192">
                  <a:moveTo>
                    <a:pt x="17192" y="1"/>
                  </a:moveTo>
                  <a:lnTo>
                    <a:pt x="14453" y="1178"/>
                  </a:lnTo>
                  <a:lnTo>
                    <a:pt x="13008" y="2454"/>
                  </a:lnTo>
                  <a:lnTo>
                    <a:pt x="10626" y="2989"/>
                  </a:lnTo>
                  <a:lnTo>
                    <a:pt x="9600" y="3364"/>
                  </a:lnTo>
                  <a:lnTo>
                    <a:pt x="7655" y="3569"/>
                  </a:lnTo>
                  <a:lnTo>
                    <a:pt x="6290" y="4648"/>
                  </a:lnTo>
                  <a:lnTo>
                    <a:pt x="2499" y="5103"/>
                  </a:lnTo>
                  <a:lnTo>
                    <a:pt x="1" y="6263"/>
                  </a:lnTo>
                  <a:lnTo>
                    <a:pt x="17192" y="6263"/>
                  </a:lnTo>
                  <a:lnTo>
                    <a:pt x="1719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147"/>
            <p:cNvSpPr/>
            <p:nvPr/>
          </p:nvSpPr>
          <p:spPr>
            <a:xfrm>
              <a:off x="4064111" y="2380402"/>
              <a:ext cx="501614" cy="116377"/>
            </a:xfrm>
            <a:custGeom>
              <a:rect b="b" l="l" r="r" t="t"/>
              <a:pathLst>
                <a:path extrusionOk="0" h="3204" w="13810">
                  <a:moveTo>
                    <a:pt x="12249" y="0"/>
                  </a:moveTo>
                  <a:lnTo>
                    <a:pt x="10268" y="250"/>
                  </a:lnTo>
                  <a:lnTo>
                    <a:pt x="7565" y="616"/>
                  </a:lnTo>
                  <a:lnTo>
                    <a:pt x="5647" y="1472"/>
                  </a:lnTo>
                  <a:lnTo>
                    <a:pt x="1133" y="2427"/>
                  </a:lnTo>
                  <a:lnTo>
                    <a:pt x="0" y="3203"/>
                  </a:lnTo>
                  <a:lnTo>
                    <a:pt x="3229" y="3203"/>
                  </a:lnTo>
                  <a:lnTo>
                    <a:pt x="5219" y="2704"/>
                  </a:lnTo>
                  <a:lnTo>
                    <a:pt x="6637" y="1927"/>
                  </a:lnTo>
                  <a:lnTo>
                    <a:pt x="7333" y="1687"/>
                  </a:lnTo>
                  <a:lnTo>
                    <a:pt x="7815" y="1472"/>
                  </a:lnTo>
                  <a:lnTo>
                    <a:pt x="9260" y="1954"/>
                  </a:lnTo>
                  <a:lnTo>
                    <a:pt x="10438" y="1838"/>
                  </a:lnTo>
                  <a:lnTo>
                    <a:pt x="10812" y="1767"/>
                  </a:lnTo>
                  <a:lnTo>
                    <a:pt x="11597" y="1472"/>
                  </a:lnTo>
                  <a:lnTo>
                    <a:pt x="13810" y="1562"/>
                  </a:lnTo>
                  <a:lnTo>
                    <a:pt x="13810" y="0"/>
                  </a:lnTo>
                  <a:lnTo>
                    <a:pt x="12989" y="72"/>
                  </a:lnTo>
                  <a:lnTo>
                    <a:pt x="1224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147"/>
            <p:cNvSpPr/>
            <p:nvPr/>
          </p:nvSpPr>
          <p:spPr>
            <a:xfrm>
              <a:off x="3941272" y="2269259"/>
              <a:ext cx="624456" cy="227524"/>
            </a:xfrm>
            <a:custGeom>
              <a:rect b="b" l="l" r="r" t="t"/>
              <a:pathLst>
                <a:path extrusionOk="0" h="6264" w="17192">
                  <a:moveTo>
                    <a:pt x="17192" y="1"/>
                  </a:moveTo>
                  <a:lnTo>
                    <a:pt x="14453" y="1178"/>
                  </a:lnTo>
                  <a:lnTo>
                    <a:pt x="13008" y="2454"/>
                  </a:lnTo>
                  <a:lnTo>
                    <a:pt x="10626" y="2989"/>
                  </a:lnTo>
                  <a:lnTo>
                    <a:pt x="9600" y="3364"/>
                  </a:lnTo>
                  <a:lnTo>
                    <a:pt x="7655" y="3569"/>
                  </a:lnTo>
                  <a:lnTo>
                    <a:pt x="6290" y="4648"/>
                  </a:lnTo>
                  <a:lnTo>
                    <a:pt x="2499" y="5103"/>
                  </a:lnTo>
                  <a:lnTo>
                    <a:pt x="1" y="6263"/>
                  </a:lnTo>
                  <a:lnTo>
                    <a:pt x="3614" y="6263"/>
                  </a:lnTo>
                  <a:lnTo>
                    <a:pt x="7718" y="5701"/>
                  </a:lnTo>
                  <a:lnTo>
                    <a:pt x="10947" y="4354"/>
                  </a:lnTo>
                  <a:lnTo>
                    <a:pt x="13632" y="4604"/>
                  </a:lnTo>
                  <a:lnTo>
                    <a:pt x="14819" y="4229"/>
                  </a:lnTo>
                  <a:lnTo>
                    <a:pt x="17192" y="4622"/>
                  </a:lnTo>
                  <a:lnTo>
                    <a:pt x="1719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147"/>
            <p:cNvSpPr/>
            <p:nvPr/>
          </p:nvSpPr>
          <p:spPr>
            <a:xfrm>
              <a:off x="4072501" y="2392061"/>
              <a:ext cx="493223" cy="104718"/>
            </a:xfrm>
            <a:custGeom>
              <a:rect b="b" l="l" r="r" t="t"/>
              <a:pathLst>
                <a:path extrusionOk="0" h="2883" w="13579">
                  <a:moveTo>
                    <a:pt x="13579" y="1"/>
                  </a:moveTo>
                  <a:lnTo>
                    <a:pt x="12392" y="357"/>
                  </a:lnTo>
                  <a:lnTo>
                    <a:pt x="11108" y="250"/>
                  </a:lnTo>
                  <a:lnTo>
                    <a:pt x="9100" y="848"/>
                  </a:lnTo>
                  <a:lnTo>
                    <a:pt x="7013" y="536"/>
                  </a:lnTo>
                  <a:lnTo>
                    <a:pt x="5354" y="1473"/>
                  </a:lnTo>
                  <a:lnTo>
                    <a:pt x="4105" y="2052"/>
                  </a:lnTo>
                  <a:lnTo>
                    <a:pt x="2499" y="2052"/>
                  </a:lnTo>
                  <a:lnTo>
                    <a:pt x="1" y="2882"/>
                  </a:lnTo>
                  <a:lnTo>
                    <a:pt x="4105" y="2320"/>
                  </a:lnTo>
                  <a:lnTo>
                    <a:pt x="7334" y="973"/>
                  </a:lnTo>
                  <a:lnTo>
                    <a:pt x="10019" y="1223"/>
                  </a:lnTo>
                  <a:lnTo>
                    <a:pt x="11206" y="848"/>
                  </a:lnTo>
                  <a:lnTo>
                    <a:pt x="13579" y="1241"/>
                  </a:lnTo>
                  <a:lnTo>
                    <a:pt x="1357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147"/>
            <p:cNvSpPr/>
            <p:nvPr/>
          </p:nvSpPr>
          <p:spPr>
            <a:xfrm>
              <a:off x="4314874" y="2449413"/>
              <a:ext cx="207765" cy="47365"/>
            </a:xfrm>
            <a:custGeom>
              <a:rect b="b" l="l" r="r" t="t"/>
              <a:pathLst>
                <a:path extrusionOk="0" h="1304" w="5720">
                  <a:moveTo>
                    <a:pt x="188" y="375"/>
                  </a:moveTo>
                  <a:lnTo>
                    <a:pt x="1" y="1303"/>
                  </a:lnTo>
                  <a:lnTo>
                    <a:pt x="304" y="1303"/>
                  </a:lnTo>
                  <a:lnTo>
                    <a:pt x="188" y="375"/>
                  </a:lnTo>
                  <a:close/>
                  <a:moveTo>
                    <a:pt x="4533" y="1"/>
                  </a:moveTo>
                  <a:lnTo>
                    <a:pt x="4167" y="1303"/>
                  </a:lnTo>
                  <a:lnTo>
                    <a:pt x="5719" y="1303"/>
                  </a:lnTo>
                  <a:lnTo>
                    <a:pt x="4845" y="857"/>
                  </a:lnTo>
                  <a:lnTo>
                    <a:pt x="4533"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147"/>
            <p:cNvSpPr/>
            <p:nvPr/>
          </p:nvSpPr>
          <p:spPr>
            <a:xfrm>
              <a:off x="4120809" y="2209002"/>
              <a:ext cx="444914" cy="22048"/>
            </a:xfrm>
            <a:custGeom>
              <a:rect b="b" l="l" r="r" t="t"/>
              <a:pathLst>
                <a:path extrusionOk="0" h="607" w="12249">
                  <a:moveTo>
                    <a:pt x="0" y="0"/>
                  </a:moveTo>
                  <a:lnTo>
                    <a:pt x="0" y="607"/>
                  </a:lnTo>
                  <a:lnTo>
                    <a:pt x="12249" y="607"/>
                  </a:lnTo>
                  <a:lnTo>
                    <a:pt x="12249"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147"/>
            <p:cNvSpPr/>
            <p:nvPr/>
          </p:nvSpPr>
          <p:spPr>
            <a:xfrm>
              <a:off x="4120809" y="2223240"/>
              <a:ext cx="444914" cy="7809"/>
            </a:xfrm>
            <a:custGeom>
              <a:rect b="b" l="l" r="r" t="t"/>
              <a:pathLst>
                <a:path extrusionOk="0" h="215" w="12249">
                  <a:moveTo>
                    <a:pt x="0" y="1"/>
                  </a:moveTo>
                  <a:lnTo>
                    <a:pt x="0" y="215"/>
                  </a:lnTo>
                  <a:lnTo>
                    <a:pt x="12249" y="215"/>
                  </a:lnTo>
                  <a:lnTo>
                    <a:pt x="12249"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147"/>
            <p:cNvSpPr/>
            <p:nvPr/>
          </p:nvSpPr>
          <p:spPr>
            <a:xfrm>
              <a:off x="4007377" y="2420901"/>
              <a:ext cx="558349" cy="22084"/>
            </a:xfrm>
            <a:custGeom>
              <a:rect b="b" l="l" r="r" t="t"/>
              <a:pathLst>
                <a:path extrusionOk="0" h="608" w="15372">
                  <a:moveTo>
                    <a:pt x="1" y="1"/>
                  </a:moveTo>
                  <a:lnTo>
                    <a:pt x="1" y="607"/>
                  </a:lnTo>
                  <a:lnTo>
                    <a:pt x="15372" y="607"/>
                  </a:lnTo>
                  <a:lnTo>
                    <a:pt x="15372"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147"/>
            <p:cNvSpPr/>
            <p:nvPr/>
          </p:nvSpPr>
          <p:spPr>
            <a:xfrm>
              <a:off x="4007377" y="2420901"/>
              <a:ext cx="558349" cy="4577"/>
            </a:xfrm>
            <a:custGeom>
              <a:rect b="b" l="l" r="r" t="t"/>
              <a:pathLst>
                <a:path extrusionOk="0" h="126" w="15372">
                  <a:moveTo>
                    <a:pt x="1" y="1"/>
                  </a:moveTo>
                  <a:lnTo>
                    <a:pt x="1" y="125"/>
                  </a:lnTo>
                  <a:lnTo>
                    <a:pt x="15372" y="125"/>
                  </a:lnTo>
                  <a:lnTo>
                    <a:pt x="1537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147"/>
            <p:cNvSpPr/>
            <p:nvPr/>
          </p:nvSpPr>
          <p:spPr>
            <a:xfrm>
              <a:off x="4007377" y="2442948"/>
              <a:ext cx="558349" cy="53830"/>
            </a:xfrm>
            <a:custGeom>
              <a:rect b="b" l="l" r="r" t="t"/>
              <a:pathLst>
                <a:path extrusionOk="0" h="1482" w="15372">
                  <a:moveTo>
                    <a:pt x="1" y="0"/>
                  </a:moveTo>
                  <a:lnTo>
                    <a:pt x="1" y="1481"/>
                  </a:lnTo>
                  <a:lnTo>
                    <a:pt x="15372" y="1481"/>
                  </a:lnTo>
                  <a:lnTo>
                    <a:pt x="1537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147"/>
            <p:cNvSpPr/>
            <p:nvPr/>
          </p:nvSpPr>
          <p:spPr>
            <a:xfrm>
              <a:off x="4007377" y="2434848"/>
              <a:ext cx="558349" cy="8136"/>
            </a:xfrm>
            <a:custGeom>
              <a:rect b="b" l="l" r="r" t="t"/>
              <a:pathLst>
                <a:path extrusionOk="0" h="224" w="15372">
                  <a:moveTo>
                    <a:pt x="1" y="0"/>
                  </a:moveTo>
                  <a:lnTo>
                    <a:pt x="1" y="223"/>
                  </a:lnTo>
                  <a:lnTo>
                    <a:pt x="15372" y="223"/>
                  </a:lnTo>
                  <a:lnTo>
                    <a:pt x="15372" y="0"/>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147"/>
            <p:cNvSpPr/>
            <p:nvPr/>
          </p:nvSpPr>
          <p:spPr>
            <a:xfrm>
              <a:off x="4139914" y="2241401"/>
              <a:ext cx="50597" cy="10388"/>
            </a:xfrm>
            <a:custGeom>
              <a:rect b="b" l="l" r="r" t="t"/>
              <a:pathLst>
                <a:path extrusionOk="0" h="286" w="1393">
                  <a:moveTo>
                    <a:pt x="1" y="0"/>
                  </a:moveTo>
                  <a:lnTo>
                    <a:pt x="1"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147"/>
            <p:cNvSpPr/>
            <p:nvPr/>
          </p:nvSpPr>
          <p:spPr>
            <a:xfrm>
              <a:off x="4165193" y="2251752"/>
              <a:ext cx="30801" cy="148450"/>
            </a:xfrm>
            <a:custGeom>
              <a:rect b="b" l="l" r="r" t="t"/>
              <a:pathLst>
                <a:path extrusionOk="0" h="4087" w="848">
                  <a:moveTo>
                    <a:pt x="0" y="1"/>
                  </a:moveTo>
                  <a:lnTo>
                    <a:pt x="0" y="4087"/>
                  </a:lnTo>
                  <a:lnTo>
                    <a:pt x="464" y="4087"/>
                  </a:lnTo>
                  <a:cubicBezTo>
                    <a:pt x="848" y="2927"/>
                    <a:pt x="536" y="2249"/>
                    <a:pt x="384" y="1473"/>
                  </a:cubicBezTo>
                  <a:cubicBezTo>
                    <a:pt x="232" y="706"/>
                    <a:pt x="464" y="1"/>
                    <a:pt x="464"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147"/>
            <p:cNvSpPr/>
            <p:nvPr/>
          </p:nvSpPr>
          <p:spPr>
            <a:xfrm>
              <a:off x="4134393" y="2251752"/>
              <a:ext cx="30838" cy="148450"/>
            </a:xfrm>
            <a:custGeom>
              <a:rect b="b" l="l" r="r" t="t"/>
              <a:pathLst>
                <a:path extrusionOk="0" h="4087" w="849">
                  <a:moveTo>
                    <a:pt x="384" y="1"/>
                  </a:moveTo>
                  <a:cubicBezTo>
                    <a:pt x="384" y="1"/>
                    <a:pt x="616" y="706"/>
                    <a:pt x="465" y="1473"/>
                  </a:cubicBezTo>
                  <a:cubicBezTo>
                    <a:pt x="313" y="2249"/>
                    <a:pt x="1"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147"/>
            <p:cNvSpPr/>
            <p:nvPr/>
          </p:nvSpPr>
          <p:spPr>
            <a:xfrm>
              <a:off x="4134066" y="2231013"/>
              <a:ext cx="62257" cy="10425"/>
            </a:xfrm>
            <a:custGeom>
              <a:rect b="b" l="l" r="r" t="t"/>
              <a:pathLst>
                <a:path extrusionOk="0" h="287" w="1714">
                  <a:moveTo>
                    <a:pt x="1" y="1"/>
                  </a:moveTo>
                  <a:lnTo>
                    <a:pt x="1" y="286"/>
                  </a:lnTo>
                  <a:lnTo>
                    <a:pt x="1714" y="286"/>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147"/>
            <p:cNvSpPr/>
            <p:nvPr/>
          </p:nvSpPr>
          <p:spPr>
            <a:xfrm>
              <a:off x="4013879" y="2174315"/>
              <a:ext cx="100141" cy="10425"/>
            </a:xfrm>
            <a:custGeom>
              <a:rect b="b" l="l" r="r" t="t"/>
              <a:pathLst>
                <a:path extrusionOk="0" h="287" w="2757">
                  <a:moveTo>
                    <a:pt x="0" y="1"/>
                  </a:moveTo>
                  <a:lnTo>
                    <a:pt x="0" y="286"/>
                  </a:lnTo>
                  <a:lnTo>
                    <a:pt x="2757" y="286"/>
                  </a:lnTo>
                  <a:lnTo>
                    <a:pt x="2757"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147"/>
            <p:cNvSpPr/>
            <p:nvPr/>
          </p:nvSpPr>
          <p:spPr>
            <a:xfrm>
              <a:off x="4002837" y="2184703"/>
              <a:ext cx="122552" cy="10388"/>
            </a:xfrm>
            <a:custGeom>
              <a:rect b="b" l="l" r="r" t="t"/>
              <a:pathLst>
                <a:path extrusionOk="0" h="286" w="3374">
                  <a:moveTo>
                    <a:pt x="1" y="0"/>
                  </a:moveTo>
                  <a:lnTo>
                    <a:pt x="1" y="286"/>
                  </a:lnTo>
                  <a:lnTo>
                    <a:pt x="3373" y="286"/>
                  </a:lnTo>
                  <a:lnTo>
                    <a:pt x="3373" y="0"/>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147"/>
            <p:cNvSpPr/>
            <p:nvPr/>
          </p:nvSpPr>
          <p:spPr>
            <a:xfrm>
              <a:off x="4139914" y="2400161"/>
              <a:ext cx="50597" cy="10425"/>
            </a:xfrm>
            <a:custGeom>
              <a:rect b="b" l="l" r="r" t="t"/>
              <a:pathLst>
                <a:path extrusionOk="0" h="287" w="1393">
                  <a:moveTo>
                    <a:pt x="1" y="1"/>
                  </a:moveTo>
                  <a:lnTo>
                    <a:pt x="1"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147"/>
            <p:cNvSpPr/>
            <p:nvPr/>
          </p:nvSpPr>
          <p:spPr>
            <a:xfrm>
              <a:off x="4134066" y="2410549"/>
              <a:ext cx="62257" cy="10388"/>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147"/>
            <p:cNvSpPr/>
            <p:nvPr/>
          </p:nvSpPr>
          <p:spPr>
            <a:xfrm>
              <a:off x="4232279" y="2241401"/>
              <a:ext cx="50561" cy="10388"/>
            </a:xfrm>
            <a:custGeom>
              <a:rect b="b" l="l" r="r" t="t"/>
              <a:pathLst>
                <a:path extrusionOk="0" h="286" w="1392">
                  <a:moveTo>
                    <a:pt x="0" y="0"/>
                  </a:moveTo>
                  <a:lnTo>
                    <a:pt x="0"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147"/>
            <p:cNvSpPr/>
            <p:nvPr/>
          </p:nvSpPr>
          <p:spPr>
            <a:xfrm>
              <a:off x="4257522" y="2251752"/>
              <a:ext cx="30838" cy="148450"/>
            </a:xfrm>
            <a:custGeom>
              <a:rect b="b" l="l" r="r" t="t"/>
              <a:pathLst>
                <a:path extrusionOk="0" h="4087" w="849">
                  <a:moveTo>
                    <a:pt x="1" y="1"/>
                  </a:moveTo>
                  <a:lnTo>
                    <a:pt x="1" y="4087"/>
                  </a:lnTo>
                  <a:lnTo>
                    <a:pt x="465" y="4087"/>
                  </a:lnTo>
                  <a:cubicBezTo>
                    <a:pt x="848" y="2927"/>
                    <a:pt x="536" y="2249"/>
                    <a:pt x="384" y="1473"/>
                  </a:cubicBezTo>
                  <a:cubicBezTo>
                    <a:pt x="233" y="706"/>
                    <a:pt x="465" y="1"/>
                    <a:pt x="465"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147"/>
            <p:cNvSpPr/>
            <p:nvPr/>
          </p:nvSpPr>
          <p:spPr>
            <a:xfrm>
              <a:off x="4226758" y="2251752"/>
              <a:ext cx="30801" cy="148450"/>
            </a:xfrm>
            <a:custGeom>
              <a:rect b="b" l="l" r="r" t="t"/>
              <a:pathLst>
                <a:path extrusionOk="0" h="4087" w="848">
                  <a:moveTo>
                    <a:pt x="384" y="1"/>
                  </a:moveTo>
                  <a:cubicBezTo>
                    <a:pt x="384" y="1"/>
                    <a:pt x="616" y="706"/>
                    <a:pt x="464" y="1473"/>
                  </a:cubicBezTo>
                  <a:cubicBezTo>
                    <a:pt x="313" y="2249"/>
                    <a:pt x="0"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147"/>
            <p:cNvSpPr/>
            <p:nvPr/>
          </p:nvSpPr>
          <p:spPr>
            <a:xfrm>
              <a:off x="4226431" y="2231013"/>
              <a:ext cx="62257" cy="10425"/>
            </a:xfrm>
            <a:custGeom>
              <a:rect b="b" l="l" r="r" t="t"/>
              <a:pathLst>
                <a:path extrusionOk="0" h="287" w="1714">
                  <a:moveTo>
                    <a:pt x="0" y="1"/>
                  </a:moveTo>
                  <a:lnTo>
                    <a:pt x="0" y="286"/>
                  </a:lnTo>
                  <a:lnTo>
                    <a:pt x="1713" y="286"/>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147"/>
            <p:cNvSpPr/>
            <p:nvPr/>
          </p:nvSpPr>
          <p:spPr>
            <a:xfrm>
              <a:off x="4232279" y="2400161"/>
              <a:ext cx="50561" cy="10425"/>
            </a:xfrm>
            <a:custGeom>
              <a:rect b="b" l="l" r="r" t="t"/>
              <a:pathLst>
                <a:path extrusionOk="0" h="287" w="1392">
                  <a:moveTo>
                    <a:pt x="0" y="1"/>
                  </a:moveTo>
                  <a:lnTo>
                    <a:pt x="0"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147"/>
            <p:cNvSpPr/>
            <p:nvPr/>
          </p:nvSpPr>
          <p:spPr>
            <a:xfrm>
              <a:off x="4226431" y="2410549"/>
              <a:ext cx="62257" cy="10388"/>
            </a:xfrm>
            <a:custGeom>
              <a:rect b="b" l="l" r="r" t="t"/>
              <a:pathLst>
                <a:path extrusionOk="0" h="286" w="1714">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147"/>
            <p:cNvSpPr/>
            <p:nvPr/>
          </p:nvSpPr>
          <p:spPr>
            <a:xfrm>
              <a:off x="4324608" y="2241401"/>
              <a:ext cx="50924" cy="10388"/>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147"/>
            <p:cNvSpPr/>
            <p:nvPr/>
          </p:nvSpPr>
          <p:spPr>
            <a:xfrm>
              <a:off x="4349888" y="2251752"/>
              <a:ext cx="31128" cy="148450"/>
            </a:xfrm>
            <a:custGeom>
              <a:rect b="b" l="l" r="r" t="t"/>
              <a:pathLst>
                <a:path extrusionOk="0" h="4087" w="857">
                  <a:moveTo>
                    <a:pt x="0" y="1"/>
                  </a:moveTo>
                  <a:lnTo>
                    <a:pt x="0" y="4087"/>
                  </a:lnTo>
                  <a:lnTo>
                    <a:pt x="473" y="4087"/>
                  </a:lnTo>
                  <a:cubicBezTo>
                    <a:pt x="857" y="2927"/>
                    <a:pt x="536" y="2249"/>
                    <a:pt x="384" y="1473"/>
                  </a:cubicBezTo>
                  <a:cubicBezTo>
                    <a:pt x="232" y="706"/>
                    <a:pt x="473" y="1"/>
                    <a:pt x="473"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147"/>
            <p:cNvSpPr/>
            <p:nvPr/>
          </p:nvSpPr>
          <p:spPr>
            <a:xfrm>
              <a:off x="4319087" y="2251752"/>
              <a:ext cx="30838" cy="148450"/>
            </a:xfrm>
            <a:custGeom>
              <a:rect b="b" l="l" r="r" t="t"/>
              <a:pathLst>
                <a:path extrusionOk="0" h="4087" w="849">
                  <a:moveTo>
                    <a:pt x="384" y="1"/>
                  </a:moveTo>
                  <a:cubicBezTo>
                    <a:pt x="384" y="1"/>
                    <a:pt x="616" y="706"/>
                    <a:pt x="465" y="1473"/>
                  </a:cubicBezTo>
                  <a:cubicBezTo>
                    <a:pt x="313" y="2249"/>
                    <a:pt x="1"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147"/>
            <p:cNvSpPr/>
            <p:nvPr/>
          </p:nvSpPr>
          <p:spPr>
            <a:xfrm>
              <a:off x="4318760" y="2231013"/>
              <a:ext cx="62257" cy="10425"/>
            </a:xfrm>
            <a:custGeom>
              <a:rect b="b" l="l" r="r" t="t"/>
              <a:pathLst>
                <a:path extrusionOk="0" h="287" w="1714">
                  <a:moveTo>
                    <a:pt x="1" y="1"/>
                  </a:moveTo>
                  <a:lnTo>
                    <a:pt x="1" y="286"/>
                  </a:lnTo>
                  <a:lnTo>
                    <a:pt x="1714" y="286"/>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147"/>
            <p:cNvSpPr/>
            <p:nvPr/>
          </p:nvSpPr>
          <p:spPr>
            <a:xfrm>
              <a:off x="4324608" y="2400161"/>
              <a:ext cx="50924" cy="10425"/>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147"/>
            <p:cNvSpPr/>
            <p:nvPr/>
          </p:nvSpPr>
          <p:spPr>
            <a:xfrm>
              <a:off x="4318760" y="2410549"/>
              <a:ext cx="62257" cy="10388"/>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147"/>
            <p:cNvSpPr/>
            <p:nvPr/>
          </p:nvSpPr>
          <p:spPr>
            <a:xfrm>
              <a:off x="4416973" y="2241401"/>
              <a:ext cx="50888" cy="10388"/>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147"/>
            <p:cNvSpPr/>
            <p:nvPr/>
          </p:nvSpPr>
          <p:spPr>
            <a:xfrm>
              <a:off x="4442216" y="2251752"/>
              <a:ext cx="31165" cy="148450"/>
            </a:xfrm>
            <a:custGeom>
              <a:rect b="b" l="l" r="r" t="t"/>
              <a:pathLst>
                <a:path extrusionOk="0" h="4087" w="858">
                  <a:moveTo>
                    <a:pt x="1" y="1"/>
                  </a:moveTo>
                  <a:lnTo>
                    <a:pt x="1" y="4087"/>
                  </a:lnTo>
                  <a:lnTo>
                    <a:pt x="474" y="4087"/>
                  </a:lnTo>
                  <a:cubicBezTo>
                    <a:pt x="857" y="2927"/>
                    <a:pt x="536" y="2249"/>
                    <a:pt x="384" y="1473"/>
                  </a:cubicBezTo>
                  <a:cubicBezTo>
                    <a:pt x="233" y="706"/>
                    <a:pt x="474" y="1"/>
                    <a:pt x="474"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147"/>
            <p:cNvSpPr/>
            <p:nvPr/>
          </p:nvSpPr>
          <p:spPr>
            <a:xfrm>
              <a:off x="4411452" y="2251752"/>
              <a:ext cx="30801" cy="148450"/>
            </a:xfrm>
            <a:custGeom>
              <a:rect b="b" l="l" r="r" t="t"/>
              <a:pathLst>
                <a:path extrusionOk="0" h="4087" w="848">
                  <a:moveTo>
                    <a:pt x="384" y="1"/>
                  </a:moveTo>
                  <a:cubicBezTo>
                    <a:pt x="384" y="1"/>
                    <a:pt x="625" y="706"/>
                    <a:pt x="473" y="1473"/>
                  </a:cubicBezTo>
                  <a:cubicBezTo>
                    <a:pt x="322" y="2249"/>
                    <a:pt x="0"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147"/>
            <p:cNvSpPr/>
            <p:nvPr/>
          </p:nvSpPr>
          <p:spPr>
            <a:xfrm>
              <a:off x="4411125" y="2231013"/>
              <a:ext cx="62257" cy="10425"/>
            </a:xfrm>
            <a:custGeom>
              <a:rect b="b" l="l" r="r" t="t"/>
              <a:pathLst>
                <a:path extrusionOk="0" h="287" w="1714">
                  <a:moveTo>
                    <a:pt x="0" y="1"/>
                  </a:moveTo>
                  <a:lnTo>
                    <a:pt x="0" y="286"/>
                  </a:lnTo>
                  <a:lnTo>
                    <a:pt x="1713" y="286"/>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147"/>
            <p:cNvSpPr/>
            <p:nvPr/>
          </p:nvSpPr>
          <p:spPr>
            <a:xfrm>
              <a:off x="4416973" y="2400161"/>
              <a:ext cx="50888" cy="10425"/>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147"/>
            <p:cNvSpPr/>
            <p:nvPr/>
          </p:nvSpPr>
          <p:spPr>
            <a:xfrm>
              <a:off x="4411125" y="2410549"/>
              <a:ext cx="62257" cy="10388"/>
            </a:xfrm>
            <a:custGeom>
              <a:rect b="b" l="l" r="r" t="t"/>
              <a:pathLst>
                <a:path extrusionOk="0" h="286" w="1714">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147"/>
            <p:cNvSpPr/>
            <p:nvPr/>
          </p:nvSpPr>
          <p:spPr>
            <a:xfrm>
              <a:off x="4509302" y="2241401"/>
              <a:ext cx="50924" cy="10388"/>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147"/>
            <p:cNvSpPr/>
            <p:nvPr/>
          </p:nvSpPr>
          <p:spPr>
            <a:xfrm>
              <a:off x="4534582" y="2251752"/>
              <a:ext cx="31128" cy="148450"/>
            </a:xfrm>
            <a:custGeom>
              <a:rect b="b" l="l" r="r" t="t"/>
              <a:pathLst>
                <a:path extrusionOk="0" h="4087" w="857">
                  <a:moveTo>
                    <a:pt x="0" y="1"/>
                  </a:moveTo>
                  <a:lnTo>
                    <a:pt x="0" y="4087"/>
                  </a:lnTo>
                  <a:lnTo>
                    <a:pt x="473" y="4087"/>
                  </a:lnTo>
                  <a:cubicBezTo>
                    <a:pt x="857" y="2927"/>
                    <a:pt x="536" y="2249"/>
                    <a:pt x="384" y="1473"/>
                  </a:cubicBezTo>
                  <a:cubicBezTo>
                    <a:pt x="232" y="706"/>
                    <a:pt x="473" y="1"/>
                    <a:pt x="473"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147"/>
            <p:cNvSpPr/>
            <p:nvPr/>
          </p:nvSpPr>
          <p:spPr>
            <a:xfrm>
              <a:off x="4503781" y="2251752"/>
              <a:ext cx="30838" cy="148450"/>
            </a:xfrm>
            <a:custGeom>
              <a:rect b="b" l="l" r="r" t="t"/>
              <a:pathLst>
                <a:path extrusionOk="0" h="4087" w="849">
                  <a:moveTo>
                    <a:pt x="384" y="1"/>
                  </a:moveTo>
                  <a:cubicBezTo>
                    <a:pt x="384" y="1"/>
                    <a:pt x="625" y="706"/>
                    <a:pt x="474" y="1473"/>
                  </a:cubicBezTo>
                  <a:cubicBezTo>
                    <a:pt x="322" y="2249"/>
                    <a:pt x="1"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147"/>
            <p:cNvSpPr/>
            <p:nvPr/>
          </p:nvSpPr>
          <p:spPr>
            <a:xfrm>
              <a:off x="4503454" y="2231013"/>
              <a:ext cx="62257" cy="10425"/>
            </a:xfrm>
            <a:custGeom>
              <a:rect b="b" l="l" r="r" t="t"/>
              <a:pathLst>
                <a:path extrusionOk="0" h="287" w="1714">
                  <a:moveTo>
                    <a:pt x="1" y="1"/>
                  </a:moveTo>
                  <a:lnTo>
                    <a:pt x="1" y="286"/>
                  </a:lnTo>
                  <a:lnTo>
                    <a:pt x="1714" y="286"/>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147"/>
            <p:cNvSpPr/>
            <p:nvPr/>
          </p:nvSpPr>
          <p:spPr>
            <a:xfrm>
              <a:off x="4509302" y="2400161"/>
              <a:ext cx="50924" cy="10425"/>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147"/>
            <p:cNvSpPr/>
            <p:nvPr/>
          </p:nvSpPr>
          <p:spPr>
            <a:xfrm>
              <a:off x="4503454" y="2410549"/>
              <a:ext cx="62257" cy="10388"/>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147"/>
            <p:cNvSpPr/>
            <p:nvPr/>
          </p:nvSpPr>
          <p:spPr>
            <a:xfrm>
              <a:off x="4007377" y="2195054"/>
              <a:ext cx="113471" cy="301731"/>
            </a:xfrm>
            <a:custGeom>
              <a:rect b="b" l="l" r="r" t="t"/>
              <a:pathLst>
                <a:path extrusionOk="0" h="8307" w="3124">
                  <a:moveTo>
                    <a:pt x="1" y="1"/>
                  </a:moveTo>
                  <a:lnTo>
                    <a:pt x="1" y="8306"/>
                  </a:lnTo>
                  <a:lnTo>
                    <a:pt x="3123" y="8306"/>
                  </a:lnTo>
                  <a:lnTo>
                    <a:pt x="3123" y="1"/>
                  </a:ln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147"/>
            <p:cNvSpPr/>
            <p:nvPr/>
          </p:nvSpPr>
          <p:spPr>
            <a:xfrm>
              <a:off x="4007377" y="2195054"/>
              <a:ext cx="56736" cy="301731"/>
            </a:xfrm>
            <a:custGeom>
              <a:rect b="b" l="l" r="r" t="t"/>
              <a:pathLst>
                <a:path extrusionOk="0" h="8307" w="1562">
                  <a:moveTo>
                    <a:pt x="1" y="1"/>
                  </a:moveTo>
                  <a:lnTo>
                    <a:pt x="1" y="8306"/>
                  </a:lnTo>
                  <a:lnTo>
                    <a:pt x="1562" y="8306"/>
                  </a:lnTo>
                  <a:lnTo>
                    <a:pt x="1562"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147"/>
            <p:cNvSpPr/>
            <p:nvPr/>
          </p:nvSpPr>
          <p:spPr>
            <a:xfrm>
              <a:off x="4190473" y="2289672"/>
              <a:ext cx="375248" cy="65163"/>
            </a:xfrm>
            <a:custGeom>
              <a:rect b="b" l="l" r="r" t="t"/>
              <a:pathLst>
                <a:path extrusionOk="0" h="1794" w="10331">
                  <a:moveTo>
                    <a:pt x="1891" y="1"/>
                  </a:moveTo>
                  <a:lnTo>
                    <a:pt x="0" y="1794"/>
                  </a:lnTo>
                  <a:lnTo>
                    <a:pt x="10331" y="1794"/>
                  </a:lnTo>
                  <a:lnTo>
                    <a:pt x="1033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147"/>
            <p:cNvSpPr/>
            <p:nvPr/>
          </p:nvSpPr>
          <p:spPr>
            <a:xfrm>
              <a:off x="4190473" y="2354796"/>
              <a:ext cx="375248" cy="10425"/>
            </a:xfrm>
            <a:custGeom>
              <a:rect b="b" l="l" r="r" t="t"/>
              <a:pathLst>
                <a:path extrusionOk="0" h="287" w="10331">
                  <a:moveTo>
                    <a:pt x="0" y="1"/>
                  </a:moveTo>
                  <a:lnTo>
                    <a:pt x="0" y="286"/>
                  </a:lnTo>
                  <a:lnTo>
                    <a:pt x="10331" y="286"/>
                  </a:lnTo>
                  <a:lnTo>
                    <a:pt x="1033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147"/>
            <p:cNvSpPr/>
            <p:nvPr/>
          </p:nvSpPr>
          <p:spPr>
            <a:xfrm>
              <a:off x="4463283" y="2429654"/>
              <a:ext cx="15582" cy="67124"/>
            </a:xfrm>
            <a:custGeom>
              <a:rect b="b" l="l" r="r" t="t"/>
              <a:pathLst>
                <a:path extrusionOk="0" h="1848" w="429">
                  <a:moveTo>
                    <a:pt x="1" y="0"/>
                  </a:moveTo>
                  <a:lnTo>
                    <a:pt x="1"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147"/>
            <p:cNvSpPr/>
            <p:nvPr/>
          </p:nvSpPr>
          <p:spPr>
            <a:xfrm>
              <a:off x="4473344" y="2429654"/>
              <a:ext cx="5521" cy="67124"/>
            </a:xfrm>
            <a:custGeom>
              <a:rect b="b" l="l" r="r" t="t"/>
              <a:pathLst>
                <a:path extrusionOk="0" h="1848" w="152">
                  <a:moveTo>
                    <a:pt x="0" y="0"/>
                  </a:moveTo>
                  <a:lnTo>
                    <a:pt x="0" y="1847"/>
                  </a:lnTo>
                  <a:lnTo>
                    <a:pt x="152" y="1847"/>
                  </a:lnTo>
                  <a:lnTo>
                    <a:pt x="152"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147"/>
            <p:cNvSpPr/>
            <p:nvPr/>
          </p:nvSpPr>
          <p:spPr>
            <a:xfrm>
              <a:off x="4457798" y="2415707"/>
              <a:ext cx="177581" cy="42824"/>
            </a:xfrm>
            <a:custGeom>
              <a:rect b="b" l="l" r="r" t="t"/>
              <a:pathLst>
                <a:path extrusionOk="0" h="1179" w="4889">
                  <a:moveTo>
                    <a:pt x="0" y="1"/>
                  </a:moveTo>
                  <a:lnTo>
                    <a:pt x="1240" y="1178"/>
                  </a:lnTo>
                  <a:lnTo>
                    <a:pt x="4889" y="1178"/>
                  </a:lnTo>
                  <a:lnTo>
                    <a:pt x="3649"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147"/>
            <p:cNvSpPr/>
            <p:nvPr/>
          </p:nvSpPr>
          <p:spPr>
            <a:xfrm>
              <a:off x="4605844" y="2469825"/>
              <a:ext cx="15619" cy="26951"/>
            </a:xfrm>
            <a:custGeom>
              <a:rect b="b" l="l" r="r" t="t"/>
              <a:pathLst>
                <a:path extrusionOk="0" h="742" w="430">
                  <a:moveTo>
                    <a:pt x="1" y="1"/>
                  </a:moveTo>
                  <a:lnTo>
                    <a:pt x="1" y="741"/>
                  </a:lnTo>
                  <a:lnTo>
                    <a:pt x="429" y="741"/>
                  </a:lnTo>
                  <a:lnTo>
                    <a:pt x="429"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147"/>
            <p:cNvSpPr/>
            <p:nvPr/>
          </p:nvSpPr>
          <p:spPr>
            <a:xfrm>
              <a:off x="4605844" y="2469825"/>
              <a:ext cx="5557" cy="26951"/>
            </a:xfrm>
            <a:custGeom>
              <a:rect b="b" l="l" r="r" t="t"/>
              <a:pathLst>
                <a:path extrusionOk="0" h="742" w="153">
                  <a:moveTo>
                    <a:pt x="1" y="1"/>
                  </a:moveTo>
                  <a:lnTo>
                    <a:pt x="1" y="741"/>
                  </a:lnTo>
                  <a:lnTo>
                    <a:pt x="153" y="741"/>
                  </a:lnTo>
                  <a:lnTo>
                    <a:pt x="153"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147"/>
            <p:cNvSpPr/>
            <p:nvPr/>
          </p:nvSpPr>
          <p:spPr>
            <a:xfrm>
              <a:off x="4516421" y="2469825"/>
              <a:ext cx="15582" cy="26951"/>
            </a:xfrm>
            <a:custGeom>
              <a:rect b="b" l="l" r="r" t="t"/>
              <a:pathLst>
                <a:path extrusionOk="0" h="742" w="429">
                  <a:moveTo>
                    <a:pt x="1" y="1"/>
                  </a:moveTo>
                  <a:lnTo>
                    <a:pt x="1" y="741"/>
                  </a:lnTo>
                  <a:lnTo>
                    <a:pt x="429" y="741"/>
                  </a:lnTo>
                  <a:lnTo>
                    <a:pt x="429"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147"/>
            <p:cNvSpPr/>
            <p:nvPr/>
          </p:nvSpPr>
          <p:spPr>
            <a:xfrm>
              <a:off x="4526482" y="2469825"/>
              <a:ext cx="5521" cy="26951"/>
            </a:xfrm>
            <a:custGeom>
              <a:rect b="b" l="l" r="r" t="t"/>
              <a:pathLst>
                <a:path extrusionOk="0" h="742" w="152">
                  <a:moveTo>
                    <a:pt x="0" y="1"/>
                  </a:moveTo>
                  <a:lnTo>
                    <a:pt x="0" y="741"/>
                  </a:lnTo>
                  <a:lnTo>
                    <a:pt x="152" y="741"/>
                  </a:lnTo>
                  <a:lnTo>
                    <a:pt x="152"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147"/>
            <p:cNvSpPr/>
            <p:nvPr/>
          </p:nvSpPr>
          <p:spPr>
            <a:xfrm>
              <a:off x="4561133" y="2429654"/>
              <a:ext cx="15619" cy="67124"/>
            </a:xfrm>
            <a:custGeom>
              <a:rect b="b" l="l" r="r" t="t"/>
              <a:pathLst>
                <a:path extrusionOk="0" h="1848" w="430">
                  <a:moveTo>
                    <a:pt x="1" y="0"/>
                  </a:moveTo>
                  <a:lnTo>
                    <a:pt x="1"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147"/>
            <p:cNvSpPr/>
            <p:nvPr/>
          </p:nvSpPr>
          <p:spPr>
            <a:xfrm>
              <a:off x="4571194" y="2429654"/>
              <a:ext cx="5557" cy="67124"/>
            </a:xfrm>
            <a:custGeom>
              <a:rect b="b" l="l" r="r" t="t"/>
              <a:pathLst>
                <a:path extrusionOk="0" h="1848" w="153">
                  <a:moveTo>
                    <a:pt x="0" y="0"/>
                  </a:moveTo>
                  <a:lnTo>
                    <a:pt x="0" y="1847"/>
                  </a:lnTo>
                  <a:lnTo>
                    <a:pt x="152" y="1847"/>
                  </a:lnTo>
                  <a:lnTo>
                    <a:pt x="152"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147"/>
            <p:cNvSpPr/>
            <p:nvPr/>
          </p:nvSpPr>
          <p:spPr>
            <a:xfrm>
              <a:off x="4508975" y="2319491"/>
              <a:ext cx="119937" cy="139043"/>
            </a:xfrm>
            <a:custGeom>
              <a:rect b="b" l="l" r="r" t="t"/>
              <a:pathLst>
                <a:path extrusionOk="0" h="3828" w="3302">
                  <a:moveTo>
                    <a:pt x="1" y="0"/>
                  </a:moveTo>
                  <a:lnTo>
                    <a:pt x="1" y="3827"/>
                  </a:lnTo>
                  <a:lnTo>
                    <a:pt x="3301" y="3827"/>
                  </a:lnTo>
                  <a:lnTo>
                    <a:pt x="3301"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147"/>
            <p:cNvSpPr/>
            <p:nvPr/>
          </p:nvSpPr>
          <p:spPr>
            <a:xfrm>
              <a:off x="4516421" y="2326937"/>
              <a:ext cx="105045" cy="131596"/>
            </a:xfrm>
            <a:custGeom>
              <a:rect b="b" l="l" r="r" t="t"/>
              <a:pathLst>
                <a:path extrusionOk="0" h="3623" w="2892">
                  <a:moveTo>
                    <a:pt x="1" y="0"/>
                  </a:moveTo>
                  <a:lnTo>
                    <a:pt x="1" y="3622"/>
                  </a:lnTo>
                  <a:lnTo>
                    <a:pt x="2891" y="3622"/>
                  </a:lnTo>
                  <a:lnTo>
                    <a:pt x="2891"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147"/>
            <p:cNvSpPr/>
            <p:nvPr/>
          </p:nvSpPr>
          <p:spPr>
            <a:xfrm>
              <a:off x="4502837" y="2458493"/>
              <a:ext cx="132541" cy="12023"/>
            </a:xfrm>
            <a:custGeom>
              <a:rect b="b" l="l" r="r" t="t"/>
              <a:pathLst>
                <a:path extrusionOk="0" h="331" w="3649">
                  <a:moveTo>
                    <a:pt x="0" y="0"/>
                  </a:moveTo>
                  <a:lnTo>
                    <a:pt x="0" y="330"/>
                  </a:lnTo>
                  <a:lnTo>
                    <a:pt x="3649" y="330"/>
                  </a:lnTo>
                  <a:lnTo>
                    <a:pt x="3649"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147"/>
            <p:cNvSpPr/>
            <p:nvPr/>
          </p:nvSpPr>
          <p:spPr>
            <a:xfrm>
              <a:off x="4457798" y="2415707"/>
              <a:ext cx="45076" cy="54811"/>
            </a:xfrm>
            <a:custGeom>
              <a:rect b="b" l="l" r="r" t="t"/>
              <a:pathLst>
                <a:path extrusionOk="0" h="1509" w="1241">
                  <a:moveTo>
                    <a:pt x="0" y="1"/>
                  </a:moveTo>
                  <a:lnTo>
                    <a:pt x="0" y="331"/>
                  </a:lnTo>
                  <a:lnTo>
                    <a:pt x="1240" y="1508"/>
                  </a:lnTo>
                  <a:lnTo>
                    <a:pt x="1240" y="1178"/>
                  </a:lnTo>
                  <a:lnTo>
                    <a:pt x="0"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147"/>
            <p:cNvSpPr/>
            <p:nvPr/>
          </p:nvSpPr>
          <p:spPr>
            <a:xfrm>
              <a:off x="4621426" y="2306198"/>
              <a:ext cx="7482" cy="152337"/>
            </a:xfrm>
            <a:custGeom>
              <a:rect b="b" l="l" r="r" t="t"/>
              <a:pathLst>
                <a:path extrusionOk="0" h="4194" w="206">
                  <a:moveTo>
                    <a:pt x="0" y="1"/>
                  </a:moveTo>
                  <a:lnTo>
                    <a:pt x="0" y="4193"/>
                  </a:lnTo>
                  <a:lnTo>
                    <a:pt x="205" y="4193"/>
                  </a:lnTo>
                  <a:lnTo>
                    <a:pt x="205"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147"/>
            <p:cNvSpPr/>
            <p:nvPr/>
          </p:nvSpPr>
          <p:spPr>
            <a:xfrm>
              <a:off x="4616232" y="2297117"/>
              <a:ext cx="17871" cy="18198"/>
            </a:xfrm>
            <a:custGeom>
              <a:rect b="b" l="l" r="r" t="t"/>
              <a:pathLst>
                <a:path extrusionOk="0" h="501" w="492">
                  <a:moveTo>
                    <a:pt x="241" y="1"/>
                  </a:moveTo>
                  <a:cubicBezTo>
                    <a:pt x="108" y="1"/>
                    <a:pt x="0" y="117"/>
                    <a:pt x="0" y="251"/>
                  </a:cubicBezTo>
                  <a:cubicBezTo>
                    <a:pt x="0" y="384"/>
                    <a:pt x="108" y="500"/>
                    <a:pt x="241" y="500"/>
                  </a:cubicBezTo>
                  <a:cubicBezTo>
                    <a:pt x="384" y="500"/>
                    <a:pt x="491" y="384"/>
                    <a:pt x="491" y="251"/>
                  </a:cubicBezTo>
                  <a:cubicBezTo>
                    <a:pt x="491" y="117"/>
                    <a:pt x="384" y="1"/>
                    <a:pt x="241"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147"/>
            <p:cNvSpPr/>
            <p:nvPr/>
          </p:nvSpPr>
          <p:spPr>
            <a:xfrm>
              <a:off x="4616232" y="2299733"/>
              <a:ext cx="17544" cy="15582"/>
            </a:xfrm>
            <a:custGeom>
              <a:rect b="b" l="l" r="r" t="t"/>
              <a:pathLst>
                <a:path extrusionOk="0" h="429" w="483">
                  <a:moveTo>
                    <a:pt x="72" y="0"/>
                  </a:moveTo>
                  <a:cubicBezTo>
                    <a:pt x="27" y="45"/>
                    <a:pt x="0" y="107"/>
                    <a:pt x="0" y="179"/>
                  </a:cubicBezTo>
                  <a:cubicBezTo>
                    <a:pt x="0" y="312"/>
                    <a:pt x="108" y="428"/>
                    <a:pt x="241" y="428"/>
                  </a:cubicBezTo>
                  <a:cubicBezTo>
                    <a:pt x="366" y="428"/>
                    <a:pt x="464" y="339"/>
                    <a:pt x="482" y="223"/>
                  </a:cubicBezTo>
                  <a:lnTo>
                    <a:pt x="482" y="223"/>
                  </a:lnTo>
                  <a:cubicBezTo>
                    <a:pt x="447" y="268"/>
                    <a:pt x="384" y="295"/>
                    <a:pt x="313" y="295"/>
                  </a:cubicBezTo>
                  <a:cubicBezTo>
                    <a:pt x="179" y="295"/>
                    <a:pt x="72" y="187"/>
                    <a:pt x="72" y="45"/>
                  </a:cubicBezTo>
                  <a:cubicBezTo>
                    <a:pt x="72" y="27"/>
                    <a:pt x="72" y="18"/>
                    <a:pt x="72"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147"/>
            <p:cNvSpPr/>
            <p:nvPr/>
          </p:nvSpPr>
          <p:spPr>
            <a:xfrm>
              <a:off x="4508975" y="2306198"/>
              <a:ext cx="7482" cy="152337"/>
            </a:xfrm>
            <a:custGeom>
              <a:rect b="b" l="l" r="r" t="t"/>
              <a:pathLst>
                <a:path extrusionOk="0" h="4194" w="206">
                  <a:moveTo>
                    <a:pt x="1" y="1"/>
                  </a:moveTo>
                  <a:lnTo>
                    <a:pt x="1" y="4193"/>
                  </a:lnTo>
                  <a:lnTo>
                    <a:pt x="206" y="4193"/>
                  </a:lnTo>
                  <a:lnTo>
                    <a:pt x="206"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147"/>
            <p:cNvSpPr/>
            <p:nvPr/>
          </p:nvSpPr>
          <p:spPr>
            <a:xfrm>
              <a:off x="4503781" y="2297117"/>
              <a:ext cx="17871" cy="18198"/>
            </a:xfrm>
            <a:custGeom>
              <a:rect b="b" l="l" r="r" t="t"/>
              <a:pathLst>
                <a:path extrusionOk="0" h="501" w="492">
                  <a:moveTo>
                    <a:pt x="242" y="1"/>
                  </a:moveTo>
                  <a:cubicBezTo>
                    <a:pt x="108" y="1"/>
                    <a:pt x="1" y="117"/>
                    <a:pt x="1" y="251"/>
                  </a:cubicBezTo>
                  <a:cubicBezTo>
                    <a:pt x="1" y="384"/>
                    <a:pt x="108" y="500"/>
                    <a:pt x="242" y="500"/>
                  </a:cubicBezTo>
                  <a:cubicBezTo>
                    <a:pt x="384" y="500"/>
                    <a:pt x="492" y="384"/>
                    <a:pt x="492" y="251"/>
                  </a:cubicBezTo>
                  <a:cubicBezTo>
                    <a:pt x="492" y="117"/>
                    <a:pt x="384" y="1"/>
                    <a:pt x="242"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147"/>
            <p:cNvSpPr/>
            <p:nvPr/>
          </p:nvSpPr>
          <p:spPr>
            <a:xfrm>
              <a:off x="4503781" y="2299733"/>
              <a:ext cx="17544" cy="15582"/>
            </a:xfrm>
            <a:custGeom>
              <a:rect b="b" l="l" r="r" t="t"/>
              <a:pathLst>
                <a:path extrusionOk="0" h="429" w="483">
                  <a:moveTo>
                    <a:pt x="72" y="0"/>
                  </a:moveTo>
                  <a:cubicBezTo>
                    <a:pt x="28" y="45"/>
                    <a:pt x="1" y="107"/>
                    <a:pt x="1" y="179"/>
                  </a:cubicBezTo>
                  <a:cubicBezTo>
                    <a:pt x="1" y="312"/>
                    <a:pt x="108" y="428"/>
                    <a:pt x="242" y="428"/>
                  </a:cubicBezTo>
                  <a:cubicBezTo>
                    <a:pt x="367" y="428"/>
                    <a:pt x="465" y="339"/>
                    <a:pt x="483" y="223"/>
                  </a:cubicBezTo>
                  <a:lnTo>
                    <a:pt x="483" y="223"/>
                  </a:lnTo>
                  <a:cubicBezTo>
                    <a:pt x="447" y="268"/>
                    <a:pt x="384" y="295"/>
                    <a:pt x="313" y="295"/>
                  </a:cubicBezTo>
                  <a:cubicBezTo>
                    <a:pt x="179" y="295"/>
                    <a:pt x="72" y="187"/>
                    <a:pt x="72" y="45"/>
                  </a:cubicBezTo>
                  <a:cubicBezTo>
                    <a:pt x="72" y="27"/>
                    <a:pt x="72" y="18"/>
                    <a:pt x="72"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147"/>
            <p:cNvSpPr/>
            <p:nvPr/>
          </p:nvSpPr>
          <p:spPr>
            <a:xfrm>
              <a:off x="4410799" y="2429654"/>
              <a:ext cx="15582" cy="67124"/>
            </a:xfrm>
            <a:custGeom>
              <a:rect b="b" l="l" r="r" t="t"/>
              <a:pathLst>
                <a:path extrusionOk="0" h="1848" w="429">
                  <a:moveTo>
                    <a:pt x="1" y="0"/>
                  </a:moveTo>
                  <a:lnTo>
                    <a:pt x="1"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147"/>
            <p:cNvSpPr/>
            <p:nvPr/>
          </p:nvSpPr>
          <p:spPr>
            <a:xfrm>
              <a:off x="4410799" y="2429654"/>
              <a:ext cx="5884" cy="67124"/>
            </a:xfrm>
            <a:custGeom>
              <a:rect b="b" l="l" r="r" t="t"/>
              <a:pathLst>
                <a:path extrusionOk="0" h="1848" w="162">
                  <a:moveTo>
                    <a:pt x="1" y="0"/>
                  </a:moveTo>
                  <a:lnTo>
                    <a:pt x="1" y="1847"/>
                  </a:lnTo>
                  <a:lnTo>
                    <a:pt x="161" y="1847"/>
                  </a:lnTo>
                  <a:lnTo>
                    <a:pt x="161"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147"/>
            <p:cNvSpPr/>
            <p:nvPr/>
          </p:nvSpPr>
          <p:spPr>
            <a:xfrm>
              <a:off x="4254617" y="2415707"/>
              <a:ext cx="177290" cy="42824"/>
            </a:xfrm>
            <a:custGeom>
              <a:rect b="b" l="l" r="r" t="t"/>
              <a:pathLst>
                <a:path extrusionOk="0" h="1179" w="4881">
                  <a:moveTo>
                    <a:pt x="1232" y="1"/>
                  </a:moveTo>
                  <a:lnTo>
                    <a:pt x="1" y="1178"/>
                  </a:lnTo>
                  <a:lnTo>
                    <a:pt x="3649" y="1178"/>
                  </a:lnTo>
                  <a:lnTo>
                    <a:pt x="4880"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147"/>
            <p:cNvSpPr/>
            <p:nvPr/>
          </p:nvSpPr>
          <p:spPr>
            <a:xfrm>
              <a:off x="4268237" y="2469825"/>
              <a:ext cx="15582" cy="26951"/>
            </a:xfrm>
            <a:custGeom>
              <a:rect b="b" l="l" r="r" t="t"/>
              <a:pathLst>
                <a:path extrusionOk="0" h="742" w="429">
                  <a:moveTo>
                    <a:pt x="0" y="1"/>
                  </a:moveTo>
                  <a:lnTo>
                    <a:pt x="0" y="741"/>
                  </a:lnTo>
                  <a:lnTo>
                    <a:pt x="428" y="741"/>
                  </a:lnTo>
                  <a:lnTo>
                    <a:pt x="428"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147"/>
            <p:cNvSpPr/>
            <p:nvPr/>
          </p:nvSpPr>
          <p:spPr>
            <a:xfrm>
              <a:off x="4278262" y="2469825"/>
              <a:ext cx="5557" cy="26951"/>
            </a:xfrm>
            <a:custGeom>
              <a:rect b="b" l="l" r="r" t="t"/>
              <a:pathLst>
                <a:path extrusionOk="0" h="742" w="153">
                  <a:moveTo>
                    <a:pt x="1" y="1"/>
                  </a:moveTo>
                  <a:lnTo>
                    <a:pt x="1" y="741"/>
                  </a:lnTo>
                  <a:lnTo>
                    <a:pt x="152" y="741"/>
                  </a:lnTo>
                  <a:lnTo>
                    <a:pt x="152"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147"/>
            <p:cNvSpPr/>
            <p:nvPr/>
          </p:nvSpPr>
          <p:spPr>
            <a:xfrm>
              <a:off x="4357660" y="2469825"/>
              <a:ext cx="15909" cy="26951"/>
            </a:xfrm>
            <a:custGeom>
              <a:rect b="b" l="l" r="r" t="t"/>
              <a:pathLst>
                <a:path extrusionOk="0" h="742" w="438">
                  <a:moveTo>
                    <a:pt x="0" y="1"/>
                  </a:moveTo>
                  <a:lnTo>
                    <a:pt x="0" y="741"/>
                  </a:lnTo>
                  <a:lnTo>
                    <a:pt x="438" y="741"/>
                  </a:lnTo>
                  <a:lnTo>
                    <a:pt x="438"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147"/>
            <p:cNvSpPr/>
            <p:nvPr/>
          </p:nvSpPr>
          <p:spPr>
            <a:xfrm>
              <a:off x="4357660" y="2469825"/>
              <a:ext cx="5884" cy="26951"/>
            </a:xfrm>
            <a:custGeom>
              <a:rect b="b" l="l" r="r" t="t"/>
              <a:pathLst>
                <a:path extrusionOk="0" h="742" w="162">
                  <a:moveTo>
                    <a:pt x="0" y="1"/>
                  </a:moveTo>
                  <a:lnTo>
                    <a:pt x="0" y="741"/>
                  </a:lnTo>
                  <a:lnTo>
                    <a:pt x="161" y="741"/>
                  </a:lnTo>
                  <a:lnTo>
                    <a:pt x="161"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147"/>
            <p:cNvSpPr/>
            <p:nvPr/>
          </p:nvSpPr>
          <p:spPr>
            <a:xfrm>
              <a:off x="4312949" y="2429654"/>
              <a:ext cx="15582" cy="67124"/>
            </a:xfrm>
            <a:custGeom>
              <a:rect b="b" l="l" r="r" t="t"/>
              <a:pathLst>
                <a:path extrusionOk="0" h="1848" w="429">
                  <a:moveTo>
                    <a:pt x="0" y="0"/>
                  </a:moveTo>
                  <a:lnTo>
                    <a:pt x="0"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147"/>
            <p:cNvSpPr/>
            <p:nvPr/>
          </p:nvSpPr>
          <p:spPr>
            <a:xfrm>
              <a:off x="4312949" y="2429654"/>
              <a:ext cx="5848" cy="67124"/>
            </a:xfrm>
            <a:custGeom>
              <a:rect b="b" l="l" r="r" t="t"/>
              <a:pathLst>
                <a:path extrusionOk="0" h="1848" w="161">
                  <a:moveTo>
                    <a:pt x="0" y="0"/>
                  </a:moveTo>
                  <a:lnTo>
                    <a:pt x="0" y="1847"/>
                  </a:lnTo>
                  <a:lnTo>
                    <a:pt x="161" y="1847"/>
                  </a:lnTo>
                  <a:lnTo>
                    <a:pt x="161"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147"/>
            <p:cNvSpPr/>
            <p:nvPr/>
          </p:nvSpPr>
          <p:spPr>
            <a:xfrm>
              <a:off x="4261082" y="2319491"/>
              <a:ext cx="119610" cy="139043"/>
            </a:xfrm>
            <a:custGeom>
              <a:rect b="b" l="l" r="r" t="t"/>
              <a:pathLst>
                <a:path extrusionOk="0" h="3828" w="3293">
                  <a:moveTo>
                    <a:pt x="1" y="0"/>
                  </a:moveTo>
                  <a:lnTo>
                    <a:pt x="1" y="3827"/>
                  </a:lnTo>
                  <a:lnTo>
                    <a:pt x="3293" y="3827"/>
                  </a:lnTo>
                  <a:lnTo>
                    <a:pt x="3293"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147"/>
            <p:cNvSpPr/>
            <p:nvPr/>
          </p:nvSpPr>
          <p:spPr>
            <a:xfrm>
              <a:off x="4268237" y="2326937"/>
              <a:ext cx="105335" cy="131596"/>
            </a:xfrm>
            <a:custGeom>
              <a:rect b="b" l="l" r="r" t="t"/>
              <a:pathLst>
                <a:path extrusionOk="0" h="3623" w="2900">
                  <a:moveTo>
                    <a:pt x="0" y="0"/>
                  </a:moveTo>
                  <a:lnTo>
                    <a:pt x="0" y="3622"/>
                  </a:lnTo>
                  <a:lnTo>
                    <a:pt x="2900" y="3622"/>
                  </a:lnTo>
                  <a:lnTo>
                    <a:pt x="2900"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147"/>
            <p:cNvSpPr/>
            <p:nvPr/>
          </p:nvSpPr>
          <p:spPr>
            <a:xfrm>
              <a:off x="4254617" y="2458493"/>
              <a:ext cx="132577" cy="12023"/>
            </a:xfrm>
            <a:custGeom>
              <a:rect b="b" l="l" r="r" t="t"/>
              <a:pathLst>
                <a:path extrusionOk="0" h="331" w="3650">
                  <a:moveTo>
                    <a:pt x="1" y="0"/>
                  </a:moveTo>
                  <a:lnTo>
                    <a:pt x="1" y="330"/>
                  </a:lnTo>
                  <a:lnTo>
                    <a:pt x="3649" y="330"/>
                  </a:lnTo>
                  <a:lnTo>
                    <a:pt x="3649"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147"/>
            <p:cNvSpPr/>
            <p:nvPr/>
          </p:nvSpPr>
          <p:spPr>
            <a:xfrm>
              <a:off x="4387153" y="2415707"/>
              <a:ext cx="44749" cy="54811"/>
            </a:xfrm>
            <a:custGeom>
              <a:rect b="b" l="l" r="r" t="t"/>
              <a:pathLst>
                <a:path extrusionOk="0" h="1509" w="1232">
                  <a:moveTo>
                    <a:pt x="1231" y="1"/>
                  </a:moveTo>
                  <a:lnTo>
                    <a:pt x="0" y="1178"/>
                  </a:lnTo>
                  <a:lnTo>
                    <a:pt x="0" y="1508"/>
                  </a:lnTo>
                  <a:lnTo>
                    <a:pt x="1231" y="331"/>
                  </a:lnTo>
                  <a:lnTo>
                    <a:pt x="1231"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147"/>
            <p:cNvSpPr/>
            <p:nvPr/>
          </p:nvSpPr>
          <p:spPr>
            <a:xfrm>
              <a:off x="4261082" y="2306198"/>
              <a:ext cx="7192" cy="152337"/>
            </a:xfrm>
            <a:custGeom>
              <a:rect b="b" l="l" r="r" t="t"/>
              <a:pathLst>
                <a:path extrusionOk="0" h="4194" w="198">
                  <a:moveTo>
                    <a:pt x="1" y="1"/>
                  </a:moveTo>
                  <a:lnTo>
                    <a:pt x="1" y="4193"/>
                  </a:lnTo>
                  <a:lnTo>
                    <a:pt x="197" y="4193"/>
                  </a:lnTo>
                  <a:lnTo>
                    <a:pt x="197"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147"/>
            <p:cNvSpPr/>
            <p:nvPr/>
          </p:nvSpPr>
          <p:spPr>
            <a:xfrm>
              <a:off x="4255597" y="2297117"/>
              <a:ext cx="18161" cy="18198"/>
            </a:xfrm>
            <a:custGeom>
              <a:rect b="b" l="l" r="r" t="t"/>
              <a:pathLst>
                <a:path extrusionOk="0" h="501" w="500">
                  <a:moveTo>
                    <a:pt x="250" y="1"/>
                  </a:moveTo>
                  <a:cubicBezTo>
                    <a:pt x="116" y="1"/>
                    <a:pt x="0" y="117"/>
                    <a:pt x="0" y="251"/>
                  </a:cubicBezTo>
                  <a:cubicBezTo>
                    <a:pt x="0" y="384"/>
                    <a:pt x="116" y="500"/>
                    <a:pt x="250" y="500"/>
                  </a:cubicBezTo>
                  <a:cubicBezTo>
                    <a:pt x="384" y="500"/>
                    <a:pt x="500" y="384"/>
                    <a:pt x="500" y="251"/>
                  </a:cubicBezTo>
                  <a:cubicBezTo>
                    <a:pt x="500" y="117"/>
                    <a:pt x="384" y="1"/>
                    <a:pt x="250"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147"/>
            <p:cNvSpPr/>
            <p:nvPr/>
          </p:nvSpPr>
          <p:spPr>
            <a:xfrm>
              <a:off x="4255924" y="2299733"/>
              <a:ext cx="17834" cy="15582"/>
            </a:xfrm>
            <a:custGeom>
              <a:rect b="b" l="l" r="r" t="t"/>
              <a:pathLst>
                <a:path extrusionOk="0" h="429" w="491">
                  <a:moveTo>
                    <a:pt x="411" y="0"/>
                  </a:moveTo>
                  <a:cubicBezTo>
                    <a:pt x="411" y="18"/>
                    <a:pt x="420" y="27"/>
                    <a:pt x="420" y="45"/>
                  </a:cubicBezTo>
                  <a:cubicBezTo>
                    <a:pt x="420" y="187"/>
                    <a:pt x="304" y="295"/>
                    <a:pt x="170" y="295"/>
                  </a:cubicBezTo>
                  <a:cubicBezTo>
                    <a:pt x="98" y="295"/>
                    <a:pt x="45" y="268"/>
                    <a:pt x="0" y="223"/>
                  </a:cubicBezTo>
                  <a:lnTo>
                    <a:pt x="0" y="223"/>
                  </a:lnTo>
                  <a:cubicBezTo>
                    <a:pt x="18" y="339"/>
                    <a:pt x="116" y="428"/>
                    <a:pt x="241" y="428"/>
                  </a:cubicBezTo>
                  <a:cubicBezTo>
                    <a:pt x="375" y="428"/>
                    <a:pt x="491" y="312"/>
                    <a:pt x="491" y="179"/>
                  </a:cubicBezTo>
                  <a:cubicBezTo>
                    <a:pt x="491" y="107"/>
                    <a:pt x="455" y="45"/>
                    <a:pt x="411"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147"/>
            <p:cNvSpPr/>
            <p:nvPr/>
          </p:nvSpPr>
          <p:spPr>
            <a:xfrm>
              <a:off x="4373533" y="2306198"/>
              <a:ext cx="7156" cy="152337"/>
            </a:xfrm>
            <a:custGeom>
              <a:rect b="b" l="l" r="r" t="t"/>
              <a:pathLst>
                <a:path extrusionOk="0" h="4194" w="197">
                  <a:moveTo>
                    <a:pt x="1" y="1"/>
                  </a:moveTo>
                  <a:lnTo>
                    <a:pt x="1" y="4193"/>
                  </a:lnTo>
                  <a:lnTo>
                    <a:pt x="197" y="4193"/>
                  </a:lnTo>
                  <a:lnTo>
                    <a:pt x="197"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147"/>
            <p:cNvSpPr/>
            <p:nvPr/>
          </p:nvSpPr>
          <p:spPr>
            <a:xfrm>
              <a:off x="4368012" y="2297117"/>
              <a:ext cx="18198" cy="18198"/>
            </a:xfrm>
            <a:custGeom>
              <a:rect b="b" l="l" r="r" t="t"/>
              <a:pathLst>
                <a:path extrusionOk="0" h="501" w="501">
                  <a:moveTo>
                    <a:pt x="251" y="1"/>
                  </a:moveTo>
                  <a:cubicBezTo>
                    <a:pt x="117" y="1"/>
                    <a:pt x="1" y="117"/>
                    <a:pt x="1" y="251"/>
                  </a:cubicBezTo>
                  <a:cubicBezTo>
                    <a:pt x="1" y="384"/>
                    <a:pt x="117" y="500"/>
                    <a:pt x="251" y="500"/>
                  </a:cubicBezTo>
                  <a:cubicBezTo>
                    <a:pt x="385" y="500"/>
                    <a:pt x="501" y="384"/>
                    <a:pt x="501" y="251"/>
                  </a:cubicBezTo>
                  <a:cubicBezTo>
                    <a:pt x="501" y="117"/>
                    <a:pt x="385" y="1"/>
                    <a:pt x="251"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147"/>
            <p:cNvSpPr/>
            <p:nvPr/>
          </p:nvSpPr>
          <p:spPr>
            <a:xfrm>
              <a:off x="4368339" y="2299733"/>
              <a:ext cx="17871" cy="15582"/>
            </a:xfrm>
            <a:custGeom>
              <a:rect b="b" l="l" r="r" t="t"/>
              <a:pathLst>
                <a:path extrusionOk="0" h="429" w="492">
                  <a:moveTo>
                    <a:pt x="411" y="0"/>
                  </a:moveTo>
                  <a:cubicBezTo>
                    <a:pt x="411" y="18"/>
                    <a:pt x="411" y="27"/>
                    <a:pt x="411" y="45"/>
                  </a:cubicBezTo>
                  <a:cubicBezTo>
                    <a:pt x="411" y="187"/>
                    <a:pt x="304" y="295"/>
                    <a:pt x="170" y="295"/>
                  </a:cubicBezTo>
                  <a:cubicBezTo>
                    <a:pt x="99" y="295"/>
                    <a:pt x="45" y="268"/>
                    <a:pt x="1" y="223"/>
                  </a:cubicBezTo>
                  <a:lnTo>
                    <a:pt x="1" y="223"/>
                  </a:lnTo>
                  <a:cubicBezTo>
                    <a:pt x="19" y="339"/>
                    <a:pt x="117" y="428"/>
                    <a:pt x="242" y="428"/>
                  </a:cubicBezTo>
                  <a:cubicBezTo>
                    <a:pt x="376" y="428"/>
                    <a:pt x="492" y="312"/>
                    <a:pt x="492" y="179"/>
                  </a:cubicBezTo>
                  <a:cubicBezTo>
                    <a:pt x="492" y="107"/>
                    <a:pt x="456" y="45"/>
                    <a:pt x="411"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147"/>
            <p:cNvSpPr/>
            <p:nvPr/>
          </p:nvSpPr>
          <p:spPr>
            <a:xfrm>
              <a:off x="4402372" y="2236207"/>
              <a:ext cx="21757" cy="43769"/>
            </a:xfrm>
            <a:custGeom>
              <a:rect b="b" l="l" r="r" t="t"/>
              <a:pathLst>
                <a:path extrusionOk="0" h="1205" w="599">
                  <a:moveTo>
                    <a:pt x="1" y="1"/>
                  </a:moveTo>
                  <a:lnTo>
                    <a:pt x="1" y="911"/>
                  </a:lnTo>
                  <a:cubicBezTo>
                    <a:pt x="1" y="1071"/>
                    <a:pt x="134" y="1205"/>
                    <a:pt x="304" y="1205"/>
                  </a:cubicBezTo>
                  <a:cubicBezTo>
                    <a:pt x="464" y="1205"/>
                    <a:pt x="598" y="1071"/>
                    <a:pt x="598" y="911"/>
                  </a:cubicBezTo>
                  <a:lnTo>
                    <a:pt x="5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147"/>
            <p:cNvSpPr/>
            <p:nvPr/>
          </p:nvSpPr>
          <p:spPr>
            <a:xfrm>
              <a:off x="4401064" y="2234572"/>
              <a:ext cx="24663" cy="47038"/>
            </a:xfrm>
            <a:custGeom>
              <a:rect b="b" l="l" r="r" t="t"/>
              <a:pathLst>
                <a:path extrusionOk="0" h="1295" w="679">
                  <a:moveTo>
                    <a:pt x="599" y="81"/>
                  </a:moveTo>
                  <a:lnTo>
                    <a:pt x="599" y="956"/>
                  </a:lnTo>
                  <a:cubicBezTo>
                    <a:pt x="599" y="1098"/>
                    <a:pt x="483" y="1214"/>
                    <a:pt x="340" y="1214"/>
                  </a:cubicBezTo>
                  <a:cubicBezTo>
                    <a:pt x="197" y="1214"/>
                    <a:pt x="81" y="1098"/>
                    <a:pt x="81" y="956"/>
                  </a:cubicBezTo>
                  <a:lnTo>
                    <a:pt x="81" y="81"/>
                  </a:lnTo>
                  <a:close/>
                  <a:moveTo>
                    <a:pt x="1" y="1"/>
                  </a:moveTo>
                  <a:lnTo>
                    <a:pt x="1" y="956"/>
                  </a:lnTo>
                  <a:cubicBezTo>
                    <a:pt x="1" y="1143"/>
                    <a:pt x="153" y="1295"/>
                    <a:pt x="340" y="1295"/>
                  </a:cubicBezTo>
                  <a:cubicBezTo>
                    <a:pt x="527" y="1295"/>
                    <a:pt x="679" y="1143"/>
                    <a:pt x="679" y="956"/>
                  </a:cubicBezTo>
                  <a:lnTo>
                    <a:pt x="67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147"/>
            <p:cNvSpPr/>
            <p:nvPr/>
          </p:nvSpPr>
          <p:spPr>
            <a:xfrm>
              <a:off x="4413377" y="2279937"/>
              <a:ext cx="36" cy="46711"/>
            </a:xfrm>
            <a:custGeom>
              <a:rect b="b" l="l" r="r" t="t"/>
              <a:pathLst>
                <a:path extrusionOk="0" h="1286" w="1">
                  <a:moveTo>
                    <a:pt x="1" y="1"/>
                  </a:moveTo>
                  <a:lnTo>
                    <a:pt x="1" y="1286"/>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147"/>
            <p:cNvSpPr/>
            <p:nvPr/>
          </p:nvSpPr>
          <p:spPr>
            <a:xfrm>
              <a:off x="4411779" y="2279937"/>
              <a:ext cx="2942" cy="46711"/>
            </a:xfrm>
            <a:custGeom>
              <a:rect b="b" l="l" r="r" t="t"/>
              <a:pathLst>
                <a:path extrusionOk="0" h="1286" w="81">
                  <a:moveTo>
                    <a:pt x="0" y="1"/>
                  </a:moveTo>
                  <a:lnTo>
                    <a:pt x="0" y="1286"/>
                  </a:lnTo>
                  <a:lnTo>
                    <a:pt x="81" y="1286"/>
                  </a:lnTo>
                  <a:lnTo>
                    <a:pt x="8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147"/>
            <p:cNvSpPr/>
            <p:nvPr/>
          </p:nvSpPr>
          <p:spPr>
            <a:xfrm>
              <a:off x="4402045" y="2325957"/>
              <a:ext cx="22084" cy="36"/>
            </a:xfrm>
            <a:custGeom>
              <a:rect b="b" l="l" r="r" t="t"/>
              <a:pathLst>
                <a:path extrusionOk="0" h="1" w="608">
                  <a:moveTo>
                    <a:pt x="1" y="1"/>
                  </a:moveTo>
                  <a:lnTo>
                    <a:pt x="607" y="1"/>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147"/>
            <p:cNvSpPr/>
            <p:nvPr/>
          </p:nvSpPr>
          <p:spPr>
            <a:xfrm>
              <a:off x="4402045" y="2324358"/>
              <a:ext cx="22084" cy="2942"/>
            </a:xfrm>
            <a:custGeom>
              <a:rect b="b" l="l" r="r" t="t"/>
              <a:pathLst>
                <a:path extrusionOk="0" h="81" w="608">
                  <a:moveTo>
                    <a:pt x="1" y="0"/>
                  </a:moveTo>
                  <a:lnTo>
                    <a:pt x="1" y="80"/>
                  </a:lnTo>
                  <a:lnTo>
                    <a:pt x="607" y="80"/>
                  </a:lnTo>
                  <a:lnTo>
                    <a:pt x="6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147"/>
            <p:cNvSpPr/>
            <p:nvPr/>
          </p:nvSpPr>
          <p:spPr>
            <a:xfrm>
              <a:off x="4460704" y="2236207"/>
              <a:ext cx="21757" cy="43769"/>
            </a:xfrm>
            <a:custGeom>
              <a:rect b="b" l="l" r="r" t="t"/>
              <a:pathLst>
                <a:path extrusionOk="0" h="1205" w="599">
                  <a:moveTo>
                    <a:pt x="0" y="1"/>
                  </a:moveTo>
                  <a:lnTo>
                    <a:pt x="0" y="911"/>
                  </a:lnTo>
                  <a:cubicBezTo>
                    <a:pt x="0" y="1071"/>
                    <a:pt x="134" y="1205"/>
                    <a:pt x="295" y="1205"/>
                  </a:cubicBezTo>
                  <a:cubicBezTo>
                    <a:pt x="464" y="1205"/>
                    <a:pt x="598" y="1071"/>
                    <a:pt x="598" y="911"/>
                  </a:cubicBezTo>
                  <a:lnTo>
                    <a:pt x="5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147"/>
            <p:cNvSpPr/>
            <p:nvPr/>
          </p:nvSpPr>
          <p:spPr>
            <a:xfrm>
              <a:off x="4459070" y="2234572"/>
              <a:ext cx="24990" cy="47038"/>
            </a:xfrm>
            <a:custGeom>
              <a:rect b="b" l="l" r="r" t="t"/>
              <a:pathLst>
                <a:path extrusionOk="0" h="1295" w="688">
                  <a:moveTo>
                    <a:pt x="598" y="81"/>
                  </a:moveTo>
                  <a:lnTo>
                    <a:pt x="598" y="956"/>
                  </a:lnTo>
                  <a:cubicBezTo>
                    <a:pt x="598" y="1098"/>
                    <a:pt x="482" y="1214"/>
                    <a:pt x="340" y="1214"/>
                  </a:cubicBezTo>
                  <a:cubicBezTo>
                    <a:pt x="197" y="1214"/>
                    <a:pt x="81" y="1098"/>
                    <a:pt x="81" y="956"/>
                  </a:cubicBezTo>
                  <a:lnTo>
                    <a:pt x="81" y="81"/>
                  </a:lnTo>
                  <a:close/>
                  <a:moveTo>
                    <a:pt x="1" y="1"/>
                  </a:moveTo>
                  <a:lnTo>
                    <a:pt x="1" y="956"/>
                  </a:lnTo>
                  <a:cubicBezTo>
                    <a:pt x="1" y="1143"/>
                    <a:pt x="152" y="1295"/>
                    <a:pt x="340" y="1295"/>
                  </a:cubicBezTo>
                  <a:cubicBezTo>
                    <a:pt x="527" y="1295"/>
                    <a:pt x="688" y="1143"/>
                    <a:pt x="688" y="956"/>
                  </a:cubicBezTo>
                  <a:lnTo>
                    <a:pt x="68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147"/>
            <p:cNvSpPr/>
            <p:nvPr/>
          </p:nvSpPr>
          <p:spPr>
            <a:xfrm>
              <a:off x="4471383" y="2279937"/>
              <a:ext cx="36" cy="46711"/>
            </a:xfrm>
            <a:custGeom>
              <a:rect b="b" l="l" r="r" t="t"/>
              <a:pathLst>
                <a:path extrusionOk="0" h="1286" w="1">
                  <a:moveTo>
                    <a:pt x="1" y="1"/>
                  </a:moveTo>
                  <a:lnTo>
                    <a:pt x="1" y="1286"/>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147"/>
            <p:cNvSpPr/>
            <p:nvPr/>
          </p:nvSpPr>
          <p:spPr>
            <a:xfrm>
              <a:off x="4470111" y="2279937"/>
              <a:ext cx="2942" cy="46711"/>
            </a:xfrm>
            <a:custGeom>
              <a:rect b="b" l="l" r="r" t="t"/>
              <a:pathLst>
                <a:path extrusionOk="0" h="1286" w="81">
                  <a:moveTo>
                    <a:pt x="0" y="1"/>
                  </a:moveTo>
                  <a:lnTo>
                    <a:pt x="0" y="1286"/>
                  </a:lnTo>
                  <a:lnTo>
                    <a:pt x="80" y="1286"/>
                  </a:lnTo>
                  <a:lnTo>
                    <a:pt x="8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147"/>
            <p:cNvSpPr/>
            <p:nvPr/>
          </p:nvSpPr>
          <p:spPr>
            <a:xfrm>
              <a:off x="4460377" y="2325957"/>
              <a:ext cx="22084" cy="36"/>
            </a:xfrm>
            <a:custGeom>
              <a:rect b="b" l="l" r="r" t="t"/>
              <a:pathLst>
                <a:path extrusionOk="0" h="1" w="608">
                  <a:moveTo>
                    <a:pt x="0" y="1"/>
                  </a:moveTo>
                  <a:lnTo>
                    <a:pt x="607" y="1"/>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147"/>
            <p:cNvSpPr/>
            <p:nvPr/>
          </p:nvSpPr>
          <p:spPr>
            <a:xfrm>
              <a:off x="4460377" y="2324358"/>
              <a:ext cx="22084" cy="2942"/>
            </a:xfrm>
            <a:custGeom>
              <a:rect b="b" l="l" r="r" t="t"/>
              <a:pathLst>
                <a:path extrusionOk="0" h="81" w="608">
                  <a:moveTo>
                    <a:pt x="0" y="0"/>
                  </a:moveTo>
                  <a:lnTo>
                    <a:pt x="0" y="80"/>
                  </a:lnTo>
                  <a:lnTo>
                    <a:pt x="607" y="80"/>
                  </a:lnTo>
                  <a:lnTo>
                    <a:pt x="6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5" name="Google Shape;9655;p147"/>
          <p:cNvGrpSpPr/>
          <p:nvPr/>
        </p:nvGrpSpPr>
        <p:grpSpPr>
          <a:xfrm>
            <a:off x="3720527" y="3355494"/>
            <a:ext cx="1740199" cy="2502755"/>
            <a:chOff x="4025327" y="3355494"/>
            <a:chExt cx="1740199" cy="2502755"/>
          </a:xfrm>
        </p:grpSpPr>
        <p:sp>
          <p:nvSpPr>
            <p:cNvPr id="9656" name="Google Shape;9656;p147"/>
            <p:cNvSpPr/>
            <p:nvPr/>
          </p:nvSpPr>
          <p:spPr>
            <a:xfrm>
              <a:off x="4706126" y="3843812"/>
              <a:ext cx="153439" cy="2008135"/>
            </a:xfrm>
            <a:custGeom>
              <a:rect b="b" l="l" r="r" t="t"/>
              <a:pathLst>
                <a:path extrusionOk="0" h="19735" w="1508">
                  <a:moveTo>
                    <a:pt x="357" y="1"/>
                  </a:moveTo>
                  <a:cubicBezTo>
                    <a:pt x="357" y="1"/>
                    <a:pt x="0" y="982"/>
                    <a:pt x="357" y="3088"/>
                  </a:cubicBezTo>
                  <a:cubicBezTo>
                    <a:pt x="634" y="4720"/>
                    <a:pt x="357" y="19734"/>
                    <a:pt x="357" y="19734"/>
                  </a:cubicBezTo>
                  <a:lnTo>
                    <a:pt x="1151" y="19734"/>
                  </a:lnTo>
                  <a:cubicBezTo>
                    <a:pt x="1151" y="19734"/>
                    <a:pt x="874" y="4720"/>
                    <a:pt x="1151" y="3088"/>
                  </a:cubicBezTo>
                  <a:cubicBezTo>
                    <a:pt x="1508" y="982"/>
                    <a:pt x="1151" y="1"/>
                    <a:pt x="1151"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147"/>
            <p:cNvSpPr/>
            <p:nvPr/>
          </p:nvSpPr>
          <p:spPr>
            <a:xfrm>
              <a:off x="4775111" y="3843812"/>
              <a:ext cx="84453" cy="2008135"/>
            </a:xfrm>
            <a:custGeom>
              <a:rect b="b" l="l" r="r" t="t"/>
              <a:pathLst>
                <a:path extrusionOk="0" h="19735" w="830">
                  <a:moveTo>
                    <a:pt x="277" y="1"/>
                  </a:moveTo>
                  <a:cubicBezTo>
                    <a:pt x="277" y="1"/>
                    <a:pt x="634" y="982"/>
                    <a:pt x="277" y="3088"/>
                  </a:cubicBezTo>
                  <a:cubicBezTo>
                    <a:pt x="0" y="4720"/>
                    <a:pt x="277" y="19734"/>
                    <a:pt x="277" y="19734"/>
                  </a:cubicBezTo>
                  <a:lnTo>
                    <a:pt x="473" y="19734"/>
                  </a:lnTo>
                  <a:cubicBezTo>
                    <a:pt x="473" y="19734"/>
                    <a:pt x="196" y="4720"/>
                    <a:pt x="473" y="3088"/>
                  </a:cubicBezTo>
                  <a:cubicBezTo>
                    <a:pt x="830" y="982"/>
                    <a:pt x="473" y="1"/>
                    <a:pt x="473"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147"/>
            <p:cNvSpPr/>
            <p:nvPr/>
          </p:nvSpPr>
          <p:spPr>
            <a:xfrm>
              <a:off x="4298521" y="3355494"/>
              <a:ext cx="968660" cy="758075"/>
            </a:xfrm>
            <a:custGeom>
              <a:rect b="b" l="l" r="r" t="t"/>
              <a:pathLst>
                <a:path extrusionOk="0" h="7450" w="9520">
                  <a:moveTo>
                    <a:pt x="3712" y="0"/>
                  </a:moveTo>
                  <a:lnTo>
                    <a:pt x="3712" y="0"/>
                  </a:lnTo>
                  <a:cubicBezTo>
                    <a:pt x="3944" y="830"/>
                    <a:pt x="4042" y="1481"/>
                    <a:pt x="4042" y="1481"/>
                  </a:cubicBezTo>
                  <a:cubicBezTo>
                    <a:pt x="3426" y="456"/>
                    <a:pt x="2436" y="125"/>
                    <a:pt x="2436" y="125"/>
                  </a:cubicBezTo>
                  <a:lnTo>
                    <a:pt x="2436" y="125"/>
                  </a:lnTo>
                  <a:cubicBezTo>
                    <a:pt x="3533" y="884"/>
                    <a:pt x="3748" y="1945"/>
                    <a:pt x="3748" y="1945"/>
                  </a:cubicBezTo>
                  <a:cubicBezTo>
                    <a:pt x="2998" y="937"/>
                    <a:pt x="1562" y="919"/>
                    <a:pt x="1562" y="919"/>
                  </a:cubicBezTo>
                  <a:lnTo>
                    <a:pt x="1562" y="919"/>
                  </a:lnTo>
                  <a:cubicBezTo>
                    <a:pt x="2481" y="1214"/>
                    <a:pt x="3087" y="2017"/>
                    <a:pt x="3087" y="2017"/>
                  </a:cubicBezTo>
                  <a:cubicBezTo>
                    <a:pt x="3087" y="2017"/>
                    <a:pt x="2561" y="1597"/>
                    <a:pt x="1758" y="1526"/>
                  </a:cubicBezTo>
                  <a:cubicBezTo>
                    <a:pt x="1614" y="1513"/>
                    <a:pt x="1482" y="1508"/>
                    <a:pt x="1362" y="1508"/>
                  </a:cubicBezTo>
                  <a:cubicBezTo>
                    <a:pt x="826" y="1508"/>
                    <a:pt x="545" y="1615"/>
                    <a:pt x="545" y="1615"/>
                  </a:cubicBezTo>
                  <a:cubicBezTo>
                    <a:pt x="1954" y="1651"/>
                    <a:pt x="2436" y="2302"/>
                    <a:pt x="2436" y="2302"/>
                  </a:cubicBezTo>
                  <a:cubicBezTo>
                    <a:pt x="2107" y="2194"/>
                    <a:pt x="1771" y="2170"/>
                    <a:pt x="1534" y="2170"/>
                  </a:cubicBezTo>
                  <a:cubicBezTo>
                    <a:pt x="1340" y="2170"/>
                    <a:pt x="1214" y="2186"/>
                    <a:pt x="1214" y="2186"/>
                  </a:cubicBezTo>
                  <a:cubicBezTo>
                    <a:pt x="2186" y="2347"/>
                    <a:pt x="2606" y="2837"/>
                    <a:pt x="2606" y="2837"/>
                  </a:cubicBezTo>
                  <a:cubicBezTo>
                    <a:pt x="2606" y="2837"/>
                    <a:pt x="2146" y="2706"/>
                    <a:pt x="1646" y="2706"/>
                  </a:cubicBezTo>
                  <a:cubicBezTo>
                    <a:pt x="1396" y="2706"/>
                    <a:pt x="1137" y="2739"/>
                    <a:pt x="920" y="2837"/>
                  </a:cubicBezTo>
                  <a:cubicBezTo>
                    <a:pt x="259" y="3132"/>
                    <a:pt x="134" y="3720"/>
                    <a:pt x="134" y="3720"/>
                  </a:cubicBezTo>
                  <a:cubicBezTo>
                    <a:pt x="439" y="3339"/>
                    <a:pt x="929" y="3103"/>
                    <a:pt x="1520" y="3103"/>
                  </a:cubicBezTo>
                  <a:cubicBezTo>
                    <a:pt x="1552" y="3103"/>
                    <a:pt x="1583" y="3104"/>
                    <a:pt x="1615" y="3105"/>
                  </a:cubicBezTo>
                  <a:cubicBezTo>
                    <a:pt x="2168" y="3123"/>
                    <a:pt x="2436" y="3364"/>
                    <a:pt x="2436" y="3364"/>
                  </a:cubicBezTo>
                  <a:cubicBezTo>
                    <a:pt x="2436" y="3364"/>
                    <a:pt x="2270" y="3337"/>
                    <a:pt x="2019" y="3337"/>
                  </a:cubicBezTo>
                  <a:cubicBezTo>
                    <a:pt x="1709" y="3337"/>
                    <a:pt x="1271" y="3378"/>
                    <a:pt x="857" y="3560"/>
                  </a:cubicBezTo>
                  <a:cubicBezTo>
                    <a:pt x="108" y="3890"/>
                    <a:pt x="1" y="4488"/>
                    <a:pt x="1" y="4488"/>
                  </a:cubicBezTo>
                  <a:cubicBezTo>
                    <a:pt x="500" y="3935"/>
                    <a:pt x="1383" y="3828"/>
                    <a:pt x="1383" y="3828"/>
                  </a:cubicBezTo>
                  <a:lnTo>
                    <a:pt x="1383" y="3828"/>
                  </a:lnTo>
                  <a:cubicBezTo>
                    <a:pt x="242" y="4390"/>
                    <a:pt x="63" y="5362"/>
                    <a:pt x="63" y="5362"/>
                  </a:cubicBezTo>
                  <a:cubicBezTo>
                    <a:pt x="429" y="4969"/>
                    <a:pt x="1134" y="4755"/>
                    <a:pt x="1134" y="4755"/>
                  </a:cubicBezTo>
                  <a:lnTo>
                    <a:pt x="1134" y="4755"/>
                  </a:lnTo>
                  <a:cubicBezTo>
                    <a:pt x="384" y="5335"/>
                    <a:pt x="152" y="6156"/>
                    <a:pt x="152" y="6156"/>
                  </a:cubicBezTo>
                  <a:cubicBezTo>
                    <a:pt x="652" y="5469"/>
                    <a:pt x="1544" y="5157"/>
                    <a:pt x="1544" y="5157"/>
                  </a:cubicBezTo>
                  <a:lnTo>
                    <a:pt x="1544" y="5157"/>
                  </a:lnTo>
                  <a:cubicBezTo>
                    <a:pt x="1160" y="5630"/>
                    <a:pt x="1044" y="6272"/>
                    <a:pt x="1044" y="6272"/>
                  </a:cubicBezTo>
                  <a:cubicBezTo>
                    <a:pt x="1624" y="4961"/>
                    <a:pt x="2659" y="4755"/>
                    <a:pt x="2659" y="4755"/>
                  </a:cubicBezTo>
                  <a:lnTo>
                    <a:pt x="2659" y="4755"/>
                  </a:lnTo>
                  <a:cubicBezTo>
                    <a:pt x="1642" y="5273"/>
                    <a:pt x="1473" y="6647"/>
                    <a:pt x="1473" y="6647"/>
                  </a:cubicBezTo>
                  <a:cubicBezTo>
                    <a:pt x="1963" y="5362"/>
                    <a:pt x="2891" y="4969"/>
                    <a:pt x="2891" y="4969"/>
                  </a:cubicBezTo>
                  <a:lnTo>
                    <a:pt x="2891" y="4969"/>
                  </a:lnTo>
                  <a:cubicBezTo>
                    <a:pt x="1892" y="6067"/>
                    <a:pt x="2284" y="7316"/>
                    <a:pt x="2284" y="7316"/>
                  </a:cubicBezTo>
                  <a:cubicBezTo>
                    <a:pt x="2284" y="6236"/>
                    <a:pt x="2802" y="5674"/>
                    <a:pt x="2802" y="5674"/>
                  </a:cubicBezTo>
                  <a:lnTo>
                    <a:pt x="2802" y="5674"/>
                  </a:lnTo>
                  <a:cubicBezTo>
                    <a:pt x="2579" y="6272"/>
                    <a:pt x="2686" y="6780"/>
                    <a:pt x="2686" y="6780"/>
                  </a:cubicBezTo>
                  <a:cubicBezTo>
                    <a:pt x="2900" y="5630"/>
                    <a:pt x="3533" y="5166"/>
                    <a:pt x="3533" y="5166"/>
                  </a:cubicBezTo>
                  <a:lnTo>
                    <a:pt x="3533" y="5166"/>
                  </a:lnTo>
                  <a:cubicBezTo>
                    <a:pt x="3150" y="5853"/>
                    <a:pt x="3221" y="6896"/>
                    <a:pt x="3221" y="6896"/>
                  </a:cubicBezTo>
                  <a:cubicBezTo>
                    <a:pt x="3408" y="5701"/>
                    <a:pt x="4015" y="5023"/>
                    <a:pt x="4015" y="5023"/>
                  </a:cubicBezTo>
                  <a:lnTo>
                    <a:pt x="4015" y="5023"/>
                  </a:lnTo>
                  <a:cubicBezTo>
                    <a:pt x="3542" y="6192"/>
                    <a:pt x="4033" y="7449"/>
                    <a:pt x="4033" y="7449"/>
                  </a:cubicBezTo>
                  <a:cubicBezTo>
                    <a:pt x="3872" y="5415"/>
                    <a:pt x="4756" y="4800"/>
                    <a:pt x="4756" y="4800"/>
                  </a:cubicBezTo>
                  <a:cubicBezTo>
                    <a:pt x="4756" y="4800"/>
                    <a:pt x="5639" y="5415"/>
                    <a:pt x="5487" y="7449"/>
                  </a:cubicBezTo>
                  <a:cubicBezTo>
                    <a:pt x="5487" y="7449"/>
                    <a:pt x="5978" y="6192"/>
                    <a:pt x="5505" y="5023"/>
                  </a:cubicBezTo>
                  <a:lnTo>
                    <a:pt x="5505" y="5023"/>
                  </a:lnTo>
                  <a:cubicBezTo>
                    <a:pt x="5505" y="5023"/>
                    <a:pt x="6103" y="5701"/>
                    <a:pt x="6299" y="6896"/>
                  </a:cubicBezTo>
                  <a:cubicBezTo>
                    <a:pt x="6299" y="6896"/>
                    <a:pt x="6361" y="5853"/>
                    <a:pt x="5987" y="5166"/>
                  </a:cubicBezTo>
                  <a:lnTo>
                    <a:pt x="5987" y="5166"/>
                  </a:lnTo>
                  <a:cubicBezTo>
                    <a:pt x="5987" y="5166"/>
                    <a:pt x="6620" y="5630"/>
                    <a:pt x="6834" y="6780"/>
                  </a:cubicBezTo>
                  <a:cubicBezTo>
                    <a:pt x="6834" y="6780"/>
                    <a:pt x="6941" y="6272"/>
                    <a:pt x="6718" y="5674"/>
                  </a:cubicBezTo>
                  <a:lnTo>
                    <a:pt x="6718" y="5674"/>
                  </a:lnTo>
                  <a:cubicBezTo>
                    <a:pt x="6718" y="5674"/>
                    <a:pt x="7236" y="6236"/>
                    <a:pt x="7236" y="7316"/>
                  </a:cubicBezTo>
                  <a:cubicBezTo>
                    <a:pt x="7236" y="7316"/>
                    <a:pt x="7628" y="6067"/>
                    <a:pt x="6629" y="4969"/>
                  </a:cubicBezTo>
                  <a:lnTo>
                    <a:pt x="6629" y="4969"/>
                  </a:lnTo>
                  <a:cubicBezTo>
                    <a:pt x="6629" y="4969"/>
                    <a:pt x="7557" y="5362"/>
                    <a:pt x="8047" y="6647"/>
                  </a:cubicBezTo>
                  <a:cubicBezTo>
                    <a:pt x="8047" y="6647"/>
                    <a:pt x="7878" y="5273"/>
                    <a:pt x="6861" y="4755"/>
                  </a:cubicBezTo>
                  <a:lnTo>
                    <a:pt x="6861" y="4755"/>
                  </a:lnTo>
                  <a:cubicBezTo>
                    <a:pt x="6861" y="4755"/>
                    <a:pt x="7896" y="4961"/>
                    <a:pt x="8467" y="6272"/>
                  </a:cubicBezTo>
                  <a:cubicBezTo>
                    <a:pt x="8467" y="6272"/>
                    <a:pt x="8351" y="5630"/>
                    <a:pt x="7976" y="5157"/>
                  </a:cubicBezTo>
                  <a:lnTo>
                    <a:pt x="7976" y="5157"/>
                  </a:lnTo>
                  <a:cubicBezTo>
                    <a:pt x="7976" y="5157"/>
                    <a:pt x="8868" y="5469"/>
                    <a:pt x="9368" y="6156"/>
                  </a:cubicBezTo>
                  <a:cubicBezTo>
                    <a:pt x="9368" y="6156"/>
                    <a:pt x="9136" y="5335"/>
                    <a:pt x="8386" y="4755"/>
                  </a:cubicBezTo>
                  <a:lnTo>
                    <a:pt x="8386" y="4755"/>
                  </a:lnTo>
                  <a:cubicBezTo>
                    <a:pt x="8387" y="4755"/>
                    <a:pt x="9091" y="4969"/>
                    <a:pt x="9457" y="5362"/>
                  </a:cubicBezTo>
                  <a:cubicBezTo>
                    <a:pt x="9457" y="5362"/>
                    <a:pt x="9270" y="4390"/>
                    <a:pt x="8128" y="3828"/>
                  </a:cubicBezTo>
                  <a:lnTo>
                    <a:pt x="8128" y="3828"/>
                  </a:lnTo>
                  <a:cubicBezTo>
                    <a:pt x="8128" y="3828"/>
                    <a:pt x="9020" y="3935"/>
                    <a:pt x="9519" y="4488"/>
                  </a:cubicBezTo>
                  <a:cubicBezTo>
                    <a:pt x="9519" y="4488"/>
                    <a:pt x="9412" y="3890"/>
                    <a:pt x="8663" y="3560"/>
                  </a:cubicBezTo>
                  <a:cubicBezTo>
                    <a:pt x="8249" y="3378"/>
                    <a:pt x="7811" y="3337"/>
                    <a:pt x="7501" y="3337"/>
                  </a:cubicBezTo>
                  <a:cubicBezTo>
                    <a:pt x="7250" y="3337"/>
                    <a:pt x="7084" y="3364"/>
                    <a:pt x="7084" y="3364"/>
                  </a:cubicBezTo>
                  <a:cubicBezTo>
                    <a:pt x="7084" y="3364"/>
                    <a:pt x="7352" y="3123"/>
                    <a:pt x="7905" y="3105"/>
                  </a:cubicBezTo>
                  <a:cubicBezTo>
                    <a:pt x="7937" y="3104"/>
                    <a:pt x="7968" y="3103"/>
                    <a:pt x="8000" y="3103"/>
                  </a:cubicBezTo>
                  <a:cubicBezTo>
                    <a:pt x="8590" y="3103"/>
                    <a:pt x="9072" y="3339"/>
                    <a:pt x="9386" y="3720"/>
                  </a:cubicBezTo>
                  <a:cubicBezTo>
                    <a:pt x="9386" y="3720"/>
                    <a:pt x="9261" y="3132"/>
                    <a:pt x="8601" y="2837"/>
                  </a:cubicBezTo>
                  <a:cubicBezTo>
                    <a:pt x="8383" y="2739"/>
                    <a:pt x="8123" y="2706"/>
                    <a:pt x="7872" y="2706"/>
                  </a:cubicBezTo>
                  <a:cubicBezTo>
                    <a:pt x="7369" y="2706"/>
                    <a:pt x="6906" y="2837"/>
                    <a:pt x="6906" y="2837"/>
                  </a:cubicBezTo>
                  <a:cubicBezTo>
                    <a:pt x="6906" y="2837"/>
                    <a:pt x="7334" y="2347"/>
                    <a:pt x="8306" y="2186"/>
                  </a:cubicBezTo>
                  <a:cubicBezTo>
                    <a:pt x="8306" y="2186"/>
                    <a:pt x="8180" y="2170"/>
                    <a:pt x="7985" y="2170"/>
                  </a:cubicBezTo>
                  <a:cubicBezTo>
                    <a:pt x="7748" y="2170"/>
                    <a:pt x="7409" y="2194"/>
                    <a:pt x="7075" y="2302"/>
                  </a:cubicBezTo>
                  <a:cubicBezTo>
                    <a:pt x="7075" y="2302"/>
                    <a:pt x="7566" y="1651"/>
                    <a:pt x="8975" y="1615"/>
                  </a:cubicBezTo>
                  <a:cubicBezTo>
                    <a:pt x="8975" y="1615"/>
                    <a:pt x="8689" y="1508"/>
                    <a:pt x="8149" y="1508"/>
                  </a:cubicBezTo>
                  <a:cubicBezTo>
                    <a:pt x="8030" y="1508"/>
                    <a:pt x="7897" y="1513"/>
                    <a:pt x="7753" y="1526"/>
                  </a:cubicBezTo>
                  <a:cubicBezTo>
                    <a:pt x="6959" y="1597"/>
                    <a:pt x="6433" y="2017"/>
                    <a:pt x="6433" y="2017"/>
                  </a:cubicBezTo>
                  <a:cubicBezTo>
                    <a:pt x="6433" y="2017"/>
                    <a:pt x="7030" y="1214"/>
                    <a:pt x="7958" y="919"/>
                  </a:cubicBezTo>
                  <a:lnTo>
                    <a:pt x="7958" y="919"/>
                  </a:lnTo>
                  <a:cubicBezTo>
                    <a:pt x="7958" y="919"/>
                    <a:pt x="6522" y="937"/>
                    <a:pt x="5773" y="1945"/>
                  </a:cubicBezTo>
                  <a:cubicBezTo>
                    <a:pt x="5773" y="1945"/>
                    <a:pt x="5978" y="884"/>
                    <a:pt x="7084" y="125"/>
                  </a:cubicBezTo>
                  <a:lnTo>
                    <a:pt x="7084" y="125"/>
                  </a:lnTo>
                  <a:cubicBezTo>
                    <a:pt x="7084" y="125"/>
                    <a:pt x="6094" y="456"/>
                    <a:pt x="5469" y="1481"/>
                  </a:cubicBezTo>
                  <a:cubicBezTo>
                    <a:pt x="5469" y="1481"/>
                    <a:pt x="5576" y="830"/>
                    <a:pt x="5808" y="0"/>
                  </a:cubicBezTo>
                  <a:lnTo>
                    <a:pt x="5808" y="0"/>
                  </a:lnTo>
                  <a:cubicBezTo>
                    <a:pt x="5808" y="1"/>
                    <a:pt x="5014" y="518"/>
                    <a:pt x="4756" y="1633"/>
                  </a:cubicBezTo>
                  <a:cubicBezTo>
                    <a:pt x="4506" y="518"/>
                    <a:pt x="3712" y="1"/>
                    <a:pt x="37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147"/>
            <p:cNvSpPr/>
            <p:nvPr/>
          </p:nvSpPr>
          <p:spPr>
            <a:xfrm>
              <a:off x="4493675" y="3534276"/>
              <a:ext cx="578347" cy="452199"/>
            </a:xfrm>
            <a:custGeom>
              <a:rect b="b" l="l" r="r" t="t"/>
              <a:pathLst>
                <a:path extrusionOk="0" h="4444" w="5684">
                  <a:moveTo>
                    <a:pt x="2213" y="1"/>
                  </a:moveTo>
                  <a:lnTo>
                    <a:pt x="2213" y="1"/>
                  </a:lnTo>
                  <a:cubicBezTo>
                    <a:pt x="2356" y="492"/>
                    <a:pt x="2418" y="884"/>
                    <a:pt x="2418" y="884"/>
                  </a:cubicBezTo>
                  <a:cubicBezTo>
                    <a:pt x="2044" y="269"/>
                    <a:pt x="1455" y="72"/>
                    <a:pt x="1455" y="72"/>
                  </a:cubicBezTo>
                  <a:lnTo>
                    <a:pt x="1455" y="72"/>
                  </a:lnTo>
                  <a:cubicBezTo>
                    <a:pt x="2115" y="527"/>
                    <a:pt x="2231" y="1161"/>
                    <a:pt x="2231" y="1161"/>
                  </a:cubicBezTo>
                  <a:cubicBezTo>
                    <a:pt x="1794" y="554"/>
                    <a:pt x="938" y="545"/>
                    <a:pt x="937" y="545"/>
                  </a:cubicBezTo>
                  <a:lnTo>
                    <a:pt x="937" y="545"/>
                  </a:lnTo>
                  <a:cubicBezTo>
                    <a:pt x="1482" y="715"/>
                    <a:pt x="1847" y="1205"/>
                    <a:pt x="1847" y="1205"/>
                  </a:cubicBezTo>
                  <a:cubicBezTo>
                    <a:pt x="1847" y="1205"/>
                    <a:pt x="1526" y="955"/>
                    <a:pt x="1053" y="911"/>
                  </a:cubicBezTo>
                  <a:cubicBezTo>
                    <a:pt x="966" y="903"/>
                    <a:pt x="886" y="899"/>
                    <a:pt x="814" y="899"/>
                  </a:cubicBezTo>
                  <a:cubicBezTo>
                    <a:pt x="497" y="899"/>
                    <a:pt x="331" y="964"/>
                    <a:pt x="331" y="964"/>
                  </a:cubicBezTo>
                  <a:cubicBezTo>
                    <a:pt x="1169" y="982"/>
                    <a:pt x="1455" y="1366"/>
                    <a:pt x="1455" y="1366"/>
                  </a:cubicBezTo>
                  <a:cubicBezTo>
                    <a:pt x="1241" y="1302"/>
                    <a:pt x="1020" y="1289"/>
                    <a:pt x="878" y="1289"/>
                  </a:cubicBezTo>
                  <a:cubicBezTo>
                    <a:pt x="783" y="1289"/>
                    <a:pt x="723" y="1294"/>
                    <a:pt x="723" y="1294"/>
                  </a:cubicBezTo>
                  <a:cubicBezTo>
                    <a:pt x="1303" y="1393"/>
                    <a:pt x="1562" y="1687"/>
                    <a:pt x="1562" y="1687"/>
                  </a:cubicBezTo>
                  <a:cubicBezTo>
                    <a:pt x="1562" y="1687"/>
                    <a:pt x="1284" y="1612"/>
                    <a:pt x="983" y="1612"/>
                  </a:cubicBezTo>
                  <a:cubicBezTo>
                    <a:pt x="832" y="1612"/>
                    <a:pt x="676" y="1630"/>
                    <a:pt x="545" y="1687"/>
                  </a:cubicBezTo>
                  <a:cubicBezTo>
                    <a:pt x="161" y="1865"/>
                    <a:pt x="81" y="2213"/>
                    <a:pt x="81" y="2213"/>
                  </a:cubicBezTo>
                  <a:cubicBezTo>
                    <a:pt x="267" y="1994"/>
                    <a:pt x="556" y="1846"/>
                    <a:pt x="905" y="1846"/>
                  </a:cubicBezTo>
                  <a:cubicBezTo>
                    <a:pt x="924" y="1846"/>
                    <a:pt x="944" y="1847"/>
                    <a:pt x="964" y="1848"/>
                  </a:cubicBezTo>
                  <a:cubicBezTo>
                    <a:pt x="1294" y="1856"/>
                    <a:pt x="1455" y="2008"/>
                    <a:pt x="1455" y="2008"/>
                  </a:cubicBezTo>
                  <a:cubicBezTo>
                    <a:pt x="1455" y="2008"/>
                    <a:pt x="1349" y="1989"/>
                    <a:pt x="1189" y="1989"/>
                  </a:cubicBezTo>
                  <a:cubicBezTo>
                    <a:pt x="1006" y="1989"/>
                    <a:pt x="753" y="2014"/>
                    <a:pt x="509" y="2124"/>
                  </a:cubicBezTo>
                  <a:cubicBezTo>
                    <a:pt x="63" y="2320"/>
                    <a:pt x="1" y="2677"/>
                    <a:pt x="1" y="2677"/>
                  </a:cubicBezTo>
                  <a:cubicBezTo>
                    <a:pt x="295" y="2347"/>
                    <a:pt x="830" y="2276"/>
                    <a:pt x="830" y="2276"/>
                  </a:cubicBezTo>
                  <a:lnTo>
                    <a:pt x="830" y="2276"/>
                  </a:lnTo>
                  <a:cubicBezTo>
                    <a:pt x="152" y="2615"/>
                    <a:pt x="36" y="3195"/>
                    <a:pt x="36" y="3195"/>
                  </a:cubicBezTo>
                  <a:cubicBezTo>
                    <a:pt x="259" y="2963"/>
                    <a:pt x="679" y="2829"/>
                    <a:pt x="679" y="2829"/>
                  </a:cubicBezTo>
                  <a:lnTo>
                    <a:pt x="679" y="2829"/>
                  </a:lnTo>
                  <a:cubicBezTo>
                    <a:pt x="233" y="3177"/>
                    <a:pt x="90" y="3667"/>
                    <a:pt x="90" y="3667"/>
                  </a:cubicBezTo>
                  <a:cubicBezTo>
                    <a:pt x="393" y="3266"/>
                    <a:pt x="919" y="3079"/>
                    <a:pt x="920" y="3079"/>
                  </a:cubicBezTo>
                  <a:lnTo>
                    <a:pt x="920" y="3079"/>
                  </a:lnTo>
                  <a:cubicBezTo>
                    <a:pt x="697" y="3355"/>
                    <a:pt x="625" y="3739"/>
                    <a:pt x="625" y="3739"/>
                  </a:cubicBezTo>
                  <a:cubicBezTo>
                    <a:pt x="973" y="2954"/>
                    <a:pt x="1589" y="2829"/>
                    <a:pt x="1589" y="2829"/>
                  </a:cubicBezTo>
                  <a:lnTo>
                    <a:pt x="1589" y="2829"/>
                  </a:lnTo>
                  <a:cubicBezTo>
                    <a:pt x="982" y="3141"/>
                    <a:pt x="884" y="3962"/>
                    <a:pt x="884" y="3962"/>
                  </a:cubicBezTo>
                  <a:cubicBezTo>
                    <a:pt x="1169" y="3195"/>
                    <a:pt x="1722" y="2963"/>
                    <a:pt x="1722" y="2963"/>
                  </a:cubicBezTo>
                  <a:lnTo>
                    <a:pt x="1722" y="2963"/>
                  </a:lnTo>
                  <a:cubicBezTo>
                    <a:pt x="1125" y="3614"/>
                    <a:pt x="1366" y="4363"/>
                    <a:pt x="1366" y="4363"/>
                  </a:cubicBezTo>
                  <a:cubicBezTo>
                    <a:pt x="1366" y="3712"/>
                    <a:pt x="1669" y="3382"/>
                    <a:pt x="1669" y="3382"/>
                  </a:cubicBezTo>
                  <a:lnTo>
                    <a:pt x="1669" y="3382"/>
                  </a:lnTo>
                  <a:cubicBezTo>
                    <a:pt x="1544" y="3739"/>
                    <a:pt x="1606" y="4042"/>
                    <a:pt x="1606" y="4042"/>
                  </a:cubicBezTo>
                  <a:cubicBezTo>
                    <a:pt x="1731" y="3355"/>
                    <a:pt x="2106" y="3079"/>
                    <a:pt x="2106" y="3079"/>
                  </a:cubicBezTo>
                  <a:lnTo>
                    <a:pt x="2106" y="3079"/>
                  </a:lnTo>
                  <a:cubicBezTo>
                    <a:pt x="1883" y="3489"/>
                    <a:pt x="1919" y="4113"/>
                    <a:pt x="1919" y="4113"/>
                  </a:cubicBezTo>
                  <a:cubicBezTo>
                    <a:pt x="2035" y="3400"/>
                    <a:pt x="2391" y="2990"/>
                    <a:pt x="2392" y="2989"/>
                  </a:cubicBezTo>
                  <a:lnTo>
                    <a:pt x="2392" y="2989"/>
                  </a:lnTo>
                  <a:cubicBezTo>
                    <a:pt x="2115" y="3694"/>
                    <a:pt x="2409" y="4444"/>
                    <a:pt x="2409" y="4444"/>
                  </a:cubicBezTo>
                  <a:cubicBezTo>
                    <a:pt x="2311" y="3230"/>
                    <a:pt x="2838" y="2856"/>
                    <a:pt x="2838" y="2856"/>
                  </a:cubicBezTo>
                  <a:cubicBezTo>
                    <a:pt x="2838" y="2856"/>
                    <a:pt x="3364" y="3230"/>
                    <a:pt x="3275" y="4444"/>
                  </a:cubicBezTo>
                  <a:cubicBezTo>
                    <a:pt x="3275" y="4444"/>
                    <a:pt x="3569" y="3694"/>
                    <a:pt x="3284" y="2989"/>
                  </a:cubicBezTo>
                  <a:lnTo>
                    <a:pt x="3284" y="2989"/>
                  </a:lnTo>
                  <a:cubicBezTo>
                    <a:pt x="3284" y="2990"/>
                    <a:pt x="3649" y="3400"/>
                    <a:pt x="3756" y="4113"/>
                  </a:cubicBezTo>
                  <a:cubicBezTo>
                    <a:pt x="3756" y="4113"/>
                    <a:pt x="3801" y="3489"/>
                    <a:pt x="3578" y="3079"/>
                  </a:cubicBezTo>
                  <a:lnTo>
                    <a:pt x="3578" y="3079"/>
                  </a:lnTo>
                  <a:cubicBezTo>
                    <a:pt x="3578" y="3079"/>
                    <a:pt x="3953" y="3355"/>
                    <a:pt x="4078" y="4042"/>
                  </a:cubicBezTo>
                  <a:cubicBezTo>
                    <a:pt x="4078" y="4042"/>
                    <a:pt x="4140" y="3739"/>
                    <a:pt x="4006" y="3382"/>
                  </a:cubicBezTo>
                  <a:lnTo>
                    <a:pt x="4006" y="3382"/>
                  </a:lnTo>
                  <a:cubicBezTo>
                    <a:pt x="4006" y="3382"/>
                    <a:pt x="4318" y="3712"/>
                    <a:pt x="4318" y="4363"/>
                  </a:cubicBezTo>
                  <a:cubicBezTo>
                    <a:pt x="4318" y="4363"/>
                    <a:pt x="4550" y="3614"/>
                    <a:pt x="3953" y="2963"/>
                  </a:cubicBezTo>
                  <a:lnTo>
                    <a:pt x="3953" y="2963"/>
                  </a:lnTo>
                  <a:cubicBezTo>
                    <a:pt x="3953" y="2963"/>
                    <a:pt x="4515" y="3195"/>
                    <a:pt x="4800" y="3962"/>
                  </a:cubicBezTo>
                  <a:cubicBezTo>
                    <a:pt x="4800" y="3962"/>
                    <a:pt x="4702" y="3141"/>
                    <a:pt x="4095" y="2829"/>
                  </a:cubicBezTo>
                  <a:lnTo>
                    <a:pt x="4095" y="2829"/>
                  </a:lnTo>
                  <a:cubicBezTo>
                    <a:pt x="4096" y="2829"/>
                    <a:pt x="4711" y="2954"/>
                    <a:pt x="5059" y="3739"/>
                  </a:cubicBezTo>
                  <a:cubicBezTo>
                    <a:pt x="5059" y="3739"/>
                    <a:pt x="4988" y="3355"/>
                    <a:pt x="4765" y="3079"/>
                  </a:cubicBezTo>
                  <a:lnTo>
                    <a:pt x="4765" y="3079"/>
                  </a:lnTo>
                  <a:cubicBezTo>
                    <a:pt x="4765" y="3079"/>
                    <a:pt x="5291" y="3266"/>
                    <a:pt x="5585" y="3667"/>
                  </a:cubicBezTo>
                  <a:cubicBezTo>
                    <a:pt x="5585" y="3667"/>
                    <a:pt x="5451" y="3177"/>
                    <a:pt x="5005" y="2829"/>
                  </a:cubicBezTo>
                  <a:lnTo>
                    <a:pt x="5005" y="2829"/>
                  </a:lnTo>
                  <a:cubicBezTo>
                    <a:pt x="5006" y="2829"/>
                    <a:pt x="5425" y="2963"/>
                    <a:pt x="5648" y="3195"/>
                  </a:cubicBezTo>
                  <a:cubicBezTo>
                    <a:pt x="5648" y="3195"/>
                    <a:pt x="5532" y="2615"/>
                    <a:pt x="4854" y="2276"/>
                  </a:cubicBezTo>
                  <a:lnTo>
                    <a:pt x="4854" y="2276"/>
                  </a:lnTo>
                  <a:cubicBezTo>
                    <a:pt x="4854" y="2276"/>
                    <a:pt x="5389" y="2347"/>
                    <a:pt x="5683" y="2677"/>
                  </a:cubicBezTo>
                  <a:cubicBezTo>
                    <a:pt x="5683" y="2677"/>
                    <a:pt x="5621" y="2320"/>
                    <a:pt x="5166" y="2124"/>
                  </a:cubicBezTo>
                  <a:cubicBezTo>
                    <a:pt x="4927" y="2014"/>
                    <a:pt x="4676" y="1989"/>
                    <a:pt x="4494" y="1989"/>
                  </a:cubicBezTo>
                  <a:cubicBezTo>
                    <a:pt x="4335" y="1989"/>
                    <a:pt x="4229" y="2008"/>
                    <a:pt x="4229" y="2008"/>
                  </a:cubicBezTo>
                  <a:cubicBezTo>
                    <a:pt x="4229" y="2008"/>
                    <a:pt x="4390" y="1856"/>
                    <a:pt x="4720" y="1848"/>
                  </a:cubicBezTo>
                  <a:cubicBezTo>
                    <a:pt x="4740" y="1847"/>
                    <a:pt x="4760" y="1846"/>
                    <a:pt x="4779" y="1846"/>
                  </a:cubicBezTo>
                  <a:cubicBezTo>
                    <a:pt x="5128" y="1846"/>
                    <a:pt x="5417" y="1994"/>
                    <a:pt x="5603" y="2213"/>
                  </a:cubicBezTo>
                  <a:cubicBezTo>
                    <a:pt x="5603" y="2213"/>
                    <a:pt x="5523" y="1865"/>
                    <a:pt x="5130" y="1687"/>
                  </a:cubicBezTo>
                  <a:cubicBezTo>
                    <a:pt x="5002" y="1630"/>
                    <a:pt x="4848" y="1612"/>
                    <a:pt x="4698" y="1612"/>
                  </a:cubicBezTo>
                  <a:cubicBezTo>
                    <a:pt x="4400" y="1612"/>
                    <a:pt x="4122" y="1687"/>
                    <a:pt x="4122" y="1687"/>
                  </a:cubicBezTo>
                  <a:cubicBezTo>
                    <a:pt x="4122" y="1687"/>
                    <a:pt x="4381" y="1393"/>
                    <a:pt x="4961" y="1294"/>
                  </a:cubicBezTo>
                  <a:cubicBezTo>
                    <a:pt x="4961" y="1294"/>
                    <a:pt x="4901" y="1289"/>
                    <a:pt x="4806" y="1289"/>
                  </a:cubicBezTo>
                  <a:cubicBezTo>
                    <a:pt x="4664" y="1289"/>
                    <a:pt x="4443" y="1302"/>
                    <a:pt x="4229" y="1366"/>
                  </a:cubicBezTo>
                  <a:cubicBezTo>
                    <a:pt x="4229" y="1366"/>
                    <a:pt x="4515" y="982"/>
                    <a:pt x="5353" y="964"/>
                  </a:cubicBezTo>
                  <a:cubicBezTo>
                    <a:pt x="5353" y="964"/>
                    <a:pt x="5187" y="899"/>
                    <a:pt x="4870" y="899"/>
                  </a:cubicBezTo>
                  <a:cubicBezTo>
                    <a:pt x="4798" y="899"/>
                    <a:pt x="4718" y="903"/>
                    <a:pt x="4631" y="911"/>
                  </a:cubicBezTo>
                  <a:cubicBezTo>
                    <a:pt x="4158" y="955"/>
                    <a:pt x="3837" y="1205"/>
                    <a:pt x="3837" y="1205"/>
                  </a:cubicBezTo>
                  <a:cubicBezTo>
                    <a:pt x="3837" y="1205"/>
                    <a:pt x="4203" y="715"/>
                    <a:pt x="4747" y="545"/>
                  </a:cubicBezTo>
                  <a:lnTo>
                    <a:pt x="4747" y="545"/>
                  </a:lnTo>
                  <a:cubicBezTo>
                    <a:pt x="4747" y="545"/>
                    <a:pt x="3890" y="554"/>
                    <a:pt x="3444" y="1161"/>
                  </a:cubicBezTo>
                  <a:cubicBezTo>
                    <a:pt x="3444" y="1161"/>
                    <a:pt x="3569" y="527"/>
                    <a:pt x="4229" y="72"/>
                  </a:cubicBezTo>
                  <a:lnTo>
                    <a:pt x="4229" y="72"/>
                  </a:lnTo>
                  <a:cubicBezTo>
                    <a:pt x="4229" y="72"/>
                    <a:pt x="3640" y="269"/>
                    <a:pt x="3266" y="884"/>
                  </a:cubicBezTo>
                  <a:cubicBezTo>
                    <a:pt x="3266" y="884"/>
                    <a:pt x="3328" y="492"/>
                    <a:pt x="3462" y="1"/>
                  </a:cubicBezTo>
                  <a:lnTo>
                    <a:pt x="3462" y="1"/>
                  </a:lnTo>
                  <a:cubicBezTo>
                    <a:pt x="3462" y="1"/>
                    <a:pt x="2989" y="304"/>
                    <a:pt x="2838" y="973"/>
                  </a:cubicBezTo>
                  <a:cubicBezTo>
                    <a:pt x="2686" y="304"/>
                    <a:pt x="2213" y="1"/>
                    <a:pt x="2213"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0" name="Google Shape;9660;p147"/>
            <p:cNvGrpSpPr/>
            <p:nvPr/>
          </p:nvGrpSpPr>
          <p:grpSpPr>
            <a:xfrm>
              <a:off x="4025327" y="4080797"/>
              <a:ext cx="659136" cy="1697576"/>
              <a:chOff x="4025327" y="4080797"/>
              <a:chExt cx="659136" cy="1697576"/>
            </a:xfrm>
          </p:grpSpPr>
          <p:sp>
            <p:nvSpPr>
              <p:cNvPr id="9661" name="Google Shape;9661;p147"/>
              <p:cNvSpPr/>
              <p:nvPr/>
            </p:nvSpPr>
            <p:spPr>
              <a:xfrm>
                <a:off x="4302184" y="4412109"/>
                <a:ext cx="105413" cy="1366264"/>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147"/>
              <p:cNvSpPr/>
              <p:nvPr/>
            </p:nvSpPr>
            <p:spPr>
              <a:xfrm>
                <a:off x="4346648" y="4412109"/>
                <a:ext cx="60948" cy="1366264"/>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147"/>
              <p:cNvSpPr/>
              <p:nvPr/>
            </p:nvSpPr>
            <p:spPr>
              <a:xfrm>
                <a:off x="4025327" y="4080797"/>
                <a:ext cx="659136" cy="514779"/>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147"/>
              <p:cNvSpPr/>
              <p:nvPr/>
            </p:nvSpPr>
            <p:spPr>
              <a:xfrm>
                <a:off x="4158719" y="4201478"/>
                <a:ext cx="392246" cy="307911"/>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65" name="Google Shape;9665;p147"/>
            <p:cNvSpPr/>
            <p:nvPr/>
          </p:nvSpPr>
          <p:spPr>
            <a:xfrm>
              <a:off x="5106404" y="4721645"/>
              <a:ext cx="87200" cy="1136603"/>
            </a:xfrm>
            <a:custGeom>
              <a:rect b="b" l="l" r="r" t="t"/>
              <a:pathLst>
                <a:path extrusionOk="0" h="11170" w="857">
                  <a:moveTo>
                    <a:pt x="206" y="1"/>
                  </a:moveTo>
                  <a:cubicBezTo>
                    <a:pt x="206" y="1"/>
                    <a:pt x="0" y="563"/>
                    <a:pt x="206" y="1749"/>
                  </a:cubicBezTo>
                  <a:cubicBezTo>
                    <a:pt x="357" y="2677"/>
                    <a:pt x="206" y="11170"/>
                    <a:pt x="206" y="11170"/>
                  </a:cubicBezTo>
                  <a:lnTo>
                    <a:pt x="652" y="11170"/>
                  </a:lnTo>
                  <a:cubicBezTo>
                    <a:pt x="652" y="11170"/>
                    <a:pt x="500" y="2677"/>
                    <a:pt x="652" y="1749"/>
                  </a:cubicBezTo>
                  <a:cubicBezTo>
                    <a:pt x="857" y="563"/>
                    <a:pt x="652" y="1"/>
                    <a:pt x="652"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147"/>
            <p:cNvSpPr/>
            <p:nvPr/>
          </p:nvSpPr>
          <p:spPr>
            <a:xfrm>
              <a:off x="5143644" y="4721645"/>
              <a:ext cx="49959" cy="1136603"/>
            </a:xfrm>
            <a:custGeom>
              <a:rect b="b" l="l" r="r" t="t"/>
              <a:pathLst>
                <a:path extrusionOk="0" h="11170" w="491">
                  <a:moveTo>
                    <a:pt x="161" y="1"/>
                  </a:moveTo>
                  <a:cubicBezTo>
                    <a:pt x="161" y="1"/>
                    <a:pt x="357" y="563"/>
                    <a:pt x="161" y="1749"/>
                  </a:cubicBezTo>
                  <a:cubicBezTo>
                    <a:pt x="0" y="2677"/>
                    <a:pt x="161" y="11170"/>
                    <a:pt x="161" y="11170"/>
                  </a:cubicBezTo>
                  <a:lnTo>
                    <a:pt x="286" y="11170"/>
                  </a:lnTo>
                  <a:cubicBezTo>
                    <a:pt x="286" y="11170"/>
                    <a:pt x="134" y="2677"/>
                    <a:pt x="286" y="1749"/>
                  </a:cubicBezTo>
                  <a:cubicBezTo>
                    <a:pt x="491" y="563"/>
                    <a:pt x="286" y="1"/>
                    <a:pt x="286"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147"/>
            <p:cNvSpPr/>
            <p:nvPr/>
          </p:nvSpPr>
          <p:spPr>
            <a:xfrm>
              <a:off x="4875842" y="4445688"/>
              <a:ext cx="547415" cy="428592"/>
            </a:xfrm>
            <a:custGeom>
              <a:rect b="b" l="l" r="r" t="t"/>
              <a:pathLst>
                <a:path extrusionOk="0" h="4212" w="5380">
                  <a:moveTo>
                    <a:pt x="2106" y="1"/>
                  </a:moveTo>
                  <a:cubicBezTo>
                    <a:pt x="2231" y="473"/>
                    <a:pt x="2293" y="839"/>
                    <a:pt x="2293" y="839"/>
                  </a:cubicBezTo>
                  <a:cubicBezTo>
                    <a:pt x="1936" y="259"/>
                    <a:pt x="1374" y="72"/>
                    <a:pt x="1374" y="72"/>
                  </a:cubicBezTo>
                  <a:lnTo>
                    <a:pt x="1374" y="72"/>
                  </a:lnTo>
                  <a:cubicBezTo>
                    <a:pt x="1999" y="500"/>
                    <a:pt x="2115" y="1098"/>
                    <a:pt x="2115" y="1098"/>
                  </a:cubicBezTo>
                  <a:cubicBezTo>
                    <a:pt x="1695" y="527"/>
                    <a:pt x="884" y="527"/>
                    <a:pt x="884" y="527"/>
                  </a:cubicBezTo>
                  <a:lnTo>
                    <a:pt x="884" y="527"/>
                  </a:lnTo>
                  <a:cubicBezTo>
                    <a:pt x="1410" y="687"/>
                    <a:pt x="1749" y="1142"/>
                    <a:pt x="1749" y="1142"/>
                  </a:cubicBezTo>
                  <a:cubicBezTo>
                    <a:pt x="1749" y="1142"/>
                    <a:pt x="1446" y="902"/>
                    <a:pt x="1000" y="866"/>
                  </a:cubicBezTo>
                  <a:cubicBezTo>
                    <a:pt x="909" y="857"/>
                    <a:pt x="827" y="853"/>
                    <a:pt x="753" y="853"/>
                  </a:cubicBezTo>
                  <a:cubicBezTo>
                    <a:pt x="461" y="853"/>
                    <a:pt x="313" y="910"/>
                    <a:pt x="313" y="910"/>
                  </a:cubicBezTo>
                  <a:cubicBezTo>
                    <a:pt x="1107" y="937"/>
                    <a:pt x="1383" y="1303"/>
                    <a:pt x="1383" y="1303"/>
                  </a:cubicBezTo>
                  <a:cubicBezTo>
                    <a:pt x="1174" y="1239"/>
                    <a:pt x="966" y="1226"/>
                    <a:pt x="832" y="1226"/>
                  </a:cubicBezTo>
                  <a:cubicBezTo>
                    <a:pt x="743" y="1226"/>
                    <a:pt x="687" y="1232"/>
                    <a:pt x="687" y="1232"/>
                  </a:cubicBezTo>
                  <a:cubicBezTo>
                    <a:pt x="1232" y="1330"/>
                    <a:pt x="1481" y="1606"/>
                    <a:pt x="1481" y="1606"/>
                  </a:cubicBezTo>
                  <a:cubicBezTo>
                    <a:pt x="1481" y="1606"/>
                    <a:pt x="1220" y="1531"/>
                    <a:pt x="934" y="1531"/>
                  </a:cubicBezTo>
                  <a:cubicBezTo>
                    <a:pt x="791" y="1531"/>
                    <a:pt x="643" y="1550"/>
                    <a:pt x="518" y="1606"/>
                  </a:cubicBezTo>
                  <a:cubicBezTo>
                    <a:pt x="152" y="1776"/>
                    <a:pt x="81" y="2106"/>
                    <a:pt x="81" y="2106"/>
                  </a:cubicBezTo>
                  <a:cubicBezTo>
                    <a:pt x="249" y="1895"/>
                    <a:pt x="521" y="1756"/>
                    <a:pt x="851" y="1756"/>
                  </a:cubicBezTo>
                  <a:cubicBezTo>
                    <a:pt x="870" y="1756"/>
                    <a:pt x="890" y="1757"/>
                    <a:pt x="910" y="1758"/>
                  </a:cubicBezTo>
                  <a:cubicBezTo>
                    <a:pt x="1223" y="1767"/>
                    <a:pt x="1374" y="1910"/>
                    <a:pt x="1374" y="1910"/>
                  </a:cubicBezTo>
                  <a:cubicBezTo>
                    <a:pt x="1374" y="1910"/>
                    <a:pt x="1275" y="1893"/>
                    <a:pt x="1127" y="1893"/>
                  </a:cubicBezTo>
                  <a:cubicBezTo>
                    <a:pt x="954" y="1893"/>
                    <a:pt x="713" y="1916"/>
                    <a:pt x="482" y="2017"/>
                  </a:cubicBezTo>
                  <a:cubicBezTo>
                    <a:pt x="63" y="2204"/>
                    <a:pt x="0" y="2543"/>
                    <a:pt x="0" y="2543"/>
                  </a:cubicBezTo>
                  <a:cubicBezTo>
                    <a:pt x="277" y="2231"/>
                    <a:pt x="785" y="2168"/>
                    <a:pt x="786" y="2168"/>
                  </a:cubicBezTo>
                  <a:lnTo>
                    <a:pt x="786" y="2168"/>
                  </a:lnTo>
                  <a:cubicBezTo>
                    <a:pt x="143" y="2481"/>
                    <a:pt x="36" y="3034"/>
                    <a:pt x="36" y="3034"/>
                  </a:cubicBezTo>
                  <a:cubicBezTo>
                    <a:pt x="241" y="2811"/>
                    <a:pt x="643" y="2686"/>
                    <a:pt x="643" y="2686"/>
                  </a:cubicBezTo>
                  <a:lnTo>
                    <a:pt x="643" y="2686"/>
                  </a:lnTo>
                  <a:cubicBezTo>
                    <a:pt x="215" y="3016"/>
                    <a:pt x="90" y="3489"/>
                    <a:pt x="90" y="3489"/>
                  </a:cubicBezTo>
                  <a:cubicBezTo>
                    <a:pt x="366" y="3096"/>
                    <a:pt x="875" y="2918"/>
                    <a:pt x="875" y="2918"/>
                  </a:cubicBezTo>
                  <a:lnTo>
                    <a:pt x="875" y="2918"/>
                  </a:lnTo>
                  <a:cubicBezTo>
                    <a:pt x="661" y="3185"/>
                    <a:pt x="598" y="3551"/>
                    <a:pt x="598" y="3551"/>
                  </a:cubicBezTo>
                  <a:cubicBezTo>
                    <a:pt x="919" y="2802"/>
                    <a:pt x="1508" y="2686"/>
                    <a:pt x="1508" y="2686"/>
                  </a:cubicBezTo>
                  <a:lnTo>
                    <a:pt x="1508" y="2686"/>
                  </a:lnTo>
                  <a:cubicBezTo>
                    <a:pt x="928" y="2980"/>
                    <a:pt x="839" y="3756"/>
                    <a:pt x="839" y="3756"/>
                  </a:cubicBezTo>
                  <a:cubicBezTo>
                    <a:pt x="1107" y="3034"/>
                    <a:pt x="1633" y="2811"/>
                    <a:pt x="1633" y="2811"/>
                  </a:cubicBezTo>
                  <a:lnTo>
                    <a:pt x="1633" y="2811"/>
                  </a:lnTo>
                  <a:cubicBezTo>
                    <a:pt x="1071" y="3426"/>
                    <a:pt x="1294" y="4140"/>
                    <a:pt x="1294" y="4140"/>
                  </a:cubicBezTo>
                  <a:cubicBezTo>
                    <a:pt x="1294" y="3524"/>
                    <a:pt x="1588" y="3212"/>
                    <a:pt x="1588" y="3212"/>
                  </a:cubicBezTo>
                  <a:lnTo>
                    <a:pt x="1588" y="3212"/>
                  </a:lnTo>
                  <a:cubicBezTo>
                    <a:pt x="1464" y="3551"/>
                    <a:pt x="1517" y="3837"/>
                    <a:pt x="1517" y="3837"/>
                  </a:cubicBezTo>
                  <a:cubicBezTo>
                    <a:pt x="1642" y="3185"/>
                    <a:pt x="1999" y="2918"/>
                    <a:pt x="1999" y="2918"/>
                  </a:cubicBezTo>
                  <a:lnTo>
                    <a:pt x="1999" y="2918"/>
                  </a:lnTo>
                  <a:cubicBezTo>
                    <a:pt x="1785" y="3310"/>
                    <a:pt x="1820" y="3899"/>
                    <a:pt x="1820" y="3899"/>
                  </a:cubicBezTo>
                  <a:cubicBezTo>
                    <a:pt x="1927" y="3230"/>
                    <a:pt x="2266" y="2838"/>
                    <a:pt x="2266" y="2837"/>
                  </a:cubicBezTo>
                  <a:lnTo>
                    <a:pt x="2266" y="2837"/>
                  </a:lnTo>
                  <a:cubicBezTo>
                    <a:pt x="2008" y="3507"/>
                    <a:pt x="2284" y="4211"/>
                    <a:pt x="2284" y="4211"/>
                  </a:cubicBezTo>
                  <a:cubicBezTo>
                    <a:pt x="2195" y="3069"/>
                    <a:pt x="2695" y="2713"/>
                    <a:pt x="2695" y="2713"/>
                  </a:cubicBezTo>
                  <a:cubicBezTo>
                    <a:pt x="2695" y="2713"/>
                    <a:pt x="3194" y="3069"/>
                    <a:pt x="3105" y="4211"/>
                  </a:cubicBezTo>
                  <a:cubicBezTo>
                    <a:pt x="3105" y="4211"/>
                    <a:pt x="3382" y="3507"/>
                    <a:pt x="3114" y="2837"/>
                  </a:cubicBezTo>
                  <a:lnTo>
                    <a:pt x="3114" y="2837"/>
                  </a:lnTo>
                  <a:cubicBezTo>
                    <a:pt x="3114" y="2838"/>
                    <a:pt x="3453" y="3230"/>
                    <a:pt x="3560" y="3899"/>
                  </a:cubicBezTo>
                  <a:cubicBezTo>
                    <a:pt x="3560" y="3899"/>
                    <a:pt x="3605" y="3310"/>
                    <a:pt x="3390" y="2918"/>
                  </a:cubicBezTo>
                  <a:lnTo>
                    <a:pt x="3390" y="2918"/>
                  </a:lnTo>
                  <a:cubicBezTo>
                    <a:pt x="3391" y="2918"/>
                    <a:pt x="3747" y="3185"/>
                    <a:pt x="3872" y="3837"/>
                  </a:cubicBezTo>
                  <a:cubicBezTo>
                    <a:pt x="3872" y="3837"/>
                    <a:pt x="3926" y="3551"/>
                    <a:pt x="3801" y="3212"/>
                  </a:cubicBezTo>
                  <a:lnTo>
                    <a:pt x="3801" y="3212"/>
                  </a:lnTo>
                  <a:cubicBezTo>
                    <a:pt x="3801" y="3212"/>
                    <a:pt x="4095" y="3524"/>
                    <a:pt x="4095" y="4140"/>
                  </a:cubicBezTo>
                  <a:cubicBezTo>
                    <a:pt x="4095" y="4140"/>
                    <a:pt x="4318" y="3426"/>
                    <a:pt x="3747" y="2811"/>
                  </a:cubicBezTo>
                  <a:lnTo>
                    <a:pt x="3747" y="2811"/>
                  </a:lnTo>
                  <a:cubicBezTo>
                    <a:pt x="3747" y="2811"/>
                    <a:pt x="4274" y="3034"/>
                    <a:pt x="4550" y="3756"/>
                  </a:cubicBezTo>
                  <a:cubicBezTo>
                    <a:pt x="4550" y="3756"/>
                    <a:pt x="4452" y="2980"/>
                    <a:pt x="3881" y="2686"/>
                  </a:cubicBezTo>
                  <a:lnTo>
                    <a:pt x="3881" y="2686"/>
                  </a:lnTo>
                  <a:cubicBezTo>
                    <a:pt x="3881" y="2686"/>
                    <a:pt x="4470" y="2802"/>
                    <a:pt x="4791" y="3551"/>
                  </a:cubicBezTo>
                  <a:cubicBezTo>
                    <a:pt x="4791" y="3551"/>
                    <a:pt x="4729" y="3185"/>
                    <a:pt x="4515" y="2918"/>
                  </a:cubicBezTo>
                  <a:lnTo>
                    <a:pt x="4515" y="2918"/>
                  </a:lnTo>
                  <a:cubicBezTo>
                    <a:pt x="4515" y="2918"/>
                    <a:pt x="5014" y="3096"/>
                    <a:pt x="5300" y="3489"/>
                  </a:cubicBezTo>
                  <a:cubicBezTo>
                    <a:pt x="5300" y="3489"/>
                    <a:pt x="5166" y="3016"/>
                    <a:pt x="4746" y="2686"/>
                  </a:cubicBezTo>
                  <a:lnTo>
                    <a:pt x="4746" y="2686"/>
                  </a:lnTo>
                  <a:cubicBezTo>
                    <a:pt x="4747" y="2686"/>
                    <a:pt x="5139" y="2811"/>
                    <a:pt x="5353" y="3034"/>
                  </a:cubicBezTo>
                  <a:cubicBezTo>
                    <a:pt x="5353" y="3034"/>
                    <a:pt x="5246" y="2481"/>
                    <a:pt x="4604" y="2168"/>
                  </a:cubicBezTo>
                  <a:lnTo>
                    <a:pt x="4604" y="2168"/>
                  </a:lnTo>
                  <a:cubicBezTo>
                    <a:pt x="4604" y="2168"/>
                    <a:pt x="5103" y="2231"/>
                    <a:pt x="5380" y="2543"/>
                  </a:cubicBezTo>
                  <a:cubicBezTo>
                    <a:pt x="5380" y="2543"/>
                    <a:pt x="5326" y="2204"/>
                    <a:pt x="4898" y="2017"/>
                  </a:cubicBezTo>
                  <a:cubicBezTo>
                    <a:pt x="4672" y="1916"/>
                    <a:pt x="4431" y="1893"/>
                    <a:pt x="4256" y="1893"/>
                  </a:cubicBezTo>
                  <a:cubicBezTo>
                    <a:pt x="4107" y="1893"/>
                    <a:pt x="4006" y="1910"/>
                    <a:pt x="4006" y="1910"/>
                  </a:cubicBezTo>
                  <a:cubicBezTo>
                    <a:pt x="4006" y="1910"/>
                    <a:pt x="4158" y="1767"/>
                    <a:pt x="4470" y="1758"/>
                  </a:cubicBezTo>
                  <a:cubicBezTo>
                    <a:pt x="4490" y="1757"/>
                    <a:pt x="4510" y="1756"/>
                    <a:pt x="4530" y="1756"/>
                  </a:cubicBezTo>
                  <a:cubicBezTo>
                    <a:pt x="4861" y="1756"/>
                    <a:pt x="5140" y="1895"/>
                    <a:pt x="5308" y="2106"/>
                  </a:cubicBezTo>
                  <a:cubicBezTo>
                    <a:pt x="5308" y="2106"/>
                    <a:pt x="5237" y="1776"/>
                    <a:pt x="4871" y="1606"/>
                  </a:cubicBezTo>
                  <a:cubicBezTo>
                    <a:pt x="4746" y="1550"/>
                    <a:pt x="4598" y="1531"/>
                    <a:pt x="4455" y="1531"/>
                  </a:cubicBezTo>
                  <a:cubicBezTo>
                    <a:pt x="4170" y="1531"/>
                    <a:pt x="3908" y="1606"/>
                    <a:pt x="3908" y="1606"/>
                  </a:cubicBezTo>
                  <a:cubicBezTo>
                    <a:pt x="3908" y="1606"/>
                    <a:pt x="4149" y="1330"/>
                    <a:pt x="4702" y="1232"/>
                  </a:cubicBezTo>
                  <a:cubicBezTo>
                    <a:pt x="4702" y="1232"/>
                    <a:pt x="4645" y="1226"/>
                    <a:pt x="4555" y="1226"/>
                  </a:cubicBezTo>
                  <a:cubicBezTo>
                    <a:pt x="4419" y="1226"/>
                    <a:pt x="4209" y="1239"/>
                    <a:pt x="4006" y="1303"/>
                  </a:cubicBezTo>
                  <a:cubicBezTo>
                    <a:pt x="4006" y="1303"/>
                    <a:pt x="4283" y="937"/>
                    <a:pt x="5077" y="910"/>
                  </a:cubicBezTo>
                  <a:cubicBezTo>
                    <a:pt x="5077" y="910"/>
                    <a:pt x="4922" y="853"/>
                    <a:pt x="4632" y="853"/>
                  </a:cubicBezTo>
                  <a:cubicBezTo>
                    <a:pt x="4560" y="853"/>
                    <a:pt x="4479" y="857"/>
                    <a:pt x="4390" y="866"/>
                  </a:cubicBezTo>
                  <a:cubicBezTo>
                    <a:pt x="3935" y="902"/>
                    <a:pt x="3640" y="1142"/>
                    <a:pt x="3640" y="1142"/>
                  </a:cubicBezTo>
                  <a:cubicBezTo>
                    <a:pt x="3640" y="1142"/>
                    <a:pt x="3979" y="687"/>
                    <a:pt x="4506" y="527"/>
                  </a:cubicBezTo>
                  <a:lnTo>
                    <a:pt x="4506" y="527"/>
                  </a:lnTo>
                  <a:cubicBezTo>
                    <a:pt x="4505" y="527"/>
                    <a:pt x="3685" y="527"/>
                    <a:pt x="3266" y="1098"/>
                  </a:cubicBezTo>
                  <a:cubicBezTo>
                    <a:pt x="3266" y="1098"/>
                    <a:pt x="3382" y="500"/>
                    <a:pt x="4006" y="72"/>
                  </a:cubicBezTo>
                  <a:lnTo>
                    <a:pt x="4006" y="72"/>
                  </a:lnTo>
                  <a:cubicBezTo>
                    <a:pt x="4006" y="72"/>
                    <a:pt x="3444" y="259"/>
                    <a:pt x="3096" y="839"/>
                  </a:cubicBezTo>
                  <a:cubicBezTo>
                    <a:pt x="3096" y="839"/>
                    <a:pt x="3159" y="473"/>
                    <a:pt x="3283" y="1"/>
                  </a:cubicBezTo>
                  <a:lnTo>
                    <a:pt x="3283" y="1"/>
                  </a:lnTo>
                  <a:cubicBezTo>
                    <a:pt x="3283" y="1"/>
                    <a:pt x="2837" y="295"/>
                    <a:pt x="2695" y="919"/>
                  </a:cubicBezTo>
                  <a:cubicBezTo>
                    <a:pt x="2552" y="295"/>
                    <a:pt x="2106" y="1"/>
                    <a:pt x="2106" y="1"/>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147"/>
            <p:cNvSpPr/>
            <p:nvPr/>
          </p:nvSpPr>
          <p:spPr>
            <a:xfrm>
              <a:off x="4986545" y="4546425"/>
              <a:ext cx="326923" cy="256117"/>
            </a:xfrm>
            <a:custGeom>
              <a:rect b="b" l="l" r="r" t="t"/>
              <a:pathLst>
                <a:path extrusionOk="0" h="2517" w="3213">
                  <a:moveTo>
                    <a:pt x="1955" y="1"/>
                  </a:moveTo>
                  <a:cubicBezTo>
                    <a:pt x="1954" y="1"/>
                    <a:pt x="1687" y="179"/>
                    <a:pt x="1607" y="554"/>
                  </a:cubicBezTo>
                  <a:cubicBezTo>
                    <a:pt x="1517" y="179"/>
                    <a:pt x="1250" y="1"/>
                    <a:pt x="1250" y="1"/>
                  </a:cubicBezTo>
                  <a:lnTo>
                    <a:pt x="1250" y="1"/>
                  </a:lnTo>
                  <a:cubicBezTo>
                    <a:pt x="1330" y="286"/>
                    <a:pt x="1366" y="500"/>
                    <a:pt x="1366" y="500"/>
                  </a:cubicBezTo>
                  <a:cubicBezTo>
                    <a:pt x="1152" y="161"/>
                    <a:pt x="822" y="45"/>
                    <a:pt x="822" y="45"/>
                  </a:cubicBezTo>
                  <a:lnTo>
                    <a:pt x="822" y="45"/>
                  </a:lnTo>
                  <a:cubicBezTo>
                    <a:pt x="1196" y="304"/>
                    <a:pt x="1259" y="661"/>
                    <a:pt x="1259" y="661"/>
                  </a:cubicBezTo>
                  <a:cubicBezTo>
                    <a:pt x="1009" y="322"/>
                    <a:pt x="527" y="313"/>
                    <a:pt x="527" y="313"/>
                  </a:cubicBezTo>
                  <a:lnTo>
                    <a:pt x="527" y="313"/>
                  </a:lnTo>
                  <a:cubicBezTo>
                    <a:pt x="839" y="411"/>
                    <a:pt x="1045" y="688"/>
                    <a:pt x="1045" y="688"/>
                  </a:cubicBezTo>
                  <a:cubicBezTo>
                    <a:pt x="1045" y="688"/>
                    <a:pt x="866" y="545"/>
                    <a:pt x="590" y="518"/>
                  </a:cubicBezTo>
                  <a:cubicBezTo>
                    <a:pt x="536" y="513"/>
                    <a:pt x="488" y="511"/>
                    <a:pt x="444" y="511"/>
                  </a:cubicBezTo>
                  <a:cubicBezTo>
                    <a:pt x="271" y="511"/>
                    <a:pt x="179" y="545"/>
                    <a:pt x="179" y="545"/>
                  </a:cubicBezTo>
                  <a:cubicBezTo>
                    <a:pt x="661" y="563"/>
                    <a:pt x="822" y="777"/>
                    <a:pt x="822" y="777"/>
                  </a:cubicBezTo>
                  <a:cubicBezTo>
                    <a:pt x="711" y="743"/>
                    <a:pt x="601" y="736"/>
                    <a:pt x="522" y="736"/>
                  </a:cubicBezTo>
                  <a:cubicBezTo>
                    <a:pt x="455" y="736"/>
                    <a:pt x="411" y="741"/>
                    <a:pt x="411" y="741"/>
                  </a:cubicBezTo>
                  <a:cubicBezTo>
                    <a:pt x="732" y="795"/>
                    <a:pt x="875" y="964"/>
                    <a:pt x="875" y="964"/>
                  </a:cubicBezTo>
                  <a:cubicBezTo>
                    <a:pt x="875" y="964"/>
                    <a:pt x="720" y="917"/>
                    <a:pt x="551" y="917"/>
                  </a:cubicBezTo>
                  <a:cubicBezTo>
                    <a:pt x="467" y="917"/>
                    <a:pt x="378" y="929"/>
                    <a:pt x="304" y="964"/>
                  </a:cubicBezTo>
                  <a:cubicBezTo>
                    <a:pt x="90" y="1062"/>
                    <a:pt x="45" y="1259"/>
                    <a:pt x="45" y="1259"/>
                  </a:cubicBezTo>
                  <a:cubicBezTo>
                    <a:pt x="147" y="1132"/>
                    <a:pt x="313" y="1053"/>
                    <a:pt x="513" y="1053"/>
                  </a:cubicBezTo>
                  <a:cubicBezTo>
                    <a:pt x="523" y="1053"/>
                    <a:pt x="534" y="1053"/>
                    <a:pt x="545" y="1053"/>
                  </a:cubicBezTo>
                  <a:cubicBezTo>
                    <a:pt x="732" y="1053"/>
                    <a:pt x="822" y="1143"/>
                    <a:pt x="822" y="1143"/>
                  </a:cubicBezTo>
                  <a:cubicBezTo>
                    <a:pt x="822" y="1143"/>
                    <a:pt x="758" y="1130"/>
                    <a:pt x="663" y="1130"/>
                  </a:cubicBezTo>
                  <a:cubicBezTo>
                    <a:pt x="560" y="1130"/>
                    <a:pt x="421" y="1145"/>
                    <a:pt x="286" y="1205"/>
                  </a:cubicBezTo>
                  <a:cubicBezTo>
                    <a:pt x="37" y="1312"/>
                    <a:pt x="1" y="1517"/>
                    <a:pt x="1" y="1517"/>
                  </a:cubicBezTo>
                  <a:cubicBezTo>
                    <a:pt x="170" y="1330"/>
                    <a:pt x="465" y="1294"/>
                    <a:pt x="465" y="1294"/>
                  </a:cubicBezTo>
                  <a:lnTo>
                    <a:pt x="465" y="1294"/>
                  </a:lnTo>
                  <a:cubicBezTo>
                    <a:pt x="81" y="1482"/>
                    <a:pt x="19" y="1812"/>
                    <a:pt x="19" y="1812"/>
                  </a:cubicBezTo>
                  <a:cubicBezTo>
                    <a:pt x="144" y="1678"/>
                    <a:pt x="384" y="1607"/>
                    <a:pt x="384" y="1607"/>
                  </a:cubicBezTo>
                  <a:lnTo>
                    <a:pt x="384" y="1607"/>
                  </a:lnTo>
                  <a:cubicBezTo>
                    <a:pt x="126" y="1803"/>
                    <a:pt x="54" y="2079"/>
                    <a:pt x="54" y="2079"/>
                  </a:cubicBezTo>
                  <a:cubicBezTo>
                    <a:pt x="215" y="1847"/>
                    <a:pt x="518" y="1740"/>
                    <a:pt x="518" y="1740"/>
                  </a:cubicBezTo>
                  <a:lnTo>
                    <a:pt x="518" y="1740"/>
                  </a:lnTo>
                  <a:cubicBezTo>
                    <a:pt x="393" y="1901"/>
                    <a:pt x="349" y="2115"/>
                    <a:pt x="349" y="2115"/>
                  </a:cubicBezTo>
                  <a:cubicBezTo>
                    <a:pt x="545" y="1678"/>
                    <a:pt x="893" y="1607"/>
                    <a:pt x="893" y="1607"/>
                  </a:cubicBezTo>
                  <a:lnTo>
                    <a:pt x="893" y="1607"/>
                  </a:lnTo>
                  <a:cubicBezTo>
                    <a:pt x="554" y="1785"/>
                    <a:pt x="500" y="2249"/>
                    <a:pt x="500" y="2249"/>
                  </a:cubicBezTo>
                  <a:cubicBezTo>
                    <a:pt x="661" y="1812"/>
                    <a:pt x="973" y="1678"/>
                    <a:pt x="973" y="1678"/>
                  </a:cubicBezTo>
                  <a:lnTo>
                    <a:pt x="973" y="1678"/>
                  </a:lnTo>
                  <a:cubicBezTo>
                    <a:pt x="634" y="2053"/>
                    <a:pt x="768" y="2472"/>
                    <a:pt x="768" y="2472"/>
                  </a:cubicBezTo>
                  <a:cubicBezTo>
                    <a:pt x="768" y="2106"/>
                    <a:pt x="946" y="1919"/>
                    <a:pt x="946" y="1919"/>
                  </a:cubicBezTo>
                  <a:lnTo>
                    <a:pt x="946" y="1919"/>
                  </a:lnTo>
                  <a:cubicBezTo>
                    <a:pt x="866" y="2124"/>
                    <a:pt x="902" y="2293"/>
                    <a:pt x="902" y="2293"/>
                  </a:cubicBezTo>
                  <a:cubicBezTo>
                    <a:pt x="973" y="1901"/>
                    <a:pt x="1187" y="1749"/>
                    <a:pt x="1187" y="1749"/>
                  </a:cubicBezTo>
                  <a:lnTo>
                    <a:pt x="1187" y="1749"/>
                  </a:lnTo>
                  <a:cubicBezTo>
                    <a:pt x="1062" y="1972"/>
                    <a:pt x="1089" y="2329"/>
                    <a:pt x="1089" y="2329"/>
                  </a:cubicBezTo>
                  <a:cubicBezTo>
                    <a:pt x="1152" y="1928"/>
                    <a:pt x="1357" y="1696"/>
                    <a:pt x="1357" y="1696"/>
                  </a:cubicBezTo>
                  <a:lnTo>
                    <a:pt x="1357" y="1696"/>
                  </a:lnTo>
                  <a:cubicBezTo>
                    <a:pt x="1196" y="2088"/>
                    <a:pt x="1357" y="2517"/>
                    <a:pt x="1357" y="2517"/>
                  </a:cubicBezTo>
                  <a:cubicBezTo>
                    <a:pt x="1303" y="1830"/>
                    <a:pt x="1607" y="1624"/>
                    <a:pt x="1607" y="1624"/>
                  </a:cubicBezTo>
                  <a:cubicBezTo>
                    <a:pt x="1607" y="1624"/>
                    <a:pt x="1901" y="1830"/>
                    <a:pt x="1847" y="2517"/>
                  </a:cubicBezTo>
                  <a:cubicBezTo>
                    <a:pt x="1847" y="2517"/>
                    <a:pt x="2017" y="2088"/>
                    <a:pt x="1856" y="1696"/>
                  </a:cubicBezTo>
                  <a:lnTo>
                    <a:pt x="1856" y="1696"/>
                  </a:lnTo>
                  <a:cubicBezTo>
                    <a:pt x="1856" y="1696"/>
                    <a:pt x="2062" y="1928"/>
                    <a:pt x="2124" y="2329"/>
                  </a:cubicBezTo>
                  <a:cubicBezTo>
                    <a:pt x="2124" y="2329"/>
                    <a:pt x="2151" y="1972"/>
                    <a:pt x="2017" y="1749"/>
                  </a:cubicBezTo>
                  <a:lnTo>
                    <a:pt x="2017" y="1749"/>
                  </a:lnTo>
                  <a:cubicBezTo>
                    <a:pt x="2017" y="1749"/>
                    <a:pt x="2231" y="1901"/>
                    <a:pt x="2302" y="2293"/>
                  </a:cubicBezTo>
                  <a:cubicBezTo>
                    <a:pt x="2302" y="2293"/>
                    <a:pt x="2338" y="2124"/>
                    <a:pt x="2267" y="1919"/>
                  </a:cubicBezTo>
                  <a:lnTo>
                    <a:pt x="2267" y="1919"/>
                  </a:lnTo>
                  <a:cubicBezTo>
                    <a:pt x="2267" y="1919"/>
                    <a:pt x="2436" y="2106"/>
                    <a:pt x="2436" y="2472"/>
                  </a:cubicBezTo>
                  <a:cubicBezTo>
                    <a:pt x="2436" y="2472"/>
                    <a:pt x="2570" y="2053"/>
                    <a:pt x="2240" y="1678"/>
                  </a:cubicBezTo>
                  <a:lnTo>
                    <a:pt x="2240" y="1678"/>
                  </a:lnTo>
                  <a:cubicBezTo>
                    <a:pt x="2240" y="1678"/>
                    <a:pt x="2552" y="1812"/>
                    <a:pt x="2713" y="2249"/>
                  </a:cubicBezTo>
                  <a:cubicBezTo>
                    <a:pt x="2713" y="2249"/>
                    <a:pt x="2659" y="1785"/>
                    <a:pt x="2311" y="1607"/>
                  </a:cubicBezTo>
                  <a:lnTo>
                    <a:pt x="2311" y="1607"/>
                  </a:lnTo>
                  <a:cubicBezTo>
                    <a:pt x="2311" y="1607"/>
                    <a:pt x="2668" y="1678"/>
                    <a:pt x="2856" y="2115"/>
                  </a:cubicBezTo>
                  <a:cubicBezTo>
                    <a:pt x="2856" y="2115"/>
                    <a:pt x="2820" y="1901"/>
                    <a:pt x="2695" y="1740"/>
                  </a:cubicBezTo>
                  <a:lnTo>
                    <a:pt x="2695" y="1740"/>
                  </a:lnTo>
                  <a:cubicBezTo>
                    <a:pt x="2695" y="1740"/>
                    <a:pt x="2989" y="1847"/>
                    <a:pt x="3159" y="2079"/>
                  </a:cubicBezTo>
                  <a:cubicBezTo>
                    <a:pt x="3159" y="2079"/>
                    <a:pt x="3079" y="1803"/>
                    <a:pt x="2829" y="1607"/>
                  </a:cubicBezTo>
                  <a:lnTo>
                    <a:pt x="2829" y="1607"/>
                  </a:lnTo>
                  <a:cubicBezTo>
                    <a:pt x="2829" y="1607"/>
                    <a:pt x="3070" y="1678"/>
                    <a:pt x="3195" y="1812"/>
                  </a:cubicBezTo>
                  <a:cubicBezTo>
                    <a:pt x="3195" y="1812"/>
                    <a:pt x="3132" y="1482"/>
                    <a:pt x="2740" y="1294"/>
                  </a:cubicBezTo>
                  <a:lnTo>
                    <a:pt x="2740" y="1294"/>
                  </a:lnTo>
                  <a:cubicBezTo>
                    <a:pt x="2740" y="1294"/>
                    <a:pt x="3043" y="1330"/>
                    <a:pt x="3212" y="1517"/>
                  </a:cubicBezTo>
                  <a:cubicBezTo>
                    <a:pt x="3212" y="1517"/>
                    <a:pt x="3177" y="1312"/>
                    <a:pt x="2927" y="1205"/>
                  </a:cubicBezTo>
                  <a:cubicBezTo>
                    <a:pt x="2792" y="1145"/>
                    <a:pt x="2653" y="1130"/>
                    <a:pt x="2550" y="1130"/>
                  </a:cubicBezTo>
                  <a:cubicBezTo>
                    <a:pt x="2455" y="1130"/>
                    <a:pt x="2392" y="1143"/>
                    <a:pt x="2392" y="1143"/>
                  </a:cubicBezTo>
                  <a:cubicBezTo>
                    <a:pt x="2392" y="1143"/>
                    <a:pt x="2481" y="1053"/>
                    <a:pt x="2668" y="1053"/>
                  </a:cubicBezTo>
                  <a:cubicBezTo>
                    <a:pt x="2679" y="1053"/>
                    <a:pt x="2690" y="1053"/>
                    <a:pt x="2700" y="1053"/>
                  </a:cubicBezTo>
                  <a:cubicBezTo>
                    <a:pt x="2900" y="1053"/>
                    <a:pt x="3066" y="1132"/>
                    <a:pt x="3168" y="1259"/>
                  </a:cubicBezTo>
                  <a:cubicBezTo>
                    <a:pt x="3168" y="1259"/>
                    <a:pt x="3123" y="1062"/>
                    <a:pt x="2900" y="964"/>
                  </a:cubicBezTo>
                  <a:cubicBezTo>
                    <a:pt x="2826" y="929"/>
                    <a:pt x="2738" y="917"/>
                    <a:pt x="2653" y="917"/>
                  </a:cubicBezTo>
                  <a:cubicBezTo>
                    <a:pt x="2484" y="917"/>
                    <a:pt x="2329" y="964"/>
                    <a:pt x="2329" y="964"/>
                  </a:cubicBezTo>
                  <a:cubicBezTo>
                    <a:pt x="2329" y="964"/>
                    <a:pt x="2472" y="795"/>
                    <a:pt x="2802" y="741"/>
                  </a:cubicBezTo>
                  <a:cubicBezTo>
                    <a:pt x="2802" y="741"/>
                    <a:pt x="2756" y="736"/>
                    <a:pt x="2688" y="736"/>
                  </a:cubicBezTo>
                  <a:cubicBezTo>
                    <a:pt x="2608" y="736"/>
                    <a:pt x="2497" y="743"/>
                    <a:pt x="2392" y="777"/>
                  </a:cubicBezTo>
                  <a:cubicBezTo>
                    <a:pt x="2392" y="777"/>
                    <a:pt x="2552" y="563"/>
                    <a:pt x="3025" y="545"/>
                  </a:cubicBezTo>
                  <a:cubicBezTo>
                    <a:pt x="3025" y="545"/>
                    <a:pt x="2934" y="511"/>
                    <a:pt x="2760" y="511"/>
                  </a:cubicBezTo>
                  <a:cubicBezTo>
                    <a:pt x="2717" y="511"/>
                    <a:pt x="2668" y="513"/>
                    <a:pt x="2615" y="518"/>
                  </a:cubicBezTo>
                  <a:cubicBezTo>
                    <a:pt x="2347" y="545"/>
                    <a:pt x="2169" y="688"/>
                    <a:pt x="2169" y="688"/>
                  </a:cubicBezTo>
                  <a:cubicBezTo>
                    <a:pt x="2169" y="688"/>
                    <a:pt x="2374" y="411"/>
                    <a:pt x="2686" y="313"/>
                  </a:cubicBezTo>
                  <a:lnTo>
                    <a:pt x="2686" y="313"/>
                  </a:lnTo>
                  <a:cubicBezTo>
                    <a:pt x="2686" y="313"/>
                    <a:pt x="2195" y="322"/>
                    <a:pt x="1946" y="661"/>
                  </a:cubicBezTo>
                  <a:cubicBezTo>
                    <a:pt x="1946" y="661"/>
                    <a:pt x="2017" y="304"/>
                    <a:pt x="2392" y="45"/>
                  </a:cubicBezTo>
                  <a:lnTo>
                    <a:pt x="2392" y="45"/>
                  </a:lnTo>
                  <a:cubicBezTo>
                    <a:pt x="2392" y="45"/>
                    <a:pt x="2053" y="161"/>
                    <a:pt x="1847" y="500"/>
                  </a:cubicBezTo>
                  <a:cubicBezTo>
                    <a:pt x="1847" y="500"/>
                    <a:pt x="1883" y="286"/>
                    <a:pt x="1955"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9" name="Google Shape;9669;p147"/>
            <p:cNvGrpSpPr/>
            <p:nvPr/>
          </p:nvGrpSpPr>
          <p:grpSpPr>
            <a:xfrm>
              <a:off x="5106389" y="3947572"/>
              <a:ext cx="659136" cy="1697576"/>
              <a:chOff x="4025327" y="4080797"/>
              <a:chExt cx="659136" cy="1697576"/>
            </a:xfrm>
          </p:grpSpPr>
          <p:sp>
            <p:nvSpPr>
              <p:cNvPr id="9670" name="Google Shape;9670;p147"/>
              <p:cNvSpPr/>
              <p:nvPr/>
            </p:nvSpPr>
            <p:spPr>
              <a:xfrm>
                <a:off x="4302184" y="4412109"/>
                <a:ext cx="105413" cy="1366264"/>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147"/>
              <p:cNvSpPr/>
              <p:nvPr/>
            </p:nvSpPr>
            <p:spPr>
              <a:xfrm>
                <a:off x="4346648" y="4412109"/>
                <a:ext cx="60948" cy="1366264"/>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147"/>
              <p:cNvSpPr/>
              <p:nvPr/>
            </p:nvSpPr>
            <p:spPr>
              <a:xfrm>
                <a:off x="4025327" y="4080797"/>
                <a:ext cx="659136" cy="514779"/>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147"/>
              <p:cNvSpPr/>
              <p:nvPr/>
            </p:nvSpPr>
            <p:spPr>
              <a:xfrm>
                <a:off x="4158719" y="4201478"/>
                <a:ext cx="392246" cy="307911"/>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674" name="Google Shape;9674;p147"/>
          <p:cNvSpPr txBox="1"/>
          <p:nvPr>
            <p:ph hasCustomPrompt="1" type="title"/>
          </p:nvPr>
        </p:nvSpPr>
        <p:spPr>
          <a:xfrm>
            <a:off x="2402350" y="1310613"/>
            <a:ext cx="4339200" cy="13107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sz="72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9675" name="Google Shape;9675;p147"/>
          <p:cNvSpPr txBox="1"/>
          <p:nvPr>
            <p:ph idx="1" type="subTitle"/>
          </p:nvPr>
        </p:nvSpPr>
        <p:spPr>
          <a:xfrm>
            <a:off x="2402350" y="2621488"/>
            <a:ext cx="4339200" cy="497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a:lvl1pPr>
            <a:lvl2pPr lvl="1" algn="ctr">
              <a:lnSpc>
                <a:spcPct val="100000"/>
              </a:lnSpc>
              <a:spcBef>
                <a:spcPts val="0"/>
              </a:spcBef>
              <a:spcAft>
                <a:spcPts val="0"/>
              </a:spcAft>
              <a:buSzPts val="1600"/>
              <a:buNone/>
              <a:defRPr sz="1600"/>
            </a:lvl2pPr>
            <a:lvl3pPr lvl="2" algn="ctr">
              <a:lnSpc>
                <a:spcPct val="100000"/>
              </a:lnSpc>
              <a:spcBef>
                <a:spcPts val="1600"/>
              </a:spcBef>
              <a:spcAft>
                <a:spcPts val="0"/>
              </a:spcAft>
              <a:buSzPts val="1600"/>
              <a:buNone/>
              <a:defRPr sz="1600"/>
            </a:lvl3pPr>
            <a:lvl4pPr lvl="3" algn="ctr">
              <a:lnSpc>
                <a:spcPct val="100000"/>
              </a:lnSpc>
              <a:spcBef>
                <a:spcPts val="1600"/>
              </a:spcBef>
              <a:spcAft>
                <a:spcPts val="0"/>
              </a:spcAft>
              <a:buSzPts val="1600"/>
              <a:buNone/>
              <a:defRPr sz="1600"/>
            </a:lvl4pPr>
            <a:lvl5pPr lvl="4" algn="ctr">
              <a:lnSpc>
                <a:spcPct val="100000"/>
              </a:lnSpc>
              <a:spcBef>
                <a:spcPts val="1600"/>
              </a:spcBef>
              <a:spcAft>
                <a:spcPts val="0"/>
              </a:spcAft>
              <a:buSzPts val="1600"/>
              <a:buNone/>
              <a:defRPr sz="1600"/>
            </a:lvl5pPr>
            <a:lvl6pPr lvl="5" algn="ctr">
              <a:lnSpc>
                <a:spcPct val="100000"/>
              </a:lnSpc>
              <a:spcBef>
                <a:spcPts val="1600"/>
              </a:spcBef>
              <a:spcAft>
                <a:spcPts val="0"/>
              </a:spcAft>
              <a:buSzPts val="1600"/>
              <a:buNone/>
              <a:defRPr sz="1600"/>
            </a:lvl6pPr>
            <a:lvl7pPr lvl="6" algn="ctr">
              <a:lnSpc>
                <a:spcPct val="100000"/>
              </a:lnSpc>
              <a:spcBef>
                <a:spcPts val="1600"/>
              </a:spcBef>
              <a:spcAft>
                <a:spcPts val="0"/>
              </a:spcAft>
              <a:buSzPts val="1600"/>
              <a:buNone/>
              <a:defRPr sz="1600"/>
            </a:lvl7pPr>
            <a:lvl8pPr lvl="7" algn="ctr">
              <a:lnSpc>
                <a:spcPct val="100000"/>
              </a:lnSpc>
              <a:spcBef>
                <a:spcPts val="1600"/>
              </a:spcBef>
              <a:spcAft>
                <a:spcPts val="0"/>
              </a:spcAft>
              <a:buSzPts val="1600"/>
              <a:buNone/>
              <a:defRPr sz="1600"/>
            </a:lvl8pPr>
            <a:lvl9pPr lvl="8" algn="ctr">
              <a:lnSpc>
                <a:spcPct val="100000"/>
              </a:lnSpc>
              <a:spcBef>
                <a:spcPts val="1600"/>
              </a:spcBef>
              <a:spcAft>
                <a:spcPts val="1600"/>
              </a:spcAft>
              <a:buSzPts val="1600"/>
              <a:buNone/>
              <a:defRPr sz="1600"/>
            </a:lvl9pPr>
          </a:lstStyle>
          <a:p/>
        </p:txBody>
      </p:sp>
    </p:spTree>
  </p:cSld>
  <p:clrMapOvr>
    <a:masterClrMapping/>
  </p:clrMapOvr>
</p:sldLayout>
</file>

<file path=ppt/slideLayouts/slideLayout1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lt1"/>
        </a:solidFill>
      </p:bgPr>
    </p:bg>
    <p:spTree>
      <p:nvGrpSpPr>
        <p:cNvPr id="9676" name="Shape 9676"/>
        <p:cNvGrpSpPr/>
        <p:nvPr/>
      </p:nvGrpSpPr>
      <p:grpSpPr>
        <a:xfrm>
          <a:off x="0" y="0"/>
          <a:ext cx="0" cy="0"/>
          <a:chOff x="0" y="0"/>
          <a:chExt cx="0" cy="0"/>
        </a:xfrm>
      </p:grpSpPr>
    </p:spTree>
  </p:cSld>
  <p:clrMapOvr>
    <a:masterClrMapping/>
  </p:clrMapOvr>
</p:sldLayout>
</file>

<file path=ppt/slideLayouts/slideLayout1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9677" name="Shape 9677"/>
        <p:cNvGrpSpPr/>
        <p:nvPr/>
      </p:nvGrpSpPr>
      <p:grpSpPr>
        <a:xfrm>
          <a:off x="0" y="0"/>
          <a:ext cx="0" cy="0"/>
          <a:chOff x="0" y="0"/>
          <a:chExt cx="0" cy="0"/>
        </a:xfrm>
      </p:grpSpPr>
      <p:sp>
        <p:nvSpPr>
          <p:cNvPr id="9678" name="Google Shape;9678;p149"/>
          <p:cNvSpPr/>
          <p:nvPr/>
        </p:nvSpPr>
        <p:spPr>
          <a:xfrm>
            <a:off x="0" y="1371600"/>
            <a:ext cx="9144017" cy="3771820"/>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9" name="Google Shape;9679;p149"/>
          <p:cNvGrpSpPr/>
          <p:nvPr/>
        </p:nvGrpSpPr>
        <p:grpSpPr>
          <a:xfrm>
            <a:off x="5221413" y="2571747"/>
            <a:ext cx="4532217" cy="3156913"/>
            <a:chOff x="4611813" y="2571747"/>
            <a:chExt cx="4532217" cy="3156913"/>
          </a:xfrm>
        </p:grpSpPr>
        <p:sp>
          <p:nvSpPr>
            <p:cNvPr id="9680" name="Google Shape;9680;p149"/>
            <p:cNvSpPr/>
            <p:nvPr/>
          </p:nvSpPr>
          <p:spPr>
            <a:xfrm>
              <a:off x="4611813" y="2571747"/>
              <a:ext cx="4532217" cy="3156913"/>
            </a:xfrm>
            <a:custGeom>
              <a:rect b="b" l="l" r="r" t="t"/>
              <a:pathLst>
                <a:path extrusionOk="0" h="11777" w="16907">
                  <a:moveTo>
                    <a:pt x="3159" y="1"/>
                  </a:moveTo>
                  <a:cubicBezTo>
                    <a:pt x="3159" y="1"/>
                    <a:pt x="1107" y="188"/>
                    <a:pt x="2276" y="581"/>
                  </a:cubicBezTo>
                  <a:cubicBezTo>
                    <a:pt x="3453" y="982"/>
                    <a:pt x="4087" y="1143"/>
                    <a:pt x="2927" y="1571"/>
                  </a:cubicBezTo>
                  <a:cubicBezTo>
                    <a:pt x="1767" y="1999"/>
                    <a:pt x="2490" y="2320"/>
                    <a:pt x="4631" y="2570"/>
                  </a:cubicBezTo>
                  <a:cubicBezTo>
                    <a:pt x="6772" y="2820"/>
                    <a:pt x="7860" y="3203"/>
                    <a:pt x="6397" y="3676"/>
                  </a:cubicBezTo>
                  <a:cubicBezTo>
                    <a:pt x="4934" y="4149"/>
                    <a:pt x="4533" y="4684"/>
                    <a:pt x="6674" y="4684"/>
                  </a:cubicBezTo>
                  <a:cubicBezTo>
                    <a:pt x="8815" y="4684"/>
                    <a:pt x="11964" y="4916"/>
                    <a:pt x="9350" y="5817"/>
                  </a:cubicBezTo>
                  <a:cubicBezTo>
                    <a:pt x="6736" y="6709"/>
                    <a:pt x="1125" y="8208"/>
                    <a:pt x="4033" y="8360"/>
                  </a:cubicBezTo>
                  <a:cubicBezTo>
                    <a:pt x="6942" y="8511"/>
                    <a:pt x="3730" y="9849"/>
                    <a:pt x="1" y="10331"/>
                  </a:cubicBezTo>
                  <a:lnTo>
                    <a:pt x="1" y="11776"/>
                  </a:lnTo>
                  <a:lnTo>
                    <a:pt x="16906" y="11776"/>
                  </a:lnTo>
                  <a:lnTo>
                    <a:pt x="16906" y="6156"/>
                  </a:lnTo>
                  <a:cubicBezTo>
                    <a:pt x="15131" y="6076"/>
                    <a:pt x="13106" y="5219"/>
                    <a:pt x="14444" y="4604"/>
                  </a:cubicBezTo>
                  <a:cubicBezTo>
                    <a:pt x="15782" y="3988"/>
                    <a:pt x="14819" y="3631"/>
                    <a:pt x="13008" y="3507"/>
                  </a:cubicBezTo>
                  <a:cubicBezTo>
                    <a:pt x="11206" y="3382"/>
                    <a:pt x="9243" y="3177"/>
                    <a:pt x="10706" y="2695"/>
                  </a:cubicBezTo>
                  <a:cubicBezTo>
                    <a:pt x="12169" y="2213"/>
                    <a:pt x="9796" y="1919"/>
                    <a:pt x="8039" y="1856"/>
                  </a:cubicBezTo>
                  <a:cubicBezTo>
                    <a:pt x="6281" y="1785"/>
                    <a:pt x="4337" y="1580"/>
                    <a:pt x="5371" y="1267"/>
                  </a:cubicBezTo>
                  <a:cubicBezTo>
                    <a:pt x="6406" y="964"/>
                    <a:pt x="5818" y="750"/>
                    <a:pt x="5095" y="581"/>
                  </a:cubicBezTo>
                  <a:cubicBezTo>
                    <a:pt x="4381" y="420"/>
                    <a:pt x="7191" y="1"/>
                    <a:pt x="7191" y="1"/>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149"/>
            <p:cNvSpPr/>
            <p:nvPr/>
          </p:nvSpPr>
          <p:spPr>
            <a:xfrm>
              <a:off x="5336666" y="2571747"/>
              <a:ext cx="3807363" cy="3156913"/>
            </a:xfrm>
            <a:custGeom>
              <a:rect b="b" l="l" r="r" t="t"/>
              <a:pathLst>
                <a:path extrusionOk="0" h="11777" w="14203">
                  <a:moveTo>
                    <a:pt x="1329" y="1"/>
                  </a:moveTo>
                  <a:cubicBezTo>
                    <a:pt x="1329" y="1"/>
                    <a:pt x="89" y="134"/>
                    <a:pt x="732" y="456"/>
                  </a:cubicBezTo>
                  <a:cubicBezTo>
                    <a:pt x="1383" y="768"/>
                    <a:pt x="1758" y="1009"/>
                    <a:pt x="1080" y="1348"/>
                  </a:cubicBezTo>
                  <a:cubicBezTo>
                    <a:pt x="402" y="1678"/>
                    <a:pt x="0" y="1794"/>
                    <a:pt x="2034" y="2070"/>
                  </a:cubicBezTo>
                  <a:cubicBezTo>
                    <a:pt x="4059" y="2356"/>
                    <a:pt x="6182" y="2766"/>
                    <a:pt x="5076" y="3391"/>
                  </a:cubicBezTo>
                  <a:cubicBezTo>
                    <a:pt x="3970" y="4006"/>
                    <a:pt x="5629" y="3988"/>
                    <a:pt x="7021" y="4140"/>
                  </a:cubicBezTo>
                  <a:cubicBezTo>
                    <a:pt x="8422" y="4292"/>
                    <a:pt x="11116" y="4845"/>
                    <a:pt x="8439" y="5987"/>
                  </a:cubicBezTo>
                  <a:cubicBezTo>
                    <a:pt x="5772" y="7129"/>
                    <a:pt x="1463" y="7887"/>
                    <a:pt x="3970" y="8261"/>
                  </a:cubicBezTo>
                  <a:cubicBezTo>
                    <a:pt x="6477" y="8636"/>
                    <a:pt x="526" y="11776"/>
                    <a:pt x="526" y="11776"/>
                  </a:cubicBezTo>
                  <a:lnTo>
                    <a:pt x="14202" y="11776"/>
                  </a:lnTo>
                  <a:lnTo>
                    <a:pt x="11812" y="7182"/>
                  </a:lnTo>
                  <a:cubicBezTo>
                    <a:pt x="11812" y="7182"/>
                    <a:pt x="8502" y="6495"/>
                    <a:pt x="10598" y="5362"/>
                  </a:cubicBezTo>
                  <a:cubicBezTo>
                    <a:pt x="12695" y="4229"/>
                    <a:pt x="10117" y="3926"/>
                    <a:pt x="8306" y="3810"/>
                  </a:cubicBezTo>
                  <a:cubicBezTo>
                    <a:pt x="6495" y="3694"/>
                    <a:pt x="5112" y="3551"/>
                    <a:pt x="5968" y="3087"/>
                  </a:cubicBezTo>
                  <a:cubicBezTo>
                    <a:pt x="6825" y="2623"/>
                    <a:pt x="6557" y="2284"/>
                    <a:pt x="3568" y="2035"/>
                  </a:cubicBezTo>
                  <a:cubicBezTo>
                    <a:pt x="571" y="1785"/>
                    <a:pt x="1231" y="1392"/>
                    <a:pt x="1820" y="964"/>
                  </a:cubicBezTo>
                  <a:cubicBezTo>
                    <a:pt x="2418" y="536"/>
                    <a:pt x="1320" y="491"/>
                    <a:pt x="1294" y="295"/>
                  </a:cubicBezTo>
                  <a:cubicBezTo>
                    <a:pt x="1276" y="108"/>
                    <a:pt x="2507" y="1"/>
                    <a:pt x="25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2" name="Google Shape;9682;p149"/>
          <p:cNvGrpSpPr/>
          <p:nvPr/>
        </p:nvGrpSpPr>
        <p:grpSpPr>
          <a:xfrm>
            <a:off x="3809369" y="-21219"/>
            <a:ext cx="5449400" cy="5178727"/>
            <a:chOff x="7946247" y="1587834"/>
            <a:chExt cx="775759" cy="737196"/>
          </a:xfrm>
        </p:grpSpPr>
        <p:sp>
          <p:nvSpPr>
            <p:cNvPr id="9683" name="Google Shape;9683;p149"/>
            <p:cNvSpPr/>
            <p:nvPr/>
          </p:nvSpPr>
          <p:spPr>
            <a:xfrm>
              <a:off x="8325333" y="2249500"/>
              <a:ext cx="33090" cy="75514"/>
            </a:xfrm>
            <a:custGeom>
              <a:rect b="b" l="l" r="r" t="t"/>
              <a:pathLst>
                <a:path extrusionOk="0" h="2079" w="911">
                  <a:moveTo>
                    <a:pt x="1" y="0"/>
                  </a:moveTo>
                  <a:lnTo>
                    <a:pt x="1" y="2079"/>
                  </a:lnTo>
                  <a:lnTo>
                    <a:pt x="911" y="2079"/>
                  </a:lnTo>
                  <a:lnTo>
                    <a:pt x="91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149"/>
            <p:cNvSpPr/>
            <p:nvPr/>
          </p:nvSpPr>
          <p:spPr>
            <a:xfrm>
              <a:off x="8325333" y="2249500"/>
              <a:ext cx="20123" cy="75514"/>
            </a:xfrm>
            <a:custGeom>
              <a:rect b="b" l="l" r="r" t="t"/>
              <a:pathLst>
                <a:path extrusionOk="0" h="2079" w="554">
                  <a:moveTo>
                    <a:pt x="1" y="0"/>
                  </a:moveTo>
                  <a:lnTo>
                    <a:pt x="1" y="2079"/>
                  </a:lnTo>
                  <a:lnTo>
                    <a:pt x="554" y="2079"/>
                  </a:lnTo>
                  <a:lnTo>
                    <a:pt x="55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149"/>
            <p:cNvSpPr/>
            <p:nvPr/>
          </p:nvSpPr>
          <p:spPr>
            <a:xfrm>
              <a:off x="8426125" y="2196035"/>
              <a:ext cx="33090" cy="128981"/>
            </a:xfrm>
            <a:custGeom>
              <a:rect b="b" l="l" r="r" t="t"/>
              <a:pathLst>
                <a:path extrusionOk="0" h="3551" w="911">
                  <a:moveTo>
                    <a:pt x="0" y="0"/>
                  </a:moveTo>
                  <a:lnTo>
                    <a:pt x="0" y="3551"/>
                  </a:lnTo>
                  <a:lnTo>
                    <a:pt x="910" y="3551"/>
                  </a:lnTo>
                  <a:lnTo>
                    <a:pt x="910"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149"/>
            <p:cNvSpPr/>
            <p:nvPr/>
          </p:nvSpPr>
          <p:spPr>
            <a:xfrm>
              <a:off x="8426125" y="2196035"/>
              <a:ext cx="20123" cy="128981"/>
            </a:xfrm>
            <a:custGeom>
              <a:rect b="b" l="l" r="r" t="t"/>
              <a:pathLst>
                <a:path extrusionOk="0" h="3551" w="554">
                  <a:moveTo>
                    <a:pt x="0" y="0"/>
                  </a:moveTo>
                  <a:lnTo>
                    <a:pt x="0" y="3551"/>
                  </a:lnTo>
                  <a:lnTo>
                    <a:pt x="553" y="3551"/>
                  </a:lnTo>
                  <a:lnTo>
                    <a:pt x="55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149"/>
            <p:cNvSpPr/>
            <p:nvPr/>
          </p:nvSpPr>
          <p:spPr>
            <a:xfrm>
              <a:off x="8526881" y="2129277"/>
              <a:ext cx="33090" cy="195742"/>
            </a:xfrm>
            <a:custGeom>
              <a:rect b="b" l="l" r="r" t="t"/>
              <a:pathLst>
                <a:path extrusionOk="0" h="5389" w="911">
                  <a:moveTo>
                    <a:pt x="1" y="1"/>
                  </a:moveTo>
                  <a:lnTo>
                    <a:pt x="1" y="5389"/>
                  </a:lnTo>
                  <a:lnTo>
                    <a:pt x="911" y="5389"/>
                  </a:lnTo>
                  <a:lnTo>
                    <a:pt x="91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149"/>
            <p:cNvSpPr/>
            <p:nvPr/>
          </p:nvSpPr>
          <p:spPr>
            <a:xfrm>
              <a:off x="8526881" y="2129277"/>
              <a:ext cx="20123" cy="195742"/>
            </a:xfrm>
            <a:custGeom>
              <a:rect b="b" l="l" r="r" t="t"/>
              <a:pathLst>
                <a:path extrusionOk="0" h="5389" w="554">
                  <a:moveTo>
                    <a:pt x="1" y="1"/>
                  </a:moveTo>
                  <a:lnTo>
                    <a:pt x="1" y="5389"/>
                  </a:lnTo>
                  <a:lnTo>
                    <a:pt x="554" y="5389"/>
                  </a:lnTo>
                  <a:lnTo>
                    <a:pt x="554"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149"/>
            <p:cNvSpPr/>
            <p:nvPr/>
          </p:nvSpPr>
          <p:spPr>
            <a:xfrm>
              <a:off x="8627672" y="2058958"/>
              <a:ext cx="33053" cy="266062"/>
            </a:xfrm>
            <a:custGeom>
              <a:rect b="b" l="l" r="r" t="t"/>
              <a:pathLst>
                <a:path extrusionOk="0" h="7325" w="910">
                  <a:moveTo>
                    <a:pt x="0" y="1"/>
                  </a:moveTo>
                  <a:lnTo>
                    <a:pt x="0" y="7325"/>
                  </a:lnTo>
                  <a:lnTo>
                    <a:pt x="910" y="7325"/>
                  </a:lnTo>
                  <a:lnTo>
                    <a:pt x="910"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149"/>
            <p:cNvSpPr/>
            <p:nvPr/>
          </p:nvSpPr>
          <p:spPr>
            <a:xfrm>
              <a:off x="8627672" y="2058958"/>
              <a:ext cx="20123" cy="266062"/>
            </a:xfrm>
            <a:custGeom>
              <a:rect b="b" l="l" r="r" t="t"/>
              <a:pathLst>
                <a:path extrusionOk="0" h="7325" w="554">
                  <a:moveTo>
                    <a:pt x="0" y="1"/>
                  </a:moveTo>
                  <a:lnTo>
                    <a:pt x="0" y="7325"/>
                  </a:lnTo>
                  <a:lnTo>
                    <a:pt x="553" y="7325"/>
                  </a:lnTo>
                  <a:lnTo>
                    <a:pt x="553"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149"/>
            <p:cNvSpPr/>
            <p:nvPr/>
          </p:nvSpPr>
          <p:spPr>
            <a:xfrm>
              <a:off x="8176924" y="2005493"/>
              <a:ext cx="540551" cy="319529"/>
            </a:xfrm>
            <a:custGeom>
              <a:rect b="b" l="l" r="r" t="t"/>
              <a:pathLst>
                <a:path extrusionOk="0" h="8797" w="14882">
                  <a:moveTo>
                    <a:pt x="14881" y="1"/>
                  </a:moveTo>
                  <a:lnTo>
                    <a:pt x="1" y="8797"/>
                  </a:lnTo>
                  <a:lnTo>
                    <a:pt x="1999" y="8797"/>
                  </a:lnTo>
                  <a:lnTo>
                    <a:pt x="14881" y="340"/>
                  </a:lnTo>
                  <a:lnTo>
                    <a:pt x="14881"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149"/>
            <p:cNvSpPr/>
            <p:nvPr/>
          </p:nvSpPr>
          <p:spPr>
            <a:xfrm>
              <a:off x="8249531" y="2017806"/>
              <a:ext cx="467943" cy="307216"/>
            </a:xfrm>
            <a:custGeom>
              <a:rect b="b" l="l" r="r" t="t"/>
              <a:pathLst>
                <a:path extrusionOk="0" h="8458" w="12883">
                  <a:moveTo>
                    <a:pt x="12882" y="1"/>
                  </a:moveTo>
                  <a:lnTo>
                    <a:pt x="0" y="8458"/>
                  </a:lnTo>
                  <a:lnTo>
                    <a:pt x="857" y="8458"/>
                  </a:lnTo>
                  <a:lnTo>
                    <a:pt x="12882" y="260"/>
                  </a:lnTo>
                  <a:lnTo>
                    <a:pt x="1288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149"/>
            <p:cNvSpPr/>
            <p:nvPr/>
          </p:nvSpPr>
          <p:spPr>
            <a:xfrm>
              <a:off x="8284835" y="1862888"/>
              <a:ext cx="427165" cy="213583"/>
            </a:xfrm>
            <a:custGeom>
              <a:rect b="b" l="l" r="r" t="t"/>
              <a:pathLst>
                <a:path extrusionOk="0" h="4827" w="9654">
                  <a:moveTo>
                    <a:pt x="9653" y="0"/>
                  </a:moveTo>
                  <a:lnTo>
                    <a:pt x="8948" y="482"/>
                  </a:lnTo>
                  <a:cubicBezTo>
                    <a:pt x="8948" y="482"/>
                    <a:pt x="8774" y="656"/>
                    <a:pt x="8707" y="656"/>
                  </a:cubicBezTo>
                  <a:cubicBezTo>
                    <a:pt x="8688" y="656"/>
                    <a:pt x="8677" y="642"/>
                    <a:pt x="8681" y="607"/>
                  </a:cubicBezTo>
                  <a:cubicBezTo>
                    <a:pt x="8687" y="553"/>
                    <a:pt x="8657" y="536"/>
                    <a:pt x="8615" y="536"/>
                  </a:cubicBezTo>
                  <a:cubicBezTo>
                    <a:pt x="8530" y="536"/>
                    <a:pt x="8395" y="607"/>
                    <a:pt x="8395" y="607"/>
                  </a:cubicBezTo>
                  <a:lnTo>
                    <a:pt x="7780" y="1044"/>
                  </a:lnTo>
                  <a:lnTo>
                    <a:pt x="6941" y="1178"/>
                  </a:lnTo>
                  <a:lnTo>
                    <a:pt x="5505" y="1187"/>
                  </a:lnTo>
                  <a:lnTo>
                    <a:pt x="4863" y="1365"/>
                  </a:lnTo>
                  <a:lnTo>
                    <a:pt x="4318" y="1365"/>
                  </a:lnTo>
                  <a:lnTo>
                    <a:pt x="3712" y="1544"/>
                  </a:lnTo>
                  <a:cubicBezTo>
                    <a:pt x="3712" y="1544"/>
                    <a:pt x="3582" y="1520"/>
                    <a:pt x="3388" y="1520"/>
                  </a:cubicBezTo>
                  <a:cubicBezTo>
                    <a:pt x="3227" y="1520"/>
                    <a:pt x="3022" y="1536"/>
                    <a:pt x="2811" y="1597"/>
                  </a:cubicBezTo>
                  <a:cubicBezTo>
                    <a:pt x="2338" y="1740"/>
                    <a:pt x="1910" y="1776"/>
                    <a:pt x="1910" y="1776"/>
                  </a:cubicBezTo>
                  <a:lnTo>
                    <a:pt x="197" y="2150"/>
                  </a:lnTo>
                  <a:cubicBezTo>
                    <a:pt x="197" y="2150"/>
                    <a:pt x="1" y="2231"/>
                    <a:pt x="1044" y="2587"/>
                  </a:cubicBezTo>
                  <a:cubicBezTo>
                    <a:pt x="2498" y="3096"/>
                    <a:pt x="3587" y="2846"/>
                    <a:pt x="3774" y="3087"/>
                  </a:cubicBezTo>
                  <a:cubicBezTo>
                    <a:pt x="3962" y="3328"/>
                    <a:pt x="3863" y="3167"/>
                    <a:pt x="4113" y="3497"/>
                  </a:cubicBezTo>
                  <a:cubicBezTo>
                    <a:pt x="4363" y="3818"/>
                    <a:pt x="4292" y="3890"/>
                    <a:pt x="4684" y="3917"/>
                  </a:cubicBezTo>
                  <a:cubicBezTo>
                    <a:pt x="4815" y="3926"/>
                    <a:pt x="4929" y="3928"/>
                    <a:pt x="5023" y="3928"/>
                  </a:cubicBezTo>
                  <a:cubicBezTo>
                    <a:pt x="5210" y="3928"/>
                    <a:pt x="5318" y="3917"/>
                    <a:pt x="5318" y="3917"/>
                  </a:cubicBezTo>
                  <a:lnTo>
                    <a:pt x="5790" y="3863"/>
                  </a:lnTo>
                  <a:lnTo>
                    <a:pt x="6040" y="3917"/>
                  </a:lnTo>
                  <a:cubicBezTo>
                    <a:pt x="6040" y="3917"/>
                    <a:pt x="6352" y="4131"/>
                    <a:pt x="6629" y="4175"/>
                  </a:cubicBezTo>
                  <a:cubicBezTo>
                    <a:pt x="6672" y="4184"/>
                    <a:pt x="6701" y="4187"/>
                    <a:pt x="6720" y="4187"/>
                  </a:cubicBezTo>
                  <a:cubicBezTo>
                    <a:pt x="6782" y="4187"/>
                    <a:pt x="6748" y="4155"/>
                    <a:pt x="6759" y="4155"/>
                  </a:cubicBezTo>
                  <a:lnTo>
                    <a:pt x="6759" y="4155"/>
                  </a:lnTo>
                  <a:cubicBezTo>
                    <a:pt x="6767" y="4155"/>
                    <a:pt x="6798" y="4172"/>
                    <a:pt x="6905" y="4229"/>
                  </a:cubicBezTo>
                  <a:cubicBezTo>
                    <a:pt x="7218" y="4380"/>
                    <a:pt x="7405" y="4452"/>
                    <a:pt x="7405" y="4452"/>
                  </a:cubicBezTo>
                  <a:cubicBezTo>
                    <a:pt x="7405" y="4452"/>
                    <a:pt x="7905" y="4505"/>
                    <a:pt x="8154" y="4568"/>
                  </a:cubicBezTo>
                  <a:cubicBezTo>
                    <a:pt x="8413" y="4630"/>
                    <a:pt x="8681" y="4666"/>
                    <a:pt x="8681" y="4666"/>
                  </a:cubicBezTo>
                  <a:lnTo>
                    <a:pt x="9653" y="4827"/>
                  </a:lnTo>
                  <a:lnTo>
                    <a:pt x="965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149"/>
            <p:cNvSpPr/>
            <p:nvPr/>
          </p:nvSpPr>
          <p:spPr>
            <a:xfrm>
              <a:off x="8454567" y="1962751"/>
              <a:ext cx="257432" cy="113716"/>
            </a:xfrm>
            <a:custGeom>
              <a:rect b="b" l="l" r="r" t="t"/>
              <a:pathLst>
                <a:path extrusionOk="0" h="2570" w="5818">
                  <a:moveTo>
                    <a:pt x="5817" y="0"/>
                  </a:moveTo>
                  <a:lnTo>
                    <a:pt x="5202" y="152"/>
                  </a:lnTo>
                  <a:lnTo>
                    <a:pt x="4809" y="411"/>
                  </a:lnTo>
                  <a:lnTo>
                    <a:pt x="4399" y="500"/>
                  </a:lnTo>
                  <a:lnTo>
                    <a:pt x="4006" y="830"/>
                  </a:lnTo>
                  <a:cubicBezTo>
                    <a:pt x="4006" y="830"/>
                    <a:pt x="3911" y="850"/>
                    <a:pt x="3781" y="850"/>
                  </a:cubicBezTo>
                  <a:cubicBezTo>
                    <a:pt x="3717" y="850"/>
                    <a:pt x="3643" y="845"/>
                    <a:pt x="3569" y="830"/>
                  </a:cubicBezTo>
                  <a:cubicBezTo>
                    <a:pt x="3426" y="796"/>
                    <a:pt x="3246" y="780"/>
                    <a:pt x="3042" y="780"/>
                  </a:cubicBezTo>
                  <a:cubicBezTo>
                    <a:pt x="2927" y="780"/>
                    <a:pt x="2805" y="785"/>
                    <a:pt x="2677" y="794"/>
                  </a:cubicBezTo>
                  <a:cubicBezTo>
                    <a:pt x="2363" y="817"/>
                    <a:pt x="2417" y="919"/>
                    <a:pt x="2416" y="919"/>
                  </a:cubicBezTo>
                  <a:cubicBezTo>
                    <a:pt x="2416" y="919"/>
                    <a:pt x="2414" y="917"/>
                    <a:pt x="2409" y="910"/>
                  </a:cubicBezTo>
                  <a:cubicBezTo>
                    <a:pt x="2405" y="906"/>
                    <a:pt x="2401" y="905"/>
                    <a:pt x="2395" y="905"/>
                  </a:cubicBezTo>
                  <a:cubicBezTo>
                    <a:pt x="2338" y="905"/>
                    <a:pt x="2204" y="1098"/>
                    <a:pt x="2204" y="1098"/>
                  </a:cubicBezTo>
                  <a:cubicBezTo>
                    <a:pt x="2204" y="1098"/>
                    <a:pt x="2052" y="1089"/>
                    <a:pt x="1847" y="1053"/>
                  </a:cubicBezTo>
                  <a:cubicBezTo>
                    <a:pt x="1788" y="1046"/>
                    <a:pt x="1746" y="1042"/>
                    <a:pt x="1710" y="1042"/>
                  </a:cubicBezTo>
                  <a:cubicBezTo>
                    <a:pt x="1618" y="1042"/>
                    <a:pt x="1577" y="1065"/>
                    <a:pt x="1428" y="1098"/>
                  </a:cubicBezTo>
                  <a:cubicBezTo>
                    <a:pt x="1223" y="1133"/>
                    <a:pt x="1080" y="1231"/>
                    <a:pt x="1080" y="1231"/>
                  </a:cubicBezTo>
                  <a:lnTo>
                    <a:pt x="946" y="1312"/>
                  </a:lnTo>
                  <a:lnTo>
                    <a:pt x="1" y="910"/>
                  </a:lnTo>
                  <a:lnTo>
                    <a:pt x="1" y="910"/>
                  </a:lnTo>
                  <a:cubicBezTo>
                    <a:pt x="99" y="1035"/>
                    <a:pt x="63" y="955"/>
                    <a:pt x="277" y="1240"/>
                  </a:cubicBezTo>
                  <a:cubicBezTo>
                    <a:pt x="527" y="1561"/>
                    <a:pt x="456" y="1633"/>
                    <a:pt x="848" y="1660"/>
                  </a:cubicBezTo>
                  <a:cubicBezTo>
                    <a:pt x="979" y="1669"/>
                    <a:pt x="1093" y="1671"/>
                    <a:pt x="1187" y="1671"/>
                  </a:cubicBezTo>
                  <a:cubicBezTo>
                    <a:pt x="1374" y="1671"/>
                    <a:pt x="1482" y="1660"/>
                    <a:pt x="1482" y="1660"/>
                  </a:cubicBezTo>
                  <a:lnTo>
                    <a:pt x="1954" y="1606"/>
                  </a:lnTo>
                  <a:lnTo>
                    <a:pt x="2204" y="1660"/>
                  </a:lnTo>
                  <a:cubicBezTo>
                    <a:pt x="2204" y="1660"/>
                    <a:pt x="2516" y="1874"/>
                    <a:pt x="2793" y="1918"/>
                  </a:cubicBezTo>
                  <a:cubicBezTo>
                    <a:pt x="2836" y="1927"/>
                    <a:pt x="2865" y="1930"/>
                    <a:pt x="2884" y="1930"/>
                  </a:cubicBezTo>
                  <a:cubicBezTo>
                    <a:pt x="2946" y="1930"/>
                    <a:pt x="2912" y="1898"/>
                    <a:pt x="2923" y="1898"/>
                  </a:cubicBezTo>
                  <a:lnTo>
                    <a:pt x="2923" y="1898"/>
                  </a:lnTo>
                  <a:cubicBezTo>
                    <a:pt x="2931" y="1898"/>
                    <a:pt x="2962" y="1915"/>
                    <a:pt x="3069" y="1972"/>
                  </a:cubicBezTo>
                  <a:cubicBezTo>
                    <a:pt x="3382" y="2123"/>
                    <a:pt x="3569" y="2195"/>
                    <a:pt x="3569" y="2195"/>
                  </a:cubicBezTo>
                  <a:cubicBezTo>
                    <a:pt x="3569" y="2195"/>
                    <a:pt x="4069" y="2248"/>
                    <a:pt x="4318" y="2311"/>
                  </a:cubicBezTo>
                  <a:cubicBezTo>
                    <a:pt x="4577" y="2373"/>
                    <a:pt x="4845" y="2409"/>
                    <a:pt x="4845" y="2409"/>
                  </a:cubicBezTo>
                  <a:lnTo>
                    <a:pt x="5817" y="2570"/>
                  </a:lnTo>
                  <a:lnTo>
                    <a:pt x="5817"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149"/>
            <p:cNvSpPr/>
            <p:nvPr/>
          </p:nvSpPr>
          <p:spPr>
            <a:xfrm>
              <a:off x="8293508" y="1862888"/>
              <a:ext cx="418493" cy="100176"/>
            </a:xfrm>
            <a:custGeom>
              <a:rect b="b" l="l" r="r" t="t"/>
              <a:pathLst>
                <a:path extrusionOk="0" h="2264" w="9458">
                  <a:moveTo>
                    <a:pt x="9457" y="0"/>
                  </a:moveTo>
                  <a:lnTo>
                    <a:pt x="8752" y="482"/>
                  </a:lnTo>
                  <a:cubicBezTo>
                    <a:pt x="8752" y="482"/>
                    <a:pt x="8578" y="656"/>
                    <a:pt x="8511" y="656"/>
                  </a:cubicBezTo>
                  <a:cubicBezTo>
                    <a:pt x="8492" y="656"/>
                    <a:pt x="8481" y="642"/>
                    <a:pt x="8485" y="607"/>
                  </a:cubicBezTo>
                  <a:cubicBezTo>
                    <a:pt x="8491" y="553"/>
                    <a:pt x="8461" y="536"/>
                    <a:pt x="8419" y="536"/>
                  </a:cubicBezTo>
                  <a:cubicBezTo>
                    <a:pt x="8334" y="536"/>
                    <a:pt x="8199" y="607"/>
                    <a:pt x="8199" y="607"/>
                  </a:cubicBezTo>
                  <a:lnTo>
                    <a:pt x="7584" y="1044"/>
                  </a:lnTo>
                  <a:lnTo>
                    <a:pt x="6745" y="1178"/>
                  </a:lnTo>
                  <a:lnTo>
                    <a:pt x="5309" y="1187"/>
                  </a:lnTo>
                  <a:lnTo>
                    <a:pt x="4667" y="1365"/>
                  </a:lnTo>
                  <a:lnTo>
                    <a:pt x="4122" y="1365"/>
                  </a:lnTo>
                  <a:lnTo>
                    <a:pt x="3516" y="1544"/>
                  </a:lnTo>
                  <a:cubicBezTo>
                    <a:pt x="3516" y="1544"/>
                    <a:pt x="3386" y="1520"/>
                    <a:pt x="3192" y="1520"/>
                  </a:cubicBezTo>
                  <a:cubicBezTo>
                    <a:pt x="3031" y="1520"/>
                    <a:pt x="2826" y="1536"/>
                    <a:pt x="2615" y="1597"/>
                  </a:cubicBezTo>
                  <a:cubicBezTo>
                    <a:pt x="2142" y="1740"/>
                    <a:pt x="1714" y="1776"/>
                    <a:pt x="1714" y="1776"/>
                  </a:cubicBezTo>
                  <a:lnTo>
                    <a:pt x="1" y="2150"/>
                  </a:lnTo>
                  <a:lnTo>
                    <a:pt x="170" y="2239"/>
                  </a:lnTo>
                  <a:cubicBezTo>
                    <a:pt x="170" y="2239"/>
                    <a:pt x="262" y="2263"/>
                    <a:pt x="341" y="2263"/>
                  </a:cubicBezTo>
                  <a:cubicBezTo>
                    <a:pt x="380" y="2263"/>
                    <a:pt x="417" y="2257"/>
                    <a:pt x="438" y="2239"/>
                  </a:cubicBezTo>
                  <a:cubicBezTo>
                    <a:pt x="500" y="2186"/>
                    <a:pt x="1098" y="2150"/>
                    <a:pt x="1098" y="2150"/>
                  </a:cubicBezTo>
                  <a:lnTo>
                    <a:pt x="1508" y="2052"/>
                  </a:lnTo>
                  <a:lnTo>
                    <a:pt x="1919" y="1972"/>
                  </a:lnTo>
                  <a:cubicBezTo>
                    <a:pt x="1919" y="1972"/>
                    <a:pt x="2133" y="1918"/>
                    <a:pt x="2258" y="1874"/>
                  </a:cubicBezTo>
                  <a:cubicBezTo>
                    <a:pt x="2315" y="1853"/>
                    <a:pt x="2399" y="1848"/>
                    <a:pt x="2474" y="1848"/>
                  </a:cubicBezTo>
                  <a:cubicBezTo>
                    <a:pt x="2564" y="1848"/>
                    <a:pt x="2641" y="1856"/>
                    <a:pt x="2641" y="1856"/>
                  </a:cubicBezTo>
                  <a:lnTo>
                    <a:pt x="3302" y="1972"/>
                  </a:lnTo>
                  <a:lnTo>
                    <a:pt x="3685" y="1865"/>
                  </a:lnTo>
                  <a:lnTo>
                    <a:pt x="4015" y="1749"/>
                  </a:lnTo>
                  <a:lnTo>
                    <a:pt x="4354" y="1686"/>
                  </a:lnTo>
                  <a:lnTo>
                    <a:pt x="4961" y="1722"/>
                  </a:lnTo>
                  <a:lnTo>
                    <a:pt x="5353" y="1740"/>
                  </a:lnTo>
                  <a:lnTo>
                    <a:pt x="5737" y="1642"/>
                  </a:lnTo>
                  <a:lnTo>
                    <a:pt x="6112" y="1642"/>
                  </a:lnTo>
                  <a:lnTo>
                    <a:pt x="6469" y="1829"/>
                  </a:lnTo>
                  <a:lnTo>
                    <a:pt x="6870" y="1776"/>
                  </a:lnTo>
                  <a:lnTo>
                    <a:pt x="7120" y="1695"/>
                  </a:lnTo>
                  <a:lnTo>
                    <a:pt x="7949" y="1472"/>
                  </a:lnTo>
                  <a:lnTo>
                    <a:pt x="8404" y="1356"/>
                  </a:lnTo>
                  <a:lnTo>
                    <a:pt x="8485" y="1214"/>
                  </a:lnTo>
                  <a:cubicBezTo>
                    <a:pt x="8485" y="1214"/>
                    <a:pt x="8529" y="1169"/>
                    <a:pt x="8485" y="1098"/>
                  </a:cubicBezTo>
                  <a:cubicBezTo>
                    <a:pt x="8449" y="1026"/>
                    <a:pt x="8574" y="973"/>
                    <a:pt x="8690" y="839"/>
                  </a:cubicBezTo>
                  <a:cubicBezTo>
                    <a:pt x="8729" y="794"/>
                    <a:pt x="8756" y="779"/>
                    <a:pt x="8776" y="779"/>
                  </a:cubicBezTo>
                  <a:cubicBezTo>
                    <a:pt x="8816" y="779"/>
                    <a:pt x="8824" y="839"/>
                    <a:pt x="8824" y="839"/>
                  </a:cubicBezTo>
                  <a:cubicBezTo>
                    <a:pt x="8824" y="839"/>
                    <a:pt x="8894" y="853"/>
                    <a:pt x="8981" y="853"/>
                  </a:cubicBezTo>
                  <a:cubicBezTo>
                    <a:pt x="9060" y="853"/>
                    <a:pt x="9152" y="841"/>
                    <a:pt x="9216" y="794"/>
                  </a:cubicBezTo>
                  <a:cubicBezTo>
                    <a:pt x="9350" y="696"/>
                    <a:pt x="9270" y="634"/>
                    <a:pt x="9314" y="384"/>
                  </a:cubicBezTo>
                  <a:cubicBezTo>
                    <a:pt x="9350" y="134"/>
                    <a:pt x="9457" y="0"/>
                    <a:pt x="9457"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149"/>
            <p:cNvSpPr/>
            <p:nvPr/>
          </p:nvSpPr>
          <p:spPr>
            <a:xfrm>
              <a:off x="8473089" y="2197343"/>
              <a:ext cx="248918" cy="127674"/>
            </a:xfrm>
            <a:custGeom>
              <a:rect b="b" l="l" r="r" t="t"/>
              <a:pathLst>
                <a:path extrusionOk="0" h="3515" w="6853">
                  <a:moveTo>
                    <a:pt x="3426" y="0"/>
                  </a:moveTo>
                  <a:cubicBezTo>
                    <a:pt x="3105" y="54"/>
                    <a:pt x="3087" y="678"/>
                    <a:pt x="3087" y="678"/>
                  </a:cubicBezTo>
                  <a:cubicBezTo>
                    <a:pt x="3087" y="678"/>
                    <a:pt x="2826" y="187"/>
                    <a:pt x="2603" y="187"/>
                  </a:cubicBezTo>
                  <a:cubicBezTo>
                    <a:pt x="2586" y="187"/>
                    <a:pt x="2569" y="190"/>
                    <a:pt x="2552" y="196"/>
                  </a:cubicBezTo>
                  <a:cubicBezTo>
                    <a:pt x="2320" y="277"/>
                    <a:pt x="2365" y="999"/>
                    <a:pt x="2365" y="999"/>
                  </a:cubicBezTo>
                  <a:cubicBezTo>
                    <a:pt x="2365" y="999"/>
                    <a:pt x="2038" y="539"/>
                    <a:pt x="1832" y="539"/>
                  </a:cubicBezTo>
                  <a:cubicBezTo>
                    <a:pt x="1812" y="539"/>
                    <a:pt x="1793" y="544"/>
                    <a:pt x="1776" y="553"/>
                  </a:cubicBezTo>
                  <a:cubicBezTo>
                    <a:pt x="1580" y="660"/>
                    <a:pt x="1776" y="1383"/>
                    <a:pt x="1776" y="1383"/>
                  </a:cubicBezTo>
                  <a:cubicBezTo>
                    <a:pt x="1776" y="1383"/>
                    <a:pt x="1409" y="1088"/>
                    <a:pt x="1192" y="1088"/>
                  </a:cubicBezTo>
                  <a:cubicBezTo>
                    <a:pt x="1155" y="1088"/>
                    <a:pt x="1123" y="1096"/>
                    <a:pt x="1098" y="1115"/>
                  </a:cubicBezTo>
                  <a:cubicBezTo>
                    <a:pt x="928" y="1249"/>
                    <a:pt x="1250" y="2043"/>
                    <a:pt x="1250" y="2043"/>
                  </a:cubicBezTo>
                  <a:cubicBezTo>
                    <a:pt x="1250" y="2043"/>
                    <a:pt x="849" y="1700"/>
                    <a:pt x="607" y="1700"/>
                  </a:cubicBezTo>
                  <a:cubicBezTo>
                    <a:pt x="581" y="1700"/>
                    <a:pt x="557" y="1704"/>
                    <a:pt x="536" y="1713"/>
                  </a:cubicBezTo>
                  <a:cubicBezTo>
                    <a:pt x="322" y="1793"/>
                    <a:pt x="750" y="2801"/>
                    <a:pt x="750" y="2801"/>
                  </a:cubicBezTo>
                  <a:cubicBezTo>
                    <a:pt x="750" y="2801"/>
                    <a:pt x="485" y="2553"/>
                    <a:pt x="293" y="2553"/>
                  </a:cubicBezTo>
                  <a:cubicBezTo>
                    <a:pt x="246" y="2553"/>
                    <a:pt x="203" y="2568"/>
                    <a:pt x="170" y="2605"/>
                  </a:cubicBezTo>
                  <a:cubicBezTo>
                    <a:pt x="1" y="2783"/>
                    <a:pt x="420" y="3515"/>
                    <a:pt x="420" y="3515"/>
                  </a:cubicBezTo>
                  <a:lnTo>
                    <a:pt x="6433" y="3515"/>
                  </a:lnTo>
                  <a:cubicBezTo>
                    <a:pt x="6433" y="3515"/>
                    <a:pt x="6852" y="2783"/>
                    <a:pt x="6683" y="2605"/>
                  </a:cubicBezTo>
                  <a:cubicBezTo>
                    <a:pt x="6649" y="2568"/>
                    <a:pt x="6607" y="2553"/>
                    <a:pt x="6560" y="2553"/>
                  </a:cubicBezTo>
                  <a:cubicBezTo>
                    <a:pt x="6368" y="2553"/>
                    <a:pt x="6103" y="2801"/>
                    <a:pt x="6103" y="2801"/>
                  </a:cubicBezTo>
                  <a:cubicBezTo>
                    <a:pt x="6103" y="2801"/>
                    <a:pt x="6531" y="1793"/>
                    <a:pt x="6317" y="1713"/>
                  </a:cubicBezTo>
                  <a:cubicBezTo>
                    <a:pt x="6295" y="1704"/>
                    <a:pt x="6271" y="1700"/>
                    <a:pt x="6246" y="1700"/>
                  </a:cubicBezTo>
                  <a:cubicBezTo>
                    <a:pt x="6004" y="1700"/>
                    <a:pt x="5603" y="2043"/>
                    <a:pt x="5603" y="2043"/>
                  </a:cubicBezTo>
                  <a:cubicBezTo>
                    <a:pt x="5603" y="2043"/>
                    <a:pt x="5924" y="1249"/>
                    <a:pt x="5755" y="1115"/>
                  </a:cubicBezTo>
                  <a:cubicBezTo>
                    <a:pt x="5729" y="1096"/>
                    <a:pt x="5697" y="1088"/>
                    <a:pt x="5661" y="1088"/>
                  </a:cubicBezTo>
                  <a:cubicBezTo>
                    <a:pt x="5444" y="1088"/>
                    <a:pt x="5077" y="1383"/>
                    <a:pt x="5077" y="1383"/>
                  </a:cubicBezTo>
                  <a:cubicBezTo>
                    <a:pt x="5077" y="1383"/>
                    <a:pt x="5273" y="660"/>
                    <a:pt x="5077" y="553"/>
                  </a:cubicBezTo>
                  <a:cubicBezTo>
                    <a:pt x="5059" y="544"/>
                    <a:pt x="5041" y="539"/>
                    <a:pt x="5021" y="539"/>
                  </a:cubicBezTo>
                  <a:cubicBezTo>
                    <a:pt x="4814" y="539"/>
                    <a:pt x="4488" y="999"/>
                    <a:pt x="4488" y="999"/>
                  </a:cubicBezTo>
                  <a:cubicBezTo>
                    <a:pt x="4488" y="999"/>
                    <a:pt x="4533" y="277"/>
                    <a:pt x="4301" y="196"/>
                  </a:cubicBezTo>
                  <a:cubicBezTo>
                    <a:pt x="4284" y="190"/>
                    <a:pt x="4267" y="187"/>
                    <a:pt x="4249" y="187"/>
                  </a:cubicBezTo>
                  <a:cubicBezTo>
                    <a:pt x="4026" y="187"/>
                    <a:pt x="3765" y="678"/>
                    <a:pt x="3765" y="678"/>
                  </a:cubicBezTo>
                  <a:cubicBezTo>
                    <a:pt x="3765" y="678"/>
                    <a:pt x="3748" y="54"/>
                    <a:pt x="34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149"/>
            <p:cNvSpPr/>
            <p:nvPr/>
          </p:nvSpPr>
          <p:spPr>
            <a:xfrm>
              <a:off x="8520742" y="2245941"/>
              <a:ext cx="153935" cy="79074"/>
            </a:xfrm>
            <a:custGeom>
              <a:rect b="b" l="l" r="r" t="t"/>
              <a:pathLst>
                <a:path extrusionOk="0" h="2177" w="4238">
                  <a:moveTo>
                    <a:pt x="2114" y="0"/>
                  </a:moveTo>
                  <a:cubicBezTo>
                    <a:pt x="1918" y="36"/>
                    <a:pt x="1909" y="428"/>
                    <a:pt x="1909" y="428"/>
                  </a:cubicBezTo>
                  <a:cubicBezTo>
                    <a:pt x="1909" y="428"/>
                    <a:pt x="1747" y="120"/>
                    <a:pt x="1602" y="120"/>
                  </a:cubicBezTo>
                  <a:cubicBezTo>
                    <a:pt x="1592" y="120"/>
                    <a:pt x="1581" y="121"/>
                    <a:pt x="1570" y="125"/>
                  </a:cubicBezTo>
                  <a:cubicBezTo>
                    <a:pt x="1427" y="170"/>
                    <a:pt x="1454" y="625"/>
                    <a:pt x="1454" y="625"/>
                  </a:cubicBezTo>
                  <a:cubicBezTo>
                    <a:pt x="1454" y="625"/>
                    <a:pt x="1256" y="338"/>
                    <a:pt x="1133" y="338"/>
                  </a:cubicBezTo>
                  <a:cubicBezTo>
                    <a:pt x="1120" y="338"/>
                    <a:pt x="1108" y="342"/>
                    <a:pt x="1097" y="348"/>
                  </a:cubicBezTo>
                  <a:cubicBezTo>
                    <a:pt x="972" y="411"/>
                    <a:pt x="1097" y="857"/>
                    <a:pt x="1097" y="857"/>
                  </a:cubicBezTo>
                  <a:cubicBezTo>
                    <a:pt x="1097" y="857"/>
                    <a:pt x="873" y="677"/>
                    <a:pt x="739" y="677"/>
                  </a:cubicBezTo>
                  <a:cubicBezTo>
                    <a:pt x="715" y="677"/>
                    <a:pt x="694" y="683"/>
                    <a:pt x="678" y="696"/>
                  </a:cubicBezTo>
                  <a:cubicBezTo>
                    <a:pt x="571" y="776"/>
                    <a:pt x="767" y="1267"/>
                    <a:pt x="767" y="1267"/>
                  </a:cubicBezTo>
                  <a:cubicBezTo>
                    <a:pt x="767" y="1267"/>
                    <a:pt x="518" y="1055"/>
                    <a:pt x="372" y="1055"/>
                  </a:cubicBezTo>
                  <a:cubicBezTo>
                    <a:pt x="357" y="1055"/>
                    <a:pt x="343" y="1057"/>
                    <a:pt x="330" y="1062"/>
                  </a:cubicBezTo>
                  <a:cubicBezTo>
                    <a:pt x="196" y="1115"/>
                    <a:pt x="455" y="1731"/>
                    <a:pt x="455" y="1731"/>
                  </a:cubicBezTo>
                  <a:cubicBezTo>
                    <a:pt x="455" y="1731"/>
                    <a:pt x="295" y="1582"/>
                    <a:pt x="176" y="1582"/>
                  </a:cubicBezTo>
                  <a:cubicBezTo>
                    <a:pt x="147" y="1582"/>
                    <a:pt x="120" y="1592"/>
                    <a:pt x="98" y="1615"/>
                  </a:cubicBezTo>
                  <a:cubicBezTo>
                    <a:pt x="0" y="1722"/>
                    <a:pt x="250" y="2177"/>
                    <a:pt x="250" y="2177"/>
                  </a:cubicBezTo>
                  <a:lnTo>
                    <a:pt x="3979" y="2177"/>
                  </a:lnTo>
                  <a:cubicBezTo>
                    <a:pt x="3979" y="2177"/>
                    <a:pt x="4238" y="1722"/>
                    <a:pt x="4131" y="1615"/>
                  </a:cubicBezTo>
                  <a:cubicBezTo>
                    <a:pt x="4109" y="1592"/>
                    <a:pt x="4082" y="1582"/>
                    <a:pt x="4052" y="1582"/>
                  </a:cubicBezTo>
                  <a:cubicBezTo>
                    <a:pt x="3934" y="1582"/>
                    <a:pt x="3774" y="1731"/>
                    <a:pt x="3774" y="1731"/>
                  </a:cubicBezTo>
                  <a:cubicBezTo>
                    <a:pt x="3774" y="1731"/>
                    <a:pt x="4032" y="1115"/>
                    <a:pt x="3899" y="1062"/>
                  </a:cubicBezTo>
                  <a:cubicBezTo>
                    <a:pt x="3886" y="1057"/>
                    <a:pt x="3872" y="1055"/>
                    <a:pt x="3857" y="1055"/>
                  </a:cubicBezTo>
                  <a:cubicBezTo>
                    <a:pt x="3711" y="1055"/>
                    <a:pt x="3461" y="1267"/>
                    <a:pt x="3461" y="1267"/>
                  </a:cubicBezTo>
                  <a:cubicBezTo>
                    <a:pt x="3461" y="1267"/>
                    <a:pt x="3658" y="776"/>
                    <a:pt x="3551" y="696"/>
                  </a:cubicBezTo>
                  <a:cubicBezTo>
                    <a:pt x="3534" y="683"/>
                    <a:pt x="3513" y="677"/>
                    <a:pt x="3490" y="677"/>
                  </a:cubicBezTo>
                  <a:cubicBezTo>
                    <a:pt x="3356" y="677"/>
                    <a:pt x="3131" y="857"/>
                    <a:pt x="3131" y="857"/>
                  </a:cubicBezTo>
                  <a:cubicBezTo>
                    <a:pt x="3131" y="857"/>
                    <a:pt x="3256" y="411"/>
                    <a:pt x="3131" y="348"/>
                  </a:cubicBezTo>
                  <a:cubicBezTo>
                    <a:pt x="3121" y="342"/>
                    <a:pt x="3109" y="338"/>
                    <a:pt x="3096" y="338"/>
                  </a:cubicBezTo>
                  <a:cubicBezTo>
                    <a:pt x="2973" y="338"/>
                    <a:pt x="2775" y="625"/>
                    <a:pt x="2775" y="625"/>
                  </a:cubicBezTo>
                  <a:cubicBezTo>
                    <a:pt x="2775" y="625"/>
                    <a:pt x="2801" y="170"/>
                    <a:pt x="2659" y="125"/>
                  </a:cubicBezTo>
                  <a:cubicBezTo>
                    <a:pt x="2649" y="121"/>
                    <a:pt x="2638" y="120"/>
                    <a:pt x="2628" y="120"/>
                  </a:cubicBezTo>
                  <a:cubicBezTo>
                    <a:pt x="2491" y="120"/>
                    <a:pt x="2328" y="428"/>
                    <a:pt x="2328" y="428"/>
                  </a:cubicBezTo>
                  <a:cubicBezTo>
                    <a:pt x="2328" y="428"/>
                    <a:pt x="2311" y="36"/>
                    <a:pt x="2114"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149"/>
            <p:cNvSpPr/>
            <p:nvPr/>
          </p:nvSpPr>
          <p:spPr>
            <a:xfrm>
              <a:off x="8609185" y="2064552"/>
              <a:ext cx="108277" cy="136718"/>
            </a:xfrm>
            <a:custGeom>
              <a:rect b="b" l="l" r="r" t="t"/>
              <a:pathLst>
                <a:path extrusionOk="0" h="3764" w="2981">
                  <a:moveTo>
                    <a:pt x="2931" y="1"/>
                  </a:moveTo>
                  <a:cubicBezTo>
                    <a:pt x="2915" y="1"/>
                    <a:pt x="2900" y="3"/>
                    <a:pt x="2882" y="7"/>
                  </a:cubicBezTo>
                  <a:cubicBezTo>
                    <a:pt x="2623" y="106"/>
                    <a:pt x="2668" y="926"/>
                    <a:pt x="2668" y="926"/>
                  </a:cubicBezTo>
                  <a:cubicBezTo>
                    <a:pt x="2668" y="926"/>
                    <a:pt x="2306" y="401"/>
                    <a:pt x="2072" y="401"/>
                  </a:cubicBezTo>
                  <a:cubicBezTo>
                    <a:pt x="2050" y="401"/>
                    <a:pt x="2028" y="407"/>
                    <a:pt x="2008" y="418"/>
                  </a:cubicBezTo>
                  <a:cubicBezTo>
                    <a:pt x="1794" y="543"/>
                    <a:pt x="2008" y="1354"/>
                    <a:pt x="2008" y="1354"/>
                  </a:cubicBezTo>
                  <a:cubicBezTo>
                    <a:pt x="2008" y="1354"/>
                    <a:pt x="1588" y="1020"/>
                    <a:pt x="1350" y="1020"/>
                  </a:cubicBezTo>
                  <a:cubicBezTo>
                    <a:pt x="1311" y="1020"/>
                    <a:pt x="1276" y="1029"/>
                    <a:pt x="1249" y="1051"/>
                  </a:cubicBezTo>
                  <a:cubicBezTo>
                    <a:pt x="1053" y="1203"/>
                    <a:pt x="1410" y="2095"/>
                    <a:pt x="1410" y="2095"/>
                  </a:cubicBezTo>
                  <a:cubicBezTo>
                    <a:pt x="1410" y="2095"/>
                    <a:pt x="950" y="1709"/>
                    <a:pt x="686" y="1709"/>
                  </a:cubicBezTo>
                  <a:cubicBezTo>
                    <a:pt x="661" y="1709"/>
                    <a:pt x="637" y="1712"/>
                    <a:pt x="616" y="1720"/>
                  </a:cubicBezTo>
                  <a:cubicBezTo>
                    <a:pt x="366" y="1818"/>
                    <a:pt x="848" y="2951"/>
                    <a:pt x="848" y="2951"/>
                  </a:cubicBezTo>
                  <a:cubicBezTo>
                    <a:pt x="848" y="2951"/>
                    <a:pt x="552" y="2673"/>
                    <a:pt x="334" y="2673"/>
                  </a:cubicBezTo>
                  <a:cubicBezTo>
                    <a:pt x="282" y="2673"/>
                    <a:pt x="235" y="2689"/>
                    <a:pt x="197" y="2728"/>
                  </a:cubicBezTo>
                  <a:cubicBezTo>
                    <a:pt x="1" y="2942"/>
                    <a:pt x="473" y="3763"/>
                    <a:pt x="473" y="3763"/>
                  </a:cubicBezTo>
                  <a:lnTo>
                    <a:pt x="2980" y="3763"/>
                  </a:lnTo>
                  <a:lnTo>
                    <a:pt x="2980" y="7"/>
                  </a:lnTo>
                  <a:cubicBezTo>
                    <a:pt x="2962" y="3"/>
                    <a:pt x="2947" y="1"/>
                    <a:pt x="29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149"/>
            <p:cNvSpPr/>
            <p:nvPr/>
          </p:nvSpPr>
          <p:spPr>
            <a:xfrm>
              <a:off x="8662977" y="2125717"/>
              <a:ext cx="54484" cy="75551"/>
            </a:xfrm>
            <a:custGeom>
              <a:rect b="b" l="l" r="r" t="t"/>
              <a:pathLst>
                <a:path extrusionOk="0" h="2080" w="1500">
                  <a:moveTo>
                    <a:pt x="1281" y="0"/>
                  </a:moveTo>
                  <a:cubicBezTo>
                    <a:pt x="1267" y="0"/>
                    <a:pt x="1253" y="3"/>
                    <a:pt x="1240" y="9"/>
                  </a:cubicBezTo>
                  <a:cubicBezTo>
                    <a:pt x="1107" y="90"/>
                    <a:pt x="1240" y="589"/>
                    <a:pt x="1240" y="589"/>
                  </a:cubicBezTo>
                  <a:cubicBezTo>
                    <a:pt x="1240" y="589"/>
                    <a:pt x="976" y="384"/>
                    <a:pt x="828" y="384"/>
                  </a:cubicBezTo>
                  <a:cubicBezTo>
                    <a:pt x="804" y="384"/>
                    <a:pt x="784" y="390"/>
                    <a:pt x="768" y="402"/>
                  </a:cubicBezTo>
                  <a:cubicBezTo>
                    <a:pt x="652" y="500"/>
                    <a:pt x="866" y="1044"/>
                    <a:pt x="866" y="1044"/>
                  </a:cubicBezTo>
                  <a:cubicBezTo>
                    <a:pt x="866" y="1044"/>
                    <a:pt x="582" y="806"/>
                    <a:pt x="418" y="806"/>
                  </a:cubicBezTo>
                  <a:cubicBezTo>
                    <a:pt x="402" y="806"/>
                    <a:pt x="388" y="808"/>
                    <a:pt x="375" y="812"/>
                  </a:cubicBezTo>
                  <a:cubicBezTo>
                    <a:pt x="223" y="875"/>
                    <a:pt x="518" y="1580"/>
                    <a:pt x="518" y="1580"/>
                  </a:cubicBezTo>
                  <a:cubicBezTo>
                    <a:pt x="518" y="1580"/>
                    <a:pt x="336" y="1404"/>
                    <a:pt x="201" y="1404"/>
                  </a:cubicBezTo>
                  <a:cubicBezTo>
                    <a:pt x="169" y="1404"/>
                    <a:pt x="140" y="1413"/>
                    <a:pt x="116" y="1437"/>
                  </a:cubicBezTo>
                  <a:cubicBezTo>
                    <a:pt x="0" y="1571"/>
                    <a:pt x="286" y="2079"/>
                    <a:pt x="286" y="2079"/>
                  </a:cubicBezTo>
                  <a:lnTo>
                    <a:pt x="1499" y="2079"/>
                  </a:lnTo>
                  <a:lnTo>
                    <a:pt x="1499" y="134"/>
                  </a:lnTo>
                  <a:cubicBezTo>
                    <a:pt x="1426" y="61"/>
                    <a:pt x="1347" y="0"/>
                    <a:pt x="128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149"/>
            <p:cNvSpPr/>
            <p:nvPr/>
          </p:nvSpPr>
          <p:spPr>
            <a:xfrm>
              <a:off x="8481515" y="1811102"/>
              <a:ext cx="170171" cy="132396"/>
            </a:xfrm>
            <a:custGeom>
              <a:rect b="b" l="l" r="r" t="t"/>
              <a:pathLst>
                <a:path extrusionOk="0" h="3645" w="4685">
                  <a:moveTo>
                    <a:pt x="465" y="0"/>
                  </a:moveTo>
                  <a:lnTo>
                    <a:pt x="1" y="116"/>
                  </a:lnTo>
                  <a:cubicBezTo>
                    <a:pt x="1" y="116"/>
                    <a:pt x="1108" y="3644"/>
                    <a:pt x="4484" y="3644"/>
                  </a:cubicBezTo>
                  <a:cubicBezTo>
                    <a:pt x="4550" y="3644"/>
                    <a:pt x="4617" y="3643"/>
                    <a:pt x="4684" y="3640"/>
                  </a:cubicBezTo>
                  <a:lnTo>
                    <a:pt x="4684" y="2837"/>
                  </a:lnTo>
                  <a:cubicBezTo>
                    <a:pt x="4684" y="2837"/>
                    <a:pt x="4506" y="2868"/>
                    <a:pt x="4219" y="2868"/>
                  </a:cubicBezTo>
                  <a:cubicBezTo>
                    <a:pt x="3317" y="2868"/>
                    <a:pt x="1338" y="2560"/>
                    <a:pt x="465" y="0"/>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149"/>
            <p:cNvSpPr/>
            <p:nvPr/>
          </p:nvSpPr>
          <p:spPr>
            <a:xfrm>
              <a:off x="8481515" y="1814334"/>
              <a:ext cx="170171" cy="129163"/>
            </a:xfrm>
            <a:custGeom>
              <a:rect b="b" l="l" r="r" t="t"/>
              <a:pathLst>
                <a:path extrusionOk="0" h="3556" w="4685">
                  <a:moveTo>
                    <a:pt x="117" y="0"/>
                  </a:moveTo>
                  <a:lnTo>
                    <a:pt x="1" y="27"/>
                  </a:lnTo>
                  <a:cubicBezTo>
                    <a:pt x="1" y="27"/>
                    <a:pt x="1108" y="3555"/>
                    <a:pt x="4484" y="3555"/>
                  </a:cubicBezTo>
                  <a:cubicBezTo>
                    <a:pt x="4550" y="3555"/>
                    <a:pt x="4617" y="3554"/>
                    <a:pt x="4684" y="3551"/>
                  </a:cubicBezTo>
                  <a:lnTo>
                    <a:pt x="4684" y="3221"/>
                  </a:lnTo>
                  <a:cubicBezTo>
                    <a:pt x="4618" y="3224"/>
                    <a:pt x="4552" y="3225"/>
                    <a:pt x="4487" y="3225"/>
                  </a:cubicBezTo>
                  <a:cubicBezTo>
                    <a:pt x="1717" y="3225"/>
                    <a:pt x="474" y="855"/>
                    <a:pt x="117"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149"/>
            <p:cNvSpPr/>
            <p:nvPr/>
          </p:nvSpPr>
          <p:spPr>
            <a:xfrm>
              <a:off x="8578711" y="1765082"/>
              <a:ext cx="138752" cy="559948"/>
            </a:xfrm>
            <a:custGeom>
              <a:rect b="b" l="l" r="r" t="t"/>
              <a:pathLst>
                <a:path extrusionOk="0" h="15416" w="3820">
                  <a:moveTo>
                    <a:pt x="599" y="0"/>
                  </a:moveTo>
                  <a:lnTo>
                    <a:pt x="206" y="375"/>
                  </a:lnTo>
                  <a:cubicBezTo>
                    <a:pt x="1446" y="1606"/>
                    <a:pt x="2303" y="3524"/>
                    <a:pt x="1116" y="8297"/>
                  </a:cubicBezTo>
                  <a:cubicBezTo>
                    <a:pt x="1" y="12740"/>
                    <a:pt x="1687" y="15416"/>
                    <a:pt x="1687" y="15416"/>
                  </a:cubicBezTo>
                  <a:lnTo>
                    <a:pt x="3819" y="15416"/>
                  </a:lnTo>
                  <a:lnTo>
                    <a:pt x="3819" y="12044"/>
                  </a:lnTo>
                  <a:cubicBezTo>
                    <a:pt x="1669" y="9448"/>
                    <a:pt x="2267" y="7967"/>
                    <a:pt x="2383" y="4961"/>
                  </a:cubicBezTo>
                  <a:cubicBezTo>
                    <a:pt x="2535" y="1267"/>
                    <a:pt x="599" y="0"/>
                    <a:pt x="599" y="0"/>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149"/>
            <p:cNvSpPr/>
            <p:nvPr/>
          </p:nvSpPr>
          <p:spPr>
            <a:xfrm>
              <a:off x="8598506" y="1770603"/>
              <a:ext cx="118956" cy="554427"/>
            </a:xfrm>
            <a:custGeom>
              <a:rect b="b" l="l" r="r" t="t"/>
              <a:pathLst>
                <a:path extrusionOk="0" h="15264" w="3275">
                  <a:moveTo>
                    <a:pt x="241" y="0"/>
                  </a:moveTo>
                  <a:lnTo>
                    <a:pt x="0" y="223"/>
                  </a:lnTo>
                  <a:cubicBezTo>
                    <a:pt x="1240" y="1454"/>
                    <a:pt x="2221" y="2730"/>
                    <a:pt x="1258" y="7744"/>
                  </a:cubicBezTo>
                  <a:cubicBezTo>
                    <a:pt x="446" y="11945"/>
                    <a:pt x="2953" y="15264"/>
                    <a:pt x="2953" y="15264"/>
                  </a:cubicBezTo>
                  <a:lnTo>
                    <a:pt x="3274" y="15264"/>
                  </a:lnTo>
                  <a:lnTo>
                    <a:pt x="3274" y="11892"/>
                  </a:lnTo>
                  <a:cubicBezTo>
                    <a:pt x="1124" y="9296"/>
                    <a:pt x="1722" y="7815"/>
                    <a:pt x="1838" y="4809"/>
                  </a:cubicBezTo>
                  <a:cubicBezTo>
                    <a:pt x="1963" y="1829"/>
                    <a:pt x="723" y="428"/>
                    <a:pt x="241"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149"/>
            <p:cNvSpPr/>
            <p:nvPr/>
          </p:nvSpPr>
          <p:spPr>
            <a:xfrm>
              <a:off x="8644162" y="1913165"/>
              <a:ext cx="73299" cy="124150"/>
            </a:xfrm>
            <a:custGeom>
              <a:rect b="b" l="l" r="r" t="t"/>
              <a:pathLst>
                <a:path extrusionOk="0" h="3418" w="2018">
                  <a:moveTo>
                    <a:pt x="2017" y="0"/>
                  </a:moveTo>
                  <a:cubicBezTo>
                    <a:pt x="1642" y="1802"/>
                    <a:pt x="1" y="2570"/>
                    <a:pt x="1" y="2570"/>
                  </a:cubicBezTo>
                  <a:lnTo>
                    <a:pt x="1" y="3417"/>
                  </a:lnTo>
                  <a:cubicBezTo>
                    <a:pt x="1776" y="2507"/>
                    <a:pt x="2017" y="1196"/>
                    <a:pt x="2017" y="1196"/>
                  </a:cubicBezTo>
                  <a:lnTo>
                    <a:pt x="2017"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149"/>
            <p:cNvSpPr/>
            <p:nvPr/>
          </p:nvSpPr>
          <p:spPr>
            <a:xfrm>
              <a:off x="8647104" y="1941677"/>
              <a:ext cx="70357" cy="94003"/>
            </a:xfrm>
            <a:custGeom>
              <a:rect b="b" l="l" r="r" t="t"/>
              <a:pathLst>
                <a:path extrusionOk="0" h="2588" w="1937">
                  <a:moveTo>
                    <a:pt x="1936" y="0"/>
                  </a:moveTo>
                  <a:cubicBezTo>
                    <a:pt x="1936" y="0"/>
                    <a:pt x="1713" y="1232"/>
                    <a:pt x="72" y="2133"/>
                  </a:cubicBezTo>
                  <a:cubicBezTo>
                    <a:pt x="54" y="2284"/>
                    <a:pt x="27" y="2436"/>
                    <a:pt x="0" y="2588"/>
                  </a:cubicBezTo>
                  <a:cubicBezTo>
                    <a:pt x="1704" y="1686"/>
                    <a:pt x="1936" y="411"/>
                    <a:pt x="1936" y="411"/>
                  </a:cubicBezTo>
                  <a:lnTo>
                    <a:pt x="1936"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149"/>
            <p:cNvSpPr/>
            <p:nvPr/>
          </p:nvSpPr>
          <p:spPr>
            <a:xfrm>
              <a:off x="7946247" y="1587834"/>
              <a:ext cx="771236" cy="254076"/>
            </a:xfrm>
            <a:custGeom>
              <a:rect b="b" l="l" r="r" t="t"/>
              <a:pathLst>
                <a:path extrusionOk="0" h="6995" w="21233">
                  <a:moveTo>
                    <a:pt x="21232" y="1"/>
                  </a:moveTo>
                  <a:lnTo>
                    <a:pt x="0" y="19"/>
                  </a:lnTo>
                  <a:lnTo>
                    <a:pt x="170" y="375"/>
                  </a:lnTo>
                  <a:lnTo>
                    <a:pt x="535" y="875"/>
                  </a:lnTo>
                  <a:lnTo>
                    <a:pt x="749" y="875"/>
                  </a:lnTo>
                  <a:cubicBezTo>
                    <a:pt x="749" y="875"/>
                    <a:pt x="749" y="920"/>
                    <a:pt x="999" y="1125"/>
                  </a:cubicBezTo>
                  <a:cubicBezTo>
                    <a:pt x="1249" y="1339"/>
                    <a:pt x="1401" y="1339"/>
                    <a:pt x="1401" y="1339"/>
                  </a:cubicBezTo>
                  <a:lnTo>
                    <a:pt x="1793" y="1339"/>
                  </a:lnTo>
                  <a:cubicBezTo>
                    <a:pt x="1963" y="1339"/>
                    <a:pt x="2248" y="1464"/>
                    <a:pt x="2480" y="1865"/>
                  </a:cubicBezTo>
                  <a:cubicBezTo>
                    <a:pt x="2703" y="2267"/>
                    <a:pt x="2917" y="2436"/>
                    <a:pt x="2917" y="2436"/>
                  </a:cubicBezTo>
                  <a:lnTo>
                    <a:pt x="3872" y="2240"/>
                  </a:lnTo>
                  <a:lnTo>
                    <a:pt x="4318" y="2240"/>
                  </a:lnTo>
                  <a:cubicBezTo>
                    <a:pt x="4318" y="2240"/>
                    <a:pt x="4465" y="2161"/>
                    <a:pt x="4647" y="2161"/>
                  </a:cubicBezTo>
                  <a:cubicBezTo>
                    <a:pt x="4738" y="2161"/>
                    <a:pt x="4838" y="2180"/>
                    <a:pt x="4933" y="2240"/>
                  </a:cubicBezTo>
                  <a:cubicBezTo>
                    <a:pt x="5029" y="2302"/>
                    <a:pt x="5106" y="2323"/>
                    <a:pt x="5167" y="2323"/>
                  </a:cubicBezTo>
                  <a:cubicBezTo>
                    <a:pt x="5288" y="2323"/>
                    <a:pt x="5344" y="2240"/>
                    <a:pt x="5344" y="2240"/>
                  </a:cubicBezTo>
                  <a:lnTo>
                    <a:pt x="5638" y="2240"/>
                  </a:lnTo>
                  <a:lnTo>
                    <a:pt x="6022" y="2677"/>
                  </a:lnTo>
                  <a:cubicBezTo>
                    <a:pt x="6022" y="2677"/>
                    <a:pt x="6227" y="2739"/>
                    <a:pt x="6254" y="2918"/>
                  </a:cubicBezTo>
                  <a:cubicBezTo>
                    <a:pt x="6280" y="3105"/>
                    <a:pt x="6691" y="3498"/>
                    <a:pt x="6691" y="3498"/>
                  </a:cubicBezTo>
                  <a:lnTo>
                    <a:pt x="7039" y="4479"/>
                  </a:lnTo>
                  <a:cubicBezTo>
                    <a:pt x="7039" y="4479"/>
                    <a:pt x="7027" y="4774"/>
                    <a:pt x="7296" y="4774"/>
                  </a:cubicBezTo>
                  <a:cubicBezTo>
                    <a:pt x="7358" y="4774"/>
                    <a:pt x="7434" y="4758"/>
                    <a:pt x="7529" y="4720"/>
                  </a:cubicBezTo>
                  <a:cubicBezTo>
                    <a:pt x="7904" y="4578"/>
                    <a:pt x="8026" y="4375"/>
                    <a:pt x="8102" y="4375"/>
                  </a:cubicBezTo>
                  <a:cubicBezTo>
                    <a:pt x="8131" y="4375"/>
                    <a:pt x="8153" y="4405"/>
                    <a:pt x="8181" y="4479"/>
                  </a:cubicBezTo>
                  <a:cubicBezTo>
                    <a:pt x="8279" y="4738"/>
                    <a:pt x="8038" y="4702"/>
                    <a:pt x="8555" y="4925"/>
                  </a:cubicBezTo>
                  <a:cubicBezTo>
                    <a:pt x="8696" y="4983"/>
                    <a:pt x="8811" y="5005"/>
                    <a:pt x="8909" y="5005"/>
                  </a:cubicBezTo>
                  <a:cubicBezTo>
                    <a:pt x="9171" y="5005"/>
                    <a:pt x="9316" y="4854"/>
                    <a:pt x="9537" y="4854"/>
                  </a:cubicBezTo>
                  <a:cubicBezTo>
                    <a:pt x="9641" y="4851"/>
                    <a:pt x="9745" y="4850"/>
                    <a:pt x="9837" y="4850"/>
                  </a:cubicBezTo>
                  <a:cubicBezTo>
                    <a:pt x="10022" y="4850"/>
                    <a:pt x="10161" y="4854"/>
                    <a:pt x="10161" y="4854"/>
                  </a:cubicBezTo>
                  <a:lnTo>
                    <a:pt x="10652" y="4880"/>
                  </a:lnTo>
                  <a:lnTo>
                    <a:pt x="11053" y="5032"/>
                  </a:lnTo>
                  <a:lnTo>
                    <a:pt x="11588" y="5184"/>
                  </a:lnTo>
                  <a:cubicBezTo>
                    <a:pt x="11588" y="5184"/>
                    <a:pt x="11582" y="5141"/>
                    <a:pt x="11613" y="5141"/>
                  </a:cubicBezTo>
                  <a:cubicBezTo>
                    <a:pt x="11646" y="5141"/>
                    <a:pt x="11724" y="5192"/>
                    <a:pt x="11901" y="5407"/>
                  </a:cubicBezTo>
                  <a:cubicBezTo>
                    <a:pt x="12240" y="5808"/>
                    <a:pt x="12124" y="5853"/>
                    <a:pt x="12445" y="6067"/>
                  </a:cubicBezTo>
                  <a:cubicBezTo>
                    <a:pt x="12775" y="6281"/>
                    <a:pt x="13105" y="6424"/>
                    <a:pt x="13105" y="6424"/>
                  </a:cubicBezTo>
                  <a:lnTo>
                    <a:pt x="14122" y="6995"/>
                  </a:lnTo>
                  <a:cubicBezTo>
                    <a:pt x="14122" y="6995"/>
                    <a:pt x="14131" y="6861"/>
                    <a:pt x="14738" y="6852"/>
                  </a:cubicBezTo>
                  <a:cubicBezTo>
                    <a:pt x="15208" y="6838"/>
                    <a:pt x="15121" y="6642"/>
                    <a:pt x="15301" y="6642"/>
                  </a:cubicBezTo>
                  <a:cubicBezTo>
                    <a:pt x="15356" y="6642"/>
                    <a:pt x="15437" y="6661"/>
                    <a:pt x="15567" y="6709"/>
                  </a:cubicBezTo>
                  <a:cubicBezTo>
                    <a:pt x="15863" y="6819"/>
                    <a:pt x="16093" y="6845"/>
                    <a:pt x="16242" y="6845"/>
                  </a:cubicBezTo>
                  <a:cubicBezTo>
                    <a:pt x="16372" y="6845"/>
                    <a:pt x="16442" y="6825"/>
                    <a:pt x="16442" y="6825"/>
                  </a:cubicBezTo>
                  <a:cubicBezTo>
                    <a:pt x="16442" y="6825"/>
                    <a:pt x="16552" y="6307"/>
                    <a:pt x="16906" y="6307"/>
                  </a:cubicBezTo>
                  <a:cubicBezTo>
                    <a:pt x="16914" y="6307"/>
                    <a:pt x="16923" y="6307"/>
                    <a:pt x="16932" y="6308"/>
                  </a:cubicBezTo>
                  <a:cubicBezTo>
                    <a:pt x="16945" y="6308"/>
                    <a:pt x="16957" y="6309"/>
                    <a:pt x="16970" y="6309"/>
                  </a:cubicBezTo>
                  <a:cubicBezTo>
                    <a:pt x="17322" y="6309"/>
                    <a:pt x="17405" y="6067"/>
                    <a:pt x="17405" y="6067"/>
                  </a:cubicBezTo>
                  <a:lnTo>
                    <a:pt x="17673" y="5924"/>
                  </a:lnTo>
                  <a:cubicBezTo>
                    <a:pt x="17673" y="5924"/>
                    <a:pt x="18181" y="5514"/>
                    <a:pt x="18324" y="5407"/>
                  </a:cubicBezTo>
                  <a:cubicBezTo>
                    <a:pt x="18467" y="5291"/>
                    <a:pt x="18547" y="5157"/>
                    <a:pt x="18547" y="5157"/>
                  </a:cubicBezTo>
                  <a:lnTo>
                    <a:pt x="19038" y="4756"/>
                  </a:lnTo>
                  <a:lnTo>
                    <a:pt x="19216" y="4479"/>
                  </a:lnTo>
                  <a:lnTo>
                    <a:pt x="19421" y="4425"/>
                  </a:lnTo>
                  <a:cubicBezTo>
                    <a:pt x="19421" y="4425"/>
                    <a:pt x="19360" y="4380"/>
                    <a:pt x="19540" y="4380"/>
                  </a:cubicBezTo>
                  <a:cubicBezTo>
                    <a:pt x="19555" y="4380"/>
                    <a:pt x="19572" y="4380"/>
                    <a:pt x="19591" y="4381"/>
                  </a:cubicBezTo>
                  <a:cubicBezTo>
                    <a:pt x="19603" y="4382"/>
                    <a:pt x="19616" y="4382"/>
                    <a:pt x="19628" y="4382"/>
                  </a:cubicBezTo>
                  <a:cubicBezTo>
                    <a:pt x="19809" y="4382"/>
                    <a:pt x="19931" y="4288"/>
                    <a:pt x="20028" y="4288"/>
                  </a:cubicBezTo>
                  <a:cubicBezTo>
                    <a:pt x="20053" y="4288"/>
                    <a:pt x="20077" y="4294"/>
                    <a:pt x="20099" y="4310"/>
                  </a:cubicBezTo>
                  <a:cubicBezTo>
                    <a:pt x="20224" y="4399"/>
                    <a:pt x="20385" y="4524"/>
                    <a:pt x="20385" y="4524"/>
                  </a:cubicBezTo>
                  <a:lnTo>
                    <a:pt x="20599" y="4675"/>
                  </a:lnTo>
                  <a:lnTo>
                    <a:pt x="20741" y="4729"/>
                  </a:lnTo>
                  <a:lnTo>
                    <a:pt x="21232" y="4934"/>
                  </a:lnTo>
                  <a:lnTo>
                    <a:pt x="21232"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149"/>
            <p:cNvSpPr/>
            <p:nvPr/>
          </p:nvSpPr>
          <p:spPr>
            <a:xfrm>
              <a:off x="8131559" y="1587834"/>
              <a:ext cx="585918" cy="182811"/>
            </a:xfrm>
            <a:custGeom>
              <a:rect b="b" l="l" r="r" t="t"/>
              <a:pathLst>
                <a:path extrusionOk="0" h="5033" w="16131">
                  <a:moveTo>
                    <a:pt x="16130" y="1"/>
                  </a:moveTo>
                  <a:lnTo>
                    <a:pt x="1" y="10"/>
                  </a:lnTo>
                  <a:lnTo>
                    <a:pt x="126" y="268"/>
                  </a:lnTo>
                  <a:lnTo>
                    <a:pt x="384" y="625"/>
                  </a:lnTo>
                  <a:lnTo>
                    <a:pt x="545" y="625"/>
                  </a:lnTo>
                  <a:cubicBezTo>
                    <a:pt x="545" y="625"/>
                    <a:pt x="545" y="661"/>
                    <a:pt x="723" y="812"/>
                  </a:cubicBezTo>
                  <a:cubicBezTo>
                    <a:pt x="902" y="964"/>
                    <a:pt x="1009" y="964"/>
                    <a:pt x="1009" y="964"/>
                  </a:cubicBezTo>
                  <a:lnTo>
                    <a:pt x="1294" y="964"/>
                  </a:lnTo>
                  <a:cubicBezTo>
                    <a:pt x="1410" y="964"/>
                    <a:pt x="1625" y="1053"/>
                    <a:pt x="1785" y="1339"/>
                  </a:cubicBezTo>
                  <a:cubicBezTo>
                    <a:pt x="1955" y="1633"/>
                    <a:pt x="2097" y="1749"/>
                    <a:pt x="2097" y="1749"/>
                  </a:cubicBezTo>
                  <a:lnTo>
                    <a:pt x="2793" y="1615"/>
                  </a:lnTo>
                  <a:lnTo>
                    <a:pt x="3114" y="1615"/>
                  </a:lnTo>
                  <a:cubicBezTo>
                    <a:pt x="3114" y="1615"/>
                    <a:pt x="3217" y="1556"/>
                    <a:pt x="3347" y="1556"/>
                  </a:cubicBezTo>
                  <a:cubicBezTo>
                    <a:pt x="3412" y="1556"/>
                    <a:pt x="3483" y="1571"/>
                    <a:pt x="3551" y="1615"/>
                  </a:cubicBezTo>
                  <a:cubicBezTo>
                    <a:pt x="3620" y="1657"/>
                    <a:pt x="3675" y="1671"/>
                    <a:pt x="3719" y="1671"/>
                  </a:cubicBezTo>
                  <a:cubicBezTo>
                    <a:pt x="3806" y="1671"/>
                    <a:pt x="3846" y="1615"/>
                    <a:pt x="3846" y="1615"/>
                  </a:cubicBezTo>
                  <a:lnTo>
                    <a:pt x="4060" y="1615"/>
                  </a:lnTo>
                  <a:lnTo>
                    <a:pt x="4337" y="1919"/>
                  </a:lnTo>
                  <a:cubicBezTo>
                    <a:pt x="4337" y="1919"/>
                    <a:pt x="4488" y="1963"/>
                    <a:pt x="4506" y="2097"/>
                  </a:cubicBezTo>
                  <a:cubicBezTo>
                    <a:pt x="4524" y="2240"/>
                    <a:pt x="4818" y="2516"/>
                    <a:pt x="4818" y="2516"/>
                  </a:cubicBezTo>
                  <a:lnTo>
                    <a:pt x="5068" y="3221"/>
                  </a:lnTo>
                  <a:cubicBezTo>
                    <a:pt x="5068" y="3221"/>
                    <a:pt x="5062" y="3436"/>
                    <a:pt x="5260" y="3436"/>
                  </a:cubicBezTo>
                  <a:cubicBezTo>
                    <a:pt x="5304" y="3436"/>
                    <a:pt x="5358" y="3426"/>
                    <a:pt x="5425" y="3400"/>
                  </a:cubicBezTo>
                  <a:cubicBezTo>
                    <a:pt x="5691" y="3296"/>
                    <a:pt x="5778" y="3150"/>
                    <a:pt x="5833" y="3150"/>
                  </a:cubicBezTo>
                  <a:cubicBezTo>
                    <a:pt x="5853" y="3150"/>
                    <a:pt x="5869" y="3170"/>
                    <a:pt x="5889" y="3221"/>
                  </a:cubicBezTo>
                  <a:cubicBezTo>
                    <a:pt x="5960" y="3409"/>
                    <a:pt x="5782" y="3382"/>
                    <a:pt x="6156" y="3542"/>
                  </a:cubicBezTo>
                  <a:cubicBezTo>
                    <a:pt x="6258" y="3583"/>
                    <a:pt x="6340" y="3598"/>
                    <a:pt x="6410" y="3598"/>
                  </a:cubicBezTo>
                  <a:cubicBezTo>
                    <a:pt x="6601" y="3598"/>
                    <a:pt x="6707" y="3489"/>
                    <a:pt x="6870" y="3489"/>
                  </a:cubicBezTo>
                  <a:lnTo>
                    <a:pt x="7316" y="3489"/>
                  </a:lnTo>
                  <a:lnTo>
                    <a:pt x="7664" y="3507"/>
                  </a:lnTo>
                  <a:lnTo>
                    <a:pt x="7958" y="3614"/>
                  </a:lnTo>
                  <a:lnTo>
                    <a:pt x="8342" y="3730"/>
                  </a:lnTo>
                  <a:cubicBezTo>
                    <a:pt x="8342" y="3730"/>
                    <a:pt x="8338" y="3699"/>
                    <a:pt x="8360" y="3699"/>
                  </a:cubicBezTo>
                  <a:cubicBezTo>
                    <a:pt x="8384" y="3699"/>
                    <a:pt x="8439" y="3736"/>
                    <a:pt x="8565" y="3890"/>
                  </a:cubicBezTo>
                  <a:cubicBezTo>
                    <a:pt x="8815" y="4176"/>
                    <a:pt x="8726" y="4211"/>
                    <a:pt x="8958" y="4363"/>
                  </a:cubicBezTo>
                  <a:cubicBezTo>
                    <a:pt x="9190" y="4515"/>
                    <a:pt x="9430" y="4622"/>
                    <a:pt x="9430" y="4622"/>
                  </a:cubicBezTo>
                  <a:lnTo>
                    <a:pt x="10162" y="5032"/>
                  </a:lnTo>
                  <a:cubicBezTo>
                    <a:pt x="10162" y="5032"/>
                    <a:pt x="10171" y="4934"/>
                    <a:pt x="10608" y="4925"/>
                  </a:cubicBezTo>
                  <a:cubicBezTo>
                    <a:pt x="10943" y="4918"/>
                    <a:pt x="10880" y="4781"/>
                    <a:pt x="11012" y="4781"/>
                  </a:cubicBezTo>
                  <a:cubicBezTo>
                    <a:pt x="11053" y="4781"/>
                    <a:pt x="11112" y="4794"/>
                    <a:pt x="11206" y="4827"/>
                  </a:cubicBezTo>
                  <a:cubicBezTo>
                    <a:pt x="11408" y="4905"/>
                    <a:pt x="11568" y="4924"/>
                    <a:pt x="11675" y="4924"/>
                  </a:cubicBezTo>
                  <a:cubicBezTo>
                    <a:pt x="11776" y="4924"/>
                    <a:pt x="11830" y="4907"/>
                    <a:pt x="11830" y="4907"/>
                  </a:cubicBezTo>
                  <a:cubicBezTo>
                    <a:pt x="11830" y="4907"/>
                    <a:pt x="11917" y="4532"/>
                    <a:pt x="12178" y="4532"/>
                  </a:cubicBezTo>
                  <a:cubicBezTo>
                    <a:pt x="12181" y="4532"/>
                    <a:pt x="12184" y="4532"/>
                    <a:pt x="12187" y="4533"/>
                  </a:cubicBezTo>
                  <a:cubicBezTo>
                    <a:pt x="12199" y="4533"/>
                    <a:pt x="12211" y="4534"/>
                    <a:pt x="12222" y="4534"/>
                  </a:cubicBezTo>
                  <a:cubicBezTo>
                    <a:pt x="12461" y="4534"/>
                    <a:pt x="12526" y="4363"/>
                    <a:pt x="12526" y="4363"/>
                  </a:cubicBezTo>
                  <a:lnTo>
                    <a:pt x="12713" y="4256"/>
                  </a:lnTo>
                  <a:cubicBezTo>
                    <a:pt x="12713" y="4256"/>
                    <a:pt x="13079" y="3962"/>
                    <a:pt x="13186" y="3890"/>
                  </a:cubicBezTo>
                  <a:cubicBezTo>
                    <a:pt x="13284" y="3810"/>
                    <a:pt x="13347" y="3712"/>
                    <a:pt x="13347" y="3712"/>
                  </a:cubicBezTo>
                  <a:lnTo>
                    <a:pt x="14551" y="3417"/>
                  </a:lnTo>
                  <a:lnTo>
                    <a:pt x="14676" y="3221"/>
                  </a:lnTo>
                  <a:lnTo>
                    <a:pt x="14828" y="3185"/>
                  </a:lnTo>
                  <a:cubicBezTo>
                    <a:pt x="14828" y="3185"/>
                    <a:pt x="14783" y="3149"/>
                    <a:pt x="14909" y="3149"/>
                  </a:cubicBezTo>
                  <a:cubicBezTo>
                    <a:pt x="14922" y="3149"/>
                    <a:pt x="14936" y="3149"/>
                    <a:pt x="14953" y="3150"/>
                  </a:cubicBezTo>
                  <a:cubicBezTo>
                    <a:pt x="14959" y="3150"/>
                    <a:pt x="14966" y="3150"/>
                    <a:pt x="14972" y="3150"/>
                  </a:cubicBezTo>
                  <a:cubicBezTo>
                    <a:pt x="15101" y="3150"/>
                    <a:pt x="15187" y="3087"/>
                    <a:pt x="15259" y="3087"/>
                  </a:cubicBezTo>
                  <a:cubicBezTo>
                    <a:pt x="15280" y="3087"/>
                    <a:pt x="15299" y="3092"/>
                    <a:pt x="15318" y="3105"/>
                  </a:cubicBezTo>
                  <a:cubicBezTo>
                    <a:pt x="15408" y="3159"/>
                    <a:pt x="15524" y="3257"/>
                    <a:pt x="15524" y="3257"/>
                  </a:cubicBezTo>
                  <a:lnTo>
                    <a:pt x="15675" y="3364"/>
                  </a:lnTo>
                  <a:lnTo>
                    <a:pt x="15773" y="3400"/>
                  </a:lnTo>
                  <a:lnTo>
                    <a:pt x="16130" y="3551"/>
                  </a:lnTo>
                  <a:lnTo>
                    <a:pt x="161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149"/>
            <p:cNvSpPr/>
            <p:nvPr/>
          </p:nvSpPr>
          <p:spPr>
            <a:xfrm>
              <a:off x="8402117" y="1587834"/>
              <a:ext cx="315352" cy="98216"/>
            </a:xfrm>
            <a:custGeom>
              <a:rect b="b" l="l" r="r" t="t"/>
              <a:pathLst>
                <a:path extrusionOk="0" h="2704" w="8682">
                  <a:moveTo>
                    <a:pt x="1" y="1"/>
                  </a:moveTo>
                  <a:lnTo>
                    <a:pt x="63" y="143"/>
                  </a:lnTo>
                  <a:lnTo>
                    <a:pt x="206" y="340"/>
                  </a:lnTo>
                  <a:lnTo>
                    <a:pt x="295" y="340"/>
                  </a:lnTo>
                  <a:cubicBezTo>
                    <a:pt x="295" y="340"/>
                    <a:pt x="295" y="358"/>
                    <a:pt x="385" y="438"/>
                  </a:cubicBezTo>
                  <a:cubicBezTo>
                    <a:pt x="483" y="518"/>
                    <a:pt x="545" y="518"/>
                    <a:pt x="545" y="518"/>
                  </a:cubicBezTo>
                  <a:lnTo>
                    <a:pt x="697" y="518"/>
                  </a:lnTo>
                  <a:cubicBezTo>
                    <a:pt x="759" y="518"/>
                    <a:pt x="875" y="563"/>
                    <a:pt x="964" y="723"/>
                  </a:cubicBezTo>
                  <a:cubicBezTo>
                    <a:pt x="1054" y="875"/>
                    <a:pt x="1134" y="937"/>
                    <a:pt x="1134" y="937"/>
                  </a:cubicBezTo>
                  <a:lnTo>
                    <a:pt x="1500" y="866"/>
                  </a:lnTo>
                  <a:lnTo>
                    <a:pt x="1678" y="866"/>
                  </a:lnTo>
                  <a:cubicBezTo>
                    <a:pt x="1678" y="866"/>
                    <a:pt x="1734" y="834"/>
                    <a:pt x="1802" y="834"/>
                  </a:cubicBezTo>
                  <a:cubicBezTo>
                    <a:pt x="1837" y="834"/>
                    <a:pt x="1874" y="842"/>
                    <a:pt x="1910" y="866"/>
                  </a:cubicBezTo>
                  <a:cubicBezTo>
                    <a:pt x="1949" y="890"/>
                    <a:pt x="1979" y="898"/>
                    <a:pt x="2003" y="898"/>
                  </a:cubicBezTo>
                  <a:cubicBezTo>
                    <a:pt x="2051" y="898"/>
                    <a:pt x="2071" y="866"/>
                    <a:pt x="2071" y="866"/>
                  </a:cubicBezTo>
                  <a:lnTo>
                    <a:pt x="2187" y="866"/>
                  </a:lnTo>
                  <a:lnTo>
                    <a:pt x="2329" y="1036"/>
                  </a:lnTo>
                  <a:cubicBezTo>
                    <a:pt x="2329" y="1036"/>
                    <a:pt x="2410" y="1053"/>
                    <a:pt x="2419" y="1134"/>
                  </a:cubicBezTo>
                  <a:cubicBezTo>
                    <a:pt x="2436" y="1205"/>
                    <a:pt x="2588" y="1348"/>
                    <a:pt x="2588" y="1348"/>
                  </a:cubicBezTo>
                  <a:lnTo>
                    <a:pt x="2731" y="1731"/>
                  </a:lnTo>
                  <a:cubicBezTo>
                    <a:pt x="2731" y="1731"/>
                    <a:pt x="2725" y="1847"/>
                    <a:pt x="2833" y="1847"/>
                  </a:cubicBezTo>
                  <a:cubicBezTo>
                    <a:pt x="2856" y="1847"/>
                    <a:pt x="2884" y="1842"/>
                    <a:pt x="2918" y="1829"/>
                  </a:cubicBezTo>
                  <a:cubicBezTo>
                    <a:pt x="3061" y="1771"/>
                    <a:pt x="3109" y="1694"/>
                    <a:pt x="3139" y="1694"/>
                  </a:cubicBezTo>
                  <a:cubicBezTo>
                    <a:pt x="3150" y="1694"/>
                    <a:pt x="3158" y="1705"/>
                    <a:pt x="3168" y="1731"/>
                  </a:cubicBezTo>
                  <a:cubicBezTo>
                    <a:pt x="3204" y="1829"/>
                    <a:pt x="3114" y="1821"/>
                    <a:pt x="3311" y="1901"/>
                  </a:cubicBezTo>
                  <a:cubicBezTo>
                    <a:pt x="3368" y="1926"/>
                    <a:pt x="3414" y="1935"/>
                    <a:pt x="3453" y="1935"/>
                  </a:cubicBezTo>
                  <a:cubicBezTo>
                    <a:pt x="3555" y="1935"/>
                    <a:pt x="3611" y="1874"/>
                    <a:pt x="3694" y="1874"/>
                  </a:cubicBezTo>
                  <a:lnTo>
                    <a:pt x="3935" y="1874"/>
                  </a:lnTo>
                  <a:lnTo>
                    <a:pt x="4122" y="1883"/>
                  </a:lnTo>
                  <a:lnTo>
                    <a:pt x="4283" y="1945"/>
                  </a:lnTo>
                  <a:lnTo>
                    <a:pt x="4488" y="2008"/>
                  </a:lnTo>
                  <a:cubicBezTo>
                    <a:pt x="4488" y="2008"/>
                    <a:pt x="4486" y="1988"/>
                    <a:pt x="4501" y="1988"/>
                  </a:cubicBezTo>
                  <a:cubicBezTo>
                    <a:pt x="4515" y="1988"/>
                    <a:pt x="4546" y="2008"/>
                    <a:pt x="4613" y="2088"/>
                  </a:cubicBezTo>
                  <a:cubicBezTo>
                    <a:pt x="4738" y="2249"/>
                    <a:pt x="4693" y="2267"/>
                    <a:pt x="4818" y="2347"/>
                  </a:cubicBezTo>
                  <a:cubicBezTo>
                    <a:pt x="4943" y="2427"/>
                    <a:pt x="5077" y="2481"/>
                    <a:pt x="5077" y="2481"/>
                  </a:cubicBezTo>
                  <a:lnTo>
                    <a:pt x="5470" y="2704"/>
                  </a:lnTo>
                  <a:cubicBezTo>
                    <a:pt x="5470" y="2704"/>
                    <a:pt x="5470" y="2659"/>
                    <a:pt x="5710" y="2650"/>
                  </a:cubicBezTo>
                  <a:cubicBezTo>
                    <a:pt x="5886" y="2643"/>
                    <a:pt x="5857" y="2570"/>
                    <a:pt x="5926" y="2570"/>
                  </a:cubicBezTo>
                  <a:cubicBezTo>
                    <a:pt x="5948" y="2570"/>
                    <a:pt x="5980" y="2577"/>
                    <a:pt x="6032" y="2597"/>
                  </a:cubicBezTo>
                  <a:cubicBezTo>
                    <a:pt x="6145" y="2639"/>
                    <a:pt x="6233" y="2649"/>
                    <a:pt x="6291" y="2649"/>
                  </a:cubicBezTo>
                  <a:cubicBezTo>
                    <a:pt x="6343" y="2649"/>
                    <a:pt x="6371" y="2641"/>
                    <a:pt x="6371" y="2641"/>
                  </a:cubicBezTo>
                  <a:cubicBezTo>
                    <a:pt x="6371" y="2641"/>
                    <a:pt x="6413" y="2436"/>
                    <a:pt x="6549" y="2436"/>
                  </a:cubicBezTo>
                  <a:cubicBezTo>
                    <a:pt x="6552" y="2436"/>
                    <a:pt x="6555" y="2436"/>
                    <a:pt x="6558" y="2436"/>
                  </a:cubicBezTo>
                  <a:cubicBezTo>
                    <a:pt x="6564" y="2437"/>
                    <a:pt x="6570" y="2437"/>
                    <a:pt x="6576" y="2437"/>
                  </a:cubicBezTo>
                  <a:cubicBezTo>
                    <a:pt x="6704" y="2437"/>
                    <a:pt x="6736" y="2347"/>
                    <a:pt x="6736" y="2347"/>
                  </a:cubicBezTo>
                  <a:lnTo>
                    <a:pt x="6843" y="2293"/>
                  </a:lnTo>
                  <a:cubicBezTo>
                    <a:pt x="6843" y="2293"/>
                    <a:pt x="7040" y="2133"/>
                    <a:pt x="7093" y="2088"/>
                  </a:cubicBezTo>
                  <a:cubicBezTo>
                    <a:pt x="7147" y="2044"/>
                    <a:pt x="7182" y="1999"/>
                    <a:pt x="7182" y="1999"/>
                  </a:cubicBezTo>
                  <a:lnTo>
                    <a:pt x="7834" y="1838"/>
                  </a:lnTo>
                  <a:lnTo>
                    <a:pt x="7896" y="1731"/>
                  </a:lnTo>
                  <a:lnTo>
                    <a:pt x="7976" y="1714"/>
                  </a:lnTo>
                  <a:cubicBezTo>
                    <a:pt x="7976" y="1714"/>
                    <a:pt x="7957" y="1694"/>
                    <a:pt x="8013" y="1694"/>
                  </a:cubicBezTo>
                  <a:cubicBezTo>
                    <a:pt x="8022" y="1694"/>
                    <a:pt x="8034" y="1694"/>
                    <a:pt x="8048" y="1696"/>
                  </a:cubicBezTo>
                  <a:cubicBezTo>
                    <a:pt x="8117" y="1696"/>
                    <a:pt x="8165" y="1658"/>
                    <a:pt x="8208" y="1658"/>
                  </a:cubicBezTo>
                  <a:cubicBezTo>
                    <a:pt x="8220" y="1658"/>
                    <a:pt x="8232" y="1661"/>
                    <a:pt x="8244" y="1669"/>
                  </a:cubicBezTo>
                  <a:cubicBezTo>
                    <a:pt x="8289" y="1696"/>
                    <a:pt x="8351" y="1749"/>
                    <a:pt x="8351" y="1749"/>
                  </a:cubicBezTo>
                  <a:lnTo>
                    <a:pt x="8431" y="1803"/>
                  </a:lnTo>
                  <a:lnTo>
                    <a:pt x="8485" y="1829"/>
                  </a:lnTo>
                  <a:lnTo>
                    <a:pt x="8681" y="1910"/>
                  </a:lnTo>
                  <a:lnTo>
                    <a:pt x="8681"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9" name="Google Shape;9709;p149"/>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9710" name="Google Shape;9710;p149"/>
          <p:cNvSpPr txBox="1"/>
          <p:nvPr>
            <p:ph idx="2" type="title"/>
          </p:nvPr>
        </p:nvSpPr>
        <p:spPr>
          <a:xfrm>
            <a:off x="1567525" y="1517075"/>
            <a:ext cx="3905100" cy="315900"/>
          </a:xfrm>
          <a:prstGeom prst="rect">
            <a:avLst/>
          </a:prstGeom>
        </p:spPr>
        <p:txBody>
          <a:bodyPr anchorCtr="0" anchor="ctr" bIns="91425" lIns="91425" spcFirstLastPara="1" rIns="91425" wrap="square" tIns="91425">
            <a:noAutofit/>
          </a:bodyPr>
          <a:lstStyle>
            <a:lvl1pPr lvl="0">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9711" name="Google Shape;9711;p149"/>
          <p:cNvSpPr txBox="1"/>
          <p:nvPr>
            <p:ph idx="1" type="subTitle"/>
          </p:nvPr>
        </p:nvSpPr>
        <p:spPr>
          <a:xfrm>
            <a:off x="1567525" y="1814848"/>
            <a:ext cx="3905100" cy="315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9712" name="Google Shape;9712;p149"/>
          <p:cNvSpPr txBox="1"/>
          <p:nvPr>
            <p:ph hasCustomPrompt="1" idx="3" type="title"/>
          </p:nvPr>
        </p:nvSpPr>
        <p:spPr>
          <a:xfrm>
            <a:off x="720000" y="1495475"/>
            <a:ext cx="840600" cy="657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r>
              <a:t>xx%</a:t>
            </a:r>
          </a:p>
        </p:txBody>
      </p:sp>
      <p:sp>
        <p:nvSpPr>
          <p:cNvPr id="9713" name="Google Shape;9713;p149"/>
          <p:cNvSpPr txBox="1"/>
          <p:nvPr>
            <p:ph idx="4" type="title"/>
          </p:nvPr>
        </p:nvSpPr>
        <p:spPr>
          <a:xfrm>
            <a:off x="1567525" y="2314263"/>
            <a:ext cx="3905100" cy="315900"/>
          </a:xfrm>
          <a:prstGeom prst="rect">
            <a:avLst/>
          </a:prstGeom>
        </p:spPr>
        <p:txBody>
          <a:bodyPr anchorCtr="0" anchor="ctr" bIns="91425" lIns="91425" spcFirstLastPara="1" rIns="91425" wrap="square" tIns="91425">
            <a:noAutofit/>
          </a:bodyPr>
          <a:lstStyle>
            <a:lvl1pPr lvl="0">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9714" name="Google Shape;9714;p149"/>
          <p:cNvSpPr txBox="1"/>
          <p:nvPr>
            <p:ph idx="5" type="subTitle"/>
          </p:nvPr>
        </p:nvSpPr>
        <p:spPr>
          <a:xfrm>
            <a:off x="1567525" y="2612032"/>
            <a:ext cx="3905100" cy="315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9715" name="Google Shape;9715;p149"/>
          <p:cNvSpPr txBox="1"/>
          <p:nvPr>
            <p:ph hasCustomPrompt="1" idx="6" type="title"/>
          </p:nvPr>
        </p:nvSpPr>
        <p:spPr>
          <a:xfrm>
            <a:off x="720000" y="2292658"/>
            <a:ext cx="840600" cy="657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r>
              <a:t>xx%</a:t>
            </a:r>
          </a:p>
        </p:txBody>
      </p:sp>
      <p:sp>
        <p:nvSpPr>
          <p:cNvPr id="9716" name="Google Shape;9716;p149"/>
          <p:cNvSpPr txBox="1"/>
          <p:nvPr>
            <p:ph idx="7" type="title"/>
          </p:nvPr>
        </p:nvSpPr>
        <p:spPr>
          <a:xfrm>
            <a:off x="1567525" y="3111427"/>
            <a:ext cx="3905100" cy="315900"/>
          </a:xfrm>
          <a:prstGeom prst="rect">
            <a:avLst/>
          </a:prstGeom>
        </p:spPr>
        <p:txBody>
          <a:bodyPr anchorCtr="0" anchor="ctr" bIns="91425" lIns="91425" spcFirstLastPara="1" rIns="91425" wrap="square" tIns="91425">
            <a:noAutofit/>
          </a:bodyPr>
          <a:lstStyle>
            <a:lvl1pPr lvl="0">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9717" name="Google Shape;9717;p149"/>
          <p:cNvSpPr txBox="1"/>
          <p:nvPr>
            <p:ph idx="8" type="subTitle"/>
          </p:nvPr>
        </p:nvSpPr>
        <p:spPr>
          <a:xfrm>
            <a:off x="1567525" y="3409203"/>
            <a:ext cx="3905100" cy="315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9718" name="Google Shape;9718;p149"/>
          <p:cNvSpPr txBox="1"/>
          <p:nvPr>
            <p:ph hasCustomPrompt="1" idx="9" type="title"/>
          </p:nvPr>
        </p:nvSpPr>
        <p:spPr>
          <a:xfrm>
            <a:off x="720000" y="3089829"/>
            <a:ext cx="840600" cy="657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r>
              <a:t>xx%</a:t>
            </a:r>
          </a:p>
        </p:txBody>
      </p:sp>
      <p:sp>
        <p:nvSpPr>
          <p:cNvPr id="9719" name="Google Shape;9719;p149"/>
          <p:cNvSpPr txBox="1"/>
          <p:nvPr>
            <p:ph idx="13" type="title"/>
          </p:nvPr>
        </p:nvSpPr>
        <p:spPr>
          <a:xfrm>
            <a:off x="1567525" y="3908627"/>
            <a:ext cx="3905100" cy="315900"/>
          </a:xfrm>
          <a:prstGeom prst="rect">
            <a:avLst/>
          </a:prstGeom>
        </p:spPr>
        <p:txBody>
          <a:bodyPr anchorCtr="0" anchor="ctr" bIns="91425" lIns="91425" spcFirstLastPara="1" rIns="91425" wrap="square" tIns="91425">
            <a:noAutofit/>
          </a:bodyPr>
          <a:lstStyle>
            <a:lvl1pPr lvl="0">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9720" name="Google Shape;9720;p149"/>
          <p:cNvSpPr txBox="1"/>
          <p:nvPr>
            <p:ph idx="14" type="subTitle"/>
          </p:nvPr>
        </p:nvSpPr>
        <p:spPr>
          <a:xfrm>
            <a:off x="1567525" y="4206400"/>
            <a:ext cx="3905100" cy="315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9721" name="Google Shape;9721;p149"/>
          <p:cNvSpPr txBox="1"/>
          <p:nvPr>
            <p:ph hasCustomPrompt="1" idx="15" type="title"/>
          </p:nvPr>
        </p:nvSpPr>
        <p:spPr>
          <a:xfrm>
            <a:off x="720000" y="3887025"/>
            <a:ext cx="840600" cy="657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r>
              <a:t>xx%</a:t>
            </a:r>
          </a:p>
        </p:txBody>
      </p:sp>
    </p:spTree>
  </p:cSld>
  <p:clrMapOvr>
    <a:masterClrMapping/>
  </p:clrMapOvr>
</p:sldLayout>
</file>

<file path=ppt/slideLayouts/slideLayout1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9722" name="Shape 9722"/>
        <p:cNvGrpSpPr/>
        <p:nvPr/>
      </p:nvGrpSpPr>
      <p:grpSpPr>
        <a:xfrm>
          <a:off x="0" y="0"/>
          <a:ext cx="0" cy="0"/>
          <a:chOff x="0" y="0"/>
          <a:chExt cx="0" cy="0"/>
        </a:xfrm>
      </p:grpSpPr>
      <p:sp>
        <p:nvSpPr>
          <p:cNvPr id="9723" name="Google Shape;9723;p150"/>
          <p:cNvSpPr txBox="1"/>
          <p:nvPr>
            <p:ph type="title"/>
          </p:nvPr>
        </p:nvSpPr>
        <p:spPr>
          <a:xfrm>
            <a:off x="4070700" y="3065849"/>
            <a:ext cx="4360200" cy="490200"/>
          </a:xfrm>
          <a:prstGeom prst="rect">
            <a:avLst/>
          </a:prstGeom>
        </p:spPr>
        <p:txBody>
          <a:bodyPr anchorCtr="0" anchor="ctr" bIns="91425" lIns="91425" spcFirstLastPara="1" rIns="91425" wrap="square" tIns="91425">
            <a:noAutofit/>
          </a:bodyPr>
          <a:lstStyle>
            <a:lvl1pPr lvl="0" algn="r">
              <a:spcBef>
                <a:spcPts val="0"/>
              </a:spcBef>
              <a:spcAft>
                <a:spcPts val="0"/>
              </a:spcAft>
              <a:buSzPts val="3000"/>
              <a:buNone/>
              <a:defRPr sz="3000"/>
            </a:lvl1pPr>
            <a:lvl2pPr lvl="1" algn="ctr">
              <a:spcBef>
                <a:spcPts val="0"/>
              </a:spcBef>
              <a:spcAft>
                <a:spcPts val="0"/>
              </a:spcAft>
              <a:buSzPts val="3000"/>
              <a:buNone/>
              <a:defRPr sz="3000"/>
            </a:lvl2pPr>
            <a:lvl3pPr lvl="2" algn="ctr">
              <a:spcBef>
                <a:spcPts val="0"/>
              </a:spcBef>
              <a:spcAft>
                <a:spcPts val="0"/>
              </a:spcAft>
              <a:buSzPts val="3000"/>
              <a:buNone/>
              <a:defRPr sz="3000"/>
            </a:lvl3pPr>
            <a:lvl4pPr lvl="3" algn="ctr">
              <a:spcBef>
                <a:spcPts val="0"/>
              </a:spcBef>
              <a:spcAft>
                <a:spcPts val="0"/>
              </a:spcAft>
              <a:buSzPts val="3000"/>
              <a:buNone/>
              <a:defRPr sz="3000"/>
            </a:lvl4pPr>
            <a:lvl5pPr lvl="4" algn="ctr">
              <a:spcBef>
                <a:spcPts val="0"/>
              </a:spcBef>
              <a:spcAft>
                <a:spcPts val="0"/>
              </a:spcAft>
              <a:buSzPts val="3000"/>
              <a:buNone/>
              <a:defRPr sz="3000"/>
            </a:lvl5pPr>
            <a:lvl6pPr lvl="5" algn="ctr">
              <a:spcBef>
                <a:spcPts val="0"/>
              </a:spcBef>
              <a:spcAft>
                <a:spcPts val="0"/>
              </a:spcAft>
              <a:buSzPts val="3000"/>
              <a:buNone/>
              <a:defRPr sz="3000"/>
            </a:lvl6pPr>
            <a:lvl7pPr lvl="6" algn="ctr">
              <a:spcBef>
                <a:spcPts val="0"/>
              </a:spcBef>
              <a:spcAft>
                <a:spcPts val="0"/>
              </a:spcAft>
              <a:buSzPts val="3000"/>
              <a:buNone/>
              <a:defRPr sz="3000"/>
            </a:lvl7pPr>
            <a:lvl8pPr lvl="7" algn="ctr">
              <a:spcBef>
                <a:spcPts val="0"/>
              </a:spcBef>
              <a:spcAft>
                <a:spcPts val="0"/>
              </a:spcAft>
              <a:buSzPts val="3000"/>
              <a:buNone/>
              <a:defRPr sz="3000"/>
            </a:lvl8pPr>
            <a:lvl9pPr lvl="8" algn="ctr">
              <a:spcBef>
                <a:spcPts val="0"/>
              </a:spcBef>
              <a:spcAft>
                <a:spcPts val="0"/>
              </a:spcAft>
              <a:buSzPts val="3000"/>
              <a:buNone/>
              <a:defRPr sz="3000"/>
            </a:lvl9pPr>
          </a:lstStyle>
          <a:p/>
        </p:txBody>
      </p:sp>
      <p:sp>
        <p:nvSpPr>
          <p:cNvPr id="9724" name="Google Shape;9724;p150"/>
          <p:cNvSpPr txBox="1"/>
          <p:nvPr>
            <p:ph idx="1" type="subTitle"/>
          </p:nvPr>
        </p:nvSpPr>
        <p:spPr>
          <a:xfrm>
            <a:off x="4070725" y="1587450"/>
            <a:ext cx="4360200" cy="1478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SzPts val="3000"/>
              <a:buNone/>
              <a:defRPr sz="2000"/>
            </a:lvl1pPr>
            <a:lvl2pPr lvl="1" algn="ctr">
              <a:lnSpc>
                <a:spcPct val="100000"/>
              </a:lnSpc>
              <a:spcBef>
                <a:spcPts val="0"/>
              </a:spcBef>
              <a:spcAft>
                <a:spcPts val="0"/>
              </a:spcAft>
              <a:buSzPts val="3000"/>
              <a:buNone/>
              <a:defRPr sz="3000"/>
            </a:lvl2pPr>
            <a:lvl3pPr lvl="2" algn="ctr">
              <a:lnSpc>
                <a:spcPct val="100000"/>
              </a:lnSpc>
              <a:spcBef>
                <a:spcPts val="1600"/>
              </a:spcBef>
              <a:spcAft>
                <a:spcPts val="0"/>
              </a:spcAft>
              <a:buSzPts val="3000"/>
              <a:buNone/>
              <a:defRPr sz="3000"/>
            </a:lvl3pPr>
            <a:lvl4pPr lvl="3" algn="ctr">
              <a:lnSpc>
                <a:spcPct val="100000"/>
              </a:lnSpc>
              <a:spcBef>
                <a:spcPts val="1600"/>
              </a:spcBef>
              <a:spcAft>
                <a:spcPts val="0"/>
              </a:spcAft>
              <a:buSzPts val="3000"/>
              <a:buNone/>
              <a:defRPr sz="3000"/>
            </a:lvl4pPr>
            <a:lvl5pPr lvl="4" algn="ctr">
              <a:lnSpc>
                <a:spcPct val="100000"/>
              </a:lnSpc>
              <a:spcBef>
                <a:spcPts val="1600"/>
              </a:spcBef>
              <a:spcAft>
                <a:spcPts val="0"/>
              </a:spcAft>
              <a:buSzPts val="3000"/>
              <a:buNone/>
              <a:defRPr sz="3000"/>
            </a:lvl5pPr>
            <a:lvl6pPr lvl="5" algn="ctr">
              <a:lnSpc>
                <a:spcPct val="100000"/>
              </a:lnSpc>
              <a:spcBef>
                <a:spcPts val="1600"/>
              </a:spcBef>
              <a:spcAft>
                <a:spcPts val="0"/>
              </a:spcAft>
              <a:buSzPts val="3000"/>
              <a:buNone/>
              <a:defRPr sz="3000"/>
            </a:lvl6pPr>
            <a:lvl7pPr lvl="6" algn="ctr">
              <a:lnSpc>
                <a:spcPct val="100000"/>
              </a:lnSpc>
              <a:spcBef>
                <a:spcPts val="1600"/>
              </a:spcBef>
              <a:spcAft>
                <a:spcPts val="0"/>
              </a:spcAft>
              <a:buSzPts val="3000"/>
              <a:buNone/>
              <a:defRPr sz="3000"/>
            </a:lvl7pPr>
            <a:lvl8pPr lvl="7" algn="ctr">
              <a:lnSpc>
                <a:spcPct val="100000"/>
              </a:lnSpc>
              <a:spcBef>
                <a:spcPts val="1600"/>
              </a:spcBef>
              <a:spcAft>
                <a:spcPts val="0"/>
              </a:spcAft>
              <a:buSzPts val="3000"/>
              <a:buNone/>
              <a:defRPr sz="3000"/>
            </a:lvl8pPr>
            <a:lvl9pPr lvl="8" algn="ctr">
              <a:lnSpc>
                <a:spcPct val="100000"/>
              </a:lnSpc>
              <a:spcBef>
                <a:spcPts val="1600"/>
              </a:spcBef>
              <a:spcAft>
                <a:spcPts val="1600"/>
              </a:spcAft>
              <a:buSzPts val="3000"/>
              <a:buNone/>
              <a:defRPr sz="3000"/>
            </a:lvl9pPr>
          </a:lstStyle>
          <a:p/>
        </p:txBody>
      </p:sp>
      <p:sp>
        <p:nvSpPr>
          <p:cNvPr id="9725" name="Google Shape;9725;p150"/>
          <p:cNvSpPr/>
          <p:nvPr/>
        </p:nvSpPr>
        <p:spPr>
          <a:xfrm flipH="1">
            <a:off x="-6" y="3996398"/>
            <a:ext cx="9173906" cy="1147080"/>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150"/>
          <p:cNvSpPr/>
          <p:nvPr/>
        </p:nvSpPr>
        <p:spPr>
          <a:xfrm flipH="1">
            <a:off x="-459104" y="3775428"/>
            <a:ext cx="6683105" cy="2534470"/>
          </a:xfrm>
          <a:custGeom>
            <a:rect b="b" l="l" r="r" t="t"/>
            <a:pathLst>
              <a:path extrusionOk="0" h="13052" w="30413">
                <a:moveTo>
                  <a:pt x="22990" y="1"/>
                </a:moveTo>
                <a:lnTo>
                  <a:pt x="13801" y="1071"/>
                </a:lnTo>
                <a:lnTo>
                  <a:pt x="13596" y="1071"/>
                </a:lnTo>
                <a:cubicBezTo>
                  <a:pt x="13596" y="1071"/>
                  <a:pt x="9965" y="1437"/>
                  <a:pt x="11027" y="1856"/>
                </a:cubicBezTo>
                <a:cubicBezTo>
                  <a:pt x="12080" y="2275"/>
                  <a:pt x="12570" y="2552"/>
                  <a:pt x="10447" y="2918"/>
                </a:cubicBezTo>
                <a:cubicBezTo>
                  <a:pt x="8333" y="3275"/>
                  <a:pt x="5960" y="3560"/>
                  <a:pt x="7610" y="4184"/>
                </a:cubicBezTo>
                <a:cubicBezTo>
                  <a:pt x="9260" y="4800"/>
                  <a:pt x="6575" y="5549"/>
                  <a:pt x="3694" y="5755"/>
                </a:cubicBezTo>
                <a:cubicBezTo>
                  <a:pt x="2427" y="5844"/>
                  <a:pt x="1098" y="6450"/>
                  <a:pt x="0" y="7102"/>
                </a:cubicBezTo>
                <a:lnTo>
                  <a:pt x="0" y="13052"/>
                </a:lnTo>
                <a:lnTo>
                  <a:pt x="28869" y="13052"/>
                </a:lnTo>
                <a:lnTo>
                  <a:pt x="30412" y="12704"/>
                </a:lnTo>
                <a:lnTo>
                  <a:pt x="30412" y="81"/>
                </a:lnTo>
                <a:lnTo>
                  <a:pt x="30038"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150"/>
          <p:cNvSpPr/>
          <p:nvPr/>
        </p:nvSpPr>
        <p:spPr>
          <a:xfrm flipH="1">
            <a:off x="-459104" y="3775428"/>
            <a:ext cx="6683105" cy="2534470"/>
          </a:xfrm>
          <a:custGeom>
            <a:rect b="b" l="l" r="r" t="t"/>
            <a:pathLst>
              <a:path extrusionOk="0" h="13052" w="30413">
                <a:moveTo>
                  <a:pt x="22990" y="1"/>
                </a:moveTo>
                <a:lnTo>
                  <a:pt x="15728" y="848"/>
                </a:lnTo>
                <a:lnTo>
                  <a:pt x="13569" y="1749"/>
                </a:lnTo>
                <a:cubicBezTo>
                  <a:pt x="13569" y="1749"/>
                  <a:pt x="15666" y="2409"/>
                  <a:pt x="12766" y="2909"/>
                </a:cubicBezTo>
                <a:cubicBezTo>
                  <a:pt x="9867" y="3417"/>
                  <a:pt x="12017" y="3997"/>
                  <a:pt x="13337" y="4184"/>
                </a:cubicBezTo>
                <a:cubicBezTo>
                  <a:pt x="14649" y="4372"/>
                  <a:pt x="15407" y="5210"/>
                  <a:pt x="8939" y="6236"/>
                </a:cubicBezTo>
                <a:cubicBezTo>
                  <a:pt x="2480" y="7271"/>
                  <a:pt x="4684" y="7789"/>
                  <a:pt x="5888" y="8029"/>
                </a:cubicBezTo>
                <a:cubicBezTo>
                  <a:pt x="7030" y="8252"/>
                  <a:pt x="5291" y="8725"/>
                  <a:pt x="0" y="9555"/>
                </a:cubicBezTo>
                <a:lnTo>
                  <a:pt x="0" y="13052"/>
                </a:lnTo>
                <a:lnTo>
                  <a:pt x="28494" y="13052"/>
                </a:lnTo>
                <a:lnTo>
                  <a:pt x="28155" y="7887"/>
                </a:lnTo>
                <a:cubicBezTo>
                  <a:pt x="28155" y="7887"/>
                  <a:pt x="25953" y="8060"/>
                  <a:pt x="24567" y="8060"/>
                </a:cubicBezTo>
                <a:cubicBezTo>
                  <a:pt x="24042" y="8060"/>
                  <a:pt x="23635" y="8036"/>
                  <a:pt x="23507" y="7967"/>
                </a:cubicBezTo>
                <a:cubicBezTo>
                  <a:pt x="23035" y="7726"/>
                  <a:pt x="26639" y="7664"/>
                  <a:pt x="25104" y="6888"/>
                </a:cubicBezTo>
                <a:cubicBezTo>
                  <a:pt x="23579" y="6111"/>
                  <a:pt x="18413" y="6067"/>
                  <a:pt x="20233" y="5317"/>
                </a:cubicBezTo>
                <a:cubicBezTo>
                  <a:pt x="22062" y="4577"/>
                  <a:pt x="20028" y="4220"/>
                  <a:pt x="18333" y="3640"/>
                </a:cubicBezTo>
                <a:cubicBezTo>
                  <a:pt x="16638" y="3060"/>
                  <a:pt x="17236" y="2543"/>
                  <a:pt x="18770" y="2525"/>
                </a:cubicBezTo>
                <a:cubicBezTo>
                  <a:pt x="18807" y="2525"/>
                  <a:pt x="18842" y="2525"/>
                  <a:pt x="18876" y="2525"/>
                </a:cubicBezTo>
                <a:cubicBezTo>
                  <a:pt x="20301" y="2525"/>
                  <a:pt x="20215" y="2879"/>
                  <a:pt x="19832" y="3105"/>
                </a:cubicBezTo>
                <a:cubicBezTo>
                  <a:pt x="19586" y="3247"/>
                  <a:pt x="19856" y="3386"/>
                  <a:pt x="20555" y="3386"/>
                </a:cubicBezTo>
                <a:cubicBezTo>
                  <a:pt x="20997" y="3386"/>
                  <a:pt x="21611" y="3330"/>
                  <a:pt x="22374" y="3185"/>
                </a:cubicBezTo>
                <a:cubicBezTo>
                  <a:pt x="22844" y="3098"/>
                  <a:pt x="23275" y="3061"/>
                  <a:pt x="23640" y="3061"/>
                </a:cubicBezTo>
                <a:cubicBezTo>
                  <a:pt x="24807" y="3061"/>
                  <a:pt x="25303" y="3439"/>
                  <a:pt x="24257" y="3765"/>
                </a:cubicBezTo>
                <a:cubicBezTo>
                  <a:pt x="23293" y="4074"/>
                  <a:pt x="23579" y="4205"/>
                  <a:pt x="24624" y="4205"/>
                </a:cubicBezTo>
                <a:cubicBezTo>
                  <a:pt x="25060" y="4205"/>
                  <a:pt x="25627" y="4182"/>
                  <a:pt x="26291" y="4140"/>
                </a:cubicBezTo>
                <a:cubicBezTo>
                  <a:pt x="26778" y="4109"/>
                  <a:pt x="27185" y="4094"/>
                  <a:pt x="27510" y="4094"/>
                </a:cubicBezTo>
                <a:cubicBezTo>
                  <a:pt x="28693" y="4094"/>
                  <a:pt x="28808" y="4287"/>
                  <a:pt x="27843" y="4595"/>
                </a:cubicBezTo>
                <a:cubicBezTo>
                  <a:pt x="27072" y="4842"/>
                  <a:pt x="27244" y="5114"/>
                  <a:pt x="28358" y="5114"/>
                </a:cubicBezTo>
                <a:cubicBezTo>
                  <a:pt x="28855" y="5114"/>
                  <a:pt x="29540" y="5060"/>
                  <a:pt x="30412" y="4925"/>
                </a:cubicBezTo>
                <a:lnTo>
                  <a:pt x="30412" y="179"/>
                </a:lnTo>
                <a:cubicBezTo>
                  <a:pt x="29547" y="108"/>
                  <a:pt x="28494" y="45"/>
                  <a:pt x="27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28" name="Google Shape;9728;p150"/>
          <p:cNvGrpSpPr/>
          <p:nvPr/>
        </p:nvGrpSpPr>
        <p:grpSpPr>
          <a:xfrm flipH="1">
            <a:off x="-760212" y="1663728"/>
            <a:ext cx="4484281" cy="2708498"/>
            <a:chOff x="6244119" y="1698941"/>
            <a:chExt cx="760628" cy="457625"/>
          </a:xfrm>
        </p:grpSpPr>
        <p:sp>
          <p:nvSpPr>
            <p:cNvPr id="9729" name="Google Shape;9729;p150"/>
            <p:cNvSpPr/>
            <p:nvPr/>
          </p:nvSpPr>
          <p:spPr>
            <a:xfrm>
              <a:off x="6462191" y="1698941"/>
              <a:ext cx="542556" cy="308882"/>
            </a:xfrm>
            <a:custGeom>
              <a:rect b="b" l="l" r="r" t="t"/>
              <a:pathLst>
                <a:path extrusionOk="0" h="6522" w="11456">
                  <a:moveTo>
                    <a:pt x="9502" y="0"/>
                  </a:moveTo>
                  <a:cubicBezTo>
                    <a:pt x="8699" y="0"/>
                    <a:pt x="8708" y="848"/>
                    <a:pt x="8708" y="848"/>
                  </a:cubicBezTo>
                  <a:cubicBezTo>
                    <a:pt x="8671" y="845"/>
                    <a:pt x="8636" y="844"/>
                    <a:pt x="8602" y="844"/>
                  </a:cubicBezTo>
                  <a:cubicBezTo>
                    <a:pt x="7656" y="844"/>
                    <a:pt x="7664" y="1775"/>
                    <a:pt x="7664" y="1775"/>
                  </a:cubicBezTo>
                  <a:cubicBezTo>
                    <a:pt x="7631" y="1773"/>
                    <a:pt x="7600" y="1772"/>
                    <a:pt x="7570" y="1772"/>
                  </a:cubicBezTo>
                  <a:cubicBezTo>
                    <a:pt x="6944" y="1772"/>
                    <a:pt x="6977" y="2284"/>
                    <a:pt x="6977" y="2284"/>
                  </a:cubicBezTo>
                  <a:cubicBezTo>
                    <a:pt x="6883" y="2268"/>
                    <a:pt x="6797" y="2261"/>
                    <a:pt x="6719" y="2261"/>
                  </a:cubicBezTo>
                  <a:cubicBezTo>
                    <a:pt x="5978" y="2261"/>
                    <a:pt x="5897" y="2882"/>
                    <a:pt x="5897" y="2882"/>
                  </a:cubicBezTo>
                  <a:cubicBezTo>
                    <a:pt x="5785" y="2868"/>
                    <a:pt x="5681" y="2861"/>
                    <a:pt x="5583" y="2861"/>
                  </a:cubicBezTo>
                  <a:cubicBezTo>
                    <a:pt x="4370" y="2861"/>
                    <a:pt x="4202" y="3854"/>
                    <a:pt x="4202" y="3854"/>
                  </a:cubicBezTo>
                  <a:cubicBezTo>
                    <a:pt x="4113" y="3833"/>
                    <a:pt x="4032" y="3823"/>
                    <a:pt x="3959" y="3823"/>
                  </a:cubicBezTo>
                  <a:cubicBezTo>
                    <a:pt x="3453" y="3823"/>
                    <a:pt x="3337" y="4273"/>
                    <a:pt x="3337" y="4273"/>
                  </a:cubicBezTo>
                  <a:cubicBezTo>
                    <a:pt x="3145" y="4199"/>
                    <a:pt x="2971" y="4168"/>
                    <a:pt x="2815" y="4168"/>
                  </a:cubicBezTo>
                  <a:cubicBezTo>
                    <a:pt x="2108" y="4168"/>
                    <a:pt x="1767" y="4791"/>
                    <a:pt x="1767" y="4791"/>
                  </a:cubicBezTo>
                  <a:cubicBezTo>
                    <a:pt x="1649" y="4743"/>
                    <a:pt x="1540" y="4724"/>
                    <a:pt x="1440" y="4724"/>
                  </a:cubicBezTo>
                  <a:cubicBezTo>
                    <a:pt x="1014" y="4724"/>
                    <a:pt x="768" y="5076"/>
                    <a:pt x="768" y="5076"/>
                  </a:cubicBezTo>
                  <a:lnTo>
                    <a:pt x="1" y="6521"/>
                  </a:lnTo>
                  <a:lnTo>
                    <a:pt x="11455" y="6521"/>
                  </a:lnTo>
                  <a:lnTo>
                    <a:pt x="1145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150"/>
            <p:cNvSpPr/>
            <p:nvPr/>
          </p:nvSpPr>
          <p:spPr>
            <a:xfrm>
              <a:off x="6401936" y="1925441"/>
              <a:ext cx="24990" cy="29240"/>
            </a:xfrm>
            <a:custGeom>
              <a:rect b="b" l="l" r="r" t="t"/>
              <a:pathLst>
                <a:path extrusionOk="0" h="805" w="688">
                  <a:moveTo>
                    <a:pt x="669" y="0"/>
                  </a:moveTo>
                  <a:cubicBezTo>
                    <a:pt x="619" y="0"/>
                    <a:pt x="477" y="18"/>
                    <a:pt x="455" y="215"/>
                  </a:cubicBezTo>
                  <a:cubicBezTo>
                    <a:pt x="455" y="215"/>
                    <a:pt x="437" y="208"/>
                    <a:pt x="413" y="208"/>
                  </a:cubicBezTo>
                  <a:cubicBezTo>
                    <a:pt x="378" y="208"/>
                    <a:pt x="332" y="224"/>
                    <a:pt x="322" y="305"/>
                  </a:cubicBezTo>
                  <a:cubicBezTo>
                    <a:pt x="322" y="305"/>
                    <a:pt x="274" y="288"/>
                    <a:pt x="215" y="288"/>
                  </a:cubicBezTo>
                  <a:cubicBezTo>
                    <a:pt x="132" y="288"/>
                    <a:pt x="26" y="321"/>
                    <a:pt x="0" y="483"/>
                  </a:cubicBezTo>
                  <a:lnTo>
                    <a:pt x="687" y="804"/>
                  </a:lnTo>
                  <a:lnTo>
                    <a:pt x="687" y="1"/>
                  </a:lnTo>
                  <a:cubicBezTo>
                    <a:pt x="687" y="1"/>
                    <a:pt x="680" y="0"/>
                    <a:pt x="669"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150"/>
            <p:cNvSpPr/>
            <p:nvPr/>
          </p:nvSpPr>
          <p:spPr>
            <a:xfrm>
              <a:off x="6780077" y="1840885"/>
              <a:ext cx="47328" cy="114452"/>
            </a:xfrm>
            <a:custGeom>
              <a:rect b="b" l="l" r="r" t="t"/>
              <a:pathLst>
                <a:path extrusionOk="0" h="3151" w="1303">
                  <a:moveTo>
                    <a:pt x="0" y="1"/>
                  </a:moveTo>
                  <a:lnTo>
                    <a:pt x="0" y="3150"/>
                  </a:lnTo>
                  <a:lnTo>
                    <a:pt x="1303" y="3150"/>
                  </a:lnTo>
                  <a:lnTo>
                    <a:pt x="1303"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150"/>
            <p:cNvSpPr/>
            <p:nvPr/>
          </p:nvSpPr>
          <p:spPr>
            <a:xfrm>
              <a:off x="6804376" y="1859373"/>
              <a:ext cx="5848" cy="1038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150"/>
            <p:cNvSpPr/>
            <p:nvPr/>
          </p:nvSpPr>
          <p:spPr>
            <a:xfrm>
              <a:off x="6790756" y="1848694"/>
              <a:ext cx="5884" cy="10715"/>
            </a:xfrm>
            <a:custGeom>
              <a:rect b="b" l="l" r="r" t="t"/>
              <a:pathLst>
                <a:path extrusionOk="0" h="295" w="162">
                  <a:moveTo>
                    <a:pt x="1" y="0"/>
                  </a:moveTo>
                  <a:lnTo>
                    <a:pt x="1" y="294"/>
                  </a:lnTo>
                  <a:lnTo>
                    <a:pt x="161" y="294"/>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150"/>
            <p:cNvSpPr/>
            <p:nvPr/>
          </p:nvSpPr>
          <p:spPr>
            <a:xfrm>
              <a:off x="6816689" y="1871359"/>
              <a:ext cx="5848" cy="10715"/>
            </a:xfrm>
            <a:custGeom>
              <a:rect b="b" l="l" r="r" t="t"/>
              <a:pathLst>
                <a:path extrusionOk="0" h="295" w="161">
                  <a:moveTo>
                    <a:pt x="0" y="1"/>
                  </a:moveTo>
                  <a:lnTo>
                    <a:pt x="0"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150"/>
            <p:cNvSpPr/>
            <p:nvPr/>
          </p:nvSpPr>
          <p:spPr>
            <a:xfrm>
              <a:off x="6808590" y="1896965"/>
              <a:ext cx="5848" cy="10715"/>
            </a:xfrm>
            <a:custGeom>
              <a:rect b="b" l="l" r="r" t="t"/>
              <a:pathLst>
                <a:path extrusionOk="0" h="295" w="161">
                  <a:moveTo>
                    <a:pt x="0" y="0"/>
                  </a:moveTo>
                  <a:lnTo>
                    <a:pt x="0"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150"/>
            <p:cNvSpPr/>
            <p:nvPr/>
          </p:nvSpPr>
          <p:spPr>
            <a:xfrm>
              <a:off x="6817343" y="1912838"/>
              <a:ext cx="5848" cy="10715"/>
            </a:xfrm>
            <a:custGeom>
              <a:rect b="b" l="l" r="r" t="t"/>
              <a:pathLst>
                <a:path extrusionOk="0" h="295" w="161">
                  <a:moveTo>
                    <a:pt x="0" y="0"/>
                  </a:moveTo>
                  <a:lnTo>
                    <a:pt x="0"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150"/>
            <p:cNvSpPr/>
            <p:nvPr/>
          </p:nvSpPr>
          <p:spPr>
            <a:xfrm>
              <a:off x="6787850" y="1870051"/>
              <a:ext cx="5848" cy="10751"/>
            </a:xfrm>
            <a:custGeom>
              <a:rect b="b" l="l" r="r" t="t"/>
              <a:pathLst>
                <a:path extrusionOk="0" h="296" w="161">
                  <a:moveTo>
                    <a:pt x="0" y="1"/>
                  </a:moveTo>
                  <a:lnTo>
                    <a:pt x="0"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150"/>
            <p:cNvSpPr/>
            <p:nvPr/>
          </p:nvSpPr>
          <p:spPr>
            <a:xfrm>
              <a:off x="6800817" y="1930671"/>
              <a:ext cx="11696" cy="24663"/>
            </a:xfrm>
            <a:custGeom>
              <a:rect b="b" l="l" r="r" t="t"/>
              <a:pathLst>
                <a:path extrusionOk="0" h="679" w="322">
                  <a:moveTo>
                    <a:pt x="0" y="0"/>
                  </a:moveTo>
                  <a:lnTo>
                    <a:pt x="0" y="678"/>
                  </a:lnTo>
                  <a:lnTo>
                    <a:pt x="321" y="678"/>
                  </a:lnTo>
                  <a:lnTo>
                    <a:pt x="32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150"/>
            <p:cNvSpPr/>
            <p:nvPr/>
          </p:nvSpPr>
          <p:spPr>
            <a:xfrm>
              <a:off x="6780077" y="1829553"/>
              <a:ext cx="47328" cy="11369"/>
            </a:xfrm>
            <a:custGeom>
              <a:rect b="b" l="l" r="r" t="t"/>
              <a:pathLst>
                <a:path extrusionOk="0" h="313" w="1303">
                  <a:moveTo>
                    <a:pt x="312" y="1"/>
                  </a:moveTo>
                  <a:lnTo>
                    <a:pt x="0" y="313"/>
                  </a:lnTo>
                  <a:lnTo>
                    <a:pt x="1303" y="313"/>
                  </a:lnTo>
                  <a:lnTo>
                    <a:pt x="130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150"/>
            <p:cNvSpPr/>
            <p:nvPr/>
          </p:nvSpPr>
          <p:spPr>
            <a:xfrm>
              <a:off x="6426235" y="1898563"/>
              <a:ext cx="32109" cy="56118"/>
            </a:xfrm>
            <a:custGeom>
              <a:rect b="b" l="l" r="r" t="t"/>
              <a:pathLst>
                <a:path extrusionOk="0" h="1545" w="884">
                  <a:moveTo>
                    <a:pt x="0" y="1"/>
                  </a:moveTo>
                  <a:lnTo>
                    <a:pt x="0" y="1544"/>
                  </a:lnTo>
                  <a:lnTo>
                    <a:pt x="884" y="1544"/>
                  </a:lnTo>
                  <a:lnTo>
                    <a:pt x="884"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150"/>
            <p:cNvSpPr/>
            <p:nvPr/>
          </p:nvSpPr>
          <p:spPr>
            <a:xfrm>
              <a:off x="6458306" y="1890791"/>
              <a:ext cx="7482" cy="63891"/>
            </a:xfrm>
            <a:custGeom>
              <a:rect b="b" l="l" r="r" t="t"/>
              <a:pathLst>
                <a:path extrusionOk="0" h="1759" w="206">
                  <a:moveTo>
                    <a:pt x="206" y="1"/>
                  </a:moveTo>
                  <a:lnTo>
                    <a:pt x="1" y="215"/>
                  </a:lnTo>
                  <a:lnTo>
                    <a:pt x="1" y="1758"/>
                  </a:lnTo>
                  <a:lnTo>
                    <a:pt x="206" y="1758"/>
                  </a:lnTo>
                  <a:lnTo>
                    <a:pt x="206"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150"/>
            <p:cNvSpPr/>
            <p:nvPr/>
          </p:nvSpPr>
          <p:spPr>
            <a:xfrm>
              <a:off x="6430121" y="1903757"/>
              <a:ext cx="4250" cy="7156"/>
            </a:xfrm>
            <a:custGeom>
              <a:rect b="b" l="l" r="r" t="t"/>
              <a:pathLst>
                <a:path extrusionOk="0" h="197" w="117">
                  <a:moveTo>
                    <a:pt x="0" y="1"/>
                  </a:moveTo>
                  <a:lnTo>
                    <a:pt x="0" y="197"/>
                  </a:lnTo>
                  <a:lnTo>
                    <a:pt x="116" y="197"/>
                  </a:lnTo>
                  <a:lnTo>
                    <a:pt x="11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150"/>
            <p:cNvSpPr/>
            <p:nvPr/>
          </p:nvSpPr>
          <p:spPr>
            <a:xfrm>
              <a:off x="6449553" y="1905719"/>
              <a:ext cx="4250" cy="7156"/>
            </a:xfrm>
            <a:custGeom>
              <a:rect b="b" l="l" r="r" t="t"/>
              <a:pathLst>
                <a:path extrusionOk="0" h="197" w="117">
                  <a:moveTo>
                    <a:pt x="1" y="0"/>
                  </a:moveTo>
                  <a:lnTo>
                    <a:pt x="1" y="196"/>
                  </a:lnTo>
                  <a:lnTo>
                    <a:pt x="117" y="196"/>
                  </a:lnTo>
                  <a:lnTo>
                    <a:pt x="117"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150"/>
            <p:cNvSpPr/>
            <p:nvPr/>
          </p:nvSpPr>
          <p:spPr>
            <a:xfrm>
              <a:off x="6439528" y="1911857"/>
              <a:ext cx="4250" cy="7156"/>
            </a:xfrm>
            <a:custGeom>
              <a:rect b="b" l="l" r="r" t="t"/>
              <a:pathLst>
                <a:path extrusionOk="0" h="197" w="117">
                  <a:moveTo>
                    <a:pt x="0" y="1"/>
                  </a:moveTo>
                  <a:lnTo>
                    <a:pt x="0" y="197"/>
                  </a:lnTo>
                  <a:lnTo>
                    <a:pt x="116" y="197"/>
                  </a:lnTo>
                  <a:lnTo>
                    <a:pt x="11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150"/>
            <p:cNvSpPr/>
            <p:nvPr/>
          </p:nvSpPr>
          <p:spPr>
            <a:xfrm>
              <a:off x="6448282" y="1925151"/>
              <a:ext cx="4250" cy="7156"/>
            </a:xfrm>
            <a:custGeom>
              <a:rect b="b" l="l" r="r" t="t"/>
              <a:pathLst>
                <a:path extrusionOk="0" h="197" w="117">
                  <a:moveTo>
                    <a:pt x="0" y="0"/>
                  </a:moveTo>
                  <a:lnTo>
                    <a:pt x="0" y="197"/>
                  </a:lnTo>
                  <a:lnTo>
                    <a:pt x="116" y="197"/>
                  </a:lnTo>
                  <a:lnTo>
                    <a:pt x="11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150"/>
            <p:cNvSpPr/>
            <p:nvPr/>
          </p:nvSpPr>
          <p:spPr>
            <a:xfrm>
              <a:off x="6433027" y="1923843"/>
              <a:ext cx="4250" cy="7192"/>
            </a:xfrm>
            <a:custGeom>
              <a:rect b="b" l="l" r="r" t="t"/>
              <a:pathLst>
                <a:path extrusionOk="0" h="198" w="117">
                  <a:moveTo>
                    <a:pt x="1" y="1"/>
                  </a:moveTo>
                  <a:lnTo>
                    <a:pt x="1" y="197"/>
                  </a:lnTo>
                  <a:lnTo>
                    <a:pt x="117" y="197"/>
                  </a:lnTo>
                  <a:lnTo>
                    <a:pt x="11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150"/>
            <p:cNvSpPr/>
            <p:nvPr/>
          </p:nvSpPr>
          <p:spPr>
            <a:xfrm>
              <a:off x="6436259" y="1939389"/>
              <a:ext cx="8136" cy="15292"/>
            </a:xfrm>
            <a:custGeom>
              <a:rect b="b" l="l" r="r" t="t"/>
              <a:pathLst>
                <a:path extrusionOk="0" h="421" w="224">
                  <a:moveTo>
                    <a:pt x="1" y="1"/>
                  </a:moveTo>
                  <a:lnTo>
                    <a:pt x="1" y="420"/>
                  </a:lnTo>
                  <a:lnTo>
                    <a:pt x="224" y="420"/>
                  </a:lnTo>
                  <a:lnTo>
                    <a:pt x="22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150"/>
            <p:cNvSpPr/>
            <p:nvPr/>
          </p:nvSpPr>
          <p:spPr>
            <a:xfrm>
              <a:off x="6426235" y="1890791"/>
              <a:ext cx="39555" cy="7809"/>
            </a:xfrm>
            <a:custGeom>
              <a:rect b="b" l="l" r="r" t="t"/>
              <a:pathLst>
                <a:path extrusionOk="0" h="215" w="1089">
                  <a:moveTo>
                    <a:pt x="215" y="1"/>
                  </a:moveTo>
                  <a:lnTo>
                    <a:pt x="0" y="215"/>
                  </a:lnTo>
                  <a:lnTo>
                    <a:pt x="884" y="215"/>
                  </a:lnTo>
                  <a:lnTo>
                    <a:pt x="108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150"/>
            <p:cNvSpPr/>
            <p:nvPr/>
          </p:nvSpPr>
          <p:spPr>
            <a:xfrm>
              <a:off x="6577549" y="1906990"/>
              <a:ext cx="52849" cy="85285"/>
            </a:xfrm>
            <a:custGeom>
              <a:rect b="b" l="l" r="r" t="t"/>
              <a:pathLst>
                <a:path extrusionOk="0" h="2348" w="1455">
                  <a:moveTo>
                    <a:pt x="1" y="1"/>
                  </a:moveTo>
                  <a:lnTo>
                    <a:pt x="1" y="2347"/>
                  </a:lnTo>
                  <a:lnTo>
                    <a:pt x="1455" y="2347"/>
                  </a:lnTo>
                  <a:lnTo>
                    <a:pt x="1455"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150"/>
            <p:cNvSpPr/>
            <p:nvPr/>
          </p:nvSpPr>
          <p:spPr>
            <a:xfrm>
              <a:off x="6616450" y="1913491"/>
              <a:ext cx="5521" cy="9734"/>
            </a:xfrm>
            <a:custGeom>
              <a:rect b="b" l="l" r="r" t="t"/>
              <a:pathLst>
                <a:path extrusionOk="0" h="268" w="152">
                  <a:moveTo>
                    <a:pt x="0" y="0"/>
                  </a:moveTo>
                  <a:lnTo>
                    <a:pt x="0" y="268"/>
                  </a:lnTo>
                  <a:lnTo>
                    <a:pt x="152" y="268"/>
                  </a:lnTo>
                  <a:lnTo>
                    <a:pt x="15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150"/>
            <p:cNvSpPr/>
            <p:nvPr/>
          </p:nvSpPr>
          <p:spPr>
            <a:xfrm>
              <a:off x="6602502" y="1925804"/>
              <a:ext cx="5230" cy="9734"/>
            </a:xfrm>
            <a:custGeom>
              <a:rect b="b" l="l" r="r" t="t"/>
              <a:pathLst>
                <a:path extrusionOk="0" h="268" w="144">
                  <a:moveTo>
                    <a:pt x="0" y="0"/>
                  </a:moveTo>
                  <a:lnTo>
                    <a:pt x="0" y="268"/>
                  </a:lnTo>
                  <a:lnTo>
                    <a:pt x="143" y="268"/>
                  </a:lnTo>
                  <a:lnTo>
                    <a:pt x="14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150"/>
            <p:cNvSpPr/>
            <p:nvPr/>
          </p:nvSpPr>
          <p:spPr>
            <a:xfrm>
              <a:off x="6584668" y="1915743"/>
              <a:ext cx="5230" cy="9444"/>
            </a:xfrm>
            <a:custGeom>
              <a:rect b="b" l="l" r="r" t="t"/>
              <a:pathLst>
                <a:path extrusionOk="0" h="260" w="144">
                  <a:moveTo>
                    <a:pt x="1" y="1"/>
                  </a:moveTo>
                  <a:lnTo>
                    <a:pt x="1" y="259"/>
                  </a:lnTo>
                  <a:lnTo>
                    <a:pt x="144" y="259"/>
                  </a:lnTo>
                  <a:lnTo>
                    <a:pt x="14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150"/>
            <p:cNvSpPr/>
            <p:nvPr/>
          </p:nvSpPr>
          <p:spPr>
            <a:xfrm>
              <a:off x="6613834" y="1936483"/>
              <a:ext cx="5557" cy="9444"/>
            </a:xfrm>
            <a:custGeom>
              <a:rect b="b" l="l" r="r" t="t"/>
              <a:pathLst>
                <a:path extrusionOk="0" h="260" w="153">
                  <a:moveTo>
                    <a:pt x="1" y="1"/>
                  </a:moveTo>
                  <a:lnTo>
                    <a:pt x="1" y="259"/>
                  </a:lnTo>
                  <a:lnTo>
                    <a:pt x="152" y="259"/>
                  </a:lnTo>
                  <a:lnTo>
                    <a:pt x="15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150"/>
            <p:cNvSpPr/>
            <p:nvPr/>
          </p:nvSpPr>
          <p:spPr>
            <a:xfrm>
              <a:off x="6588228" y="1935502"/>
              <a:ext cx="5557" cy="9771"/>
            </a:xfrm>
            <a:custGeom>
              <a:rect b="b" l="l" r="r" t="t"/>
              <a:pathLst>
                <a:path extrusionOk="0" h="269" w="153">
                  <a:moveTo>
                    <a:pt x="1" y="1"/>
                  </a:moveTo>
                  <a:lnTo>
                    <a:pt x="1" y="269"/>
                  </a:lnTo>
                  <a:lnTo>
                    <a:pt x="153" y="269"/>
                  </a:lnTo>
                  <a:lnTo>
                    <a:pt x="15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150"/>
            <p:cNvSpPr/>
            <p:nvPr/>
          </p:nvSpPr>
          <p:spPr>
            <a:xfrm>
              <a:off x="6602502" y="1964668"/>
              <a:ext cx="13330" cy="27605"/>
            </a:xfrm>
            <a:custGeom>
              <a:rect b="b" l="l" r="r" t="t"/>
              <a:pathLst>
                <a:path extrusionOk="0" h="760" w="367">
                  <a:moveTo>
                    <a:pt x="0" y="1"/>
                  </a:moveTo>
                  <a:lnTo>
                    <a:pt x="0" y="759"/>
                  </a:lnTo>
                  <a:lnTo>
                    <a:pt x="366" y="759"/>
                  </a:lnTo>
                  <a:lnTo>
                    <a:pt x="36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150"/>
            <p:cNvSpPr/>
            <p:nvPr/>
          </p:nvSpPr>
          <p:spPr>
            <a:xfrm>
              <a:off x="6577549" y="1894350"/>
              <a:ext cx="52849" cy="12677"/>
            </a:xfrm>
            <a:custGeom>
              <a:rect b="b" l="l" r="r" t="t"/>
              <a:pathLst>
                <a:path extrusionOk="0" h="349" w="1455">
                  <a:moveTo>
                    <a:pt x="1" y="1"/>
                  </a:moveTo>
                  <a:lnTo>
                    <a:pt x="1" y="349"/>
                  </a:lnTo>
                  <a:lnTo>
                    <a:pt x="1455" y="349"/>
                  </a:lnTo>
                  <a:lnTo>
                    <a:pt x="145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150"/>
            <p:cNvSpPr/>
            <p:nvPr/>
          </p:nvSpPr>
          <p:spPr>
            <a:xfrm>
              <a:off x="6560369" y="1980214"/>
              <a:ext cx="17217" cy="12059"/>
            </a:xfrm>
            <a:custGeom>
              <a:rect b="b" l="l" r="r" t="t"/>
              <a:pathLst>
                <a:path extrusionOk="0" h="332" w="474">
                  <a:moveTo>
                    <a:pt x="460" y="0"/>
                  </a:moveTo>
                  <a:cubicBezTo>
                    <a:pt x="423" y="0"/>
                    <a:pt x="320" y="12"/>
                    <a:pt x="313" y="144"/>
                  </a:cubicBezTo>
                  <a:cubicBezTo>
                    <a:pt x="313" y="144"/>
                    <a:pt x="300" y="140"/>
                    <a:pt x="284" y="140"/>
                  </a:cubicBezTo>
                  <a:cubicBezTo>
                    <a:pt x="257" y="140"/>
                    <a:pt x="220" y="150"/>
                    <a:pt x="215" y="206"/>
                  </a:cubicBezTo>
                  <a:cubicBezTo>
                    <a:pt x="215" y="206"/>
                    <a:pt x="182" y="194"/>
                    <a:pt x="141" y="194"/>
                  </a:cubicBezTo>
                  <a:cubicBezTo>
                    <a:pt x="86" y="194"/>
                    <a:pt x="16" y="217"/>
                    <a:pt x="1" y="331"/>
                  </a:cubicBezTo>
                  <a:lnTo>
                    <a:pt x="474" y="331"/>
                  </a:lnTo>
                  <a:lnTo>
                    <a:pt x="474" y="1"/>
                  </a:lnTo>
                  <a:cubicBezTo>
                    <a:pt x="474" y="1"/>
                    <a:pt x="469" y="0"/>
                    <a:pt x="46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150"/>
            <p:cNvSpPr/>
            <p:nvPr/>
          </p:nvSpPr>
          <p:spPr>
            <a:xfrm>
              <a:off x="6671186" y="1975637"/>
              <a:ext cx="24663" cy="17253"/>
            </a:xfrm>
            <a:custGeom>
              <a:rect b="b" l="l" r="r" t="t"/>
              <a:pathLst>
                <a:path extrusionOk="0" h="475" w="679">
                  <a:moveTo>
                    <a:pt x="651" y="0"/>
                  </a:moveTo>
                  <a:cubicBezTo>
                    <a:pt x="594" y="0"/>
                    <a:pt x="467" y="21"/>
                    <a:pt x="447" y="207"/>
                  </a:cubicBezTo>
                  <a:cubicBezTo>
                    <a:pt x="447" y="207"/>
                    <a:pt x="431" y="203"/>
                    <a:pt x="411" y="203"/>
                  </a:cubicBezTo>
                  <a:cubicBezTo>
                    <a:pt x="375" y="203"/>
                    <a:pt x="324" y="217"/>
                    <a:pt x="313" y="297"/>
                  </a:cubicBezTo>
                  <a:cubicBezTo>
                    <a:pt x="313" y="297"/>
                    <a:pt x="265" y="280"/>
                    <a:pt x="207" y="280"/>
                  </a:cubicBezTo>
                  <a:cubicBezTo>
                    <a:pt x="125" y="280"/>
                    <a:pt x="22" y="313"/>
                    <a:pt x="1" y="475"/>
                  </a:cubicBezTo>
                  <a:lnTo>
                    <a:pt x="679" y="475"/>
                  </a:lnTo>
                  <a:lnTo>
                    <a:pt x="679" y="2"/>
                  </a:lnTo>
                  <a:cubicBezTo>
                    <a:pt x="679" y="2"/>
                    <a:pt x="668" y="0"/>
                    <a:pt x="65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150"/>
            <p:cNvSpPr/>
            <p:nvPr/>
          </p:nvSpPr>
          <p:spPr>
            <a:xfrm>
              <a:off x="6552597" y="1940950"/>
              <a:ext cx="24990" cy="17290"/>
            </a:xfrm>
            <a:custGeom>
              <a:rect b="b" l="l" r="r" t="t"/>
              <a:pathLst>
                <a:path extrusionOk="0" h="476" w="688">
                  <a:moveTo>
                    <a:pt x="659" y="1"/>
                  </a:moveTo>
                  <a:cubicBezTo>
                    <a:pt x="599" y="1"/>
                    <a:pt x="467" y="22"/>
                    <a:pt x="447" y="208"/>
                  </a:cubicBezTo>
                  <a:cubicBezTo>
                    <a:pt x="447" y="208"/>
                    <a:pt x="431" y="203"/>
                    <a:pt x="411" y="203"/>
                  </a:cubicBezTo>
                  <a:cubicBezTo>
                    <a:pt x="375" y="203"/>
                    <a:pt x="324" y="217"/>
                    <a:pt x="313" y="297"/>
                  </a:cubicBezTo>
                  <a:cubicBezTo>
                    <a:pt x="313" y="297"/>
                    <a:pt x="265" y="280"/>
                    <a:pt x="207" y="280"/>
                  </a:cubicBezTo>
                  <a:cubicBezTo>
                    <a:pt x="125" y="280"/>
                    <a:pt x="22" y="314"/>
                    <a:pt x="1" y="475"/>
                  </a:cubicBezTo>
                  <a:lnTo>
                    <a:pt x="688" y="475"/>
                  </a:lnTo>
                  <a:lnTo>
                    <a:pt x="688" y="3"/>
                  </a:lnTo>
                  <a:cubicBezTo>
                    <a:pt x="688" y="3"/>
                    <a:pt x="676" y="1"/>
                    <a:pt x="659"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150"/>
            <p:cNvSpPr/>
            <p:nvPr/>
          </p:nvSpPr>
          <p:spPr>
            <a:xfrm>
              <a:off x="6510464" y="1968809"/>
              <a:ext cx="24990" cy="17290"/>
            </a:xfrm>
            <a:custGeom>
              <a:rect b="b" l="l" r="r" t="t"/>
              <a:pathLst>
                <a:path extrusionOk="0" h="476" w="688">
                  <a:moveTo>
                    <a:pt x="659" y="1"/>
                  </a:moveTo>
                  <a:cubicBezTo>
                    <a:pt x="600" y="1"/>
                    <a:pt x="470" y="22"/>
                    <a:pt x="456" y="208"/>
                  </a:cubicBezTo>
                  <a:cubicBezTo>
                    <a:pt x="456" y="208"/>
                    <a:pt x="441" y="204"/>
                    <a:pt x="420" y="204"/>
                  </a:cubicBezTo>
                  <a:cubicBezTo>
                    <a:pt x="382" y="204"/>
                    <a:pt x="325" y="219"/>
                    <a:pt x="313" y="306"/>
                  </a:cubicBezTo>
                  <a:cubicBezTo>
                    <a:pt x="313" y="306"/>
                    <a:pt x="260" y="286"/>
                    <a:pt x="198" y="286"/>
                  </a:cubicBezTo>
                  <a:cubicBezTo>
                    <a:pt x="118" y="286"/>
                    <a:pt x="21" y="320"/>
                    <a:pt x="1" y="476"/>
                  </a:cubicBezTo>
                  <a:lnTo>
                    <a:pt x="688" y="476"/>
                  </a:lnTo>
                  <a:lnTo>
                    <a:pt x="688" y="3"/>
                  </a:lnTo>
                  <a:cubicBezTo>
                    <a:pt x="688" y="3"/>
                    <a:pt x="677" y="1"/>
                    <a:pt x="659"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150"/>
            <p:cNvSpPr/>
            <p:nvPr/>
          </p:nvSpPr>
          <p:spPr>
            <a:xfrm>
              <a:off x="6458306" y="1938408"/>
              <a:ext cx="24990" cy="17253"/>
            </a:xfrm>
            <a:custGeom>
              <a:rect b="b" l="l" r="r" t="t"/>
              <a:pathLst>
                <a:path extrusionOk="0" h="475" w="688">
                  <a:moveTo>
                    <a:pt x="668" y="0"/>
                  </a:moveTo>
                  <a:cubicBezTo>
                    <a:pt x="614" y="0"/>
                    <a:pt x="470" y="18"/>
                    <a:pt x="456" y="206"/>
                  </a:cubicBezTo>
                  <a:cubicBezTo>
                    <a:pt x="456" y="206"/>
                    <a:pt x="440" y="202"/>
                    <a:pt x="420" y="202"/>
                  </a:cubicBezTo>
                  <a:cubicBezTo>
                    <a:pt x="382" y="202"/>
                    <a:pt x="324" y="217"/>
                    <a:pt x="313" y="305"/>
                  </a:cubicBezTo>
                  <a:cubicBezTo>
                    <a:pt x="313" y="305"/>
                    <a:pt x="265" y="287"/>
                    <a:pt x="206" y="287"/>
                  </a:cubicBezTo>
                  <a:cubicBezTo>
                    <a:pt x="126" y="287"/>
                    <a:pt x="26" y="320"/>
                    <a:pt x="1" y="474"/>
                  </a:cubicBezTo>
                  <a:lnTo>
                    <a:pt x="688" y="474"/>
                  </a:lnTo>
                  <a:lnTo>
                    <a:pt x="688" y="1"/>
                  </a:lnTo>
                  <a:cubicBezTo>
                    <a:pt x="688" y="1"/>
                    <a:pt x="680" y="0"/>
                    <a:pt x="668"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150"/>
            <p:cNvSpPr/>
            <p:nvPr/>
          </p:nvSpPr>
          <p:spPr>
            <a:xfrm>
              <a:off x="6537705" y="1951411"/>
              <a:ext cx="39882" cy="31128"/>
            </a:xfrm>
            <a:custGeom>
              <a:rect b="b" l="l" r="r" t="t"/>
              <a:pathLst>
                <a:path extrusionOk="0" h="857" w="1098">
                  <a:moveTo>
                    <a:pt x="955" y="0"/>
                  </a:moveTo>
                  <a:lnTo>
                    <a:pt x="411" y="187"/>
                  </a:lnTo>
                  <a:cubicBezTo>
                    <a:pt x="411" y="187"/>
                    <a:pt x="363" y="169"/>
                    <a:pt x="302" y="169"/>
                  </a:cubicBezTo>
                  <a:cubicBezTo>
                    <a:pt x="229" y="169"/>
                    <a:pt x="138" y="195"/>
                    <a:pt x="89" y="312"/>
                  </a:cubicBezTo>
                  <a:cubicBezTo>
                    <a:pt x="0" y="535"/>
                    <a:pt x="223" y="848"/>
                    <a:pt x="250" y="848"/>
                  </a:cubicBezTo>
                  <a:cubicBezTo>
                    <a:pt x="277" y="856"/>
                    <a:pt x="553" y="856"/>
                    <a:pt x="553" y="856"/>
                  </a:cubicBezTo>
                  <a:cubicBezTo>
                    <a:pt x="553" y="856"/>
                    <a:pt x="678" y="785"/>
                    <a:pt x="839" y="678"/>
                  </a:cubicBezTo>
                  <a:cubicBezTo>
                    <a:pt x="990" y="571"/>
                    <a:pt x="1098" y="339"/>
                    <a:pt x="1098" y="339"/>
                  </a:cubicBezTo>
                  <a:lnTo>
                    <a:pt x="1071" y="9"/>
                  </a:lnTo>
                  <a:lnTo>
                    <a:pt x="95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150"/>
            <p:cNvSpPr/>
            <p:nvPr/>
          </p:nvSpPr>
          <p:spPr>
            <a:xfrm>
              <a:off x="6714626" y="1924134"/>
              <a:ext cx="41807" cy="14674"/>
            </a:xfrm>
            <a:custGeom>
              <a:rect b="b" l="l" r="r" t="t"/>
              <a:pathLst>
                <a:path extrusionOk="0" h="404" w="1151">
                  <a:moveTo>
                    <a:pt x="552" y="1"/>
                  </a:moveTo>
                  <a:cubicBezTo>
                    <a:pt x="507" y="1"/>
                    <a:pt x="398" y="17"/>
                    <a:pt x="384" y="180"/>
                  </a:cubicBezTo>
                  <a:cubicBezTo>
                    <a:pt x="384" y="180"/>
                    <a:pt x="367" y="174"/>
                    <a:pt x="346" y="174"/>
                  </a:cubicBezTo>
                  <a:cubicBezTo>
                    <a:pt x="314" y="174"/>
                    <a:pt x="273" y="187"/>
                    <a:pt x="268" y="251"/>
                  </a:cubicBezTo>
                  <a:cubicBezTo>
                    <a:pt x="268" y="251"/>
                    <a:pt x="229" y="238"/>
                    <a:pt x="181" y="238"/>
                  </a:cubicBezTo>
                  <a:cubicBezTo>
                    <a:pt x="111" y="238"/>
                    <a:pt x="21" y="266"/>
                    <a:pt x="0" y="403"/>
                  </a:cubicBezTo>
                  <a:lnTo>
                    <a:pt x="1151" y="403"/>
                  </a:lnTo>
                  <a:cubicBezTo>
                    <a:pt x="1130" y="266"/>
                    <a:pt x="1040" y="238"/>
                    <a:pt x="970" y="238"/>
                  </a:cubicBezTo>
                  <a:cubicBezTo>
                    <a:pt x="922" y="238"/>
                    <a:pt x="883" y="251"/>
                    <a:pt x="883" y="251"/>
                  </a:cubicBezTo>
                  <a:cubicBezTo>
                    <a:pt x="873" y="187"/>
                    <a:pt x="833" y="174"/>
                    <a:pt x="803" y="174"/>
                  </a:cubicBezTo>
                  <a:cubicBezTo>
                    <a:pt x="783" y="174"/>
                    <a:pt x="767" y="180"/>
                    <a:pt x="767" y="180"/>
                  </a:cubicBezTo>
                  <a:cubicBezTo>
                    <a:pt x="753" y="17"/>
                    <a:pt x="638" y="1"/>
                    <a:pt x="591" y="1"/>
                  </a:cubicBezTo>
                  <a:cubicBezTo>
                    <a:pt x="579" y="1"/>
                    <a:pt x="571" y="2"/>
                    <a:pt x="571" y="2"/>
                  </a:cubicBezTo>
                  <a:cubicBezTo>
                    <a:pt x="571" y="2"/>
                    <a:pt x="564" y="1"/>
                    <a:pt x="552"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150"/>
            <p:cNvSpPr/>
            <p:nvPr/>
          </p:nvSpPr>
          <p:spPr>
            <a:xfrm>
              <a:off x="6695812" y="1893079"/>
              <a:ext cx="32109" cy="104028"/>
            </a:xfrm>
            <a:custGeom>
              <a:rect b="b" l="l" r="r" t="t"/>
              <a:pathLst>
                <a:path extrusionOk="0" h="2864" w="884">
                  <a:moveTo>
                    <a:pt x="1" y="0"/>
                  </a:moveTo>
                  <a:lnTo>
                    <a:pt x="1" y="2864"/>
                  </a:lnTo>
                  <a:lnTo>
                    <a:pt x="884" y="2864"/>
                  </a:lnTo>
                  <a:lnTo>
                    <a:pt x="88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150"/>
            <p:cNvSpPr/>
            <p:nvPr/>
          </p:nvSpPr>
          <p:spPr>
            <a:xfrm>
              <a:off x="6727884" y="1885306"/>
              <a:ext cx="7519" cy="111801"/>
            </a:xfrm>
            <a:custGeom>
              <a:rect b="b" l="l" r="r" t="t"/>
              <a:pathLst>
                <a:path extrusionOk="0" h="3078" w="207">
                  <a:moveTo>
                    <a:pt x="206" y="0"/>
                  </a:moveTo>
                  <a:lnTo>
                    <a:pt x="1" y="214"/>
                  </a:lnTo>
                  <a:lnTo>
                    <a:pt x="1" y="3078"/>
                  </a:lnTo>
                  <a:lnTo>
                    <a:pt x="206" y="3078"/>
                  </a:lnTo>
                  <a:lnTo>
                    <a:pt x="206"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150"/>
            <p:cNvSpPr/>
            <p:nvPr/>
          </p:nvSpPr>
          <p:spPr>
            <a:xfrm>
              <a:off x="6701006" y="1898236"/>
              <a:ext cx="3923" cy="7192"/>
            </a:xfrm>
            <a:custGeom>
              <a:rect b="b" l="l" r="r" t="t"/>
              <a:pathLst>
                <a:path extrusionOk="0" h="198" w="108">
                  <a:moveTo>
                    <a:pt x="0" y="1"/>
                  </a:moveTo>
                  <a:lnTo>
                    <a:pt x="0"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150"/>
            <p:cNvSpPr/>
            <p:nvPr/>
          </p:nvSpPr>
          <p:spPr>
            <a:xfrm>
              <a:off x="6710086" y="1911530"/>
              <a:ext cx="3923" cy="7192"/>
            </a:xfrm>
            <a:custGeom>
              <a:rect b="b" l="l" r="r" t="t"/>
              <a:pathLst>
                <a:path extrusionOk="0" h="198"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150"/>
            <p:cNvSpPr/>
            <p:nvPr/>
          </p:nvSpPr>
          <p:spPr>
            <a:xfrm>
              <a:off x="6718513" y="1900198"/>
              <a:ext cx="3923" cy="7156"/>
            </a:xfrm>
            <a:custGeom>
              <a:rect b="b" l="l" r="r" t="t"/>
              <a:pathLst>
                <a:path extrusionOk="0" h="197"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150"/>
            <p:cNvSpPr/>
            <p:nvPr/>
          </p:nvSpPr>
          <p:spPr>
            <a:xfrm>
              <a:off x="6700025" y="1919303"/>
              <a:ext cx="3923" cy="7192"/>
            </a:xfrm>
            <a:custGeom>
              <a:rect b="b" l="l" r="r" t="t"/>
              <a:pathLst>
                <a:path extrusionOk="0" h="198"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150"/>
            <p:cNvSpPr/>
            <p:nvPr/>
          </p:nvSpPr>
          <p:spPr>
            <a:xfrm>
              <a:off x="6720438" y="1923516"/>
              <a:ext cx="3923" cy="7192"/>
            </a:xfrm>
            <a:custGeom>
              <a:rect b="b" l="l" r="r" t="t"/>
              <a:pathLst>
                <a:path extrusionOk="0" h="198"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150"/>
            <p:cNvSpPr/>
            <p:nvPr/>
          </p:nvSpPr>
          <p:spPr>
            <a:xfrm>
              <a:off x="6709432" y="1932923"/>
              <a:ext cx="3923" cy="7156"/>
            </a:xfrm>
            <a:custGeom>
              <a:rect b="b" l="l" r="r" t="t"/>
              <a:pathLst>
                <a:path extrusionOk="0" h="197"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150"/>
            <p:cNvSpPr/>
            <p:nvPr/>
          </p:nvSpPr>
          <p:spPr>
            <a:xfrm>
              <a:off x="6699371" y="1944909"/>
              <a:ext cx="3923" cy="7156"/>
            </a:xfrm>
            <a:custGeom>
              <a:rect b="b" l="l" r="r" t="t"/>
              <a:pathLst>
                <a:path extrusionOk="0" h="197"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150"/>
            <p:cNvSpPr/>
            <p:nvPr/>
          </p:nvSpPr>
          <p:spPr>
            <a:xfrm>
              <a:off x="6702931" y="1963070"/>
              <a:ext cx="3959" cy="7156"/>
            </a:xfrm>
            <a:custGeom>
              <a:rect b="b" l="l" r="r" t="t"/>
              <a:pathLst>
                <a:path extrusionOk="0" h="197" w="109">
                  <a:moveTo>
                    <a:pt x="1" y="0"/>
                  </a:moveTo>
                  <a:lnTo>
                    <a:pt x="1" y="196"/>
                  </a:lnTo>
                  <a:lnTo>
                    <a:pt x="108" y="196"/>
                  </a:lnTo>
                  <a:lnTo>
                    <a:pt x="10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150"/>
            <p:cNvSpPr/>
            <p:nvPr/>
          </p:nvSpPr>
          <p:spPr>
            <a:xfrm>
              <a:off x="6695812" y="1885306"/>
              <a:ext cx="39592" cy="7809"/>
            </a:xfrm>
            <a:custGeom>
              <a:rect b="b" l="l" r="r" t="t"/>
              <a:pathLst>
                <a:path extrusionOk="0" h="215" w="1090">
                  <a:moveTo>
                    <a:pt x="215" y="0"/>
                  </a:moveTo>
                  <a:lnTo>
                    <a:pt x="1" y="214"/>
                  </a:lnTo>
                  <a:lnTo>
                    <a:pt x="884" y="214"/>
                  </a:lnTo>
                  <a:lnTo>
                    <a:pt x="10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150"/>
            <p:cNvSpPr/>
            <p:nvPr/>
          </p:nvSpPr>
          <p:spPr>
            <a:xfrm>
              <a:off x="6634901" y="1859373"/>
              <a:ext cx="15909" cy="139696"/>
            </a:xfrm>
            <a:custGeom>
              <a:rect b="b" l="l" r="r" t="t"/>
              <a:pathLst>
                <a:path extrusionOk="0" h="3846" w="438">
                  <a:moveTo>
                    <a:pt x="438" y="0"/>
                  </a:moveTo>
                  <a:cubicBezTo>
                    <a:pt x="438" y="0"/>
                    <a:pt x="384" y="63"/>
                    <a:pt x="393" y="143"/>
                  </a:cubicBezTo>
                  <a:cubicBezTo>
                    <a:pt x="402" y="215"/>
                    <a:pt x="322" y="250"/>
                    <a:pt x="357" y="313"/>
                  </a:cubicBezTo>
                  <a:cubicBezTo>
                    <a:pt x="384" y="384"/>
                    <a:pt x="286" y="402"/>
                    <a:pt x="331" y="491"/>
                  </a:cubicBezTo>
                  <a:cubicBezTo>
                    <a:pt x="375" y="571"/>
                    <a:pt x="268" y="670"/>
                    <a:pt x="304" y="759"/>
                  </a:cubicBezTo>
                  <a:cubicBezTo>
                    <a:pt x="348" y="857"/>
                    <a:pt x="259" y="893"/>
                    <a:pt x="295" y="973"/>
                  </a:cubicBezTo>
                  <a:cubicBezTo>
                    <a:pt x="340" y="1053"/>
                    <a:pt x="206" y="1142"/>
                    <a:pt x="268" y="1276"/>
                  </a:cubicBezTo>
                  <a:cubicBezTo>
                    <a:pt x="340" y="1401"/>
                    <a:pt x="206" y="1472"/>
                    <a:pt x="250" y="1562"/>
                  </a:cubicBezTo>
                  <a:cubicBezTo>
                    <a:pt x="295" y="1660"/>
                    <a:pt x="134" y="1767"/>
                    <a:pt x="206" y="1865"/>
                  </a:cubicBezTo>
                  <a:cubicBezTo>
                    <a:pt x="277" y="1972"/>
                    <a:pt x="143" y="2061"/>
                    <a:pt x="188" y="2142"/>
                  </a:cubicBezTo>
                  <a:cubicBezTo>
                    <a:pt x="233" y="2222"/>
                    <a:pt x="108" y="2338"/>
                    <a:pt x="179" y="2427"/>
                  </a:cubicBezTo>
                  <a:cubicBezTo>
                    <a:pt x="241" y="2516"/>
                    <a:pt x="90" y="2623"/>
                    <a:pt x="134" y="2739"/>
                  </a:cubicBezTo>
                  <a:cubicBezTo>
                    <a:pt x="188" y="2864"/>
                    <a:pt x="63" y="2998"/>
                    <a:pt x="125" y="3105"/>
                  </a:cubicBezTo>
                  <a:cubicBezTo>
                    <a:pt x="188" y="3212"/>
                    <a:pt x="36" y="3239"/>
                    <a:pt x="108" y="3355"/>
                  </a:cubicBezTo>
                  <a:cubicBezTo>
                    <a:pt x="179" y="3480"/>
                    <a:pt x="1" y="3631"/>
                    <a:pt x="1" y="3845"/>
                  </a:cubicBezTo>
                  <a:lnTo>
                    <a:pt x="438" y="3845"/>
                  </a:lnTo>
                  <a:lnTo>
                    <a:pt x="4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150"/>
            <p:cNvSpPr/>
            <p:nvPr/>
          </p:nvSpPr>
          <p:spPr>
            <a:xfrm>
              <a:off x="6650773" y="1859373"/>
              <a:ext cx="15909" cy="139696"/>
            </a:xfrm>
            <a:custGeom>
              <a:rect b="b" l="l" r="r" t="t"/>
              <a:pathLst>
                <a:path extrusionOk="0" h="3846" w="438">
                  <a:moveTo>
                    <a:pt x="1" y="0"/>
                  </a:moveTo>
                  <a:lnTo>
                    <a:pt x="1" y="3845"/>
                  </a:lnTo>
                  <a:lnTo>
                    <a:pt x="438" y="3845"/>
                  </a:lnTo>
                  <a:cubicBezTo>
                    <a:pt x="438" y="3631"/>
                    <a:pt x="259" y="3480"/>
                    <a:pt x="331" y="3355"/>
                  </a:cubicBezTo>
                  <a:cubicBezTo>
                    <a:pt x="402" y="3239"/>
                    <a:pt x="250" y="3212"/>
                    <a:pt x="313" y="3105"/>
                  </a:cubicBezTo>
                  <a:cubicBezTo>
                    <a:pt x="375" y="2998"/>
                    <a:pt x="250" y="2864"/>
                    <a:pt x="304" y="2739"/>
                  </a:cubicBezTo>
                  <a:cubicBezTo>
                    <a:pt x="358" y="2623"/>
                    <a:pt x="197" y="2516"/>
                    <a:pt x="268" y="2427"/>
                  </a:cubicBezTo>
                  <a:cubicBezTo>
                    <a:pt x="331" y="2338"/>
                    <a:pt x="206" y="2222"/>
                    <a:pt x="250" y="2142"/>
                  </a:cubicBezTo>
                  <a:cubicBezTo>
                    <a:pt x="295" y="2061"/>
                    <a:pt x="170" y="1972"/>
                    <a:pt x="233" y="1865"/>
                  </a:cubicBezTo>
                  <a:cubicBezTo>
                    <a:pt x="304" y="1767"/>
                    <a:pt x="152" y="1660"/>
                    <a:pt x="188" y="1562"/>
                  </a:cubicBezTo>
                  <a:cubicBezTo>
                    <a:pt x="233" y="1472"/>
                    <a:pt x="108" y="1401"/>
                    <a:pt x="170" y="1276"/>
                  </a:cubicBezTo>
                  <a:cubicBezTo>
                    <a:pt x="242" y="1142"/>
                    <a:pt x="99" y="1053"/>
                    <a:pt x="143" y="973"/>
                  </a:cubicBezTo>
                  <a:cubicBezTo>
                    <a:pt x="188" y="893"/>
                    <a:pt x="90" y="857"/>
                    <a:pt x="135" y="759"/>
                  </a:cubicBezTo>
                  <a:cubicBezTo>
                    <a:pt x="179" y="670"/>
                    <a:pt x="63" y="571"/>
                    <a:pt x="108" y="491"/>
                  </a:cubicBezTo>
                  <a:cubicBezTo>
                    <a:pt x="161" y="402"/>
                    <a:pt x="54" y="384"/>
                    <a:pt x="90" y="313"/>
                  </a:cubicBezTo>
                  <a:cubicBezTo>
                    <a:pt x="117" y="250"/>
                    <a:pt x="45" y="215"/>
                    <a:pt x="54" y="143"/>
                  </a:cubicBezTo>
                  <a:cubicBezTo>
                    <a:pt x="63" y="63"/>
                    <a:pt x="1" y="0"/>
                    <a:pt x="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150"/>
            <p:cNvSpPr/>
            <p:nvPr/>
          </p:nvSpPr>
          <p:spPr>
            <a:xfrm>
              <a:off x="6474179" y="1859373"/>
              <a:ext cx="15909" cy="139696"/>
            </a:xfrm>
            <a:custGeom>
              <a:rect b="b" l="l" r="r" t="t"/>
              <a:pathLst>
                <a:path extrusionOk="0" h="3846" w="438">
                  <a:moveTo>
                    <a:pt x="438" y="0"/>
                  </a:moveTo>
                  <a:cubicBezTo>
                    <a:pt x="438" y="0"/>
                    <a:pt x="375" y="63"/>
                    <a:pt x="384" y="143"/>
                  </a:cubicBezTo>
                  <a:cubicBezTo>
                    <a:pt x="393" y="215"/>
                    <a:pt x="322" y="250"/>
                    <a:pt x="349" y="313"/>
                  </a:cubicBezTo>
                  <a:cubicBezTo>
                    <a:pt x="384" y="384"/>
                    <a:pt x="277" y="402"/>
                    <a:pt x="331" y="491"/>
                  </a:cubicBezTo>
                  <a:cubicBezTo>
                    <a:pt x="375" y="571"/>
                    <a:pt x="259" y="670"/>
                    <a:pt x="304" y="759"/>
                  </a:cubicBezTo>
                  <a:cubicBezTo>
                    <a:pt x="349" y="857"/>
                    <a:pt x="251" y="893"/>
                    <a:pt x="295" y="973"/>
                  </a:cubicBezTo>
                  <a:cubicBezTo>
                    <a:pt x="340" y="1053"/>
                    <a:pt x="197" y="1142"/>
                    <a:pt x="268" y="1276"/>
                  </a:cubicBezTo>
                  <a:cubicBezTo>
                    <a:pt x="331" y="1401"/>
                    <a:pt x="206" y="1472"/>
                    <a:pt x="251" y="1562"/>
                  </a:cubicBezTo>
                  <a:cubicBezTo>
                    <a:pt x="286" y="1660"/>
                    <a:pt x="135" y="1767"/>
                    <a:pt x="206" y="1865"/>
                  </a:cubicBezTo>
                  <a:cubicBezTo>
                    <a:pt x="268" y="1972"/>
                    <a:pt x="143" y="2061"/>
                    <a:pt x="188" y="2142"/>
                  </a:cubicBezTo>
                  <a:cubicBezTo>
                    <a:pt x="233" y="2222"/>
                    <a:pt x="108" y="2338"/>
                    <a:pt x="170" y="2427"/>
                  </a:cubicBezTo>
                  <a:cubicBezTo>
                    <a:pt x="242" y="2516"/>
                    <a:pt x="81" y="2623"/>
                    <a:pt x="135" y="2739"/>
                  </a:cubicBezTo>
                  <a:cubicBezTo>
                    <a:pt x="188" y="2864"/>
                    <a:pt x="63" y="2998"/>
                    <a:pt x="126" y="3105"/>
                  </a:cubicBezTo>
                  <a:cubicBezTo>
                    <a:pt x="188" y="3212"/>
                    <a:pt x="36" y="3239"/>
                    <a:pt x="108" y="3355"/>
                  </a:cubicBezTo>
                  <a:cubicBezTo>
                    <a:pt x="179" y="3480"/>
                    <a:pt x="1" y="3631"/>
                    <a:pt x="1" y="3845"/>
                  </a:cubicBezTo>
                  <a:lnTo>
                    <a:pt x="438" y="3845"/>
                  </a:lnTo>
                  <a:lnTo>
                    <a:pt x="4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150"/>
            <p:cNvSpPr/>
            <p:nvPr/>
          </p:nvSpPr>
          <p:spPr>
            <a:xfrm>
              <a:off x="6490051" y="1859373"/>
              <a:ext cx="15909" cy="139696"/>
            </a:xfrm>
            <a:custGeom>
              <a:rect b="b" l="l" r="r" t="t"/>
              <a:pathLst>
                <a:path extrusionOk="0" h="3846" w="438">
                  <a:moveTo>
                    <a:pt x="1" y="0"/>
                  </a:moveTo>
                  <a:lnTo>
                    <a:pt x="1" y="3845"/>
                  </a:lnTo>
                  <a:lnTo>
                    <a:pt x="438" y="3845"/>
                  </a:lnTo>
                  <a:cubicBezTo>
                    <a:pt x="438" y="3631"/>
                    <a:pt x="260" y="3480"/>
                    <a:pt x="331" y="3355"/>
                  </a:cubicBezTo>
                  <a:cubicBezTo>
                    <a:pt x="402" y="3239"/>
                    <a:pt x="251" y="3212"/>
                    <a:pt x="313" y="3105"/>
                  </a:cubicBezTo>
                  <a:cubicBezTo>
                    <a:pt x="376" y="2998"/>
                    <a:pt x="251" y="2864"/>
                    <a:pt x="304" y="2739"/>
                  </a:cubicBezTo>
                  <a:cubicBezTo>
                    <a:pt x="358" y="2623"/>
                    <a:pt x="197" y="2516"/>
                    <a:pt x="260" y="2427"/>
                  </a:cubicBezTo>
                  <a:cubicBezTo>
                    <a:pt x="331" y="2338"/>
                    <a:pt x="206" y="2222"/>
                    <a:pt x="251" y="2142"/>
                  </a:cubicBezTo>
                  <a:cubicBezTo>
                    <a:pt x="295" y="2061"/>
                    <a:pt x="161" y="1972"/>
                    <a:pt x="233" y="1865"/>
                  </a:cubicBezTo>
                  <a:cubicBezTo>
                    <a:pt x="304" y="1767"/>
                    <a:pt x="144" y="1660"/>
                    <a:pt x="188" y="1562"/>
                  </a:cubicBezTo>
                  <a:cubicBezTo>
                    <a:pt x="233" y="1472"/>
                    <a:pt x="99" y="1401"/>
                    <a:pt x="170" y="1276"/>
                  </a:cubicBezTo>
                  <a:cubicBezTo>
                    <a:pt x="233" y="1142"/>
                    <a:pt x="99" y="1053"/>
                    <a:pt x="144" y="973"/>
                  </a:cubicBezTo>
                  <a:cubicBezTo>
                    <a:pt x="179" y="893"/>
                    <a:pt x="90" y="857"/>
                    <a:pt x="135" y="759"/>
                  </a:cubicBezTo>
                  <a:cubicBezTo>
                    <a:pt x="170" y="670"/>
                    <a:pt x="63" y="571"/>
                    <a:pt x="108" y="491"/>
                  </a:cubicBezTo>
                  <a:cubicBezTo>
                    <a:pt x="153" y="402"/>
                    <a:pt x="54" y="384"/>
                    <a:pt x="81" y="313"/>
                  </a:cubicBezTo>
                  <a:cubicBezTo>
                    <a:pt x="117" y="250"/>
                    <a:pt x="37" y="215"/>
                    <a:pt x="45" y="143"/>
                  </a:cubicBezTo>
                  <a:cubicBezTo>
                    <a:pt x="54" y="63"/>
                    <a:pt x="1" y="0"/>
                    <a:pt x="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150"/>
            <p:cNvSpPr/>
            <p:nvPr/>
          </p:nvSpPr>
          <p:spPr>
            <a:xfrm>
              <a:off x="6654987" y="1902450"/>
              <a:ext cx="12677" cy="111510"/>
            </a:xfrm>
            <a:custGeom>
              <a:rect b="b" l="l" r="r" t="t"/>
              <a:pathLst>
                <a:path extrusionOk="0" h="3070" w="349">
                  <a:moveTo>
                    <a:pt x="349" y="1"/>
                  </a:moveTo>
                  <a:cubicBezTo>
                    <a:pt x="349" y="1"/>
                    <a:pt x="304" y="54"/>
                    <a:pt x="313" y="117"/>
                  </a:cubicBezTo>
                  <a:cubicBezTo>
                    <a:pt x="322" y="179"/>
                    <a:pt x="259" y="206"/>
                    <a:pt x="277" y="251"/>
                  </a:cubicBezTo>
                  <a:cubicBezTo>
                    <a:pt x="304" y="304"/>
                    <a:pt x="224" y="331"/>
                    <a:pt x="259" y="393"/>
                  </a:cubicBezTo>
                  <a:cubicBezTo>
                    <a:pt x="295" y="456"/>
                    <a:pt x="206" y="536"/>
                    <a:pt x="242" y="608"/>
                  </a:cubicBezTo>
                  <a:cubicBezTo>
                    <a:pt x="277" y="688"/>
                    <a:pt x="206" y="715"/>
                    <a:pt x="233" y="777"/>
                  </a:cubicBezTo>
                  <a:cubicBezTo>
                    <a:pt x="268" y="848"/>
                    <a:pt x="161" y="911"/>
                    <a:pt x="215" y="1018"/>
                  </a:cubicBezTo>
                  <a:cubicBezTo>
                    <a:pt x="268" y="1125"/>
                    <a:pt x="161" y="1179"/>
                    <a:pt x="197" y="1250"/>
                  </a:cubicBezTo>
                  <a:cubicBezTo>
                    <a:pt x="233" y="1321"/>
                    <a:pt x="108" y="1410"/>
                    <a:pt x="161" y="1491"/>
                  </a:cubicBezTo>
                  <a:cubicBezTo>
                    <a:pt x="215" y="1580"/>
                    <a:pt x="117" y="1651"/>
                    <a:pt x="143" y="1714"/>
                  </a:cubicBezTo>
                  <a:cubicBezTo>
                    <a:pt x="179" y="1776"/>
                    <a:pt x="90" y="1865"/>
                    <a:pt x="143" y="1937"/>
                  </a:cubicBezTo>
                  <a:cubicBezTo>
                    <a:pt x="197" y="2008"/>
                    <a:pt x="63" y="2097"/>
                    <a:pt x="108" y="2187"/>
                  </a:cubicBezTo>
                  <a:cubicBezTo>
                    <a:pt x="152" y="2285"/>
                    <a:pt x="45" y="2392"/>
                    <a:pt x="99" y="2481"/>
                  </a:cubicBezTo>
                  <a:cubicBezTo>
                    <a:pt x="152" y="2561"/>
                    <a:pt x="27" y="2588"/>
                    <a:pt x="90" y="2686"/>
                  </a:cubicBezTo>
                  <a:cubicBezTo>
                    <a:pt x="143" y="2775"/>
                    <a:pt x="1" y="2900"/>
                    <a:pt x="1" y="3070"/>
                  </a:cubicBezTo>
                  <a:lnTo>
                    <a:pt x="349" y="3070"/>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150"/>
            <p:cNvSpPr/>
            <p:nvPr/>
          </p:nvSpPr>
          <p:spPr>
            <a:xfrm>
              <a:off x="6667626" y="1902450"/>
              <a:ext cx="12677" cy="111510"/>
            </a:xfrm>
            <a:custGeom>
              <a:rect b="b" l="l" r="r" t="t"/>
              <a:pathLst>
                <a:path extrusionOk="0" h="3070" w="349">
                  <a:moveTo>
                    <a:pt x="1" y="1"/>
                  </a:moveTo>
                  <a:lnTo>
                    <a:pt x="1" y="3070"/>
                  </a:lnTo>
                  <a:lnTo>
                    <a:pt x="349" y="3070"/>
                  </a:lnTo>
                  <a:cubicBezTo>
                    <a:pt x="349" y="2900"/>
                    <a:pt x="206" y="2775"/>
                    <a:pt x="268" y="2686"/>
                  </a:cubicBezTo>
                  <a:cubicBezTo>
                    <a:pt x="322" y="2588"/>
                    <a:pt x="197" y="2561"/>
                    <a:pt x="250" y="2481"/>
                  </a:cubicBezTo>
                  <a:cubicBezTo>
                    <a:pt x="304" y="2392"/>
                    <a:pt x="197" y="2285"/>
                    <a:pt x="241" y="2187"/>
                  </a:cubicBezTo>
                  <a:cubicBezTo>
                    <a:pt x="286" y="2097"/>
                    <a:pt x="161" y="2008"/>
                    <a:pt x="206" y="1937"/>
                  </a:cubicBezTo>
                  <a:cubicBezTo>
                    <a:pt x="259" y="1865"/>
                    <a:pt x="170" y="1776"/>
                    <a:pt x="206" y="1714"/>
                  </a:cubicBezTo>
                  <a:cubicBezTo>
                    <a:pt x="241" y="1651"/>
                    <a:pt x="134" y="1580"/>
                    <a:pt x="188" y="1491"/>
                  </a:cubicBezTo>
                  <a:cubicBezTo>
                    <a:pt x="241" y="1410"/>
                    <a:pt x="117" y="1321"/>
                    <a:pt x="152" y="1250"/>
                  </a:cubicBezTo>
                  <a:cubicBezTo>
                    <a:pt x="188" y="1179"/>
                    <a:pt x="81" y="1125"/>
                    <a:pt x="134" y="1018"/>
                  </a:cubicBezTo>
                  <a:cubicBezTo>
                    <a:pt x="188" y="911"/>
                    <a:pt x="81" y="848"/>
                    <a:pt x="117" y="777"/>
                  </a:cubicBezTo>
                  <a:cubicBezTo>
                    <a:pt x="152" y="715"/>
                    <a:pt x="72" y="688"/>
                    <a:pt x="108" y="608"/>
                  </a:cubicBezTo>
                  <a:cubicBezTo>
                    <a:pt x="143" y="536"/>
                    <a:pt x="54" y="456"/>
                    <a:pt x="90" y="393"/>
                  </a:cubicBezTo>
                  <a:cubicBezTo>
                    <a:pt x="125" y="331"/>
                    <a:pt x="45" y="304"/>
                    <a:pt x="72" y="251"/>
                  </a:cubicBezTo>
                  <a:cubicBezTo>
                    <a:pt x="90" y="206"/>
                    <a:pt x="36" y="179"/>
                    <a:pt x="36" y="117"/>
                  </a:cubicBezTo>
                  <a:cubicBezTo>
                    <a:pt x="45" y="54"/>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150"/>
            <p:cNvSpPr/>
            <p:nvPr/>
          </p:nvSpPr>
          <p:spPr>
            <a:xfrm>
              <a:off x="6389296" y="1882037"/>
              <a:ext cx="12677" cy="111183"/>
            </a:xfrm>
            <a:custGeom>
              <a:rect b="b" l="l" r="r" t="t"/>
              <a:pathLst>
                <a:path extrusionOk="0" h="3061" w="349">
                  <a:moveTo>
                    <a:pt x="348" y="1"/>
                  </a:moveTo>
                  <a:cubicBezTo>
                    <a:pt x="348" y="1"/>
                    <a:pt x="304" y="46"/>
                    <a:pt x="304" y="108"/>
                  </a:cubicBezTo>
                  <a:cubicBezTo>
                    <a:pt x="313" y="170"/>
                    <a:pt x="250" y="197"/>
                    <a:pt x="277" y="251"/>
                  </a:cubicBezTo>
                  <a:cubicBezTo>
                    <a:pt x="304" y="304"/>
                    <a:pt x="223" y="322"/>
                    <a:pt x="259" y="385"/>
                  </a:cubicBezTo>
                  <a:cubicBezTo>
                    <a:pt x="295" y="456"/>
                    <a:pt x="206" y="527"/>
                    <a:pt x="241" y="608"/>
                  </a:cubicBezTo>
                  <a:cubicBezTo>
                    <a:pt x="277" y="679"/>
                    <a:pt x="197" y="715"/>
                    <a:pt x="232" y="777"/>
                  </a:cubicBezTo>
                  <a:cubicBezTo>
                    <a:pt x="268" y="840"/>
                    <a:pt x="161" y="911"/>
                    <a:pt x="215" y="1009"/>
                  </a:cubicBezTo>
                  <a:cubicBezTo>
                    <a:pt x="268" y="1116"/>
                    <a:pt x="161" y="1170"/>
                    <a:pt x="197" y="1241"/>
                  </a:cubicBezTo>
                  <a:cubicBezTo>
                    <a:pt x="232" y="1321"/>
                    <a:pt x="99" y="1402"/>
                    <a:pt x="161" y="1491"/>
                  </a:cubicBezTo>
                  <a:cubicBezTo>
                    <a:pt x="215" y="1571"/>
                    <a:pt x="107" y="1642"/>
                    <a:pt x="143" y="1705"/>
                  </a:cubicBezTo>
                  <a:cubicBezTo>
                    <a:pt x="179" y="1776"/>
                    <a:pt x="81" y="1865"/>
                    <a:pt x="134" y="1937"/>
                  </a:cubicBezTo>
                  <a:cubicBezTo>
                    <a:pt x="188" y="2008"/>
                    <a:pt x="63" y="2088"/>
                    <a:pt x="107" y="2187"/>
                  </a:cubicBezTo>
                  <a:cubicBezTo>
                    <a:pt x="143" y="2285"/>
                    <a:pt x="45" y="2392"/>
                    <a:pt x="99" y="2472"/>
                  </a:cubicBezTo>
                  <a:cubicBezTo>
                    <a:pt x="143" y="2561"/>
                    <a:pt x="27" y="2579"/>
                    <a:pt x="81" y="2677"/>
                  </a:cubicBezTo>
                  <a:cubicBezTo>
                    <a:pt x="134" y="2766"/>
                    <a:pt x="0" y="2891"/>
                    <a:pt x="0" y="3061"/>
                  </a:cubicBezTo>
                  <a:lnTo>
                    <a:pt x="348" y="3061"/>
                  </a:lnTo>
                  <a:lnTo>
                    <a:pt x="3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150"/>
            <p:cNvSpPr/>
            <p:nvPr/>
          </p:nvSpPr>
          <p:spPr>
            <a:xfrm>
              <a:off x="6401936" y="1882037"/>
              <a:ext cx="12677" cy="111183"/>
            </a:xfrm>
            <a:custGeom>
              <a:rect b="b" l="l" r="r" t="t"/>
              <a:pathLst>
                <a:path extrusionOk="0" h="3061" w="349">
                  <a:moveTo>
                    <a:pt x="0" y="1"/>
                  </a:moveTo>
                  <a:lnTo>
                    <a:pt x="0" y="3061"/>
                  </a:lnTo>
                  <a:lnTo>
                    <a:pt x="348" y="3061"/>
                  </a:lnTo>
                  <a:cubicBezTo>
                    <a:pt x="348" y="2891"/>
                    <a:pt x="206" y="2766"/>
                    <a:pt x="259" y="2677"/>
                  </a:cubicBezTo>
                  <a:cubicBezTo>
                    <a:pt x="313" y="2579"/>
                    <a:pt x="197" y="2561"/>
                    <a:pt x="250" y="2472"/>
                  </a:cubicBezTo>
                  <a:cubicBezTo>
                    <a:pt x="295" y="2392"/>
                    <a:pt x="197" y="2285"/>
                    <a:pt x="241" y="2187"/>
                  </a:cubicBezTo>
                  <a:cubicBezTo>
                    <a:pt x="277" y="2088"/>
                    <a:pt x="152" y="2008"/>
                    <a:pt x="206" y="1937"/>
                  </a:cubicBezTo>
                  <a:cubicBezTo>
                    <a:pt x="259" y="1865"/>
                    <a:pt x="161" y="1776"/>
                    <a:pt x="197" y="1705"/>
                  </a:cubicBezTo>
                  <a:cubicBezTo>
                    <a:pt x="232" y="1642"/>
                    <a:pt x="125" y="1571"/>
                    <a:pt x="188" y="1491"/>
                  </a:cubicBezTo>
                  <a:cubicBezTo>
                    <a:pt x="241" y="1402"/>
                    <a:pt x="116" y="1321"/>
                    <a:pt x="152" y="1241"/>
                  </a:cubicBezTo>
                  <a:cubicBezTo>
                    <a:pt x="179" y="1170"/>
                    <a:pt x="81" y="1116"/>
                    <a:pt x="134" y="1009"/>
                  </a:cubicBezTo>
                  <a:cubicBezTo>
                    <a:pt x="188" y="911"/>
                    <a:pt x="81" y="840"/>
                    <a:pt x="107" y="777"/>
                  </a:cubicBezTo>
                  <a:cubicBezTo>
                    <a:pt x="143" y="715"/>
                    <a:pt x="72" y="679"/>
                    <a:pt x="107" y="608"/>
                  </a:cubicBezTo>
                  <a:cubicBezTo>
                    <a:pt x="134" y="527"/>
                    <a:pt x="45" y="456"/>
                    <a:pt x="81" y="385"/>
                  </a:cubicBezTo>
                  <a:cubicBezTo>
                    <a:pt x="125" y="322"/>
                    <a:pt x="45" y="304"/>
                    <a:pt x="63" y="251"/>
                  </a:cubicBezTo>
                  <a:cubicBezTo>
                    <a:pt x="90" y="197"/>
                    <a:pt x="27" y="170"/>
                    <a:pt x="36" y="108"/>
                  </a:cubicBezTo>
                  <a:cubicBezTo>
                    <a:pt x="45" y="46"/>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150"/>
            <p:cNvSpPr/>
            <p:nvPr/>
          </p:nvSpPr>
          <p:spPr>
            <a:xfrm>
              <a:off x="6528951" y="1902450"/>
              <a:ext cx="12677" cy="111510"/>
            </a:xfrm>
            <a:custGeom>
              <a:rect b="b" l="l" r="r" t="t"/>
              <a:pathLst>
                <a:path extrusionOk="0" h="3070" w="349">
                  <a:moveTo>
                    <a:pt x="348" y="1"/>
                  </a:moveTo>
                  <a:cubicBezTo>
                    <a:pt x="348" y="1"/>
                    <a:pt x="304" y="46"/>
                    <a:pt x="313" y="117"/>
                  </a:cubicBezTo>
                  <a:cubicBezTo>
                    <a:pt x="322" y="179"/>
                    <a:pt x="259" y="206"/>
                    <a:pt x="286" y="251"/>
                  </a:cubicBezTo>
                  <a:cubicBezTo>
                    <a:pt x="304" y="304"/>
                    <a:pt x="223" y="322"/>
                    <a:pt x="259" y="393"/>
                  </a:cubicBezTo>
                  <a:cubicBezTo>
                    <a:pt x="304" y="456"/>
                    <a:pt x="214" y="536"/>
                    <a:pt x="241" y="608"/>
                  </a:cubicBezTo>
                  <a:cubicBezTo>
                    <a:pt x="277" y="688"/>
                    <a:pt x="206" y="715"/>
                    <a:pt x="232" y="777"/>
                  </a:cubicBezTo>
                  <a:cubicBezTo>
                    <a:pt x="268" y="840"/>
                    <a:pt x="161" y="911"/>
                    <a:pt x="214" y="1018"/>
                  </a:cubicBezTo>
                  <a:cubicBezTo>
                    <a:pt x="268" y="1125"/>
                    <a:pt x="170" y="1179"/>
                    <a:pt x="197" y="1250"/>
                  </a:cubicBezTo>
                  <a:cubicBezTo>
                    <a:pt x="232" y="1321"/>
                    <a:pt x="107" y="1410"/>
                    <a:pt x="161" y="1491"/>
                  </a:cubicBezTo>
                  <a:cubicBezTo>
                    <a:pt x="214" y="1580"/>
                    <a:pt x="116" y="1651"/>
                    <a:pt x="152" y="1714"/>
                  </a:cubicBezTo>
                  <a:cubicBezTo>
                    <a:pt x="188" y="1776"/>
                    <a:pt x="90" y="1865"/>
                    <a:pt x="143" y="1937"/>
                  </a:cubicBezTo>
                  <a:cubicBezTo>
                    <a:pt x="197" y="2008"/>
                    <a:pt x="72" y="2088"/>
                    <a:pt x="107" y="2187"/>
                  </a:cubicBezTo>
                  <a:cubicBezTo>
                    <a:pt x="152" y="2285"/>
                    <a:pt x="54" y="2392"/>
                    <a:pt x="99" y="2481"/>
                  </a:cubicBezTo>
                  <a:cubicBezTo>
                    <a:pt x="152" y="2561"/>
                    <a:pt x="27" y="2588"/>
                    <a:pt x="90" y="2677"/>
                  </a:cubicBezTo>
                  <a:cubicBezTo>
                    <a:pt x="143" y="2775"/>
                    <a:pt x="0" y="2891"/>
                    <a:pt x="0" y="3070"/>
                  </a:cubicBezTo>
                  <a:lnTo>
                    <a:pt x="348" y="3070"/>
                  </a:lnTo>
                  <a:lnTo>
                    <a:pt x="3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150"/>
            <p:cNvSpPr/>
            <p:nvPr/>
          </p:nvSpPr>
          <p:spPr>
            <a:xfrm>
              <a:off x="6541591" y="1902450"/>
              <a:ext cx="12677" cy="111510"/>
            </a:xfrm>
            <a:custGeom>
              <a:rect b="b" l="l" r="r" t="t"/>
              <a:pathLst>
                <a:path extrusionOk="0" h="3070" w="349">
                  <a:moveTo>
                    <a:pt x="0" y="1"/>
                  </a:moveTo>
                  <a:lnTo>
                    <a:pt x="0" y="3070"/>
                  </a:lnTo>
                  <a:lnTo>
                    <a:pt x="348" y="3070"/>
                  </a:lnTo>
                  <a:cubicBezTo>
                    <a:pt x="348" y="2891"/>
                    <a:pt x="214" y="2775"/>
                    <a:pt x="268" y="2677"/>
                  </a:cubicBezTo>
                  <a:cubicBezTo>
                    <a:pt x="321" y="2588"/>
                    <a:pt x="197" y="2561"/>
                    <a:pt x="250" y="2481"/>
                  </a:cubicBezTo>
                  <a:cubicBezTo>
                    <a:pt x="304" y="2392"/>
                    <a:pt x="197" y="2285"/>
                    <a:pt x="241" y="2187"/>
                  </a:cubicBezTo>
                  <a:cubicBezTo>
                    <a:pt x="286" y="2088"/>
                    <a:pt x="161" y="2008"/>
                    <a:pt x="214" y="1937"/>
                  </a:cubicBezTo>
                  <a:cubicBezTo>
                    <a:pt x="268" y="1865"/>
                    <a:pt x="170" y="1776"/>
                    <a:pt x="205" y="1714"/>
                  </a:cubicBezTo>
                  <a:cubicBezTo>
                    <a:pt x="241" y="1651"/>
                    <a:pt x="134" y="1580"/>
                    <a:pt x="188" y="1491"/>
                  </a:cubicBezTo>
                  <a:cubicBezTo>
                    <a:pt x="241" y="1410"/>
                    <a:pt x="116" y="1321"/>
                    <a:pt x="152" y="1250"/>
                  </a:cubicBezTo>
                  <a:cubicBezTo>
                    <a:pt x="188" y="1179"/>
                    <a:pt x="81" y="1125"/>
                    <a:pt x="134" y="1018"/>
                  </a:cubicBezTo>
                  <a:cubicBezTo>
                    <a:pt x="188" y="911"/>
                    <a:pt x="81" y="840"/>
                    <a:pt x="116" y="777"/>
                  </a:cubicBezTo>
                  <a:cubicBezTo>
                    <a:pt x="152" y="715"/>
                    <a:pt x="72" y="688"/>
                    <a:pt x="107" y="608"/>
                  </a:cubicBezTo>
                  <a:cubicBezTo>
                    <a:pt x="143" y="536"/>
                    <a:pt x="54" y="456"/>
                    <a:pt x="90" y="393"/>
                  </a:cubicBezTo>
                  <a:cubicBezTo>
                    <a:pt x="125" y="322"/>
                    <a:pt x="45" y="304"/>
                    <a:pt x="72" y="251"/>
                  </a:cubicBezTo>
                  <a:cubicBezTo>
                    <a:pt x="98" y="206"/>
                    <a:pt x="36" y="179"/>
                    <a:pt x="45" y="117"/>
                  </a:cubicBezTo>
                  <a:cubicBezTo>
                    <a:pt x="45" y="46"/>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150"/>
            <p:cNvSpPr/>
            <p:nvPr/>
          </p:nvSpPr>
          <p:spPr>
            <a:xfrm>
              <a:off x="6244119" y="1770930"/>
              <a:ext cx="634191" cy="385636"/>
            </a:xfrm>
            <a:custGeom>
              <a:rect b="b" l="l" r="r" t="t"/>
              <a:pathLst>
                <a:path extrusionOk="0" h="10617" w="17460">
                  <a:moveTo>
                    <a:pt x="17459" y="0"/>
                  </a:moveTo>
                  <a:lnTo>
                    <a:pt x="16094" y="1472"/>
                  </a:lnTo>
                  <a:lnTo>
                    <a:pt x="15711" y="2953"/>
                  </a:lnTo>
                  <a:lnTo>
                    <a:pt x="14266" y="3774"/>
                  </a:lnTo>
                  <a:lnTo>
                    <a:pt x="13855" y="4478"/>
                  </a:lnTo>
                  <a:lnTo>
                    <a:pt x="13052" y="4719"/>
                  </a:lnTo>
                  <a:lnTo>
                    <a:pt x="12687" y="5995"/>
                  </a:lnTo>
                  <a:lnTo>
                    <a:pt x="11304" y="6164"/>
                  </a:lnTo>
                  <a:lnTo>
                    <a:pt x="10519" y="5692"/>
                  </a:lnTo>
                  <a:lnTo>
                    <a:pt x="10153" y="4951"/>
                  </a:lnTo>
                  <a:lnTo>
                    <a:pt x="8806" y="5112"/>
                  </a:lnTo>
                  <a:lnTo>
                    <a:pt x="8253" y="5879"/>
                  </a:lnTo>
                  <a:lnTo>
                    <a:pt x="7370" y="5897"/>
                  </a:lnTo>
                  <a:lnTo>
                    <a:pt x="6130" y="4701"/>
                  </a:lnTo>
                  <a:lnTo>
                    <a:pt x="5059" y="4496"/>
                  </a:lnTo>
                  <a:lnTo>
                    <a:pt x="4363" y="4889"/>
                  </a:lnTo>
                  <a:lnTo>
                    <a:pt x="3596" y="3836"/>
                  </a:lnTo>
                  <a:lnTo>
                    <a:pt x="2748" y="3444"/>
                  </a:lnTo>
                  <a:lnTo>
                    <a:pt x="1749" y="5308"/>
                  </a:lnTo>
                  <a:lnTo>
                    <a:pt x="938" y="6075"/>
                  </a:lnTo>
                  <a:lnTo>
                    <a:pt x="777" y="7271"/>
                  </a:lnTo>
                  <a:lnTo>
                    <a:pt x="1" y="7868"/>
                  </a:lnTo>
                  <a:lnTo>
                    <a:pt x="1" y="8975"/>
                  </a:lnTo>
                  <a:lnTo>
                    <a:pt x="938" y="8983"/>
                  </a:lnTo>
                  <a:lnTo>
                    <a:pt x="2053" y="9091"/>
                  </a:lnTo>
                  <a:lnTo>
                    <a:pt x="2918" y="8859"/>
                  </a:lnTo>
                  <a:lnTo>
                    <a:pt x="5220" y="8859"/>
                  </a:lnTo>
                  <a:lnTo>
                    <a:pt x="5844" y="9091"/>
                  </a:lnTo>
                  <a:lnTo>
                    <a:pt x="7343" y="8903"/>
                  </a:lnTo>
                  <a:lnTo>
                    <a:pt x="8190" y="9091"/>
                  </a:lnTo>
                  <a:lnTo>
                    <a:pt x="7655" y="9813"/>
                  </a:lnTo>
                  <a:lnTo>
                    <a:pt x="9073" y="9974"/>
                  </a:lnTo>
                  <a:lnTo>
                    <a:pt x="10867" y="9626"/>
                  </a:lnTo>
                  <a:lnTo>
                    <a:pt x="11901" y="9626"/>
                  </a:lnTo>
                  <a:lnTo>
                    <a:pt x="12865" y="9974"/>
                  </a:lnTo>
                  <a:lnTo>
                    <a:pt x="14970" y="9974"/>
                  </a:lnTo>
                  <a:lnTo>
                    <a:pt x="15693" y="10616"/>
                  </a:lnTo>
                  <a:lnTo>
                    <a:pt x="17459" y="10616"/>
                  </a:lnTo>
                  <a:lnTo>
                    <a:pt x="1745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150"/>
            <p:cNvSpPr/>
            <p:nvPr/>
          </p:nvSpPr>
          <p:spPr>
            <a:xfrm>
              <a:off x="6704892" y="1770930"/>
              <a:ext cx="173404" cy="243034"/>
            </a:xfrm>
            <a:custGeom>
              <a:rect b="b" l="l" r="r" t="t"/>
              <a:pathLst>
                <a:path extrusionOk="0" h="6691" w="4774">
                  <a:moveTo>
                    <a:pt x="4773" y="0"/>
                  </a:moveTo>
                  <a:lnTo>
                    <a:pt x="3408" y="1472"/>
                  </a:lnTo>
                  <a:lnTo>
                    <a:pt x="3025" y="2953"/>
                  </a:lnTo>
                  <a:lnTo>
                    <a:pt x="1588" y="3774"/>
                  </a:lnTo>
                  <a:lnTo>
                    <a:pt x="1169" y="4478"/>
                  </a:lnTo>
                  <a:lnTo>
                    <a:pt x="366" y="4719"/>
                  </a:lnTo>
                  <a:lnTo>
                    <a:pt x="1" y="5995"/>
                  </a:lnTo>
                  <a:lnTo>
                    <a:pt x="1722" y="6691"/>
                  </a:lnTo>
                  <a:lnTo>
                    <a:pt x="580" y="5727"/>
                  </a:lnTo>
                  <a:lnTo>
                    <a:pt x="759" y="5255"/>
                  </a:lnTo>
                  <a:lnTo>
                    <a:pt x="1321" y="4844"/>
                  </a:lnTo>
                  <a:lnTo>
                    <a:pt x="1901" y="4692"/>
                  </a:lnTo>
                  <a:lnTo>
                    <a:pt x="2097" y="3916"/>
                  </a:lnTo>
                  <a:lnTo>
                    <a:pt x="3212" y="3765"/>
                  </a:lnTo>
                  <a:lnTo>
                    <a:pt x="3310" y="3015"/>
                  </a:lnTo>
                  <a:lnTo>
                    <a:pt x="3614" y="2373"/>
                  </a:lnTo>
                  <a:lnTo>
                    <a:pt x="4015" y="3916"/>
                  </a:lnTo>
                  <a:lnTo>
                    <a:pt x="3890" y="1490"/>
                  </a:lnTo>
                  <a:lnTo>
                    <a:pt x="4773"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150"/>
            <p:cNvSpPr/>
            <p:nvPr/>
          </p:nvSpPr>
          <p:spPr>
            <a:xfrm>
              <a:off x="6612854" y="1950757"/>
              <a:ext cx="92078" cy="79728"/>
            </a:xfrm>
            <a:custGeom>
              <a:rect b="b" l="l" r="r" t="t"/>
              <a:pathLst>
                <a:path extrusionOk="0" h="2195" w="2535">
                  <a:moveTo>
                    <a:pt x="1" y="0"/>
                  </a:moveTo>
                  <a:lnTo>
                    <a:pt x="170" y="1178"/>
                  </a:lnTo>
                  <a:lnTo>
                    <a:pt x="724" y="1454"/>
                  </a:lnTo>
                  <a:lnTo>
                    <a:pt x="724" y="2195"/>
                  </a:lnTo>
                  <a:lnTo>
                    <a:pt x="1089" y="1820"/>
                  </a:lnTo>
                  <a:lnTo>
                    <a:pt x="2535" y="1044"/>
                  </a:lnTo>
                  <a:lnTo>
                    <a:pt x="2535" y="1044"/>
                  </a:lnTo>
                  <a:lnTo>
                    <a:pt x="1152" y="1213"/>
                  </a:lnTo>
                  <a:lnTo>
                    <a:pt x="367" y="741"/>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150"/>
            <p:cNvSpPr/>
            <p:nvPr/>
          </p:nvSpPr>
          <p:spPr>
            <a:xfrm>
              <a:off x="6676380" y="2039200"/>
              <a:ext cx="64182" cy="94003"/>
            </a:xfrm>
            <a:custGeom>
              <a:rect b="b" l="l" r="r" t="t"/>
              <a:pathLst>
                <a:path extrusionOk="0" h="2588" w="1767">
                  <a:moveTo>
                    <a:pt x="1767" y="1"/>
                  </a:moveTo>
                  <a:lnTo>
                    <a:pt x="1276" y="652"/>
                  </a:lnTo>
                  <a:lnTo>
                    <a:pt x="786" y="1794"/>
                  </a:lnTo>
                  <a:lnTo>
                    <a:pt x="0" y="2240"/>
                  </a:lnTo>
                  <a:lnTo>
                    <a:pt x="964" y="2588"/>
                  </a:lnTo>
                  <a:lnTo>
                    <a:pt x="1410" y="1758"/>
                  </a:lnTo>
                  <a:lnTo>
                    <a:pt x="1410" y="1027"/>
                  </a:lnTo>
                  <a:lnTo>
                    <a:pt x="176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150"/>
            <p:cNvSpPr/>
            <p:nvPr/>
          </p:nvSpPr>
          <p:spPr>
            <a:xfrm>
              <a:off x="6778443" y="1943311"/>
              <a:ext cx="99851" cy="213249"/>
            </a:xfrm>
            <a:custGeom>
              <a:rect b="b" l="l" r="r" t="t"/>
              <a:pathLst>
                <a:path extrusionOk="0" h="5871" w="2749">
                  <a:moveTo>
                    <a:pt x="1089" y="0"/>
                  </a:moveTo>
                  <a:lnTo>
                    <a:pt x="661" y="1115"/>
                  </a:lnTo>
                  <a:lnTo>
                    <a:pt x="482" y="3212"/>
                  </a:lnTo>
                  <a:lnTo>
                    <a:pt x="1" y="4514"/>
                  </a:lnTo>
                  <a:lnTo>
                    <a:pt x="259" y="5228"/>
                  </a:lnTo>
                  <a:lnTo>
                    <a:pt x="982" y="5870"/>
                  </a:lnTo>
                  <a:lnTo>
                    <a:pt x="2748" y="5870"/>
                  </a:lnTo>
                  <a:lnTo>
                    <a:pt x="2748" y="3105"/>
                  </a:lnTo>
                  <a:lnTo>
                    <a:pt x="2133" y="4737"/>
                  </a:lnTo>
                  <a:lnTo>
                    <a:pt x="1678" y="4086"/>
                  </a:lnTo>
                  <a:lnTo>
                    <a:pt x="1544" y="2480"/>
                  </a:lnTo>
                  <a:lnTo>
                    <a:pt x="1071" y="1302"/>
                  </a:lnTo>
                  <a:lnTo>
                    <a:pt x="108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150"/>
            <p:cNvSpPr/>
            <p:nvPr/>
          </p:nvSpPr>
          <p:spPr>
            <a:xfrm>
              <a:off x="6787850" y="2079044"/>
              <a:ext cx="26261" cy="77512"/>
            </a:xfrm>
            <a:custGeom>
              <a:rect b="b" l="l" r="r" t="t"/>
              <a:pathLst>
                <a:path extrusionOk="0" h="2134" w="723">
                  <a:moveTo>
                    <a:pt x="607" y="1"/>
                  </a:moveTo>
                  <a:lnTo>
                    <a:pt x="437" y="1455"/>
                  </a:lnTo>
                  <a:lnTo>
                    <a:pt x="205" y="875"/>
                  </a:lnTo>
                  <a:lnTo>
                    <a:pt x="0" y="1491"/>
                  </a:lnTo>
                  <a:lnTo>
                    <a:pt x="723" y="2133"/>
                  </a:lnTo>
                  <a:lnTo>
                    <a:pt x="607"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150"/>
            <p:cNvSpPr/>
            <p:nvPr/>
          </p:nvSpPr>
          <p:spPr>
            <a:xfrm>
              <a:off x="6743139" y="2044067"/>
              <a:ext cx="23355" cy="89135"/>
            </a:xfrm>
            <a:custGeom>
              <a:rect b="b" l="l" r="r" t="t"/>
              <a:pathLst>
                <a:path extrusionOk="0" h="2454" w="643">
                  <a:moveTo>
                    <a:pt x="419" y="0"/>
                  </a:moveTo>
                  <a:lnTo>
                    <a:pt x="98" y="1410"/>
                  </a:lnTo>
                  <a:lnTo>
                    <a:pt x="188" y="1883"/>
                  </a:lnTo>
                  <a:lnTo>
                    <a:pt x="0" y="2454"/>
                  </a:lnTo>
                  <a:lnTo>
                    <a:pt x="643" y="2454"/>
                  </a:lnTo>
                  <a:lnTo>
                    <a:pt x="366" y="1232"/>
                  </a:lnTo>
                  <a:lnTo>
                    <a:pt x="419"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150"/>
            <p:cNvSpPr/>
            <p:nvPr/>
          </p:nvSpPr>
          <p:spPr>
            <a:xfrm>
              <a:off x="6522159" y="2039200"/>
              <a:ext cx="54447" cy="94003"/>
            </a:xfrm>
            <a:custGeom>
              <a:rect b="b" l="l" r="r" t="t"/>
              <a:pathLst>
                <a:path extrusionOk="0" h="2588" w="1499">
                  <a:moveTo>
                    <a:pt x="1187" y="1"/>
                  </a:moveTo>
                  <a:lnTo>
                    <a:pt x="1187" y="1455"/>
                  </a:lnTo>
                  <a:lnTo>
                    <a:pt x="0" y="2427"/>
                  </a:lnTo>
                  <a:lnTo>
                    <a:pt x="1418" y="2588"/>
                  </a:lnTo>
                  <a:lnTo>
                    <a:pt x="1499" y="1151"/>
                  </a:lnTo>
                  <a:lnTo>
                    <a:pt x="118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150"/>
            <p:cNvSpPr/>
            <p:nvPr/>
          </p:nvSpPr>
          <p:spPr>
            <a:xfrm>
              <a:off x="6573663" y="2047299"/>
              <a:ext cx="73262" cy="85903"/>
            </a:xfrm>
            <a:custGeom>
              <a:rect b="b" l="l" r="r" t="t"/>
              <a:pathLst>
                <a:path extrusionOk="0" h="2365" w="2017">
                  <a:moveTo>
                    <a:pt x="2017" y="1"/>
                  </a:moveTo>
                  <a:lnTo>
                    <a:pt x="1321" y="1214"/>
                  </a:lnTo>
                  <a:lnTo>
                    <a:pt x="1160" y="1785"/>
                  </a:lnTo>
                  <a:lnTo>
                    <a:pt x="0" y="2365"/>
                  </a:lnTo>
                  <a:lnTo>
                    <a:pt x="1794" y="2017"/>
                  </a:lnTo>
                  <a:lnTo>
                    <a:pt x="1695" y="1259"/>
                  </a:lnTo>
                  <a:lnTo>
                    <a:pt x="2017"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150"/>
            <p:cNvSpPr/>
            <p:nvPr/>
          </p:nvSpPr>
          <p:spPr>
            <a:xfrm>
              <a:off x="6510791" y="2044067"/>
              <a:ext cx="30838" cy="57063"/>
            </a:xfrm>
            <a:custGeom>
              <a:rect b="b" l="l" r="r" t="t"/>
              <a:pathLst>
                <a:path extrusionOk="0" h="1571" w="849">
                  <a:moveTo>
                    <a:pt x="545" y="0"/>
                  </a:moveTo>
                  <a:lnTo>
                    <a:pt x="393" y="848"/>
                  </a:lnTo>
                  <a:lnTo>
                    <a:pt x="1" y="1383"/>
                  </a:lnTo>
                  <a:lnTo>
                    <a:pt x="848" y="1571"/>
                  </a:lnTo>
                  <a:lnTo>
                    <a:pt x="54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150"/>
            <p:cNvSpPr/>
            <p:nvPr/>
          </p:nvSpPr>
          <p:spPr>
            <a:xfrm>
              <a:off x="6410362" y="1934231"/>
              <a:ext cx="133522" cy="94656"/>
            </a:xfrm>
            <a:custGeom>
              <a:rect b="b" l="l" r="r" t="t"/>
              <a:pathLst>
                <a:path extrusionOk="0" h="2606" w="3676">
                  <a:moveTo>
                    <a:pt x="482" y="0"/>
                  </a:moveTo>
                  <a:lnTo>
                    <a:pt x="901" y="375"/>
                  </a:lnTo>
                  <a:lnTo>
                    <a:pt x="955" y="812"/>
                  </a:lnTo>
                  <a:lnTo>
                    <a:pt x="1321" y="518"/>
                  </a:lnTo>
                  <a:lnTo>
                    <a:pt x="2061" y="1142"/>
                  </a:lnTo>
                  <a:lnTo>
                    <a:pt x="1267" y="1401"/>
                  </a:lnTo>
                  <a:lnTo>
                    <a:pt x="0" y="2605"/>
                  </a:lnTo>
                  <a:lnTo>
                    <a:pt x="1642" y="1677"/>
                  </a:lnTo>
                  <a:lnTo>
                    <a:pt x="2462" y="1481"/>
                  </a:lnTo>
                  <a:lnTo>
                    <a:pt x="2766" y="1909"/>
                  </a:lnTo>
                  <a:lnTo>
                    <a:pt x="2578" y="2605"/>
                  </a:lnTo>
                  <a:lnTo>
                    <a:pt x="3676" y="1383"/>
                  </a:lnTo>
                  <a:lnTo>
                    <a:pt x="2793" y="1401"/>
                  </a:lnTo>
                  <a:lnTo>
                    <a:pt x="1553" y="205"/>
                  </a:lnTo>
                  <a:lnTo>
                    <a:pt x="482"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150"/>
            <p:cNvSpPr/>
            <p:nvPr/>
          </p:nvSpPr>
          <p:spPr>
            <a:xfrm>
              <a:off x="6343930" y="1895985"/>
              <a:ext cx="58697" cy="52522"/>
            </a:xfrm>
            <a:custGeom>
              <a:rect b="b" l="l" r="r" t="t"/>
              <a:pathLst>
                <a:path extrusionOk="0" h="1446" w="1616">
                  <a:moveTo>
                    <a:pt x="0" y="1"/>
                  </a:moveTo>
                  <a:lnTo>
                    <a:pt x="1615" y="1446"/>
                  </a:lnTo>
                  <a:lnTo>
                    <a:pt x="848" y="393"/>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150"/>
            <p:cNvSpPr/>
            <p:nvPr/>
          </p:nvSpPr>
          <p:spPr>
            <a:xfrm>
              <a:off x="6244119" y="1963724"/>
              <a:ext cx="116704" cy="137408"/>
            </a:xfrm>
            <a:custGeom>
              <a:rect b="b" l="l" r="r" t="t"/>
              <a:pathLst>
                <a:path extrusionOk="0" h="3783" w="3213">
                  <a:moveTo>
                    <a:pt x="1749" y="0"/>
                  </a:moveTo>
                  <a:lnTo>
                    <a:pt x="938" y="767"/>
                  </a:lnTo>
                  <a:lnTo>
                    <a:pt x="777" y="1963"/>
                  </a:lnTo>
                  <a:lnTo>
                    <a:pt x="1" y="2560"/>
                  </a:lnTo>
                  <a:lnTo>
                    <a:pt x="1" y="3667"/>
                  </a:lnTo>
                  <a:lnTo>
                    <a:pt x="938" y="3675"/>
                  </a:lnTo>
                  <a:lnTo>
                    <a:pt x="2053" y="3783"/>
                  </a:lnTo>
                  <a:lnTo>
                    <a:pt x="2186" y="2212"/>
                  </a:lnTo>
                  <a:lnTo>
                    <a:pt x="1687" y="3426"/>
                  </a:lnTo>
                  <a:lnTo>
                    <a:pt x="688" y="3488"/>
                  </a:lnTo>
                  <a:lnTo>
                    <a:pt x="304" y="2917"/>
                  </a:lnTo>
                  <a:lnTo>
                    <a:pt x="1223" y="1963"/>
                  </a:lnTo>
                  <a:lnTo>
                    <a:pt x="1419" y="1258"/>
                  </a:lnTo>
                  <a:lnTo>
                    <a:pt x="2427" y="740"/>
                  </a:lnTo>
                  <a:lnTo>
                    <a:pt x="3212" y="54"/>
                  </a:lnTo>
                  <a:lnTo>
                    <a:pt x="2133" y="544"/>
                  </a:lnTo>
                  <a:lnTo>
                    <a:pt x="1348" y="669"/>
                  </a:lnTo>
                  <a:lnTo>
                    <a:pt x="174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150"/>
            <p:cNvSpPr/>
            <p:nvPr/>
          </p:nvSpPr>
          <p:spPr>
            <a:xfrm>
              <a:off x="6343930" y="2023654"/>
              <a:ext cx="31128" cy="69049"/>
            </a:xfrm>
            <a:custGeom>
              <a:rect b="b" l="l" r="r" t="t"/>
              <a:pathLst>
                <a:path extrusionOk="0" h="1901" w="857">
                  <a:moveTo>
                    <a:pt x="0" y="0"/>
                  </a:moveTo>
                  <a:lnTo>
                    <a:pt x="170" y="1901"/>
                  </a:lnTo>
                  <a:lnTo>
                    <a:pt x="857" y="190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150"/>
            <p:cNvSpPr/>
            <p:nvPr/>
          </p:nvSpPr>
          <p:spPr>
            <a:xfrm>
              <a:off x="6433681" y="2028848"/>
              <a:ext cx="26624" cy="72282"/>
            </a:xfrm>
            <a:custGeom>
              <a:rect b="b" l="l" r="r" t="t"/>
              <a:pathLst>
                <a:path extrusionOk="0" h="1990" w="733">
                  <a:moveTo>
                    <a:pt x="465" y="0"/>
                  </a:moveTo>
                  <a:lnTo>
                    <a:pt x="268" y="901"/>
                  </a:lnTo>
                  <a:lnTo>
                    <a:pt x="331" y="1303"/>
                  </a:lnTo>
                  <a:lnTo>
                    <a:pt x="1" y="1758"/>
                  </a:lnTo>
                  <a:lnTo>
                    <a:pt x="625" y="1990"/>
                  </a:lnTo>
                  <a:lnTo>
                    <a:pt x="732" y="1472"/>
                  </a:lnTo>
                  <a:lnTo>
                    <a:pt x="500" y="839"/>
                  </a:lnTo>
                  <a:lnTo>
                    <a:pt x="46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0" name="Google Shape;9800;p150"/>
          <p:cNvGrpSpPr/>
          <p:nvPr/>
        </p:nvGrpSpPr>
        <p:grpSpPr>
          <a:xfrm>
            <a:off x="1694749" y="-132157"/>
            <a:ext cx="1151601" cy="1147072"/>
            <a:chOff x="6089572" y="1894059"/>
            <a:chExt cx="91097" cy="90734"/>
          </a:xfrm>
        </p:grpSpPr>
        <p:sp>
          <p:nvSpPr>
            <p:cNvPr id="9801" name="Google Shape;9801;p150"/>
            <p:cNvSpPr/>
            <p:nvPr/>
          </p:nvSpPr>
          <p:spPr>
            <a:xfrm>
              <a:off x="6089572" y="1894059"/>
              <a:ext cx="91097" cy="90734"/>
            </a:xfrm>
            <a:custGeom>
              <a:rect b="b" l="l" r="r" t="t"/>
              <a:pathLst>
                <a:path extrusionOk="0" h="2498" w="2508">
                  <a:moveTo>
                    <a:pt x="1258" y="0"/>
                  </a:moveTo>
                  <a:cubicBezTo>
                    <a:pt x="562" y="0"/>
                    <a:pt x="0" y="553"/>
                    <a:pt x="0" y="1249"/>
                  </a:cubicBezTo>
                  <a:cubicBezTo>
                    <a:pt x="0" y="1936"/>
                    <a:pt x="562" y="2498"/>
                    <a:pt x="1258" y="2498"/>
                  </a:cubicBezTo>
                  <a:cubicBezTo>
                    <a:pt x="1945" y="2498"/>
                    <a:pt x="2507" y="1936"/>
                    <a:pt x="2507" y="1249"/>
                  </a:cubicBezTo>
                  <a:cubicBezTo>
                    <a:pt x="2507" y="553"/>
                    <a:pt x="1945" y="0"/>
                    <a:pt x="12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150"/>
            <p:cNvSpPr/>
            <p:nvPr/>
          </p:nvSpPr>
          <p:spPr>
            <a:xfrm>
              <a:off x="6096037" y="1900525"/>
              <a:ext cx="78130" cy="77803"/>
            </a:xfrm>
            <a:custGeom>
              <a:rect b="b" l="l" r="r" t="t"/>
              <a:pathLst>
                <a:path extrusionOk="0" h="2142" w="2151">
                  <a:moveTo>
                    <a:pt x="1080" y="0"/>
                  </a:moveTo>
                  <a:cubicBezTo>
                    <a:pt x="483" y="0"/>
                    <a:pt x="1" y="482"/>
                    <a:pt x="1" y="1071"/>
                  </a:cubicBezTo>
                  <a:cubicBezTo>
                    <a:pt x="1" y="1660"/>
                    <a:pt x="483" y="2141"/>
                    <a:pt x="1080" y="2141"/>
                  </a:cubicBezTo>
                  <a:cubicBezTo>
                    <a:pt x="1669" y="2141"/>
                    <a:pt x="2151" y="1660"/>
                    <a:pt x="2151" y="1071"/>
                  </a:cubicBezTo>
                  <a:cubicBezTo>
                    <a:pt x="2151" y="482"/>
                    <a:pt x="1669" y="0"/>
                    <a:pt x="1080" y="0"/>
                  </a:cubicBezTo>
                  <a:close/>
                </a:path>
              </a:pathLst>
            </a:custGeom>
            <a:solidFill>
              <a:srgbClr val="EA9B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
  <p:cSld name="CUSTOM">
    <p:spTree>
      <p:nvGrpSpPr>
        <p:cNvPr id="9803" name="Shape 9803"/>
        <p:cNvGrpSpPr/>
        <p:nvPr/>
      </p:nvGrpSpPr>
      <p:grpSpPr>
        <a:xfrm>
          <a:off x="0" y="0"/>
          <a:ext cx="0" cy="0"/>
          <a:chOff x="0" y="0"/>
          <a:chExt cx="0" cy="0"/>
        </a:xfrm>
      </p:grpSpPr>
      <p:sp>
        <p:nvSpPr>
          <p:cNvPr id="9804" name="Google Shape;9804;p151"/>
          <p:cNvSpPr/>
          <p:nvPr/>
        </p:nvSpPr>
        <p:spPr>
          <a:xfrm>
            <a:off x="0" y="4457704"/>
            <a:ext cx="9144017" cy="685804"/>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151"/>
          <p:cNvSpPr/>
          <p:nvPr/>
        </p:nvSpPr>
        <p:spPr>
          <a:xfrm flipH="1" rot="-238332">
            <a:off x="6971149" y="3937517"/>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6" name="Google Shape;9806;p151"/>
          <p:cNvGrpSpPr/>
          <p:nvPr/>
        </p:nvGrpSpPr>
        <p:grpSpPr>
          <a:xfrm flipH="1">
            <a:off x="6989366" y="3684202"/>
            <a:ext cx="2154611" cy="785401"/>
            <a:chOff x="3363545" y="1399908"/>
            <a:chExt cx="240164" cy="87537"/>
          </a:xfrm>
        </p:grpSpPr>
        <p:sp>
          <p:nvSpPr>
            <p:cNvPr id="9807" name="Google Shape;9807;p151"/>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151"/>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151"/>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151"/>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151"/>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2" name="Google Shape;9812;p151"/>
          <p:cNvSpPr/>
          <p:nvPr/>
        </p:nvSpPr>
        <p:spPr>
          <a:xfrm rot="27">
            <a:off x="-3372095" y="4126636"/>
            <a:ext cx="5553997" cy="2709902"/>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13" name="Google Shape;9813;p151"/>
          <p:cNvGrpSpPr/>
          <p:nvPr/>
        </p:nvGrpSpPr>
        <p:grpSpPr>
          <a:xfrm>
            <a:off x="-13051" y="3684166"/>
            <a:ext cx="2154611" cy="785401"/>
            <a:chOff x="3363545" y="1399908"/>
            <a:chExt cx="240164" cy="87537"/>
          </a:xfrm>
        </p:grpSpPr>
        <p:sp>
          <p:nvSpPr>
            <p:cNvPr id="9814" name="Google Shape;9814;p151"/>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151"/>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151"/>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151"/>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151"/>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9" name="Google Shape;9819;p151"/>
          <p:cNvSpPr/>
          <p:nvPr/>
        </p:nvSpPr>
        <p:spPr>
          <a:xfrm flipH="1">
            <a:off x="8364279" y="287984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151"/>
          <p:cNvSpPr txBox="1"/>
          <p:nvPr>
            <p:ph type="title"/>
          </p:nvPr>
        </p:nvSpPr>
        <p:spPr>
          <a:xfrm>
            <a:off x="713100" y="1052963"/>
            <a:ext cx="3142800" cy="21111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9821" name="Google Shape;9821;p151"/>
          <p:cNvSpPr txBox="1"/>
          <p:nvPr>
            <p:ph idx="1" type="subTitle"/>
          </p:nvPr>
        </p:nvSpPr>
        <p:spPr>
          <a:xfrm>
            <a:off x="713100" y="3163825"/>
            <a:ext cx="3852000" cy="926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1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9822" name="Shape 9822"/>
        <p:cNvGrpSpPr/>
        <p:nvPr/>
      </p:nvGrpSpPr>
      <p:grpSpPr>
        <a:xfrm>
          <a:off x="0" y="0"/>
          <a:ext cx="0" cy="0"/>
          <a:chOff x="0" y="0"/>
          <a:chExt cx="0" cy="0"/>
        </a:xfrm>
      </p:grpSpPr>
      <p:sp>
        <p:nvSpPr>
          <p:cNvPr id="9823" name="Google Shape;9823;p152"/>
          <p:cNvSpPr/>
          <p:nvPr/>
        </p:nvSpPr>
        <p:spPr>
          <a:xfrm>
            <a:off x="0" y="4321767"/>
            <a:ext cx="9144017" cy="821711"/>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152"/>
          <p:cNvSpPr/>
          <p:nvPr/>
        </p:nvSpPr>
        <p:spPr>
          <a:xfrm>
            <a:off x="-1990651" y="4443935"/>
            <a:ext cx="3909622" cy="1843739"/>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152"/>
          <p:cNvSpPr/>
          <p:nvPr/>
        </p:nvSpPr>
        <p:spPr>
          <a:xfrm flipH="1" rot="-118">
            <a:off x="7102514" y="4317796"/>
            <a:ext cx="2656786" cy="855007"/>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26" name="Google Shape;9826;p152"/>
          <p:cNvGrpSpPr/>
          <p:nvPr/>
        </p:nvGrpSpPr>
        <p:grpSpPr>
          <a:xfrm>
            <a:off x="7290042" y="3940088"/>
            <a:ext cx="1963893" cy="855121"/>
            <a:chOff x="8284835" y="1862888"/>
            <a:chExt cx="427165" cy="213583"/>
          </a:xfrm>
        </p:grpSpPr>
        <p:sp>
          <p:nvSpPr>
            <p:cNvPr id="9827" name="Google Shape;9827;p152"/>
            <p:cNvSpPr/>
            <p:nvPr/>
          </p:nvSpPr>
          <p:spPr>
            <a:xfrm>
              <a:off x="8284835" y="1862888"/>
              <a:ext cx="427165" cy="213583"/>
            </a:xfrm>
            <a:custGeom>
              <a:rect b="b" l="l" r="r" t="t"/>
              <a:pathLst>
                <a:path extrusionOk="0" h="4827" w="9654">
                  <a:moveTo>
                    <a:pt x="9653" y="0"/>
                  </a:moveTo>
                  <a:lnTo>
                    <a:pt x="8948" y="482"/>
                  </a:lnTo>
                  <a:cubicBezTo>
                    <a:pt x="8948" y="482"/>
                    <a:pt x="8774" y="656"/>
                    <a:pt x="8707" y="656"/>
                  </a:cubicBezTo>
                  <a:cubicBezTo>
                    <a:pt x="8688" y="656"/>
                    <a:pt x="8677" y="642"/>
                    <a:pt x="8681" y="607"/>
                  </a:cubicBezTo>
                  <a:cubicBezTo>
                    <a:pt x="8687" y="553"/>
                    <a:pt x="8657" y="536"/>
                    <a:pt x="8615" y="536"/>
                  </a:cubicBezTo>
                  <a:cubicBezTo>
                    <a:pt x="8530" y="536"/>
                    <a:pt x="8395" y="607"/>
                    <a:pt x="8395" y="607"/>
                  </a:cubicBezTo>
                  <a:lnTo>
                    <a:pt x="7780" y="1044"/>
                  </a:lnTo>
                  <a:lnTo>
                    <a:pt x="6941" y="1178"/>
                  </a:lnTo>
                  <a:lnTo>
                    <a:pt x="5505" y="1187"/>
                  </a:lnTo>
                  <a:lnTo>
                    <a:pt x="4863" y="1365"/>
                  </a:lnTo>
                  <a:lnTo>
                    <a:pt x="4318" y="1365"/>
                  </a:lnTo>
                  <a:lnTo>
                    <a:pt x="3712" y="1544"/>
                  </a:lnTo>
                  <a:cubicBezTo>
                    <a:pt x="3712" y="1544"/>
                    <a:pt x="3582" y="1520"/>
                    <a:pt x="3388" y="1520"/>
                  </a:cubicBezTo>
                  <a:cubicBezTo>
                    <a:pt x="3227" y="1520"/>
                    <a:pt x="3022" y="1536"/>
                    <a:pt x="2811" y="1597"/>
                  </a:cubicBezTo>
                  <a:cubicBezTo>
                    <a:pt x="2338" y="1740"/>
                    <a:pt x="1910" y="1776"/>
                    <a:pt x="1910" y="1776"/>
                  </a:cubicBezTo>
                  <a:lnTo>
                    <a:pt x="197" y="2150"/>
                  </a:lnTo>
                  <a:cubicBezTo>
                    <a:pt x="197" y="2150"/>
                    <a:pt x="1" y="2231"/>
                    <a:pt x="1044" y="2587"/>
                  </a:cubicBezTo>
                  <a:cubicBezTo>
                    <a:pt x="2498" y="3096"/>
                    <a:pt x="3587" y="2846"/>
                    <a:pt x="3774" y="3087"/>
                  </a:cubicBezTo>
                  <a:cubicBezTo>
                    <a:pt x="3962" y="3328"/>
                    <a:pt x="3863" y="3167"/>
                    <a:pt x="4113" y="3497"/>
                  </a:cubicBezTo>
                  <a:cubicBezTo>
                    <a:pt x="4363" y="3818"/>
                    <a:pt x="4292" y="3890"/>
                    <a:pt x="4684" y="3917"/>
                  </a:cubicBezTo>
                  <a:cubicBezTo>
                    <a:pt x="4815" y="3926"/>
                    <a:pt x="4929" y="3928"/>
                    <a:pt x="5023" y="3928"/>
                  </a:cubicBezTo>
                  <a:cubicBezTo>
                    <a:pt x="5210" y="3928"/>
                    <a:pt x="5318" y="3917"/>
                    <a:pt x="5318" y="3917"/>
                  </a:cubicBezTo>
                  <a:lnTo>
                    <a:pt x="5790" y="3863"/>
                  </a:lnTo>
                  <a:lnTo>
                    <a:pt x="6040" y="3917"/>
                  </a:lnTo>
                  <a:cubicBezTo>
                    <a:pt x="6040" y="3917"/>
                    <a:pt x="6352" y="4131"/>
                    <a:pt x="6629" y="4175"/>
                  </a:cubicBezTo>
                  <a:cubicBezTo>
                    <a:pt x="6672" y="4184"/>
                    <a:pt x="6701" y="4187"/>
                    <a:pt x="6720" y="4187"/>
                  </a:cubicBezTo>
                  <a:cubicBezTo>
                    <a:pt x="6782" y="4187"/>
                    <a:pt x="6748" y="4155"/>
                    <a:pt x="6759" y="4155"/>
                  </a:cubicBezTo>
                  <a:lnTo>
                    <a:pt x="6759" y="4155"/>
                  </a:lnTo>
                  <a:cubicBezTo>
                    <a:pt x="6767" y="4155"/>
                    <a:pt x="6798" y="4172"/>
                    <a:pt x="6905" y="4229"/>
                  </a:cubicBezTo>
                  <a:cubicBezTo>
                    <a:pt x="7218" y="4380"/>
                    <a:pt x="7405" y="4452"/>
                    <a:pt x="7405" y="4452"/>
                  </a:cubicBezTo>
                  <a:cubicBezTo>
                    <a:pt x="7405" y="4452"/>
                    <a:pt x="7905" y="4505"/>
                    <a:pt x="8154" y="4568"/>
                  </a:cubicBezTo>
                  <a:cubicBezTo>
                    <a:pt x="8413" y="4630"/>
                    <a:pt x="8681" y="4666"/>
                    <a:pt x="8681" y="4666"/>
                  </a:cubicBezTo>
                  <a:lnTo>
                    <a:pt x="9653" y="4827"/>
                  </a:lnTo>
                  <a:lnTo>
                    <a:pt x="965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152"/>
            <p:cNvSpPr/>
            <p:nvPr/>
          </p:nvSpPr>
          <p:spPr>
            <a:xfrm>
              <a:off x="8454567" y="1962751"/>
              <a:ext cx="257432" cy="113716"/>
            </a:xfrm>
            <a:custGeom>
              <a:rect b="b" l="l" r="r" t="t"/>
              <a:pathLst>
                <a:path extrusionOk="0" h="2570" w="5818">
                  <a:moveTo>
                    <a:pt x="5817" y="0"/>
                  </a:moveTo>
                  <a:lnTo>
                    <a:pt x="5202" y="152"/>
                  </a:lnTo>
                  <a:lnTo>
                    <a:pt x="4809" y="411"/>
                  </a:lnTo>
                  <a:lnTo>
                    <a:pt x="4399" y="500"/>
                  </a:lnTo>
                  <a:lnTo>
                    <a:pt x="4006" y="830"/>
                  </a:lnTo>
                  <a:cubicBezTo>
                    <a:pt x="4006" y="830"/>
                    <a:pt x="3911" y="850"/>
                    <a:pt x="3781" y="850"/>
                  </a:cubicBezTo>
                  <a:cubicBezTo>
                    <a:pt x="3717" y="850"/>
                    <a:pt x="3643" y="845"/>
                    <a:pt x="3569" y="830"/>
                  </a:cubicBezTo>
                  <a:cubicBezTo>
                    <a:pt x="3426" y="796"/>
                    <a:pt x="3246" y="780"/>
                    <a:pt x="3042" y="780"/>
                  </a:cubicBezTo>
                  <a:cubicBezTo>
                    <a:pt x="2927" y="780"/>
                    <a:pt x="2805" y="785"/>
                    <a:pt x="2677" y="794"/>
                  </a:cubicBezTo>
                  <a:cubicBezTo>
                    <a:pt x="2363" y="817"/>
                    <a:pt x="2417" y="919"/>
                    <a:pt x="2416" y="919"/>
                  </a:cubicBezTo>
                  <a:cubicBezTo>
                    <a:pt x="2416" y="919"/>
                    <a:pt x="2414" y="917"/>
                    <a:pt x="2409" y="910"/>
                  </a:cubicBezTo>
                  <a:cubicBezTo>
                    <a:pt x="2405" y="906"/>
                    <a:pt x="2401" y="905"/>
                    <a:pt x="2395" y="905"/>
                  </a:cubicBezTo>
                  <a:cubicBezTo>
                    <a:pt x="2338" y="905"/>
                    <a:pt x="2204" y="1098"/>
                    <a:pt x="2204" y="1098"/>
                  </a:cubicBezTo>
                  <a:cubicBezTo>
                    <a:pt x="2204" y="1098"/>
                    <a:pt x="2052" y="1089"/>
                    <a:pt x="1847" y="1053"/>
                  </a:cubicBezTo>
                  <a:cubicBezTo>
                    <a:pt x="1788" y="1046"/>
                    <a:pt x="1746" y="1042"/>
                    <a:pt x="1710" y="1042"/>
                  </a:cubicBezTo>
                  <a:cubicBezTo>
                    <a:pt x="1618" y="1042"/>
                    <a:pt x="1577" y="1065"/>
                    <a:pt x="1428" y="1098"/>
                  </a:cubicBezTo>
                  <a:cubicBezTo>
                    <a:pt x="1223" y="1133"/>
                    <a:pt x="1080" y="1231"/>
                    <a:pt x="1080" y="1231"/>
                  </a:cubicBezTo>
                  <a:lnTo>
                    <a:pt x="946" y="1312"/>
                  </a:lnTo>
                  <a:lnTo>
                    <a:pt x="1" y="910"/>
                  </a:lnTo>
                  <a:lnTo>
                    <a:pt x="1" y="910"/>
                  </a:lnTo>
                  <a:cubicBezTo>
                    <a:pt x="99" y="1035"/>
                    <a:pt x="63" y="955"/>
                    <a:pt x="277" y="1240"/>
                  </a:cubicBezTo>
                  <a:cubicBezTo>
                    <a:pt x="527" y="1561"/>
                    <a:pt x="456" y="1633"/>
                    <a:pt x="848" y="1660"/>
                  </a:cubicBezTo>
                  <a:cubicBezTo>
                    <a:pt x="979" y="1669"/>
                    <a:pt x="1093" y="1671"/>
                    <a:pt x="1187" y="1671"/>
                  </a:cubicBezTo>
                  <a:cubicBezTo>
                    <a:pt x="1374" y="1671"/>
                    <a:pt x="1482" y="1660"/>
                    <a:pt x="1482" y="1660"/>
                  </a:cubicBezTo>
                  <a:lnTo>
                    <a:pt x="1954" y="1606"/>
                  </a:lnTo>
                  <a:lnTo>
                    <a:pt x="2204" y="1660"/>
                  </a:lnTo>
                  <a:cubicBezTo>
                    <a:pt x="2204" y="1660"/>
                    <a:pt x="2516" y="1874"/>
                    <a:pt x="2793" y="1918"/>
                  </a:cubicBezTo>
                  <a:cubicBezTo>
                    <a:pt x="2836" y="1927"/>
                    <a:pt x="2865" y="1930"/>
                    <a:pt x="2884" y="1930"/>
                  </a:cubicBezTo>
                  <a:cubicBezTo>
                    <a:pt x="2946" y="1930"/>
                    <a:pt x="2912" y="1898"/>
                    <a:pt x="2923" y="1898"/>
                  </a:cubicBezTo>
                  <a:lnTo>
                    <a:pt x="2923" y="1898"/>
                  </a:lnTo>
                  <a:cubicBezTo>
                    <a:pt x="2931" y="1898"/>
                    <a:pt x="2962" y="1915"/>
                    <a:pt x="3069" y="1972"/>
                  </a:cubicBezTo>
                  <a:cubicBezTo>
                    <a:pt x="3382" y="2123"/>
                    <a:pt x="3569" y="2195"/>
                    <a:pt x="3569" y="2195"/>
                  </a:cubicBezTo>
                  <a:cubicBezTo>
                    <a:pt x="3569" y="2195"/>
                    <a:pt x="4069" y="2248"/>
                    <a:pt x="4318" y="2311"/>
                  </a:cubicBezTo>
                  <a:cubicBezTo>
                    <a:pt x="4577" y="2373"/>
                    <a:pt x="4845" y="2409"/>
                    <a:pt x="4845" y="2409"/>
                  </a:cubicBezTo>
                  <a:lnTo>
                    <a:pt x="5817" y="2570"/>
                  </a:lnTo>
                  <a:lnTo>
                    <a:pt x="5817"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152"/>
            <p:cNvSpPr/>
            <p:nvPr/>
          </p:nvSpPr>
          <p:spPr>
            <a:xfrm>
              <a:off x="8293508" y="1862888"/>
              <a:ext cx="418493" cy="100176"/>
            </a:xfrm>
            <a:custGeom>
              <a:rect b="b" l="l" r="r" t="t"/>
              <a:pathLst>
                <a:path extrusionOk="0" h="2264" w="9458">
                  <a:moveTo>
                    <a:pt x="9457" y="0"/>
                  </a:moveTo>
                  <a:lnTo>
                    <a:pt x="8752" y="482"/>
                  </a:lnTo>
                  <a:cubicBezTo>
                    <a:pt x="8752" y="482"/>
                    <a:pt x="8578" y="656"/>
                    <a:pt x="8511" y="656"/>
                  </a:cubicBezTo>
                  <a:cubicBezTo>
                    <a:pt x="8492" y="656"/>
                    <a:pt x="8481" y="642"/>
                    <a:pt x="8485" y="607"/>
                  </a:cubicBezTo>
                  <a:cubicBezTo>
                    <a:pt x="8491" y="553"/>
                    <a:pt x="8461" y="536"/>
                    <a:pt x="8419" y="536"/>
                  </a:cubicBezTo>
                  <a:cubicBezTo>
                    <a:pt x="8334" y="536"/>
                    <a:pt x="8199" y="607"/>
                    <a:pt x="8199" y="607"/>
                  </a:cubicBezTo>
                  <a:lnTo>
                    <a:pt x="7584" y="1044"/>
                  </a:lnTo>
                  <a:lnTo>
                    <a:pt x="6745" y="1178"/>
                  </a:lnTo>
                  <a:lnTo>
                    <a:pt x="5309" y="1187"/>
                  </a:lnTo>
                  <a:lnTo>
                    <a:pt x="4667" y="1365"/>
                  </a:lnTo>
                  <a:lnTo>
                    <a:pt x="4122" y="1365"/>
                  </a:lnTo>
                  <a:lnTo>
                    <a:pt x="3516" y="1544"/>
                  </a:lnTo>
                  <a:cubicBezTo>
                    <a:pt x="3516" y="1544"/>
                    <a:pt x="3386" y="1520"/>
                    <a:pt x="3192" y="1520"/>
                  </a:cubicBezTo>
                  <a:cubicBezTo>
                    <a:pt x="3031" y="1520"/>
                    <a:pt x="2826" y="1536"/>
                    <a:pt x="2615" y="1597"/>
                  </a:cubicBezTo>
                  <a:cubicBezTo>
                    <a:pt x="2142" y="1740"/>
                    <a:pt x="1714" y="1776"/>
                    <a:pt x="1714" y="1776"/>
                  </a:cubicBezTo>
                  <a:lnTo>
                    <a:pt x="1" y="2150"/>
                  </a:lnTo>
                  <a:lnTo>
                    <a:pt x="170" y="2239"/>
                  </a:lnTo>
                  <a:cubicBezTo>
                    <a:pt x="170" y="2239"/>
                    <a:pt x="262" y="2263"/>
                    <a:pt x="341" y="2263"/>
                  </a:cubicBezTo>
                  <a:cubicBezTo>
                    <a:pt x="380" y="2263"/>
                    <a:pt x="417" y="2257"/>
                    <a:pt x="438" y="2239"/>
                  </a:cubicBezTo>
                  <a:cubicBezTo>
                    <a:pt x="500" y="2186"/>
                    <a:pt x="1098" y="2150"/>
                    <a:pt x="1098" y="2150"/>
                  </a:cubicBezTo>
                  <a:lnTo>
                    <a:pt x="1508" y="2052"/>
                  </a:lnTo>
                  <a:lnTo>
                    <a:pt x="1919" y="1972"/>
                  </a:lnTo>
                  <a:cubicBezTo>
                    <a:pt x="1919" y="1972"/>
                    <a:pt x="2133" y="1918"/>
                    <a:pt x="2258" y="1874"/>
                  </a:cubicBezTo>
                  <a:cubicBezTo>
                    <a:pt x="2315" y="1853"/>
                    <a:pt x="2399" y="1848"/>
                    <a:pt x="2474" y="1848"/>
                  </a:cubicBezTo>
                  <a:cubicBezTo>
                    <a:pt x="2564" y="1848"/>
                    <a:pt x="2641" y="1856"/>
                    <a:pt x="2641" y="1856"/>
                  </a:cubicBezTo>
                  <a:lnTo>
                    <a:pt x="3302" y="1972"/>
                  </a:lnTo>
                  <a:lnTo>
                    <a:pt x="3685" y="1865"/>
                  </a:lnTo>
                  <a:lnTo>
                    <a:pt x="4015" y="1749"/>
                  </a:lnTo>
                  <a:lnTo>
                    <a:pt x="4354" y="1686"/>
                  </a:lnTo>
                  <a:lnTo>
                    <a:pt x="4961" y="1722"/>
                  </a:lnTo>
                  <a:lnTo>
                    <a:pt x="5353" y="1740"/>
                  </a:lnTo>
                  <a:lnTo>
                    <a:pt x="5737" y="1642"/>
                  </a:lnTo>
                  <a:lnTo>
                    <a:pt x="6112" y="1642"/>
                  </a:lnTo>
                  <a:lnTo>
                    <a:pt x="6469" y="1829"/>
                  </a:lnTo>
                  <a:lnTo>
                    <a:pt x="6870" y="1776"/>
                  </a:lnTo>
                  <a:lnTo>
                    <a:pt x="7120" y="1695"/>
                  </a:lnTo>
                  <a:lnTo>
                    <a:pt x="7949" y="1472"/>
                  </a:lnTo>
                  <a:lnTo>
                    <a:pt x="8404" y="1356"/>
                  </a:lnTo>
                  <a:lnTo>
                    <a:pt x="8485" y="1214"/>
                  </a:lnTo>
                  <a:cubicBezTo>
                    <a:pt x="8485" y="1214"/>
                    <a:pt x="8529" y="1169"/>
                    <a:pt x="8485" y="1098"/>
                  </a:cubicBezTo>
                  <a:cubicBezTo>
                    <a:pt x="8449" y="1026"/>
                    <a:pt x="8574" y="973"/>
                    <a:pt x="8690" y="839"/>
                  </a:cubicBezTo>
                  <a:cubicBezTo>
                    <a:pt x="8729" y="794"/>
                    <a:pt x="8756" y="779"/>
                    <a:pt x="8776" y="779"/>
                  </a:cubicBezTo>
                  <a:cubicBezTo>
                    <a:pt x="8816" y="779"/>
                    <a:pt x="8824" y="839"/>
                    <a:pt x="8824" y="839"/>
                  </a:cubicBezTo>
                  <a:cubicBezTo>
                    <a:pt x="8824" y="839"/>
                    <a:pt x="8894" y="853"/>
                    <a:pt x="8981" y="853"/>
                  </a:cubicBezTo>
                  <a:cubicBezTo>
                    <a:pt x="9060" y="853"/>
                    <a:pt x="9152" y="841"/>
                    <a:pt x="9216" y="794"/>
                  </a:cubicBezTo>
                  <a:cubicBezTo>
                    <a:pt x="9350" y="696"/>
                    <a:pt x="9270" y="634"/>
                    <a:pt x="9314" y="384"/>
                  </a:cubicBezTo>
                  <a:cubicBezTo>
                    <a:pt x="9350" y="134"/>
                    <a:pt x="9457" y="0"/>
                    <a:pt x="9457"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0" name="Google Shape;9830;p152"/>
          <p:cNvSpPr/>
          <p:nvPr/>
        </p:nvSpPr>
        <p:spPr>
          <a:xfrm>
            <a:off x="-27193" y="4323721"/>
            <a:ext cx="1172549" cy="617040"/>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1" name="Google Shape;9831;p152"/>
          <p:cNvGrpSpPr/>
          <p:nvPr/>
        </p:nvGrpSpPr>
        <p:grpSpPr>
          <a:xfrm>
            <a:off x="-141423" y="2951641"/>
            <a:ext cx="1270176" cy="2033197"/>
            <a:chOff x="1352322" y="1338997"/>
            <a:chExt cx="415457" cy="676942"/>
          </a:xfrm>
        </p:grpSpPr>
        <p:sp>
          <p:nvSpPr>
            <p:cNvPr id="9832" name="Google Shape;9832;p152"/>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152"/>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152"/>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152"/>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152"/>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152"/>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152"/>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152"/>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152"/>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152"/>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152"/>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152"/>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152"/>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5" name="Google Shape;9845;p152"/>
          <p:cNvGrpSpPr/>
          <p:nvPr/>
        </p:nvGrpSpPr>
        <p:grpSpPr>
          <a:xfrm flipH="1">
            <a:off x="935126" y="4112968"/>
            <a:ext cx="839013" cy="613436"/>
            <a:chOff x="6123718" y="525411"/>
            <a:chExt cx="1395563" cy="1024955"/>
          </a:xfrm>
        </p:grpSpPr>
        <p:grpSp>
          <p:nvGrpSpPr>
            <p:cNvPr id="9846" name="Google Shape;9846;p152"/>
            <p:cNvGrpSpPr/>
            <p:nvPr/>
          </p:nvGrpSpPr>
          <p:grpSpPr>
            <a:xfrm flipH="1">
              <a:off x="6123718" y="525411"/>
              <a:ext cx="1395563" cy="1024955"/>
              <a:chOff x="1696430" y="1591394"/>
              <a:chExt cx="279683" cy="208092"/>
            </a:xfrm>
          </p:grpSpPr>
          <p:sp>
            <p:nvSpPr>
              <p:cNvPr id="9847" name="Google Shape;9847;p152"/>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152"/>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152"/>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152"/>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152"/>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152"/>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152"/>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152"/>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152"/>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152"/>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152"/>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58" name="Google Shape;9858;p152"/>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59" name="Google Shape;9859;p152"/>
          <p:cNvSpPr txBox="1"/>
          <p:nvPr>
            <p:ph type="title"/>
          </p:nvPr>
        </p:nvSpPr>
        <p:spPr>
          <a:xfrm>
            <a:off x="4849800" y="1874550"/>
            <a:ext cx="34104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9860" name="Google Shape;9860;p152"/>
          <p:cNvSpPr txBox="1"/>
          <p:nvPr>
            <p:ph idx="1" type="subTitle"/>
          </p:nvPr>
        </p:nvSpPr>
        <p:spPr>
          <a:xfrm>
            <a:off x="4849800" y="2447250"/>
            <a:ext cx="3410400" cy="821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1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9861" name="Shape 9861"/>
        <p:cNvGrpSpPr/>
        <p:nvPr/>
      </p:nvGrpSpPr>
      <p:grpSpPr>
        <a:xfrm>
          <a:off x="0" y="0"/>
          <a:ext cx="0" cy="0"/>
          <a:chOff x="0" y="0"/>
          <a:chExt cx="0" cy="0"/>
        </a:xfrm>
      </p:grpSpPr>
      <p:sp>
        <p:nvSpPr>
          <p:cNvPr id="9862" name="Google Shape;9862;p153"/>
          <p:cNvSpPr/>
          <p:nvPr/>
        </p:nvSpPr>
        <p:spPr>
          <a:xfrm flipH="1">
            <a:off x="-1" y="4762490"/>
            <a:ext cx="9173906"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153"/>
          <p:cNvSpPr/>
          <p:nvPr/>
        </p:nvSpPr>
        <p:spPr>
          <a:xfrm rot="238332">
            <a:off x="-3594095" y="4242315"/>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4" name="Google Shape;9864;p153"/>
          <p:cNvGrpSpPr/>
          <p:nvPr/>
        </p:nvGrpSpPr>
        <p:grpSpPr>
          <a:xfrm>
            <a:off x="-12751" y="2647408"/>
            <a:ext cx="2737383" cy="2109215"/>
            <a:chOff x="3363545" y="1191568"/>
            <a:chExt cx="384038" cy="295876"/>
          </a:xfrm>
        </p:grpSpPr>
        <p:sp>
          <p:nvSpPr>
            <p:cNvPr id="9865" name="Google Shape;9865;p153"/>
            <p:cNvSpPr/>
            <p:nvPr/>
          </p:nvSpPr>
          <p:spPr>
            <a:xfrm>
              <a:off x="3363545"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153"/>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153"/>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153"/>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153"/>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153"/>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153"/>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72" name="Google Shape;9872;p153"/>
          <p:cNvSpPr/>
          <p:nvPr/>
        </p:nvSpPr>
        <p:spPr>
          <a:xfrm flipH="1" rot="-238332">
            <a:off x="7203298" y="4242312"/>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3" name="Google Shape;9873;p153"/>
          <p:cNvGrpSpPr/>
          <p:nvPr/>
        </p:nvGrpSpPr>
        <p:grpSpPr>
          <a:xfrm flipH="1">
            <a:off x="6438566" y="2647368"/>
            <a:ext cx="2737383" cy="2109215"/>
            <a:chOff x="3363545" y="1191568"/>
            <a:chExt cx="384038" cy="295876"/>
          </a:xfrm>
        </p:grpSpPr>
        <p:sp>
          <p:nvSpPr>
            <p:cNvPr id="9874" name="Google Shape;9874;p153"/>
            <p:cNvSpPr/>
            <p:nvPr/>
          </p:nvSpPr>
          <p:spPr>
            <a:xfrm>
              <a:off x="3363545"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153"/>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153"/>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153"/>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153"/>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153"/>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153"/>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81" name="Google Shape;9881;p153"/>
          <p:cNvSpPr/>
          <p:nvPr/>
        </p:nvSpPr>
        <p:spPr>
          <a:xfrm flipH="1">
            <a:off x="-334053" y="8650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153"/>
          <p:cNvSpPr/>
          <p:nvPr/>
        </p:nvSpPr>
        <p:spPr>
          <a:xfrm flipH="1">
            <a:off x="8430904" y="158472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153"/>
          <p:cNvSpPr txBox="1"/>
          <p:nvPr>
            <p:ph type="title"/>
          </p:nvPr>
        </p:nvSpPr>
        <p:spPr>
          <a:xfrm>
            <a:off x="720075"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9884" name="Google Shape;9884;p153"/>
          <p:cNvSpPr txBox="1"/>
          <p:nvPr>
            <p:ph idx="2" type="title"/>
          </p:nvPr>
        </p:nvSpPr>
        <p:spPr>
          <a:xfrm>
            <a:off x="937700" y="2437638"/>
            <a:ext cx="21753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9885" name="Google Shape;9885;p153"/>
          <p:cNvSpPr txBox="1"/>
          <p:nvPr>
            <p:ph idx="1" type="subTitle"/>
          </p:nvPr>
        </p:nvSpPr>
        <p:spPr>
          <a:xfrm>
            <a:off x="937700" y="2762863"/>
            <a:ext cx="2175300" cy="869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9886" name="Google Shape;9886;p153"/>
          <p:cNvSpPr txBox="1"/>
          <p:nvPr>
            <p:ph idx="3" type="title"/>
          </p:nvPr>
        </p:nvSpPr>
        <p:spPr>
          <a:xfrm>
            <a:off x="3484425" y="3409475"/>
            <a:ext cx="21753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9887" name="Google Shape;9887;p153"/>
          <p:cNvSpPr txBox="1"/>
          <p:nvPr>
            <p:ph idx="4" type="subTitle"/>
          </p:nvPr>
        </p:nvSpPr>
        <p:spPr>
          <a:xfrm>
            <a:off x="3484421" y="3734700"/>
            <a:ext cx="2175300" cy="869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9888" name="Google Shape;9888;p153"/>
          <p:cNvSpPr txBox="1"/>
          <p:nvPr>
            <p:ph idx="5" type="title"/>
          </p:nvPr>
        </p:nvSpPr>
        <p:spPr>
          <a:xfrm>
            <a:off x="6031150" y="2437638"/>
            <a:ext cx="21753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9889" name="Google Shape;9889;p153"/>
          <p:cNvSpPr txBox="1"/>
          <p:nvPr>
            <p:ph idx="6" type="subTitle"/>
          </p:nvPr>
        </p:nvSpPr>
        <p:spPr>
          <a:xfrm>
            <a:off x="6031149" y="2762863"/>
            <a:ext cx="2175300" cy="869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1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_2">
    <p:spTree>
      <p:nvGrpSpPr>
        <p:cNvPr id="9890" name="Shape 9890"/>
        <p:cNvGrpSpPr/>
        <p:nvPr/>
      </p:nvGrpSpPr>
      <p:grpSpPr>
        <a:xfrm>
          <a:off x="0" y="0"/>
          <a:ext cx="0" cy="0"/>
          <a:chOff x="0" y="0"/>
          <a:chExt cx="0" cy="0"/>
        </a:xfrm>
      </p:grpSpPr>
      <p:sp>
        <p:nvSpPr>
          <p:cNvPr id="9891" name="Google Shape;9891;p154"/>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154"/>
          <p:cNvSpPr/>
          <p:nvPr/>
        </p:nvSpPr>
        <p:spPr>
          <a:xfrm>
            <a:off x="-1554963" y="4806852"/>
            <a:ext cx="2885856" cy="136094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154"/>
          <p:cNvSpPr/>
          <p:nvPr/>
        </p:nvSpPr>
        <p:spPr>
          <a:xfrm flipH="1" rot="-99">
            <a:off x="7380676" y="4769930"/>
            <a:ext cx="2100438" cy="452713"/>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4" name="Google Shape;9894;p154"/>
          <p:cNvGrpSpPr/>
          <p:nvPr/>
        </p:nvGrpSpPr>
        <p:grpSpPr>
          <a:xfrm>
            <a:off x="7719034" y="4445634"/>
            <a:ext cx="1534549" cy="668193"/>
            <a:chOff x="8284835" y="1862888"/>
            <a:chExt cx="427165" cy="213583"/>
          </a:xfrm>
        </p:grpSpPr>
        <p:sp>
          <p:nvSpPr>
            <p:cNvPr id="9895" name="Google Shape;9895;p154"/>
            <p:cNvSpPr/>
            <p:nvPr/>
          </p:nvSpPr>
          <p:spPr>
            <a:xfrm>
              <a:off x="8284835" y="1862888"/>
              <a:ext cx="427165" cy="213583"/>
            </a:xfrm>
            <a:custGeom>
              <a:rect b="b" l="l" r="r" t="t"/>
              <a:pathLst>
                <a:path extrusionOk="0" h="4827" w="9654">
                  <a:moveTo>
                    <a:pt x="9653" y="0"/>
                  </a:moveTo>
                  <a:lnTo>
                    <a:pt x="8948" y="482"/>
                  </a:lnTo>
                  <a:cubicBezTo>
                    <a:pt x="8948" y="482"/>
                    <a:pt x="8774" y="656"/>
                    <a:pt x="8707" y="656"/>
                  </a:cubicBezTo>
                  <a:cubicBezTo>
                    <a:pt x="8688" y="656"/>
                    <a:pt x="8677" y="642"/>
                    <a:pt x="8681" y="607"/>
                  </a:cubicBezTo>
                  <a:cubicBezTo>
                    <a:pt x="8687" y="553"/>
                    <a:pt x="8657" y="536"/>
                    <a:pt x="8615" y="536"/>
                  </a:cubicBezTo>
                  <a:cubicBezTo>
                    <a:pt x="8530" y="536"/>
                    <a:pt x="8395" y="607"/>
                    <a:pt x="8395" y="607"/>
                  </a:cubicBezTo>
                  <a:lnTo>
                    <a:pt x="7780" y="1044"/>
                  </a:lnTo>
                  <a:lnTo>
                    <a:pt x="6941" y="1178"/>
                  </a:lnTo>
                  <a:lnTo>
                    <a:pt x="5505" y="1187"/>
                  </a:lnTo>
                  <a:lnTo>
                    <a:pt x="4863" y="1365"/>
                  </a:lnTo>
                  <a:lnTo>
                    <a:pt x="4318" y="1365"/>
                  </a:lnTo>
                  <a:lnTo>
                    <a:pt x="3712" y="1544"/>
                  </a:lnTo>
                  <a:cubicBezTo>
                    <a:pt x="3712" y="1544"/>
                    <a:pt x="3582" y="1520"/>
                    <a:pt x="3388" y="1520"/>
                  </a:cubicBezTo>
                  <a:cubicBezTo>
                    <a:pt x="3227" y="1520"/>
                    <a:pt x="3022" y="1536"/>
                    <a:pt x="2811" y="1597"/>
                  </a:cubicBezTo>
                  <a:cubicBezTo>
                    <a:pt x="2338" y="1740"/>
                    <a:pt x="1910" y="1776"/>
                    <a:pt x="1910" y="1776"/>
                  </a:cubicBezTo>
                  <a:lnTo>
                    <a:pt x="197" y="2150"/>
                  </a:lnTo>
                  <a:cubicBezTo>
                    <a:pt x="197" y="2150"/>
                    <a:pt x="1" y="2231"/>
                    <a:pt x="1044" y="2587"/>
                  </a:cubicBezTo>
                  <a:cubicBezTo>
                    <a:pt x="2498" y="3096"/>
                    <a:pt x="3587" y="2846"/>
                    <a:pt x="3774" y="3087"/>
                  </a:cubicBezTo>
                  <a:cubicBezTo>
                    <a:pt x="3962" y="3328"/>
                    <a:pt x="3863" y="3167"/>
                    <a:pt x="4113" y="3497"/>
                  </a:cubicBezTo>
                  <a:cubicBezTo>
                    <a:pt x="4363" y="3818"/>
                    <a:pt x="4292" y="3890"/>
                    <a:pt x="4684" y="3917"/>
                  </a:cubicBezTo>
                  <a:cubicBezTo>
                    <a:pt x="4815" y="3926"/>
                    <a:pt x="4929" y="3928"/>
                    <a:pt x="5023" y="3928"/>
                  </a:cubicBezTo>
                  <a:cubicBezTo>
                    <a:pt x="5210" y="3928"/>
                    <a:pt x="5318" y="3917"/>
                    <a:pt x="5318" y="3917"/>
                  </a:cubicBezTo>
                  <a:lnTo>
                    <a:pt x="5790" y="3863"/>
                  </a:lnTo>
                  <a:lnTo>
                    <a:pt x="6040" y="3917"/>
                  </a:lnTo>
                  <a:cubicBezTo>
                    <a:pt x="6040" y="3917"/>
                    <a:pt x="6352" y="4131"/>
                    <a:pt x="6629" y="4175"/>
                  </a:cubicBezTo>
                  <a:cubicBezTo>
                    <a:pt x="6672" y="4184"/>
                    <a:pt x="6701" y="4187"/>
                    <a:pt x="6720" y="4187"/>
                  </a:cubicBezTo>
                  <a:cubicBezTo>
                    <a:pt x="6782" y="4187"/>
                    <a:pt x="6748" y="4155"/>
                    <a:pt x="6759" y="4155"/>
                  </a:cubicBezTo>
                  <a:lnTo>
                    <a:pt x="6759" y="4155"/>
                  </a:lnTo>
                  <a:cubicBezTo>
                    <a:pt x="6767" y="4155"/>
                    <a:pt x="6798" y="4172"/>
                    <a:pt x="6905" y="4229"/>
                  </a:cubicBezTo>
                  <a:cubicBezTo>
                    <a:pt x="7218" y="4380"/>
                    <a:pt x="7405" y="4452"/>
                    <a:pt x="7405" y="4452"/>
                  </a:cubicBezTo>
                  <a:cubicBezTo>
                    <a:pt x="7405" y="4452"/>
                    <a:pt x="7905" y="4505"/>
                    <a:pt x="8154" y="4568"/>
                  </a:cubicBezTo>
                  <a:cubicBezTo>
                    <a:pt x="8413" y="4630"/>
                    <a:pt x="8681" y="4666"/>
                    <a:pt x="8681" y="4666"/>
                  </a:cubicBezTo>
                  <a:lnTo>
                    <a:pt x="9653" y="4827"/>
                  </a:lnTo>
                  <a:lnTo>
                    <a:pt x="965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154"/>
            <p:cNvSpPr/>
            <p:nvPr/>
          </p:nvSpPr>
          <p:spPr>
            <a:xfrm>
              <a:off x="8454567" y="1962751"/>
              <a:ext cx="257432" cy="113716"/>
            </a:xfrm>
            <a:custGeom>
              <a:rect b="b" l="l" r="r" t="t"/>
              <a:pathLst>
                <a:path extrusionOk="0" h="2570" w="5818">
                  <a:moveTo>
                    <a:pt x="5817" y="0"/>
                  </a:moveTo>
                  <a:lnTo>
                    <a:pt x="5202" y="152"/>
                  </a:lnTo>
                  <a:lnTo>
                    <a:pt x="4809" y="411"/>
                  </a:lnTo>
                  <a:lnTo>
                    <a:pt x="4399" y="500"/>
                  </a:lnTo>
                  <a:lnTo>
                    <a:pt x="4006" y="830"/>
                  </a:lnTo>
                  <a:cubicBezTo>
                    <a:pt x="4006" y="830"/>
                    <a:pt x="3911" y="850"/>
                    <a:pt x="3781" y="850"/>
                  </a:cubicBezTo>
                  <a:cubicBezTo>
                    <a:pt x="3717" y="850"/>
                    <a:pt x="3643" y="845"/>
                    <a:pt x="3569" y="830"/>
                  </a:cubicBezTo>
                  <a:cubicBezTo>
                    <a:pt x="3426" y="796"/>
                    <a:pt x="3246" y="780"/>
                    <a:pt x="3042" y="780"/>
                  </a:cubicBezTo>
                  <a:cubicBezTo>
                    <a:pt x="2927" y="780"/>
                    <a:pt x="2805" y="785"/>
                    <a:pt x="2677" y="794"/>
                  </a:cubicBezTo>
                  <a:cubicBezTo>
                    <a:pt x="2363" y="817"/>
                    <a:pt x="2417" y="919"/>
                    <a:pt x="2416" y="919"/>
                  </a:cubicBezTo>
                  <a:cubicBezTo>
                    <a:pt x="2416" y="919"/>
                    <a:pt x="2414" y="917"/>
                    <a:pt x="2409" y="910"/>
                  </a:cubicBezTo>
                  <a:cubicBezTo>
                    <a:pt x="2405" y="906"/>
                    <a:pt x="2401" y="905"/>
                    <a:pt x="2395" y="905"/>
                  </a:cubicBezTo>
                  <a:cubicBezTo>
                    <a:pt x="2338" y="905"/>
                    <a:pt x="2204" y="1098"/>
                    <a:pt x="2204" y="1098"/>
                  </a:cubicBezTo>
                  <a:cubicBezTo>
                    <a:pt x="2204" y="1098"/>
                    <a:pt x="2052" y="1089"/>
                    <a:pt x="1847" y="1053"/>
                  </a:cubicBezTo>
                  <a:cubicBezTo>
                    <a:pt x="1788" y="1046"/>
                    <a:pt x="1746" y="1042"/>
                    <a:pt x="1710" y="1042"/>
                  </a:cubicBezTo>
                  <a:cubicBezTo>
                    <a:pt x="1618" y="1042"/>
                    <a:pt x="1577" y="1065"/>
                    <a:pt x="1428" y="1098"/>
                  </a:cubicBezTo>
                  <a:cubicBezTo>
                    <a:pt x="1223" y="1133"/>
                    <a:pt x="1080" y="1231"/>
                    <a:pt x="1080" y="1231"/>
                  </a:cubicBezTo>
                  <a:lnTo>
                    <a:pt x="946" y="1312"/>
                  </a:lnTo>
                  <a:lnTo>
                    <a:pt x="1" y="910"/>
                  </a:lnTo>
                  <a:lnTo>
                    <a:pt x="1" y="910"/>
                  </a:lnTo>
                  <a:cubicBezTo>
                    <a:pt x="99" y="1035"/>
                    <a:pt x="63" y="955"/>
                    <a:pt x="277" y="1240"/>
                  </a:cubicBezTo>
                  <a:cubicBezTo>
                    <a:pt x="527" y="1561"/>
                    <a:pt x="456" y="1633"/>
                    <a:pt x="848" y="1660"/>
                  </a:cubicBezTo>
                  <a:cubicBezTo>
                    <a:pt x="979" y="1669"/>
                    <a:pt x="1093" y="1671"/>
                    <a:pt x="1187" y="1671"/>
                  </a:cubicBezTo>
                  <a:cubicBezTo>
                    <a:pt x="1374" y="1671"/>
                    <a:pt x="1482" y="1660"/>
                    <a:pt x="1482" y="1660"/>
                  </a:cubicBezTo>
                  <a:lnTo>
                    <a:pt x="1954" y="1606"/>
                  </a:lnTo>
                  <a:lnTo>
                    <a:pt x="2204" y="1660"/>
                  </a:lnTo>
                  <a:cubicBezTo>
                    <a:pt x="2204" y="1660"/>
                    <a:pt x="2516" y="1874"/>
                    <a:pt x="2793" y="1918"/>
                  </a:cubicBezTo>
                  <a:cubicBezTo>
                    <a:pt x="2836" y="1927"/>
                    <a:pt x="2865" y="1930"/>
                    <a:pt x="2884" y="1930"/>
                  </a:cubicBezTo>
                  <a:cubicBezTo>
                    <a:pt x="2946" y="1930"/>
                    <a:pt x="2912" y="1898"/>
                    <a:pt x="2923" y="1898"/>
                  </a:cubicBezTo>
                  <a:lnTo>
                    <a:pt x="2923" y="1898"/>
                  </a:lnTo>
                  <a:cubicBezTo>
                    <a:pt x="2931" y="1898"/>
                    <a:pt x="2962" y="1915"/>
                    <a:pt x="3069" y="1972"/>
                  </a:cubicBezTo>
                  <a:cubicBezTo>
                    <a:pt x="3382" y="2123"/>
                    <a:pt x="3569" y="2195"/>
                    <a:pt x="3569" y="2195"/>
                  </a:cubicBezTo>
                  <a:cubicBezTo>
                    <a:pt x="3569" y="2195"/>
                    <a:pt x="4069" y="2248"/>
                    <a:pt x="4318" y="2311"/>
                  </a:cubicBezTo>
                  <a:cubicBezTo>
                    <a:pt x="4577" y="2373"/>
                    <a:pt x="4845" y="2409"/>
                    <a:pt x="4845" y="2409"/>
                  </a:cubicBezTo>
                  <a:lnTo>
                    <a:pt x="5817" y="2570"/>
                  </a:lnTo>
                  <a:lnTo>
                    <a:pt x="5817"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154"/>
            <p:cNvSpPr/>
            <p:nvPr/>
          </p:nvSpPr>
          <p:spPr>
            <a:xfrm>
              <a:off x="8293508" y="1862888"/>
              <a:ext cx="418493" cy="100176"/>
            </a:xfrm>
            <a:custGeom>
              <a:rect b="b" l="l" r="r" t="t"/>
              <a:pathLst>
                <a:path extrusionOk="0" h="2264" w="9458">
                  <a:moveTo>
                    <a:pt x="9457" y="0"/>
                  </a:moveTo>
                  <a:lnTo>
                    <a:pt x="8752" y="482"/>
                  </a:lnTo>
                  <a:cubicBezTo>
                    <a:pt x="8752" y="482"/>
                    <a:pt x="8578" y="656"/>
                    <a:pt x="8511" y="656"/>
                  </a:cubicBezTo>
                  <a:cubicBezTo>
                    <a:pt x="8492" y="656"/>
                    <a:pt x="8481" y="642"/>
                    <a:pt x="8485" y="607"/>
                  </a:cubicBezTo>
                  <a:cubicBezTo>
                    <a:pt x="8491" y="553"/>
                    <a:pt x="8461" y="536"/>
                    <a:pt x="8419" y="536"/>
                  </a:cubicBezTo>
                  <a:cubicBezTo>
                    <a:pt x="8334" y="536"/>
                    <a:pt x="8199" y="607"/>
                    <a:pt x="8199" y="607"/>
                  </a:cubicBezTo>
                  <a:lnTo>
                    <a:pt x="7584" y="1044"/>
                  </a:lnTo>
                  <a:lnTo>
                    <a:pt x="6745" y="1178"/>
                  </a:lnTo>
                  <a:lnTo>
                    <a:pt x="5309" y="1187"/>
                  </a:lnTo>
                  <a:lnTo>
                    <a:pt x="4667" y="1365"/>
                  </a:lnTo>
                  <a:lnTo>
                    <a:pt x="4122" y="1365"/>
                  </a:lnTo>
                  <a:lnTo>
                    <a:pt x="3516" y="1544"/>
                  </a:lnTo>
                  <a:cubicBezTo>
                    <a:pt x="3516" y="1544"/>
                    <a:pt x="3386" y="1520"/>
                    <a:pt x="3192" y="1520"/>
                  </a:cubicBezTo>
                  <a:cubicBezTo>
                    <a:pt x="3031" y="1520"/>
                    <a:pt x="2826" y="1536"/>
                    <a:pt x="2615" y="1597"/>
                  </a:cubicBezTo>
                  <a:cubicBezTo>
                    <a:pt x="2142" y="1740"/>
                    <a:pt x="1714" y="1776"/>
                    <a:pt x="1714" y="1776"/>
                  </a:cubicBezTo>
                  <a:lnTo>
                    <a:pt x="1" y="2150"/>
                  </a:lnTo>
                  <a:lnTo>
                    <a:pt x="170" y="2239"/>
                  </a:lnTo>
                  <a:cubicBezTo>
                    <a:pt x="170" y="2239"/>
                    <a:pt x="262" y="2263"/>
                    <a:pt x="341" y="2263"/>
                  </a:cubicBezTo>
                  <a:cubicBezTo>
                    <a:pt x="380" y="2263"/>
                    <a:pt x="417" y="2257"/>
                    <a:pt x="438" y="2239"/>
                  </a:cubicBezTo>
                  <a:cubicBezTo>
                    <a:pt x="500" y="2186"/>
                    <a:pt x="1098" y="2150"/>
                    <a:pt x="1098" y="2150"/>
                  </a:cubicBezTo>
                  <a:lnTo>
                    <a:pt x="1508" y="2052"/>
                  </a:lnTo>
                  <a:lnTo>
                    <a:pt x="1919" y="1972"/>
                  </a:lnTo>
                  <a:cubicBezTo>
                    <a:pt x="1919" y="1972"/>
                    <a:pt x="2133" y="1918"/>
                    <a:pt x="2258" y="1874"/>
                  </a:cubicBezTo>
                  <a:cubicBezTo>
                    <a:pt x="2315" y="1853"/>
                    <a:pt x="2399" y="1848"/>
                    <a:pt x="2474" y="1848"/>
                  </a:cubicBezTo>
                  <a:cubicBezTo>
                    <a:pt x="2564" y="1848"/>
                    <a:pt x="2641" y="1856"/>
                    <a:pt x="2641" y="1856"/>
                  </a:cubicBezTo>
                  <a:lnTo>
                    <a:pt x="3302" y="1972"/>
                  </a:lnTo>
                  <a:lnTo>
                    <a:pt x="3685" y="1865"/>
                  </a:lnTo>
                  <a:lnTo>
                    <a:pt x="4015" y="1749"/>
                  </a:lnTo>
                  <a:lnTo>
                    <a:pt x="4354" y="1686"/>
                  </a:lnTo>
                  <a:lnTo>
                    <a:pt x="4961" y="1722"/>
                  </a:lnTo>
                  <a:lnTo>
                    <a:pt x="5353" y="1740"/>
                  </a:lnTo>
                  <a:lnTo>
                    <a:pt x="5737" y="1642"/>
                  </a:lnTo>
                  <a:lnTo>
                    <a:pt x="6112" y="1642"/>
                  </a:lnTo>
                  <a:lnTo>
                    <a:pt x="6469" y="1829"/>
                  </a:lnTo>
                  <a:lnTo>
                    <a:pt x="6870" y="1776"/>
                  </a:lnTo>
                  <a:lnTo>
                    <a:pt x="7120" y="1695"/>
                  </a:lnTo>
                  <a:lnTo>
                    <a:pt x="7949" y="1472"/>
                  </a:lnTo>
                  <a:lnTo>
                    <a:pt x="8404" y="1356"/>
                  </a:lnTo>
                  <a:lnTo>
                    <a:pt x="8485" y="1214"/>
                  </a:lnTo>
                  <a:cubicBezTo>
                    <a:pt x="8485" y="1214"/>
                    <a:pt x="8529" y="1169"/>
                    <a:pt x="8485" y="1098"/>
                  </a:cubicBezTo>
                  <a:cubicBezTo>
                    <a:pt x="8449" y="1026"/>
                    <a:pt x="8574" y="973"/>
                    <a:pt x="8690" y="839"/>
                  </a:cubicBezTo>
                  <a:cubicBezTo>
                    <a:pt x="8729" y="794"/>
                    <a:pt x="8756" y="779"/>
                    <a:pt x="8776" y="779"/>
                  </a:cubicBezTo>
                  <a:cubicBezTo>
                    <a:pt x="8816" y="779"/>
                    <a:pt x="8824" y="839"/>
                    <a:pt x="8824" y="839"/>
                  </a:cubicBezTo>
                  <a:cubicBezTo>
                    <a:pt x="8824" y="839"/>
                    <a:pt x="8894" y="853"/>
                    <a:pt x="8981" y="853"/>
                  </a:cubicBezTo>
                  <a:cubicBezTo>
                    <a:pt x="9060" y="853"/>
                    <a:pt x="9152" y="841"/>
                    <a:pt x="9216" y="794"/>
                  </a:cubicBezTo>
                  <a:cubicBezTo>
                    <a:pt x="9350" y="696"/>
                    <a:pt x="9270" y="634"/>
                    <a:pt x="9314" y="384"/>
                  </a:cubicBezTo>
                  <a:cubicBezTo>
                    <a:pt x="9350" y="134"/>
                    <a:pt x="9457" y="0"/>
                    <a:pt x="9457"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8" name="Google Shape;9898;p154"/>
          <p:cNvSpPr/>
          <p:nvPr/>
        </p:nvSpPr>
        <p:spPr>
          <a:xfrm>
            <a:off x="-49407" y="4774363"/>
            <a:ext cx="865511" cy="455470"/>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9" name="Google Shape;9899;p154"/>
          <p:cNvGrpSpPr/>
          <p:nvPr/>
        </p:nvGrpSpPr>
        <p:grpSpPr>
          <a:xfrm>
            <a:off x="-49410" y="4054122"/>
            <a:ext cx="684507" cy="1095699"/>
            <a:chOff x="1352322" y="1338997"/>
            <a:chExt cx="415457" cy="676942"/>
          </a:xfrm>
        </p:grpSpPr>
        <p:sp>
          <p:nvSpPr>
            <p:cNvPr id="9900" name="Google Shape;9900;p154"/>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154"/>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154"/>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154"/>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154"/>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154"/>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154"/>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154"/>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154"/>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154"/>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154"/>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154"/>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154"/>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3" name="Google Shape;9913;p154"/>
          <p:cNvGrpSpPr/>
          <p:nvPr/>
        </p:nvGrpSpPr>
        <p:grpSpPr>
          <a:xfrm flipH="1">
            <a:off x="441417" y="4660901"/>
            <a:ext cx="619351" cy="452825"/>
            <a:chOff x="6123718" y="525411"/>
            <a:chExt cx="1395563" cy="1024955"/>
          </a:xfrm>
        </p:grpSpPr>
        <p:grpSp>
          <p:nvGrpSpPr>
            <p:cNvPr id="9914" name="Google Shape;9914;p154"/>
            <p:cNvGrpSpPr/>
            <p:nvPr/>
          </p:nvGrpSpPr>
          <p:grpSpPr>
            <a:xfrm flipH="1">
              <a:off x="6123718" y="525411"/>
              <a:ext cx="1395563" cy="1024955"/>
              <a:chOff x="1696430" y="1591394"/>
              <a:chExt cx="279683" cy="208092"/>
            </a:xfrm>
          </p:grpSpPr>
          <p:sp>
            <p:nvSpPr>
              <p:cNvPr id="9915" name="Google Shape;9915;p154"/>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154"/>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154"/>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154"/>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154"/>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154"/>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154"/>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154"/>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154"/>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154"/>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154"/>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26" name="Google Shape;9926;p154"/>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27" name="Google Shape;9927;p154"/>
          <p:cNvSpPr/>
          <p:nvPr/>
        </p:nvSpPr>
        <p:spPr>
          <a:xfrm flipH="1">
            <a:off x="-80978" y="381194"/>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154"/>
          <p:cNvSpPr/>
          <p:nvPr/>
        </p:nvSpPr>
        <p:spPr>
          <a:xfrm flipH="1">
            <a:off x="8424079" y="131829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154"/>
          <p:cNvSpPr/>
          <p:nvPr/>
        </p:nvSpPr>
        <p:spPr>
          <a:xfrm flipH="1">
            <a:off x="-175421" y="153847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154"/>
          <p:cNvSpPr txBox="1"/>
          <p:nvPr>
            <p:ph type="title"/>
          </p:nvPr>
        </p:nvSpPr>
        <p:spPr>
          <a:xfrm>
            <a:off x="720075"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9931" name="Google Shape;9931;p154"/>
          <p:cNvSpPr txBox="1"/>
          <p:nvPr>
            <p:ph idx="2" type="title"/>
          </p:nvPr>
        </p:nvSpPr>
        <p:spPr>
          <a:xfrm>
            <a:off x="937700" y="1664250"/>
            <a:ext cx="2175300" cy="5277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9932" name="Google Shape;9932;p154"/>
          <p:cNvSpPr txBox="1"/>
          <p:nvPr>
            <p:ph idx="1" type="subTitle"/>
          </p:nvPr>
        </p:nvSpPr>
        <p:spPr>
          <a:xfrm>
            <a:off x="937700" y="2191950"/>
            <a:ext cx="2175300" cy="783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9933" name="Google Shape;9933;p154"/>
          <p:cNvSpPr txBox="1"/>
          <p:nvPr>
            <p:ph idx="3" type="title"/>
          </p:nvPr>
        </p:nvSpPr>
        <p:spPr>
          <a:xfrm>
            <a:off x="3484419" y="1664250"/>
            <a:ext cx="2175300" cy="5277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9934" name="Google Shape;9934;p154"/>
          <p:cNvSpPr txBox="1"/>
          <p:nvPr>
            <p:ph idx="4" type="subTitle"/>
          </p:nvPr>
        </p:nvSpPr>
        <p:spPr>
          <a:xfrm>
            <a:off x="3484422" y="2191950"/>
            <a:ext cx="2175300" cy="783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9935" name="Google Shape;9935;p154"/>
          <p:cNvSpPr txBox="1"/>
          <p:nvPr>
            <p:ph idx="5" type="title"/>
          </p:nvPr>
        </p:nvSpPr>
        <p:spPr>
          <a:xfrm>
            <a:off x="6031146" y="1664250"/>
            <a:ext cx="2175300" cy="5277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9936" name="Google Shape;9936;p154"/>
          <p:cNvSpPr txBox="1"/>
          <p:nvPr>
            <p:ph idx="6" type="subTitle"/>
          </p:nvPr>
        </p:nvSpPr>
        <p:spPr>
          <a:xfrm>
            <a:off x="6031150" y="2191950"/>
            <a:ext cx="2175300" cy="783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1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6_2_1">
    <p:spTree>
      <p:nvGrpSpPr>
        <p:cNvPr id="9937" name="Shape 9937"/>
        <p:cNvGrpSpPr/>
        <p:nvPr/>
      </p:nvGrpSpPr>
      <p:grpSpPr>
        <a:xfrm>
          <a:off x="0" y="0"/>
          <a:ext cx="0" cy="0"/>
          <a:chOff x="0" y="0"/>
          <a:chExt cx="0" cy="0"/>
        </a:xfrm>
      </p:grpSpPr>
      <p:sp>
        <p:nvSpPr>
          <p:cNvPr id="9938" name="Google Shape;9938;p155"/>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155"/>
          <p:cNvSpPr/>
          <p:nvPr/>
        </p:nvSpPr>
        <p:spPr>
          <a:xfrm flipH="1" rot="-238332">
            <a:off x="6971149" y="4242317"/>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155"/>
          <p:cNvSpPr/>
          <p:nvPr/>
        </p:nvSpPr>
        <p:spPr>
          <a:xfrm>
            <a:off x="4" y="4864136"/>
            <a:ext cx="1665423" cy="78539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155"/>
          <p:cNvSpPr/>
          <p:nvPr/>
        </p:nvSpPr>
        <p:spPr>
          <a:xfrm>
            <a:off x="96226" y="4775056"/>
            <a:ext cx="1043455" cy="549114"/>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42" name="Google Shape;9942;p155"/>
          <p:cNvGrpSpPr/>
          <p:nvPr/>
        </p:nvGrpSpPr>
        <p:grpSpPr>
          <a:xfrm>
            <a:off x="-114735" y="3498258"/>
            <a:ext cx="1159291" cy="1855702"/>
            <a:chOff x="1352322" y="1338997"/>
            <a:chExt cx="415457" cy="676942"/>
          </a:xfrm>
        </p:grpSpPr>
        <p:sp>
          <p:nvSpPr>
            <p:cNvPr id="9943" name="Google Shape;9943;p155"/>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155"/>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155"/>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155"/>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155"/>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155"/>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155"/>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155"/>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155"/>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155"/>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155"/>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155"/>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155"/>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6" name="Google Shape;9956;p155"/>
          <p:cNvGrpSpPr/>
          <p:nvPr/>
        </p:nvGrpSpPr>
        <p:grpSpPr>
          <a:xfrm flipH="1">
            <a:off x="939877" y="4497343"/>
            <a:ext cx="746626" cy="545891"/>
            <a:chOff x="6123718" y="525411"/>
            <a:chExt cx="1395563" cy="1024955"/>
          </a:xfrm>
        </p:grpSpPr>
        <p:grpSp>
          <p:nvGrpSpPr>
            <p:cNvPr id="9957" name="Google Shape;9957;p155"/>
            <p:cNvGrpSpPr/>
            <p:nvPr/>
          </p:nvGrpSpPr>
          <p:grpSpPr>
            <a:xfrm flipH="1">
              <a:off x="6123718" y="525411"/>
              <a:ext cx="1395563" cy="1024955"/>
              <a:chOff x="1696430" y="1591394"/>
              <a:chExt cx="279683" cy="208092"/>
            </a:xfrm>
          </p:grpSpPr>
          <p:sp>
            <p:nvSpPr>
              <p:cNvPr id="9958" name="Google Shape;9958;p155"/>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155"/>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155"/>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155"/>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155"/>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155"/>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155"/>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155"/>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155"/>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155"/>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155"/>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69" name="Google Shape;9969;p155"/>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0" name="Google Shape;9970;p155"/>
          <p:cNvGrpSpPr/>
          <p:nvPr/>
        </p:nvGrpSpPr>
        <p:grpSpPr>
          <a:xfrm flipH="1">
            <a:off x="6989366" y="3989002"/>
            <a:ext cx="2154611" cy="785401"/>
            <a:chOff x="3363545" y="1399908"/>
            <a:chExt cx="240164" cy="87537"/>
          </a:xfrm>
        </p:grpSpPr>
        <p:sp>
          <p:nvSpPr>
            <p:cNvPr id="9971" name="Google Shape;9971;p155"/>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155"/>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155"/>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155"/>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155"/>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6" name="Google Shape;9976;p155"/>
          <p:cNvSpPr txBox="1"/>
          <p:nvPr>
            <p:ph type="title"/>
          </p:nvPr>
        </p:nvSpPr>
        <p:spPr>
          <a:xfrm>
            <a:off x="720075"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9977" name="Google Shape;9977;p155"/>
          <p:cNvSpPr txBox="1"/>
          <p:nvPr>
            <p:ph idx="2" type="title"/>
          </p:nvPr>
        </p:nvSpPr>
        <p:spPr>
          <a:xfrm>
            <a:off x="937700" y="3018875"/>
            <a:ext cx="2175300" cy="5277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9978" name="Google Shape;9978;p155"/>
          <p:cNvSpPr txBox="1"/>
          <p:nvPr>
            <p:ph idx="1" type="subTitle"/>
          </p:nvPr>
        </p:nvSpPr>
        <p:spPr>
          <a:xfrm>
            <a:off x="937700" y="3546575"/>
            <a:ext cx="2175300" cy="783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9979" name="Google Shape;9979;p155"/>
          <p:cNvSpPr txBox="1"/>
          <p:nvPr>
            <p:ph idx="3" type="title"/>
          </p:nvPr>
        </p:nvSpPr>
        <p:spPr>
          <a:xfrm>
            <a:off x="6031146" y="3018875"/>
            <a:ext cx="2175300" cy="5277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9980" name="Google Shape;9980;p155"/>
          <p:cNvSpPr txBox="1"/>
          <p:nvPr>
            <p:ph idx="4" type="subTitle"/>
          </p:nvPr>
        </p:nvSpPr>
        <p:spPr>
          <a:xfrm>
            <a:off x="6031150" y="3546575"/>
            <a:ext cx="2175300" cy="783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1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6_1">
    <p:spTree>
      <p:nvGrpSpPr>
        <p:cNvPr id="9981" name="Shape 9981"/>
        <p:cNvGrpSpPr/>
        <p:nvPr/>
      </p:nvGrpSpPr>
      <p:grpSpPr>
        <a:xfrm>
          <a:off x="0" y="0"/>
          <a:ext cx="0" cy="0"/>
          <a:chOff x="0" y="0"/>
          <a:chExt cx="0" cy="0"/>
        </a:xfrm>
      </p:grpSpPr>
      <p:sp>
        <p:nvSpPr>
          <p:cNvPr id="9982" name="Google Shape;9982;p156"/>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156"/>
          <p:cNvSpPr/>
          <p:nvPr/>
        </p:nvSpPr>
        <p:spPr>
          <a:xfrm>
            <a:off x="-294671" y="4901161"/>
            <a:ext cx="1665423" cy="78539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156"/>
          <p:cNvSpPr/>
          <p:nvPr/>
        </p:nvSpPr>
        <p:spPr>
          <a:xfrm>
            <a:off x="96226" y="4775056"/>
            <a:ext cx="1043455" cy="549114"/>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85" name="Google Shape;9985;p156"/>
          <p:cNvGrpSpPr/>
          <p:nvPr/>
        </p:nvGrpSpPr>
        <p:grpSpPr>
          <a:xfrm>
            <a:off x="-114732" y="3692004"/>
            <a:ext cx="1038268" cy="1662029"/>
            <a:chOff x="1352322" y="1338997"/>
            <a:chExt cx="415457" cy="676942"/>
          </a:xfrm>
        </p:grpSpPr>
        <p:sp>
          <p:nvSpPr>
            <p:cNvPr id="9986" name="Google Shape;9986;p156"/>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156"/>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156"/>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156"/>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156"/>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156"/>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156"/>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156"/>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156"/>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156"/>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156"/>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156"/>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156"/>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9" name="Google Shape;9999;p156"/>
          <p:cNvGrpSpPr/>
          <p:nvPr/>
        </p:nvGrpSpPr>
        <p:grpSpPr>
          <a:xfrm flipH="1">
            <a:off x="713096" y="4680107"/>
            <a:ext cx="540920" cy="395428"/>
            <a:chOff x="6123718" y="525411"/>
            <a:chExt cx="1395563" cy="1024955"/>
          </a:xfrm>
        </p:grpSpPr>
        <p:grpSp>
          <p:nvGrpSpPr>
            <p:cNvPr id="10000" name="Google Shape;10000;p156"/>
            <p:cNvGrpSpPr/>
            <p:nvPr/>
          </p:nvGrpSpPr>
          <p:grpSpPr>
            <a:xfrm flipH="1">
              <a:off x="6123718" y="525411"/>
              <a:ext cx="1395563" cy="1024955"/>
              <a:chOff x="1696430" y="1591394"/>
              <a:chExt cx="279683" cy="208092"/>
            </a:xfrm>
          </p:grpSpPr>
          <p:sp>
            <p:nvSpPr>
              <p:cNvPr id="10001" name="Google Shape;10001;p156"/>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156"/>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156"/>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156"/>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156"/>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156"/>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156"/>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156"/>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156"/>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156"/>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156"/>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12" name="Google Shape;10012;p156"/>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3" name="Google Shape;10013;p156"/>
          <p:cNvGrpSpPr/>
          <p:nvPr/>
        </p:nvGrpSpPr>
        <p:grpSpPr>
          <a:xfrm>
            <a:off x="8303848" y="3734044"/>
            <a:ext cx="1176845" cy="1035418"/>
            <a:chOff x="3650956" y="1757963"/>
            <a:chExt cx="258943" cy="227815"/>
          </a:xfrm>
        </p:grpSpPr>
        <p:sp>
          <p:nvSpPr>
            <p:cNvPr id="10014" name="Google Shape;10014;p156"/>
            <p:cNvSpPr/>
            <p:nvPr/>
          </p:nvSpPr>
          <p:spPr>
            <a:xfrm>
              <a:off x="3650956" y="1757963"/>
              <a:ext cx="258943" cy="227815"/>
            </a:xfrm>
            <a:custGeom>
              <a:rect b="b" l="l" r="r" t="t"/>
              <a:pathLst>
                <a:path extrusionOk="0" h="6272" w="7129">
                  <a:moveTo>
                    <a:pt x="5416" y="0"/>
                  </a:moveTo>
                  <a:lnTo>
                    <a:pt x="3828" y="411"/>
                  </a:lnTo>
                  <a:lnTo>
                    <a:pt x="3337" y="1499"/>
                  </a:lnTo>
                  <a:lnTo>
                    <a:pt x="2320" y="1945"/>
                  </a:lnTo>
                  <a:lnTo>
                    <a:pt x="1642" y="3016"/>
                  </a:lnTo>
                  <a:lnTo>
                    <a:pt x="1535" y="4095"/>
                  </a:lnTo>
                  <a:lnTo>
                    <a:pt x="1018" y="5219"/>
                  </a:lnTo>
                  <a:lnTo>
                    <a:pt x="1" y="6272"/>
                  </a:lnTo>
                  <a:lnTo>
                    <a:pt x="3846" y="6272"/>
                  </a:lnTo>
                  <a:lnTo>
                    <a:pt x="3417" y="5255"/>
                  </a:lnTo>
                  <a:lnTo>
                    <a:pt x="3623" y="4461"/>
                  </a:lnTo>
                  <a:lnTo>
                    <a:pt x="4390" y="3408"/>
                  </a:lnTo>
                  <a:lnTo>
                    <a:pt x="4898" y="3533"/>
                  </a:lnTo>
                  <a:lnTo>
                    <a:pt x="5327" y="4505"/>
                  </a:lnTo>
                  <a:lnTo>
                    <a:pt x="5077" y="5522"/>
                  </a:lnTo>
                  <a:lnTo>
                    <a:pt x="5228" y="6272"/>
                  </a:lnTo>
                  <a:lnTo>
                    <a:pt x="7129" y="6272"/>
                  </a:lnTo>
                  <a:lnTo>
                    <a:pt x="6745" y="5174"/>
                  </a:lnTo>
                  <a:lnTo>
                    <a:pt x="7066" y="4211"/>
                  </a:lnTo>
                  <a:lnTo>
                    <a:pt x="6593" y="2837"/>
                  </a:lnTo>
                  <a:lnTo>
                    <a:pt x="6308" y="1196"/>
                  </a:lnTo>
                  <a:lnTo>
                    <a:pt x="54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156"/>
            <p:cNvSpPr/>
            <p:nvPr/>
          </p:nvSpPr>
          <p:spPr>
            <a:xfrm>
              <a:off x="3710595" y="1757963"/>
              <a:ext cx="169481" cy="109549"/>
            </a:xfrm>
            <a:custGeom>
              <a:rect b="b" l="l" r="r" t="t"/>
              <a:pathLst>
                <a:path extrusionOk="0" h="3016" w="4666">
                  <a:moveTo>
                    <a:pt x="3774" y="0"/>
                  </a:moveTo>
                  <a:lnTo>
                    <a:pt x="2186" y="411"/>
                  </a:lnTo>
                  <a:lnTo>
                    <a:pt x="1695" y="1499"/>
                  </a:lnTo>
                  <a:lnTo>
                    <a:pt x="678" y="1945"/>
                  </a:lnTo>
                  <a:lnTo>
                    <a:pt x="0" y="3016"/>
                  </a:lnTo>
                  <a:lnTo>
                    <a:pt x="0" y="3016"/>
                  </a:lnTo>
                  <a:lnTo>
                    <a:pt x="794" y="2346"/>
                  </a:lnTo>
                  <a:lnTo>
                    <a:pt x="1401" y="2257"/>
                  </a:lnTo>
                  <a:lnTo>
                    <a:pt x="1918" y="2552"/>
                  </a:lnTo>
                  <a:lnTo>
                    <a:pt x="1570" y="1927"/>
                  </a:lnTo>
                  <a:lnTo>
                    <a:pt x="2186" y="2061"/>
                  </a:lnTo>
                  <a:lnTo>
                    <a:pt x="2025" y="1579"/>
                  </a:lnTo>
                  <a:lnTo>
                    <a:pt x="2560" y="866"/>
                  </a:lnTo>
                  <a:lnTo>
                    <a:pt x="3649" y="803"/>
                  </a:lnTo>
                  <a:lnTo>
                    <a:pt x="4666" y="1196"/>
                  </a:lnTo>
                  <a:lnTo>
                    <a:pt x="3774"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156"/>
            <p:cNvSpPr/>
            <p:nvPr/>
          </p:nvSpPr>
          <p:spPr>
            <a:xfrm>
              <a:off x="3768600" y="1867472"/>
              <a:ext cx="141295" cy="118302"/>
            </a:xfrm>
            <a:custGeom>
              <a:rect b="b" l="l" r="r" t="t"/>
              <a:pathLst>
                <a:path extrusionOk="0" h="3257" w="3890">
                  <a:moveTo>
                    <a:pt x="1534" y="1"/>
                  </a:moveTo>
                  <a:lnTo>
                    <a:pt x="856" y="116"/>
                  </a:lnTo>
                  <a:lnTo>
                    <a:pt x="259" y="1196"/>
                  </a:lnTo>
                  <a:lnTo>
                    <a:pt x="71" y="447"/>
                  </a:lnTo>
                  <a:lnTo>
                    <a:pt x="0" y="1767"/>
                  </a:lnTo>
                  <a:lnTo>
                    <a:pt x="178" y="2240"/>
                  </a:lnTo>
                  <a:lnTo>
                    <a:pt x="384" y="1446"/>
                  </a:lnTo>
                  <a:lnTo>
                    <a:pt x="1151" y="393"/>
                  </a:lnTo>
                  <a:lnTo>
                    <a:pt x="1659" y="518"/>
                  </a:lnTo>
                  <a:lnTo>
                    <a:pt x="2088" y="1490"/>
                  </a:lnTo>
                  <a:lnTo>
                    <a:pt x="1838" y="2507"/>
                  </a:lnTo>
                  <a:lnTo>
                    <a:pt x="1989" y="3257"/>
                  </a:lnTo>
                  <a:lnTo>
                    <a:pt x="3890" y="3257"/>
                  </a:lnTo>
                  <a:lnTo>
                    <a:pt x="3506" y="2159"/>
                  </a:lnTo>
                  <a:lnTo>
                    <a:pt x="3488" y="3087"/>
                  </a:lnTo>
                  <a:lnTo>
                    <a:pt x="2935" y="2820"/>
                  </a:lnTo>
                  <a:lnTo>
                    <a:pt x="2882" y="1767"/>
                  </a:lnTo>
                  <a:lnTo>
                    <a:pt x="2614" y="2820"/>
                  </a:lnTo>
                  <a:lnTo>
                    <a:pt x="2177" y="2382"/>
                  </a:lnTo>
                  <a:lnTo>
                    <a:pt x="2543" y="973"/>
                  </a:lnTo>
                  <a:lnTo>
                    <a:pt x="1534"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156"/>
            <p:cNvSpPr/>
            <p:nvPr/>
          </p:nvSpPr>
          <p:spPr>
            <a:xfrm>
              <a:off x="3722908" y="1895331"/>
              <a:ext cx="23682" cy="90443"/>
            </a:xfrm>
            <a:custGeom>
              <a:rect b="b" l="l" r="r" t="t"/>
              <a:pathLst>
                <a:path extrusionOk="0" h="2490" w="652">
                  <a:moveTo>
                    <a:pt x="179" y="1"/>
                  </a:moveTo>
                  <a:lnTo>
                    <a:pt x="286" y="1856"/>
                  </a:lnTo>
                  <a:lnTo>
                    <a:pt x="0" y="2490"/>
                  </a:lnTo>
                  <a:lnTo>
                    <a:pt x="651" y="2490"/>
                  </a:lnTo>
                  <a:lnTo>
                    <a:pt x="598" y="1910"/>
                  </a:lnTo>
                  <a:lnTo>
                    <a:pt x="598" y="1348"/>
                  </a:lnTo>
                  <a:lnTo>
                    <a:pt x="179"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156"/>
            <p:cNvSpPr/>
            <p:nvPr/>
          </p:nvSpPr>
          <p:spPr>
            <a:xfrm>
              <a:off x="3650956" y="1906663"/>
              <a:ext cx="57390" cy="79110"/>
            </a:xfrm>
            <a:custGeom>
              <a:rect b="b" l="l" r="r" t="t"/>
              <a:pathLst>
                <a:path extrusionOk="0" h="2178" w="1580">
                  <a:moveTo>
                    <a:pt x="1535" y="1"/>
                  </a:moveTo>
                  <a:lnTo>
                    <a:pt x="1018" y="1125"/>
                  </a:lnTo>
                  <a:lnTo>
                    <a:pt x="1" y="2178"/>
                  </a:lnTo>
                  <a:lnTo>
                    <a:pt x="1250" y="2178"/>
                  </a:lnTo>
                  <a:lnTo>
                    <a:pt x="795" y="1839"/>
                  </a:lnTo>
                  <a:lnTo>
                    <a:pt x="1428" y="1303"/>
                  </a:lnTo>
                  <a:lnTo>
                    <a:pt x="1580" y="643"/>
                  </a:lnTo>
                  <a:lnTo>
                    <a:pt x="153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156"/>
            <p:cNvSpPr/>
            <p:nvPr/>
          </p:nvSpPr>
          <p:spPr>
            <a:xfrm>
              <a:off x="3857370" y="1801367"/>
              <a:ext cx="50270" cy="109549"/>
            </a:xfrm>
            <a:custGeom>
              <a:rect b="b" l="l" r="r" t="t"/>
              <a:pathLst>
                <a:path extrusionOk="0" h="3016" w="1384">
                  <a:moveTo>
                    <a:pt x="625" y="1"/>
                  </a:moveTo>
                  <a:lnTo>
                    <a:pt x="580" y="1357"/>
                  </a:lnTo>
                  <a:lnTo>
                    <a:pt x="0" y="402"/>
                  </a:lnTo>
                  <a:lnTo>
                    <a:pt x="411" y="1874"/>
                  </a:lnTo>
                  <a:lnTo>
                    <a:pt x="1383" y="3016"/>
                  </a:lnTo>
                  <a:lnTo>
                    <a:pt x="910" y="1642"/>
                  </a:lnTo>
                  <a:lnTo>
                    <a:pt x="62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20" name="Google Shape;10020;p156"/>
          <p:cNvSpPr/>
          <p:nvPr/>
        </p:nvSpPr>
        <p:spPr>
          <a:xfrm rot="557657">
            <a:off x="8216558" y="4705705"/>
            <a:ext cx="1351433" cy="380974"/>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156"/>
          <p:cNvSpPr/>
          <p:nvPr/>
        </p:nvSpPr>
        <p:spPr>
          <a:xfrm flipH="1">
            <a:off x="7642147" y="70838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156"/>
          <p:cNvSpPr/>
          <p:nvPr/>
        </p:nvSpPr>
        <p:spPr>
          <a:xfrm flipH="1">
            <a:off x="-168596" y="2487257"/>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156"/>
          <p:cNvSpPr/>
          <p:nvPr/>
        </p:nvSpPr>
        <p:spPr>
          <a:xfrm flipH="1">
            <a:off x="8447941" y="2191232"/>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156"/>
          <p:cNvSpPr txBox="1"/>
          <p:nvPr>
            <p:ph type="title"/>
          </p:nvPr>
        </p:nvSpPr>
        <p:spPr>
          <a:xfrm>
            <a:off x="720075"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0025" name="Google Shape;10025;p156"/>
          <p:cNvSpPr txBox="1"/>
          <p:nvPr>
            <p:ph idx="2" type="title"/>
          </p:nvPr>
        </p:nvSpPr>
        <p:spPr>
          <a:xfrm>
            <a:off x="937700" y="3384150"/>
            <a:ext cx="21753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0026" name="Google Shape;10026;p156"/>
          <p:cNvSpPr txBox="1"/>
          <p:nvPr>
            <p:ph idx="1" type="subTitle"/>
          </p:nvPr>
        </p:nvSpPr>
        <p:spPr>
          <a:xfrm>
            <a:off x="937700" y="3740100"/>
            <a:ext cx="21753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0027" name="Google Shape;10027;p156"/>
          <p:cNvSpPr txBox="1"/>
          <p:nvPr>
            <p:ph idx="3" type="title"/>
          </p:nvPr>
        </p:nvSpPr>
        <p:spPr>
          <a:xfrm>
            <a:off x="3484421" y="3384150"/>
            <a:ext cx="21753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0028" name="Google Shape;10028;p156"/>
          <p:cNvSpPr txBox="1"/>
          <p:nvPr>
            <p:ph idx="4" type="subTitle"/>
          </p:nvPr>
        </p:nvSpPr>
        <p:spPr>
          <a:xfrm>
            <a:off x="3484421" y="3740100"/>
            <a:ext cx="21753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0029" name="Google Shape;10029;p156"/>
          <p:cNvSpPr txBox="1"/>
          <p:nvPr>
            <p:ph idx="5" type="title"/>
          </p:nvPr>
        </p:nvSpPr>
        <p:spPr>
          <a:xfrm>
            <a:off x="6031149" y="3384150"/>
            <a:ext cx="21753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0030" name="Google Shape;10030;p156"/>
          <p:cNvSpPr txBox="1"/>
          <p:nvPr>
            <p:ph idx="6" type="subTitle"/>
          </p:nvPr>
        </p:nvSpPr>
        <p:spPr>
          <a:xfrm>
            <a:off x="6031148" y="3740100"/>
            <a:ext cx="21753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0031" name="Google Shape;10031;p156"/>
          <p:cNvSpPr txBox="1"/>
          <p:nvPr>
            <p:ph hasCustomPrompt="1" idx="7" type="title"/>
          </p:nvPr>
        </p:nvSpPr>
        <p:spPr>
          <a:xfrm>
            <a:off x="1502000" y="1845783"/>
            <a:ext cx="1046700" cy="4416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2400"/>
            </a:lvl1pPr>
            <a:lvl2pPr lvl="1" algn="ctr">
              <a:spcBef>
                <a:spcPts val="0"/>
              </a:spcBef>
              <a:spcAft>
                <a:spcPts val="0"/>
              </a:spcAft>
              <a:buSzPts val="4800"/>
              <a:buNone/>
              <a:defRPr sz="4800"/>
            </a:lvl2pPr>
            <a:lvl3pPr lvl="2" algn="ctr">
              <a:spcBef>
                <a:spcPts val="0"/>
              </a:spcBef>
              <a:spcAft>
                <a:spcPts val="0"/>
              </a:spcAft>
              <a:buSzPts val="4800"/>
              <a:buNone/>
              <a:defRPr sz="4800"/>
            </a:lvl3pPr>
            <a:lvl4pPr lvl="3" algn="ctr">
              <a:spcBef>
                <a:spcPts val="0"/>
              </a:spcBef>
              <a:spcAft>
                <a:spcPts val="0"/>
              </a:spcAft>
              <a:buSzPts val="4800"/>
              <a:buNone/>
              <a:defRPr sz="4800"/>
            </a:lvl4pPr>
            <a:lvl5pPr lvl="4" algn="ctr">
              <a:spcBef>
                <a:spcPts val="0"/>
              </a:spcBef>
              <a:spcAft>
                <a:spcPts val="0"/>
              </a:spcAft>
              <a:buSzPts val="4800"/>
              <a:buNone/>
              <a:defRPr sz="4800"/>
            </a:lvl5pPr>
            <a:lvl6pPr lvl="5" algn="ctr">
              <a:spcBef>
                <a:spcPts val="0"/>
              </a:spcBef>
              <a:spcAft>
                <a:spcPts val="0"/>
              </a:spcAft>
              <a:buSzPts val="4800"/>
              <a:buNone/>
              <a:defRPr sz="4800"/>
            </a:lvl6pPr>
            <a:lvl7pPr lvl="6" algn="ctr">
              <a:spcBef>
                <a:spcPts val="0"/>
              </a:spcBef>
              <a:spcAft>
                <a:spcPts val="0"/>
              </a:spcAft>
              <a:buSzPts val="4800"/>
              <a:buNone/>
              <a:defRPr sz="4800"/>
            </a:lvl7pPr>
            <a:lvl8pPr lvl="7" algn="ctr">
              <a:spcBef>
                <a:spcPts val="0"/>
              </a:spcBef>
              <a:spcAft>
                <a:spcPts val="0"/>
              </a:spcAft>
              <a:buSzPts val="4800"/>
              <a:buNone/>
              <a:defRPr sz="4800"/>
            </a:lvl8pPr>
            <a:lvl9pPr lvl="8" algn="ctr">
              <a:spcBef>
                <a:spcPts val="0"/>
              </a:spcBef>
              <a:spcAft>
                <a:spcPts val="0"/>
              </a:spcAft>
              <a:buSzPts val="4800"/>
              <a:buNone/>
              <a:defRPr sz="4800"/>
            </a:lvl9pPr>
          </a:lstStyle>
          <a:p>
            <a:r>
              <a:t>xx%</a:t>
            </a:r>
          </a:p>
        </p:txBody>
      </p:sp>
      <p:sp>
        <p:nvSpPr>
          <p:cNvPr id="10032" name="Google Shape;10032;p156"/>
          <p:cNvSpPr txBox="1"/>
          <p:nvPr>
            <p:ph hasCustomPrompt="1" idx="8" type="title"/>
          </p:nvPr>
        </p:nvSpPr>
        <p:spPr>
          <a:xfrm>
            <a:off x="4048721" y="1845858"/>
            <a:ext cx="1046700" cy="4416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2400"/>
            </a:lvl1pPr>
            <a:lvl2pPr lvl="1" algn="ctr">
              <a:spcBef>
                <a:spcPts val="0"/>
              </a:spcBef>
              <a:spcAft>
                <a:spcPts val="0"/>
              </a:spcAft>
              <a:buSzPts val="4800"/>
              <a:buNone/>
              <a:defRPr sz="4800"/>
            </a:lvl2pPr>
            <a:lvl3pPr lvl="2" algn="ctr">
              <a:spcBef>
                <a:spcPts val="0"/>
              </a:spcBef>
              <a:spcAft>
                <a:spcPts val="0"/>
              </a:spcAft>
              <a:buSzPts val="4800"/>
              <a:buNone/>
              <a:defRPr sz="4800"/>
            </a:lvl3pPr>
            <a:lvl4pPr lvl="3" algn="ctr">
              <a:spcBef>
                <a:spcPts val="0"/>
              </a:spcBef>
              <a:spcAft>
                <a:spcPts val="0"/>
              </a:spcAft>
              <a:buSzPts val="4800"/>
              <a:buNone/>
              <a:defRPr sz="4800"/>
            </a:lvl4pPr>
            <a:lvl5pPr lvl="4" algn="ctr">
              <a:spcBef>
                <a:spcPts val="0"/>
              </a:spcBef>
              <a:spcAft>
                <a:spcPts val="0"/>
              </a:spcAft>
              <a:buSzPts val="4800"/>
              <a:buNone/>
              <a:defRPr sz="4800"/>
            </a:lvl5pPr>
            <a:lvl6pPr lvl="5" algn="ctr">
              <a:spcBef>
                <a:spcPts val="0"/>
              </a:spcBef>
              <a:spcAft>
                <a:spcPts val="0"/>
              </a:spcAft>
              <a:buSzPts val="4800"/>
              <a:buNone/>
              <a:defRPr sz="4800"/>
            </a:lvl6pPr>
            <a:lvl7pPr lvl="6" algn="ctr">
              <a:spcBef>
                <a:spcPts val="0"/>
              </a:spcBef>
              <a:spcAft>
                <a:spcPts val="0"/>
              </a:spcAft>
              <a:buSzPts val="4800"/>
              <a:buNone/>
              <a:defRPr sz="4800"/>
            </a:lvl7pPr>
            <a:lvl8pPr lvl="7" algn="ctr">
              <a:spcBef>
                <a:spcPts val="0"/>
              </a:spcBef>
              <a:spcAft>
                <a:spcPts val="0"/>
              </a:spcAft>
              <a:buSzPts val="4800"/>
              <a:buNone/>
              <a:defRPr sz="4800"/>
            </a:lvl8pPr>
            <a:lvl9pPr lvl="8" algn="ctr">
              <a:spcBef>
                <a:spcPts val="0"/>
              </a:spcBef>
              <a:spcAft>
                <a:spcPts val="0"/>
              </a:spcAft>
              <a:buSzPts val="4800"/>
              <a:buNone/>
              <a:defRPr sz="4800"/>
            </a:lvl9pPr>
          </a:lstStyle>
          <a:p>
            <a:r>
              <a:t>xx%</a:t>
            </a:r>
          </a:p>
        </p:txBody>
      </p:sp>
      <p:sp>
        <p:nvSpPr>
          <p:cNvPr id="10033" name="Google Shape;10033;p156"/>
          <p:cNvSpPr txBox="1"/>
          <p:nvPr>
            <p:ph hasCustomPrompt="1" idx="9" type="title"/>
          </p:nvPr>
        </p:nvSpPr>
        <p:spPr>
          <a:xfrm>
            <a:off x="6595448" y="1845858"/>
            <a:ext cx="1046700" cy="4416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2400"/>
            </a:lvl1pPr>
            <a:lvl2pPr lvl="1" algn="ctr">
              <a:spcBef>
                <a:spcPts val="0"/>
              </a:spcBef>
              <a:spcAft>
                <a:spcPts val="0"/>
              </a:spcAft>
              <a:buSzPts val="4800"/>
              <a:buNone/>
              <a:defRPr sz="4800"/>
            </a:lvl2pPr>
            <a:lvl3pPr lvl="2" algn="ctr">
              <a:spcBef>
                <a:spcPts val="0"/>
              </a:spcBef>
              <a:spcAft>
                <a:spcPts val="0"/>
              </a:spcAft>
              <a:buSzPts val="4800"/>
              <a:buNone/>
              <a:defRPr sz="4800"/>
            </a:lvl3pPr>
            <a:lvl4pPr lvl="3" algn="ctr">
              <a:spcBef>
                <a:spcPts val="0"/>
              </a:spcBef>
              <a:spcAft>
                <a:spcPts val="0"/>
              </a:spcAft>
              <a:buSzPts val="4800"/>
              <a:buNone/>
              <a:defRPr sz="4800"/>
            </a:lvl4pPr>
            <a:lvl5pPr lvl="4" algn="ctr">
              <a:spcBef>
                <a:spcPts val="0"/>
              </a:spcBef>
              <a:spcAft>
                <a:spcPts val="0"/>
              </a:spcAft>
              <a:buSzPts val="4800"/>
              <a:buNone/>
              <a:defRPr sz="4800"/>
            </a:lvl5pPr>
            <a:lvl6pPr lvl="5" algn="ctr">
              <a:spcBef>
                <a:spcPts val="0"/>
              </a:spcBef>
              <a:spcAft>
                <a:spcPts val="0"/>
              </a:spcAft>
              <a:buSzPts val="4800"/>
              <a:buNone/>
              <a:defRPr sz="4800"/>
            </a:lvl6pPr>
            <a:lvl7pPr lvl="6" algn="ctr">
              <a:spcBef>
                <a:spcPts val="0"/>
              </a:spcBef>
              <a:spcAft>
                <a:spcPts val="0"/>
              </a:spcAft>
              <a:buSzPts val="4800"/>
              <a:buNone/>
              <a:defRPr sz="4800"/>
            </a:lvl7pPr>
            <a:lvl8pPr lvl="7" algn="ctr">
              <a:spcBef>
                <a:spcPts val="0"/>
              </a:spcBef>
              <a:spcAft>
                <a:spcPts val="0"/>
              </a:spcAft>
              <a:buSzPts val="4800"/>
              <a:buNone/>
              <a:defRPr sz="4800"/>
            </a:lvl8pPr>
            <a:lvl9pPr lvl="8" algn="ctr">
              <a:spcBef>
                <a:spcPts val="0"/>
              </a:spcBef>
              <a:spcAft>
                <a:spcPts val="0"/>
              </a:spcAft>
              <a:buSzPts val="4800"/>
              <a:buNone/>
              <a:defRPr sz="4800"/>
            </a:lvl9pPr>
          </a:lstStyle>
          <a:p>
            <a:r>
              <a:t>xx%</a:t>
            </a:r>
          </a:p>
        </p:txBody>
      </p:sp>
    </p:spTree>
  </p:cSld>
  <p:clrMapOvr>
    <a:masterClrMapping/>
  </p:clrMapOvr>
</p:sldLayout>
</file>

<file path=ppt/slideLayouts/slideLayout1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0034" name="Shape 10034"/>
        <p:cNvGrpSpPr/>
        <p:nvPr/>
      </p:nvGrpSpPr>
      <p:grpSpPr>
        <a:xfrm>
          <a:off x="0" y="0"/>
          <a:ext cx="0" cy="0"/>
          <a:chOff x="0" y="0"/>
          <a:chExt cx="0" cy="0"/>
        </a:xfrm>
      </p:grpSpPr>
      <p:sp>
        <p:nvSpPr>
          <p:cNvPr id="10035" name="Google Shape;10035;p157"/>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157"/>
          <p:cNvSpPr/>
          <p:nvPr/>
        </p:nvSpPr>
        <p:spPr>
          <a:xfrm flipH="1" rot="-27">
            <a:off x="6928297" y="4535828"/>
            <a:ext cx="5553997" cy="166108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157"/>
          <p:cNvSpPr/>
          <p:nvPr/>
        </p:nvSpPr>
        <p:spPr>
          <a:xfrm>
            <a:off x="-281248" y="4723350"/>
            <a:ext cx="1872395" cy="736075"/>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8" name="Google Shape;10038;p157"/>
          <p:cNvGrpSpPr/>
          <p:nvPr/>
        </p:nvGrpSpPr>
        <p:grpSpPr>
          <a:xfrm>
            <a:off x="-107222" y="3866483"/>
            <a:ext cx="1587377" cy="1306567"/>
            <a:chOff x="1352322" y="1338997"/>
            <a:chExt cx="415457" cy="676942"/>
          </a:xfrm>
        </p:grpSpPr>
        <p:sp>
          <p:nvSpPr>
            <p:cNvPr id="10039" name="Google Shape;10039;p157"/>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157"/>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157"/>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157"/>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157"/>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157"/>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157"/>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157"/>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157"/>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157"/>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157"/>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157"/>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157"/>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2" name="Google Shape;10052;p157"/>
          <p:cNvGrpSpPr/>
          <p:nvPr/>
        </p:nvGrpSpPr>
        <p:grpSpPr>
          <a:xfrm flipH="1">
            <a:off x="6989366" y="3989002"/>
            <a:ext cx="2154611" cy="785401"/>
            <a:chOff x="3363545" y="1399908"/>
            <a:chExt cx="240164" cy="87537"/>
          </a:xfrm>
        </p:grpSpPr>
        <p:sp>
          <p:nvSpPr>
            <p:cNvPr id="10053" name="Google Shape;10053;p157"/>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157"/>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157"/>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157"/>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157"/>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58" name="Google Shape;10058;p157"/>
          <p:cNvSpPr/>
          <p:nvPr/>
        </p:nvSpPr>
        <p:spPr>
          <a:xfrm flipH="1">
            <a:off x="-281246" y="195779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157"/>
          <p:cNvSpPr/>
          <p:nvPr/>
        </p:nvSpPr>
        <p:spPr>
          <a:xfrm flipH="1">
            <a:off x="7784522" y="8946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157"/>
          <p:cNvSpPr/>
          <p:nvPr/>
        </p:nvSpPr>
        <p:spPr>
          <a:xfrm flipH="1">
            <a:off x="8430904" y="1991707"/>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157"/>
          <p:cNvSpPr/>
          <p:nvPr/>
        </p:nvSpPr>
        <p:spPr>
          <a:xfrm flipH="1">
            <a:off x="-145626" y="239627"/>
            <a:ext cx="1255728" cy="238749"/>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157"/>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0063" name="Google Shape;10063;p157"/>
          <p:cNvSpPr txBox="1"/>
          <p:nvPr>
            <p:ph idx="2" type="title"/>
          </p:nvPr>
        </p:nvSpPr>
        <p:spPr>
          <a:xfrm>
            <a:off x="628650" y="2941350"/>
            <a:ext cx="19782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0064" name="Google Shape;10064;p157"/>
          <p:cNvSpPr txBox="1"/>
          <p:nvPr>
            <p:ph idx="1" type="subTitle"/>
          </p:nvPr>
        </p:nvSpPr>
        <p:spPr>
          <a:xfrm>
            <a:off x="628650" y="3265015"/>
            <a:ext cx="1978200" cy="77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0065" name="Google Shape;10065;p157"/>
          <p:cNvSpPr txBox="1"/>
          <p:nvPr>
            <p:ph idx="3" type="title"/>
          </p:nvPr>
        </p:nvSpPr>
        <p:spPr>
          <a:xfrm>
            <a:off x="6537176" y="2941350"/>
            <a:ext cx="19782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0066" name="Google Shape;10066;p157"/>
          <p:cNvSpPr txBox="1"/>
          <p:nvPr>
            <p:ph idx="4" type="subTitle"/>
          </p:nvPr>
        </p:nvSpPr>
        <p:spPr>
          <a:xfrm>
            <a:off x="6537176" y="3265015"/>
            <a:ext cx="1978200" cy="77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0067" name="Google Shape;10067;p157"/>
          <p:cNvSpPr txBox="1"/>
          <p:nvPr>
            <p:ph idx="5" type="title"/>
          </p:nvPr>
        </p:nvSpPr>
        <p:spPr>
          <a:xfrm>
            <a:off x="2598159" y="2941350"/>
            <a:ext cx="19782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0068" name="Google Shape;10068;p157"/>
          <p:cNvSpPr txBox="1"/>
          <p:nvPr>
            <p:ph idx="6" type="subTitle"/>
          </p:nvPr>
        </p:nvSpPr>
        <p:spPr>
          <a:xfrm>
            <a:off x="2598159" y="3265015"/>
            <a:ext cx="1978200" cy="77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0069" name="Google Shape;10069;p157"/>
          <p:cNvSpPr txBox="1"/>
          <p:nvPr>
            <p:ph idx="7" type="title"/>
          </p:nvPr>
        </p:nvSpPr>
        <p:spPr>
          <a:xfrm>
            <a:off x="4567667" y="2941350"/>
            <a:ext cx="19782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0070" name="Google Shape;10070;p157"/>
          <p:cNvSpPr txBox="1"/>
          <p:nvPr>
            <p:ph idx="8" type="subTitle"/>
          </p:nvPr>
        </p:nvSpPr>
        <p:spPr>
          <a:xfrm>
            <a:off x="4567667" y="3265015"/>
            <a:ext cx="1978200" cy="77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1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5_1">
    <p:spTree>
      <p:nvGrpSpPr>
        <p:cNvPr id="10071" name="Shape 10071"/>
        <p:cNvGrpSpPr/>
        <p:nvPr/>
      </p:nvGrpSpPr>
      <p:grpSpPr>
        <a:xfrm>
          <a:off x="0" y="0"/>
          <a:ext cx="0" cy="0"/>
          <a:chOff x="0" y="0"/>
          <a:chExt cx="0" cy="0"/>
        </a:xfrm>
      </p:grpSpPr>
      <p:sp>
        <p:nvSpPr>
          <p:cNvPr id="10072" name="Google Shape;10072;p158"/>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158"/>
          <p:cNvSpPr/>
          <p:nvPr/>
        </p:nvSpPr>
        <p:spPr>
          <a:xfrm flipH="1" rot="-238332">
            <a:off x="6971149" y="4242317"/>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74" name="Google Shape;10074;p158"/>
          <p:cNvGrpSpPr/>
          <p:nvPr/>
        </p:nvGrpSpPr>
        <p:grpSpPr>
          <a:xfrm flipH="1">
            <a:off x="6989366" y="3989002"/>
            <a:ext cx="2154611" cy="785401"/>
            <a:chOff x="3363545" y="1399908"/>
            <a:chExt cx="240164" cy="87537"/>
          </a:xfrm>
        </p:grpSpPr>
        <p:sp>
          <p:nvSpPr>
            <p:cNvPr id="10075" name="Google Shape;10075;p158"/>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158"/>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158"/>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158"/>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158"/>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80" name="Google Shape;10080;p158"/>
          <p:cNvSpPr/>
          <p:nvPr/>
        </p:nvSpPr>
        <p:spPr>
          <a:xfrm rot="238332">
            <a:off x="-3394295" y="4242315"/>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1" name="Google Shape;10081;p158"/>
          <p:cNvGrpSpPr/>
          <p:nvPr/>
        </p:nvGrpSpPr>
        <p:grpSpPr>
          <a:xfrm>
            <a:off x="-13051" y="3988966"/>
            <a:ext cx="2154611" cy="785401"/>
            <a:chOff x="3363545" y="1399908"/>
            <a:chExt cx="240164" cy="87537"/>
          </a:xfrm>
        </p:grpSpPr>
        <p:sp>
          <p:nvSpPr>
            <p:cNvPr id="10082" name="Google Shape;10082;p158"/>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158"/>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158"/>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158"/>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158"/>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87" name="Google Shape;10087;p158"/>
          <p:cNvSpPr/>
          <p:nvPr/>
        </p:nvSpPr>
        <p:spPr>
          <a:xfrm flipH="1">
            <a:off x="-334053" y="8650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158"/>
          <p:cNvSpPr/>
          <p:nvPr/>
        </p:nvSpPr>
        <p:spPr>
          <a:xfrm flipH="1">
            <a:off x="8430904" y="123517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158"/>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0090" name="Google Shape;10090;p158"/>
          <p:cNvSpPr txBox="1"/>
          <p:nvPr>
            <p:ph idx="2" type="title"/>
          </p:nvPr>
        </p:nvSpPr>
        <p:spPr>
          <a:xfrm>
            <a:off x="628650" y="2489575"/>
            <a:ext cx="1978200" cy="4782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0091" name="Google Shape;10091;p158"/>
          <p:cNvSpPr txBox="1"/>
          <p:nvPr>
            <p:ph idx="1" type="subTitle"/>
          </p:nvPr>
        </p:nvSpPr>
        <p:spPr>
          <a:xfrm>
            <a:off x="628650" y="1710775"/>
            <a:ext cx="1978200" cy="7788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0092" name="Google Shape;10092;p158"/>
          <p:cNvSpPr txBox="1"/>
          <p:nvPr>
            <p:ph idx="3" type="title"/>
          </p:nvPr>
        </p:nvSpPr>
        <p:spPr>
          <a:xfrm>
            <a:off x="6537175" y="2489575"/>
            <a:ext cx="1978200" cy="4782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0093" name="Google Shape;10093;p158"/>
          <p:cNvSpPr txBox="1"/>
          <p:nvPr>
            <p:ph idx="4" type="subTitle"/>
          </p:nvPr>
        </p:nvSpPr>
        <p:spPr>
          <a:xfrm>
            <a:off x="6537176" y="1717404"/>
            <a:ext cx="1978200" cy="7788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0094" name="Google Shape;10094;p158"/>
          <p:cNvSpPr txBox="1"/>
          <p:nvPr>
            <p:ph idx="5" type="title"/>
          </p:nvPr>
        </p:nvSpPr>
        <p:spPr>
          <a:xfrm>
            <a:off x="2598158" y="2489575"/>
            <a:ext cx="1978200" cy="4782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0095" name="Google Shape;10095;p158"/>
          <p:cNvSpPr txBox="1"/>
          <p:nvPr>
            <p:ph idx="6" type="subTitle"/>
          </p:nvPr>
        </p:nvSpPr>
        <p:spPr>
          <a:xfrm>
            <a:off x="2598159" y="1710775"/>
            <a:ext cx="1978200" cy="7788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0096" name="Google Shape;10096;p158"/>
          <p:cNvSpPr txBox="1"/>
          <p:nvPr>
            <p:ph idx="7" type="title"/>
          </p:nvPr>
        </p:nvSpPr>
        <p:spPr>
          <a:xfrm>
            <a:off x="4567667" y="2489575"/>
            <a:ext cx="1978200" cy="4782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0097" name="Google Shape;10097;p158"/>
          <p:cNvSpPr txBox="1"/>
          <p:nvPr>
            <p:ph idx="8" type="subTitle"/>
          </p:nvPr>
        </p:nvSpPr>
        <p:spPr>
          <a:xfrm>
            <a:off x="4567667" y="1710775"/>
            <a:ext cx="1978200" cy="7788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1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10098" name="Shape 10098"/>
        <p:cNvGrpSpPr/>
        <p:nvPr/>
      </p:nvGrpSpPr>
      <p:grpSpPr>
        <a:xfrm>
          <a:off x="0" y="0"/>
          <a:ext cx="0" cy="0"/>
          <a:chOff x="0" y="0"/>
          <a:chExt cx="0" cy="0"/>
        </a:xfrm>
      </p:grpSpPr>
      <p:sp>
        <p:nvSpPr>
          <p:cNvPr id="10099" name="Google Shape;10099;p159"/>
          <p:cNvSpPr/>
          <p:nvPr/>
        </p:nvSpPr>
        <p:spPr>
          <a:xfrm flipH="1">
            <a:off x="-1" y="4762490"/>
            <a:ext cx="9173906"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159"/>
          <p:cNvSpPr/>
          <p:nvPr/>
        </p:nvSpPr>
        <p:spPr>
          <a:xfrm flipH="1">
            <a:off x="7935179" y="4901155"/>
            <a:ext cx="1670860" cy="78539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159"/>
          <p:cNvSpPr/>
          <p:nvPr/>
        </p:nvSpPr>
        <p:spPr>
          <a:xfrm flipH="1">
            <a:off x="8166989" y="4775050"/>
            <a:ext cx="1046875" cy="549114"/>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02" name="Google Shape;10102;p159"/>
          <p:cNvGrpSpPr/>
          <p:nvPr/>
        </p:nvGrpSpPr>
        <p:grpSpPr>
          <a:xfrm flipH="1">
            <a:off x="8383798" y="3692007"/>
            <a:ext cx="1041675" cy="1662029"/>
            <a:chOff x="1352322" y="1338997"/>
            <a:chExt cx="415457" cy="676942"/>
          </a:xfrm>
        </p:grpSpPr>
        <p:sp>
          <p:nvSpPr>
            <p:cNvPr id="10103" name="Google Shape;10103;p159"/>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159"/>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159"/>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159"/>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159"/>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159"/>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159"/>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159"/>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159"/>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159"/>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159"/>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159"/>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159"/>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6" name="Google Shape;10116;p159"/>
          <p:cNvGrpSpPr/>
          <p:nvPr/>
        </p:nvGrpSpPr>
        <p:grpSpPr>
          <a:xfrm flipH="1">
            <a:off x="-201443" y="3734057"/>
            <a:ext cx="1180703" cy="1035418"/>
            <a:chOff x="3650956" y="1757963"/>
            <a:chExt cx="258943" cy="227815"/>
          </a:xfrm>
        </p:grpSpPr>
        <p:sp>
          <p:nvSpPr>
            <p:cNvPr id="10117" name="Google Shape;10117;p159"/>
            <p:cNvSpPr/>
            <p:nvPr/>
          </p:nvSpPr>
          <p:spPr>
            <a:xfrm>
              <a:off x="3650956" y="1757963"/>
              <a:ext cx="258943" cy="227815"/>
            </a:xfrm>
            <a:custGeom>
              <a:rect b="b" l="l" r="r" t="t"/>
              <a:pathLst>
                <a:path extrusionOk="0" h="6272" w="7129">
                  <a:moveTo>
                    <a:pt x="5416" y="0"/>
                  </a:moveTo>
                  <a:lnTo>
                    <a:pt x="3828" y="411"/>
                  </a:lnTo>
                  <a:lnTo>
                    <a:pt x="3337" y="1499"/>
                  </a:lnTo>
                  <a:lnTo>
                    <a:pt x="2320" y="1945"/>
                  </a:lnTo>
                  <a:lnTo>
                    <a:pt x="1642" y="3016"/>
                  </a:lnTo>
                  <a:lnTo>
                    <a:pt x="1535" y="4095"/>
                  </a:lnTo>
                  <a:lnTo>
                    <a:pt x="1018" y="5219"/>
                  </a:lnTo>
                  <a:lnTo>
                    <a:pt x="1" y="6272"/>
                  </a:lnTo>
                  <a:lnTo>
                    <a:pt x="3846" y="6272"/>
                  </a:lnTo>
                  <a:lnTo>
                    <a:pt x="3417" y="5255"/>
                  </a:lnTo>
                  <a:lnTo>
                    <a:pt x="3623" y="4461"/>
                  </a:lnTo>
                  <a:lnTo>
                    <a:pt x="4390" y="3408"/>
                  </a:lnTo>
                  <a:lnTo>
                    <a:pt x="4898" y="3533"/>
                  </a:lnTo>
                  <a:lnTo>
                    <a:pt x="5327" y="4505"/>
                  </a:lnTo>
                  <a:lnTo>
                    <a:pt x="5077" y="5522"/>
                  </a:lnTo>
                  <a:lnTo>
                    <a:pt x="5228" y="6272"/>
                  </a:lnTo>
                  <a:lnTo>
                    <a:pt x="7129" y="6272"/>
                  </a:lnTo>
                  <a:lnTo>
                    <a:pt x="6745" y="5174"/>
                  </a:lnTo>
                  <a:lnTo>
                    <a:pt x="7066" y="4211"/>
                  </a:lnTo>
                  <a:lnTo>
                    <a:pt x="6593" y="2837"/>
                  </a:lnTo>
                  <a:lnTo>
                    <a:pt x="6308" y="1196"/>
                  </a:lnTo>
                  <a:lnTo>
                    <a:pt x="54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159"/>
            <p:cNvSpPr/>
            <p:nvPr/>
          </p:nvSpPr>
          <p:spPr>
            <a:xfrm>
              <a:off x="3710595" y="1757963"/>
              <a:ext cx="169481" cy="109549"/>
            </a:xfrm>
            <a:custGeom>
              <a:rect b="b" l="l" r="r" t="t"/>
              <a:pathLst>
                <a:path extrusionOk="0" h="3016" w="4666">
                  <a:moveTo>
                    <a:pt x="3774" y="0"/>
                  </a:moveTo>
                  <a:lnTo>
                    <a:pt x="2186" y="411"/>
                  </a:lnTo>
                  <a:lnTo>
                    <a:pt x="1695" y="1499"/>
                  </a:lnTo>
                  <a:lnTo>
                    <a:pt x="678" y="1945"/>
                  </a:lnTo>
                  <a:lnTo>
                    <a:pt x="0" y="3016"/>
                  </a:lnTo>
                  <a:lnTo>
                    <a:pt x="0" y="3016"/>
                  </a:lnTo>
                  <a:lnTo>
                    <a:pt x="794" y="2346"/>
                  </a:lnTo>
                  <a:lnTo>
                    <a:pt x="1401" y="2257"/>
                  </a:lnTo>
                  <a:lnTo>
                    <a:pt x="1918" y="2552"/>
                  </a:lnTo>
                  <a:lnTo>
                    <a:pt x="1570" y="1927"/>
                  </a:lnTo>
                  <a:lnTo>
                    <a:pt x="2186" y="2061"/>
                  </a:lnTo>
                  <a:lnTo>
                    <a:pt x="2025" y="1579"/>
                  </a:lnTo>
                  <a:lnTo>
                    <a:pt x="2560" y="866"/>
                  </a:lnTo>
                  <a:lnTo>
                    <a:pt x="3649" y="803"/>
                  </a:lnTo>
                  <a:lnTo>
                    <a:pt x="4666" y="1196"/>
                  </a:lnTo>
                  <a:lnTo>
                    <a:pt x="3774"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159"/>
            <p:cNvSpPr/>
            <p:nvPr/>
          </p:nvSpPr>
          <p:spPr>
            <a:xfrm>
              <a:off x="3768600" y="1867472"/>
              <a:ext cx="141295" cy="118302"/>
            </a:xfrm>
            <a:custGeom>
              <a:rect b="b" l="l" r="r" t="t"/>
              <a:pathLst>
                <a:path extrusionOk="0" h="3257" w="3890">
                  <a:moveTo>
                    <a:pt x="1534" y="1"/>
                  </a:moveTo>
                  <a:lnTo>
                    <a:pt x="856" y="116"/>
                  </a:lnTo>
                  <a:lnTo>
                    <a:pt x="259" y="1196"/>
                  </a:lnTo>
                  <a:lnTo>
                    <a:pt x="71" y="447"/>
                  </a:lnTo>
                  <a:lnTo>
                    <a:pt x="0" y="1767"/>
                  </a:lnTo>
                  <a:lnTo>
                    <a:pt x="178" y="2240"/>
                  </a:lnTo>
                  <a:lnTo>
                    <a:pt x="384" y="1446"/>
                  </a:lnTo>
                  <a:lnTo>
                    <a:pt x="1151" y="393"/>
                  </a:lnTo>
                  <a:lnTo>
                    <a:pt x="1659" y="518"/>
                  </a:lnTo>
                  <a:lnTo>
                    <a:pt x="2088" y="1490"/>
                  </a:lnTo>
                  <a:lnTo>
                    <a:pt x="1838" y="2507"/>
                  </a:lnTo>
                  <a:lnTo>
                    <a:pt x="1989" y="3257"/>
                  </a:lnTo>
                  <a:lnTo>
                    <a:pt x="3890" y="3257"/>
                  </a:lnTo>
                  <a:lnTo>
                    <a:pt x="3506" y="2159"/>
                  </a:lnTo>
                  <a:lnTo>
                    <a:pt x="3488" y="3087"/>
                  </a:lnTo>
                  <a:lnTo>
                    <a:pt x="2935" y="2820"/>
                  </a:lnTo>
                  <a:lnTo>
                    <a:pt x="2882" y="1767"/>
                  </a:lnTo>
                  <a:lnTo>
                    <a:pt x="2614" y="2820"/>
                  </a:lnTo>
                  <a:lnTo>
                    <a:pt x="2177" y="2382"/>
                  </a:lnTo>
                  <a:lnTo>
                    <a:pt x="2543" y="973"/>
                  </a:lnTo>
                  <a:lnTo>
                    <a:pt x="1534"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159"/>
            <p:cNvSpPr/>
            <p:nvPr/>
          </p:nvSpPr>
          <p:spPr>
            <a:xfrm>
              <a:off x="3722908" y="1895331"/>
              <a:ext cx="23682" cy="90443"/>
            </a:xfrm>
            <a:custGeom>
              <a:rect b="b" l="l" r="r" t="t"/>
              <a:pathLst>
                <a:path extrusionOk="0" h="2490" w="652">
                  <a:moveTo>
                    <a:pt x="179" y="1"/>
                  </a:moveTo>
                  <a:lnTo>
                    <a:pt x="286" y="1856"/>
                  </a:lnTo>
                  <a:lnTo>
                    <a:pt x="0" y="2490"/>
                  </a:lnTo>
                  <a:lnTo>
                    <a:pt x="651" y="2490"/>
                  </a:lnTo>
                  <a:lnTo>
                    <a:pt x="598" y="1910"/>
                  </a:lnTo>
                  <a:lnTo>
                    <a:pt x="598" y="1348"/>
                  </a:lnTo>
                  <a:lnTo>
                    <a:pt x="179"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159"/>
            <p:cNvSpPr/>
            <p:nvPr/>
          </p:nvSpPr>
          <p:spPr>
            <a:xfrm>
              <a:off x="3650956" y="1906663"/>
              <a:ext cx="57390" cy="79110"/>
            </a:xfrm>
            <a:custGeom>
              <a:rect b="b" l="l" r="r" t="t"/>
              <a:pathLst>
                <a:path extrusionOk="0" h="2178" w="1580">
                  <a:moveTo>
                    <a:pt x="1535" y="1"/>
                  </a:moveTo>
                  <a:lnTo>
                    <a:pt x="1018" y="1125"/>
                  </a:lnTo>
                  <a:lnTo>
                    <a:pt x="1" y="2178"/>
                  </a:lnTo>
                  <a:lnTo>
                    <a:pt x="1250" y="2178"/>
                  </a:lnTo>
                  <a:lnTo>
                    <a:pt x="795" y="1839"/>
                  </a:lnTo>
                  <a:lnTo>
                    <a:pt x="1428" y="1303"/>
                  </a:lnTo>
                  <a:lnTo>
                    <a:pt x="1580" y="643"/>
                  </a:lnTo>
                  <a:lnTo>
                    <a:pt x="153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159"/>
            <p:cNvSpPr/>
            <p:nvPr/>
          </p:nvSpPr>
          <p:spPr>
            <a:xfrm>
              <a:off x="3857370" y="1801367"/>
              <a:ext cx="50270" cy="109549"/>
            </a:xfrm>
            <a:custGeom>
              <a:rect b="b" l="l" r="r" t="t"/>
              <a:pathLst>
                <a:path extrusionOk="0" h="3016" w="1384">
                  <a:moveTo>
                    <a:pt x="625" y="1"/>
                  </a:moveTo>
                  <a:lnTo>
                    <a:pt x="580" y="1357"/>
                  </a:lnTo>
                  <a:lnTo>
                    <a:pt x="0" y="402"/>
                  </a:lnTo>
                  <a:lnTo>
                    <a:pt x="411" y="1874"/>
                  </a:lnTo>
                  <a:lnTo>
                    <a:pt x="1383" y="3016"/>
                  </a:lnTo>
                  <a:lnTo>
                    <a:pt x="910" y="1642"/>
                  </a:lnTo>
                  <a:lnTo>
                    <a:pt x="62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23" name="Google Shape;10123;p159"/>
          <p:cNvSpPr/>
          <p:nvPr/>
        </p:nvSpPr>
        <p:spPr>
          <a:xfrm flipH="1" rot="-555866">
            <a:off x="-288823" y="4705683"/>
            <a:ext cx="1355749" cy="381007"/>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159"/>
          <p:cNvSpPr/>
          <p:nvPr/>
        </p:nvSpPr>
        <p:spPr>
          <a:xfrm flipH="1">
            <a:off x="-113446" y="37042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159"/>
          <p:cNvSpPr/>
          <p:nvPr/>
        </p:nvSpPr>
        <p:spPr>
          <a:xfrm flipH="1">
            <a:off x="7814147" y="46568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159"/>
          <p:cNvSpPr/>
          <p:nvPr/>
        </p:nvSpPr>
        <p:spPr>
          <a:xfrm flipH="1">
            <a:off x="8326279" y="3021607"/>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7" name="Google Shape;10127;p159"/>
          <p:cNvGrpSpPr/>
          <p:nvPr/>
        </p:nvGrpSpPr>
        <p:grpSpPr>
          <a:xfrm>
            <a:off x="8052488" y="4680102"/>
            <a:ext cx="542735" cy="395428"/>
            <a:chOff x="6123718" y="525411"/>
            <a:chExt cx="1395563" cy="1024955"/>
          </a:xfrm>
        </p:grpSpPr>
        <p:grpSp>
          <p:nvGrpSpPr>
            <p:cNvPr id="10128" name="Google Shape;10128;p159"/>
            <p:cNvGrpSpPr/>
            <p:nvPr/>
          </p:nvGrpSpPr>
          <p:grpSpPr>
            <a:xfrm flipH="1">
              <a:off x="6123718" y="525411"/>
              <a:ext cx="1395563" cy="1024955"/>
              <a:chOff x="1696430" y="1591394"/>
              <a:chExt cx="279683" cy="208092"/>
            </a:xfrm>
          </p:grpSpPr>
          <p:sp>
            <p:nvSpPr>
              <p:cNvPr id="10129" name="Google Shape;10129;p159"/>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159"/>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159"/>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159"/>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159"/>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159"/>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159"/>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159"/>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159"/>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159"/>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159"/>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0" name="Google Shape;10140;p159"/>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1" name="Google Shape;10141;p159"/>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0142" name="Google Shape;10142;p159"/>
          <p:cNvSpPr txBox="1"/>
          <p:nvPr>
            <p:ph idx="2" type="title"/>
          </p:nvPr>
        </p:nvSpPr>
        <p:spPr>
          <a:xfrm>
            <a:off x="1101175" y="1866200"/>
            <a:ext cx="198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0143" name="Google Shape;10143;p159"/>
          <p:cNvSpPr txBox="1"/>
          <p:nvPr>
            <p:ph idx="1" type="subTitle"/>
          </p:nvPr>
        </p:nvSpPr>
        <p:spPr>
          <a:xfrm>
            <a:off x="1101175" y="2191400"/>
            <a:ext cx="19860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0144" name="Google Shape;10144;p159"/>
          <p:cNvSpPr txBox="1"/>
          <p:nvPr>
            <p:ph idx="3" type="title"/>
          </p:nvPr>
        </p:nvSpPr>
        <p:spPr>
          <a:xfrm>
            <a:off x="3578950" y="1866200"/>
            <a:ext cx="198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0145" name="Google Shape;10145;p159"/>
          <p:cNvSpPr txBox="1"/>
          <p:nvPr>
            <p:ph idx="4" type="subTitle"/>
          </p:nvPr>
        </p:nvSpPr>
        <p:spPr>
          <a:xfrm>
            <a:off x="3578950" y="2191400"/>
            <a:ext cx="19860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0146" name="Google Shape;10146;p159"/>
          <p:cNvSpPr txBox="1"/>
          <p:nvPr>
            <p:ph idx="5" type="title"/>
          </p:nvPr>
        </p:nvSpPr>
        <p:spPr>
          <a:xfrm>
            <a:off x="1101175" y="3680600"/>
            <a:ext cx="198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0147" name="Google Shape;10147;p159"/>
          <p:cNvSpPr txBox="1"/>
          <p:nvPr>
            <p:ph idx="6" type="subTitle"/>
          </p:nvPr>
        </p:nvSpPr>
        <p:spPr>
          <a:xfrm>
            <a:off x="1101175" y="4005800"/>
            <a:ext cx="19860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0148" name="Google Shape;10148;p159"/>
          <p:cNvSpPr txBox="1"/>
          <p:nvPr>
            <p:ph idx="7" type="title"/>
          </p:nvPr>
        </p:nvSpPr>
        <p:spPr>
          <a:xfrm>
            <a:off x="3578947" y="3680600"/>
            <a:ext cx="198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0149" name="Google Shape;10149;p159"/>
          <p:cNvSpPr txBox="1"/>
          <p:nvPr>
            <p:ph idx="8" type="subTitle"/>
          </p:nvPr>
        </p:nvSpPr>
        <p:spPr>
          <a:xfrm>
            <a:off x="3578997" y="4005800"/>
            <a:ext cx="19860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0150" name="Google Shape;10150;p159"/>
          <p:cNvSpPr txBox="1"/>
          <p:nvPr>
            <p:ph idx="9" type="title"/>
          </p:nvPr>
        </p:nvSpPr>
        <p:spPr>
          <a:xfrm>
            <a:off x="6056725" y="1866200"/>
            <a:ext cx="198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0151" name="Google Shape;10151;p159"/>
          <p:cNvSpPr txBox="1"/>
          <p:nvPr>
            <p:ph idx="13" type="subTitle"/>
          </p:nvPr>
        </p:nvSpPr>
        <p:spPr>
          <a:xfrm>
            <a:off x="6056725" y="2191400"/>
            <a:ext cx="19860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0152" name="Google Shape;10152;p159"/>
          <p:cNvSpPr txBox="1"/>
          <p:nvPr>
            <p:ph idx="14" type="title"/>
          </p:nvPr>
        </p:nvSpPr>
        <p:spPr>
          <a:xfrm>
            <a:off x="6056725" y="3680600"/>
            <a:ext cx="198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0153" name="Google Shape;10153;p159"/>
          <p:cNvSpPr txBox="1"/>
          <p:nvPr>
            <p:ph idx="15" type="subTitle"/>
          </p:nvPr>
        </p:nvSpPr>
        <p:spPr>
          <a:xfrm>
            <a:off x="6056825" y="4005800"/>
            <a:ext cx="19860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1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10154" name="Shape 10154"/>
        <p:cNvGrpSpPr/>
        <p:nvPr/>
      </p:nvGrpSpPr>
      <p:grpSpPr>
        <a:xfrm>
          <a:off x="0" y="0"/>
          <a:ext cx="0" cy="0"/>
          <a:chOff x="0" y="0"/>
          <a:chExt cx="0" cy="0"/>
        </a:xfrm>
      </p:grpSpPr>
      <p:sp>
        <p:nvSpPr>
          <p:cNvPr id="10155" name="Google Shape;10155;p160"/>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160"/>
          <p:cNvSpPr/>
          <p:nvPr/>
        </p:nvSpPr>
        <p:spPr>
          <a:xfrm flipH="1" rot="-27">
            <a:off x="7712747" y="4535828"/>
            <a:ext cx="5553997" cy="166108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160"/>
          <p:cNvSpPr/>
          <p:nvPr/>
        </p:nvSpPr>
        <p:spPr>
          <a:xfrm rot="-484425">
            <a:off x="-584671" y="4812462"/>
            <a:ext cx="1872361" cy="736091"/>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8" name="Google Shape;10158;p160"/>
          <p:cNvGrpSpPr/>
          <p:nvPr/>
        </p:nvGrpSpPr>
        <p:grpSpPr>
          <a:xfrm>
            <a:off x="-107175" y="4023152"/>
            <a:ext cx="1339640" cy="1102672"/>
            <a:chOff x="1352322" y="1338997"/>
            <a:chExt cx="415457" cy="676942"/>
          </a:xfrm>
        </p:grpSpPr>
        <p:sp>
          <p:nvSpPr>
            <p:cNvPr id="10159" name="Google Shape;10159;p160"/>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160"/>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160"/>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160"/>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160"/>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160"/>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160"/>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160"/>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160"/>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160"/>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160"/>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160"/>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160"/>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2" name="Google Shape;10172;p160"/>
          <p:cNvSpPr/>
          <p:nvPr/>
        </p:nvSpPr>
        <p:spPr>
          <a:xfrm flipH="1">
            <a:off x="-334053" y="8650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160"/>
          <p:cNvSpPr/>
          <p:nvPr/>
        </p:nvSpPr>
        <p:spPr>
          <a:xfrm flipH="1">
            <a:off x="8430904" y="158472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4" name="Google Shape;10174;p160"/>
          <p:cNvGrpSpPr/>
          <p:nvPr/>
        </p:nvGrpSpPr>
        <p:grpSpPr>
          <a:xfrm flipH="1">
            <a:off x="7770333" y="4233183"/>
            <a:ext cx="1484696" cy="541199"/>
            <a:chOff x="3363545" y="1399908"/>
            <a:chExt cx="240164" cy="87537"/>
          </a:xfrm>
        </p:grpSpPr>
        <p:sp>
          <p:nvSpPr>
            <p:cNvPr id="10175" name="Google Shape;10175;p160"/>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160"/>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160"/>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160"/>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160"/>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0" name="Google Shape;10180;p160"/>
          <p:cNvSpPr txBox="1"/>
          <p:nvPr>
            <p:ph type="title"/>
          </p:nvPr>
        </p:nvSpPr>
        <p:spPr>
          <a:xfrm>
            <a:off x="720000" y="3384148"/>
            <a:ext cx="192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0181" name="Google Shape;10181;p160"/>
          <p:cNvSpPr txBox="1"/>
          <p:nvPr>
            <p:ph idx="1" type="subTitle"/>
          </p:nvPr>
        </p:nvSpPr>
        <p:spPr>
          <a:xfrm>
            <a:off x="720000" y="3740099"/>
            <a:ext cx="19260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0182" name="Google Shape;10182;p160"/>
          <p:cNvSpPr txBox="1"/>
          <p:nvPr>
            <p:ph hasCustomPrompt="1" idx="2" type="title"/>
          </p:nvPr>
        </p:nvSpPr>
        <p:spPr>
          <a:xfrm>
            <a:off x="1131131" y="2205300"/>
            <a:ext cx="1104000" cy="441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4800"/>
              <a:buNone/>
              <a:defRPr sz="2400"/>
            </a:lvl1pPr>
            <a:lvl2pPr lvl="1" algn="ctr">
              <a:lnSpc>
                <a:spcPct val="100000"/>
              </a:lnSpc>
              <a:spcBef>
                <a:spcPts val="0"/>
              </a:spcBef>
              <a:spcAft>
                <a:spcPts val="0"/>
              </a:spcAft>
              <a:buSzPts val="4800"/>
              <a:buNone/>
              <a:defRPr sz="4800"/>
            </a:lvl2pPr>
            <a:lvl3pPr lvl="2" algn="ctr">
              <a:lnSpc>
                <a:spcPct val="100000"/>
              </a:lnSpc>
              <a:spcBef>
                <a:spcPts val="0"/>
              </a:spcBef>
              <a:spcAft>
                <a:spcPts val="0"/>
              </a:spcAft>
              <a:buSzPts val="4800"/>
              <a:buNone/>
              <a:defRPr sz="4800"/>
            </a:lvl3pPr>
            <a:lvl4pPr lvl="3" algn="ctr">
              <a:lnSpc>
                <a:spcPct val="100000"/>
              </a:lnSpc>
              <a:spcBef>
                <a:spcPts val="0"/>
              </a:spcBef>
              <a:spcAft>
                <a:spcPts val="0"/>
              </a:spcAft>
              <a:buSzPts val="4800"/>
              <a:buNone/>
              <a:defRPr sz="4800"/>
            </a:lvl4pPr>
            <a:lvl5pPr lvl="4" algn="ctr">
              <a:lnSpc>
                <a:spcPct val="100000"/>
              </a:lnSpc>
              <a:spcBef>
                <a:spcPts val="0"/>
              </a:spcBef>
              <a:spcAft>
                <a:spcPts val="0"/>
              </a:spcAft>
              <a:buSzPts val="4800"/>
              <a:buNone/>
              <a:defRPr sz="4800"/>
            </a:lvl5pPr>
            <a:lvl6pPr lvl="5" algn="ctr">
              <a:lnSpc>
                <a:spcPct val="100000"/>
              </a:lnSpc>
              <a:spcBef>
                <a:spcPts val="0"/>
              </a:spcBef>
              <a:spcAft>
                <a:spcPts val="0"/>
              </a:spcAft>
              <a:buSzPts val="4800"/>
              <a:buNone/>
              <a:defRPr sz="4800"/>
            </a:lvl6pPr>
            <a:lvl7pPr lvl="6" algn="ctr">
              <a:lnSpc>
                <a:spcPct val="100000"/>
              </a:lnSpc>
              <a:spcBef>
                <a:spcPts val="0"/>
              </a:spcBef>
              <a:spcAft>
                <a:spcPts val="0"/>
              </a:spcAft>
              <a:buSzPts val="4800"/>
              <a:buNone/>
              <a:defRPr sz="4800"/>
            </a:lvl7pPr>
            <a:lvl8pPr lvl="7" algn="ctr">
              <a:lnSpc>
                <a:spcPct val="100000"/>
              </a:lnSpc>
              <a:spcBef>
                <a:spcPts val="0"/>
              </a:spcBef>
              <a:spcAft>
                <a:spcPts val="0"/>
              </a:spcAft>
              <a:buSzPts val="4800"/>
              <a:buNone/>
              <a:defRPr sz="4800"/>
            </a:lvl8pPr>
            <a:lvl9pPr lvl="8" algn="ctr">
              <a:lnSpc>
                <a:spcPct val="100000"/>
              </a:lnSpc>
              <a:spcBef>
                <a:spcPts val="0"/>
              </a:spcBef>
              <a:spcAft>
                <a:spcPts val="0"/>
              </a:spcAft>
              <a:buSzPts val="4800"/>
              <a:buNone/>
              <a:defRPr sz="4800"/>
            </a:lvl9pPr>
          </a:lstStyle>
          <a:p>
            <a:r>
              <a:t>xx%</a:t>
            </a:r>
          </a:p>
        </p:txBody>
      </p:sp>
      <p:sp>
        <p:nvSpPr>
          <p:cNvPr id="10183" name="Google Shape;10183;p160"/>
          <p:cNvSpPr txBox="1"/>
          <p:nvPr>
            <p:ph idx="3"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0184" name="Google Shape;10184;p160"/>
          <p:cNvSpPr txBox="1"/>
          <p:nvPr>
            <p:ph idx="4" type="title"/>
          </p:nvPr>
        </p:nvSpPr>
        <p:spPr>
          <a:xfrm>
            <a:off x="2646000" y="3384148"/>
            <a:ext cx="192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0185" name="Google Shape;10185;p160"/>
          <p:cNvSpPr txBox="1"/>
          <p:nvPr>
            <p:ph idx="5" type="subTitle"/>
          </p:nvPr>
        </p:nvSpPr>
        <p:spPr>
          <a:xfrm>
            <a:off x="2646000" y="3740099"/>
            <a:ext cx="19260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0186" name="Google Shape;10186;p160"/>
          <p:cNvSpPr txBox="1"/>
          <p:nvPr>
            <p:ph hasCustomPrompt="1" idx="6" type="title"/>
          </p:nvPr>
        </p:nvSpPr>
        <p:spPr>
          <a:xfrm>
            <a:off x="3057131" y="2205300"/>
            <a:ext cx="1104000" cy="441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4800"/>
              <a:buNone/>
              <a:defRPr sz="2400"/>
            </a:lvl1pPr>
            <a:lvl2pPr lvl="1" algn="ctr">
              <a:lnSpc>
                <a:spcPct val="100000"/>
              </a:lnSpc>
              <a:spcBef>
                <a:spcPts val="0"/>
              </a:spcBef>
              <a:spcAft>
                <a:spcPts val="0"/>
              </a:spcAft>
              <a:buSzPts val="4800"/>
              <a:buNone/>
              <a:defRPr sz="4800"/>
            </a:lvl2pPr>
            <a:lvl3pPr lvl="2" algn="ctr">
              <a:lnSpc>
                <a:spcPct val="100000"/>
              </a:lnSpc>
              <a:spcBef>
                <a:spcPts val="0"/>
              </a:spcBef>
              <a:spcAft>
                <a:spcPts val="0"/>
              </a:spcAft>
              <a:buSzPts val="4800"/>
              <a:buNone/>
              <a:defRPr sz="4800"/>
            </a:lvl3pPr>
            <a:lvl4pPr lvl="3" algn="ctr">
              <a:lnSpc>
                <a:spcPct val="100000"/>
              </a:lnSpc>
              <a:spcBef>
                <a:spcPts val="0"/>
              </a:spcBef>
              <a:spcAft>
                <a:spcPts val="0"/>
              </a:spcAft>
              <a:buSzPts val="4800"/>
              <a:buNone/>
              <a:defRPr sz="4800"/>
            </a:lvl4pPr>
            <a:lvl5pPr lvl="4" algn="ctr">
              <a:lnSpc>
                <a:spcPct val="100000"/>
              </a:lnSpc>
              <a:spcBef>
                <a:spcPts val="0"/>
              </a:spcBef>
              <a:spcAft>
                <a:spcPts val="0"/>
              </a:spcAft>
              <a:buSzPts val="4800"/>
              <a:buNone/>
              <a:defRPr sz="4800"/>
            </a:lvl5pPr>
            <a:lvl6pPr lvl="5" algn="ctr">
              <a:lnSpc>
                <a:spcPct val="100000"/>
              </a:lnSpc>
              <a:spcBef>
                <a:spcPts val="0"/>
              </a:spcBef>
              <a:spcAft>
                <a:spcPts val="0"/>
              </a:spcAft>
              <a:buSzPts val="4800"/>
              <a:buNone/>
              <a:defRPr sz="4800"/>
            </a:lvl6pPr>
            <a:lvl7pPr lvl="6" algn="ctr">
              <a:lnSpc>
                <a:spcPct val="100000"/>
              </a:lnSpc>
              <a:spcBef>
                <a:spcPts val="0"/>
              </a:spcBef>
              <a:spcAft>
                <a:spcPts val="0"/>
              </a:spcAft>
              <a:buSzPts val="4800"/>
              <a:buNone/>
              <a:defRPr sz="4800"/>
            </a:lvl7pPr>
            <a:lvl8pPr lvl="7" algn="ctr">
              <a:lnSpc>
                <a:spcPct val="100000"/>
              </a:lnSpc>
              <a:spcBef>
                <a:spcPts val="0"/>
              </a:spcBef>
              <a:spcAft>
                <a:spcPts val="0"/>
              </a:spcAft>
              <a:buSzPts val="4800"/>
              <a:buNone/>
              <a:defRPr sz="4800"/>
            </a:lvl8pPr>
            <a:lvl9pPr lvl="8" algn="ctr">
              <a:lnSpc>
                <a:spcPct val="100000"/>
              </a:lnSpc>
              <a:spcBef>
                <a:spcPts val="0"/>
              </a:spcBef>
              <a:spcAft>
                <a:spcPts val="0"/>
              </a:spcAft>
              <a:buSzPts val="4800"/>
              <a:buNone/>
              <a:defRPr sz="4800"/>
            </a:lvl9pPr>
          </a:lstStyle>
          <a:p>
            <a:r>
              <a:t>xx%</a:t>
            </a:r>
          </a:p>
        </p:txBody>
      </p:sp>
      <p:sp>
        <p:nvSpPr>
          <p:cNvPr id="10187" name="Google Shape;10187;p160"/>
          <p:cNvSpPr txBox="1"/>
          <p:nvPr>
            <p:ph idx="7" type="title"/>
          </p:nvPr>
        </p:nvSpPr>
        <p:spPr>
          <a:xfrm>
            <a:off x="4572000" y="3384148"/>
            <a:ext cx="192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0188" name="Google Shape;10188;p160"/>
          <p:cNvSpPr txBox="1"/>
          <p:nvPr>
            <p:ph idx="8" type="subTitle"/>
          </p:nvPr>
        </p:nvSpPr>
        <p:spPr>
          <a:xfrm>
            <a:off x="4572000" y="3740099"/>
            <a:ext cx="19260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0189" name="Google Shape;10189;p160"/>
          <p:cNvSpPr txBox="1"/>
          <p:nvPr>
            <p:ph hasCustomPrompt="1" idx="9" type="title"/>
          </p:nvPr>
        </p:nvSpPr>
        <p:spPr>
          <a:xfrm>
            <a:off x="4983131" y="2205300"/>
            <a:ext cx="1104000" cy="441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4800"/>
              <a:buNone/>
              <a:defRPr sz="2400"/>
            </a:lvl1pPr>
            <a:lvl2pPr lvl="1" algn="ctr">
              <a:lnSpc>
                <a:spcPct val="100000"/>
              </a:lnSpc>
              <a:spcBef>
                <a:spcPts val="0"/>
              </a:spcBef>
              <a:spcAft>
                <a:spcPts val="0"/>
              </a:spcAft>
              <a:buSzPts val="4800"/>
              <a:buNone/>
              <a:defRPr sz="4800"/>
            </a:lvl2pPr>
            <a:lvl3pPr lvl="2" algn="ctr">
              <a:lnSpc>
                <a:spcPct val="100000"/>
              </a:lnSpc>
              <a:spcBef>
                <a:spcPts val="0"/>
              </a:spcBef>
              <a:spcAft>
                <a:spcPts val="0"/>
              </a:spcAft>
              <a:buSzPts val="4800"/>
              <a:buNone/>
              <a:defRPr sz="4800"/>
            </a:lvl3pPr>
            <a:lvl4pPr lvl="3" algn="ctr">
              <a:lnSpc>
                <a:spcPct val="100000"/>
              </a:lnSpc>
              <a:spcBef>
                <a:spcPts val="0"/>
              </a:spcBef>
              <a:spcAft>
                <a:spcPts val="0"/>
              </a:spcAft>
              <a:buSzPts val="4800"/>
              <a:buNone/>
              <a:defRPr sz="4800"/>
            </a:lvl4pPr>
            <a:lvl5pPr lvl="4" algn="ctr">
              <a:lnSpc>
                <a:spcPct val="100000"/>
              </a:lnSpc>
              <a:spcBef>
                <a:spcPts val="0"/>
              </a:spcBef>
              <a:spcAft>
                <a:spcPts val="0"/>
              </a:spcAft>
              <a:buSzPts val="4800"/>
              <a:buNone/>
              <a:defRPr sz="4800"/>
            </a:lvl5pPr>
            <a:lvl6pPr lvl="5" algn="ctr">
              <a:lnSpc>
                <a:spcPct val="100000"/>
              </a:lnSpc>
              <a:spcBef>
                <a:spcPts val="0"/>
              </a:spcBef>
              <a:spcAft>
                <a:spcPts val="0"/>
              </a:spcAft>
              <a:buSzPts val="4800"/>
              <a:buNone/>
              <a:defRPr sz="4800"/>
            </a:lvl6pPr>
            <a:lvl7pPr lvl="6" algn="ctr">
              <a:lnSpc>
                <a:spcPct val="100000"/>
              </a:lnSpc>
              <a:spcBef>
                <a:spcPts val="0"/>
              </a:spcBef>
              <a:spcAft>
                <a:spcPts val="0"/>
              </a:spcAft>
              <a:buSzPts val="4800"/>
              <a:buNone/>
              <a:defRPr sz="4800"/>
            </a:lvl7pPr>
            <a:lvl8pPr lvl="7" algn="ctr">
              <a:lnSpc>
                <a:spcPct val="100000"/>
              </a:lnSpc>
              <a:spcBef>
                <a:spcPts val="0"/>
              </a:spcBef>
              <a:spcAft>
                <a:spcPts val="0"/>
              </a:spcAft>
              <a:buSzPts val="4800"/>
              <a:buNone/>
              <a:defRPr sz="4800"/>
            </a:lvl8pPr>
            <a:lvl9pPr lvl="8" algn="ctr">
              <a:lnSpc>
                <a:spcPct val="100000"/>
              </a:lnSpc>
              <a:spcBef>
                <a:spcPts val="0"/>
              </a:spcBef>
              <a:spcAft>
                <a:spcPts val="0"/>
              </a:spcAft>
              <a:buSzPts val="4800"/>
              <a:buNone/>
              <a:defRPr sz="4800"/>
            </a:lvl9pPr>
          </a:lstStyle>
          <a:p>
            <a:r>
              <a:t>xx%</a:t>
            </a:r>
          </a:p>
        </p:txBody>
      </p:sp>
      <p:sp>
        <p:nvSpPr>
          <p:cNvPr id="10190" name="Google Shape;10190;p160"/>
          <p:cNvSpPr txBox="1"/>
          <p:nvPr>
            <p:ph idx="13" type="title"/>
          </p:nvPr>
        </p:nvSpPr>
        <p:spPr>
          <a:xfrm>
            <a:off x="6498000" y="3384148"/>
            <a:ext cx="192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0191" name="Google Shape;10191;p160"/>
          <p:cNvSpPr txBox="1"/>
          <p:nvPr>
            <p:ph idx="14" type="subTitle"/>
          </p:nvPr>
        </p:nvSpPr>
        <p:spPr>
          <a:xfrm>
            <a:off x="6498000" y="3740099"/>
            <a:ext cx="19260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0192" name="Google Shape;10192;p160"/>
          <p:cNvSpPr txBox="1"/>
          <p:nvPr>
            <p:ph hasCustomPrompt="1" idx="15" type="title"/>
          </p:nvPr>
        </p:nvSpPr>
        <p:spPr>
          <a:xfrm>
            <a:off x="6909131" y="2205300"/>
            <a:ext cx="1104000" cy="441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4800"/>
              <a:buNone/>
              <a:defRPr sz="2400"/>
            </a:lvl1pPr>
            <a:lvl2pPr lvl="1" algn="ctr">
              <a:lnSpc>
                <a:spcPct val="100000"/>
              </a:lnSpc>
              <a:spcBef>
                <a:spcPts val="0"/>
              </a:spcBef>
              <a:spcAft>
                <a:spcPts val="0"/>
              </a:spcAft>
              <a:buSzPts val="4800"/>
              <a:buNone/>
              <a:defRPr sz="4800"/>
            </a:lvl2pPr>
            <a:lvl3pPr lvl="2" algn="ctr">
              <a:lnSpc>
                <a:spcPct val="100000"/>
              </a:lnSpc>
              <a:spcBef>
                <a:spcPts val="0"/>
              </a:spcBef>
              <a:spcAft>
                <a:spcPts val="0"/>
              </a:spcAft>
              <a:buSzPts val="4800"/>
              <a:buNone/>
              <a:defRPr sz="4800"/>
            </a:lvl3pPr>
            <a:lvl4pPr lvl="3" algn="ctr">
              <a:lnSpc>
                <a:spcPct val="100000"/>
              </a:lnSpc>
              <a:spcBef>
                <a:spcPts val="0"/>
              </a:spcBef>
              <a:spcAft>
                <a:spcPts val="0"/>
              </a:spcAft>
              <a:buSzPts val="4800"/>
              <a:buNone/>
              <a:defRPr sz="4800"/>
            </a:lvl4pPr>
            <a:lvl5pPr lvl="4" algn="ctr">
              <a:lnSpc>
                <a:spcPct val="100000"/>
              </a:lnSpc>
              <a:spcBef>
                <a:spcPts val="0"/>
              </a:spcBef>
              <a:spcAft>
                <a:spcPts val="0"/>
              </a:spcAft>
              <a:buSzPts val="4800"/>
              <a:buNone/>
              <a:defRPr sz="4800"/>
            </a:lvl5pPr>
            <a:lvl6pPr lvl="5" algn="ctr">
              <a:lnSpc>
                <a:spcPct val="100000"/>
              </a:lnSpc>
              <a:spcBef>
                <a:spcPts val="0"/>
              </a:spcBef>
              <a:spcAft>
                <a:spcPts val="0"/>
              </a:spcAft>
              <a:buSzPts val="4800"/>
              <a:buNone/>
              <a:defRPr sz="4800"/>
            </a:lvl6pPr>
            <a:lvl7pPr lvl="6" algn="ctr">
              <a:lnSpc>
                <a:spcPct val="100000"/>
              </a:lnSpc>
              <a:spcBef>
                <a:spcPts val="0"/>
              </a:spcBef>
              <a:spcAft>
                <a:spcPts val="0"/>
              </a:spcAft>
              <a:buSzPts val="4800"/>
              <a:buNone/>
              <a:defRPr sz="4800"/>
            </a:lvl7pPr>
            <a:lvl8pPr lvl="7" algn="ctr">
              <a:lnSpc>
                <a:spcPct val="100000"/>
              </a:lnSpc>
              <a:spcBef>
                <a:spcPts val="0"/>
              </a:spcBef>
              <a:spcAft>
                <a:spcPts val="0"/>
              </a:spcAft>
              <a:buSzPts val="4800"/>
              <a:buNone/>
              <a:defRPr sz="4800"/>
            </a:lvl8pPr>
            <a:lvl9pPr lvl="8" algn="ctr">
              <a:lnSpc>
                <a:spcPct val="100000"/>
              </a:lnSpc>
              <a:spcBef>
                <a:spcPts val="0"/>
              </a:spcBef>
              <a:spcAft>
                <a:spcPts val="0"/>
              </a:spcAft>
              <a:buSzPts val="4800"/>
              <a:buNone/>
              <a:defRPr sz="4800"/>
            </a:lvl9pPr>
          </a:lstStyle>
          <a:p>
            <a:r>
              <a:t>xx%</a:t>
            </a:r>
          </a:p>
        </p:txBody>
      </p:sp>
    </p:spTree>
  </p:cSld>
  <p:clrMapOvr>
    <a:masterClrMapping/>
  </p:clrMapOvr>
</p:sldLayout>
</file>

<file path=ppt/slideLayouts/slideLayout1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2">
    <p:spTree>
      <p:nvGrpSpPr>
        <p:cNvPr id="10193" name="Shape 10193"/>
        <p:cNvGrpSpPr/>
        <p:nvPr/>
      </p:nvGrpSpPr>
      <p:grpSpPr>
        <a:xfrm>
          <a:off x="0" y="0"/>
          <a:ext cx="0" cy="0"/>
          <a:chOff x="0" y="0"/>
          <a:chExt cx="0" cy="0"/>
        </a:xfrm>
      </p:grpSpPr>
      <p:sp>
        <p:nvSpPr>
          <p:cNvPr id="10194" name="Google Shape;10194;p161"/>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
        <p:nvSpPr>
          <p:cNvPr id="10195" name="Google Shape;10195;p161"/>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161"/>
          <p:cNvSpPr/>
          <p:nvPr/>
        </p:nvSpPr>
        <p:spPr>
          <a:xfrm flipH="1">
            <a:off x="7770062" y="4806850"/>
            <a:ext cx="2872438" cy="136094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161"/>
          <p:cNvSpPr/>
          <p:nvPr/>
        </p:nvSpPr>
        <p:spPr>
          <a:xfrm rot="100">
            <a:off x="-274143" y="4769926"/>
            <a:ext cx="2084375" cy="452721"/>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8" name="Google Shape;10198;p161"/>
          <p:cNvGrpSpPr/>
          <p:nvPr/>
        </p:nvGrpSpPr>
        <p:grpSpPr>
          <a:xfrm flipH="1">
            <a:off x="-48291" y="4445541"/>
            <a:ext cx="1522802" cy="668193"/>
            <a:chOff x="8284835" y="1862888"/>
            <a:chExt cx="427165" cy="213583"/>
          </a:xfrm>
        </p:grpSpPr>
        <p:sp>
          <p:nvSpPr>
            <p:cNvPr id="10199" name="Google Shape;10199;p161"/>
            <p:cNvSpPr/>
            <p:nvPr/>
          </p:nvSpPr>
          <p:spPr>
            <a:xfrm>
              <a:off x="8284835" y="1862888"/>
              <a:ext cx="427165" cy="213583"/>
            </a:xfrm>
            <a:custGeom>
              <a:rect b="b" l="l" r="r" t="t"/>
              <a:pathLst>
                <a:path extrusionOk="0" h="4827" w="9654">
                  <a:moveTo>
                    <a:pt x="9653" y="0"/>
                  </a:moveTo>
                  <a:lnTo>
                    <a:pt x="8948" y="482"/>
                  </a:lnTo>
                  <a:cubicBezTo>
                    <a:pt x="8948" y="482"/>
                    <a:pt x="8774" y="656"/>
                    <a:pt x="8707" y="656"/>
                  </a:cubicBezTo>
                  <a:cubicBezTo>
                    <a:pt x="8688" y="656"/>
                    <a:pt x="8677" y="642"/>
                    <a:pt x="8681" y="607"/>
                  </a:cubicBezTo>
                  <a:cubicBezTo>
                    <a:pt x="8687" y="553"/>
                    <a:pt x="8657" y="536"/>
                    <a:pt x="8615" y="536"/>
                  </a:cubicBezTo>
                  <a:cubicBezTo>
                    <a:pt x="8530" y="536"/>
                    <a:pt x="8395" y="607"/>
                    <a:pt x="8395" y="607"/>
                  </a:cubicBezTo>
                  <a:lnTo>
                    <a:pt x="7780" y="1044"/>
                  </a:lnTo>
                  <a:lnTo>
                    <a:pt x="6941" y="1178"/>
                  </a:lnTo>
                  <a:lnTo>
                    <a:pt x="5505" y="1187"/>
                  </a:lnTo>
                  <a:lnTo>
                    <a:pt x="4863" y="1365"/>
                  </a:lnTo>
                  <a:lnTo>
                    <a:pt x="4318" y="1365"/>
                  </a:lnTo>
                  <a:lnTo>
                    <a:pt x="3712" y="1544"/>
                  </a:lnTo>
                  <a:cubicBezTo>
                    <a:pt x="3712" y="1544"/>
                    <a:pt x="3582" y="1520"/>
                    <a:pt x="3388" y="1520"/>
                  </a:cubicBezTo>
                  <a:cubicBezTo>
                    <a:pt x="3227" y="1520"/>
                    <a:pt x="3022" y="1536"/>
                    <a:pt x="2811" y="1597"/>
                  </a:cubicBezTo>
                  <a:cubicBezTo>
                    <a:pt x="2338" y="1740"/>
                    <a:pt x="1910" y="1776"/>
                    <a:pt x="1910" y="1776"/>
                  </a:cubicBezTo>
                  <a:lnTo>
                    <a:pt x="197" y="2150"/>
                  </a:lnTo>
                  <a:cubicBezTo>
                    <a:pt x="197" y="2150"/>
                    <a:pt x="1" y="2231"/>
                    <a:pt x="1044" y="2587"/>
                  </a:cubicBezTo>
                  <a:cubicBezTo>
                    <a:pt x="2498" y="3096"/>
                    <a:pt x="3587" y="2846"/>
                    <a:pt x="3774" y="3087"/>
                  </a:cubicBezTo>
                  <a:cubicBezTo>
                    <a:pt x="3962" y="3328"/>
                    <a:pt x="3863" y="3167"/>
                    <a:pt x="4113" y="3497"/>
                  </a:cubicBezTo>
                  <a:cubicBezTo>
                    <a:pt x="4363" y="3818"/>
                    <a:pt x="4292" y="3890"/>
                    <a:pt x="4684" y="3917"/>
                  </a:cubicBezTo>
                  <a:cubicBezTo>
                    <a:pt x="4815" y="3926"/>
                    <a:pt x="4929" y="3928"/>
                    <a:pt x="5023" y="3928"/>
                  </a:cubicBezTo>
                  <a:cubicBezTo>
                    <a:pt x="5210" y="3928"/>
                    <a:pt x="5318" y="3917"/>
                    <a:pt x="5318" y="3917"/>
                  </a:cubicBezTo>
                  <a:lnTo>
                    <a:pt x="5790" y="3863"/>
                  </a:lnTo>
                  <a:lnTo>
                    <a:pt x="6040" y="3917"/>
                  </a:lnTo>
                  <a:cubicBezTo>
                    <a:pt x="6040" y="3917"/>
                    <a:pt x="6352" y="4131"/>
                    <a:pt x="6629" y="4175"/>
                  </a:cubicBezTo>
                  <a:cubicBezTo>
                    <a:pt x="6672" y="4184"/>
                    <a:pt x="6701" y="4187"/>
                    <a:pt x="6720" y="4187"/>
                  </a:cubicBezTo>
                  <a:cubicBezTo>
                    <a:pt x="6782" y="4187"/>
                    <a:pt x="6748" y="4155"/>
                    <a:pt x="6759" y="4155"/>
                  </a:cubicBezTo>
                  <a:lnTo>
                    <a:pt x="6759" y="4155"/>
                  </a:lnTo>
                  <a:cubicBezTo>
                    <a:pt x="6767" y="4155"/>
                    <a:pt x="6798" y="4172"/>
                    <a:pt x="6905" y="4229"/>
                  </a:cubicBezTo>
                  <a:cubicBezTo>
                    <a:pt x="7218" y="4380"/>
                    <a:pt x="7405" y="4452"/>
                    <a:pt x="7405" y="4452"/>
                  </a:cubicBezTo>
                  <a:cubicBezTo>
                    <a:pt x="7405" y="4452"/>
                    <a:pt x="7905" y="4505"/>
                    <a:pt x="8154" y="4568"/>
                  </a:cubicBezTo>
                  <a:cubicBezTo>
                    <a:pt x="8413" y="4630"/>
                    <a:pt x="8681" y="4666"/>
                    <a:pt x="8681" y="4666"/>
                  </a:cubicBezTo>
                  <a:lnTo>
                    <a:pt x="9653" y="4827"/>
                  </a:lnTo>
                  <a:lnTo>
                    <a:pt x="965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161"/>
            <p:cNvSpPr/>
            <p:nvPr/>
          </p:nvSpPr>
          <p:spPr>
            <a:xfrm>
              <a:off x="8454567" y="1962751"/>
              <a:ext cx="257432" cy="113716"/>
            </a:xfrm>
            <a:custGeom>
              <a:rect b="b" l="l" r="r" t="t"/>
              <a:pathLst>
                <a:path extrusionOk="0" h="2570" w="5818">
                  <a:moveTo>
                    <a:pt x="5817" y="0"/>
                  </a:moveTo>
                  <a:lnTo>
                    <a:pt x="5202" y="152"/>
                  </a:lnTo>
                  <a:lnTo>
                    <a:pt x="4809" y="411"/>
                  </a:lnTo>
                  <a:lnTo>
                    <a:pt x="4399" y="500"/>
                  </a:lnTo>
                  <a:lnTo>
                    <a:pt x="4006" y="830"/>
                  </a:lnTo>
                  <a:cubicBezTo>
                    <a:pt x="4006" y="830"/>
                    <a:pt x="3911" y="850"/>
                    <a:pt x="3781" y="850"/>
                  </a:cubicBezTo>
                  <a:cubicBezTo>
                    <a:pt x="3717" y="850"/>
                    <a:pt x="3643" y="845"/>
                    <a:pt x="3569" y="830"/>
                  </a:cubicBezTo>
                  <a:cubicBezTo>
                    <a:pt x="3426" y="796"/>
                    <a:pt x="3246" y="780"/>
                    <a:pt x="3042" y="780"/>
                  </a:cubicBezTo>
                  <a:cubicBezTo>
                    <a:pt x="2927" y="780"/>
                    <a:pt x="2805" y="785"/>
                    <a:pt x="2677" y="794"/>
                  </a:cubicBezTo>
                  <a:cubicBezTo>
                    <a:pt x="2363" y="817"/>
                    <a:pt x="2417" y="919"/>
                    <a:pt x="2416" y="919"/>
                  </a:cubicBezTo>
                  <a:cubicBezTo>
                    <a:pt x="2416" y="919"/>
                    <a:pt x="2414" y="917"/>
                    <a:pt x="2409" y="910"/>
                  </a:cubicBezTo>
                  <a:cubicBezTo>
                    <a:pt x="2405" y="906"/>
                    <a:pt x="2401" y="905"/>
                    <a:pt x="2395" y="905"/>
                  </a:cubicBezTo>
                  <a:cubicBezTo>
                    <a:pt x="2338" y="905"/>
                    <a:pt x="2204" y="1098"/>
                    <a:pt x="2204" y="1098"/>
                  </a:cubicBezTo>
                  <a:cubicBezTo>
                    <a:pt x="2204" y="1098"/>
                    <a:pt x="2052" y="1089"/>
                    <a:pt x="1847" y="1053"/>
                  </a:cubicBezTo>
                  <a:cubicBezTo>
                    <a:pt x="1788" y="1046"/>
                    <a:pt x="1746" y="1042"/>
                    <a:pt x="1710" y="1042"/>
                  </a:cubicBezTo>
                  <a:cubicBezTo>
                    <a:pt x="1618" y="1042"/>
                    <a:pt x="1577" y="1065"/>
                    <a:pt x="1428" y="1098"/>
                  </a:cubicBezTo>
                  <a:cubicBezTo>
                    <a:pt x="1223" y="1133"/>
                    <a:pt x="1080" y="1231"/>
                    <a:pt x="1080" y="1231"/>
                  </a:cubicBezTo>
                  <a:lnTo>
                    <a:pt x="946" y="1312"/>
                  </a:lnTo>
                  <a:lnTo>
                    <a:pt x="1" y="910"/>
                  </a:lnTo>
                  <a:lnTo>
                    <a:pt x="1" y="910"/>
                  </a:lnTo>
                  <a:cubicBezTo>
                    <a:pt x="99" y="1035"/>
                    <a:pt x="63" y="955"/>
                    <a:pt x="277" y="1240"/>
                  </a:cubicBezTo>
                  <a:cubicBezTo>
                    <a:pt x="527" y="1561"/>
                    <a:pt x="456" y="1633"/>
                    <a:pt x="848" y="1660"/>
                  </a:cubicBezTo>
                  <a:cubicBezTo>
                    <a:pt x="979" y="1669"/>
                    <a:pt x="1093" y="1671"/>
                    <a:pt x="1187" y="1671"/>
                  </a:cubicBezTo>
                  <a:cubicBezTo>
                    <a:pt x="1374" y="1671"/>
                    <a:pt x="1482" y="1660"/>
                    <a:pt x="1482" y="1660"/>
                  </a:cubicBezTo>
                  <a:lnTo>
                    <a:pt x="1954" y="1606"/>
                  </a:lnTo>
                  <a:lnTo>
                    <a:pt x="2204" y="1660"/>
                  </a:lnTo>
                  <a:cubicBezTo>
                    <a:pt x="2204" y="1660"/>
                    <a:pt x="2516" y="1874"/>
                    <a:pt x="2793" y="1918"/>
                  </a:cubicBezTo>
                  <a:cubicBezTo>
                    <a:pt x="2836" y="1927"/>
                    <a:pt x="2865" y="1930"/>
                    <a:pt x="2884" y="1930"/>
                  </a:cubicBezTo>
                  <a:cubicBezTo>
                    <a:pt x="2946" y="1930"/>
                    <a:pt x="2912" y="1898"/>
                    <a:pt x="2923" y="1898"/>
                  </a:cubicBezTo>
                  <a:lnTo>
                    <a:pt x="2923" y="1898"/>
                  </a:lnTo>
                  <a:cubicBezTo>
                    <a:pt x="2931" y="1898"/>
                    <a:pt x="2962" y="1915"/>
                    <a:pt x="3069" y="1972"/>
                  </a:cubicBezTo>
                  <a:cubicBezTo>
                    <a:pt x="3382" y="2123"/>
                    <a:pt x="3569" y="2195"/>
                    <a:pt x="3569" y="2195"/>
                  </a:cubicBezTo>
                  <a:cubicBezTo>
                    <a:pt x="3569" y="2195"/>
                    <a:pt x="4069" y="2248"/>
                    <a:pt x="4318" y="2311"/>
                  </a:cubicBezTo>
                  <a:cubicBezTo>
                    <a:pt x="4577" y="2373"/>
                    <a:pt x="4845" y="2409"/>
                    <a:pt x="4845" y="2409"/>
                  </a:cubicBezTo>
                  <a:lnTo>
                    <a:pt x="5817" y="2570"/>
                  </a:lnTo>
                  <a:lnTo>
                    <a:pt x="5817"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161"/>
            <p:cNvSpPr/>
            <p:nvPr/>
          </p:nvSpPr>
          <p:spPr>
            <a:xfrm>
              <a:off x="8293508" y="1862888"/>
              <a:ext cx="418493" cy="100176"/>
            </a:xfrm>
            <a:custGeom>
              <a:rect b="b" l="l" r="r" t="t"/>
              <a:pathLst>
                <a:path extrusionOk="0" h="2264" w="9458">
                  <a:moveTo>
                    <a:pt x="9457" y="0"/>
                  </a:moveTo>
                  <a:lnTo>
                    <a:pt x="8752" y="482"/>
                  </a:lnTo>
                  <a:cubicBezTo>
                    <a:pt x="8752" y="482"/>
                    <a:pt x="8578" y="656"/>
                    <a:pt x="8511" y="656"/>
                  </a:cubicBezTo>
                  <a:cubicBezTo>
                    <a:pt x="8492" y="656"/>
                    <a:pt x="8481" y="642"/>
                    <a:pt x="8485" y="607"/>
                  </a:cubicBezTo>
                  <a:cubicBezTo>
                    <a:pt x="8491" y="553"/>
                    <a:pt x="8461" y="536"/>
                    <a:pt x="8419" y="536"/>
                  </a:cubicBezTo>
                  <a:cubicBezTo>
                    <a:pt x="8334" y="536"/>
                    <a:pt x="8199" y="607"/>
                    <a:pt x="8199" y="607"/>
                  </a:cubicBezTo>
                  <a:lnTo>
                    <a:pt x="7584" y="1044"/>
                  </a:lnTo>
                  <a:lnTo>
                    <a:pt x="6745" y="1178"/>
                  </a:lnTo>
                  <a:lnTo>
                    <a:pt x="5309" y="1187"/>
                  </a:lnTo>
                  <a:lnTo>
                    <a:pt x="4667" y="1365"/>
                  </a:lnTo>
                  <a:lnTo>
                    <a:pt x="4122" y="1365"/>
                  </a:lnTo>
                  <a:lnTo>
                    <a:pt x="3516" y="1544"/>
                  </a:lnTo>
                  <a:cubicBezTo>
                    <a:pt x="3516" y="1544"/>
                    <a:pt x="3386" y="1520"/>
                    <a:pt x="3192" y="1520"/>
                  </a:cubicBezTo>
                  <a:cubicBezTo>
                    <a:pt x="3031" y="1520"/>
                    <a:pt x="2826" y="1536"/>
                    <a:pt x="2615" y="1597"/>
                  </a:cubicBezTo>
                  <a:cubicBezTo>
                    <a:pt x="2142" y="1740"/>
                    <a:pt x="1714" y="1776"/>
                    <a:pt x="1714" y="1776"/>
                  </a:cubicBezTo>
                  <a:lnTo>
                    <a:pt x="1" y="2150"/>
                  </a:lnTo>
                  <a:lnTo>
                    <a:pt x="170" y="2239"/>
                  </a:lnTo>
                  <a:cubicBezTo>
                    <a:pt x="170" y="2239"/>
                    <a:pt x="262" y="2263"/>
                    <a:pt x="341" y="2263"/>
                  </a:cubicBezTo>
                  <a:cubicBezTo>
                    <a:pt x="380" y="2263"/>
                    <a:pt x="417" y="2257"/>
                    <a:pt x="438" y="2239"/>
                  </a:cubicBezTo>
                  <a:cubicBezTo>
                    <a:pt x="500" y="2186"/>
                    <a:pt x="1098" y="2150"/>
                    <a:pt x="1098" y="2150"/>
                  </a:cubicBezTo>
                  <a:lnTo>
                    <a:pt x="1508" y="2052"/>
                  </a:lnTo>
                  <a:lnTo>
                    <a:pt x="1919" y="1972"/>
                  </a:lnTo>
                  <a:cubicBezTo>
                    <a:pt x="1919" y="1972"/>
                    <a:pt x="2133" y="1918"/>
                    <a:pt x="2258" y="1874"/>
                  </a:cubicBezTo>
                  <a:cubicBezTo>
                    <a:pt x="2315" y="1853"/>
                    <a:pt x="2399" y="1848"/>
                    <a:pt x="2474" y="1848"/>
                  </a:cubicBezTo>
                  <a:cubicBezTo>
                    <a:pt x="2564" y="1848"/>
                    <a:pt x="2641" y="1856"/>
                    <a:pt x="2641" y="1856"/>
                  </a:cubicBezTo>
                  <a:lnTo>
                    <a:pt x="3302" y="1972"/>
                  </a:lnTo>
                  <a:lnTo>
                    <a:pt x="3685" y="1865"/>
                  </a:lnTo>
                  <a:lnTo>
                    <a:pt x="4015" y="1749"/>
                  </a:lnTo>
                  <a:lnTo>
                    <a:pt x="4354" y="1686"/>
                  </a:lnTo>
                  <a:lnTo>
                    <a:pt x="4961" y="1722"/>
                  </a:lnTo>
                  <a:lnTo>
                    <a:pt x="5353" y="1740"/>
                  </a:lnTo>
                  <a:lnTo>
                    <a:pt x="5737" y="1642"/>
                  </a:lnTo>
                  <a:lnTo>
                    <a:pt x="6112" y="1642"/>
                  </a:lnTo>
                  <a:lnTo>
                    <a:pt x="6469" y="1829"/>
                  </a:lnTo>
                  <a:lnTo>
                    <a:pt x="6870" y="1776"/>
                  </a:lnTo>
                  <a:lnTo>
                    <a:pt x="7120" y="1695"/>
                  </a:lnTo>
                  <a:lnTo>
                    <a:pt x="7949" y="1472"/>
                  </a:lnTo>
                  <a:lnTo>
                    <a:pt x="8404" y="1356"/>
                  </a:lnTo>
                  <a:lnTo>
                    <a:pt x="8485" y="1214"/>
                  </a:lnTo>
                  <a:cubicBezTo>
                    <a:pt x="8485" y="1214"/>
                    <a:pt x="8529" y="1169"/>
                    <a:pt x="8485" y="1098"/>
                  </a:cubicBezTo>
                  <a:cubicBezTo>
                    <a:pt x="8449" y="1026"/>
                    <a:pt x="8574" y="973"/>
                    <a:pt x="8690" y="839"/>
                  </a:cubicBezTo>
                  <a:cubicBezTo>
                    <a:pt x="8729" y="794"/>
                    <a:pt x="8756" y="779"/>
                    <a:pt x="8776" y="779"/>
                  </a:cubicBezTo>
                  <a:cubicBezTo>
                    <a:pt x="8816" y="779"/>
                    <a:pt x="8824" y="839"/>
                    <a:pt x="8824" y="839"/>
                  </a:cubicBezTo>
                  <a:cubicBezTo>
                    <a:pt x="8824" y="839"/>
                    <a:pt x="8894" y="853"/>
                    <a:pt x="8981" y="853"/>
                  </a:cubicBezTo>
                  <a:cubicBezTo>
                    <a:pt x="9060" y="853"/>
                    <a:pt x="9152" y="841"/>
                    <a:pt x="9216" y="794"/>
                  </a:cubicBezTo>
                  <a:cubicBezTo>
                    <a:pt x="9350" y="696"/>
                    <a:pt x="9270" y="634"/>
                    <a:pt x="9314" y="384"/>
                  </a:cubicBezTo>
                  <a:cubicBezTo>
                    <a:pt x="9350" y="134"/>
                    <a:pt x="9457" y="0"/>
                    <a:pt x="9457"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2" name="Google Shape;10202;p161"/>
          <p:cNvSpPr/>
          <p:nvPr/>
        </p:nvSpPr>
        <p:spPr>
          <a:xfrm flipH="1">
            <a:off x="8282464" y="4774361"/>
            <a:ext cx="861477" cy="455470"/>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3" name="Google Shape;10203;p161"/>
          <p:cNvGrpSpPr/>
          <p:nvPr/>
        </p:nvGrpSpPr>
        <p:grpSpPr>
          <a:xfrm flipH="1">
            <a:off x="8462695" y="4054124"/>
            <a:ext cx="681308" cy="1095699"/>
            <a:chOff x="1352322" y="1338997"/>
            <a:chExt cx="415457" cy="676942"/>
          </a:xfrm>
        </p:grpSpPr>
        <p:sp>
          <p:nvSpPr>
            <p:cNvPr id="10204" name="Google Shape;10204;p161"/>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161"/>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161"/>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161"/>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161"/>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161"/>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161"/>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161"/>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161"/>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161"/>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161"/>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161"/>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161"/>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7" name="Google Shape;10217;p161"/>
          <p:cNvGrpSpPr/>
          <p:nvPr/>
        </p:nvGrpSpPr>
        <p:grpSpPr>
          <a:xfrm>
            <a:off x="8038697" y="4660899"/>
            <a:ext cx="616420" cy="452825"/>
            <a:chOff x="6123718" y="525411"/>
            <a:chExt cx="1395563" cy="1024955"/>
          </a:xfrm>
        </p:grpSpPr>
        <p:grpSp>
          <p:nvGrpSpPr>
            <p:cNvPr id="10218" name="Google Shape;10218;p161"/>
            <p:cNvGrpSpPr/>
            <p:nvPr/>
          </p:nvGrpSpPr>
          <p:grpSpPr>
            <a:xfrm flipH="1">
              <a:off x="6123718" y="525411"/>
              <a:ext cx="1395563" cy="1024955"/>
              <a:chOff x="1696430" y="1591394"/>
              <a:chExt cx="279683" cy="208092"/>
            </a:xfrm>
          </p:grpSpPr>
          <p:sp>
            <p:nvSpPr>
              <p:cNvPr id="10219" name="Google Shape;10219;p161"/>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161"/>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161"/>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161"/>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161"/>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161"/>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161"/>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161"/>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161"/>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161"/>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161"/>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30" name="Google Shape;10230;p161"/>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31" name="Google Shape;10231;p161"/>
          <p:cNvSpPr/>
          <p:nvPr/>
        </p:nvSpPr>
        <p:spPr>
          <a:xfrm flipH="1">
            <a:off x="7779947" y="3182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161"/>
          <p:cNvSpPr/>
          <p:nvPr/>
        </p:nvSpPr>
        <p:spPr>
          <a:xfrm flipH="1">
            <a:off x="8488479" y="244204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161"/>
          <p:cNvSpPr/>
          <p:nvPr/>
        </p:nvSpPr>
        <p:spPr>
          <a:xfrm flipH="1">
            <a:off x="-302196" y="175007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2_1">
    <p:spTree>
      <p:nvGrpSpPr>
        <p:cNvPr id="10234" name="Shape 10234"/>
        <p:cNvGrpSpPr/>
        <p:nvPr/>
      </p:nvGrpSpPr>
      <p:grpSpPr>
        <a:xfrm>
          <a:off x="0" y="0"/>
          <a:ext cx="0" cy="0"/>
          <a:chOff x="0" y="0"/>
          <a:chExt cx="0" cy="0"/>
        </a:xfrm>
      </p:grpSpPr>
      <p:sp>
        <p:nvSpPr>
          <p:cNvPr id="10235" name="Google Shape;10235;p162"/>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162"/>
          <p:cNvSpPr/>
          <p:nvPr/>
        </p:nvSpPr>
        <p:spPr>
          <a:xfrm flipH="1">
            <a:off x="7929862" y="4570200"/>
            <a:ext cx="2872438" cy="136094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162"/>
          <p:cNvSpPr/>
          <p:nvPr/>
        </p:nvSpPr>
        <p:spPr>
          <a:xfrm flipH="1">
            <a:off x="-266407" y="4852500"/>
            <a:ext cx="9676842" cy="289832"/>
          </a:xfrm>
          <a:custGeom>
            <a:rect b="b" l="l" r="r" t="t"/>
            <a:pathLst>
              <a:path extrusionOk="0" h="9234" w="27897">
                <a:moveTo>
                  <a:pt x="14337" y="0"/>
                </a:moveTo>
                <a:cubicBezTo>
                  <a:pt x="14337" y="0"/>
                  <a:pt x="12053" y="402"/>
                  <a:pt x="13222" y="633"/>
                </a:cubicBezTo>
                <a:cubicBezTo>
                  <a:pt x="14391" y="857"/>
                  <a:pt x="13704" y="1276"/>
                  <a:pt x="11001" y="1419"/>
                </a:cubicBezTo>
                <a:cubicBezTo>
                  <a:pt x="8289" y="1561"/>
                  <a:pt x="8164" y="2204"/>
                  <a:pt x="9529" y="2346"/>
                </a:cubicBezTo>
                <a:cubicBezTo>
                  <a:pt x="10885" y="2489"/>
                  <a:pt x="4131" y="3470"/>
                  <a:pt x="5808" y="4006"/>
                </a:cubicBezTo>
                <a:cubicBezTo>
                  <a:pt x="7495" y="4550"/>
                  <a:pt x="4961" y="5040"/>
                  <a:pt x="3257" y="5272"/>
                </a:cubicBezTo>
                <a:cubicBezTo>
                  <a:pt x="1553" y="5504"/>
                  <a:pt x="1375" y="6040"/>
                  <a:pt x="2365" y="6227"/>
                </a:cubicBezTo>
                <a:cubicBezTo>
                  <a:pt x="3355" y="6414"/>
                  <a:pt x="1" y="7271"/>
                  <a:pt x="1" y="7271"/>
                </a:cubicBezTo>
                <a:lnTo>
                  <a:pt x="1" y="9233"/>
                </a:lnTo>
                <a:lnTo>
                  <a:pt x="27897" y="9233"/>
                </a:lnTo>
                <a:lnTo>
                  <a:pt x="27897" y="7137"/>
                </a:lnTo>
                <a:cubicBezTo>
                  <a:pt x="27897" y="7137"/>
                  <a:pt x="23472" y="6361"/>
                  <a:pt x="24445" y="5504"/>
                </a:cubicBezTo>
                <a:cubicBezTo>
                  <a:pt x="25417" y="4648"/>
                  <a:pt x="20171" y="4434"/>
                  <a:pt x="21340" y="3925"/>
                </a:cubicBezTo>
                <a:cubicBezTo>
                  <a:pt x="22500" y="3417"/>
                  <a:pt x="21893" y="2917"/>
                  <a:pt x="20912" y="2721"/>
                </a:cubicBezTo>
                <a:cubicBezTo>
                  <a:pt x="19939" y="2534"/>
                  <a:pt x="18780" y="2034"/>
                  <a:pt x="19422" y="1481"/>
                </a:cubicBezTo>
                <a:cubicBezTo>
                  <a:pt x="20055" y="928"/>
                  <a:pt x="19288" y="732"/>
                  <a:pt x="18512" y="491"/>
                </a:cubicBezTo>
                <a:cubicBezTo>
                  <a:pt x="17727" y="259"/>
                  <a:pt x="18637" y="0"/>
                  <a:pt x="18637"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162"/>
          <p:cNvSpPr/>
          <p:nvPr/>
        </p:nvSpPr>
        <p:spPr>
          <a:xfrm flipH="1" rot="-517971">
            <a:off x="-642987" y="4698288"/>
            <a:ext cx="1482423" cy="380966"/>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39" name="Google Shape;10239;p162"/>
          <p:cNvGrpSpPr/>
          <p:nvPr/>
        </p:nvGrpSpPr>
        <p:grpSpPr>
          <a:xfrm>
            <a:off x="-340785" y="3600346"/>
            <a:ext cx="1043741" cy="1287607"/>
            <a:chOff x="4171005" y="1331224"/>
            <a:chExt cx="356505" cy="439757"/>
          </a:xfrm>
        </p:grpSpPr>
        <p:sp>
          <p:nvSpPr>
            <p:cNvPr id="10240" name="Google Shape;10240;p162"/>
            <p:cNvSpPr/>
            <p:nvPr/>
          </p:nvSpPr>
          <p:spPr>
            <a:xfrm>
              <a:off x="4171005" y="1331224"/>
              <a:ext cx="356505" cy="439757"/>
            </a:xfrm>
            <a:custGeom>
              <a:rect b="b" l="l" r="r" t="t"/>
              <a:pathLst>
                <a:path extrusionOk="0" h="12107" w="9815">
                  <a:moveTo>
                    <a:pt x="3337" y="0"/>
                  </a:moveTo>
                  <a:lnTo>
                    <a:pt x="2320" y="464"/>
                  </a:lnTo>
                  <a:lnTo>
                    <a:pt x="2320" y="2525"/>
                  </a:lnTo>
                  <a:lnTo>
                    <a:pt x="1562" y="2257"/>
                  </a:lnTo>
                  <a:lnTo>
                    <a:pt x="964" y="2793"/>
                  </a:lnTo>
                  <a:lnTo>
                    <a:pt x="1152" y="5505"/>
                  </a:lnTo>
                  <a:lnTo>
                    <a:pt x="920" y="7182"/>
                  </a:lnTo>
                  <a:lnTo>
                    <a:pt x="1152" y="9510"/>
                  </a:lnTo>
                  <a:lnTo>
                    <a:pt x="1" y="11152"/>
                  </a:lnTo>
                  <a:lnTo>
                    <a:pt x="3266" y="11152"/>
                  </a:lnTo>
                  <a:lnTo>
                    <a:pt x="4238" y="11571"/>
                  </a:lnTo>
                  <a:lnTo>
                    <a:pt x="5282" y="11571"/>
                  </a:lnTo>
                  <a:lnTo>
                    <a:pt x="5452" y="12106"/>
                  </a:lnTo>
                  <a:lnTo>
                    <a:pt x="6522" y="12106"/>
                  </a:lnTo>
                  <a:lnTo>
                    <a:pt x="7352" y="11036"/>
                  </a:lnTo>
                  <a:lnTo>
                    <a:pt x="9814" y="11036"/>
                  </a:lnTo>
                  <a:lnTo>
                    <a:pt x="9814" y="9831"/>
                  </a:lnTo>
                  <a:lnTo>
                    <a:pt x="9341" y="9394"/>
                  </a:lnTo>
                  <a:lnTo>
                    <a:pt x="9341" y="8404"/>
                  </a:lnTo>
                  <a:lnTo>
                    <a:pt x="8467" y="6530"/>
                  </a:lnTo>
                  <a:lnTo>
                    <a:pt x="8369" y="5005"/>
                  </a:lnTo>
                  <a:lnTo>
                    <a:pt x="7138" y="3515"/>
                  </a:lnTo>
                  <a:lnTo>
                    <a:pt x="5407" y="304"/>
                  </a:lnTo>
                  <a:lnTo>
                    <a:pt x="4595" y="464"/>
                  </a:lnTo>
                  <a:lnTo>
                    <a:pt x="333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162"/>
            <p:cNvSpPr/>
            <p:nvPr/>
          </p:nvSpPr>
          <p:spPr>
            <a:xfrm>
              <a:off x="4345021" y="1403794"/>
              <a:ext cx="149431" cy="367184"/>
            </a:xfrm>
            <a:custGeom>
              <a:rect b="b" l="l" r="r" t="t"/>
              <a:pathLst>
                <a:path extrusionOk="0" h="10109" w="4114">
                  <a:moveTo>
                    <a:pt x="652" y="1"/>
                  </a:moveTo>
                  <a:lnTo>
                    <a:pt x="652" y="1669"/>
                  </a:lnTo>
                  <a:lnTo>
                    <a:pt x="1116" y="2266"/>
                  </a:lnTo>
                  <a:lnTo>
                    <a:pt x="741" y="2882"/>
                  </a:lnTo>
                  <a:lnTo>
                    <a:pt x="910" y="3890"/>
                  </a:lnTo>
                  <a:lnTo>
                    <a:pt x="812" y="5059"/>
                  </a:lnTo>
                  <a:lnTo>
                    <a:pt x="982" y="5862"/>
                  </a:lnTo>
                  <a:lnTo>
                    <a:pt x="812" y="6682"/>
                  </a:lnTo>
                  <a:lnTo>
                    <a:pt x="277" y="7325"/>
                  </a:lnTo>
                  <a:lnTo>
                    <a:pt x="224" y="9038"/>
                  </a:lnTo>
                  <a:lnTo>
                    <a:pt x="1" y="9573"/>
                  </a:lnTo>
                  <a:lnTo>
                    <a:pt x="491" y="9573"/>
                  </a:lnTo>
                  <a:lnTo>
                    <a:pt x="661" y="10108"/>
                  </a:lnTo>
                  <a:lnTo>
                    <a:pt x="1731" y="10108"/>
                  </a:lnTo>
                  <a:lnTo>
                    <a:pt x="2561" y="9038"/>
                  </a:lnTo>
                  <a:lnTo>
                    <a:pt x="4113" y="9038"/>
                  </a:lnTo>
                  <a:lnTo>
                    <a:pt x="3765" y="8172"/>
                  </a:lnTo>
                  <a:lnTo>
                    <a:pt x="3846" y="6798"/>
                  </a:lnTo>
                  <a:cubicBezTo>
                    <a:pt x="3846" y="6798"/>
                    <a:pt x="2855" y="5879"/>
                    <a:pt x="2846" y="5835"/>
                  </a:cubicBezTo>
                  <a:cubicBezTo>
                    <a:pt x="2837" y="5790"/>
                    <a:pt x="2846" y="4961"/>
                    <a:pt x="2846" y="4961"/>
                  </a:cubicBezTo>
                  <a:lnTo>
                    <a:pt x="2418" y="4185"/>
                  </a:lnTo>
                  <a:lnTo>
                    <a:pt x="1990" y="2391"/>
                  </a:lnTo>
                  <a:lnTo>
                    <a:pt x="946" y="1214"/>
                  </a:lnTo>
                  <a:lnTo>
                    <a:pt x="652"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162"/>
            <p:cNvSpPr/>
            <p:nvPr/>
          </p:nvSpPr>
          <p:spPr>
            <a:xfrm>
              <a:off x="4430230" y="1458893"/>
              <a:ext cx="97272" cy="237549"/>
            </a:xfrm>
            <a:custGeom>
              <a:rect b="b" l="l" r="r" t="t"/>
              <a:pathLst>
                <a:path extrusionOk="0" h="6540" w="2678">
                  <a:moveTo>
                    <a:pt x="1" y="0"/>
                  </a:moveTo>
                  <a:lnTo>
                    <a:pt x="661" y="1490"/>
                  </a:lnTo>
                  <a:lnTo>
                    <a:pt x="982" y="1775"/>
                  </a:lnTo>
                  <a:lnTo>
                    <a:pt x="697" y="2926"/>
                  </a:lnTo>
                  <a:lnTo>
                    <a:pt x="1401" y="3872"/>
                  </a:lnTo>
                  <a:lnTo>
                    <a:pt x="1357" y="4505"/>
                  </a:lnTo>
                  <a:lnTo>
                    <a:pt x="1803" y="4844"/>
                  </a:lnTo>
                  <a:lnTo>
                    <a:pt x="2035" y="5879"/>
                  </a:lnTo>
                  <a:lnTo>
                    <a:pt x="1999" y="6405"/>
                  </a:lnTo>
                  <a:lnTo>
                    <a:pt x="2677" y="6539"/>
                  </a:lnTo>
                  <a:lnTo>
                    <a:pt x="2677" y="6316"/>
                  </a:lnTo>
                  <a:lnTo>
                    <a:pt x="2204" y="5879"/>
                  </a:lnTo>
                  <a:lnTo>
                    <a:pt x="2204" y="4889"/>
                  </a:lnTo>
                  <a:lnTo>
                    <a:pt x="1330" y="3015"/>
                  </a:lnTo>
                  <a:lnTo>
                    <a:pt x="1276" y="2257"/>
                  </a:lnTo>
                  <a:lnTo>
                    <a:pt x="1232" y="1490"/>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162"/>
            <p:cNvSpPr/>
            <p:nvPr/>
          </p:nvSpPr>
          <p:spPr>
            <a:xfrm>
              <a:off x="4255270" y="1331224"/>
              <a:ext cx="112164" cy="220042"/>
            </a:xfrm>
            <a:custGeom>
              <a:rect b="b" l="l" r="r" t="t"/>
              <a:pathLst>
                <a:path extrusionOk="0" h="6058" w="3088">
                  <a:moveTo>
                    <a:pt x="1017" y="0"/>
                  </a:moveTo>
                  <a:lnTo>
                    <a:pt x="0" y="464"/>
                  </a:lnTo>
                  <a:lnTo>
                    <a:pt x="330" y="955"/>
                  </a:lnTo>
                  <a:lnTo>
                    <a:pt x="1008" y="1044"/>
                  </a:lnTo>
                  <a:lnTo>
                    <a:pt x="1740" y="2338"/>
                  </a:lnTo>
                  <a:lnTo>
                    <a:pt x="1571" y="3738"/>
                  </a:lnTo>
                  <a:cubicBezTo>
                    <a:pt x="1571" y="3738"/>
                    <a:pt x="2637" y="6058"/>
                    <a:pt x="2641" y="6058"/>
                  </a:cubicBezTo>
                  <a:cubicBezTo>
                    <a:pt x="2641" y="6058"/>
                    <a:pt x="2641" y="6058"/>
                    <a:pt x="2641" y="6058"/>
                  </a:cubicBezTo>
                  <a:cubicBezTo>
                    <a:pt x="2641" y="6040"/>
                    <a:pt x="2043" y="3631"/>
                    <a:pt x="2025" y="3542"/>
                  </a:cubicBezTo>
                  <a:cubicBezTo>
                    <a:pt x="2017" y="3453"/>
                    <a:pt x="2454" y="2320"/>
                    <a:pt x="2454" y="2320"/>
                  </a:cubicBezTo>
                  <a:lnTo>
                    <a:pt x="2382" y="1704"/>
                  </a:lnTo>
                  <a:lnTo>
                    <a:pt x="3087" y="304"/>
                  </a:lnTo>
                  <a:lnTo>
                    <a:pt x="2275" y="464"/>
                  </a:lnTo>
                  <a:lnTo>
                    <a:pt x="1017"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162"/>
            <p:cNvSpPr/>
            <p:nvPr/>
          </p:nvSpPr>
          <p:spPr>
            <a:xfrm>
              <a:off x="4206019" y="1413201"/>
              <a:ext cx="76495" cy="154915"/>
            </a:xfrm>
            <a:custGeom>
              <a:rect b="b" l="l" r="r" t="t"/>
              <a:pathLst>
                <a:path extrusionOk="0" h="4265" w="2106">
                  <a:moveTo>
                    <a:pt x="598" y="0"/>
                  </a:moveTo>
                  <a:lnTo>
                    <a:pt x="0" y="536"/>
                  </a:lnTo>
                  <a:lnTo>
                    <a:pt x="0" y="536"/>
                  </a:lnTo>
                  <a:lnTo>
                    <a:pt x="812" y="393"/>
                  </a:lnTo>
                  <a:lnTo>
                    <a:pt x="1740" y="1767"/>
                  </a:lnTo>
                  <a:lnTo>
                    <a:pt x="2106" y="4265"/>
                  </a:lnTo>
                  <a:lnTo>
                    <a:pt x="2106" y="1883"/>
                  </a:lnTo>
                  <a:lnTo>
                    <a:pt x="1356" y="268"/>
                  </a:lnTo>
                  <a:lnTo>
                    <a:pt x="598"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162"/>
            <p:cNvSpPr/>
            <p:nvPr/>
          </p:nvSpPr>
          <p:spPr>
            <a:xfrm>
              <a:off x="4367394" y="1342229"/>
              <a:ext cx="62874" cy="116704"/>
            </a:xfrm>
            <a:custGeom>
              <a:rect b="b" l="l" r="r" t="t"/>
              <a:pathLst>
                <a:path extrusionOk="0" h="3213" w="1731">
                  <a:moveTo>
                    <a:pt x="0" y="1"/>
                  </a:moveTo>
                  <a:lnTo>
                    <a:pt x="803" y="2605"/>
                  </a:lnTo>
                  <a:lnTo>
                    <a:pt x="1731" y="3212"/>
                  </a:lnTo>
                  <a:lnTo>
                    <a:pt x="0" y="1"/>
                  </a:lnTo>
                  <a:close/>
                  <a:moveTo>
                    <a:pt x="1731" y="3212"/>
                  </a:moveTo>
                  <a:lnTo>
                    <a:pt x="1731" y="3212"/>
                  </a:lnTo>
                  <a:lnTo>
                    <a:pt x="1731" y="3212"/>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162"/>
            <p:cNvSpPr/>
            <p:nvPr/>
          </p:nvSpPr>
          <p:spPr>
            <a:xfrm>
              <a:off x="4362854" y="1675659"/>
              <a:ext cx="11696" cy="95310"/>
            </a:xfrm>
            <a:custGeom>
              <a:rect b="b" l="l" r="r" t="t"/>
              <a:pathLst>
                <a:path extrusionOk="0" h="2624" w="322">
                  <a:moveTo>
                    <a:pt x="321" y="0"/>
                  </a:moveTo>
                  <a:lnTo>
                    <a:pt x="0" y="2088"/>
                  </a:lnTo>
                  <a:lnTo>
                    <a:pt x="170" y="2623"/>
                  </a:lnTo>
                  <a:lnTo>
                    <a:pt x="32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162"/>
            <p:cNvSpPr/>
            <p:nvPr/>
          </p:nvSpPr>
          <p:spPr>
            <a:xfrm>
              <a:off x="4385519" y="1551222"/>
              <a:ext cx="52522" cy="219751"/>
            </a:xfrm>
            <a:custGeom>
              <a:rect b="b" l="l" r="r" t="t"/>
              <a:pathLst>
                <a:path extrusionOk="0" h="6050" w="1446">
                  <a:moveTo>
                    <a:pt x="1" y="1"/>
                  </a:moveTo>
                  <a:lnTo>
                    <a:pt x="331" y="1642"/>
                  </a:lnTo>
                  <a:lnTo>
                    <a:pt x="366" y="2855"/>
                  </a:lnTo>
                  <a:lnTo>
                    <a:pt x="616" y="4880"/>
                  </a:lnTo>
                  <a:lnTo>
                    <a:pt x="545" y="5442"/>
                  </a:lnTo>
                  <a:lnTo>
                    <a:pt x="616" y="6049"/>
                  </a:lnTo>
                  <a:lnTo>
                    <a:pt x="1446" y="4979"/>
                  </a:lnTo>
                  <a:lnTo>
                    <a:pt x="670" y="2748"/>
                  </a:lnTo>
                  <a:lnTo>
                    <a:pt x="670" y="1901"/>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162"/>
            <p:cNvSpPr/>
            <p:nvPr/>
          </p:nvSpPr>
          <p:spPr>
            <a:xfrm>
              <a:off x="4251384" y="1576502"/>
              <a:ext cx="38284" cy="159783"/>
            </a:xfrm>
            <a:custGeom>
              <a:rect b="b" l="l" r="r" t="t"/>
              <a:pathLst>
                <a:path extrusionOk="0" h="4399" w="1054">
                  <a:moveTo>
                    <a:pt x="0" y="0"/>
                  </a:moveTo>
                  <a:lnTo>
                    <a:pt x="366" y="2918"/>
                  </a:lnTo>
                  <a:lnTo>
                    <a:pt x="54" y="4399"/>
                  </a:lnTo>
                  <a:lnTo>
                    <a:pt x="1053" y="4399"/>
                  </a:lnTo>
                  <a:lnTo>
                    <a:pt x="928" y="2730"/>
                  </a:lnTo>
                  <a:lnTo>
                    <a:pt x="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162"/>
            <p:cNvSpPr/>
            <p:nvPr/>
          </p:nvSpPr>
          <p:spPr>
            <a:xfrm>
              <a:off x="4455510" y="1650706"/>
              <a:ext cx="29203" cy="81362"/>
            </a:xfrm>
            <a:custGeom>
              <a:rect b="b" l="l" r="r" t="t"/>
              <a:pathLst>
                <a:path extrusionOk="0" h="2240" w="804">
                  <a:moveTo>
                    <a:pt x="90" y="0"/>
                  </a:moveTo>
                  <a:lnTo>
                    <a:pt x="1" y="1017"/>
                  </a:lnTo>
                  <a:lnTo>
                    <a:pt x="170" y="2240"/>
                  </a:lnTo>
                  <a:lnTo>
                    <a:pt x="804" y="2240"/>
                  </a:lnTo>
                  <a:lnTo>
                    <a:pt x="224" y="1035"/>
                  </a:lnTo>
                  <a:lnTo>
                    <a:pt x="9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162"/>
            <p:cNvSpPr/>
            <p:nvPr/>
          </p:nvSpPr>
          <p:spPr>
            <a:xfrm>
              <a:off x="4171005" y="1592047"/>
              <a:ext cx="82343" cy="144237"/>
            </a:xfrm>
            <a:custGeom>
              <a:rect b="b" l="l" r="r" t="t"/>
              <a:pathLst>
                <a:path extrusionOk="0" h="3971" w="2267">
                  <a:moveTo>
                    <a:pt x="920" y="1"/>
                  </a:moveTo>
                  <a:lnTo>
                    <a:pt x="1152" y="2329"/>
                  </a:lnTo>
                  <a:lnTo>
                    <a:pt x="1" y="3971"/>
                  </a:lnTo>
                  <a:lnTo>
                    <a:pt x="2267" y="3971"/>
                  </a:lnTo>
                  <a:lnTo>
                    <a:pt x="1366" y="3248"/>
                  </a:lnTo>
                  <a:lnTo>
                    <a:pt x="1607" y="2124"/>
                  </a:lnTo>
                  <a:lnTo>
                    <a:pt x="92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162"/>
            <p:cNvSpPr/>
            <p:nvPr/>
          </p:nvSpPr>
          <p:spPr>
            <a:xfrm>
              <a:off x="4289630" y="1649726"/>
              <a:ext cx="38248" cy="101776"/>
            </a:xfrm>
            <a:custGeom>
              <a:rect b="b" l="l" r="r" t="t"/>
              <a:pathLst>
                <a:path extrusionOk="0" h="2802" w="1053">
                  <a:moveTo>
                    <a:pt x="723" y="1"/>
                  </a:moveTo>
                  <a:lnTo>
                    <a:pt x="446" y="1490"/>
                  </a:lnTo>
                  <a:lnTo>
                    <a:pt x="0" y="2383"/>
                  </a:lnTo>
                  <a:lnTo>
                    <a:pt x="972" y="2802"/>
                  </a:lnTo>
                  <a:lnTo>
                    <a:pt x="1053" y="1357"/>
                  </a:lnTo>
                  <a:lnTo>
                    <a:pt x="758" y="2070"/>
                  </a:lnTo>
                  <a:lnTo>
                    <a:pt x="723"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2" name="Google Shape;10252;p162"/>
          <p:cNvGrpSpPr/>
          <p:nvPr/>
        </p:nvGrpSpPr>
        <p:grpSpPr>
          <a:xfrm flipH="1">
            <a:off x="7979792" y="4298154"/>
            <a:ext cx="1281277" cy="466197"/>
            <a:chOff x="3363545" y="1399908"/>
            <a:chExt cx="240164" cy="87537"/>
          </a:xfrm>
        </p:grpSpPr>
        <p:sp>
          <p:nvSpPr>
            <p:cNvPr id="10253" name="Google Shape;10253;p162"/>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162"/>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162"/>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162"/>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162"/>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8" name="Google Shape;10258;p162"/>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
        <p:nvSpPr>
          <p:cNvPr id="10259" name="Google Shape;10259;p162"/>
          <p:cNvSpPr/>
          <p:nvPr/>
        </p:nvSpPr>
        <p:spPr>
          <a:xfrm flipH="1">
            <a:off x="-266391" y="92444"/>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162"/>
          <p:cNvSpPr/>
          <p:nvPr/>
        </p:nvSpPr>
        <p:spPr>
          <a:xfrm flipH="1">
            <a:off x="8488479" y="97247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162"/>
          <p:cNvSpPr/>
          <p:nvPr/>
        </p:nvSpPr>
        <p:spPr>
          <a:xfrm flipH="1">
            <a:off x="-302196" y="213464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
    <p:spTree>
      <p:nvGrpSpPr>
        <p:cNvPr id="10262" name="Shape 10262"/>
        <p:cNvGrpSpPr/>
        <p:nvPr/>
      </p:nvGrpSpPr>
      <p:grpSpPr>
        <a:xfrm>
          <a:off x="0" y="0"/>
          <a:ext cx="0" cy="0"/>
          <a:chOff x="0" y="0"/>
          <a:chExt cx="0" cy="0"/>
        </a:xfrm>
      </p:grpSpPr>
      <p:sp>
        <p:nvSpPr>
          <p:cNvPr id="10263" name="Google Shape;10263;p163"/>
          <p:cNvSpPr/>
          <p:nvPr/>
        </p:nvSpPr>
        <p:spPr>
          <a:xfrm>
            <a:off x="0" y="2946100"/>
            <a:ext cx="9144017" cy="2212162"/>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163"/>
          <p:cNvSpPr/>
          <p:nvPr/>
        </p:nvSpPr>
        <p:spPr>
          <a:xfrm rot="-238101">
            <a:off x="2252374" y="2540951"/>
            <a:ext cx="9184698" cy="3467877"/>
          </a:xfrm>
          <a:custGeom>
            <a:rect b="b" l="l" r="r" t="t"/>
            <a:pathLst>
              <a:path extrusionOk="0" h="13052" w="30413">
                <a:moveTo>
                  <a:pt x="22990" y="1"/>
                </a:moveTo>
                <a:lnTo>
                  <a:pt x="13801" y="1071"/>
                </a:lnTo>
                <a:lnTo>
                  <a:pt x="13596" y="1071"/>
                </a:lnTo>
                <a:cubicBezTo>
                  <a:pt x="13596" y="1071"/>
                  <a:pt x="9965" y="1437"/>
                  <a:pt x="11027" y="1856"/>
                </a:cubicBezTo>
                <a:cubicBezTo>
                  <a:pt x="12080" y="2275"/>
                  <a:pt x="12570" y="2552"/>
                  <a:pt x="10447" y="2918"/>
                </a:cubicBezTo>
                <a:cubicBezTo>
                  <a:pt x="8333" y="3275"/>
                  <a:pt x="5960" y="3560"/>
                  <a:pt x="7610" y="4184"/>
                </a:cubicBezTo>
                <a:cubicBezTo>
                  <a:pt x="9260" y="4800"/>
                  <a:pt x="6575" y="5549"/>
                  <a:pt x="3694" y="5755"/>
                </a:cubicBezTo>
                <a:cubicBezTo>
                  <a:pt x="2427" y="5844"/>
                  <a:pt x="1098" y="6450"/>
                  <a:pt x="0" y="7102"/>
                </a:cubicBezTo>
                <a:lnTo>
                  <a:pt x="0" y="13052"/>
                </a:lnTo>
                <a:lnTo>
                  <a:pt x="28869" y="13052"/>
                </a:lnTo>
                <a:lnTo>
                  <a:pt x="30412" y="12704"/>
                </a:lnTo>
                <a:lnTo>
                  <a:pt x="30412" y="81"/>
                </a:lnTo>
                <a:lnTo>
                  <a:pt x="30038"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163"/>
          <p:cNvSpPr/>
          <p:nvPr/>
        </p:nvSpPr>
        <p:spPr>
          <a:xfrm rot="-238109">
            <a:off x="2107217" y="2665026"/>
            <a:ext cx="8527419" cy="3219687"/>
          </a:xfrm>
          <a:custGeom>
            <a:rect b="b" l="l" r="r" t="t"/>
            <a:pathLst>
              <a:path extrusionOk="0" h="13052" w="30413">
                <a:moveTo>
                  <a:pt x="22990" y="1"/>
                </a:moveTo>
                <a:lnTo>
                  <a:pt x="15728" y="848"/>
                </a:lnTo>
                <a:lnTo>
                  <a:pt x="13569" y="1749"/>
                </a:lnTo>
                <a:cubicBezTo>
                  <a:pt x="13569" y="1749"/>
                  <a:pt x="15666" y="2409"/>
                  <a:pt x="12766" y="2909"/>
                </a:cubicBezTo>
                <a:cubicBezTo>
                  <a:pt x="9867" y="3417"/>
                  <a:pt x="12017" y="3997"/>
                  <a:pt x="13337" y="4184"/>
                </a:cubicBezTo>
                <a:cubicBezTo>
                  <a:pt x="14649" y="4372"/>
                  <a:pt x="15407" y="5210"/>
                  <a:pt x="8939" y="6236"/>
                </a:cubicBezTo>
                <a:cubicBezTo>
                  <a:pt x="2480" y="7271"/>
                  <a:pt x="4684" y="7789"/>
                  <a:pt x="5888" y="8029"/>
                </a:cubicBezTo>
                <a:cubicBezTo>
                  <a:pt x="7030" y="8252"/>
                  <a:pt x="5291" y="8725"/>
                  <a:pt x="0" y="9555"/>
                </a:cubicBezTo>
                <a:lnTo>
                  <a:pt x="0" y="13052"/>
                </a:lnTo>
                <a:lnTo>
                  <a:pt x="28494" y="13052"/>
                </a:lnTo>
                <a:lnTo>
                  <a:pt x="28155" y="7887"/>
                </a:lnTo>
                <a:cubicBezTo>
                  <a:pt x="28155" y="7887"/>
                  <a:pt x="25953" y="8060"/>
                  <a:pt x="24567" y="8060"/>
                </a:cubicBezTo>
                <a:cubicBezTo>
                  <a:pt x="24042" y="8060"/>
                  <a:pt x="23635" y="8036"/>
                  <a:pt x="23507" y="7967"/>
                </a:cubicBezTo>
                <a:cubicBezTo>
                  <a:pt x="23035" y="7726"/>
                  <a:pt x="26639" y="7664"/>
                  <a:pt x="25104" y="6888"/>
                </a:cubicBezTo>
                <a:cubicBezTo>
                  <a:pt x="23579" y="6111"/>
                  <a:pt x="18413" y="6067"/>
                  <a:pt x="20233" y="5317"/>
                </a:cubicBezTo>
                <a:cubicBezTo>
                  <a:pt x="22062" y="4577"/>
                  <a:pt x="20028" y="4220"/>
                  <a:pt x="18333" y="3640"/>
                </a:cubicBezTo>
                <a:cubicBezTo>
                  <a:pt x="16638" y="3060"/>
                  <a:pt x="17236" y="2543"/>
                  <a:pt x="18770" y="2525"/>
                </a:cubicBezTo>
                <a:cubicBezTo>
                  <a:pt x="18807" y="2525"/>
                  <a:pt x="18842" y="2525"/>
                  <a:pt x="18876" y="2525"/>
                </a:cubicBezTo>
                <a:cubicBezTo>
                  <a:pt x="20301" y="2525"/>
                  <a:pt x="20215" y="2879"/>
                  <a:pt x="19832" y="3105"/>
                </a:cubicBezTo>
                <a:cubicBezTo>
                  <a:pt x="19586" y="3247"/>
                  <a:pt x="19856" y="3386"/>
                  <a:pt x="20555" y="3386"/>
                </a:cubicBezTo>
                <a:cubicBezTo>
                  <a:pt x="20997" y="3386"/>
                  <a:pt x="21611" y="3330"/>
                  <a:pt x="22374" y="3185"/>
                </a:cubicBezTo>
                <a:cubicBezTo>
                  <a:pt x="22844" y="3098"/>
                  <a:pt x="23275" y="3061"/>
                  <a:pt x="23640" y="3061"/>
                </a:cubicBezTo>
                <a:cubicBezTo>
                  <a:pt x="24807" y="3061"/>
                  <a:pt x="25303" y="3439"/>
                  <a:pt x="24257" y="3765"/>
                </a:cubicBezTo>
                <a:cubicBezTo>
                  <a:pt x="23293" y="4074"/>
                  <a:pt x="23579" y="4205"/>
                  <a:pt x="24624" y="4205"/>
                </a:cubicBezTo>
                <a:cubicBezTo>
                  <a:pt x="25060" y="4205"/>
                  <a:pt x="25627" y="4182"/>
                  <a:pt x="26291" y="4140"/>
                </a:cubicBezTo>
                <a:cubicBezTo>
                  <a:pt x="26778" y="4109"/>
                  <a:pt x="27185" y="4094"/>
                  <a:pt x="27510" y="4094"/>
                </a:cubicBezTo>
                <a:cubicBezTo>
                  <a:pt x="28693" y="4094"/>
                  <a:pt x="28808" y="4287"/>
                  <a:pt x="27843" y="4595"/>
                </a:cubicBezTo>
                <a:cubicBezTo>
                  <a:pt x="27072" y="4842"/>
                  <a:pt x="27244" y="5114"/>
                  <a:pt x="28358" y="5114"/>
                </a:cubicBezTo>
                <a:cubicBezTo>
                  <a:pt x="28855" y="5114"/>
                  <a:pt x="29540" y="5060"/>
                  <a:pt x="30412" y="4925"/>
                </a:cubicBezTo>
                <a:lnTo>
                  <a:pt x="30412" y="179"/>
                </a:lnTo>
                <a:cubicBezTo>
                  <a:pt x="29547" y="108"/>
                  <a:pt x="28494" y="45"/>
                  <a:pt x="27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6" name="Google Shape;10266;p163"/>
          <p:cNvGrpSpPr/>
          <p:nvPr/>
        </p:nvGrpSpPr>
        <p:grpSpPr>
          <a:xfrm>
            <a:off x="3619619" y="2360686"/>
            <a:ext cx="2081626" cy="2993796"/>
            <a:chOff x="4025327" y="3355494"/>
            <a:chExt cx="1740199" cy="2502755"/>
          </a:xfrm>
        </p:grpSpPr>
        <p:sp>
          <p:nvSpPr>
            <p:cNvPr id="10267" name="Google Shape;10267;p163"/>
            <p:cNvSpPr/>
            <p:nvPr/>
          </p:nvSpPr>
          <p:spPr>
            <a:xfrm>
              <a:off x="4706126" y="3843812"/>
              <a:ext cx="153439" cy="2008135"/>
            </a:xfrm>
            <a:custGeom>
              <a:rect b="b" l="l" r="r" t="t"/>
              <a:pathLst>
                <a:path extrusionOk="0" h="19735" w="1508">
                  <a:moveTo>
                    <a:pt x="357" y="1"/>
                  </a:moveTo>
                  <a:cubicBezTo>
                    <a:pt x="357" y="1"/>
                    <a:pt x="0" y="982"/>
                    <a:pt x="357" y="3088"/>
                  </a:cubicBezTo>
                  <a:cubicBezTo>
                    <a:pt x="634" y="4720"/>
                    <a:pt x="357" y="19734"/>
                    <a:pt x="357" y="19734"/>
                  </a:cubicBezTo>
                  <a:lnTo>
                    <a:pt x="1151" y="19734"/>
                  </a:lnTo>
                  <a:cubicBezTo>
                    <a:pt x="1151" y="19734"/>
                    <a:pt x="874" y="4720"/>
                    <a:pt x="1151" y="3088"/>
                  </a:cubicBezTo>
                  <a:cubicBezTo>
                    <a:pt x="1508" y="982"/>
                    <a:pt x="1151" y="1"/>
                    <a:pt x="1151"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163"/>
            <p:cNvSpPr/>
            <p:nvPr/>
          </p:nvSpPr>
          <p:spPr>
            <a:xfrm>
              <a:off x="4775111" y="3843812"/>
              <a:ext cx="84453" cy="2008135"/>
            </a:xfrm>
            <a:custGeom>
              <a:rect b="b" l="l" r="r" t="t"/>
              <a:pathLst>
                <a:path extrusionOk="0" h="19735" w="830">
                  <a:moveTo>
                    <a:pt x="277" y="1"/>
                  </a:moveTo>
                  <a:cubicBezTo>
                    <a:pt x="277" y="1"/>
                    <a:pt x="634" y="982"/>
                    <a:pt x="277" y="3088"/>
                  </a:cubicBezTo>
                  <a:cubicBezTo>
                    <a:pt x="0" y="4720"/>
                    <a:pt x="277" y="19734"/>
                    <a:pt x="277" y="19734"/>
                  </a:cubicBezTo>
                  <a:lnTo>
                    <a:pt x="473" y="19734"/>
                  </a:lnTo>
                  <a:cubicBezTo>
                    <a:pt x="473" y="19734"/>
                    <a:pt x="196" y="4720"/>
                    <a:pt x="473" y="3088"/>
                  </a:cubicBezTo>
                  <a:cubicBezTo>
                    <a:pt x="830" y="982"/>
                    <a:pt x="473" y="1"/>
                    <a:pt x="473"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163"/>
            <p:cNvSpPr/>
            <p:nvPr/>
          </p:nvSpPr>
          <p:spPr>
            <a:xfrm>
              <a:off x="4298521" y="3355494"/>
              <a:ext cx="968660" cy="758075"/>
            </a:xfrm>
            <a:custGeom>
              <a:rect b="b" l="l" r="r" t="t"/>
              <a:pathLst>
                <a:path extrusionOk="0" h="7450" w="9520">
                  <a:moveTo>
                    <a:pt x="3712" y="0"/>
                  </a:moveTo>
                  <a:lnTo>
                    <a:pt x="3712" y="0"/>
                  </a:lnTo>
                  <a:cubicBezTo>
                    <a:pt x="3944" y="830"/>
                    <a:pt x="4042" y="1481"/>
                    <a:pt x="4042" y="1481"/>
                  </a:cubicBezTo>
                  <a:cubicBezTo>
                    <a:pt x="3426" y="456"/>
                    <a:pt x="2436" y="125"/>
                    <a:pt x="2436" y="125"/>
                  </a:cubicBezTo>
                  <a:lnTo>
                    <a:pt x="2436" y="125"/>
                  </a:lnTo>
                  <a:cubicBezTo>
                    <a:pt x="3533" y="884"/>
                    <a:pt x="3748" y="1945"/>
                    <a:pt x="3748" y="1945"/>
                  </a:cubicBezTo>
                  <a:cubicBezTo>
                    <a:pt x="2998" y="937"/>
                    <a:pt x="1562" y="919"/>
                    <a:pt x="1562" y="919"/>
                  </a:cubicBezTo>
                  <a:lnTo>
                    <a:pt x="1562" y="919"/>
                  </a:lnTo>
                  <a:cubicBezTo>
                    <a:pt x="2481" y="1214"/>
                    <a:pt x="3087" y="2017"/>
                    <a:pt x="3087" y="2017"/>
                  </a:cubicBezTo>
                  <a:cubicBezTo>
                    <a:pt x="3087" y="2017"/>
                    <a:pt x="2561" y="1597"/>
                    <a:pt x="1758" y="1526"/>
                  </a:cubicBezTo>
                  <a:cubicBezTo>
                    <a:pt x="1614" y="1513"/>
                    <a:pt x="1482" y="1508"/>
                    <a:pt x="1362" y="1508"/>
                  </a:cubicBezTo>
                  <a:cubicBezTo>
                    <a:pt x="826" y="1508"/>
                    <a:pt x="545" y="1615"/>
                    <a:pt x="545" y="1615"/>
                  </a:cubicBezTo>
                  <a:cubicBezTo>
                    <a:pt x="1954" y="1651"/>
                    <a:pt x="2436" y="2302"/>
                    <a:pt x="2436" y="2302"/>
                  </a:cubicBezTo>
                  <a:cubicBezTo>
                    <a:pt x="2107" y="2194"/>
                    <a:pt x="1771" y="2170"/>
                    <a:pt x="1534" y="2170"/>
                  </a:cubicBezTo>
                  <a:cubicBezTo>
                    <a:pt x="1340" y="2170"/>
                    <a:pt x="1214" y="2186"/>
                    <a:pt x="1214" y="2186"/>
                  </a:cubicBezTo>
                  <a:cubicBezTo>
                    <a:pt x="2186" y="2347"/>
                    <a:pt x="2606" y="2837"/>
                    <a:pt x="2606" y="2837"/>
                  </a:cubicBezTo>
                  <a:cubicBezTo>
                    <a:pt x="2606" y="2837"/>
                    <a:pt x="2146" y="2706"/>
                    <a:pt x="1646" y="2706"/>
                  </a:cubicBezTo>
                  <a:cubicBezTo>
                    <a:pt x="1396" y="2706"/>
                    <a:pt x="1137" y="2739"/>
                    <a:pt x="920" y="2837"/>
                  </a:cubicBezTo>
                  <a:cubicBezTo>
                    <a:pt x="259" y="3132"/>
                    <a:pt x="134" y="3720"/>
                    <a:pt x="134" y="3720"/>
                  </a:cubicBezTo>
                  <a:cubicBezTo>
                    <a:pt x="439" y="3339"/>
                    <a:pt x="929" y="3103"/>
                    <a:pt x="1520" y="3103"/>
                  </a:cubicBezTo>
                  <a:cubicBezTo>
                    <a:pt x="1552" y="3103"/>
                    <a:pt x="1583" y="3104"/>
                    <a:pt x="1615" y="3105"/>
                  </a:cubicBezTo>
                  <a:cubicBezTo>
                    <a:pt x="2168" y="3123"/>
                    <a:pt x="2436" y="3364"/>
                    <a:pt x="2436" y="3364"/>
                  </a:cubicBezTo>
                  <a:cubicBezTo>
                    <a:pt x="2436" y="3364"/>
                    <a:pt x="2270" y="3337"/>
                    <a:pt x="2019" y="3337"/>
                  </a:cubicBezTo>
                  <a:cubicBezTo>
                    <a:pt x="1709" y="3337"/>
                    <a:pt x="1271" y="3378"/>
                    <a:pt x="857" y="3560"/>
                  </a:cubicBezTo>
                  <a:cubicBezTo>
                    <a:pt x="108" y="3890"/>
                    <a:pt x="1" y="4488"/>
                    <a:pt x="1" y="4488"/>
                  </a:cubicBezTo>
                  <a:cubicBezTo>
                    <a:pt x="500" y="3935"/>
                    <a:pt x="1383" y="3828"/>
                    <a:pt x="1383" y="3828"/>
                  </a:cubicBezTo>
                  <a:lnTo>
                    <a:pt x="1383" y="3828"/>
                  </a:lnTo>
                  <a:cubicBezTo>
                    <a:pt x="242" y="4390"/>
                    <a:pt x="63" y="5362"/>
                    <a:pt x="63" y="5362"/>
                  </a:cubicBezTo>
                  <a:cubicBezTo>
                    <a:pt x="429" y="4969"/>
                    <a:pt x="1134" y="4755"/>
                    <a:pt x="1134" y="4755"/>
                  </a:cubicBezTo>
                  <a:lnTo>
                    <a:pt x="1134" y="4755"/>
                  </a:lnTo>
                  <a:cubicBezTo>
                    <a:pt x="384" y="5335"/>
                    <a:pt x="152" y="6156"/>
                    <a:pt x="152" y="6156"/>
                  </a:cubicBezTo>
                  <a:cubicBezTo>
                    <a:pt x="652" y="5469"/>
                    <a:pt x="1544" y="5157"/>
                    <a:pt x="1544" y="5157"/>
                  </a:cubicBezTo>
                  <a:lnTo>
                    <a:pt x="1544" y="5157"/>
                  </a:lnTo>
                  <a:cubicBezTo>
                    <a:pt x="1160" y="5630"/>
                    <a:pt x="1044" y="6272"/>
                    <a:pt x="1044" y="6272"/>
                  </a:cubicBezTo>
                  <a:cubicBezTo>
                    <a:pt x="1624" y="4961"/>
                    <a:pt x="2659" y="4755"/>
                    <a:pt x="2659" y="4755"/>
                  </a:cubicBezTo>
                  <a:lnTo>
                    <a:pt x="2659" y="4755"/>
                  </a:lnTo>
                  <a:cubicBezTo>
                    <a:pt x="1642" y="5273"/>
                    <a:pt x="1473" y="6647"/>
                    <a:pt x="1473" y="6647"/>
                  </a:cubicBezTo>
                  <a:cubicBezTo>
                    <a:pt x="1963" y="5362"/>
                    <a:pt x="2891" y="4969"/>
                    <a:pt x="2891" y="4969"/>
                  </a:cubicBezTo>
                  <a:lnTo>
                    <a:pt x="2891" y="4969"/>
                  </a:lnTo>
                  <a:cubicBezTo>
                    <a:pt x="1892" y="6067"/>
                    <a:pt x="2284" y="7316"/>
                    <a:pt x="2284" y="7316"/>
                  </a:cubicBezTo>
                  <a:cubicBezTo>
                    <a:pt x="2284" y="6236"/>
                    <a:pt x="2802" y="5674"/>
                    <a:pt x="2802" y="5674"/>
                  </a:cubicBezTo>
                  <a:lnTo>
                    <a:pt x="2802" y="5674"/>
                  </a:lnTo>
                  <a:cubicBezTo>
                    <a:pt x="2579" y="6272"/>
                    <a:pt x="2686" y="6780"/>
                    <a:pt x="2686" y="6780"/>
                  </a:cubicBezTo>
                  <a:cubicBezTo>
                    <a:pt x="2900" y="5630"/>
                    <a:pt x="3533" y="5166"/>
                    <a:pt x="3533" y="5166"/>
                  </a:cubicBezTo>
                  <a:lnTo>
                    <a:pt x="3533" y="5166"/>
                  </a:lnTo>
                  <a:cubicBezTo>
                    <a:pt x="3150" y="5853"/>
                    <a:pt x="3221" y="6896"/>
                    <a:pt x="3221" y="6896"/>
                  </a:cubicBezTo>
                  <a:cubicBezTo>
                    <a:pt x="3408" y="5701"/>
                    <a:pt x="4015" y="5023"/>
                    <a:pt x="4015" y="5023"/>
                  </a:cubicBezTo>
                  <a:lnTo>
                    <a:pt x="4015" y="5023"/>
                  </a:lnTo>
                  <a:cubicBezTo>
                    <a:pt x="3542" y="6192"/>
                    <a:pt x="4033" y="7449"/>
                    <a:pt x="4033" y="7449"/>
                  </a:cubicBezTo>
                  <a:cubicBezTo>
                    <a:pt x="3872" y="5415"/>
                    <a:pt x="4756" y="4800"/>
                    <a:pt x="4756" y="4800"/>
                  </a:cubicBezTo>
                  <a:cubicBezTo>
                    <a:pt x="4756" y="4800"/>
                    <a:pt x="5639" y="5415"/>
                    <a:pt x="5487" y="7449"/>
                  </a:cubicBezTo>
                  <a:cubicBezTo>
                    <a:pt x="5487" y="7449"/>
                    <a:pt x="5978" y="6192"/>
                    <a:pt x="5505" y="5023"/>
                  </a:cubicBezTo>
                  <a:lnTo>
                    <a:pt x="5505" y="5023"/>
                  </a:lnTo>
                  <a:cubicBezTo>
                    <a:pt x="5505" y="5023"/>
                    <a:pt x="6103" y="5701"/>
                    <a:pt x="6299" y="6896"/>
                  </a:cubicBezTo>
                  <a:cubicBezTo>
                    <a:pt x="6299" y="6896"/>
                    <a:pt x="6361" y="5853"/>
                    <a:pt x="5987" y="5166"/>
                  </a:cubicBezTo>
                  <a:lnTo>
                    <a:pt x="5987" y="5166"/>
                  </a:lnTo>
                  <a:cubicBezTo>
                    <a:pt x="5987" y="5166"/>
                    <a:pt x="6620" y="5630"/>
                    <a:pt x="6834" y="6780"/>
                  </a:cubicBezTo>
                  <a:cubicBezTo>
                    <a:pt x="6834" y="6780"/>
                    <a:pt x="6941" y="6272"/>
                    <a:pt x="6718" y="5674"/>
                  </a:cubicBezTo>
                  <a:lnTo>
                    <a:pt x="6718" y="5674"/>
                  </a:lnTo>
                  <a:cubicBezTo>
                    <a:pt x="6718" y="5674"/>
                    <a:pt x="7236" y="6236"/>
                    <a:pt x="7236" y="7316"/>
                  </a:cubicBezTo>
                  <a:cubicBezTo>
                    <a:pt x="7236" y="7316"/>
                    <a:pt x="7628" y="6067"/>
                    <a:pt x="6629" y="4969"/>
                  </a:cubicBezTo>
                  <a:lnTo>
                    <a:pt x="6629" y="4969"/>
                  </a:lnTo>
                  <a:cubicBezTo>
                    <a:pt x="6629" y="4969"/>
                    <a:pt x="7557" y="5362"/>
                    <a:pt x="8047" y="6647"/>
                  </a:cubicBezTo>
                  <a:cubicBezTo>
                    <a:pt x="8047" y="6647"/>
                    <a:pt x="7878" y="5273"/>
                    <a:pt x="6861" y="4755"/>
                  </a:cubicBezTo>
                  <a:lnTo>
                    <a:pt x="6861" y="4755"/>
                  </a:lnTo>
                  <a:cubicBezTo>
                    <a:pt x="6861" y="4755"/>
                    <a:pt x="7896" y="4961"/>
                    <a:pt x="8467" y="6272"/>
                  </a:cubicBezTo>
                  <a:cubicBezTo>
                    <a:pt x="8467" y="6272"/>
                    <a:pt x="8351" y="5630"/>
                    <a:pt x="7976" y="5157"/>
                  </a:cubicBezTo>
                  <a:lnTo>
                    <a:pt x="7976" y="5157"/>
                  </a:lnTo>
                  <a:cubicBezTo>
                    <a:pt x="7976" y="5157"/>
                    <a:pt x="8868" y="5469"/>
                    <a:pt x="9368" y="6156"/>
                  </a:cubicBezTo>
                  <a:cubicBezTo>
                    <a:pt x="9368" y="6156"/>
                    <a:pt x="9136" y="5335"/>
                    <a:pt x="8386" y="4755"/>
                  </a:cubicBezTo>
                  <a:lnTo>
                    <a:pt x="8386" y="4755"/>
                  </a:lnTo>
                  <a:cubicBezTo>
                    <a:pt x="8387" y="4755"/>
                    <a:pt x="9091" y="4969"/>
                    <a:pt x="9457" y="5362"/>
                  </a:cubicBezTo>
                  <a:cubicBezTo>
                    <a:pt x="9457" y="5362"/>
                    <a:pt x="9270" y="4390"/>
                    <a:pt x="8128" y="3828"/>
                  </a:cubicBezTo>
                  <a:lnTo>
                    <a:pt x="8128" y="3828"/>
                  </a:lnTo>
                  <a:cubicBezTo>
                    <a:pt x="8128" y="3828"/>
                    <a:pt x="9020" y="3935"/>
                    <a:pt x="9519" y="4488"/>
                  </a:cubicBezTo>
                  <a:cubicBezTo>
                    <a:pt x="9519" y="4488"/>
                    <a:pt x="9412" y="3890"/>
                    <a:pt x="8663" y="3560"/>
                  </a:cubicBezTo>
                  <a:cubicBezTo>
                    <a:pt x="8249" y="3378"/>
                    <a:pt x="7811" y="3337"/>
                    <a:pt x="7501" y="3337"/>
                  </a:cubicBezTo>
                  <a:cubicBezTo>
                    <a:pt x="7250" y="3337"/>
                    <a:pt x="7084" y="3364"/>
                    <a:pt x="7084" y="3364"/>
                  </a:cubicBezTo>
                  <a:cubicBezTo>
                    <a:pt x="7084" y="3364"/>
                    <a:pt x="7352" y="3123"/>
                    <a:pt x="7905" y="3105"/>
                  </a:cubicBezTo>
                  <a:cubicBezTo>
                    <a:pt x="7937" y="3104"/>
                    <a:pt x="7968" y="3103"/>
                    <a:pt x="8000" y="3103"/>
                  </a:cubicBezTo>
                  <a:cubicBezTo>
                    <a:pt x="8590" y="3103"/>
                    <a:pt x="9072" y="3339"/>
                    <a:pt x="9386" y="3720"/>
                  </a:cubicBezTo>
                  <a:cubicBezTo>
                    <a:pt x="9386" y="3720"/>
                    <a:pt x="9261" y="3132"/>
                    <a:pt x="8601" y="2837"/>
                  </a:cubicBezTo>
                  <a:cubicBezTo>
                    <a:pt x="8383" y="2739"/>
                    <a:pt x="8123" y="2706"/>
                    <a:pt x="7872" y="2706"/>
                  </a:cubicBezTo>
                  <a:cubicBezTo>
                    <a:pt x="7369" y="2706"/>
                    <a:pt x="6906" y="2837"/>
                    <a:pt x="6906" y="2837"/>
                  </a:cubicBezTo>
                  <a:cubicBezTo>
                    <a:pt x="6906" y="2837"/>
                    <a:pt x="7334" y="2347"/>
                    <a:pt x="8306" y="2186"/>
                  </a:cubicBezTo>
                  <a:cubicBezTo>
                    <a:pt x="8306" y="2186"/>
                    <a:pt x="8180" y="2170"/>
                    <a:pt x="7985" y="2170"/>
                  </a:cubicBezTo>
                  <a:cubicBezTo>
                    <a:pt x="7748" y="2170"/>
                    <a:pt x="7409" y="2194"/>
                    <a:pt x="7075" y="2302"/>
                  </a:cubicBezTo>
                  <a:cubicBezTo>
                    <a:pt x="7075" y="2302"/>
                    <a:pt x="7566" y="1651"/>
                    <a:pt x="8975" y="1615"/>
                  </a:cubicBezTo>
                  <a:cubicBezTo>
                    <a:pt x="8975" y="1615"/>
                    <a:pt x="8689" y="1508"/>
                    <a:pt x="8149" y="1508"/>
                  </a:cubicBezTo>
                  <a:cubicBezTo>
                    <a:pt x="8030" y="1508"/>
                    <a:pt x="7897" y="1513"/>
                    <a:pt x="7753" y="1526"/>
                  </a:cubicBezTo>
                  <a:cubicBezTo>
                    <a:pt x="6959" y="1597"/>
                    <a:pt x="6433" y="2017"/>
                    <a:pt x="6433" y="2017"/>
                  </a:cubicBezTo>
                  <a:cubicBezTo>
                    <a:pt x="6433" y="2017"/>
                    <a:pt x="7030" y="1214"/>
                    <a:pt x="7958" y="919"/>
                  </a:cubicBezTo>
                  <a:lnTo>
                    <a:pt x="7958" y="919"/>
                  </a:lnTo>
                  <a:cubicBezTo>
                    <a:pt x="7958" y="919"/>
                    <a:pt x="6522" y="937"/>
                    <a:pt x="5773" y="1945"/>
                  </a:cubicBezTo>
                  <a:cubicBezTo>
                    <a:pt x="5773" y="1945"/>
                    <a:pt x="5978" y="884"/>
                    <a:pt x="7084" y="125"/>
                  </a:cubicBezTo>
                  <a:lnTo>
                    <a:pt x="7084" y="125"/>
                  </a:lnTo>
                  <a:cubicBezTo>
                    <a:pt x="7084" y="125"/>
                    <a:pt x="6094" y="456"/>
                    <a:pt x="5469" y="1481"/>
                  </a:cubicBezTo>
                  <a:cubicBezTo>
                    <a:pt x="5469" y="1481"/>
                    <a:pt x="5576" y="830"/>
                    <a:pt x="5808" y="0"/>
                  </a:cubicBezTo>
                  <a:lnTo>
                    <a:pt x="5808" y="0"/>
                  </a:lnTo>
                  <a:cubicBezTo>
                    <a:pt x="5808" y="1"/>
                    <a:pt x="5014" y="518"/>
                    <a:pt x="4756" y="1633"/>
                  </a:cubicBezTo>
                  <a:cubicBezTo>
                    <a:pt x="4506" y="518"/>
                    <a:pt x="3712" y="1"/>
                    <a:pt x="37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163"/>
            <p:cNvSpPr/>
            <p:nvPr/>
          </p:nvSpPr>
          <p:spPr>
            <a:xfrm>
              <a:off x="4493675" y="3534276"/>
              <a:ext cx="578347" cy="452199"/>
            </a:xfrm>
            <a:custGeom>
              <a:rect b="b" l="l" r="r" t="t"/>
              <a:pathLst>
                <a:path extrusionOk="0" h="4444" w="5684">
                  <a:moveTo>
                    <a:pt x="2213" y="1"/>
                  </a:moveTo>
                  <a:lnTo>
                    <a:pt x="2213" y="1"/>
                  </a:lnTo>
                  <a:cubicBezTo>
                    <a:pt x="2356" y="492"/>
                    <a:pt x="2418" y="884"/>
                    <a:pt x="2418" y="884"/>
                  </a:cubicBezTo>
                  <a:cubicBezTo>
                    <a:pt x="2044" y="269"/>
                    <a:pt x="1455" y="72"/>
                    <a:pt x="1455" y="72"/>
                  </a:cubicBezTo>
                  <a:lnTo>
                    <a:pt x="1455" y="72"/>
                  </a:lnTo>
                  <a:cubicBezTo>
                    <a:pt x="2115" y="527"/>
                    <a:pt x="2231" y="1161"/>
                    <a:pt x="2231" y="1161"/>
                  </a:cubicBezTo>
                  <a:cubicBezTo>
                    <a:pt x="1794" y="554"/>
                    <a:pt x="938" y="545"/>
                    <a:pt x="937" y="545"/>
                  </a:cubicBezTo>
                  <a:lnTo>
                    <a:pt x="937" y="545"/>
                  </a:lnTo>
                  <a:cubicBezTo>
                    <a:pt x="1482" y="715"/>
                    <a:pt x="1847" y="1205"/>
                    <a:pt x="1847" y="1205"/>
                  </a:cubicBezTo>
                  <a:cubicBezTo>
                    <a:pt x="1847" y="1205"/>
                    <a:pt x="1526" y="955"/>
                    <a:pt x="1053" y="911"/>
                  </a:cubicBezTo>
                  <a:cubicBezTo>
                    <a:pt x="966" y="903"/>
                    <a:pt x="886" y="899"/>
                    <a:pt x="814" y="899"/>
                  </a:cubicBezTo>
                  <a:cubicBezTo>
                    <a:pt x="497" y="899"/>
                    <a:pt x="331" y="964"/>
                    <a:pt x="331" y="964"/>
                  </a:cubicBezTo>
                  <a:cubicBezTo>
                    <a:pt x="1169" y="982"/>
                    <a:pt x="1455" y="1366"/>
                    <a:pt x="1455" y="1366"/>
                  </a:cubicBezTo>
                  <a:cubicBezTo>
                    <a:pt x="1241" y="1302"/>
                    <a:pt x="1020" y="1289"/>
                    <a:pt x="878" y="1289"/>
                  </a:cubicBezTo>
                  <a:cubicBezTo>
                    <a:pt x="783" y="1289"/>
                    <a:pt x="723" y="1294"/>
                    <a:pt x="723" y="1294"/>
                  </a:cubicBezTo>
                  <a:cubicBezTo>
                    <a:pt x="1303" y="1393"/>
                    <a:pt x="1562" y="1687"/>
                    <a:pt x="1562" y="1687"/>
                  </a:cubicBezTo>
                  <a:cubicBezTo>
                    <a:pt x="1562" y="1687"/>
                    <a:pt x="1284" y="1612"/>
                    <a:pt x="983" y="1612"/>
                  </a:cubicBezTo>
                  <a:cubicBezTo>
                    <a:pt x="832" y="1612"/>
                    <a:pt x="676" y="1630"/>
                    <a:pt x="545" y="1687"/>
                  </a:cubicBezTo>
                  <a:cubicBezTo>
                    <a:pt x="161" y="1865"/>
                    <a:pt x="81" y="2213"/>
                    <a:pt x="81" y="2213"/>
                  </a:cubicBezTo>
                  <a:cubicBezTo>
                    <a:pt x="267" y="1994"/>
                    <a:pt x="556" y="1846"/>
                    <a:pt x="905" y="1846"/>
                  </a:cubicBezTo>
                  <a:cubicBezTo>
                    <a:pt x="924" y="1846"/>
                    <a:pt x="944" y="1847"/>
                    <a:pt x="964" y="1848"/>
                  </a:cubicBezTo>
                  <a:cubicBezTo>
                    <a:pt x="1294" y="1856"/>
                    <a:pt x="1455" y="2008"/>
                    <a:pt x="1455" y="2008"/>
                  </a:cubicBezTo>
                  <a:cubicBezTo>
                    <a:pt x="1455" y="2008"/>
                    <a:pt x="1349" y="1989"/>
                    <a:pt x="1189" y="1989"/>
                  </a:cubicBezTo>
                  <a:cubicBezTo>
                    <a:pt x="1006" y="1989"/>
                    <a:pt x="753" y="2014"/>
                    <a:pt x="509" y="2124"/>
                  </a:cubicBezTo>
                  <a:cubicBezTo>
                    <a:pt x="63" y="2320"/>
                    <a:pt x="1" y="2677"/>
                    <a:pt x="1" y="2677"/>
                  </a:cubicBezTo>
                  <a:cubicBezTo>
                    <a:pt x="295" y="2347"/>
                    <a:pt x="830" y="2276"/>
                    <a:pt x="830" y="2276"/>
                  </a:cubicBezTo>
                  <a:lnTo>
                    <a:pt x="830" y="2276"/>
                  </a:lnTo>
                  <a:cubicBezTo>
                    <a:pt x="152" y="2615"/>
                    <a:pt x="36" y="3195"/>
                    <a:pt x="36" y="3195"/>
                  </a:cubicBezTo>
                  <a:cubicBezTo>
                    <a:pt x="259" y="2963"/>
                    <a:pt x="679" y="2829"/>
                    <a:pt x="679" y="2829"/>
                  </a:cubicBezTo>
                  <a:lnTo>
                    <a:pt x="679" y="2829"/>
                  </a:lnTo>
                  <a:cubicBezTo>
                    <a:pt x="233" y="3177"/>
                    <a:pt x="90" y="3667"/>
                    <a:pt x="90" y="3667"/>
                  </a:cubicBezTo>
                  <a:cubicBezTo>
                    <a:pt x="393" y="3266"/>
                    <a:pt x="919" y="3079"/>
                    <a:pt x="920" y="3079"/>
                  </a:cubicBezTo>
                  <a:lnTo>
                    <a:pt x="920" y="3079"/>
                  </a:lnTo>
                  <a:cubicBezTo>
                    <a:pt x="697" y="3355"/>
                    <a:pt x="625" y="3739"/>
                    <a:pt x="625" y="3739"/>
                  </a:cubicBezTo>
                  <a:cubicBezTo>
                    <a:pt x="973" y="2954"/>
                    <a:pt x="1589" y="2829"/>
                    <a:pt x="1589" y="2829"/>
                  </a:cubicBezTo>
                  <a:lnTo>
                    <a:pt x="1589" y="2829"/>
                  </a:lnTo>
                  <a:cubicBezTo>
                    <a:pt x="982" y="3141"/>
                    <a:pt x="884" y="3962"/>
                    <a:pt x="884" y="3962"/>
                  </a:cubicBezTo>
                  <a:cubicBezTo>
                    <a:pt x="1169" y="3195"/>
                    <a:pt x="1722" y="2963"/>
                    <a:pt x="1722" y="2963"/>
                  </a:cubicBezTo>
                  <a:lnTo>
                    <a:pt x="1722" y="2963"/>
                  </a:lnTo>
                  <a:cubicBezTo>
                    <a:pt x="1125" y="3614"/>
                    <a:pt x="1366" y="4363"/>
                    <a:pt x="1366" y="4363"/>
                  </a:cubicBezTo>
                  <a:cubicBezTo>
                    <a:pt x="1366" y="3712"/>
                    <a:pt x="1669" y="3382"/>
                    <a:pt x="1669" y="3382"/>
                  </a:cubicBezTo>
                  <a:lnTo>
                    <a:pt x="1669" y="3382"/>
                  </a:lnTo>
                  <a:cubicBezTo>
                    <a:pt x="1544" y="3739"/>
                    <a:pt x="1606" y="4042"/>
                    <a:pt x="1606" y="4042"/>
                  </a:cubicBezTo>
                  <a:cubicBezTo>
                    <a:pt x="1731" y="3355"/>
                    <a:pt x="2106" y="3079"/>
                    <a:pt x="2106" y="3079"/>
                  </a:cubicBezTo>
                  <a:lnTo>
                    <a:pt x="2106" y="3079"/>
                  </a:lnTo>
                  <a:cubicBezTo>
                    <a:pt x="1883" y="3489"/>
                    <a:pt x="1919" y="4113"/>
                    <a:pt x="1919" y="4113"/>
                  </a:cubicBezTo>
                  <a:cubicBezTo>
                    <a:pt x="2035" y="3400"/>
                    <a:pt x="2391" y="2990"/>
                    <a:pt x="2392" y="2989"/>
                  </a:cubicBezTo>
                  <a:lnTo>
                    <a:pt x="2392" y="2989"/>
                  </a:lnTo>
                  <a:cubicBezTo>
                    <a:pt x="2115" y="3694"/>
                    <a:pt x="2409" y="4444"/>
                    <a:pt x="2409" y="4444"/>
                  </a:cubicBezTo>
                  <a:cubicBezTo>
                    <a:pt x="2311" y="3230"/>
                    <a:pt x="2838" y="2856"/>
                    <a:pt x="2838" y="2856"/>
                  </a:cubicBezTo>
                  <a:cubicBezTo>
                    <a:pt x="2838" y="2856"/>
                    <a:pt x="3364" y="3230"/>
                    <a:pt x="3275" y="4444"/>
                  </a:cubicBezTo>
                  <a:cubicBezTo>
                    <a:pt x="3275" y="4444"/>
                    <a:pt x="3569" y="3694"/>
                    <a:pt x="3284" y="2989"/>
                  </a:cubicBezTo>
                  <a:lnTo>
                    <a:pt x="3284" y="2989"/>
                  </a:lnTo>
                  <a:cubicBezTo>
                    <a:pt x="3284" y="2990"/>
                    <a:pt x="3649" y="3400"/>
                    <a:pt x="3756" y="4113"/>
                  </a:cubicBezTo>
                  <a:cubicBezTo>
                    <a:pt x="3756" y="4113"/>
                    <a:pt x="3801" y="3489"/>
                    <a:pt x="3578" y="3079"/>
                  </a:cubicBezTo>
                  <a:lnTo>
                    <a:pt x="3578" y="3079"/>
                  </a:lnTo>
                  <a:cubicBezTo>
                    <a:pt x="3578" y="3079"/>
                    <a:pt x="3953" y="3355"/>
                    <a:pt x="4078" y="4042"/>
                  </a:cubicBezTo>
                  <a:cubicBezTo>
                    <a:pt x="4078" y="4042"/>
                    <a:pt x="4140" y="3739"/>
                    <a:pt x="4006" y="3382"/>
                  </a:cubicBezTo>
                  <a:lnTo>
                    <a:pt x="4006" y="3382"/>
                  </a:lnTo>
                  <a:cubicBezTo>
                    <a:pt x="4006" y="3382"/>
                    <a:pt x="4318" y="3712"/>
                    <a:pt x="4318" y="4363"/>
                  </a:cubicBezTo>
                  <a:cubicBezTo>
                    <a:pt x="4318" y="4363"/>
                    <a:pt x="4550" y="3614"/>
                    <a:pt x="3953" y="2963"/>
                  </a:cubicBezTo>
                  <a:lnTo>
                    <a:pt x="3953" y="2963"/>
                  </a:lnTo>
                  <a:cubicBezTo>
                    <a:pt x="3953" y="2963"/>
                    <a:pt x="4515" y="3195"/>
                    <a:pt x="4800" y="3962"/>
                  </a:cubicBezTo>
                  <a:cubicBezTo>
                    <a:pt x="4800" y="3962"/>
                    <a:pt x="4702" y="3141"/>
                    <a:pt x="4095" y="2829"/>
                  </a:cubicBezTo>
                  <a:lnTo>
                    <a:pt x="4095" y="2829"/>
                  </a:lnTo>
                  <a:cubicBezTo>
                    <a:pt x="4096" y="2829"/>
                    <a:pt x="4711" y="2954"/>
                    <a:pt x="5059" y="3739"/>
                  </a:cubicBezTo>
                  <a:cubicBezTo>
                    <a:pt x="5059" y="3739"/>
                    <a:pt x="4988" y="3355"/>
                    <a:pt x="4765" y="3079"/>
                  </a:cubicBezTo>
                  <a:lnTo>
                    <a:pt x="4765" y="3079"/>
                  </a:lnTo>
                  <a:cubicBezTo>
                    <a:pt x="4765" y="3079"/>
                    <a:pt x="5291" y="3266"/>
                    <a:pt x="5585" y="3667"/>
                  </a:cubicBezTo>
                  <a:cubicBezTo>
                    <a:pt x="5585" y="3667"/>
                    <a:pt x="5451" y="3177"/>
                    <a:pt x="5005" y="2829"/>
                  </a:cubicBezTo>
                  <a:lnTo>
                    <a:pt x="5005" y="2829"/>
                  </a:lnTo>
                  <a:cubicBezTo>
                    <a:pt x="5006" y="2829"/>
                    <a:pt x="5425" y="2963"/>
                    <a:pt x="5648" y="3195"/>
                  </a:cubicBezTo>
                  <a:cubicBezTo>
                    <a:pt x="5648" y="3195"/>
                    <a:pt x="5532" y="2615"/>
                    <a:pt x="4854" y="2276"/>
                  </a:cubicBezTo>
                  <a:lnTo>
                    <a:pt x="4854" y="2276"/>
                  </a:lnTo>
                  <a:cubicBezTo>
                    <a:pt x="4854" y="2276"/>
                    <a:pt x="5389" y="2347"/>
                    <a:pt x="5683" y="2677"/>
                  </a:cubicBezTo>
                  <a:cubicBezTo>
                    <a:pt x="5683" y="2677"/>
                    <a:pt x="5621" y="2320"/>
                    <a:pt x="5166" y="2124"/>
                  </a:cubicBezTo>
                  <a:cubicBezTo>
                    <a:pt x="4927" y="2014"/>
                    <a:pt x="4676" y="1989"/>
                    <a:pt x="4494" y="1989"/>
                  </a:cubicBezTo>
                  <a:cubicBezTo>
                    <a:pt x="4335" y="1989"/>
                    <a:pt x="4229" y="2008"/>
                    <a:pt x="4229" y="2008"/>
                  </a:cubicBezTo>
                  <a:cubicBezTo>
                    <a:pt x="4229" y="2008"/>
                    <a:pt x="4390" y="1856"/>
                    <a:pt x="4720" y="1848"/>
                  </a:cubicBezTo>
                  <a:cubicBezTo>
                    <a:pt x="4740" y="1847"/>
                    <a:pt x="4760" y="1846"/>
                    <a:pt x="4779" y="1846"/>
                  </a:cubicBezTo>
                  <a:cubicBezTo>
                    <a:pt x="5128" y="1846"/>
                    <a:pt x="5417" y="1994"/>
                    <a:pt x="5603" y="2213"/>
                  </a:cubicBezTo>
                  <a:cubicBezTo>
                    <a:pt x="5603" y="2213"/>
                    <a:pt x="5523" y="1865"/>
                    <a:pt x="5130" y="1687"/>
                  </a:cubicBezTo>
                  <a:cubicBezTo>
                    <a:pt x="5002" y="1630"/>
                    <a:pt x="4848" y="1612"/>
                    <a:pt x="4698" y="1612"/>
                  </a:cubicBezTo>
                  <a:cubicBezTo>
                    <a:pt x="4400" y="1612"/>
                    <a:pt x="4122" y="1687"/>
                    <a:pt x="4122" y="1687"/>
                  </a:cubicBezTo>
                  <a:cubicBezTo>
                    <a:pt x="4122" y="1687"/>
                    <a:pt x="4381" y="1393"/>
                    <a:pt x="4961" y="1294"/>
                  </a:cubicBezTo>
                  <a:cubicBezTo>
                    <a:pt x="4961" y="1294"/>
                    <a:pt x="4901" y="1289"/>
                    <a:pt x="4806" y="1289"/>
                  </a:cubicBezTo>
                  <a:cubicBezTo>
                    <a:pt x="4664" y="1289"/>
                    <a:pt x="4443" y="1302"/>
                    <a:pt x="4229" y="1366"/>
                  </a:cubicBezTo>
                  <a:cubicBezTo>
                    <a:pt x="4229" y="1366"/>
                    <a:pt x="4515" y="982"/>
                    <a:pt x="5353" y="964"/>
                  </a:cubicBezTo>
                  <a:cubicBezTo>
                    <a:pt x="5353" y="964"/>
                    <a:pt x="5187" y="899"/>
                    <a:pt x="4870" y="899"/>
                  </a:cubicBezTo>
                  <a:cubicBezTo>
                    <a:pt x="4798" y="899"/>
                    <a:pt x="4718" y="903"/>
                    <a:pt x="4631" y="911"/>
                  </a:cubicBezTo>
                  <a:cubicBezTo>
                    <a:pt x="4158" y="955"/>
                    <a:pt x="3837" y="1205"/>
                    <a:pt x="3837" y="1205"/>
                  </a:cubicBezTo>
                  <a:cubicBezTo>
                    <a:pt x="3837" y="1205"/>
                    <a:pt x="4203" y="715"/>
                    <a:pt x="4747" y="545"/>
                  </a:cubicBezTo>
                  <a:lnTo>
                    <a:pt x="4747" y="545"/>
                  </a:lnTo>
                  <a:cubicBezTo>
                    <a:pt x="4747" y="545"/>
                    <a:pt x="3890" y="554"/>
                    <a:pt x="3444" y="1161"/>
                  </a:cubicBezTo>
                  <a:cubicBezTo>
                    <a:pt x="3444" y="1161"/>
                    <a:pt x="3569" y="527"/>
                    <a:pt x="4229" y="72"/>
                  </a:cubicBezTo>
                  <a:lnTo>
                    <a:pt x="4229" y="72"/>
                  </a:lnTo>
                  <a:cubicBezTo>
                    <a:pt x="4229" y="72"/>
                    <a:pt x="3640" y="269"/>
                    <a:pt x="3266" y="884"/>
                  </a:cubicBezTo>
                  <a:cubicBezTo>
                    <a:pt x="3266" y="884"/>
                    <a:pt x="3328" y="492"/>
                    <a:pt x="3462" y="1"/>
                  </a:cubicBezTo>
                  <a:lnTo>
                    <a:pt x="3462" y="1"/>
                  </a:lnTo>
                  <a:cubicBezTo>
                    <a:pt x="3462" y="1"/>
                    <a:pt x="2989" y="304"/>
                    <a:pt x="2838" y="973"/>
                  </a:cubicBezTo>
                  <a:cubicBezTo>
                    <a:pt x="2686" y="304"/>
                    <a:pt x="2213" y="1"/>
                    <a:pt x="2213"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1" name="Google Shape;10271;p163"/>
            <p:cNvGrpSpPr/>
            <p:nvPr/>
          </p:nvGrpSpPr>
          <p:grpSpPr>
            <a:xfrm>
              <a:off x="4025327" y="4080797"/>
              <a:ext cx="659136" cy="1697576"/>
              <a:chOff x="4025327" y="4080797"/>
              <a:chExt cx="659136" cy="1697576"/>
            </a:xfrm>
          </p:grpSpPr>
          <p:sp>
            <p:nvSpPr>
              <p:cNvPr id="10272" name="Google Shape;10272;p163"/>
              <p:cNvSpPr/>
              <p:nvPr/>
            </p:nvSpPr>
            <p:spPr>
              <a:xfrm>
                <a:off x="4302184" y="4412109"/>
                <a:ext cx="105413" cy="1366264"/>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163"/>
              <p:cNvSpPr/>
              <p:nvPr/>
            </p:nvSpPr>
            <p:spPr>
              <a:xfrm>
                <a:off x="4346648" y="4412109"/>
                <a:ext cx="60948" cy="1366264"/>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163"/>
              <p:cNvSpPr/>
              <p:nvPr/>
            </p:nvSpPr>
            <p:spPr>
              <a:xfrm>
                <a:off x="4025327" y="4080797"/>
                <a:ext cx="659136" cy="514779"/>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163"/>
              <p:cNvSpPr/>
              <p:nvPr/>
            </p:nvSpPr>
            <p:spPr>
              <a:xfrm>
                <a:off x="4158719" y="4201478"/>
                <a:ext cx="392246" cy="307911"/>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6" name="Google Shape;10276;p163"/>
            <p:cNvSpPr/>
            <p:nvPr/>
          </p:nvSpPr>
          <p:spPr>
            <a:xfrm>
              <a:off x="5106404" y="4721645"/>
              <a:ext cx="87200" cy="1136603"/>
            </a:xfrm>
            <a:custGeom>
              <a:rect b="b" l="l" r="r" t="t"/>
              <a:pathLst>
                <a:path extrusionOk="0" h="11170" w="857">
                  <a:moveTo>
                    <a:pt x="206" y="1"/>
                  </a:moveTo>
                  <a:cubicBezTo>
                    <a:pt x="206" y="1"/>
                    <a:pt x="0" y="563"/>
                    <a:pt x="206" y="1749"/>
                  </a:cubicBezTo>
                  <a:cubicBezTo>
                    <a:pt x="357" y="2677"/>
                    <a:pt x="206" y="11170"/>
                    <a:pt x="206" y="11170"/>
                  </a:cubicBezTo>
                  <a:lnTo>
                    <a:pt x="652" y="11170"/>
                  </a:lnTo>
                  <a:cubicBezTo>
                    <a:pt x="652" y="11170"/>
                    <a:pt x="500" y="2677"/>
                    <a:pt x="652" y="1749"/>
                  </a:cubicBezTo>
                  <a:cubicBezTo>
                    <a:pt x="857" y="563"/>
                    <a:pt x="652" y="1"/>
                    <a:pt x="652"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163"/>
            <p:cNvSpPr/>
            <p:nvPr/>
          </p:nvSpPr>
          <p:spPr>
            <a:xfrm>
              <a:off x="5143644" y="4721645"/>
              <a:ext cx="49959" cy="1136603"/>
            </a:xfrm>
            <a:custGeom>
              <a:rect b="b" l="l" r="r" t="t"/>
              <a:pathLst>
                <a:path extrusionOk="0" h="11170" w="491">
                  <a:moveTo>
                    <a:pt x="161" y="1"/>
                  </a:moveTo>
                  <a:cubicBezTo>
                    <a:pt x="161" y="1"/>
                    <a:pt x="357" y="563"/>
                    <a:pt x="161" y="1749"/>
                  </a:cubicBezTo>
                  <a:cubicBezTo>
                    <a:pt x="0" y="2677"/>
                    <a:pt x="161" y="11170"/>
                    <a:pt x="161" y="11170"/>
                  </a:cubicBezTo>
                  <a:lnTo>
                    <a:pt x="286" y="11170"/>
                  </a:lnTo>
                  <a:cubicBezTo>
                    <a:pt x="286" y="11170"/>
                    <a:pt x="134" y="2677"/>
                    <a:pt x="286" y="1749"/>
                  </a:cubicBezTo>
                  <a:cubicBezTo>
                    <a:pt x="491" y="563"/>
                    <a:pt x="286" y="1"/>
                    <a:pt x="286"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163"/>
            <p:cNvSpPr/>
            <p:nvPr/>
          </p:nvSpPr>
          <p:spPr>
            <a:xfrm>
              <a:off x="4875842" y="4445688"/>
              <a:ext cx="547415" cy="428592"/>
            </a:xfrm>
            <a:custGeom>
              <a:rect b="b" l="l" r="r" t="t"/>
              <a:pathLst>
                <a:path extrusionOk="0" h="4212" w="5380">
                  <a:moveTo>
                    <a:pt x="2106" y="1"/>
                  </a:moveTo>
                  <a:cubicBezTo>
                    <a:pt x="2231" y="473"/>
                    <a:pt x="2293" y="839"/>
                    <a:pt x="2293" y="839"/>
                  </a:cubicBezTo>
                  <a:cubicBezTo>
                    <a:pt x="1936" y="259"/>
                    <a:pt x="1374" y="72"/>
                    <a:pt x="1374" y="72"/>
                  </a:cubicBezTo>
                  <a:lnTo>
                    <a:pt x="1374" y="72"/>
                  </a:lnTo>
                  <a:cubicBezTo>
                    <a:pt x="1999" y="500"/>
                    <a:pt x="2115" y="1098"/>
                    <a:pt x="2115" y="1098"/>
                  </a:cubicBezTo>
                  <a:cubicBezTo>
                    <a:pt x="1695" y="527"/>
                    <a:pt x="884" y="527"/>
                    <a:pt x="884" y="527"/>
                  </a:cubicBezTo>
                  <a:lnTo>
                    <a:pt x="884" y="527"/>
                  </a:lnTo>
                  <a:cubicBezTo>
                    <a:pt x="1410" y="687"/>
                    <a:pt x="1749" y="1142"/>
                    <a:pt x="1749" y="1142"/>
                  </a:cubicBezTo>
                  <a:cubicBezTo>
                    <a:pt x="1749" y="1142"/>
                    <a:pt x="1446" y="902"/>
                    <a:pt x="1000" y="866"/>
                  </a:cubicBezTo>
                  <a:cubicBezTo>
                    <a:pt x="909" y="857"/>
                    <a:pt x="827" y="853"/>
                    <a:pt x="753" y="853"/>
                  </a:cubicBezTo>
                  <a:cubicBezTo>
                    <a:pt x="461" y="853"/>
                    <a:pt x="313" y="910"/>
                    <a:pt x="313" y="910"/>
                  </a:cubicBezTo>
                  <a:cubicBezTo>
                    <a:pt x="1107" y="937"/>
                    <a:pt x="1383" y="1303"/>
                    <a:pt x="1383" y="1303"/>
                  </a:cubicBezTo>
                  <a:cubicBezTo>
                    <a:pt x="1174" y="1239"/>
                    <a:pt x="966" y="1226"/>
                    <a:pt x="832" y="1226"/>
                  </a:cubicBezTo>
                  <a:cubicBezTo>
                    <a:pt x="743" y="1226"/>
                    <a:pt x="687" y="1232"/>
                    <a:pt x="687" y="1232"/>
                  </a:cubicBezTo>
                  <a:cubicBezTo>
                    <a:pt x="1232" y="1330"/>
                    <a:pt x="1481" y="1606"/>
                    <a:pt x="1481" y="1606"/>
                  </a:cubicBezTo>
                  <a:cubicBezTo>
                    <a:pt x="1481" y="1606"/>
                    <a:pt x="1220" y="1531"/>
                    <a:pt x="934" y="1531"/>
                  </a:cubicBezTo>
                  <a:cubicBezTo>
                    <a:pt x="791" y="1531"/>
                    <a:pt x="643" y="1550"/>
                    <a:pt x="518" y="1606"/>
                  </a:cubicBezTo>
                  <a:cubicBezTo>
                    <a:pt x="152" y="1776"/>
                    <a:pt x="81" y="2106"/>
                    <a:pt x="81" y="2106"/>
                  </a:cubicBezTo>
                  <a:cubicBezTo>
                    <a:pt x="249" y="1895"/>
                    <a:pt x="521" y="1756"/>
                    <a:pt x="851" y="1756"/>
                  </a:cubicBezTo>
                  <a:cubicBezTo>
                    <a:pt x="870" y="1756"/>
                    <a:pt x="890" y="1757"/>
                    <a:pt x="910" y="1758"/>
                  </a:cubicBezTo>
                  <a:cubicBezTo>
                    <a:pt x="1223" y="1767"/>
                    <a:pt x="1374" y="1910"/>
                    <a:pt x="1374" y="1910"/>
                  </a:cubicBezTo>
                  <a:cubicBezTo>
                    <a:pt x="1374" y="1910"/>
                    <a:pt x="1275" y="1893"/>
                    <a:pt x="1127" y="1893"/>
                  </a:cubicBezTo>
                  <a:cubicBezTo>
                    <a:pt x="954" y="1893"/>
                    <a:pt x="713" y="1916"/>
                    <a:pt x="482" y="2017"/>
                  </a:cubicBezTo>
                  <a:cubicBezTo>
                    <a:pt x="63" y="2204"/>
                    <a:pt x="0" y="2543"/>
                    <a:pt x="0" y="2543"/>
                  </a:cubicBezTo>
                  <a:cubicBezTo>
                    <a:pt x="277" y="2231"/>
                    <a:pt x="785" y="2168"/>
                    <a:pt x="786" y="2168"/>
                  </a:cubicBezTo>
                  <a:lnTo>
                    <a:pt x="786" y="2168"/>
                  </a:lnTo>
                  <a:cubicBezTo>
                    <a:pt x="143" y="2481"/>
                    <a:pt x="36" y="3034"/>
                    <a:pt x="36" y="3034"/>
                  </a:cubicBezTo>
                  <a:cubicBezTo>
                    <a:pt x="241" y="2811"/>
                    <a:pt x="643" y="2686"/>
                    <a:pt x="643" y="2686"/>
                  </a:cubicBezTo>
                  <a:lnTo>
                    <a:pt x="643" y="2686"/>
                  </a:lnTo>
                  <a:cubicBezTo>
                    <a:pt x="215" y="3016"/>
                    <a:pt x="90" y="3489"/>
                    <a:pt x="90" y="3489"/>
                  </a:cubicBezTo>
                  <a:cubicBezTo>
                    <a:pt x="366" y="3096"/>
                    <a:pt x="875" y="2918"/>
                    <a:pt x="875" y="2918"/>
                  </a:cubicBezTo>
                  <a:lnTo>
                    <a:pt x="875" y="2918"/>
                  </a:lnTo>
                  <a:cubicBezTo>
                    <a:pt x="661" y="3185"/>
                    <a:pt x="598" y="3551"/>
                    <a:pt x="598" y="3551"/>
                  </a:cubicBezTo>
                  <a:cubicBezTo>
                    <a:pt x="919" y="2802"/>
                    <a:pt x="1508" y="2686"/>
                    <a:pt x="1508" y="2686"/>
                  </a:cubicBezTo>
                  <a:lnTo>
                    <a:pt x="1508" y="2686"/>
                  </a:lnTo>
                  <a:cubicBezTo>
                    <a:pt x="928" y="2980"/>
                    <a:pt x="839" y="3756"/>
                    <a:pt x="839" y="3756"/>
                  </a:cubicBezTo>
                  <a:cubicBezTo>
                    <a:pt x="1107" y="3034"/>
                    <a:pt x="1633" y="2811"/>
                    <a:pt x="1633" y="2811"/>
                  </a:cubicBezTo>
                  <a:lnTo>
                    <a:pt x="1633" y="2811"/>
                  </a:lnTo>
                  <a:cubicBezTo>
                    <a:pt x="1071" y="3426"/>
                    <a:pt x="1294" y="4140"/>
                    <a:pt x="1294" y="4140"/>
                  </a:cubicBezTo>
                  <a:cubicBezTo>
                    <a:pt x="1294" y="3524"/>
                    <a:pt x="1588" y="3212"/>
                    <a:pt x="1588" y="3212"/>
                  </a:cubicBezTo>
                  <a:lnTo>
                    <a:pt x="1588" y="3212"/>
                  </a:lnTo>
                  <a:cubicBezTo>
                    <a:pt x="1464" y="3551"/>
                    <a:pt x="1517" y="3837"/>
                    <a:pt x="1517" y="3837"/>
                  </a:cubicBezTo>
                  <a:cubicBezTo>
                    <a:pt x="1642" y="3185"/>
                    <a:pt x="1999" y="2918"/>
                    <a:pt x="1999" y="2918"/>
                  </a:cubicBezTo>
                  <a:lnTo>
                    <a:pt x="1999" y="2918"/>
                  </a:lnTo>
                  <a:cubicBezTo>
                    <a:pt x="1785" y="3310"/>
                    <a:pt x="1820" y="3899"/>
                    <a:pt x="1820" y="3899"/>
                  </a:cubicBezTo>
                  <a:cubicBezTo>
                    <a:pt x="1927" y="3230"/>
                    <a:pt x="2266" y="2838"/>
                    <a:pt x="2266" y="2837"/>
                  </a:cubicBezTo>
                  <a:lnTo>
                    <a:pt x="2266" y="2837"/>
                  </a:lnTo>
                  <a:cubicBezTo>
                    <a:pt x="2008" y="3507"/>
                    <a:pt x="2284" y="4211"/>
                    <a:pt x="2284" y="4211"/>
                  </a:cubicBezTo>
                  <a:cubicBezTo>
                    <a:pt x="2195" y="3069"/>
                    <a:pt x="2695" y="2713"/>
                    <a:pt x="2695" y="2713"/>
                  </a:cubicBezTo>
                  <a:cubicBezTo>
                    <a:pt x="2695" y="2713"/>
                    <a:pt x="3194" y="3069"/>
                    <a:pt x="3105" y="4211"/>
                  </a:cubicBezTo>
                  <a:cubicBezTo>
                    <a:pt x="3105" y="4211"/>
                    <a:pt x="3382" y="3507"/>
                    <a:pt x="3114" y="2837"/>
                  </a:cubicBezTo>
                  <a:lnTo>
                    <a:pt x="3114" y="2837"/>
                  </a:lnTo>
                  <a:cubicBezTo>
                    <a:pt x="3114" y="2838"/>
                    <a:pt x="3453" y="3230"/>
                    <a:pt x="3560" y="3899"/>
                  </a:cubicBezTo>
                  <a:cubicBezTo>
                    <a:pt x="3560" y="3899"/>
                    <a:pt x="3605" y="3310"/>
                    <a:pt x="3390" y="2918"/>
                  </a:cubicBezTo>
                  <a:lnTo>
                    <a:pt x="3390" y="2918"/>
                  </a:lnTo>
                  <a:cubicBezTo>
                    <a:pt x="3391" y="2918"/>
                    <a:pt x="3747" y="3185"/>
                    <a:pt x="3872" y="3837"/>
                  </a:cubicBezTo>
                  <a:cubicBezTo>
                    <a:pt x="3872" y="3837"/>
                    <a:pt x="3926" y="3551"/>
                    <a:pt x="3801" y="3212"/>
                  </a:cubicBezTo>
                  <a:lnTo>
                    <a:pt x="3801" y="3212"/>
                  </a:lnTo>
                  <a:cubicBezTo>
                    <a:pt x="3801" y="3212"/>
                    <a:pt x="4095" y="3524"/>
                    <a:pt x="4095" y="4140"/>
                  </a:cubicBezTo>
                  <a:cubicBezTo>
                    <a:pt x="4095" y="4140"/>
                    <a:pt x="4318" y="3426"/>
                    <a:pt x="3747" y="2811"/>
                  </a:cubicBezTo>
                  <a:lnTo>
                    <a:pt x="3747" y="2811"/>
                  </a:lnTo>
                  <a:cubicBezTo>
                    <a:pt x="3747" y="2811"/>
                    <a:pt x="4274" y="3034"/>
                    <a:pt x="4550" y="3756"/>
                  </a:cubicBezTo>
                  <a:cubicBezTo>
                    <a:pt x="4550" y="3756"/>
                    <a:pt x="4452" y="2980"/>
                    <a:pt x="3881" y="2686"/>
                  </a:cubicBezTo>
                  <a:lnTo>
                    <a:pt x="3881" y="2686"/>
                  </a:lnTo>
                  <a:cubicBezTo>
                    <a:pt x="3881" y="2686"/>
                    <a:pt x="4470" y="2802"/>
                    <a:pt x="4791" y="3551"/>
                  </a:cubicBezTo>
                  <a:cubicBezTo>
                    <a:pt x="4791" y="3551"/>
                    <a:pt x="4729" y="3185"/>
                    <a:pt x="4515" y="2918"/>
                  </a:cubicBezTo>
                  <a:lnTo>
                    <a:pt x="4515" y="2918"/>
                  </a:lnTo>
                  <a:cubicBezTo>
                    <a:pt x="4515" y="2918"/>
                    <a:pt x="5014" y="3096"/>
                    <a:pt x="5300" y="3489"/>
                  </a:cubicBezTo>
                  <a:cubicBezTo>
                    <a:pt x="5300" y="3489"/>
                    <a:pt x="5166" y="3016"/>
                    <a:pt x="4746" y="2686"/>
                  </a:cubicBezTo>
                  <a:lnTo>
                    <a:pt x="4746" y="2686"/>
                  </a:lnTo>
                  <a:cubicBezTo>
                    <a:pt x="4747" y="2686"/>
                    <a:pt x="5139" y="2811"/>
                    <a:pt x="5353" y="3034"/>
                  </a:cubicBezTo>
                  <a:cubicBezTo>
                    <a:pt x="5353" y="3034"/>
                    <a:pt x="5246" y="2481"/>
                    <a:pt x="4604" y="2168"/>
                  </a:cubicBezTo>
                  <a:lnTo>
                    <a:pt x="4604" y="2168"/>
                  </a:lnTo>
                  <a:cubicBezTo>
                    <a:pt x="4604" y="2168"/>
                    <a:pt x="5103" y="2231"/>
                    <a:pt x="5380" y="2543"/>
                  </a:cubicBezTo>
                  <a:cubicBezTo>
                    <a:pt x="5380" y="2543"/>
                    <a:pt x="5326" y="2204"/>
                    <a:pt x="4898" y="2017"/>
                  </a:cubicBezTo>
                  <a:cubicBezTo>
                    <a:pt x="4672" y="1916"/>
                    <a:pt x="4431" y="1893"/>
                    <a:pt x="4256" y="1893"/>
                  </a:cubicBezTo>
                  <a:cubicBezTo>
                    <a:pt x="4107" y="1893"/>
                    <a:pt x="4006" y="1910"/>
                    <a:pt x="4006" y="1910"/>
                  </a:cubicBezTo>
                  <a:cubicBezTo>
                    <a:pt x="4006" y="1910"/>
                    <a:pt x="4158" y="1767"/>
                    <a:pt x="4470" y="1758"/>
                  </a:cubicBezTo>
                  <a:cubicBezTo>
                    <a:pt x="4490" y="1757"/>
                    <a:pt x="4510" y="1756"/>
                    <a:pt x="4530" y="1756"/>
                  </a:cubicBezTo>
                  <a:cubicBezTo>
                    <a:pt x="4861" y="1756"/>
                    <a:pt x="5140" y="1895"/>
                    <a:pt x="5308" y="2106"/>
                  </a:cubicBezTo>
                  <a:cubicBezTo>
                    <a:pt x="5308" y="2106"/>
                    <a:pt x="5237" y="1776"/>
                    <a:pt x="4871" y="1606"/>
                  </a:cubicBezTo>
                  <a:cubicBezTo>
                    <a:pt x="4746" y="1550"/>
                    <a:pt x="4598" y="1531"/>
                    <a:pt x="4455" y="1531"/>
                  </a:cubicBezTo>
                  <a:cubicBezTo>
                    <a:pt x="4170" y="1531"/>
                    <a:pt x="3908" y="1606"/>
                    <a:pt x="3908" y="1606"/>
                  </a:cubicBezTo>
                  <a:cubicBezTo>
                    <a:pt x="3908" y="1606"/>
                    <a:pt x="4149" y="1330"/>
                    <a:pt x="4702" y="1232"/>
                  </a:cubicBezTo>
                  <a:cubicBezTo>
                    <a:pt x="4702" y="1232"/>
                    <a:pt x="4645" y="1226"/>
                    <a:pt x="4555" y="1226"/>
                  </a:cubicBezTo>
                  <a:cubicBezTo>
                    <a:pt x="4419" y="1226"/>
                    <a:pt x="4209" y="1239"/>
                    <a:pt x="4006" y="1303"/>
                  </a:cubicBezTo>
                  <a:cubicBezTo>
                    <a:pt x="4006" y="1303"/>
                    <a:pt x="4283" y="937"/>
                    <a:pt x="5077" y="910"/>
                  </a:cubicBezTo>
                  <a:cubicBezTo>
                    <a:pt x="5077" y="910"/>
                    <a:pt x="4922" y="853"/>
                    <a:pt x="4632" y="853"/>
                  </a:cubicBezTo>
                  <a:cubicBezTo>
                    <a:pt x="4560" y="853"/>
                    <a:pt x="4479" y="857"/>
                    <a:pt x="4390" y="866"/>
                  </a:cubicBezTo>
                  <a:cubicBezTo>
                    <a:pt x="3935" y="902"/>
                    <a:pt x="3640" y="1142"/>
                    <a:pt x="3640" y="1142"/>
                  </a:cubicBezTo>
                  <a:cubicBezTo>
                    <a:pt x="3640" y="1142"/>
                    <a:pt x="3979" y="687"/>
                    <a:pt x="4506" y="527"/>
                  </a:cubicBezTo>
                  <a:lnTo>
                    <a:pt x="4506" y="527"/>
                  </a:lnTo>
                  <a:cubicBezTo>
                    <a:pt x="4505" y="527"/>
                    <a:pt x="3685" y="527"/>
                    <a:pt x="3266" y="1098"/>
                  </a:cubicBezTo>
                  <a:cubicBezTo>
                    <a:pt x="3266" y="1098"/>
                    <a:pt x="3382" y="500"/>
                    <a:pt x="4006" y="72"/>
                  </a:cubicBezTo>
                  <a:lnTo>
                    <a:pt x="4006" y="72"/>
                  </a:lnTo>
                  <a:cubicBezTo>
                    <a:pt x="4006" y="72"/>
                    <a:pt x="3444" y="259"/>
                    <a:pt x="3096" y="839"/>
                  </a:cubicBezTo>
                  <a:cubicBezTo>
                    <a:pt x="3096" y="839"/>
                    <a:pt x="3159" y="473"/>
                    <a:pt x="3283" y="1"/>
                  </a:cubicBezTo>
                  <a:lnTo>
                    <a:pt x="3283" y="1"/>
                  </a:lnTo>
                  <a:cubicBezTo>
                    <a:pt x="3283" y="1"/>
                    <a:pt x="2837" y="295"/>
                    <a:pt x="2695" y="919"/>
                  </a:cubicBezTo>
                  <a:cubicBezTo>
                    <a:pt x="2552" y="295"/>
                    <a:pt x="2106" y="1"/>
                    <a:pt x="2106" y="1"/>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163"/>
            <p:cNvSpPr/>
            <p:nvPr/>
          </p:nvSpPr>
          <p:spPr>
            <a:xfrm>
              <a:off x="4986545" y="4546425"/>
              <a:ext cx="326923" cy="256117"/>
            </a:xfrm>
            <a:custGeom>
              <a:rect b="b" l="l" r="r" t="t"/>
              <a:pathLst>
                <a:path extrusionOk="0" h="2517" w="3213">
                  <a:moveTo>
                    <a:pt x="1955" y="1"/>
                  </a:moveTo>
                  <a:cubicBezTo>
                    <a:pt x="1954" y="1"/>
                    <a:pt x="1687" y="179"/>
                    <a:pt x="1607" y="554"/>
                  </a:cubicBezTo>
                  <a:cubicBezTo>
                    <a:pt x="1517" y="179"/>
                    <a:pt x="1250" y="1"/>
                    <a:pt x="1250" y="1"/>
                  </a:cubicBezTo>
                  <a:lnTo>
                    <a:pt x="1250" y="1"/>
                  </a:lnTo>
                  <a:cubicBezTo>
                    <a:pt x="1330" y="286"/>
                    <a:pt x="1366" y="500"/>
                    <a:pt x="1366" y="500"/>
                  </a:cubicBezTo>
                  <a:cubicBezTo>
                    <a:pt x="1152" y="161"/>
                    <a:pt x="822" y="45"/>
                    <a:pt x="822" y="45"/>
                  </a:cubicBezTo>
                  <a:lnTo>
                    <a:pt x="822" y="45"/>
                  </a:lnTo>
                  <a:cubicBezTo>
                    <a:pt x="1196" y="304"/>
                    <a:pt x="1259" y="661"/>
                    <a:pt x="1259" y="661"/>
                  </a:cubicBezTo>
                  <a:cubicBezTo>
                    <a:pt x="1009" y="322"/>
                    <a:pt x="527" y="313"/>
                    <a:pt x="527" y="313"/>
                  </a:cubicBezTo>
                  <a:lnTo>
                    <a:pt x="527" y="313"/>
                  </a:lnTo>
                  <a:cubicBezTo>
                    <a:pt x="839" y="411"/>
                    <a:pt x="1045" y="688"/>
                    <a:pt x="1045" y="688"/>
                  </a:cubicBezTo>
                  <a:cubicBezTo>
                    <a:pt x="1045" y="688"/>
                    <a:pt x="866" y="545"/>
                    <a:pt x="590" y="518"/>
                  </a:cubicBezTo>
                  <a:cubicBezTo>
                    <a:pt x="536" y="513"/>
                    <a:pt x="488" y="511"/>
                    <a:pt x="444" y="511"/>
                  </a:cubicBezTo>
                  <a:cubicBezTo>
                    <a:pt x="271" y="511"/>
                    <a:pt x="179" y="545"/>
                    <a:pt x="179" y="545"/>
                  </a:cubicBezTo>
                  <a:cubicBezTo>
                    <a:pt x="661" y="563"/>
                    <a:pt x="822" y="777"/>
                    <a:pt x="822" y="777"/>
                  </a:cubicBezTo>
                  <a:cubicBezTo>
                    <a:pt x="711" y="743"/>
                    <a:pt x="601" y="736"/>
                    <a:pt x="522" y="736"/>
                  </a:cubicBezTo>
                  <a:cubicBezTo>
                    <a:pt x="455" y="736"/>
                    <a:pt x="411" y="741"/>
                    <a:pt x="411" y="741"/>
                  </a:cubicBezTo>
                  <a:cubicBezTo>
                    <a:pt x="732" y="795"/>
                    <a:pt x="875" y="964"/>
                    <a:pt x="875" y="964"/>
                  </a:cubicBezTo>
                  <a:cubicBezTo>
                    <a:pt x="875" y="964"/>
                    <a:pt x="720" y="917"/>
                    <a:pt x="551" y="917"/>
                  </a:cubicBezTo>
                  <a:cubicBezTo>
                    <a:pt x="467" y="917"/>
                    <a:pt x="378" y="929"/>
                    <a:pt x="304" y="964"/>
                  </a:cubicBezTo>
                  <a:cubicBezTo>
                    <a:pt x="90" y="1062"/>
                    <a:pt x="45" y="1259"/>
                    <a:pt x="45" y="1259"/>
                  </a:cubicBezTo>
                  <a:cubicBezTo>
                    <a:pt x="147" y="1132"/>
                    <a:pt x="313" y="1053"/>
                    <a:pt x="513" y="1053"/>
                  </a:cubicBezTo>
                  <a:cubicBezTo>
                    <a:pt x="523" y="1053"/>
                    <a:pt x="534" y="1053"/>
                    <a:pt x="545" y="1053"/>
                  </a:cubicBezTo>
                  <a:cubicBezTo>
                    <a:pt x="732" y="1053"/>
                    <a:pt x="822" y="1143"/>
                    <a:pt x="822" y="1143"/>
                  </a:cubicBezTo>
                  <a:cubicBezTo>
                    <a:pt x="822" y="1143"/>
                    <a:pt x="758" y="1130"/>
                    <a:pt x="663" y="1130"/>
                  </a:cubicBezTo>
                  <a:cubicBezTo>
                    <a:pt x="560" y="1130"/>
                    <a:pt x="421" y="1145"/>
                    <a:pt x="286" y="1205"/>
                  </a:cubicBezTo>
                  <a:cubicBezTo>
                    <a:pt x="37" y="1312"/>
                    <a:pt x="1" y="1517"/>
                    <a:pt x="1" y="1517"/>
                  </a:cubicBezTo>
                  <a:cubicBezTo>
                    <a:pt x="170" y="1330"/>
                    <a:pt x="465" y="1294"/>
                    <a:pt x="465" y="1294"/>
                  </a:cubicBezTo>
                  <a:lnTo>
                    <a:pt x="465" y="1294"/>
                  </a:lnTo>
                  <a:cubicBezTo>
                    <a:pt x="81" y="1482"/>
                    <a:pt x="19" y="1812"/>
                    <a:pt x="19" y="1812"/>
                  </a:cubicBezTo>
                  <a:cubicBezTo>
                    <a:pt x="144" y="1678"/>
                    <a:pt x="384" y="1607"/>
                    <a:pt x="384" y="1607"/>
                  </a:cubicBezTo>
                  <a:lnTo>
                    <a:pt x="384" y="1607"/>
                  </a:lnTo>
                  <a:cubicBezTo>
                    <a:pt x="126" y="1803"/>
                    <a:pt x="54" y="2079"/>
                    <a:pt x="54" y="2079"/>
                  </a:cubicBezTo>
                  <a:cubicBezTo>
                    <a:pt x="215" y="1847"/>
                    <a:pt x="518" y="1740"/>
                    <a:pt x="518" y="1740"/>
                  </a:cubicBezTo>
                  <a:lnTo>
                    <a:pt x="518" y="1740"/>
                  </a:lnTo>
                  <a:cubicBezTo>
                    <a:pt x="393" y="1901"/>
                    <a:pt x="349" y="2115"/>
                    <a:pt x="349" y="2115"/>
                  </a:cubicBezTo>
                  <a:cubicBezTo>
                    <a:pt x="545" y="1678"/>
                    <a:pt x="893" y="1607"/>
                    <a:pt x="893" y="1607"/>
                  </a:cubicBezTo>
                  <a:lnTo>
                    <a:pt x="893" y="1607"/>
                  </a:lnTo>
                  <a:cubicBezTo>
                    <a:pt x="554" y="1785"/>
                    <a:pt x="500" y="2249"/>
                    <a:pt x="500" y="2249"/>
                  </a:cubicBezTo>
                  <a:cubicBezTo>
                    <a:pt x="661" y="1812"/>
                    <a:pt x="973" y="1678"/>
                    <a:pt x="973" y="1678"/>
                  </a:cubicBezTo>
                  <a:lnTo>
                    <a:pt x="973" y="1678"/>
                  </a:lnTo>
                  <a:cubicBezTo>
                    <a:pt x="634" y="2053"/>
                    <a:pt x="768" y="2472"/>
                    <a:pt x="768" y="2472"/>
                  </a:cubicBezTo>
                  <a:cubicBezTo>
                    <a:pt x="768" y="2106"/>
                    <a:pt x="946" y="1919"/>
                    <a:pt x="946" y="1919"/>
                  </a:cubicBezTo>
                  <a:lnTo>
                    <a:pt x="946" y="1919"/>
                  </a:lnTo>
                  <a:cubicBezTo>
                    <a:pt x="866" y="2124"/>
                    <a:pt x="902" y="2293"/>
                    <a:pt x="902" y="2293"/>
                  </a:cubicBezTo>
                  <a:cubicBezTo>
                    <a:pt x="973" y="1901"/>
                    <a:pt x="1187" y="1749"/>
                    <a:pt x="1187" y="1749"/>
                  </a:cubicBezTo>
                  <a:lnTo>
                    <a:pt x="1187" y="1749"/>
                  </a:lnTo>
                  <a:cubicBezTo>
                    <a:pt x="1062" y="1972"/>
                    <a:pt x="1089" y="2329"/>
                    <a:pt x="1089" y="2329"/>
                  </a:cubicBezTo>
                  <a:cubicBezTo>
                    <a:pt x="1152" y="1928"/>
                    <a:pt x="1357" y="1696"/>
                    <a:pt x="1357" y="1696"/>
                  </a:cubicBezTo>
                  <a:lnTo>
                    <a:pt x="1357" y="1696"/>
                  </a:lnTo>
                  <a:cubicBezTo>
                    <a:pt x="1196" y="2088"/>
                    <a:pt x="1357" y="2517"/>
                    <a:pt x="1357" y="2517"/>
                  </a:cubicBezTo>
                  <a:cubicBezTo>
                    <a:pt x="1303" y="1830"/>
                    <a:pt x="1607" y="1624"/>
                    <a:pt x="1607" y="1624"/>
                  </a:cubicBezTo>
                  <a:cubicBezTo>
                    <a:pt x="1607" y="1624"/>
                    <a:pt x="1901" y="1830"/>
                    <a:pt x="1847" y="2517"/>
                  </a:cubicBezTo>
                  <a:cubicBezTo>
                    <a:pt x="1847" y="2517"/>
                    <a:pt x="2017" y="2088"/>
                    <a:pt x="1856" y="1696"/>
                  </a:cubicBezTo>
                  <a:lnTo>
                    <a:pt x="1856" y="1696"/>
                  </a:lnTo>
                  <a:cubicBezTo>
                    <a:pt x="1856" y="1696"/>
                    <a:pt x="2062" y="1928"/>
                    <a:pt x="2124" y="2329"/>
                  </a:cubicBezTo>
                  <a:cubicBezTo>
                    <a:pt x="2124" y="2329"/>
                    <a:pt x="2151" y="1972"/>
                    <a:pt x="2017" y="1749"/>
                  </a:cubicBezTo>
                  <a:lnTo>
                    <a:pt x="2017" y="1749"/>
                  </a:lnTo>
                  <a:cubicBezTo>
                    <a:pt x="2017" y="1749"/>
                    <a:pt x="2231" y="1901"/>
                    <a:pt x="2302" y="2293"/>
                  </a:cubicBezTo>
                  <a:cubicBezTo>
                    <a:pt x="2302" y="2293"/>
                    <a:pt x="2338" y="2124"/>
                    <a:pt x="2267" y="1919"/>
                  </a:cubicBezTo>
                  <a:lnTo>
                    <a:pt x="2267" y="1919"/>
                  </a:lnTo>
                  <a:cubicBezTo>
                    <a:pt x="2267" y="1919"/>
                    <a:pt x="2436" y="2106"/>
                    <a:pt x="2436" y="2472"/>
                  </a:cubicBezTo>
                  <a:cubicBezTo>
                    <a:pt x="2436" y="2472"/>
                    <a:pt x="2570" y="2053"/>
                    <a:pt x="2240" y="1678"/>
                  </a:cubicBezTo>
                  <a:lnTo>
                    <a:pt x="2240" y="1678"/>
                  </a:lnTo>
                  <a:cubicBezTo>
                    <a:pt x="2240" y="1678"/>
                    <a:pt x="2552" y="1812"/>
                    <a:pt x="2713" y="2249"/>
                  </a:cubicBezTo>
                  <a:cubicBezTo>
                    <a:pt x="2713" y="2249"/>
                    <a:pt x="2659" y="1785"/>
                    <a:pt x="2311" y="1607"/>
                  </a:cubicBezTo>
                  <a:lnTo>
                    <a:pt x="2311" y="1607"/>
                  </a:lnTo>
                  <a:cubicBezTo>
                    <a:pt x="2311" y="1607"/>
                    <a:pt x="2668" y="1678"/>
                    <a:pt x="2856" y="2115"/>
                  </a:cubicBezTo>
                  <a:cubicBezTo>
                    <a:pt x="2856" y="2115"/>
                    <a:pt x="2820" y="1901"/>
                    <a:pt x="2695" y="1740"/>
                  </a:cubicBezTo>
                  <a:lnTo>
                    <a:pt x="2695" y="1740"/>
                  </a:lnTo>
                  <a:cubicBezTo>
                    <a:pt x="2695" y="1740"/>
                    <a:pt x="2989" y="1847"/>
                    <a:pt x="3159" y="2079"/>
                  </a:cubicBezTo>
                  <a:cubicBezTo>
                    <a:pt x="3159" y="2079"/>
                    <a:pt x="3079" y="1803"/>
                    <a:pt x="2829" y="1607"/>
                  </a:cubicBezTo>
                  <a:lnTo>
                    <a:pt x="2829" y="1607"/>
                  </a:lnTo>
                  <a:cubicBezTo>
                    <a:pt x="2829" y="1607"/>
                    <a:pt x="3070" y="1678"/>
                    <a:pt x="3195" y="1812"/>
                  </a:cubicBezTo>
                  <a:cubicBezTo>
                    <a:pt x="3195" y="1812"/>
                    <a:pt x="3132" y="1482"/>
                    <a:pt x="2740" y="1294"/>
                  </a:cubicBezTo>
                  <a:lnTo>
                    <a:pt x="2740" y="1294"/>
                  </a:lnTo>
                  <a:cubicBezTo>
                    <a:pt x="2740" y="1294"/>
                    <a:pt x="3043" y="1330"/>
                    <a:pt x="3212" y="1517"/>
                  </a:cubicBezTo>
                  <a:cubicBezTo>
                    <a:pt x="3212" y="1517"/>
                    <a:pt x="3177" y="1312"/>
                    <a:pt x="2927" y="1205"/>
                  </a:cubicBezTo>
                  <a:cubicBezTo>
                    <a:pt x="2792" y="1145"/>
                    <a:pt x="2653" y="1130"/>
                    <a:pt x="2550" y="1130"/>
                  </a:cubicBezTo>
                  <a:cubicBezTo>
                    <a:pt x="2455" y="1130"/>
                    <a:pt x="2392" y="1143"/>
                    <a:pt x="2392" y="1143"/>
                  </a:cubicBezTo>
                  <a:cubicBezTo>
                    <a:pt x="2392" y="1143"/>
                    <a:pt x="2481" y="1053"/>
                    <a:pt x="2668" y="1053"/>
                  </a:cubicBezTo>
                  <a:cubicBezTo>
                    <a:pt x="2679" y="1053"/>
                    <a:pt x="2690" y="1053"/>
                    <a:pt x="2700" y="1053"/>
                  </a:cubicBezTo>
                  <a:cubicBezTo>
                    <a:pt x="2900" y="1053"/>
                    <a:pt x="3066" y="1132"/>
                    <a:pt x="3168" y="1259"/>
                  </a:cubicBezTo>
                  <a:cubicBezTo>
                    <a:pt x="3168" y="1259"/>
                    <a:pt x="3123" y="1062"/>
                    <a:pt x="2900" y="964"/>
                  </a:cubicBezTo>
                  <a:cubicBezTo>
                    <a:pt x="2826" y="929"/>
                    <a:pt x="2738" y="917"/>
                    <a:pt x="2653" y="917"/>
                  </a:cubicBezTo>
                  <a:cubicBezTo>
                    <a:pt x="2484" y="917"/>
                    <a:pt x="2329" y="964"/>
                    <a:pt x="2329" y="964"/>
                  </a:cubicBezTo>
                  <a:cubicBezTo>
                    <a:pt x="2329" y="964"/>
                    <a:pt x="2472" y="795"/>
                    <a:pt x="2802" y="741"/>
                  </a:cubicBezTo>
                  <a:cubicBezTo>
                    <a:pt x="2802" y="741"/>
                    <a:pt x="2756" y="736"/>
                    <a:pt x="2688" y="736"/>
                  </a:cubicBezTo>
                  <a:cubicBezTo>
                    <a:pt x="2608" y="736"/>
                    <a:pt x="2497" y="743"/>
                    <a:pt x="2392" y="777"/>
                  </a:cubicBezTo>
                  <a:cubicBezTo>
                    <a:pt x="2392" y="777"/>
                    <a:pt x="2552" y="563"/>
                    <a:pt x="3025" y="545"/>
                  </a:cubicBezTo>
                  <a:cubicBezTo>
                    <a:pt x="3025" y="545"/>
                    <a:pt x="2934" y="511"/>
                    <a:pt x="2760" y="511"/>
                  </a:cubicBezTo>
                  <a:cubicBezTo>
                    <a:pt x="2717" y="511"/>
                    <a:pt x="2668" y="513"/>
                    <a:pt x="2615" y="518"/>
                  </a:cubicBezTo>
                  <a:cubicBezTo>
                    <a:pt x="2347" y="545"/>
                    <a:pt x="2169" y="688"/>
                    <a:pt x="2169" y="688"/>
                  </a:cubicBezTo>
                  <a:cubicBezTo>
                    <a:pt x="2169" y="688"/>
                    <a:pt x="2374" y="411"/>
                    <a:pt x="2686" y="313"/>
                  </a:cubicBezTo>
                  <a:lnTo>
                    <a:pt x="2686" y="313"/>
                  </a:lnTo>
                  <a:cubicBezTo>
                    <a:pt x="2686" y="313"/>
                    <a:pt x="2195" y="322"/>
                    <a:pt x="1946" y="661"/>
                  </a:cubicBezTo>
                  <a:cubicBezTo>
                    <a:pt x="1946" y="661"/>
                    <a:pt x="2017" y="304"/>
                    <a:pt x="2392" y="45"/>
                  </a:cubicBezTo>
                  <a:lnTo>
                    <a:pt x="2392" y="45"/>
                  </a:lnTo>
                  <a:cubicBezTo>
                    <a:pt x="2392" y="45"/>
                    <a:pt x="2053" y="161"/>
                    <a:pt x="1847" y="500"/>
                  </a:cubicBezTo>
                  <a:cubicBezTo>
                    <a:pt x="1847" y="500"/>
                    <a:pt x="1883" y="286"/>
                    <a:pt x="1955"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0" name="Google Shape;10280;p163"/>
            <p:cNvGrpSpPr/>
            <p:nvPr/>
          </p:nvGrpSpPr>
          <p:grpSpPr>
            <a:xfrm>
              <a:off x="5106389" y="3947572"/>
              <a:ext cx="659136" cy="1697576"/>
              <a:chOff x="4025327" y="4080797"/>
              <a:chExt cx="659136" cy="1697576"/>
            </a:xfrm>
          </p:grpSpPr>
          <p:sp>
            <p:nvSpPr>
              <p:cNvPr id="10281" name="Google Shape;10281;p163"/>
              <p:cNvSpPr/>
              <p:nvPr/>
            </p:nvSpPr>
            <p:spPr>
              <a:xfrm>
                <a:off x="4302184" y="4412109"/>
                <a:ext cx="105413" cy="1366264"/>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163"/>
              <p:cNvSpPr/>
              <p:nvPr/>
            </p:nvSpPr>
            <p:spPr>
              <a:xfrm>
                <a:off x="4346648" y="4412109"/>
                <a:ext cx="60948" cy="1366264"/>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163"/>
              <p:cNvSpPr/>
              <p:nvPr/>
            </p:nvSpPr>
            <p:spPr>
              <a:xfrm>
                <a:off x="4025327" y="4080797"/>
                <a:ext cx="659136" cy="514779"/>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163"/>
              <p:cNvSpPr/>
              <p:nvPr/>
            </p:nvSpPr>
            <p:spPr>
              <a:xfrm>
                <a:off x="4158719" y="4201478"/>
                <a:ext cx="392246" cy="307911"/>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85" name="Google Shape;10285;p163"/>
          <p:cNvGrpSpPr/>
          <p:nvPr/>
        </p:nvGrpSpPr>
        <p:grpSpPr>
          <a:xfrm>
            <a:off x="2099002" y="3455897"/>
            <a:ext cx="7059754" cy="1819833"/>
            <a:chOff x="5739616" y="2566077"/>
            <a:chExt cx="1105003" cy="284838"/>
          </a:xfrm>
        </p:grpSpPr>
        <p:sp>
          <p:nvSpPr>
            <p:cNvPr id="10286" name="Google Shape;10286;p163"/>
            <p:cNvSpPr/>
            <p:nvPr/>
          </p:nvSpPr>
          <p:spPr>
            <a:xfrm>
              <a:off x="5797294" y="2673334"/>
              <a:ext cx="1047323" cy="177581"/>
            </a:xfrm>
            <a:custGeom>
              <a:rect b="b" l="l" r="r" t="t"/>
              <a:pathLst>
                <a:path extrusionOk="0" h="4889" w="28834">
                  <a:moveTo>
                    <a:pt x="28833" y="0"/>
                  </a:moveTo>
                  <a:lnTo>
                    <a:pt x="1" y="4889"/>
                  </a:lnTo>
                  <a:lnTo>
                    <a:pt x="28833" y="4889"/>
                  </a:lnTo>
                  <a:lnTo>
                    <a:pt x="2883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163"/>
            <p:cNvSpPr/>
            <p:nvPr/>
          </p:nvSpPr>
          <p:spPr>
            <a:xfrm>
              <a:off x="5797294" y="2673334"/>
              <a:ext cx="1047323" cy="177581"/>
            </a:xfrm>
            <a:custGeom>
              <a:rect b="b" l="l" r="r" t="t"/>
              <a:pathLst>
                <a:path extrusionOk="0" h="4889" w="28834">
                  <a:moveTo>
                    <a:pt x="28833" y="0"/>
                  </a:moveTo>
                  <a:lnTo>
                    <a:pt x="1" y="4889"/>
                  </a:lnTo>
                  <a:lnTo>
                    <a:pt x="2097" y="4889"/>
                  </a:lnTo>
                  <a:lnTo>
                    <a:pt x="28833" y="357"/>
                  </a:lnTo>
                  <a:lnTo>
                    <a:pt x="28833"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163"/>
            <p:cNvSpPr/>
            <p:nvPr/>
          </p:nvSpPr>
          <p:spPr>
            <a:xfrm>
              <a:off x="5739616" y="2647727"/>
              <a:ext cx="1105003" cy="203188"/>
            </a:xfrm>
            <a:custGeom>
              <a:rect b="b" l="l" r="r" t="t"/>
              <a:pathLst>
                <a:path extrusionOk="0" h="5594" w="30422">
                  <a:moveTo>
                    <a:pt x="30421" y="0"/>
                  </a:moveTo>
                  <a:lnTo>
                    <a:pt x="1" y="5166"/>
                  </a:lnTo>
                  <a:lnTo>
                    <a:pt x="1" y="5594"/>
                  </a:lnTo>
                  <a:lnTo>
                    <a:pt x="1589" y="5594"/>
                  </a:lnTo>
                  <a:lnTo>
                    <a:pt x="30421" y="705"/>
                  </a:lnTo>
                  <a:lnTo>
                    <a:pt x="30421"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163"/>
            <p:cNvSpPr/>
            <p:nvPr/>
          </p:nvSpPr>
          <p:spPr>
            <a:xfrm>
              <a:off x="5764568" y="2760142"/>
              <a:ext cx="19469" cy="1671"/>
            </a:xfrm>
            <a:custGeom>
              <a:rect b="b" l="l" r="r" t="t"/>
              <a:pathLst>
                <a:path extrusionOk="0" h="46" w="536">
                  <a:moveTo>
                    <a:pt x="277" y="1"/>
                  </a:moveTo>
                  <a:lnTo>
                    <a:pt x="1" y="45"/>
                  </a:lnTo>
                  <a:lnTo>
                    <a:pt x="259" y="45"/>
                  </a:lnTo>
                  <a:lnTo>
                    <a:pt x="536"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163"/>
            <p:cNvSpPr/>
            <p:nvPr/>
          </p:nvSpPr>
          <p:spPr>
            <a:xfrm>
              <a:off x="5773976" y="2760142"/>
              <a:ext cx="10061" cy="85903"/>
            </a:xfrm>
            <a:custGeom>
              <a:rect b="b" l="l" r="r" t="t"/>
              <a:pathLst>
                <a:path extrusionOk="0" h="2365" w="277">
                  <a:moveTo>
                    <a:pt x="277" y="1"/>
                  </a:moveTo>
                  <a:lnTo>
                    <a:pt x="0" y="45"/>
                  </a:lnTo>
                  <a:lnTo>
                    <a:pt x="0" y="2365"/>
                  </a:lnTo>
                  <a:lnTo>
                    <a:pt x="277" y="2311"/>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163"/>
            <p:cNvSpPr/>
            <p:nvPr/>
          </p:nvSpPr>
          <p:spPr>
            <a:xfrm>
              <a:off x="5764568" y="2761776"/>
              <a:ext cx="9444" cy="84268"/>
            </a:xfrm>
            <a:custGeom>
              <a:rect b="b" l="l" r="r" t="t"/>
              <a:pathLst>
                <a:path extrusionOk="0" h="2320" w="260">
                  <a:moveTo>
                    <a:pt x="1" y="0"/>
                  </a:moveTo>
                  <a:lnTo>
                    <a:pt x="1" y="2320"/>
                  </a:lnTo>
                  <a:lnTo>
                    <a:pt x="259" y="2320"/>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163"/>
            <p:cNvSpPr/>
            <p:nvPr/>
          </p:nvSpPr>
          <p:spPr>
            <a:xfrm>
              <a:off x="5833579" y="2748156"/>
              <a:ext cx="19505" cy="1998"/>
            </a:xfrm>
            <a:custGeom>
              <a:rect b="b" l="l" r="r" t="t"/>
              <a:pathLst>
                <a:path extrusionOk="0" h="55" w="537">
                  <a:moveTo>
                    <a:pt x="277" y="1"/>
                  </a:moveTo>
                  <a:lnTo>
                    <a:pt x="1" y="54"/>
                  </a:lnTo>
                  <a:lnTo>
                    <a:pt x="260" y="54"/>
                  </a:lnTo>
                  <a:lnTo>
                    <a:pt x="536"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163"/>
            <p:cNvSpPr/>
            <p:nvPr/>
          </p:nvSpPr>
          <p:spPr>
            <a:xfrm>
              <a:off x="5842986" y="2748156"/>
              <a:ext cx="10098" cy="85903"/>
            </a:xfrm>
            <a:custGeom>
              <a:rect b="b" l="l" r="r" t="t"/>
              <a:pathLst>
                <a:path extrusionOk="0" h="2365" w="278">
                  <a:moveTo>
                    <a:pt x="277" y="1"/>
                  </a:moveTo>
                  <a:lnTo>
                    <a:pt x="1" y="54"/>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163"/>
            <p:cNvSpPr/>
            <p:nvPr/>
          </p:nvSpPr>
          <p:spPr>
            <a:xfrm>
              <a:off x="5833579" y="2750117"/>
              <a:ext cx="9444" cy="83941"/>
            </a:xfrm>
            <a:custGeom>
              <a:rect b="b" l="l" r="r" t="t"/>
              <a:pathLst>
                <a:path extrusionOk="0" h="2311" w="260">
                  <a:moveTo>
                    <a:pt x="1" y="0"/>
                  </a:moveTo>
                  <a:lnTo>
                    <a:pt x="1" y="2311"/>
                  </a:lnTo>
                  <a:lnTo>
                    <a:pt x="260" y="2311"/>
                  </a:lnTo>
                  <a:lnTo>
                    <a:pt x="260"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163"/>
            <p:cNvSpPr/>
            <p:nvPr/>
          </p:nvSpPr>
          <p:spPr>
            <a:xfrm>
              <a:off x="5902626" y="2736497"/>
              <a:ext cx="19469" cy="1998"/>
            </a:xfrm>
            <a:custGeom>
              <a:rect b="b" l="l" r="r" t="t"/>
              <a:pathLst>
                <a:path extrusionOk="0" h="55" w="536">
                  <a:moveTo>
                    <a:pt x="277" y="1"/>
                  </a:moveTo>
                  <a:lnTo>
                    <a:pt x="0" y="54"/>
                  </a:lnTo>
                  <a:lnTo>
                    <a:pt x="259" y="54"/>
                  </a:lnTo>
                  <a:lnTo>
                    <a:pt x="535"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163"/>
            <p:cNvSpPr/>
            <p:nvPr/>
          </p:nvSpPr>
          <p:spPr>
            <a:xfrm>
              <a:off x="5911997" y="2736497"/>
              <a:ext cx="10098" cy="85903"/>
            </a:xfrm>
            <a:custGeom>
              <a:rect b="b" l="l" r="r" t="t"/>
              <a:pathLst>
                <a:path extrusionOk="0" h="2365" w="278">
                  <a:moveTo>
                    <a:pt x="277" y="1"/>
                  </a:moveTo>
                  <a:lnTo>
                    <a:pt x="1" y="54"/>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163"/>
            <p:cNvSpPr/>
            <p:nvPr/>
          </p:nvSpPr>
          <p:spPr>
            <a:xfrm>
              <a:off x="5902626" y="2738458"/>
              <a:ext cx="9408" cy="83941"/>
            </a:xfrm>
            <a:custGeom>
              <a:rect b="b" l="l" r="r" t="t"/>
              <a:pathLst>
                <a:path extrusionOk="0" h="2311" w="259">
                  <a:moveTo>
                    <a:pt x="0" y="0"/>
                  </a:moveTo>
                  <a:lnTo>
                    <a:pt x="0" y="2311"/>
                  </a:lnTo>
                  <a:lnTo>
                    <a:pt x="259" y="2311"/>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163"/>
            <p:cNvSpPr/>
            <p:nvPr/>
          </p:nvSpPr>
          <p:spPr>
            <a:xfrm>
              <a:off x="5971636" y="2724838"/>
              <a:ext cx="19469" cy="1671"/>
            </a:xfrm>
            <a:custGeom>
              <a:rect b="b" l="l" r="r" t="t"/>
              <a:pathLst>
                <a:path extrusionOk="0" h="46" w="536">
                  <a:moveTo>
                    <a:pt x="277" y="0"/>
                  </a:moveTo>
                  <a:lnTo>
                    <a:pt x="0" y="45"/>
                  </a:lnTo>
                  <a:lnTo>
                    <a:pt x="259" y="45"/>
                  </a:lnTo>
                  <a:lnTo>
                    <a:pt x="535"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163"/>
            <p:cNvSpPr/>
            <p:nvPr/>
          </p:nvSpPr>
          <p:spPr>
            <a:xfrm>
              <a:off x="5981007" y="2724838"/>
              <a:ext cx="10098" cy="85903"/>
            </a:xfrm>
            <a:custGeom>
              <a:rect b="b" l="l" r="r" t="t"/>
              <a:pathLst>
                <a:path extrusionOk="0" h="2365" w="278">
                  <a:moveTo>
                    <a:pt x="277" y="0"/>
                  </a:moveTo>
                  <a:lnTo>
                    <a:pt x="1" y="45"/>
                  </a:lnTo>
                  <a:lnTo>
                    <a:pt x="1" y="2365"/>
                  </a:lnTo>
                  <a:lnTo>
                    <a:pt x="277" y="2320"/>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163"/>
            <p:cNvSpPr/>
            <p:nvPr/>
          </p:nvSpPr>
          <p:spPr>
            <a:xfrm>
              <a:off x="5971636" y="2726472"/>
              <a:ext cx="9408" cy="84268"/>
            </a:xfrm>
            <a:custGeom>
              <a:rect b="b" l="l" r="r" t="t"/>
              <a:pathLst>
                <a:path extrusionOk="0" h="2320" w="259">
                  <a:moveTo>
                    <a:pt x="0" y="0"/>
                  </a:moveTo>
                  <a:lnTo>
                    <a:pt x="0" y="2320"/>
                  </a:lnTo>
                  <a:lnTo>
                    <a:pt x="259" y="2320"/>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163"/>
            <p:cNvSpPr/>
            <p:nvPr/>
          </p:nvSpPr>
          <p:spPr>
            <a:xfrm>
              <a:off x="6040647" y="2713178"/>
              <a:ext cx="19469" cy="1635"/>
            </a:xfrm>
            <a:custGeom>
              <a:rect b="b" l="l" r="r" t="t"/>
              <a:pathLst>
                <a:path extrusionOk="0" h="45" w="536">
                  <a:moveTo>
                    <a:pt x="277" y="0"/>
                  </a:moveTo>
                  <a:lnTo>
                    <a:pt x="0" y="45"/>
                  </a:lnTo>
                  <a:lnTo>
                    <a:pt x="259" y="45"/>
                  </a:lnTo>
                  <a:lnTo>
                    <a:pt x="536"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163"/>
            <p:cNvSpPr/>
            <p:nvPr/>
          </p:nvSpPr>
          <p:spPr>
            <a:xfrm>
              <a:off x="6050054" y="2713178"/>
              <a:ext cx="10061" cy="85903"/>
            </a:xfrm>
            <a:custGeom>
              <a:rect b="b" l="l" r="r" t="t"/>
              <a:pathLst>
                <a:path extrusionOk="0" h="2365" w="277">
                  <a:moveTo>
                    <a:pt x="277" y="0"/>
                  </a:moveTo>
                  <a:lnTo>
                    <a:pt x="0" y="45"/>
                  </a:lnTo>
                  <a:lnTo>
                    <a:pt x="0" y="2364"/>
                  </a:lnTo>
                  <a:lnTo>
                    <a:pt x="277" y="2320"/>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163"/>
            <p:cNvSpPr/>
            <p:nvPr/>
          </p:nvSpPr>
          <p:spPr>
            <a:xfrm>
              <a:off x="6040647" y="2714777"/>
              <a:ext cx="9444" cy="84305"/>
            </a:xfrm>
            <a:custGeom>
              <a:rect b="b" l="l" r="r" t="t"/>
              <a:pathLst>
                <a:path extrusionOk="0" h="2321" w="260">
                  <a:moveTo>
                    <a:pt x="0" y="1"/>
                  </a:moveTo>
                  <a:lnTo>
                    <a:pt x="0" y="2320"/>
                  </a:lnTo>
                  <a:lnTo>
                    <a:pt x="259" y="2320"/>
                  </a:lnTo>
                  <a:lnTo>
                    <a:pt x="259"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163"/>
            <p:cNvSpPr/>
            <p:nvPr/>
          </p:nvSpPr>
          <p:spPr>
            <a:xfrm>
              <a:off x="6109985" y="2701519"/>
              <a:ext cx="19469" cy="1635"/>
            </a:xfrm>
            <a:custGeom>
              <a:rect b="b" l="l" r="r" t="t"/>
              <a:pathLst>
                <a:path extrusionOk="0" h="45" w="536">
                  <a:moveTo>
                    <a:pt x="277" y="0"/>
                  </a:moveTo>
                  <a:lnTo>
                    <a:pt x="0" y="45"/>
                  </a:lnTo>
                  <a:lnTo>
                    <a:pt x="259" y="45"/>
                  </a:lnTo>
                  <a:lnTo>
                    <a:pt x="536"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163"/>
            <p:cNvSpPr/>
            <p:nvPr/>
          </p:nvSpPr>
          <p:spPr>
            <a:xfrm>
              <a:off x="6119392" y="2701519"/>
              <a:ext cx="10061" cy="85903"/>
            </a:xfrm>
            <a:custGeom>
              <a:rect b="b" l="l" r="r" t="t"/>
              <a:pathLst>
                <a:path extrusionOk="0" h="2365" w="277">
                  <a:moveTo>
                    <a:pt x="277" y="0"/>
                  </a:moveTo>
                  <a:lnTo>
                    <a:pt x="0" y="45"/>
                  </a:lnTo>
                  <a:lnTo>
                    <a:pt x="0" y="2364"/>
                  </a:lnTo>
                  <a:lnTo>
                    <a:pt x="277" y="2311"/>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163"/>
            <p:cNvSpPr/>
            <p:nvPr/>
          </p:nvSpPr>
          <p:spPr>
            <a:xfrm>
              <a:off x="6109985" y="2703117"/>
              <a:ext cx="9444" cy="84305"/>
            </a:xfrm>
            <a:custGeom>
              <a:rect b="b" l="l" r="r" t="t"/>
              <a:pathLst>
                <a:path extrusionOk="0" h="2321" w="260">
                  <a:moveTo>
                    <a:pt x="0" y="1"/>
                  </a:moveTo>
                  <a:lnTo>
                    <a:pt x="0" y="2320"/>
                  </a:lnTo>
                  <a:lnTo>
                    <a:pt x="259" y="2320"/>
                  </a:lnTo>
                  <a:lnTo>
                    <a:pt x="259"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163"/>
            <p:cNvSpPr/>
            <p:nvPr/>
          </p:nvSpPr>
          <p:spPr>
            <a:xfrm>
              <a:off x="6178995" y="2689824"/>
              <a:ext cx="19469" cy="1671"/>
            </a:xfrm>
            <a:custGeom>
              <a:rect b="b" l="l" r="r" t="t"/>
              <a:pathLst>
                <a:path extrusionOk="0" h="46" w="536">
                  <a:moveTo>
                    <a:pt x="277" y="1"/>
                  </a:moveTo>
                  <a:lnTo>
                    <a:pt x="1" y="46"/>
                  </a:lnTo>
                  <a:lnTo>
                    <a:pt x="259" y="46"/>
                  </a:lnTo>
                  <a:lnTo>
                    <a:pt x="536"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163"/>
            <p:cNvSpPr/>
            <p:nvPr/>
          </p:nvSpPr>
          <p:spPr>
            <a:xfrm>
              <a:off x="6188402" y="2689824"/>
              <a:ext cx="10061" cy="85939"/>
            </a:xfrm>
            <a:custGeom>
              <a:rect b="b" l="l" r="r" t="t"/>
              <a:pathLst>
                <a:path extrusionOk="0" h="2366" w="277">
                  <a:moveTo>
                    <a:pt x="277" y="1"/>
                  </a:moveTo>
                  <a:lnTo>
                    <a:pt x="0" y="46"/>
                  </a:lnTo>
                  <a:lnTo>
                    <a:pt x="0" y="2365"/>
                  </a:lnTo>
                  <a:lnTo>
                    <a:pt x="277" y="2312"/>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163"/>
            <p:cNvSpPr/>
            <p:nvPr/>
          </p:nvSpPr>
          <p:spPr>
            <a:xfrm>
              <a:off x="6178995" y="2691458"/>
              <a:ext cx="9444" cy="84305"/>
            </a:xfrm>
            <a:custGeom>
              <a:rect b="b" l="l" r="r" t="t"/>
              <a:pathLst>
                <a:path extrusionOk="0" h="2321" w="260">
                  <a:moveTo>
                    <a:pt x="1" y="1"/>
                  </a:moveTo>
                  <a:lnTo>
                    <a:pt x="1" y="2320"/>
                  </a:lnTo>
                  <a:lnTo>
                    <a:pt x="259" y="2320"/>
                  </a:lnTo>
                  <a:lnTo>
                    <a:pt x="259"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163"/>
            <p:cNvSpPr/>
            <p:nvPr/>
          </p:nvSpPr>
          <p:spPr>
            <a:xfrm>
              <a:off x="6248006" y="2677838"/>
              <a:ext cx="19505" cy="1998"/>
            </a:xfrm>
            <a:custGeom>
              <a:rect b="b" l="l" r="r" t="t"/>
              <a:pathLst>
                <a:path extrusionOk="0" h="55" w="537">
                  <a:moveTo>
                    <a:pt x="277" y="1"/>
                  </a:moveTo>
                  <a:lnTo>
                    <a:pt x="1" y="54"/>
                  </a:lnTo>
                  <a:lnTo>
                    <a:pt x="260" y="54"/>
                  </a:lnTo>
                  <a:lnTo>
                    <a:pt x="536"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163"/>
            <p:cNvSpPr/>
            <p:nvPr/>
          </p:nvSpPr>
          <p:spPr>
            <a:xfrm>
              <a:off x="6257413" y="2677838"/>
              <a:ext cx="10098" cy="85903"/>
            </a:xfrm>
            <a:custGeom>
              <a:rect b="b" l="l" r="r" t="t"/>
              <a:pathLst>
                <a:path extrusionOk="0" h="2365" w="278">
                  <a:moveTo>
                    <a:pt x="277" y="1"/>
                  </a:moveTo>
                  <a:lnTo>
                    <a:pt x="1" y="54"/>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163"/>
            <p:cNvSpPr/>
            <p:nvPr/>
          </p:nvSpPr>
          <p:spPr>
            <a:xfrm>
              <a:off x="6248006" y="2679799"/>
              <a:ext cx="9444" cy="83941"/>
            </a:xfrm>
            <a:custGeom>
              <a:rect b="b" l="l" r="r" t="t"/>
              <a:pathLst>
                <a:path extrusionOk="0" h="2311" w="260">
                  <a:moveTo>
                    <a:pt x="1" y="0"/>
                  </a:moveTo>
                  <a:lnTo>
                    <a:pt x="1" y="2311"/>
                  </a:lnTo>
                  <a:lnTo>
                    <a:pt x="260" y="2311"/>
                  </a:lnTo>
                  <a:lnTo>
                    <a:pt x="260"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163"/>
            <p:cNvSpPr/>
            <p:nvPr/>
          </p:nvSpPr>
          <p:spPr>
            <a:xfrm>
              <a:off x="6317053" y="2666179"/>
              <a:ext cx="19469" cy="1998"/>
            </a:xfrm>
            <a:custGeom>
              <a:rect b="b" l="l" r="r" t="t"/>
              <a:pathLst>
                <a:path extrusionOk="0" h="55" w="536">
                  <a:moveTo>
                    <a:pt x="277" y="1"/>
                  </a:moveTo>
                  <a:lnTo>
                    <a:pt x="0" y="54"/>
                  </a:lnTo>
                  <a:lnTo>
                    <a:pt x="259" y="54"/>
                  </a:lnTo>
                  <a:lnTo>
                    <a:pt x="535"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163"/>
            <p:cNvSpPr/>
            <p:nvPr/>
          </p:nvSpPr>
          <p:spPr>
            <a:xfrm>
              <a:off x="6326424" y="2666179"/>
              <a:ext cx="10098" cy="85903"/>
            </a:xfrm>
            <a:custGeom>
              <a:rect b="b" l="l" r="r" t="t"/>
              <a:pathLst>
                <a:path extrusionOk="0" h="2365" w="278">
                  <a:moveTo>
                    <a:pt x="277" y="1"/>
                  </a:moveTo>
                  <a:lnTo>
                    <a:pt x="1" y="54"/>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163"/>
            <p:cNvSpPr/>
            <p:nvPr/>
          </p:nvSpPr>
          <p:spPr>
            <a:xfrm>
              <a:off x="6317053" y="2668140"/>
              <a:ext cx="9408" cy="83941"/>
            </a:xfrm>
            <a:custGeom>
              <a:rect b="b" l="l" r="r" t="t"/>
              <a:pathLst>
                <a:path extrusionOk="0" h="2311" w="259">
                  <a:moveTo>
                    <a:pt x="0" y="0"/>
                  </a:moveTo>
                  <a:lnTo>
                    <a:pt x="0" y="2311"/>
                  </a:lnTo>
                  <a:lnTo>
                    <a:pt x="259" y="2311"/>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163"/>
            <p:cNvSpPr/>
            <p:nvPr/>
          </p:nvSpPr>
          <p:spPr>
            <a:xfrm>
              <a:off x="6386390" y="2654520"/>
              <a:ext cx="19469" cy="1671"/>
            </a:xfrm>
            <a:custGeom>
              <a:rect b="b" l="l" r="r" t="t"/>
              <a:pathLst>
                <a:path extrusionOk="0" h="46" w="536">
                  <a:moveTo>
                    <a:pt x="277" y="1"/>
                  </a:moveTo>
                  <a:lnTo>
                    <a:pt x="0" y="45"/>
                  </a:lnTo>
                  <a:lnTo>
                    <a:pt x="259" y="45"/>
                  </a:lnTo>
                  <a:lnTo>
                    <a:pt x="535"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163"/>
            <p:cNvSpPr/>
            <p:nvPr/>
          </p:nvSpPr>
          <p:spPr>
            <a:xfrm>
              <a:off x="6395761" y="2654520"/>
              <a:ext cx="10098" cy="85903"/>
            </a:xfrm>
            <a:custGeom>
              <a:rect b="b" l="l" r="r" t="t"/>
              <a:pathLst>
                <a:path extrusionOk="0" h="2365" w="278">
                  <a:moveTo>
                    <a:pt x="277" y="1"/>
                  </a:moveTo>
                  <a:lnTo>
                    <a:pt x="1" y="45"/>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163"/>
            <p:cNvSpPr/>
            <p:nvPr/>
          </p:nvSpPr>
          <p:spPr>
            <a:xfrm>
              <a:off x="6386390" y="2656154"/>
              <a:ext cx="9408" cy="84268"/>
            </a:xfrm>
            <a:custGeom>
              <a:rect b="b" l="l" r="r" t="t"/>
              <a:pathLst>
                <a:path extrusionOk="0" h="2320" w="259">
                  <a:moveTo>
                    <a:pt x="0" y="0"/>
                  </a:moveTo>
                  <a:lnTo>
                    <a:pt x="0" y="2320"/>
                  </a:lnTo>
                  <a:lnTo>
                    <a:pt x="259" y="2320"/>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163"/>
            <p:cNvSpPr/>
            <p:nvPr/>
          </p:nvSpPr>
          <p:spPr>
            <a:xfrm>
              <a:off x="6455401" y="2642860"/>
              <a:ext cx="19469" cy="1671"/>
            </a:xfrm>
            <a:custGeom>
              <a:rect b="b" l="l" r="r" t="t"/>
              <a:pathLst>
                <a:path extrusionOk="0" h="46" w="536">
                  <a:moveTo>
                    <a:pt x="277" y="0"/>
                  </a:moveTo>
                  <a:lnTo>
                    <a:pt x="0" y="45"/>
                  </a:lnTo>
                  <a:lnTo>
                    <a:pt x="259" y="45"/>
                  </a:lnTo>
                  <a:lnTo>
                    <a:pt x="536"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163"/>
            <p:cNvSpPr/>
            <p:nvPr/>
          </p:nvSpPr>
          <p:spPr>
            <a:xfrm>
              <a:off x="6464808" y="2642860"/>
              <a:ext cx="10061" cy="85903"/>
            </a:xfrm>
            <a:custGeom>
              <a:rect b="b" l="l" r="r" t="t"/>
              <a:pathLst>
                <a:path extrusionOk="0" h="2365" w="277">
                  <a:moveTo>
                    <a:pt x="277" y="0"/>
                  </a:moveTo>
                  <a:lnTo>
                    <a:pt x="0" y="45"/>
                  </a:lnTo>
                  <a:lnTo>
                    <a:pt x="0" y="2365"/>
                  </a:lnTo>
                  <a:lnTo>
                    <a:pt x="277" y="2320"/>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163"/>
            <p:cNvSpPr/>
            <p:nvPr/>
          </p:nvSpPr>
          <p:spPr>
            <a:xfrm>
              <a:off x="6455401" y="2644495"/>
              <a:ext cx="9444" cy="84268"/>
            </a:xfrm>
            <a:custGeom>
              <a:rect b="b" l="l" r="r" t="t"/>
              <a:pathLst>
                <a:path extrusionOk="0" h="2320" w="260">
                  <a:moveTo>
                    <a:pt x="0" y="0"/>
                  </a:moveTo>
                  <a:lnTo>
                    <a:pt x="0" y="2320"/>
                  </a:lnTo>
                  <a:lnTo>
                    <a:pt x="259" y="2320"/>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163"/>
            <p:cNvSpPr/>
            <p:nvPr/>
          </p:nvSpPr>
          <p:spPr>
            <a:xfrm>
              <a:off x="6524411" y="2631201"/>
              <a:ext cx="19469" cy="1635"/>
            </a:xfrm>
            <a:custGeom>
              <a:rect b="b" l="l" r="r" t="t"/>
              <a:pathLst>
                <a:path extrusionOk="0" h="45" w="536">
                  <a:moveTo>
                    <a:pt x="277" y="0"/>
                  </a:moveTo>
                  <a:lnTo>
                    <a:pt x="0" y="45"/>
                  </a:lnTo>
                  <a:lnTo>
                    <a:pt x="259" y="45"/>
                  </a:lnTo>
                  <a:lnTo>
                    <a:pt x="536"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163"/>
            <p:cNvSpPr/>
            <p:nvPr/>
          </p:nvSpPr>
          <p:spPr>
            <a:xfrm>
              <a:off x="6533819" y="2631201"/>
              <a:ext cx="10061" cy="85903"/>
            </a:xfrm>
            <a:custGeom>
              <a:rect b="b" l="l" r="r" t="t"/>
              <a:pathLst>
                <a:path extrusionOk="0" h="2365" w="277">
                  <a:moveTo>
                    <a:pt x="277" y="0"/>
                  </a:moveTo>
                  <a:lnTo>
                    <a:pt x="0" y="45"/>
                  </a:lnTo>
                  <a:lnTo>
                    <a:pt x="0" y="2364"/>
                  </a:lnTo>
                  <a:lnTo>
                    <a:pt x="277" y="2311"/>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163"/>
            <p:cNvSpPr/>
            <p:nvPr/>
          </p:nvSpPr>
          <p:spPr>
            <a:xfrm>
              <a:off x="6524411" y="2632799"/>
              <a:ext cx="9444" cy="84305"/>
            </a:xfrm>
            <a:custGeom>
              <a:rect b="b" l="l" r="r" t="t"/>
              <a:pathLst>
                <a:path extrusionOk="0" h="2321" w="260">
                  <a:moveTo>
                    <a:pt x="0" y="1"/>
                  </a:moveTo>
                  <a:lnTo>
                    <a:pt x="0" y="2320"/>
                  </a:lnTo>
                  <a:lnTo>
                    <a:pt x="259" y="2320"/>
                  </a:lnTo>
                  <a:lnTo>
                    <a:pt x="259"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163"/>
            <p:cNvSpPr/>
            <p:nvPr/>
          </p:nvSpPr>
          <p:spPr>
            <a:xfrm>
              <a:off x="6593422" y="2619542"/>
              <a:ext cx="19469" cy="1635"/>
            </a:xfrm>
            <a:custGeom>
              <a:rect b="b" l="l" r="r" t="t"/>
              <a:pathLst>
                <a:path extrusionOk="0" h="45" w="536">
                  <a:moveTo>
                    <a:pt x="277" y="0"/>
                  </a:moveTo>
                  <a:lnTo>
                    <a:pt x="1" y="45"/>
                  </a:lnTo>
                  <a:lnTo>
                    <a:pt x="259" y="45"/>
                  </a:lnTo>
                  <a:lnTo>
                    <a:pt x="536"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163"/>
            <p:cNvSpPr/>
            <p:nvPr/>
          </p:nvSpPr>
          <p:spPr>
            <a:xfrm>
              <a:off x="6602829" y="2619542"/>
              <a:ext cx="10061" cy="85903"/>
            </a:xfrm>
            <a:custGeom>
              <a:rect b="b" l="l" r="r" t="t"/>
              <a:pathLst>
                <a:path extrusionOk="0" h="2365" w="277">
                  <a:moveTo>
                    <a:pt x="277" y="0"/>
                  </a:moveTo>
                  <a:lnTo>
                    <a:pt x="0" y="45"/>
                  </a:lnTo>
                  <a:lnTo>
                    <a:pt x="0" y="2364"/>
                  </a:lnTo>
                  <a:lnTo>
                    <a:pt x="277" y="2311"/>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163"/>
            <p:cNvSpPr/>
            <p:nvPr/>
          </p:nvSpPr>
          <p:spPr>
            <a:xfrm>
              <a:off x="6593422" y="2621140"/>
              <a:ext cx="9444" cy="84305"/>
            </a:xfrm>
            <a:custGeom>
              <a:rect b="b" l="l" r="r" t="t"/>
              <a:pathLst>
                <a:path extrusionOk="0" h="2321" w="260">
                  <a:moveTo>
                    <a:pt x="1" y="1"/>
                  </a:moveTo>
                  <a:lnTo>
                    <a:pt x="1" y="2320"/>
                  </a:lnTo>
                  <a:lnTo>
                    <a:pt x="259" y="2320"/>
                  </a:lnTo>
                  <a:lnTo>
                    <a:pt x="259"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163"/>
            <p:cNvSpPr/>
            <p:nvPr/>
          </p:nvSpPr>
          <p:spPr>
            <a:xfrm>
              <a:off x="6662432" y="2607556"/>
              <a:ext cx="19832" cy="1961"/>
            </a:xfrm>
            <a:custGeom>
              <a:rect b="b" l="l" r="r" t="t"/>
              <a:pathLst>
                <a:path extrusionOk="0" h="54" w="546">
                  <a:moveTo>
                    <a:pt x="277" y="0"/>
                  </a:moveTo>
                  <a:lnTo>
                    <a:pt x="1" y="54"/>
                  </a:lnTo>
                  <a:lnTo>
                    <a:pt x="268" y="54"/>
                  </a:lnTo>
                  <a:lnTo>
                    <a:pt x="545"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163"/>
            <p:cNvSpPr/>
            <p:nvPr/>
          </p:nvSpPr>
          <p:spPr>
            <a:xfrm>
              <a:off x="6672167" y="2607556"/>
              <a:ext cx="10098" cy="85903"/>
            </a:xfrm>
            <a:custGeom>
              <a:rect b="b" l="l" r="r" t="t"/>
              <a:pathLst>
                <a:path extrusionOk="0" h="2365" w="278">
                  <a:moveTo>
                    <a:pt x="277" y="0"/>
                  </a:moveTo>
                  <a:lnTo>
                    <a:pt x="0" y="54"/>
                  </a:lnTo>
                  <a:lnTo>
                    <a:pt x="0" y="2364"/>
                  </a:lnTo>
                  <a:lnTo>
                    <a:pt x="277" y="2320"/>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163"/>
            <p:cNvSpPr/>
            <p:nvPr/>
          </p:nvSpPr>
          <p:spPr>
            <a:xfrm>
              <a:off x="6662432" y="2609481"/>
              <a:ext cx="9444" cy="83978"/>
            </a:xfrm>
            <a:custGeom>
              <a:rect b="b" l="l" r="r" t="t"/>
              <a:pathLst>
                <a:path extrusionOk="0" h="2312" w="260">
                  <a:moveTo>
                    <a:pt x="1" y="1"/>
                  </a:moveTo>
                  <a:lnTo>
                    <a:pt x="1" y="2311"/>
                  </a:lnTo>
                  <a:lnTo>
                    <a:pt x="260" y="2311"/>
                  </a:lnTo>
                  <a:lnTo>
                    <a:pt x="260"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163"/>
            <p:cNvSpPr/>
            <p:nvPr/>
          </p:nvSpPr>
          <p:spPr>
            <a:xfrm>
              <a:off x="6731770" y="2595861"/>
              <a:ext cx="19505" cy="1998"/>
            </a:xfrm>
            <a:custGeom>
              <a:rect b="b" l="l" r="r" t="t"/>
              <a:pathLst>
                <a:path extrusionOk="0" h="55" w="537">
                  <a:moveTo>
                    <a:pt x="278" y="1"/>
                  </a:moveTo>
                  <a:lnTo>
                    <a:pt x="1" y="54"/>
                  </a:lnTo>
                  <a:lnTo>
                    <a:pt x="260" y="54"/>
                  </a:lnTo>
                  <a:lnTo>
                    <a:pt x="536"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163"/>
            <p:cNvSpPr/>
            <p:nvPr/>
          </p:nvSpPr>
          <p:spPr>
            <a:xfrm>
              <a:off x="6741177" y="2595861"/>
              <a:ext cx="10098" cy="85903"/>
            </a:xfrm>
            <a:custGeom>
              <a:rect b="b" l="l" r="r" t="t"/>
              <a:pathLst>
                <a:path extrusionOk="0" h="2365" w="278">
                  <a:moveTo>
                    <a:pt x="277" y="1"/>
                  </a:moveTo>
                  <a:lnTo>
                    <a:pt x="1" y="54"/>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163"/>
            <p:cNvSpPr/>
            <p:nvPr/>
          </p:nvSpPr>
          <p:spPr>
            <a:xfrm>
              <a:off x="6731770" y="2597822"/>
              <a:ext cx="9444" cy="83941"/>
            </a:xfrm>
            <a:custGeom>
              <a:rect b="b" l="l" r="r" t="t"/>
              <a:pathLst>
                <a:path extrusionOk="0" h="2311" w="260">
                  <a:moveTo>
                    <a:pt x="1" y="0"/>
                  </a:moveTo>
                  <a:lnTo>
                    <a:pt x="1" y="2311"/>
                  </a:lnTo>
                  <a:lnTo>
                    <a:pt x="260" y="2311"/>
                  </a:lnTo>
                  <a:lnTo>
                    <a:pt x="260"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163"/>
            <p:cNvSpPr/>
            <p:nvPr/>
          </p:nvSpPr>
          <p:spPr>
            <a:xfrm>
              <a:off x="6800817" y="2584201"/>
              <a:ext cx="19469" cy="1671"/>
            </a:xfrm>
            <a:custGeom>
              <a:rect b="b" l="l" r="r" t="t"/>
              <a:pathLst>
                <a:path extrusionOk="0" h="46" w="536">
                  <a:moveTo>
                    <a:pt x="277" y="1"/>
                  </a:moveTo>
                  <a:lnTo>
                    <a:pt x="0" y="45"/>
                  </a:lnTo>
                  <a:lnTo>
                    <a:pt x="259" y="45"/>
                  </a:lnTo>
                  <a:lnTo>
                    <a:pt x="535"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163"/>
            <p:cNvSpPr/>
            <p:nvPr/>
          </p:nvSpPr>
          <p:spPr>
            <a:xfrm>
              <a:off x="6810188" y="2584201"/>
              <a:ext cx="10098" cy="85903"/>
            </a:xfrm>
            <a:custGeom>
              <a:rect b="b" l="l" r="r" t="t"/>
              <a:pathLst>
                <a:path extrusionOk="0" h="2365" w="278">
                  <a:moveTo>
                    <a:pt x="277" y="1"/>
                  </a:moveTo>
                  <a:lnTo>
                    <a:pt x="1" y="45"/>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163"/>
            <p:cNvSpPr/>
            <p:nvPr/>
          </p:nvSpPr>
          <p:spPr>
            <a:xfrm>
              <a:off x="6800817" y="2585836"/>
              <a:ext cx="9408" cy="84268"/>
            </a:xfrm>
            <a:custGeom>
              <a:rect b="b" l="l" r="r" t="t"/>
              <a:pathLst>
                <a:path extrusionOk="0" h="2320" w="259">
                  <a:moveTo>
                    <a:pt x="0" y="0"/>
                  </a:moveTo>
                  <a:lnTo>
                    <a:pt x="0" y="2320"/>
                  </a:lnTo>
                  <a:lnTo>
                    <a:pt x="259" y="2320"/>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163"/>
            <p:cNvSpPr/>
            <p:nvPr/>
          </p:nvSpPr>
          <p:spPr>
            <a:xfrm>
              <a:off x="5739616" y="2566077"/>
              <a:ext cx="1105003" cy="204496"/>
            </a:xfrm>
            <a:custGeom>
              <a:rect b="b" l="l" r="r" t="t"/>
              <a:pathLst>
                <a:path extrusionOk="0" h="5630" w="30422">
                  <a:moveTo>
                    <a:pt x="30421" y="0"/>
                  </a:moveTo>
                  <a:lnTo>
                    <a:pt x="1" y="5165"/>
                  </a:lnTo>
                  <a:lnTo>
                    <a:pt x="1" y="5594"/>
                  </a:lnTo>
                  <a:lnTo>
                    <a:pt x="1" y="5629"/>
                  </a:lnTo>
                  <a:lnTo>
                    <a:pt x="30421" y="473"/>
                  </a:lnTo>
                  <a:lnTo>
                    <a:pt x="30421"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163"/>
            <p:cNvSpPr/>
            <p:nvPr/>
          </p:nvSpPr>
          <p:spPr>
            <a:xfrm>
              <a:off x="5739616" y="2579044"/>
              <a:ext cx="1105003" cy="191529"/>
            </a:xfrm>
            <a:custGeom>
              <a:rect b="b" l="l" r="r" t="t"/>
              <a:pathLst>
                <a:path extrusionOk="0" h="5273" w="30422">
                  <a:moveTo>
                    <a:pt x="30421" y="0"/>
                  </a:moveTo>
                  <a:lnTo>
                    <a:pt x="1" y="5165"/>
                  </a:lnTo>
                  <a:lnTo>
                    <a:pt x="1" y="5237"/>
                  </a:lnTo>
                  <a:lnTo>
                    <a:pt x="1" y="5272"/>
                  </a:lnTo>
                  <a:lnTo>
                    <a:pt x="30421" y="116"/>
                  </a:lnTo>
                  <a:lnTo>
                    <a:pt x="30421"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9" name="Google Shape;10339;p163"/>
          <p:cNvGrpSpPr/>
          <p:nvPr/>
        </p:nvGrpSpPr>
        <p:grpSpPr>
          <a:xfrm>
            <a:off x="5439700" y="741391"/>
            <a:ext cx="4503221" cy="2708498"/>
            <a:chOff x="6244119" y="1698941"/>
            <a:chExt cx="760628" cy="457625"/>
          </a:xfrm>
        </p:grpSpPr>
        <p:sp>
          <p:nvSpPr>
            <p:cNvPr id="10340" name="Google Shape;10340;p163"/>
            <p:cNvSpPr/>
            <p:nvPr/>
          </p:nvSpPr>
          <p:spPr>
            <a:xfrm>
              <a:off x="6462191" y="1698941"/>
              <a:ext cx="542556" cy="308882"/>
            </a:xfrm>
            <a:custGeom>
              <a:rect b="b" l="l" r="r" t="t"/>
              <a:pathLst>
                <a:path extrusionOk="0" h="6522" w="11456">
                  <a:moveTo>
                    <a:pt x="9502" y="0"/>
                  </a:moveTo>
                  <a:cubicBezTo>
                    <a:pt x="8699" y="0"/>
                    <a:pt x="8708" y="848"/>
                    <a:pt x="8708" y="848"/>
                  </a:cubicBezTo>
                  <a:cubicBezTo>
                    <a:pt x="8671" y="845"/>
                    <a:pt x="8636" y="844"/>
                    <a:pt x="8602" y="844"/>
                  </a:cubicBezTo>
                  <a:cubicBezTo>
                    <a:pt x="7656" y="844"/>
                    <a:pt x="7664" y="1775"/>
                    <a:pt x="7664" y="1775"/>
                  </a:cubicBezTo>
                  <a:cubicBezTo>
                    <a:pt x="7631" y="1773"/>
                    <a:pt x="7600" y="1772"/>
                    <a:pt x="7570" y="1772"/>
                  </a:cubicBezTo>
                  <a:cubicBezTo>
                    <a:pt x="6944" y="1772"/>
                    <a:pt x="6977" y="2284"/>
                    <a:pt x="6977" y="2284"/>
                  </a:cubicBezTo>
                  <a:cubicBezTo>
                    <a:pt x="6883" y="2268"/>
                    <a:pt x="6797" y="2261"/>
                    <a:pt x="6719" y="2261"/>
                  </a:cubicBezTo>
                  <a:cubicBezTo>
                    <a:pt x="5978" y="2261"/>
                    <a:pt x="5897" y="2882"/>
                    <a:pt x="5897" y="2882"/>
                  </a:cubicBezTo>
                  <a:cubicBezTo>
                    <a:pt x="5785" y="2868"/>
                    <a:pt x="5681" y="2861"/>
                    <a:pt x="5583" y="2861"/>
                  </a:cubicBezTo>
                  <a:cubicBezTo>
                    <a:pt x="4370" y="2861"/>
                    <a:pt x="4202" y="3854"/>
                    <a:pt x="4202" y="3854"/>
                  </a:cubicBezTo>
                  <a:cubicBezTo>
                    <a:pt x="4113" y="3833"/>
                    <a:pt x="4032" y="3823"/>
                    <a:pt x="3959" y="3823"/>
                  </a:cubicBezTo>
                  <a:cubicBezTo>
                    <a:pt x="3453" y="3823"/>
                    <a:pt x="3337" y="4273"/>
                    <a:pt x="3337" y="4273"/>
                  </a:cubicBezTo>
                  <a:cubicBezTo>
                    <a:pt x="3145" y="4199"/>
                    <a:pt x="2971" y="4168"/>
                    <a:pt x="2815" y="4168"/>
                  </a:cubicBezTo>
                  <a:cubicBezTo>
                    <a:pt x="2108" y="4168"/>
                    <a:pt x="1767" y="4791"/>
                    <a:pt x="1767" y="4791"/>
                  </a:cubicBezTo>
                  <a:cubicBezTo>
                    <a:pt x="1649" y="4743"/>
                    <a:pt x="1540" y="4724"/>
                    <a:pt x="1440" y="4724"/>
                  </a:cubicBezTo>
                  <a:cubicBezTo>
                    <a:pt x="1014" y="4724"/>
                    <a:pt x="768" y="5076"/>
                    <a:pt x="768" y="5076"/>
                  </a:cubicBezTo>
                  <a:lnTo>
                    <a:pt x="1" y="6521"/>
                  </a:lnTo>
                  <a:lnTo>
                    <a:pt x="11455" y="6521"/>
                  </a:lnTo>
                  <a:lnTo>
                    <a:pt x="1145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163"/>
            <p:cNvSpPr/>
            <p:nvPr/>
          </p:nvSpPr>
          <p:spPr>
            <a:xfrm>
              <a:off x="6401936" y="1925441"/>
              <a:ext cx="24990" cy="29240"/>
            </a:xfrm>
            <a:custGeom>
              <a:rect b="b" l="l" r="r" t="t"/>
              <a:pathLst>
                <a:path extrusionOk="0" h="805" w="688">
                  <a:moveTo>
                    <a:pt x="669" y="0"/>
                  </a:moveTo>
                  <a:cubicBezTo>
                    <a:pt x="619" y="0"/>
                    <a:pt x="477" y="18"/>
                    <a:pt x="455" y="215"/>
                  </a:cubicBezTo>
                  <a:cubicBezTo>
                    <a:pt x="455" y="215"/>
                    <a:pt x="437" y="208"/>
                    <a:pt x="413" y="208"/>
                  </a:cubicBezTo>
                  <a:cubicBezTo>
                    <a:pt x="378" y="208"/>
                    <a:pt x="332" y="224"/>
                    <a:pt x="322" y="305"/>
                  </a:cubicBezTo>
                  <a:cubicBezTo>
                    <a:pt x="322" y="305"/>
                    <a:pt x="274" y="288"/>
                    <a:pt x="215" y="288"/>
                  </a:cubicBezTo>
                  <a:cubicBezTo>
                    <a:pt x="132" y="288"/>
                    <a:pt x="26" y="321"/>
                    <a:pt x="0" y="483"/>
                  </a:cubicBezTo>
                  <a:lnTo>
                    <a:pt x="687" y="804"/>
                  </a:lnTo>
                  <a:lnTo>
                    <a:pt x="687" y="1"/>
                  </a:lnTo>
                  <a:cubicBezTo>
                    <a:pt x="687" y="1"/>
                    <a:pt x="680" y="0"/>
                    <a:pt x="669"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163"/>
            <p:cNvSpPr/>
            <p:nvPr/>
          </p:nvSpPr>
          <p:spPr>
            <a:xfrm>
              <a:off x="6780077" y="1840885"/>
              <a:ext cx="47328" cy="114452"/>
            </a:xfrm>
            <a:custGeom>
              <a:rect b="b" l="l" r="r" t="t"/>
              <a:pathLst>
                <a:path extrusionOk="0" h="3151" w="1303">
                  <a:moveTo>
                    <a:pt x="0" y="1"/>
                  </a:moveTo>
                  <a:lnTo>
                    <a:pt x="0" y="3150"/>
                  </a:lnTo>
                  <a:lnTo>
                    <a:pt x="1303" y="3150"/>
                  </a:lnTo>
                  <a:lnTo>
                    <a:pt x="1303"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163"/>
            <p:cNvSpPr/>
            <p:nvPr/>
          </p:nvSpPr>
          <p:spPr>
            <a:xfrm>
              <a:off x="6804376" y="1859373"/>
              <a:ext cx="5848" cy="1038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163"/>
            <p:cNvSpPr/>
            <p:nvPr/>
          </p:nvSpPr>
          <p:spPr>
            <a:xfrm>
              <a:off x="6790756" y="1848694"/>
              <a:ext cx="5884" cy="10715"/>
            </a:xfrm>
            <a:custGeom>
              <a:rect b="b" l="l" r="r" t="t"/>
              <a:pathLst>
                <a:path extrusionOk="0" h="295" w="162">
                  <a:moveTo>
                    <a:pt x="1" y="0"/>
                  </a:moveTo>
                  <a:lnTo>
                    <a:pt x="1" y="294"/>
                  </a:lnTo>
                  <a:lnTo>
                    <a:pt x="161" y="294"/>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163"/>
            <p:cNvSpPr/>
            <p:nvPr/>
          </p:nvSpPr>
          <p:spPr>
            <a:xfrm>
              <a:off x="6816689" y="1871359"/>
              <a:ext cx="5848" cy="10715"/>
            </a:xfrm>
            <a:custGeom>
              <a:rect b="b" l="l" r="r" t="t"/>
              <a:pathLst>
                <a:path extrusionOk="0" h="295" w="161">
                  <a:moveTo>
                    <a:pt x="0" y="1"/>
                  </a:moveTo>
                  <a:lnTo>
                    <a:pt x="0"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163"/>
            <p:cNvSpPr/>
            <p:nvPr/>
          </p:nvSpPr>
          <p:spPr>
            <a:xfrm>
              <a:off x="6808590" y="1896965"/>
              <a:ext cx="5848" cy="10715"/>
            </a:xfrm>
            <a:custGeom>
              <a:rect b="b" l="l" r="r" t="t"/>
              <a:pathLst>
                <a:path extrusionOk="0" h="295" w="161">
                  <a:moveTo>
                    <a:pt x="0" y="0"/>
                  </a:moveTo>
                  <a:lnTo>
                    <a:pt x="0"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163"/>
            <p:cNvSpPr/>
            <p:nvPr/>
          </p:nvSpPr>
          <p:spPr>
            <a:xfrm>
              <a:off x="6817343" y="1912838"/>
              <a:ext cx="5848" cy="10715"/>
            </a:xfrm>
            <a:custGeom>
              <a:rect b="b" l="l" r="r" t="t"/>
              <a:pathLst>
                <a:path extrusionOk="0" h="295" w="161">
                  <a:moveTo>
                    <a:pt x="0" y="0"/>
                  </a:moveTo>
                  <a:lnTo>
                    <a:pt x="0"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163"/>
            <p:cNvSpPr/>
            <p:nvPr/>
          </p:nvSpPr>
          <p:spPr>
            <a:xfrm>
              <a:off x="6787850" y="1870051"/>
              <a:ext cx="5848" cy="10751"/>
            </a:xfrm>
            <a:custGeom>
              <a:rect b="b" l="l" r="r" t="t"/>
              <a:pathLst>
                <a:path extrusionOk="0" h="296" w="161">
                  <a:moveTo>
                    <a:pt x="0" y="1"/>
                  </a:moveTo>
                  <a:lnTo>
                    <a:pt x="0"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163"/>
            <p:cNvSpPr/>
            <p:nvPr/>
          </p:nvSpPr>
          <p:spPr>
            <a:xfrm>
              <a:off x="6800817" y="1930671"/>
              <a:ext cx="11696" cy="24663"/>
            </a:xfrm>
            <a:custGeom>
              <a:rect b="b" l="l" r="r" t="t"/>
              <a:pathLst>
                <a:path extrusionOk="0" h="679" w="322">
                  <a:moveTo>
                    <a:pt x="0" y="0"/>
                  </a:moveTo>
                  <a:lnTo>
                    <a:pt x="0" y="678"/>
                  </a:lnTo>
                  <a:lnTo>
                    <a:pt x="321" y="678"/>
                  </a:lnTo>
                  <a:lnTo>
                    <a:pt x="32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163"/>
            <p:cNvSpPr/>
            <p:nvPr/>
          </p:nvSpPr>
          <p:spPr>
            <a:xfrm>
              <a:off x="6780077" y="1829553"/>
              <a:ext cx="47328" cy="11369"/>
            </a:xfrm>
            <a:custGeom>
              <a:rect b="b" l="l" r="r" t="t"/>
              <a:pathLst>
                <a:path extrusionOk="0" h="313" w="1303">
                  <a:moveTo>
                    <a:pt x="312" y="1"/>
                  </a:moveTo>
                  <a:lnTo>
                    <a:pt x="0" y="313"/>
                  </a:lnTo>
                  <a:lnTo>
                    <a:pt x="1303" y="313"/>
                  </a:lnTo>
                  <a:lnTo>
                    <a:pt x="130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163"/>
            <p:cNvSpPr/>
            <p:nvPr/>
          </p:nvSpPr>
          <p:spPr>
            <a:xfrm>
              <a:off x="6426235" y="1898563"/>
              <a:ext cx="32109" cy="56118"/>
            </a:xfrm>
            <a:custGeom>
              <a:rect b="b" l="l" r="r" t="t"/>
              <a:pathLst>
                <a:path extrusionOk="0" h="1545" w="884">
                  <a:moveTo>
                    <a:pt x="0" y="1"/>
                  </a:moveTo>
                  <a:lnTo>
                    <a:pt x="0" y="1544"/>
                  </a:lnTo>
                  <a:lnTo>
                    <a:pt x="884" y="1544"/>
                  </a:lnTo>
                  <a:lnTo>
                    <a:pt x="884"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163"/>
            <p:cNvSpPr/>
            <p:nvPr/>
          </p:nvSpPr>
          <p:spPr>
            <a:xfrm>
              <a:off x="6458306" y="1890791"/>
              <a:ext cx="7482" cy="63891"/>
            </a:xfrm>
            <a:custGeom>
              <a:rect b="b" l="l" r="r" t="t"/>
              <a:pathLst>
                <a:path extrusionOk="0" h="1759" w="206">
                  <a:moveTo>
                    <a:pt x="206" y="1"/>
                  </a:moveTo>
                  <a:lnTo>
                    <a:pt x="1" y="215"/>
                  </a:lnTo>
                  <a:lnTo>
                    <a:pt x="1" y="1758"/>
                  </a:lnTo>
                  <a:lnTo>
                    <a:pt x="206" y="1758"/>
                  </a:lnTo>
                  <a:lnTo>
                    <a:pt x="206"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163"/>
            <p:cNvSpPr/>
            <p:nvPr/>
          </p:nvSpPr>
          <p:spPr>
            <a:xfrm>
              <a:off x="6430121" y="1903757"/>
              <a:ext cx="4250" cy="7156"/>
            </a:xfrm>
            <a:custGeom>
              <a:rect b="b" l="l" r="r" t="t"/>
              <a:pathLst>
                <a:path extrusionOk="0" h="197" w="117">
                  <a:moveTo>
                    <a:pt x="0" y="1"/>
                  </a:moveTo>
                  <a:lnTo>
                    <a:pt x="0" y="197"/>
                  </a:lnTo>
                  <a:lnTo>
                    <a:pt x="116" y="197"/>
                  </a:lnTo>
                  <a:lnTo>
                    <a:pt x="11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163"/>
            <p:cNvSpPr/>
            <p:nvPr/>
          </p:nvSpPr>
          <p:spPr>
            <a:xfrm>
              <a:off x="6449553" y="1905719"/>
              <a:ext cx="4250" cy="7156"/>
            </a:xfrm>
            <a:custGeom>
              <a:rect b="b" l="l" r="r" t="t"/>
              <a:pathLst>
                <a:path extrusionOk="0" h="197" w="117">
                  <a:moveTo>
                    <a:pt x="1" y="0"/>
                  </a:moveTo>
                  <a:lnTo>
                    <a:pt x="1" y="196"/>
                  </a:lnTo>
                  <a:lnTo>
                    <a:pt x="117" y="196"/>
                  </a:lnTo>
                  <a:lnTo>
                    <a:pt x="117"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163"/>
            <p:cNvSpPr/>
            <p:nvPr/>
          </p:nvSpPr>
          <p:spPr>
            <a:xfrm>
              <a:off x="6439528" y="1911857"/>
              <a:ext cx="4250" cy="7156"/>
            </a:xfrm>
            <a:custGeom>
              <a:rect b="b" l="l" r="r" t="t"/>
              <a:pathLst>
                <a:path extrusionOk="0" h="197" w="117">
                  <a:moveTo>
                    <a:pt x="0" y="1"/>
                  </a:moveTo>
                  <a:lnTo>
                    <a:pt x="0" y="197"/>
                  </a:lnTo>
                  <a:lnTo>
                    <a:pt x="116" y="197"/>
                  </a:lnTo>
                  <a:lnTo>
                    <a:pt x="11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163"/>
            <p:cNvSpPr/>
            <p:nvPr/>
          </p:nvSpPr>
          <p:spPr>
            <a:xfrm>
              <a:off x="6448282" y="1925151"/>
              <a:ext cx="4250" cy="7156"/>
            </a:xfrm>
            <a:custGeom>
              <a:rect b="b" l="l" r="r" t="t"/>
              <a:pathLst>
                <a:path extrusionOk="0" h="197" w="117">
                  <a:moveTo>
                    <a:pt x="0" y="0"/>
                  </a:moveTo>
                  <a:lnTo>
                    <a:pt x="0" y="197"/>
                  </a:lnTo>
                  <a:lnTo>
                    <a:pt x="116" y="197"/>
                  </a:lnTo>
                  <a:lnTo>
                    <a:pt x="11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163"/>
            <p:cNvSpPr/>
            <p:nvPr/>
          </p:nvSpPr>
          <p:spPr>
            <a:xfrm>
              <a:off x="6433027" y="1923843"/>
              <a:ext cx="4250" cy="7192"/>
            </a:xfrm>
            <a:custGeom>
              <a:rect b="b" l="l" r="r" t="t"/>
              <a:pathLst>
                <a:path extrusionOk="0" h="198" w="117">
                  <a:moveTo>
                    <a:pt x="1" y="1"/>
                  </a:moveTo>
                  <a:lnTo>
                    <a:pt x="1" y="197"/>
                  </a:lnTo>
                  <a:lnTo>
                    <a:pt x="117" y="197"/>
                  </a:lnTo>
                  <a:lnTo>
                    <a:pt x="11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163"/>
            <p:cNvSpPr/>
            <p:nvPr/>
          </p:nvSpPr>
          <p:spPr>
            <a:xfrm>
              <a:off x="6436259" y="1939389"/>
              <a:ext cx="8136" cy="15292"/>
            </a:xfrm>
            <a:custGeom>
              <a:rect b="b" l="l" r="r" t="t"/>
              <a:pathLst>
                <a:path extrusionOk="0" h="421" w="224">
                  <a:moveTo>
                    <a:pt x="1" y="1"/>
                  </a:moveTo>
                  <a:lnTo>
                    <a:pt x="1" y="420"/>
                  </a:lnTo>
                  <a:lnTo>
                    <a:pt x="224" y="420"/>
                  </a:lnTo>
                  <a:lnTo>
                    <a:pt x="22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163"/>
            <p:cNvSpPr/>
            <p:nvPr/>
          </p:nvSpPr>
          <p:spPr>
            <a:xfrm>
              <a:off x="6426235" y="1890791"/>
              <a:ext cx="39555" cy="7809"/>
            </a:xfrm>
            <a:custGeom>
              <a:rect b="b" l="l" r="r" t="t"/>
              <a:pathLst>
                <a:path extrusionOk="0" h="215" w="1089">
                  <a:moveTo>
                    <a:pt x="215" y="1"/>
                  </a:moveTo>
                  <a:lnTo>
                    <a:pt x="0" y="215"/>
                  </a:lnTo>
                  <a:lnTo>
                    <a:pt x="884" y="215"/>
                  </a:lnTo>
                  <a:lnTo>
                    <a:pt x="108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163"/>
            <p:cNvSpPr/>
            <p:nvPr/>
          </p:nvSpPr>
          <p:spPr>
            <a:xfrm>
              <a:off x="6577549" y="1906990"/>
              <a:ext cx="52849" cy="85285"/>
            </a:xfrm>
            <a:custGeom>
              <a:rect b="b" l="l" r="r" t="t"/>
              <a:pathLst>
                <a:path extrusionOk="0" h="2348" w="1455">
                  <a:moveTo>
                    <a:pt x="1" y="1"/>
                  </a:moveTo>
                  <a:lnTo>
                    <a:pt x="1" y="2347"/>
                  </a:lnTo>
                  <a:lnTo>
                    <a:pt x="1455" y="2347"/>
                  </a:lnTo>
                  <a:lnTo>
                    <a:pt x="1455"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163"/>
            <p:cNvSpPr/>
            <p:nvPr/>
          </p:nvSpPr>
          <p:spPr>
            <a:xfrm>
              <a:off x="6616450" y="1913491"/>
              <a:ext cx="5521" cy="9734"/>
            </a:xfrm>
            <a:custGeom>
              <a:rect b="b" l="l" r="r" t="t"/>
              <a:pathLst>
                <a:path extrusionOk="0" h="268" w="152">
                  <a:moveTo>
                    <a:pt x="0" y="0"/>
                  </a:moveTo>
                  <a:lnTo>
                    <a:pt x="0" y="268"/>
                  </a:lnTo>
                  <a:lnTo>
                    <a:pt x="152" y="268"/>
                  </a:lnTo>
                  <a:lnTo>
                    <a:pt x="15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163"/>
            <p:cNvSpPr/>
            <p:nvPr/>
          </p:nvSpPr>
          <p:spPr>
            <a:xfrm>
              <a:off x="6602502" y="1925804"/>
              <a:ext cx="5230" cy="9734"/>
            </a:xfrm>
            <a:custGeom>
              <a:rect b="b" l="l" r="r" t="t"/>
              <a:pathLst>
                <a:path extrusionOk="0" h="268" w="144">
                  <a:moveTo>
                    <a:pt x="0" y="0"/>
                  </a:moveTo>
                  <a:lnTo>
                    <a:pt x="0" y="268"/>
                  </a:lnTo>
                  <a:lnTo>
                    <a:pt x="143" y="268"/>
                  </a:lnTo>
                  <a:lnTo>
                    <a:pt x="14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163"/>
            <p:cNvSpPr/>
            <p:nvPr/>
          </p:nvSpPr>
          <p:spPr>
            <a:xfrm>
              <a:off x="6584668" y="1915743"/>
              <a:ext cx="5230" cy="9444"/>
            </a:xfrm>
            <a:custGeom>
              <a:rect b="b" l="l" r="r" t="t"/>
              <a:pathLst>
                <a:path extrusionOk="0" h="260" w="144">
                  <a:moveTo>
                    <a:pt x="1" y="1"/>
                  </a:moveTo>
                  <a:lnTo>
                    <a:pt x="1" y="259"/>
                  </a:lnTo>
                  <a:lnTo>
                    <a:pt x="144" y="259"/>
                  </a:lnTo>
                  <a:lnTo>
                    <a:pt x="14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163"/>
            <p:cNvSpPr/>
            <p:nvPr/>
          </p:nvSpPr>
          <p:spPr>
            <a:xfrm>
              <a:off x="6613834" y="1936483"/>
              <a:ext cx="5557" cy="9444"/>
            </a:xfrm>
            <a:custGeom>
              <a:rect b="b" l="l" r="r" t="t"/>
              <a:pathLst>
                <a:path extrusionOk="0" h="260" w="153">
                  <a:moveTo>
                    <a:pt x="1" y="1"/>
                  </a:moveTo>
                  <a:lnTo>
                    <a:pt x="1" y="259"/>
                  </a:lnTo>
                  <a:lnTo>
                    <a:pt x="152" y="259"/>
                  </a:lnTo>
                  <a:lnTo>
                    <a:pt x="15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163"/>
            <p:cNvSpPr/>
            <p:nvPr/>
          </p:nvSpPr>
          <p:spPr>
            <a:xfrm>
              <a:off x="6588228" y="1935502"/>
              <a:ext cx="5557" cy="9771"/>
            </a:xfrm>
            <a:custGeom>
              <a:rect b="b" l="l" r="r" t="t"/>
              <a:pathLst>
                <a:path extrusionOk="0" h="269" w="153">
                  <a:moveTo>
                    <a:pt x="1" y="1"/>
                  </a:moveTo>
                  <a:lnTo>
                    <a:pt x="1" y="269"/>
                  </a:lnTo>
                  <a:lnTo>
                    <a:pt x="153" y="269"/>
                  </a:lnTo>
                  <a:lnTo>
                    <a:pt x="15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163"/>
            <p:cNvSpPr/>
            <p:nvPr/>
          </p:nvSpPr>
          <p:spPr>
            <a:xfrm>
              <a:off x="6602502" y="1964668"/>
              <a:ext cx="13330" cy="27605"/>
            </a:xfrm>
            <a:custGeom>
              <a:rect b="b" l="l" r="r" t="t"/>
              <a:pathLst>
                <a:path extrusionOk="0" h="760" w="367">
                  <a:moveTo>
                    <a:pt x="0" y="1"/>
                  </a:moveTo>
                  <a:lnTo>
                    <a:pt x="0" y="759"/>
                  </a:lnTo>
                  <a:lnTo>
                    <a:pt x="366" y="759"/>
                  </a:lnTo>
                  <a:lnTo>
                    <a:pt x="36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163"/>
            <p:cNvSpPr/>
            <p:nvPr/>
          </p:nvSpPr>
          <p:spPr>
            <a:xfrm>
              <a:off x="6577549" y="1894350"/>
              <a:ext cx="52849" cy="12677"/>
            </a:xfrm>
            <a:custGeom>
              <a:rect b="b" l="l" r="r" t="t"/>
              <a:pathLst>
                <a:path extrusionOk="0" h="349" w="1455">
                  <a:moveTo>
                    <a:pt x="1" y="1"/>
                  </a:moveTo>
                  <a:lnTo>
                    <a:pt x="1" y="349"/>
                  </a:lnTo>
                  <a:lnTo>
                    <a:pt x="1455" y="349"/>
                  </a:lnTo>
                  <a:lnTo>
                    <a:pt x="145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163"/>
            <p:cNvSpPr/>
            <p:nvPr/>
          </p:nvSpPr>
          <p:spPr>
            <a:xfrm>
              <a:off x="6560369" y="1980214"/>
              <a:ext cx="17217" cy="12059"/>
            </a:xfrm>
            <a:custGeom>
              <a:rect b="b" l="l" r="r" t="t"/>
              <a:pathLst>
                <a:path extrusionOk="0" h="332" w="474">
                  <a:moveTo>
                    <a:pt x="460" y="0"/>
                  </a:moveTo>
                  <a:cubicBezTo>
                    <a:pt x="423" y="0"/>
                    <a:pt x="320" y="12"/>
                    <a:pt x="313" y="144"/>
                  </a:cubicBezTo>
                  <a:cubicBezTo>
                    <a:pt x="313" y="144"/>
                    <a:pt x="300" y="140"/>
                    <a:pt x="284" y="140"/>
                  </a:cubicBezTo>
                  <a:cubicBezTo>
                    <a:pt x="257" y="140"/>
                    <a:pt x="220" y="150"/>
                    <a:pt x="215" y="206"/>
                  </a:cubicBezTo>
                  <a:cubicBezTo>
                    <a:pt x="215" y="206"/>
                    <a:pt x="182" y="194"/>
                    <a:pt x="141" y="194"/>
                  </a:cubicBezTo>
                  <a:cubicBezTo>
                    <a:pt x="86" y="194"/>
                    <a:pt x="16" y="217"/>
                    <a:pt x="1" y="331"/>
                  </a:cubicBezTo>
                  <a:lnTo>
                    <a:pt x="474" y="331"/>
                  </a:lnTo>
                  <a:lnTo>
                    <a:pt x="474" y="1"/>
                  </a:lnTo>
                  <a:cubicBezTo>
                    <a:pt x="474" y="1"/>
                    <a:pt x="469" y="0"/>
                    <a:pt x="46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163"/>
            <p:cNvSpPr/>
            <p:nvPr/>
          </p:nvSpPr>
          <p:spPr>
            <a:xfrm>
              <a:off x="6671186" y="1975637"/>
              <a:ext cx="24663" cy="17253"/>
            </a:xfrm>
            <a:custGeom>
              <a:rect b="b" l="l" r="r" t="t"/>
              <a:pathLst>
                <a:path extrusionOk="0" h="475" w="679">
                  <a:moveTo>
                    <a:pt x="651" y="0"/>
                  </a:moveTo>
                  <a:cubicBezTo>
                    <a:pt x="594" y="0"/>
                    <a:pt x="467" y="21"/>
                    <a:pt x="447" y="207"/>
                  </a:cubicBezTo>
                  <a:cubicBezTo>
                    <a:pt x="447" y="207"/>
                    <a:pt x="431" y="203"/>
                    <a:pt x="411" y="203"/>
                  </a:cubicBezTo>
                  <a:cubicBezTo>
                    <a:pt x="375" y="203"/>
                    <a:pt x="324" y="217"/>
                    <a:pt x="313" y="297"/>
                  </a:cubicBezTo>
                  <a:cubicBezTo>
                    <a:pt x="313" y="297"/>
                    <a:pt x="265" y="280"/>
                    <a:pt x="207" y="280"/>
                  </a:cubicBezTo>
                  <a:cubicBezTo>
                    <a:pt x="125" y="280"/>
                    <a:pt x="22" y="313"/>
                    <a:pt x="1" y="475"/>
                  </a:cubicBezTo>
                  <a:lnTo>
                    <a:pt x="679" y="475"/>
                  </a:lnTo>
                  <a:lnTo>
                    <a:pt x="679" y="2"/>
                  </a:lnTo>
                  <a:cubicBezTo>
                    <a:pt x="679" y="2"/>
                    <a:pt x="668" y="0"/>
                    <a:pt x="65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163"/>
            <p:cNvSpPr/>
            <p:nvPr/>
          </p:nvSpPr>
          <p:spPr>
            <a:xfrm>
              <a:off x="6552597" y="1940950"/>
              <a:ext cx="24990" cy="17290"/>
            </a:xfrm>
            <a:custGeom>
              <a:rect b="b" l="l" r="r" t="t"/>
              <a:pathLst>
                <a:path extrusionOk="0" h="476" w="688">
                  <a:moveTo>
                    <a:pt x="659" y="1"/>
                  </a:moveTo>
                  <a:cubicBezTo>
                    <a:pt x="599" y="1"/>
                    <a:pt x="467" y="22"/>
                    <a:pt x="447" y="208"/>
                  </a:cubicBezTo>
                  <a:cubicBezTo>
                    <a:pt x="447" y="208"/>
                    <a:pt x="431" y="203"/>
                    <a:pt x="411" y="203"/>
                  </a:cubicBezTo>
                  <a:cubicBezTo>
                    <a:pt x="375" y="203"/>
                    <a:pt x="324" y="217"/>
                    <a:pt x="313" y="297"/>
                  </a:cubicBezTo>
                  <a:cubicBezTo>
                    <a:pt x="313" y="297"/>
                    <a:pt x="265" y="280"/>
                    <a:pt x="207" y="280"/>
                  </a:cubicBezTo>
                  <a:cubicBezTo>
                    <a:pt x="125" y="280"/>
                    <a:pt x="22" y="314"/>
                    <a:pt x="1" y="475"/>
                  </a:cubicBezTo>
                  <a:lnTo>
                    <a:pt x="688" y="475"/>
                  </a:lnTo>
                  <a:lnTo>
                    <a:pt x="688" y="3"/>
                  </a:lnTo>
                  <a:cubicBezTo>
                    <a:pt x="688" y="3"/>
                    <a:pt x="676" y="1"/>
                    <a:pt x="659"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163"/>
            <p:cNvSpPr/>
            <p:nvPr/>
          </p:nvSpPr>
          <p:spPr>
            <a:xfrm>
              <a:off x="6510464" y="1968809"/>
              <a:ext cx="24990" cy="17290"/>
            </a:xfrm>
            <a:custGeom>
              <a:rect b="b" l="l" r="r" t="t"/>
              <a:pathLst>
                <a:path extrusionOk="0" h="476" w="688">
                  <a:moveTo>
                    <a:pt x="659" y="1"/>
                  </a:moveTo>
                  <a:cubicBezTo>
                    <a:pt x="600" y="1"/>
                    <a:pt x="470" y="22"/>
                    <a:pt x="456" y="208"/>
                  </a:cubicBezTo>
                  <a:cubicBezTo>
                    <a:pt x="456" y="208"/>
                    <a:pt x="441" y="204"/>
                    <a:pt x="420" y="204"/>
                  </a:cubicBezTo>
                  <a:cubicBezTo>
                    <a:pt x="382" y="204"/>
                    <a:pt x="325" y="219"/>
                    <a:pt x="313" y="306"/>
                  </a:cubicBezTo>
                  <a:cubicBezTo>
                    <a:pt x="313" y="306"/>
                    <a:pt x="260" y="286"/>
                    <a:pt x="198" y="286"/>
                  </a:cubicBezTo>
                  <a:cubicBezTo>
                    <a:pt x="118" y="286"/>
                    <a:pt x="21" y="320"/>
                    <a:pt x="1" y="476"/>
                  </a:cubicBezTo>
                  <a:lnTo>
                    <a:pt x="688" y="476"/>
                  </a:lnTo>
                  <a:lnTo>
                    <a:pt x="688" y="3"/>
                  </a:lnTo>
                  <a:cubicBezTo>
                    <a:pt x="688" y="3"/>
                    <a:pt x="677" y="1"/>
                    <a:pt x="659"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163"/>
            <p:cNvSpPr/>
            <p:nvPr/>
          </p:nvSpPr>
          <p:spPr>
            <a:xfrm>
              <a:off x="6458306" y="1938408"/>
              <a:ext cx="24990" cy="17253"/>
            </a:xfrm>
            <a:custGeom>
              <a:rect b="b" l="l" r="r" t="t"/>
              <a:pathLst>
                <a:path extrusionOk="0" h="475" w="688">
                  <a:moveTo>
                    <a:pt x="668" y="0"/>
                  </a:moveTo>
                  <a:cubicBezTo>
                    <a:pt x="614" y="0"/>
                    <a:pt x="470" y="18"/>
                    <a:pt x="456" y="206"/>
                  </a:cubicBezTo>
                  <a:cubicBezTo>
                    <a:pt x="456" y="206"/>
                    <a:pt x="440" y="202"/>
                    <a:pt x="420" y="202"/>
                  </a:cubicBezTo>
                  <a:cubicBezTo>
                    <a:pt x="382" y="202"/>
                    <a:pt x="324" y="217"/>
                    <a:pt x="313" y="305"/>
                  </a:cubicBezTo>
                  <a:cubicBezTo>
                    <a:pt x="313" y="305"/>
                    <a:pt x="265" y="287"/>
                    <a:pt x="206" y="287"/>
                  </a:cubicBezTo>
                  <a:cubicBezTo>
                    <a:pt x="126" y="287"/>
                    <a:pt x="26" y="320"/>
                    <a:pt x="1" y="474"/>
                  </a:cubicBezTo>
                  <a:lnTo>
                    <a:pt x="688" y="474"/>
                  </a:lnTo>
                  <a:lnTo>
                    <a:pt x="688" y="1"/>
                  </a:lnTo>
                  <a:cubicBezTo>
                    <a:pt x="688" y="1"/>
                    <a:pt x="680" y="0"/>
                    <a:pt x="668"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163"/>
            <p:cNvSpPr/>
            <p:nvPr/>
          </p:nvSpPr>
          <p:spPr>
            <a:xfrm>
              <a:off x="6537705" y="1951411"/>
              <a:ext cx="39882" cy="31128"/>
            </a:xfrm>
            <a:custGeom>
              <a:rect b="b" l="l" r="r" t="t"/>
              <a:pathLst>
                <a:path extrusionOk="0" h="857" w="1098">
                  <a:moveTo>
                    <a:pt x="955" y="0"/>
                  </a:moveTo>
                  <a:lnTo>
                    <a:pt x="411" y="187"/>
                  </a:lnTo>
                  <a:cubicBezTo>
                    <a:pt x="411" y="187"/>
                    <a:pt x="363" y="169"/>
                    <a:pt x="302" y="169"/>
                  </a:cubicBezTo>
                  <a:cubicBezTo>
                    <a:pt x="229" y="169"/>
                    <a:pt x="138" y="195"/>
                    <a:pt x="89" y="312"/>
                  </a:cubicBezTo>
                  <a:cubicBezTo>
                    <a:pt x="0" y="535"/>
                    <a:pt x="223" y="848"/>
                    <a:pt x="250" y="848"/>
                  </a:cubicBezTo>
                  <a:cubicBezTo>
                    <a:pt x="277" y="856"/>
                    <a:pt x="553" y="856"/>
                    <a:pt x="553" y="856"/>
                  </a:cubicBezTo>
                  <a:cubicBezTo>
                    <a:pt x="553" y="856"/>
                    <a:pt x="678" y="785"/>
                    <a:pt x="839" y="678"/>
                  </a:cubicBezTo>
                  <a:cubicBezTo>
                    <a:pt x="990" y="571"/>
                    <a:pt x="1098" y="339"/>
                    <a:pt x="1098" y="339"/>
                  </a:cubicBezTo>
                  <a:lnTo>
                    <a:pt x="1071" y="9"/>
                  </a:lnTo>
                  <a:lnTo>
                    <a:pt x="95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163"/>
            <p:cNvSpPr/>
            <p:nvPr/>
          </p:nvSpPr>
          <p:spPr>
            <a:xfrm>
              <a:off x="6714626" y="1924134"/>
              <a:ext cx="41807" cy="14674"/>
            </a:xfrm>
            <a:custGeom>
              <a:rect b="b" l="l" r="r" t="t"/>
              <a:pathLst>
                <a:path extrusionOk="0" h="404" w="1151">
                  <a:moveTo>
                    <a:pt x="552" y="1"/>
                  </a:moveTo>
                  <a:cubicBezTo>
                    <a:pt x="507" y="1"/>
                    <a:pt x="398" y="17"/>
                    <a:pt x="384" y="180"/>
                  </a:cubicBezTo>
                  <a:cubicBezTo>
                    <a:pt x="384" y="180"/>
                    <a:pt x="367" y="174"/>
                    <a:pt x="346" y="174"/>
                  </a:cubicBezTo>
                  <a:cubicBezTo>
                    <a:pt x="314" y="174"/>
                    <a:pt x="273" y="187"/>
                    <a:pt x="268" y="251"/>
                  </a:cubicBezTo>
                  <a:cubicBezTo>
                    <a:pt x="268" y="251"/>
                    <a:pt x="229" y="238"/>
                    <a:pt x="181" y="238"/>
                  </a:cubicBezTo>
                  <a:cubicBezTo>
                    <a:pt x="111" y="238"/>
                    <a:pt x="21" y="266"/>
                    <a:pt x="0" y="403"/>
                  </a:cubicBezTo>
                  <a:lnTo>
                    <a:pt x="1151" y="403"/>
                  </a:lnTo>
                  <a:cubicBezTo>
                    <a:pt x="1130" y="266"/>
                    <a:pt x="1040" y="238"/>
                    <a:pt x="970" y="238"/>
                  </a:cubicBezTo>
                  <a:cubicBezTo>
                    <a:pt x="922" y="238"/>
                    <a:pt x="883" y="251"/>
                    <a:pt x="883" y="251"/>
                  </a:cubicBezTo>
                  <a:cubicBezTo>
                    <a:pt x="873" y="187"/>
                    <a:pt x="833" y="174"/>
                    <a:pt x="803" y="174"/>
                  </a:cubicBezTo>
                  <a:cubicBezTo>
                    <a:pt x="783" y="174"/>
                    <a:pt x="767" y="180"/>
                    <a:pt x="767" y="180"/>
                  </a:cubicBezTo>
                  <a:cubicBezTo>
                    <a:pt x="753" y="17"/>
                    <a:pt x="638" y="1"/>
                    <a:pt x="591" y="1"/>
                  </a:cubicBezTo>
                  <a:cubicBezTo>
                    <a:pt x="579" y="1"/>
                    <a:pt x="571" y="2"/>
                    <a:pt x="571" y="2"/>
                  </a:cubicBezTo>
                  <a:cubicBezTo>
                    <a:pt x="571" y="2"/>
                    <a:pt x="564" y="1"/>
                    <a:pt x="552"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163"/>
            <p:cNvSpPr/>
            <p:nvPr/>
          </p:nvSpPr>
          <p:spPr>
            <a:xfrm>
              <a:off x="6695812" y="1893079"/>
              <a:ext cx="32109" cy="104028"/>
            </a:xfrm>
            <a:custGeom>
              <a:rect b="b" l="l" r="r" t="t"/>
              <a:pathLst>
                <a:path extrusionOk="0" h="2864" w="884">
                  <a:moveTo>
                    <a:pt x="1" y="0"/>
                  </a:moveTo>
                  <a:lnTo>
                    <a:pt x="1" y="2864"/>
                  </a:lnTo>
                  <a:lnTo>
                    <a:pt x="884" y="2864"/>
                  </a:lnTo>
                  <a:lnTo>
                    <a:pt x="88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163"/>
            <p:cNvSpPr/>
            <p:nvPr/>
          </p:nvSpPr>
          <p:spPr>
            <a:xfrm>
              <a:off x="6727884" y="1885306"/>
              <a:ext cx="7519" cy="111801"/>
            </a:xfrm>
            <a:custGeom>
              <a:rect b="b" l="l" r="r" t="t"/>
              <a:pathLst>
                <a:path extrusionOk="0" h="3078" w="207">
                  <a:moveTo>
                    <a:pt x="206" y="0"/>
                  </a:moveTo>
                  <a:lnTo>
                    <a:pt x="1" y="214"/>
                  </a:lnTo>
                  <a:lnTo>
                    <a:pt x="1" y="3078"/>
                  </a:lnTo>
                  <a:lnTo>
                    <a:pt x="206" y="3078"/>
                  </a:lnTo>
                  <a:lnTo>
                    <a:pt x="206"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163"/>
            <p:cNvSpPr/>
            <p:nvPr/>
          </p:nvSpPr>
          <p:spPr>
            <a:xfrm>
              <a:off x="6701006" y="1898236"/>
              <a:ext cx="3923" cy="7192"/>
            </a:xfrm>
            <a:custGeom>
              <a:rect b="b" l="l" r="r" t="t"/>
              <a:pathLst>
                <a:path extrusionOk="0" h="198" w="108">
                  <a:moveTo>
                    <a:pt x="0" y="1"/>
                  </a:moveTo>
                  <a:lnTo>
                    <a:pt x="0"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163"/>
            <p:cNvSpPr/>
            <p:nvPr/>
          </p:nvSpPr>
          <p:spPr>
            <a:xfrm>
              <a:off x="6710086" y="1911530"/>
              <a:ext cx="3923" cy="7192"/>
            </a:xfrm>
            <a:custGeom>
              <a:rect b="b" l="l" r="r" t="t"/>
              <a:pathLst>
                <a:path extrusionOk="0" h="198"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163"/>
            <p:cNvSpPr/>
            <p:nvPr/>
          </p:nvSpPr>
          <p:spPr>
            <a:xfrm>
              <a:off x="6718513" y="1900198"/>
              <a:ext cx="3923" cy="7156"/>
            </a:xfrm>
            <a:custGeom>
              <a:rect b="b" l="l" r="r" t="t"/>
              <a:pathLst>
                <a:path extrusionOk="0" h="197"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163"/>
            <p:cNvSpPr/>
            <p:nvPr/>
          </p:nvSpPr>
          <p:spPr>
            <a:xfrm>
              <a:off x="6700025" y="1919303"/>
              <a:ext cx="3923" cy="7192"/>
            </a:xfrm>
            <a:custGeom>
              <a:rect b="b" l="l" r="r" t="t"/>
              <a:pathLst>
                <a:path extrusionOk="0" h="198"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163"/>
            <p:cNvSpPr/>
            <p:nvPr/>
          </p:nvSpPr>
          <p:spPr>
            <a:xfrm>
              <a:off x="6720438" y="1923516"/>
              <a:ext cx="3923" cy="7192"/>
            </a:xfrm>
            <a:custGeom>
              <a:rect b="b" l="l" r="r" t="t"/>
              <a:pathLst>
                <a:path extrusionOk="0" h="198"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163"/>
            <p:cNvSpPr/>
            <p:nvPr/>
          </p:nvSpPr>
          <p:spPr>
            <a:xfrm>
              <a:off x="6709432" y="1932923"/>
              <a:ext cx="3923" cy="7156"/>
            </a:xfrm>
            <a:custGeom>
              <a:rect b="b" l="l" r="r" t="t"/>
              <a:pathLst>
                <a:path extrusionOk="0" h="197"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163"/>
            <p:cNvSpPr/>
            <p:nvPr/>
          </p:nvSpPr>
          <p:spPr>
            <a:xfrm>
              <a:off x="6699371" y="1944909"/>
              <a:ext cx="3923" cy="7156"/>
            </a:xfrm>
            <a:custGeom>
              <a:rect b="b" l="l" r="r" t="t"/>
              <a:pathLst>
                <a:path extrusionOk="0" h="197"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163"/>
            <p:cNvSpPr/>
            <p:nvPr/>
          </p:nvSpPr>
          <p:spPr>
            <a:xfrm>
              <a:off x="6702931" y="1963070"/>
              <a:ext cx="3959" cy="7156"/>
            </a:xfrm>
            <a:custGeom>
              <a:rect b="b" l="l" r="r" t="t"/>
              <a:pathLst>
                <a:path extrusionOk="0" h="197" w="109">
                  <a:moveTo>
                    <a:pt x="1" y="0"/>
                  </a:moveTo>
                  <a:lnTo>
                    <a:pt x="1" y="196"/>
                  </a:lnTo>
                  <a:lnTo>
                    <a:pt x="108" y="196"/>
                  </a:lnTo>
                  <a:lnTo>
                    <a:pt x="10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163"/>
            <p:cNvSpPr/>
            <p:nvPr/>
          </p:nvSpPr>
          <p:spPr>
            <a:xfrm>
              <a:off x="6695812" y="1885306"/>
              <a:ext cx="39592" cy="7809"/>
            </a:xfrm>
            <a:custGeom>
              <a:rect b="b" l="l" r="r" t="t"/>
              <a:pathLst>
                <a:path extrusionOk="0" h="215" w="1090">
                  <a:moveTo>
                    <a:pt x="215" y="0"/>
                  </a:moveTo>
                  <a:lnTo>
                    <a:pt x="1" y="214"/>
                  </a:lnTo>
                  <a:lnTo>
                    <a:pt x="884" y="214"/>
                  </a:lnTo>
                  <a:lnTo>
                    <a:pt x="10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163"/>
            <p:cNvSpPr/>
            <p:nvPr/>
          </p:nvSpPr>
          <p:spPr>
            <a:xfrm>
              <a:off x="6634901" y="1859373"/>
              <a:ext cx="15909" cy="139696"/>
            </a:xfrm>
            <a:custGeom>
              <a:rect b="b" l="l" r="r" t="t"/>
              <a:pathLst>
                <a:path extrusionOk="0" h="3846" w="438">
                  <a:moveTo>
                    <a:pt x="438" y="0"/>
                  </a:moveTo>
                  <a:cubicBezTo>
                    <a:pt x="438" y="0"/>
                    <a:pt x="384" y="63"/>
                    <a:pt x="393" y="143"/>
                  </a:cubicBezTo>
                  <a:cubicBezTo>
                    <a:pt x="402" y="215"/>
                    <a:pt x="322" y="250"/>
                    <a:pt x="357" y="313"/>
                  </a:cubicBezTo>
                  <a:cubicBezTo>
                    <a:pt x="384" y="384"/>
                    <a:pt x="286" y="402"/>
                    <a:pt x="331" y="491"/>
                  </a:cubicBezTo>
                  <a:cubicBezTo>
                    <a:pt x="375" y="571"/>
                    <a:pt x="268" y="670"/>
                    <a:pt x="304" y="759"/>
                  </a:cubicBezTo>
                  <a:cubicBezTo>
                    <a:pt x="348" y="857"/>
                    <a:pt x="259" y="893"/>
                    <a:pt x="295" y="973"/>
                  </a:cubicBezTo>
                  <a:cubicBezTo>
                    <a:pt x="340" y="1053"/>
                    <a:pt x="206" y="1142"/>
                    <a:pt x="268" y="1276"/>
                  </a:cubicBezTo>
                  <a:cubicBezTo>
                    <a:pt x="340" y="1401"/>
                    <a:pt x="206" y="1472"/>
                    <a:pt x="250" y="1562"/>
                  </a:cubicBezTo>
                  <a:cubicBezTo>
                    <a:pt x="295" y="1660"/>
                    <a:pt x="134" y="1767"/>
                    <a:pt x="206" y="1865"/>
                  </a:cubicBezTo>
                  <a:cubicBezTo>
                    <a:pt x="277" y="1972"/>
                    <a:pt x="143" y="2061"/>
                    <a:pt x="188" y="2142"/>
                  </a:cubicBezTo>
                  <a:cubicBezTo>
                    <a:pt x="233" y="2222"/>
                    <a:pt x="108" y="2338"/>
                    <a:pt x="179" y="2427"/>
                  </a:cubicBezTo>
                  <a:cubicBezTo>
                    <a:pt x="241" y="2516"/>
                    <a:pt x="90" y="2623"/>
                    <a:pt x="134" y="2739"/>
                  </a:cubicBezTo>
                  <a:cubicBezTo>
                    <a:pt x="188" y="2864"/>
                    <a:pt x="63" y="2998"/>
                    <a:pt x="125" y="3105"/>
                  </a:cubicBezTo>
                  <a:cubicBezTo>
                    <a:pt x="188" y="3212"/>
                    <a:pt x="36" y="3239"/>
                    <a:pt x="108" y="3355"/>
                  </a:cubicBezTo>
                  <a:cubicBezTo>
                    <a:pt x="179" y="3480"/>
                    <a:pt x="1" y="3631"/>
                    <a:pt x="1" y="3845"/>
                  </a:cubicBezTo>
                  <a:lnTo>
                    <a:pt x="438" y="3845"/>
                  </a:lnTo>
                  <a:lnTo>
                    <a:pt x="4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163"/>
            <p:cNvSpPr/>
            <p:nvPr/>
          </p:nvSpPr>
          <p:spPr>
            <a:xfrm>
              <a:off x="6650773" y="1859373"/>
              <a:ext cx="15909" cy="139696"/>
            </a:xfrm>
            <a:custGeom>
              <a:rect b="b" l="l" r="r" t="t"/>
              <a:pathLst>
                <a:path extrusionOk="0" h="3846" w="438">
                  <a:moveTo>
                    <a:pt x="1" y="0"/>
                  </a:moveTo>
                  <a:lnTo>
                    <a:pt x="1" y="3845"/>
                  </a:lnTo>
                  <a:lnTo>
                    <a:pt x="438" y="3845"/>
                  </a:lnTo>
                  <a:cubicBezTo>
                    <a:pt x="438" y="3631"/>
                    <a:pt x="259" y="3480"/>
                    <a:pt x="331" y="3355"/>
                  </a:cubicBezTo>
                  <a:cubicBezTo>
                    <a:pt x="402" y="3239"/>
                    <a:pt x="250" y="3212"/>
                    <a:pt x="313" y="3105"/>
                  </a:cubicBezTo>
                  <a:cubicBezTo>
                    <a:pt x="375" y="2998"/>
                    <a:pt x="250" y="2864"/>
                    <a:pt x="304" y="2739"/>
                  </a:cubicBezTo>
                  <a:cubicBezTo>
                    <a:pt x="358" y="2623"/>
                    <a:pt x="197" y="2516"/>
                    <a:pt x="268" y="2427"/>
                  </a:cubicBezTo>
                  <a:cubicBezTo>
                    <a:pt x="331" y="2338"/>
                    <a:pt x="206" y="2222"/>
                    <a:pt x="250" y="2142"/>
                  </a:cubicBezTo>
                  <a:cubicBezTo>
                    <a:pt x="295" y="2061"/>
                    <a:pt x="170" y="1972"/>
                    <a:pt x="233" y="1865"/>
                  </a:cubicBezTo>
                  <a:cubicBezTo>
                    <a:pt x="304" y="1767"/>
                    <a:pt x="152" y="1660"/>
                    <a:pt x="188" y="1562"/>
                  </a:cubicBezTo>
                  <a:cubicBezTo>
                    <a:pt x="233" y="1472"/>
                    <a:pt x="108" y="1401"/>
                    <a:pt x="170" y="1276"/>
                  </a:cubicBezTo>
                  <a:cubicBezTo>
                    <a:pt x="242" y="1142"/>
                    <a:pt x="99" y="1053"/>
                    <a:pt x="143" y="973"/>
                  </a:cubicBezTo>
                  <a:cubicBezTo>
                    <a:pt x="188" y="893"/>
                    <a:pt x="90" y="857"/>
                    <a:pt x="135" y="759"/>
                  </a:cubicBezTo>
                  <a:cubicBezTo>
                    <a:pt x="179" y="670"/>
                    <a:pt x="63" y="571"/>
                    <a:pt x="108" y="491"/>
                  </a:cubicBezTo>
                  <a:cubicBezTo>
                    <a:pt x="161" y="402"/>
                    <a:pt x="54" y="384"/>
                    <a:pt x="90" y="313"/>
                  </a:cubicBezTo>
                  <a:cubicBezTo>
                    <a:pt x="117" y="250"/>
                    <a:pt x="45" y="215"/>
                    <a:pt x="54" y="143"/>
                  </a:cubicBezTo>
                  <a:cubicBezTo>
                    <a:pt x="63" y="63"/>
                    <a:pt x="1" y="0"/>
                    <a:pt x="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163"/>
            <p:cNvSpPr/>
            <p:nvPr/>
          </p:nvSpPr>
          <p:spPr>
            <a:xfrm>
              <a:off x="6474179" y="1859373"/>
              <a:ext cx="15909" cy="139696"/>
            </a:xfrm>
            <a:custGeom>
              <a:rect b="b" l="l" r="r" t="t"/>
              <a:pathLst>
                <a:path extrusionOk="0" h="3846" w="438">
                  <a:moveTo>
                    <a:pt x="438" y="0"/>
                  </a:moveTo>
                  <a:cubicBezTo>
                    <a:pt x="438" y="0"/>
                    <a:pt x="375" y="63"/>
                    <a:pt x="384" y="143"/>
                  </a:cubicBezTo>
                  <a:cubicBezTo>
                    <a:pt x="393" y="215"/>
                    <a:pt x="322" y="250"/>
                    <a:pt x="349" y="313"/>
                  </a:cubicBezTo>
                  <a:cubicBezTo>
                    <a:pt x="384" y="384"/>
                    <a:pt x="277" y="402"/>
                    <a:pt x="331" y="491"/>
                  </a:cubicBezTo>
                  <a:cubicBezTo>
                    <a:pt x="375" y="571"/>
                    <a:pt x="259" y="670"/>
                    <a:pt x="304" y="759"/>
                  </a:cubicBezTo>
                  <a:cubicBezTo>
                    <a:pt x="349" y="857"/>
                    <a:pt x="251" y="893"/>
                    <a:pt x="295" y="973"/>
                  </a:cubicBezTo>
                  <a:cubicBezTo>
                    <a:pt x="340" y="1053"/>
                    <a:pt x="197" y="1142"/>
                    <a:pt x="268" y="1276"/>
                  </a:cubicBezTo>
                  <a:cubicBezTo>
                    <a:pt x="331" y="1401"/>
                    <a:pt x="206" y="1472"/>
                    <a:pt x="251" y="1562"/>
                  </a:cubicBezTo>
                  <a:cubicBezTo>
                    <a:pt x="286" y="1660"/>
                    <a:pt x="135" y="1767"/>
                    <a:pt x="206" y="1865"/>
                  </a:cubicBezTo>
                  <a:cubicBezTo>
                    <a:pt x="268" y="1972"/>
                    <a:pt x="143" y="2061"/>
                    <a:pt x="188" y="2142"/>
                  </a:cubicBezTo>
                  <a:cubicBezTo>
                    <a:pt x="233" y="2222"/>
                    <a:pt x="108" y="2338"/>
                    <a:pt x="170" y="2427"/>
                  </a:cubicBezTo>
                  <a:cubicBezTo>
                    <a:pt x="242" y="2516"/>
                    <a:pt x="81" y="2623"/>
                    <a:pt x="135" y="2739"/>
                  </a:cubicBezTo>
                  <a:cubicBezTo>
                    <a:pt x="188" y="2864"/>
                    <a:pt x="63" y="2998"/>
                    <a:pt x="126" y="3105"/>
                  </a:cubicBezTo>
                  <a:cubicBezTo>
                    <a:pt x="188" y="3212"/>
                    <a:pt x="36" y="3239"/>
                    <a:pt x="108" y="3355"/>
                  </a:cubicBezTo>
                  <a:cubicBezTo>
                    <a:pt x="179" y="3480"/>
                    <a:pt x="1" y="3631"/>
                    <a:pt x="1" y="3845"/>
                  </a:cubicBezTo>
                  <a:lnTo>
                    <a:pt x="438" y="3845"/>
                  </a:lnTo>
                  <a:lnTo>
                    <a:pt x="4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163"/>
            <p:cNvSpPr/>
            <p:nvPr/>
          </p:nvSpPr>
          <p:spPr>
            <a:xfrm>
              <a:off x="6490051" y="1859373"/>
              <a:ext cx="15909" cy="139696"/>
            </a:xfrm>
            <a:custGeom>
              <a:rect b="b" l="l" r="r" t="t"/>
              <a:pathLst>
                <a:path extrusionOk="0" h="3846" w="438">
                  <a:moveTo>
                    <a:pt x="1" y="0"/>
                  </a:moveTo>
                  <a:lnTo>
                    <a:pt x="1" y="3845"/>
                  </a:lnTo>
                  <a:lnTo>
                    <a:pt x="438" y="3845"/>
                  </a:lnTo>
                  <a:cubicBezTo>
                    <a:pt x="438" y="3631"/>
                    <a:pt x="260" y="3480"/>
                    <a:pt x="331" y="3355"/>
                  </a:cubicBezTo>
                  <a:cubicBezTo>
                    <a:pt x="402" y="3239"/>
                    <a:pt x="251" y="3212"/>
                    <a:pt x="313" y="3105"/>
                  </a:cubicBezTo>
                  <a:cubicBezTo>
                    <a:pt x="376" y="2998"/>
                    <a:pt x="251" y="2864"/>
                    <a:pt x="304" y="2739"/>
                  </a:cubicBezTo>
                  <a:cubicBezTo>
                    <a:pt x="358" y="2623"/>
                    <a:pt x="197" y="2516"/>
                    <a:pt x="260" y="2427"/>
                  </a:cubicBezTo>
                  <a:cubicBezTo>
                    <a:pt x="331" y="2338"/>
                    <a:pt x="206" y="2222"/>
                    <a:pt x="251" y="2142"/>
                  </a:cubicBezTo>
                  <a:cubicBezTo>
                    <a:pt x="295" y="2061"/>
                    <a:pt x="161" y="1972"/>
                    <a:pt x="233" y="1865"/>
                  </a:cubicBezTo>
                  <a:cubicBezTo>
                    <a:pt x="304" y="1767"/>
                    <a:pt x="144" y="1660"/>
                    <a:pt x="188" y="1562"/>
                  </a:cubicBezTo>
                  <a:cubicBezTo>
                    <a:pt x="233" y="1472"/>
                    <a:pt x="99" y="1401"/>
                    <a:pt x="170" y="1276"/>
                  </a:cubicBezTo>
                  <a:cubicBezTo>
                    <a:pt x="233" y="1142"/>
                    <a:pt x="99" y="1053"/>
                    <a:pt x="144" y="973"/>
                  </a:cubicBezTo>
                  <a:cubicBezTo>
                    <a:pt x="179" y="893"/>
                    <a:pt x="90" y="857"/>
                    <a:pt x="135" y="759"/>
                  </a:cubicBezTo>
                  <a:cubicBezTo>
                    <a:pt x="170" y="670"/>
                    <a:pt x="63" y="571"/>
                    <a:pt x="108" y="491"/>
                  </a:cubicBezTo>
                  <a:cubicBezTo>
                    <a:pt x="153" y="402"/>
                    <a:pt x="54" y="384"/>
                    <a:pt x="81" y="313"/>
                  </a:cubicBezTo>
                  <a:cubicBezTo>
                    <a:pt x="117" y="250"/>
                    <a:pt x="37" y="215"/>
                    <a:pt x="45" y="143"/>
                  </a:cubicBezTo>
                  <a:cubicBezTo>
                    <a:pt x="54" y="63"/>
                    <a:pt x="1" y="0"/>
                    <a:pt x="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163"/>
            <p:cNvSpPr/>
            <p:nvPr/>
          </p:nvSpPr>
          <p:spPr>
            <a:xfrm>
              <a:off x="6654987" y="1902450"/>
              <a:ext cx="12677" cy="111510"/>
            </a:xfrm>
            <a:custGeom>
              <a:rect b="b" l="l" r="r" t="t"/>
              <a:pathLst>
                <a:path extrusionOk="0" h="3070" w="349">
                  <a:moveTo>
                    <a:pt x="349" y="1"/>
                  </a:moveTo>
                  <a:cubicBezTo>
                    <a:pt x="349" y="1"/>
                    <a:pt x="304" y="54"/>
                    <a:pt x="313" y="117"/>
                  </a:cubicBezTo>
                  <a:cubicBezTo>
                    <a:pt x="322" y="179"/>
                    <a:pt x="259" y="206"/>
                    <a:pt x="277" y="251"/>
                  </a:cubicBezTo>
                  <a:cubicBezTo>
                    <a:pt x="304" y="304"/>
                    <a:pt x="224" y="331"/>
                    <a:pt x="259" y="393"/>
                  </a:cubicBezTo>
                  <a:cubicBezTo>
                    <a:pt x="295" y="456"/>
                    <a:pt x="206" y="536"/>
                    <a:pt x="242" y="608"/>
                  </a:cubicBezTo>
                  <a:cubicBezTo>
                    <a:pt x="277" y="688"/>
                    <a:pt x="206" y="715"/>
                    <a:pt x="233" y="777"/>
                  </a:cubicBezTo>
                  <a:cubicBezTo>
                    <a:pt x="268" y="848"/>
                    <a:pt x="161" y="911"/>
                    <a:pt x="215" y="1018"/>
                  </a:cubicBezTo>
                  <a:cubicBezTo>
                    <a:pt x="268" y="1125"/>
                    <a:pt x="161" y="1179"/>
                    <a:pt x="197" y="1250"/>
                  </a:cubicBezTo>
                  <a:cubicBezTo>
                    <a:pt x="233" y="1321"/>
                    <a:pt x="108" y="1410"/>
                    <a:pt x="161" y="1491"/>
                  </a:cubicBezTo>
                  <a:cubicBezTo>
                    <a:pt x="215" y="1580"/>
                    <a:pt x="117" y="1651"/>
                    <a:pt x="143" y="1714"/>
                  </a:cubicBezTo>
                  <a:cubicBezTo>
                    <a:pt x="179" y="1776"/>
                    <a:pt x="90" y="1865"/>
                    <a:pt x="143" y="1937"/>
                  </a:cubicBezTo>
                  <a:cubicBezTo>
                    <a:pt x="197" y="2008"/>
                    <a:pt x="63" y="2097"/>
                    <a:pt x="108" y="2187"/>
                  </a:cubicBezTo>
                  <a:cubicBezTo>
                    <a:pt x="152" y="2285"/>
                    <a:pt x="45" y="2392"/>
                    <a:pt x="99" y="2481"/>
                  </a:cubicBezTo>
                  <a:cubicBezTo>
                    <a:pt x="152" y="2561"/>
                    <a:pt x="27" y="2588"/>
                    <a:pt x="90" y="2686"/>
                  </a:cubicBezTo>
                  <a:cubicBezTo>
                    <a:pt x="143" y="2775"/>
                    <a:pt x="1" y="2900"/>
                    <a:pt x="1" y="3070"/>
                  </a:cubicBezTo>
                  <a:lnTo>
                    <a:pt x="349" y="3070"/>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163"/>
            <p:cNvSpPr/>
            <p:nvPr/>
          </p:nvSpPr>
          <p:spPr>
            <a:xfrm>
              <a:off x="6667626" y="1902450"/>
              <a:ext cx="12677" cy="111510"/>
            </a:xfrm>
            <a:custGeom>
              <a:rect b="b" l="l" r="r" t="t"/>
              <a:pathLst>
                <a:path extrusionOk="0" h="3070" w="349">
                  <a:moveTo>
                    <a:pt x="1" y="1"/>
                  </a:moveTo>
                  <a:lnTo>
                    <a:pt x="1" y="3070"/>
                  </a:lnTo>
                  <a:lnTo>
                    <a:pt x="349" y="3070"/>
                  </a:lnTo>
                  <a:cubicBezTo>
                    <a:pt x="349" y="2900"/>
                    <a:pt x="206" y="2775"/>
                    <a:pt x="268" y="2686"/>
                  </a:cubicBezTo>
                  <a:cubicBezTo>
                    <a:pt x="322" y="2588"/>
                    <a:pt x="197" y="2561"/>
                    <a:pt x="250" y="2481"/>
                  </a:cubicBezTo>
                  <a:cubicBezTo>
                    <a:pt x="304" y="2392"/>
                    <a:pt x="197" y="2285"/>
                    <a:pt x="241" y="2187"/>
                  </a:cubicBezTo>
                  <a:cubicBezTo>
                    <a:pt x="286" y="2097"/>
                    <a:pt x="161" y="2008"/>
                    <a:pt x="206" y="1937"/>
                  </a:cubicBezTo>
                  <a:cubicBezTo>
                    <a:pt x="259" y="1865"/>
                    <a:pt x="170" y="1776"/>
                    <a:pt x="206" y="1714"/>
                  </a:cubicBezTo>
                  <a:cubicBezTo>
                    <a:pt x="241" y="1651"/>
                    <a:pt x="134" y="1580"/>
                    <a:pt x="188" y="1491"/>
                  </a:cubicBezTo>
                  <a:cubicBezTo>
                    <a:pt x="241" y="1410"/>
                    <a:pt x="117" y="1321"/>
                    <a:pt x="152" y="1250"/>
                  </a:cubicBezTo>
                  <a:cubicBezTo>
                    <a:pt x="188" y="1179"/>
                    <a:pt x="81" y="1125"/>
                    <a:pt x="134" y="1018"/>
                  </a:cubicBezTo>
                  <a:cubicBezTo>
                    <a:pt x="188" y="911"/>
                    <a:pt x="81" y="848"/>
                    <a:pt x="117" y="777"/>
                  </a:cubicBezTo>
                  <a:cubicBezTo>
                    <a:pt x="152" y="715"/>
                    <a:pt x="72" y="688"/>
                    <a:pt x="108" y="608"/>
                  </a:cubicBezTo>
                  <a:cubicBezTo>
                    <a:pt x="143" y="536"/>
                    <a:pt x="54" y="456"/>
                    <a:pt x="90" y="393"/>
                  </a:cubicBezTo>
                  <a:cubicBezTo>
                    <a:pt x="125" y="331"/>
                    <a:pt x="45" y="304"/>
                    <a:pt x="72" y="251"/>
                  </a:cubicBezTo>
                  <a:cubicBezTo>
                    <a:pt x="90" y="206"/>
                    <a:pt x="36" y="179"/>
                    <a:pt x="36" y="117"/>
                  </a:cubicBezTo>
                  <a:cubicBezTo>
                    <a:pt x="45" y="54"/>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163"/>
            <p:cNvSpPr/>
            <p:nvPr/>
          </p:nvSpPr>
          <p:spPr>
            <a:xfrm>
              <a:off x="6389296" y="1882037"/>
              <a:ext cx="12677" cy="111183"/>
            </a:xfrm>
            <a:custGeom>
              <a:rect b="b" l="l" r="r" t="t"/>
              <a:pathLst>
                <a:path extrusionOk="0" h="3061" w="349">
                  <a:moveTo>
                    <a:pt x="348" y="1"/>
                  </a:moveTo>
                  <a:cubicBezTo>
                    <a:pt x="348" y="1"/>
                    <a:pt x="304" y="46"/>
                    <a:pt x="304" y="108"/>
                  </a:cubicBezTo>
                  <a:cubicBezTo>
                    <a:pt x="313" y="170"/>
                    <a:pt x="250" y="197"/>
                    <a:pt x="277" y="251"/>
                  </a:cubicBezTo>
                  <a:cubicBezTo>
                    <a:pt x="304" y="304"/>
                    <a:pt x="223" y="322"/>
                    <a:pt x="259" y="385"/>
                  </a:cubicBezTo>
                  <a:cubicBezTo>
                    <a:pt x="295" y="456"/>
                    <a:pt x="206" y="527"/>
                    <a:pt x="241" y="608"/>
                  </a:cubicBezTo>
                  <a:cubicBezTo>
                    <a:pt x="277" y="679"/>
                    <a:pt x="197" y="715"/>
                    <a:pt x="232" y="777"/>
                  </a:cubicBezTo>
                  <a:cubicBezTo>
                    <a:pt x="268" y="840"/>
                    <a:pt x="161" y="911"/>
                    <a:pt x="215" y="1009"/>
                  </a:cubicBezTo>
                  <a:cubicBezTo>
                    <a:pt x="268" y="1116"/>
                    <a:pt x="161" y="1170"/>
                    <a:pt x="197" y="1241"/>
                  </a:cubicBezTo>
                  <a:cubicBezTo>
                    <a:pt x="232" y="1321"/>
                    <a:pt x="99" y="1402"/>
                    <a:pt x="161" y="1491"/>
                  </a:cubicBezTo>
                  <a:cubicBezTo>
                    <a:pt x="215" y="1571"/>
                    <a:pt x="107" y="1642"/>
                    <a:pt x="143" y="1705"/>
                  </a:cubicBezTo>
                  <a:cubicBezTo>
                    <a:pt x="179" y="1776"/>
                    <a:pt x="81" y="1865"/>
                    <a:pt x="134" y="1937"/>
                  </a:cubicBezTo>
                  <a:cubicBezTo>
                    <a:pt x="188" y="2008"/>
                    <a:pt x="63" y="2088"/>
                    <a:pt x="107" y="2187"/>
                  </a:cubicBezTo>
                  <a:cubicBezTo>
                    <a:pt x="143" y="2285"/>
                    <a:pt x="45" y="2392"/>
                    <a:pt x="99" y="2472"/>
                  </a:cubicBezTo>
                  <a:cubicBezTo>
                    <a:pt x="143" y="2561"/>
                    <a:pt x="27" y="2579"/>
                    <a:pt x="81" y="2677"/>
                  </a:cubicBezTo>
                  <a:cubicBezTo>
                    <a:pt x="134" y="2766"/>
                    <a:pt x="0" y="2891"/>
                    <a:pt x="0" y="3061"/>
                  </a:cubicBezTo>
                  <a:lnTo>
                    <a:pt x="348" y="3061"/>
                  </a:lnTo>
                  <a:lnTo>
                    <a:pt x="3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163"/>
            <p:cNvSpPr/>
            <p:nvPr/>
          </p:nvSpPr>
          <p:spPr>
            <a:xfrm>
              <a:off x="6401936" y="1882037"/>
              <a:ext cx="12677" cy="111183"/>
            </a:xfrm>
            <a:custGeom>
              <a:rect b="b" l="l" r="r" t="t"/>
              <a:pathLst>
                <a:path extrusionOk="0" h="3061" w="349">
                  <a:moveTo>
                    <a:pt x="0" y="1"/>
                  </a:moveTo>
                  <a:lnTo>
                    <a:pt x="0" y="3061"/>
                  </a:lnTo>
                  <a:lnTo>
                    <a:pt x="348" y="3061"/>
                  </a:lnTo>
                  <a:cubicBezTo>
                    <a:pt x="348" y="2891"/>
                    <a:pt x="206" y="2766"/>
                    <a:pt x="259" y="2677"/>
                  </a:cubicBezTo>
                  <a:cubicBezTo>
                    <a:pt x="313" y="2579"/>
                    <a:pt x="197" y="2561"/>
                    <a:pt x="250" y="2472"/>
                  </a:cubicBezTo>
                  <a:cubicBezTo>
                    <a:pt x="295" y="2392"/>
                    <a:pt x="197" y="2285"/>
                    <a:pt x="241" y="2187"/>
                  </a:cubicBezTo>
                  <a:cubicBezTo>
                    <a:pt x="277" y="2088"/>
                    <a:pt x="152" y="2008"/>
                    <a:pt x="206" y="1937"/>
                  </a:cubicBezTo>
                  <a:cubicBezTo>
                    <a:pt x="259" y="1865"/>
                    <a:pt x="161" y="1776"/>
                    <a:pt x="197" y="1705"/>
                  </a:cubicBezTo>
                  <a:cubicBezTo>
                    <a:pt x="232" y="1642"/>
                    <a:pt x="125" y="1571"/>
                    <a:pt x="188" y="1491"/>
                  </a:cubicBezTo>
                  <a:cubicBezTo>
                    <a:pt x="241" y="1402"/>
                    <a:pt x="116" y="1321"/>
                    <a:pt x="152" y="1241"/>
                  </a:cubicBezTo>
                  <a:cubicBezTo>
                    <a:pt x="179" y="1170"/>
                    <a:pt x="81" y="1116"/>
                    <a:pt x="134" y="1009"/>
                  </a:cubicBezTo>
                  <a:cubicBezTo>
                    <a:pt x="188" y="911"/>
                    <a:pt x="81" y="840"/>
                    <a:pt x="107" y="777"/>
                  </a:cubicBezTo>
                  <a:cubicBezTo>
                    <a:pt x="143" y="715"/>
                    <a:pt x="72" y="679"/>
                    <a:pt x="107" y="608"/>
                  </a:cubicBezTo>
                  <a:cubicBezTo>
                    <a:pt x="134" y="527"/>
                    <a:pt x="45" y="456"/>
                    <a:pt x="81" y="385"/>
                  </a:cubicBezTo>
                  <a:cubicBezTo>
                    <a:pt x="125" y="322"/>
                    <a:pt x="45" y="304"/>
                    <a:pt x="63" y="251"/>
                  </a:cubicBezTo>
                  <a:cubicBezTo>
                    <a:pt x="90" y="197"/>
                    <a:pt x="27" y="170"/>
                    <a:pt x="36" y="108"/>
                  </a:cubicBezTo>
                  <a:cubicBezTo>
                    <a:pt x="45" y="46"/>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163"/>
            <p:cNvSpPr/>
            <p:nvPr/>
          </p:nvSpPr>
          <p:spPr>
            <a:xfrm>
              <a:off x="6528951" y="1902450"/>
              <a:ext cx="12677" cy="111510"/>
            </a:xfrm>
            <a:custGeom>
              <a:rect b="b" l="l" r="r" t="t"/>
              <a:pathLst>
                <a:path extrusionOk="0" h="3070" w="349">
                  <a:moveTo>
                    <a:pt x="348" y="1"/>
                  </a:moveTo>
                  <a:cubicBezTo>
                    <a:pt x="348" y="1"/>
                    <a:pt x="304" y="46"/>
                    <a:pt x="313" y="117"/>
                  </a:cubicBezTo>
                  <a:cubicBezTo>
                    <a:pt x="322" y="179"/>
                    <a:pt x="259" y="206"/>
                    <a:pt x="286" y="251"/>
                  </a:cubicBezTo>
                  <a:cubicBezTo>
                    <a:pt x="304" y="304"/>
                    <a:pt x="223" y="322"/>
                    <a:pt x="259" y="393"/>
                  </a:cubicBezTo>
                  <a:cubicBezTo>
                    <a:pt x="304" y="456"/>
                    <a:pt x="214" y="536"/>
                    <a:pt x="241" y="608"/>
                  </a:cubicBezTo>
                  <a:cubicBezTo>
                    <a:pt x="277" y="688"/>
                    <a:pt x="206" y="715"/>
                    <a:pt x="232" y="777"/>
                  </a:cubicBezTo>
                  <a:cubicBezTo>
                    <a:pt x="268" y="840"/>
                    <a:pt x="161" y="911"/>
                    <a:pt x="214" y="1018"/>
                  </a:cubicBezTo>
                  <a:cubicBezTo>
                    <a:pt x="268" y="1125"/>
                    <a:pt x="170" y="1179"/>
                    <a:pt x="197" y="1250"/>
                  </a:cubicBezTo>
                  <a:cubicBezTo>
                    <a:pt x="232" y="1321"/>
                    <a:pt x="107" y="1410"/>
                    <a:pt x="161" y="1491"/>
                  </a:cubicBezTo>
                  <a:cubicBezTo>
                    <a:pt x="214" y="1580"/>
                    <a:pt x="116" y="1651"/>
                    <a:pt x="152" y="1714"/>
                  </a:cubicBezTo>
                  <a:cubicBezTo>
                    <a:pt x="188" y="1776"/>
                    <a:pt x="90" y="1865"/>
                    <a:pt x="143" y="1937"/>
                  </a:cubicBezTo>
                  <a:cubicBezTo>
                    <a:pt x="197" y="2008"/>
                    <a:pt x="72" y="2088"/>
                    <a:pt x="107" y="2187"/>
                  </a:cubicBezTo>
                  <a:cubicBezTo>
                    <a:pt x="152" y="2285"/>
                    <a:pt x="54" y="2392"/>
                    <a:pt x="99" y="2481"/>
                  </a:cubicBezTo>
                  <a:cubicBezTo>
                    <a:pt x="152" y="2561"/>
                    <a:pt x="27" y="2588"/>
                    <a:pt x="90" y="2677"/>
                  </a:cubicBezTo>
                  <a:cubicBezTo>
                    <a:pt x="143" y="2775"/>
                    <a:pt x="0" y="2891"/>
                    <a:pt x="0" y="3070"/>
                  </a:cubicBezTo>
                  <a:lnTo>
                    <a:pt x="348" y="3070"/>
                  </a:lnTo>
                  <a:lnTo>
                    <a:pt x="3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163"/>
            <p:cNvSpPr/>
            <p:nvPr/>
          </p:nvSpPr>
          <p:spPr>
            <a:xfrm>
              <a:off x="6541591" y="1902450"/>
              <a:ext cx="12677" cy="111510"/>
            </a:xfrm>
            <a:custGeom>
              <a:rect b="b" l="l" r="r" t="t"/>
              <a:pathLst>
                <a:path extrusionOk="0" h="3070" w="349">
                  <a:moveTo>
                    <a:pt x="0" y="1"/>
                  </a:moveTo>
                  <a:lnTo>
                    <a:pt x="0" y="3070"/>
                  </a:lnTo>
                  <a:lnTo>
                    <a:pt x="348" y="3070"/>
                  </a:lnTo>
                  <a:cubicBezTo>
                    <a:pt x="348" y="2891"/>
                    <a:pt x="214" y="2775"/>
                    <a:pt x="268" y="2677"/>
                  </a:cubicBezTo>
                  <a:cubicBezTo>
                    <a:pt x="321" y="2588"/>
                    <a:pt x="197" y="2561"/>
                    <a:pt x="250" y="2481"/>
                  </a:cubicBezTo>
                  <a:cubicBezTo>
                    <a:pt x="304" y="2392"/>
                    <a:pt x="197" y="2285"/>
                    <a:pt x="241" y="2187"/>
                  </a:cubicBezTo>
                  <a:cubicBezTo>
                    <a:pt x="286" y="2088"/>
                    <a:pt x="161" y="2008"/>
                    <a:pt x="214" y="1937"/>
                  </a:cubicBezTo>
                  <a:cubicBezTo>
                    <a:pt x="268" y="1865"/>
                    <a:pt x="170" y="1776"/>
                    <a:pt x="205" y="1714"/>
                  </a:cubicBezTo>
                  <a:cubicBezTo>
                    <a:pt x="241" y="1651"/>
                    <a:pt x="134" y="1580"/>
                    <a:pt x="188" y="1491"/>
                  </a:cubicBezTo>
                  <a:cubicBezTo>
                    <a:pt x="241" y="1410"/>
                    <a:pt x="116" y="1321"/>
                    <a:pt x="152" y="1250"/>
                  </a:cubicBezTo>
                  <a:cubicBezTo>
                    <a:pt x="188" y="1179"/>
                    <a:pt x="81" y="1125"/>
                    <a:pt x="134" y="1018"/>
                  </a:cubicBezTo>
                  <a:cubicBezTo>
                    <a:pt x="188" y="911"/>
                    <a:pt x="81" y="840"/>
                    <a:pt x="116" y="777"/>
                  </a:cubicBezTo>
                  <a:cubicBezTo>
                    <a:pt x="152" y="715"/>
                    <a:pt x="72" y="688"/>
                    <a:pt x="107" y="608"/>
                  </a:cubicBezTo>
                  <a:cubicBezTo>
                    <a:pt x="143" y="536"/>
                    <a:pt x="54" y="456"/>
                    <a:pt x="90" y="393"/>
                  </a:cubicBezTo>
                  <a:cubicBezTo>
                    <a:pt x="125" y="322"/>
                    <a:pt x="45" y="304"/>
                    <a:pt x="72" y="251"/>
                  </a:cubicBezTo>
                  <a:cubicBezTo>
                    <a:pt x="98" y="206"/>
                    <a:pt x="36" y="179"/>
                    <a:pt x="45" y="117"/>
                  </a:cubicBezTo>
                  <a:cubicBezTo>
                    <a:pt x="45" y="46"/>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163"/>
            <p:cNvSpPr/>
            <p:nvPr/>
          </p:nvSpPr>
          <p:spPr>
            <a:xfrm>
              <a:off x="6244119" y="1770930"/>
              <a:ext cx="634191" cy="385636"/>
            </a:xfrm>
            <a:custGeom>
              <a:rect b="b" l="l" r="r" t="t"/>
              <a:pathLst>
                <a:path extrusionOk="0" h="10617" w="17460">
                  <a:moveTo>
                    <a:pt x="17459" y="0"/>
                  </a:moveTo>
                  <a:lnTo>
                    <a:pt x="16094" y="1472"/>
                  </a:lnTo>
                  <a:lnTo>
                    <a:pt x="15711" y="2953"/>
                  </a:lnTo>
                  <a:lnTo>
                    <a:pt x="14266" y="3774"/>
                  </a:lnTo>
                  <a:lnTo>
                    <a:pt x="13855" y="4478"/>
                  </a:lnTo>
                  <a:lnTo>
                    <a:pt x="13052" y="4719"/>
                  </a:lnTo>
                  <a:lnTo>
                    <a:pt x="12687" y="5995"/>
                  </a:lnTo>
                  <a:lnTo>
                    <a:pt x="11304" y="6164"/>
                  </a:lnTo>
                  <a:lnTo>
                    <a:pt x="10519" y="5692"/>
                  </a:lnTo>
                  <a:lnTo>
                    <a:pt x="10153" y="4951"/>
                  </a:lnTo>
                  <a:lnTo>
                    <a:pt x="8806" y="5112"/>
                  </a:lnTo>
                  <a:lnTo>
                    <a:pt x="8253" y="5879"/>
                  </a:lnTo>
                  <a:lnTo>
                    <a:pt x="7370" y="5897"/>
                  </a:lnTo>
                  <a:lnTo>
                    <a:pt x="6130" y="4701"/>
                  </a:lnTo>
                  <a:lnTo>
                    <a:pt x="5059" y="4496"/>
                  </a:lnTo>
                  <a:lnTo>
                    <a:pt x="4363" y="4889"/>
                  </a:lnTo>
                  <a:lnTo>
                    <a:pt x="3596" y="3836"/>
                  </a:lnTo>
                  <a:lnTo>
                    <a:pt x="2748" y="3444"/>
                  </a:lnTo>
                  <a:lnTo>
                    <a:pt x="1749" y="5308"/>
                  </a:lnTo>
                  <a:lnTo>
                    <a:pt x="938" y="6075"/>
                  </a:lnTo>
                  <a:lnTo>
                    <a:pt x="777" y="7271"/>
                  </a:lnTo>
                  <a:lnTo>
                    <a:pt x="1" y="7868"/>
                  </a:lnTo>
                  <a:lnTo>
                    <a:pt x="1" y="8975"/>
                  </a:lnTo>
                  <a:lnTo>
                    <a:pt x="938" y="8983"/>
                  </a:lnTo>
                  <a:lnTo>
                    <a:pt x="2053" y="9091"/>
                  </a:lnTo>
                  <a:lnTo>
                    <a:pt x="2918" y="8859"/>
                  </a:lnTo>
                  <a:lnTo>
                    <a:pt x="5220" y="8859"/>
                  </a:lnTo>
                  <a:lnTo>
                    <a:pt x="5844" y="9091"/>
                  </a:lnTo>
                  <a:lnTo>
                    <a:pt x="7343" y="8903"/>
                  </a:lnTo>
                  <a:lnTo>
                    <a:pt x="8190" y="9091"/>
                  </a:lnTo>
                  <a:lnTo>
                    <a:pt x="7655" y="9813"/>
                  </a:lnTo>
                  <a:lnTo>
                    <a:pt x="9073" y="9974"/>
                  </a:lnTo>
                  <a:lnTo>
                    <a:pt x="10867" y="9626"/>
                  </a:lnTo>
                  <a:lnTo>
                    <a:pt x="11901" y="9626"/>
                  </a:lnTo>
                  <a:lnTo>
                    <a:pt x="12865" y="9974"/>
                  </a:lnTo>
                  <a:lnTo>
                    <a:pt x="14970" y="9974"/>
                  </a:lnTo>
                  <a:lnTo>
                    <a:pt x="15693" y="10616"/>
                  </a:lnTo>
                  <a:lnTo>
                    <a:pt x="17459" y="10616"/>
                  </a:lnTo>
                  <a:lnTo>
                    <a:pt x="1745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163"/>
            <p:cNvSpPr/>
            <p:nvPr/>
          </p:nvSpPr>
          <p:spPr>
            <a:xfrm>
              <a:off x="6704892" y="1770930"/>
              <a:ext cx="173404" cy="243034"/>
            </a:xfrm>
            <a:custGeom>
              <a:rect b="b" l="l" r="r" t="t"/>
              <a:pathLst>
                <a:path extrusionOk="0" h="6691" w="4774">
                  <a:moveTo>
                    <a:pt x="4773" y="0"/>
                  </a:moveTo>
                  <a:lnTo>
                    <a:pt x="3408" y="1472"/>
                  </a:lnTo>
                  <a:lnTo>
                    <a:pt x="3025" y="2953"/>
                  </a:lnTo>
                  <a:lnTo>
                    <a:pt x="1588" y="3774"/>
                  </a:lnTo>
                  <a:lnTo>
                    <a:pt x="1169" y="4478"/>
                  </a:lnTo>
                  <a:lnTo>
                    <a:pt x="366" y="4719"/>
                  </a:lnTo>
                  <a:lnTo>
                    <a:pt x="1" y="5995"/>
                  </a:lnTo>
                  <a:lnTo>
                    <a:pt x="1722" y="6691"/>
                  </a:lnTo>
                  <a:lnTo>
                    <a:pt x="580" y="5727"/>
                  </a:lnTo>
                  <a:lnTo>
                    <a:pt x="759" y="5255"/>
                  </a:lnTo>
                  <a:lnTo>
                    <a:pt x="1321" y="4844"/>
                  </a:lnTo>
                  <a:lnTo>
                    <a:pt x="1901" y="4692"/>
                  </a:lnTo>
                  <a:lnTo>
                    <a:pt x="2097" y="3916"/>
                  </a:lnTo>
                  <a:lnTo>
                    <a:pt x="3212" y="3765"/>
                  </a:lnTo>
                  <a:lnTo>
                    <a:pt x="3310" y="3015"/>
                  </a:lnTo>
                  <a:lnTo>
                    <a:pt x="3614" y="2373"/>
                  </a:lnTo>
                  <a:lnTo>
                    <a:pt x="4015" y="3916"/>
                  </a:lnTo>
                  <a:lnTo>
                    <a:pt x="3890" y="1490"/>
                  </a:lnTo>
                  <a:lnTo>
                    <a:pt x="4773"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163"/>
            <p:cNvSpPr/>
            <p:nvPr/>
          </p:nvSpPr>
          <p:spPr>
            <a:xfrm>
              <a:off x="6612854" y="1950757"/>
              <a:ext cx="92078" cy="79728"/>
            </a:xfrm>
            <a:custGeom>
              <a:rect b="b" l="l" r="r" t="t"/>
              <a:pathLst>
                <a:path extrusionOk="0" h="2195" w="2535">
                  <a:moveTo>
                    <a:pt x="1" y="0"/>
                  </a:moveTo>
                  <a:lnTo>
                    <a:pt x="170" y="1178"/>
                  </a:lnTo>
                  <a:lnTo>
                    <a:pt x="724" y="1454"/>
                  </a:lnTo>
                  <a:lnTo>
                    <a:pt x="724" y="2195"/>
                  </a:lnTo>
                  <a:lnTo>
                    <a:pt x="1089" y="1820"/>
                  </a:lnTo>
                  <a:lnTo>
                    <a:pt x="2535" y="1044"/>
                  </a:lnTo>
                  <a:lnTo>
                    <a:pt x="2535" y="1044"/>
                  </a:lnTo>
                  <a:lnTo>
                    <a:pt x="1152" y="1213"/>
                  </a:lnTo>
                  <a:lnTo>
                    <a:pt x="367" y="741"/>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163"/>
            <p:cNvSpPr/>
            <p:nvPr/>
          </p:nvSpPr>
          <p:spPr>
            <a:xfrm>
              <a:off x="6676380" y="2039200"/>
              <a:ext cx="64182" cy="94003"/>
            </a:xfrm>
            <a:custGeom>
              <a:rect b="b" l="l" r="r" t="t"/>
              <a:pathLst>
                <a:path extrusionOk="0" h="2588" w="1767">
                  <a:moveTo>
                    <a:pt x="1767" y="1"/>
                  </a:moveTo>
                  <a:lnTo>
                    <a:pt x="1276" y="652"/>
                  </a:lnTo>
                  <a:lnTo>
                    <a:pt x="786" y="1794"/>
                  </a:lnTo>
                  <a:lnTo>
                    <a:pt x="0" y="2240"/>
                  </a:lnTo>
                  <a:lnTo>
                    <a:pt x="964" y="2588"/>
                  </a:lnTo>
                  <a:lnTo>
                    <a:pt x="1410" y="1758"/>
                  </a:lnTo>
                  <a:lnTo>
                    <a:pt x="1410" y="1027"/>
                  </a:lnTo>
                  <a:lnTo>
                    <a:pt x="176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163"/>
            <p:cNvSpPr/>
            <p:nvPr/>
          </p:nvSpPr>
          <p:spPr>
            <a:xfrm>
              <a:off x="6778443" y="1943311"/>
              <a:ext cx="99851" cy="213249"/>
            </a:xfrm>
            <a:custGeom>
              <a:rect b="b" l="l" r="r" t="t"/>
              <a:pathLst>
                <a:path extrusionOk="0" h="5871" w="2749">
                  <a:moveTo>
                    <a:pt x="1089" y="0"/>
                  </a:moveTo>
                  <a:lnTo>
                    <a:pt x="661" y="1115"/>
                  </a:lnTo>
                  <a:lnTo>
                    <a:pt x="482" y="3212"/>
                  </a:lnTo>
                  <a:lnTo>
                    <a:pt x="1" y="4514"/>
                  </a:lnTo>
                  <a:lnTo>
                    <a:pt x="259" y="5228"/>
                  </a:lnTo>
                  <a:lnTo>
                    <a:pt x="982" y="5870"/>
                  </a:lnTo>
                  <a:lnTo>
                    <a:pt x="2748" y="5870"/>
                  </a:lnTo>
                  <a:lnTo>
                    <a:pt x="2748" y="3105"/>
                  </a:lnTo>
                  <a:lnTo>
                    <a:pt x="2133" y="4737"/>
                  </a:lnTo>
                  <a:lnTo>
                    <a:pt x="1678" y="4086"/>
                  </a:lnTo>
                  <a:lnTo>
                    <a:pt x="1544" y="2480"/>
                  </a:lnTo>
                  <a:lnTo>
                    <a:pt x="1071" y="1302"/>
                  </a:lnTo>
                  <a:lnTo>
                    <a:pt x="108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163"/>
            <p:cNvSpPr/>
            <p:nvPr/>
          </p:nvSpPr>
          <p:spPr>
            <a:xfrm>
              <a:off x="6787850" y="2079044"/>
              <a:ext cx="26261" cy="77512"/>
            </a:xfrm>
            <a:custGeom>
              <a:rect b="b" l="l" r="r" t="t"/>
              <a:pathLst>
                <a:path extrusionOk="0" h="2134" w="723">
                  <a:moveTo>
                    <a:pt x="607" y="1"/>
                  </a:moveTo>
                  <a:lnTo>
                    <a:pt x="437" y="1455"/>
                  </a:lnTo>
                  <a:lnTo>
                    <a:pt x="205" y="875"/>
                  </a:lnTo>
                  <a:lnTo>
                    <a:pt x="0" y="1491"/>
                  </a:lnTo>
                  <a:lnTo>
                    <a:pt x="723" y="2133"/>
                  </a:lnTo>
                  <a:lnTo>
                    <a:pt x="607"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163"/>
            <p:cNvSpPr/>
            <p:nvPr/>
          </p:nvSpPr>
          <p:spPr>
            <a:xfrm>
              <a:off x="6743139" y="2044067"/>
              <a:ext cx="23355" cy="89135"/>
            </a:xfrm>
            <a:custGeom>
              <a:rect b="b" l="l" r="r" t="t"/>
              <a:pathLst>
                <a:path extrusionOk="0" h="2454" w="643">
                  <a:moveTo>
                    <a:pt x="419" y="0"/>
                  </a:moveTo>
                  <a:lnTo>
                    <a:pt x="98" y="1410"/>
                  </a:lnTo>
                  <a:lnTo>
                    <a:pt x="188" y="1883"/>
                  </a:lnTo>
                  <a:lnTo>
                    <a:pt x="0" y="2454"/>
                  </a:lnTo>
                  <a:lnTo>
                    <a:pt x="643" y="2454"/>
                  </a:lnTo>
                  <a:lnTo>
                    <a:pt x="366" y="1232"/>
                  </a:lnTo>
                  <a:lnTo>
                    <a:pt x="419"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163"/>
            <p:cNvSpPr/>
            <p:nvPr/>
          </p:nvSpPr>
          <p:spPr>
            <a:xfrm>
              <a:off x="6522159" y="2039200"/>
              <a:ext cx="54447" cy="94003"/>
            </a:xfrm>
            <a:custGeom>
              <a:rect b="b" l="l" r="r" t="t"/>
              <a:pathLst>
                <a:path extrusionOk="0" h="2588" w="1499">
                  <a:moveTo>
                    <a:pt x="1187" y="1"/>
                  </a:moveTo>
                  <a:lnTo>
                    <a:pt x="1187" y="1455"/>
                  </a:lnTo>
                  <a:lnTo>
                    <a:pt x="0" y="2427"/>
                  </a:lnTo>
                  <a:lnTo>
                    <a:pt x="1418" y="2588"/>
                  </a:lnTo>
                  <a:lnTo>
                    <a:pt x="1499" y="1151"/>
                  </a:lnTo>
                  <a:lnTo>
                    <a:pt x="118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163"/>
            <p:cNvSpPr/>
            <p:nvPr/>
          </p:nvSpPr>
          <p:spPr>
            <a:xfrm>
              <a:off x="6573663" y="2047299"/>
              <a:ext cx="73262" cy="85903"/>
            </a:xfrm>
            <a:custGeom>
              <a:rect b="b" l="l" r="r" t="t"/>
              <a:pathLst>
                <a:path extrusionOk="0" h="2365" w="2017">
                  <a:moveTo>
                    <a:pt x="2017" y="1"/>
                  </a:moveTo>
                  <a:lnTo>
                    <a:pt x="1321" y="1214"/>
                  </a:lnTo>
                  <a:lnTo>
                    <a:pt x="1160" y="1785"/>
                  </a:lnTo>
                  <a:lnTo>
                    <a:pt x="0" y="2365"/>
                  </a:lnTo>
                  <a:lnTo>
                    <a:pt x="1794" y="2017"/>
                  </a:lnTo>
                  <a:lnTo>
                    <a:pt x="1695" y="1259"/>
                  </a:lnTo>
                  <a:lnTo>
                    <a:pt x="2017"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163"/>
            <p:cNvSpPr/>
            <p:nvPr/>
          </p:nvSpPr>
          <p:spPr>
            <a:xfrm>
              <a:off x="6510791" y="2044067"/>
              <a:ext cx="30838" cy="57063"/>
            </a:xfrm>
            <a:custGeom>
              <a:rect b="b" l="l" r="r" t="t"/>
              <a:pathLst>
                <a:path extrusionOk="0" h="1571" w="849">
                  <a:moveTo>
                    <a:pt x="545" y="0"/>
                  </a:moveTo>
                  <a:lnTo>
                    <a:pt x="393" y="848"/>
                  </a:lnTo>
                  <a:lnTo>
                    <a:pt x="1" y="1383"/>
                  </a:lnTo>
                  <a:lnTo>
                    <a:pt x="848" y="1571"/>
                  </a:lnTo>
                  <a:lnTo>
                    <a:pt x="54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163"/>
            <p:cNvSpPr/>
            <p:nvPr/>
          </p:nvSpPr>
          <p:spPr>
            <a:xfrm>
              <a:off x="6410362" y="1934231"/>
              <a:ext cx="133522" cy="94656"/>
            </a:xfrm>
            <a:custGeom>
              <a:rect b="b" l="l" r="r" t="t"/>
              <a:pathLst>
                <a:path extrusionOk="0" h="2606" w="3676">
                  <a:moveTo>
                    <a:pt x="482" y="0"/>
                  </a:moveTo>
                  <a:lnTo>
                    <a:pt x="901" y="375"/>
                  </a:lnTo>
                  <a:lnTo>
                    <a:pt x="955" y="812"/>
                  </a:lnTo>
                  <a:lnTo>
                    <a:pt x="1321" y="518"/>
                  </a:lnTo>
                  <a:lnTo>
                    <a:pt x="2061" y="1142"/>
                  </a:lnTo>
                  <a:lnTo>
                    <a:pt x="1267" y="1401"/>
                  </a:lnTo>
                  <a:lnTo>
                    <a:pt x="0" y="2605"/>
                  </a:lnTo>
                  <a:lnTo>
                    <a:pt x="1642" y="1677"/>
                  </a:lnTo>
                  <a:lnTo>
                    <a:pt x="2462" y="1481"/>
                  </a:lnTo>
                  <a:lnTo>
                    <a:pt x="2766" y="1909"/>
                  </a:lnTo>
                  <a:lnTo>
                    <a:pt x="2578" y="2605"/>
                  </a:lnTo>
                  <a:lnTo>
                    <a:pt x="3676" y="1383"/>
                  </a:lnTo>
                  <a:lnTo>
                    <a:pt x="2793" y="1401"/>
                  </a:lnTo>
                  <a:lnTo>
                    <a:pt x="1553" y="205"/>
                  </a:lnTo>
                  <a:lnTo>
                    <a:pt x="482"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163"/>
            <p:cNvSpPr/>
            <p:nvPr/>
          </p:nvSpPr>
          <p:spPr>
            <a:xfrm>
              <a:off x="6343930" y="1895985"/>
              <a:ext cx="58697" cy="52522"/>
            </a:xfrm>
            <a:custGeom>
              <a:rect b="b" l="l" r="r" t="t"/>
              <a:pathLst>
                <a:path extrusionOk="0" h="1446" w="1616">
                  <a:moveTo>
                    <a:pt x="0" y="1"/>
                  </a:moveTo>
                  <a:lnTo>
                    <a:pt x="1615" y="1446"/>
                  </a:lnTo>
                  <a:lnTo>
                    <a:pt x="848" y="393"/>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163"/>
            <p:cNvSpPr/>
            <p:nvPr/>
          </p:nvSpPr>
          <p:spPr>
            <a:xfrm>
              <a:off x="6244119" y="1963724"/>
              <a:ext cx="116704" cy="137408"/>
            </a:xfrm>
            <a:custGeom>
              <a:rect b="b" l="l" r="r" t="t"/>
              <a:pathLst>
                <a:path extrusionOk="0" h="3783" w="3213">
                  <a:moveTo>
                    <a:pt x="1749" y="0"/>
                  </a:moveTo>
                  <a:lnTo>
                    <a:pt x="938" y="767"/>
                  </a:lnTo>
                  <a:lnTo>
                    <a:pt x="777" y="1963"/>
                  </a:lnTo>
                  <a:lnTo>
                    <a:pt x="1" y="2560"/>
                  </a:lnTo>
                  <a:lnTo>
                    <a:pt x="1" y="3667"/>
                  </a:lnTo>
                  <a:lnTo>
                    <a:pt x="938" y="3675"/>
                  </a:lnTo>
                  <a:lnTo>
                    <a:pt x="2053" y="3783"/>
                  </a:lnTo>
                  <a:lnTo>
                    <a:pt x="2186" y="2212"/>
                  </a:lnTo>
                  <a:lnTo>
                    <a:pt x="1687" y="3426"/>
                  </a:lnTo>
                  <a:lnTo>
                    <a:pt x="688" y="3488"/>
                  </a:lnTo>
                  <a:lnTo>
                    <a:pt x="304" y="2917"/>
                  </a:lnTo>
                  <a:lnTo>
                    <a:pt x="1223" y="1963"/>
                  </a:lnTo>
                  <a:lnTo>
                    <a:pt x="1419" y="1258"/>
                  </a:lnTo>
                  <a:lnTo>
                    <a:pt x="2427" y="740"/>
                  </a:lnTo>
                  <a:lnTo>
                    <a:pt x="3212" y="54"/>
                  </a:lnTo>
                  <a:lnTo>
                    <a:pt x="2133" y="544"/>
                  </a:lnTo>
                  <a:lnTo>
                    <a:pt x="1348" y="669"/>
                  </a:lnTo>
                  <a:lnTo>
                    <a:pt x="174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163"/>
            <p:cNvSpPr/>
            <p:nvPr/>
          </p:nvSpPr>
          <p:spPr>
            <a:xfrm>
              <a:off x="6343930" y="2023654"/>
              <a:ext cx="31128" cy="69049"/>
            </a:xfrm>
            <a:custGeom>
              <a:rect b="b" l="l" r="r" t="t"/>
              <a:pathLst>
                <a:path extrusionOk="0" h="1901" w="857">
                  <a:moveTo>
                    <a:pt x="0" y="0"/>
                  </a:moveTo>
                  <a:lnTo>
                    <a:pt x="170" y="1901"/>
                  </a:lnTo>
                  <a:lnTo>
                    <a:pt x="857" y="190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163"/>
            <p:cNvSpPr/>
            <p:nvPr/>
          </p:nvSpPr>
          <p:spPr>
            <a:xfrm>
              <a:off x="6433681" y="2028848"/>
              <a:ext cx="26624" cy="72282"/>
            </a:xfrm>
            <a:custGeom>
              <a:rect b="b" l="l" r="r" t="t"/>
              <a:pathLst>
                <a:path extrusionOk="0" h="1990" w="733">
                  <a:moveTo>
                    <a:pt x="465" y="0"/>
                  </a:moveTo>
                  <a:lnTo>
                    <a:pt x="268" y="901"/>
                  </a:lnTo>
                  <a:lnTo>
                    <a:pt x="331" y="1303"/>
                  </a:lnTo>
                  <a:lnTo>
                    <a:pt x="1" y="1758"/>
                  </a:lnTo>
                  <a:lnTo>
                    <a:pt x="625" y="1990"/>
                  </a:lnTo>
                  <a:lnTo>
                    <a:pt x="732" y="1472"/>
                  </a:lnTo>
                  <a:lnTo>
                    <a:pt x="500" y="839"/>
                  </a:lnTo>
                  <a:lnTo>
                    <a:pt x="46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1" name="Google Shape;10411;p163"/>
          <p:cNvGrpSpPr/>
          <p:nvPr/>
        </p:nvGrpSpPr>
        <p:grpSpPr>
          <a:xfrm flipH="1">
            <a:off x="-720324" y="2485877"/>
            <a:ext cx="1440661" cy="3029051"/>
            <a:chOff x="-1016344" y="3145131"/>
            <a:chExt cx="1064239" cy="2285558"/>
          </a:xfrm>
        </p:grpSpPr>
        <p:sp>
          <p:nvSpPr>
            <p:cNvPr id="10412" name="Google Shape;10412;p163"/>
            <p:cNvSpPr/>
            <p:nvPr/>
          </p:nvSpPr>
          <p:spPr>
            <a:xfrm>
              <a:off x="-740545" y="4071077"/>
              <a:ext cx="104308" cy="1359612"/>
            </a:xfrm>
            <a:custGeom>
              <a:rect b="b" l="l" r="r" t="t"/>
              <a:pathLst>
                <a:path extrusionOk="0" h="11170" w="857">
                  <a:moveTo>
                    <a:pt x="206" y="1"/>
                  </a:moveTo>
                  <a:cubicBezTo>
                    <a:pt x="206" y="1"/>
                    <a:pt x="0" y="563"/>
                    <a:pt x="206" y="1749"/>
                  </a:cubicBezTo>
                  <a:cubicBezTo>
                    <a:pt x="357" y="2677"/>
                    <a:pt x="206" y="11170"/>
                    <a:pt x="206" y="11170"/>
                  </a:cubicBezTo>
                  <a:lnTo>
                    <a:pt x="652" y="11170"/>
                  </a:lnTo>
                  <a:cubicBezTo>
                    <a:pt x="652" y="11170"/>
                    <a:pt x="500" y="2677"/>
                    <a:pt x="652" y="1749"/>
                  </a:cubicBezTo>
                  <a:cubicBezTo>
                    <a:pt x="857" y="563"/>
                    <a:pt x="652" y="1"/>
                    <a:pt x="652"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163"/>
            <p:cNvSpPr/>
            <p:nvPr/>
          </p:nvSpPr>
          <p:spPr>
            <a:xfrm>
              <a:off x="-695999" y="4071077"/>
              <a:ext cx="59761" cy="1359612"/>
            </a:xfrm>
            <a:custGeom>
              <a:rect b="b" l="l" r="r" t="t"/>
              <a:pathLst>
                <a:path extrusionOk="0" h="11170" w="491">
                  <a:moveTo>
                    <a:pt x="161" y="1"/>
                  </a:moveTo>
                  <a:cubicBezTo>
                    <a:pt x="161" y="1"/>
                    <a:pt x="357" y="563"/>
                    <a:pt x="161" y="1749"/>
                  </a:cubicBezTo>
                  <a:cubicBezTo>
                    <a:pt x="0" y="2677"/>
                    <a:pt x="161" y="11170"/>
                    <a:pt x="161" y="11170"/>
                  </a:cubicBezTo>
                  <a:lnTo>
                    <a:pt x="286" y="11170"/>
                  </a:lnTo>
                  <a:cubicBezTo>
                    <a:pt x="286" y="11170"/>
                    <a:pt x="134" y="2677"/>
                    <a:pt x="286" y="1749"/>
                  </a:cubicBezTo>
                  <a:cubicBezTo>
                    <a:pt x="491" y="563"/>
                    <a:pt x="286" y="1"/>
                    <a:pt x="286"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163"/>
            <p:cNvSpPr/>
            <p:nvPr/>
          </p:nvSpPr>
          <p:spPr>
            <a:xfrm>
              <a:off x="-1016344" y="3740977"/>
              <a:ext cx="654813" cy="512685"/>
            </a:xfrm>
            <a:custGeom>
              <a:rect b="b" l="l" r="r" t="t"/>
              <a:pathLst>
                <a:path extrusionOk="0" h="4212" w="5380">
                  <a:moveTo>
                    <a:pt x="2106" y="1"/>
                  </a:moveTo>
                  <a:cubicBezTo>
                    <a:pt x="2231" y="473"/>
                    <a:pt x="2293" y="839"/>
                    <a:pt x="2293" y="839"/>
                  </a:cubicBezTo>
                  <a:cubicBezTo>
                    <a:pt x="1936" y="259"/>
                    <a:pt x="1374" y="72"/>
                    <a:pt x="1374" y="72"/>
                  </a:cubicBezTo>
                  <a:lnTo>
                    <a:pt x="1374" y="72"/>
                  </a:lnTo>
                  <a:cubicBezTo>
                    <a:pt x="1999" y="500"/>
                    <a:pt x="2115" y="1098"/>
                    <a:pt x="2115" y="1098"/>
                  </a:cubicBezTo>
                  <a:cubicBezTo>
                    <a:pt x="1695" y="527"/>
                    <a:pt x="884" y="527"/>
                    <a:pt x="884" y="527"/>
                  </a:cubicBezTo>
                  <a:lnTo>
                    <a:pt x="884" y="527"/>
                  </a:lnTo>
                  <a:cubicBezTo>
                    <a:pt x="1410" y="687"/>
                    <a:pt x="1749" y="1142"/>
                    <a:pt x="1749" y="1142"/>
                  </a:cubicBezTo>
                  <a:cubicBezTo>
                    <a:pt x="1749" y="1142"/>
                    <a:pt x="1446" y="902"/>
                    <a:pt x="1000" y="866"/>
                  </a:cubicBezTo>
                  <a:cubicBezTo>
                    <a:pt x="909" y="857"/>
                    <a:pt x="827" y="853"/>
                    <a:pt x="753" y="853"/>
                  </a:cubicBezTo>
                  <a:cubicBezTo>
                    <a:pt x="461" y="853"/>
                    <a:pt x="313" y="910"/>
                    <a:pt x="313" y="910"/>
                  </a:cubicBezTo>
                  <a:cubicBezTo>
                    <a:pt x="1107" y="937"/>
                    <a:pt x="1383" y="1303"/>
                    <a:pt x="1383" y="1303"/>
                  </a:cubicBezTo>
                  <a:cubicBezTo>
                    <a:pt x="1174" y="1239"/>
                    <a:pt x="966" y="1226"/>
                    <a:pt x="832" y="1226"/>
                  </a:cubicBezTo>
                  <a:cubicBezTo>
                    <a:pt x="743" y="1226"/>
                    <a:pt x="687" y="1232"/>
                    <a:pt x="687" y="1232"/>
                  </a:cubicBezTo>
                  <a:cubicBezTo>
                    <a:pt x="1232" y="1330"/>
                    <a:pt x="1481" y="1606"/>
                    <a:pt x="1481" y="1606"/>
                  </a:cubicBezTo>
                  <a:cubicBezTo>
                    <a:pt x="1481" y="1606"/>
                    <a:pt x="1220" y="1531"/>
                    <a:pt x="934" y="1531"/>
                  </a:cubicBezTo>
                  <a:cubicBezTo>
                    <a:pt x="791" y="1531"/>
                    <a:pt x="643" y="1550"/>
                    <a:pt x="518" y="1606"/>
                  </a:cubicBezTo>
                  <a:cubicBezTo>
                    <a:pt x="152" y="1776"/>
                    <a:pt x="81" y="2106"/>
                    <a:pt x="81" y="2106"/>
                  </a:cubicBezTo>
                  <a:cubicBezTo>
                    <a:pt x="249" y="1895"/>
                    <a:pt x="521" y="1756"/>
                    <a:pt x="851" y="1756"/>
                  </a:cubicBezTo>
                  <a:cubicBezTo>
                    <a:pt x="870" y="1756"/>
                    <a:pt x="890" y="1757"/>
                    <a:pt x="910" y="1758"/>
                  </a:cubicBezTo>
                  <a:cubicBezTo>
                    <a:pt x="1223" y="1767"/>
                    <a:pt x="1374" y="1910"/>
                    <a:pt x="1374" y="1910"/>
                  </a:cubicBezTo>
                  <a:cubicBezTo>
                    <a:pt x="1374" y="1910"/>
                    <a:pt x="1275" y="1893"/>
                    <a:pt x="1127" y="1893"/>
                  </a:cubicBezTo>
                  <a:cubicBezTo>
                    <a:pt x="954" y="1893"/>
                    <a:pt x="713" y="1916"/>
                    <a:pt x="482" y="2017"/>
                  </a:cubicBezTo>
                  <a:cubicBezTo>
                    <a:pt x="63" y="2204"/>
                    <a:pt x="0" y="2543"/>
                    <a:pt x="0" y="2543"/>
                  </a:cubicBezTo>
                  <a:cubicBezTo>
                    <a:pt x="277" y="2231"/>
                    <a:pt x="785" y="2168"/>
                    <a:pt x="786" y="2168"/>
                  </a:cubicBezTo>
                  <a:lnTo>
                    <a:pt x="786" y="2168"/>
                  </a:lnTo>
                  <a:cubicBezTo>
                    <a:pt x="143" y="2481"/>
                    <a:pt x="36" y="3034"/>
                    <a:pt x="36" y="3034"/>
                  </a:cubicBezTo>
                  <a:cubicBezTo>
                    <a:pt x="241" y="2811"/>
                    <a:pt x="643" y="2686"/>
                    <a:pt x="643" y="2686"/>
                  </a:cubicBezTo>
                  <a:lnTo>
                    <a:pt x="643" y="2686"/>
                  </a:lnTo>
                  <a:cubicBezTo>
                    <a:pt x="215" y="3016"/>
                    <a:pt x="90" y="3489"/>
                    <a:pt x="90" y="3489"/>
                  </a:cubicBezTo>
                  <a:cubicBezTo>
                    <a:pt x="366" y="3096"/>
                    <a:pt x="875" y="2918"/>
                    <a:pt x="875" y="2918"/>
                  </a:cubicBezTo>
                  <a:lnTo>
                    <a:pt x="875" y="2918"/>
                  </a:lnTo>
                  <a:cubicBezTo>
                    <a:pt x="661" y="3185"/>
                    <a:pt x="598" y="3551"/>
                    <a:pt x="598" y="3551"/>
                  </a:cubicBezTo>
                  <a:cubicBezTo>
                    <a:pt x="919" y="2802"/>
                    <a:pt x="1508" y="2686"/>
                    <a:pt x="1508" y="2686"/>
                  </a:cubicBezTo>
                  <a:lnTo>
                    <a:pt x="1508" y="2686"/>
                  </a:lnTo>
                  <a:cubicBezTo>
                    <a:pt x="928" y="2980"/>
                    <a:pt x="839" y="3756"/>
                    <a:pt x="839" y="3756"/>
                  </a:cubicBezTo>
                  <a:cubicBezTo>
                    <a:pt x="1107" y="3034"/>
                    <a:pt x="1633" y="2811"/>
                    <a:pt x="1633" y="2811"/>
                  </a:cubicBezTo>
                  <a:lnTo>
                    <a:pt x="1633" y="2811"/>
                  </a:lnTo>
                  <a:cubicBezTo>
                    <a:pt x="1071" y="3426"/>
                    <a:pt x="1294" y="4140"/>
                    <a:pt x="1294" y="4140"/>
                  </a:cubicBezTo>
                  <a:cubicBezTo>
                    <a:pt x="1294" y="3524"/>
                    <a:pt x="1588" y="3212"/>
                    <a:pt x="1588" y="3212"/>
                  </a:cubicBezTo>
                  <a:lnTo>
                    <a:pt x="1588" y="3212"/>
                  </a:lnTo>
                  <a:cubicBezTo>
                    <a:pt x="1464" y="3551"/>
                    <a:pt x="1517" y="3837"/>
                    <a:pt x="1517" y="3837"/>
                  </a:cubicBezTo>
                  <a:cubicBezTo>
                    <a:pt x="1642" y="3185"/>
                    <a:pt x="1999" y="2918"/>
                    <a:pt x="1999" y="2918"/>
                  </a:cubicBezTo>
                  <a:lnTo>
                    <a:pt x="1999" y="2918"/>
                  </a:lnTo>
                  <a:cubicBezTo>
                    <a:pt x="1785" y="3310"/>
                    <a:pt x="1820" y="3899"/>
                    <a:pt x="1820" y="3899"/>
                  </a:cubicBezTo>
                  <a:cubicBezTo>
                    <a:pt x="1927" y="3230"/>
                    <a:pt x="2266" y="2838"/>
                    <a:pt x="2266" y="2837"/>
                  </a:cubicBezTo>
                  <a:lnTo>
                    <a:pt x="2266" y="2837"/>
                  </a:lnTo>
                  <a:cubicBezTo>
                    <a:pt x="2008" y="3507"/>
                    <a:pt x="2284" y="4211"/>
                    <a:pt x="2284" y="4211"/>
                  </a:cubicBezTo>
                  <a:cubicBezTo>
                    <a:pt x="2195" y="3069"/>
                    <a:pt x="2695" y="2713"/>
                    <a:pt x="2695" y="2713"/>
                  </a:cubicBezTo>
                  <a:cubicBezTo>
                    <a:pt x="2695" y="2713"/>
                    <a:pt x="3194" y="3069"/>
                    <a:pt x="3105" y="4211"/>
                  </a:cubicBezTo>
                  <a:cubicBezTo>
                    <a:pt x="3105" y="4211"/>
                    <a:pt x="3382" y="3507"/>
                    <a:pt x="3114" y="2837"/>
                  </a:cubicBezTo>
                  <a:lnTo>
                    <a:pt x="3114" y="2837"/>
                  </a:lnTo>
                  <a:cubicBezTo>
                    <a:pt x="3114" y="2838"/>
                    <a:pt x="3453" y="3230"/>
                    <a:pt x="3560" y="3899"/>
                  </a:cubicBezTo>
                  <a:cubicBezTo>
                    <a:pt x="3560" y="3899"/>
                    <a:pt x="3605" y="3310"/>
                    <a:pt x="3390" y="2918"/>
                  </a:cubicBezTo>
                  <a:lnTo>
                    <a:pt x="3390" y="2918"/>
                  </a:lnTo>
                  <a:cubicBezTo>
                    <a:pt x="3391" y="2918"/>
                    <a:pt x="3747" y="3185"/>
                    <a:pt x="3872" y="3837"/>
                  </a:cubicBezTo>
                  <a:cubicBezTo>
                    <a:pt x="3872" y="3837"/>
                    <a:pt x="3926" y="3551"/>
                    <a:pt x="3801" y="3212"/>
                  </a:cubicBezTo>
                  <a:lnTo>
                    <a:pt x="3801" y="3212"/>
                  </a:lnTo>
                  <a:cubicBezTo>
                    <a:pt x="3801" y="3212"/>
                    <a:pt x="4095" y="3524"/>
                    <a:pt x="4095" y="4140"/>
                  </a:cubicBezTo>
                  <a:cubicBezTo>
                    <a:pt x="4095" y="4140"/>
                    <a:pt x="4318" y="3426"/>
                    <a:pt x="3747" y="2811"/>
                  </a:cubicBezTo>
                  <a:lnTo>
                    <a:pt x="3747" y="2811"/>
                  </a:lnTo>
                  <a:cubicBezTo>
                    <a:pt x="3747" y="2811"/>
                    <a:pt x="4274" y="3034"/>
                    <a:pt x="4550" y="3756"/>
                  </a:cubicBezTo>
                  <a:cubicBezTo>
                    <a:pt x="4550" y="3756"/>
                    <a:pt x="4452" y="2980"/>
                    <a:pt x="3881" y="2686"/>
                  </a:cubicBezTo>
                  <a:lnTo>
                    <a:pt x="3881" y="2686"/>
                  </a:lnTo>
                  <a:cubicBezTo>
                    <a:pt x="3881" y="2686"/>
                    <a:pt x="4470" y="2802"/>
                    <a:pt x="4791" y="3551"/>
                  </a:cubicBezTo>
                  <a:cubicBezTo>
                    <a:pt x="4791" y="3551"/>
                    <a:pt x="4729" y="3185"/>
                    <a:pt x="4515" y="2918"/>
                  </a:cubicBezTo>
                  <a:lnTo>
                    <a:pt x="4515" y="2918"/>
                  </a:lnTo>
                  <a:cubicBezTo>
                    <a:pt x="4515" y="2918"/>
                    <a:pt x="5014" y="3096"/>
                    <a:pt x="5300" y="3489"/>
                  </a:cubicBezTo>
                  <a:cubicBezTo>
                    <a:pt x="5300" y="3489"/>
                    <a:pt x="5166" y="3016"/>
                    <a:pt x="4746" y="2686"/>
                  </a:cubicBezTo>
                  <a:lnTo>
                    <a:pt x="4746" y="2686"/>
                  </a:lnTo>
                  <a:cubicBezTo>
                    <a:pt x="4747" y="2686"/>
                    <a:pt x="5139" y="2811"/>
                    <a:pt x="5353" y="3034"/>
                  </a:cubicBezTo>
                  <a:cubicBezTo>
                    <a:pt x="5353" y="3034"/>
                    <a:pt x="5246" y="2481"/>
                    <a:pt x="4604" y="2168"/>
                  </a:cubicBezTo>
                  <a:lnTo>
                    <a:pt x="4604" y="2168"/>
                  </a:lnTo>
                  <a:cubicBezTo>
                    <a:pt x="4604" y="2168"/>
                    <a:pt x="5103" y="2231"/>
                    <a:pt x="5380" y="2543"/>
                  </a:cubicBezTo>
                  <a:cubicBezTo>
                    <a:pt x="5380" y="2543"/>
                    <a:pt x="5326" y="2204"/>
                    <a:pt x="4898" y="2017"/>
                  </a:cubicBezTo>
                  <a:cubicBezTo>
                    <a:pt x="4672" y="1916"/>
                    <a:pt x="4431" y="1893"/>
                    <a:pt x="4256" y="1893"/>
                  </a:cubicBezTo>
                  <a:cubicBezTo>
                    <a:pt x="4107" y="1893"/>
                    <a:pt x="4006" y="1910"/>
                    <a:pt x="4006" y="1910"/>
                  </a:cubicBezTo>
                  <a:cubicBezTo>
                    <a:pt x="4006" y="1910"/>
                    <a:pt x="4158" y="1767"/>
                    <a:pt x="4470" y="1758"/>
                  </a:cubicBezTo>
                  <a:cubicBezTo>
                    <a:pt x="4490" y="1757"/>
                    <a:pt x="4510" y="1756"/>
                    <a:pt x="4530" y="1756"/>
                  </a:cubicBezTo>
                  <a:cubicBezTo>
                    <a:pt x="4861" y="1756"/>
                    <a:pt x="5140" y="1895"/>
                    <a:pt x="5308" y="2106"/>
                  </a:cubicBezTo>
                  <a:cubicBezTo>
                    <a:pt x="5308" y="2106"/>
                    <a:pt x="5237" y="1776"/>
                    <a:pt x="4871" y="1606"/>
                  </a:cubicBezTo>
                  <a:cubicBezTo>
                    <a:pt x="4746" y="1550"/>
                    <a:pt x="4598" y="1531"/>
                    <a:pt x="4455" y="1531"/>
                  </a:cubicBezTo>
                  <a:cubicBezTo>
                    <a:pt x="4170" y="1531"/>
                    <a:pt x="3908" y="1606"/>
                    <a:pt x="3908" y="1606"/>
                  </a:cubicBezTo>
                  <a:cubicBezTo>
                    <a:pt x="3908" y="1606"/>
                    <a:pt x="4149" y="1330"/>
                    <a:pt x="4702" y="1232"/>
                  </a:cubicBezTo>
                  <a:cubicBezTo>
                    <a:pt x="4702" y="1232"/>
                    <a:pt x="4645" y="1226"/>
                    <a:pt x="4555" y="1226"/>
                  </a:cubicBezTo>
                  <a:cubicBezTo>
                    <a:pt x="4419" y="1226"/>
                    <a:pt x="4209" y="1239"/>
                    <a:pt x="4006" y="1303"/>
                  </a:cubicBezTo>
                  <a:cubicBezTo>
                    <a:pt x="4006" y="1303"/>
                    <a:pt x="4283" y="937"/>
                    <a:pt x="5077" y="910"/>
                  </a:cubicBezTo>
                  <a:cubicBezTo>
                    <a:pt x="5077" y="910"/>
                    <a:pt x="4922" y="853"/>
                    <a:pt x="4632" y="853"/>
                  </a:cubicBezTo>
                  <a:cubicBezTo>
                    <a:pt x="4560" y="853"/>
                    <a:pt x="4479" y="857"/>
                    <a:pt x="4390" y="866"/>
                  </a:cubicBezTo>
                  <a:cubicBezTo>
                    <a:pt x="3935" y="902"/>
                    <a:pt x="3640" y="1142"/>
                    <a:pt x="3640" y="1142"/>
                  </a:cubicBezTo>
                  <a:cubicBezTo>
                    <a:pt x="3640" y="1142"/>
                    <a:pt x="3979" y="687"/>
                    <a:pt x="4506" y="527"/>
                  </a:cubicBezTo>
                  <a:lnTo>
                    <a:pt x="4506" y="527"/>
                  </a:lnTo>
                  <a:cubicBezTo>
                    <a:pt x="4505" y="527"/>
                    <a:pt x="3685" y="527"/>
                    <a:pt x="3266" y="1098"/>
                  </a:cubicBezTo>
                  <a:cubicBezTo>
                    <a:pt x="3266" y="1098"/>
                    <a:pt x="3382" y="500"/>
                    <a:pt x="4006" y="72"/>
                  </a:cubicBezTo>
                  <a:lnTo>
                    <a:pt x="4006" y="72"/>
                  </a:lnTo>
                  <a:cubicBezTo>
                    <a:pt x="4006" y="72"/>
                    <a:pt x="3444" y="259"/>
                    <a:pt x="3096" y="839"/>
                  </a:cubicBezTo>
                  <a:cubicBezTo>
                    <a:pt x="3096" y="839"/>
                    <a:pt x="3159" y="473"/>
                    <a:pt x="3283" y="1"/>
                  </a:cubicBezTo>
                  <a:lnTo>
                    <a:pt x="3283" y="1"/>
                  </a:lnTo>
                  <a:cubicBezTo>
                    <a:pt x="3283" y="1"/>
                    <a:pt x="2837" y="295"/>
                    <a:pt x="2695" y="919"/>
                  </a:cubicBezTo>
                  <a:cubicBezTo>
                    <a:pt x="2552" y="295"/>
                    <a:pt x="2106" y="1"/>
                    <a:pt x="2106" y="1"/>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163"/>
            <p:cNvSpPr/>
            <p:nvPr/>
          </p:nvSpPr>
          <p:spPr>
            <a:xfrm>
              <a:off x="-883922" y="3861478"/>
              <a:ext cx="391062" cy="306369"/>
            </a:xfrm>
            <a:custGeom>
              <a:rect b="b" l="l" r="r" t="t"/>
              <a:pathLst>
                <a:path extrusionOk="0" h="2517" w="3213">
                  <a:moveTo>
                    <a:pt x="1955" y="1"/>
                  </a:moveTo>
                  <a:cubicBezTo>
                    <a:pt x="1954" y="1"/>
                    <a:pt x="1687" y="179"/>
                    <a:pt x="1607" y="554"/>
                  </a:cubicBezTo>
                  <a:cubicBezTo>
                    <a:pt x="1517" y="179"/>
                    <a:pt x="1250" y="1"/>
                    <a:pt x="1250" y="1"/>
                  </a:cubicBezTo>
                  <a:lnTo>
                    <a:pt x="1250" y="1"/>
                  </a:lnTo>
                  <a:cubicBezTo>
                    <a:pt x="1330" y="286"/>
                    <a:pt x="1366" y="500"/>
                    <a:pt x="1366" y="500"/>
                  </a:cubicBezTo>
                  <a:cubicBezTo>
                    <a:pt x="1152" y="161"/>
                    <a:pt x="822" y="45"/>
                    <a:pt x="822" y="45"/>
                  </a:cubicBezTo>
                  <a:lnTo>
                    <a:pt x="822" y="45"/>
                  </a:lnTo>
                  <a:cubicBezTo>
                    <a:pt x="1196" y="304"/>
                    <a:pt x="1259" y="661"/>
                    <a:pt x="1259" y="661"/>
                  </a:cubicBezTo>
                  <a:cubicBezTo>
                    <a:pt x="1009" y="322"/>
                    <a:pt x="527" y="313"/>
                    <a:pt x="527" y="313"/>
                  </a:cubicBezTo>
                  <a:lnTo>
                    <a:pt x="527" y="313"/>
                  </a:lnTo>
                  <a:cubicBezTo>
                    <a:pt x="839" y="411"/>
                    <a:pt x="1045" y="688"/>
                    <a:pt x="1045" y="688"/>
                  </a:cubicBezTo>
                  <a:cubicBezTo>
                    <a:pt x="1045" y="688"/>
                    <a:pt x="866" y="545"/>
                    <a:pt x="590" y="518"/>
                  </a:cubicBezTo>
                  <a:cubicBezTo>
                    <a:pt x="536" y="513"/>
                    <a:pt x="488" y="511"/>
                    <a:pt x="444" y="511"/>
                  </a:cubicBezTo>
                  <a:cubicBezTo>
                    <a:pt x="271" y="511"/>
                    <a:pt x="179" y="545"/>
                    <a:pt x="179" y="545"/>
                  </a:cubicBezTo>
                  <a:cubicBezTo>
                    <a:pt x="661" y="563"/>
                    <a:pt x="822" y="777"/>
                    <a:pt x="822" y="777"/>
                  </a:cubicBezTo>
                  <a:cubicBezTo>
                    <a:pt x="711" y="743"/>
                    <a:pt x="601" y="736"/>
                    <a:pt x="522" y="736"/>
                  </a:cubicBezTo>
                  <a:cubicBezTo>
                    <a:pt x="455" y="736"/>
                    <a:pt x="411" y="741"/>
                    <a:pt x="411" y="741"/>
                  </a:cubicBezTo>
                  <a:cubicBezTo>
                    <a:pt x="732" y="795"/>
                    <a:pt x="875" y="964"/>
                    <a:pt x="875" y="964"/>
                  </a:cubicBezTo>
                  <a:cubicBezTo>
                    <a:pt x="875" y="964"/>
                    <a:pt x="720" y="917"/>
                    <a:pt x="551" y="917"/>
                  </a:cubicBezTo>
                  <a:cubicBezTo>
                    <a:pt x="467" y="917"/>
                    <a:pt x="378" y="929"/>
                    <a:pt x="304" y="964"/>
                  </a:cubicBezTo>
                  <a:cubicBezTo>
                    <a:pt x="90" y="1062"/>
                    <a:pt x="45" y="1259"/>
                    <a:pt x="45" y="1259"/>
                  </a:cubicBezTo>
                  <a:cubicBezTo>
                    <a:pt x="147" y="1132"/>
                    <a:pt x="313" y="1053"/>
                    <a:pt x="513" y="1053"/>
                  </a:cubicBezTo>
                  <a:cubicBezTo>
                    <a:pt x="523" y="1053"/>
                    <a:pt x="534" y="1053"/>
                    <a:pt x="545" y="1053"/>
                  </a:cubicBezTo>
                  <a:cubicBezTo>
                    <a:pt x="732" y="1053"/>
                    <a:pt x="822" y="1143"/>
                    <a:pt x="822" y="1143"/>
                  </a:cubicBezTo>
                  <a:cubicBezTo>
                    <a:pt x="822" y="1143"/>
                    <a:pt x="758" y="1130"/>
                    <a:pt x="663" y="1130"/>
                  </a:cubicBezTo>
                  <a:cubicBezTo>
                    <a:pt x="560" y="1130"/>
                    <a:pt x="421" y="1145"/>
                    <a:pt x="286" y="1205"/>
                  </a:cubicBezTo>
                  <a:cubicBezTo>
                    <a:pt x="37" y="1312"/>
                    <a:pt x="1" y="1517"/>
                    <a:pt x="1" y="1517"/>
                  </a:cubicBezTo>
                  <a:cubicBezTo>
                    <a:pt x="170" y="1330"/>
                    <a:pt x="465" y="1294"/>
                    <a:pt x="465" y="1294"/>
                  </a:cubicBezTo>
                  <a:lnTo>
                    <a:pt x="465" y="1294"/>
                  </a:lnTo>
                  <a:cubicBezTo>
                    <a:pt x="81" y="1482"/>
                    <a:pt x="19" y="1812"/>
                    <a:pt x="19" y="1812"/>
                  </a:cubicBezTo>
                  <a:cubicBezTo>
                    <a:pt x="144" y="1678"/>
                    <a:pt x="384" y="1607"/>
                    <a:pt x="384" y="1607"/>
                  </a:cubicBezTo>
                  <a:lnTo>
                    <a:pt x="384" y="1607"/>
                  </a:lnTo>
                  <a:cubicBezTo>
                    <a:pt x="126" y="1803"/>
                    <a:pt x="54" y="2079"/>
                    <a:pt x="54" y="2079"/>
                  </a:cubicBezTo>
                  <a:cubicBezTo>
                    <a:pt x="215" y="1847"/>
                    <a:pt x="518" y="1740"/>
                    <a:pt x="518" y="1740"/>
                  </a:cubicBezTo>
                  <a:lnTo>
                    <a:pt x="518" y="1740"/>
                  </a:lnTo>
                  <a:cubicBezTo>
                    <a:pt x="393" y="1901"/>
                    <a:pt x="349" y="2115"/>
                    <a:pt x="349" y="2115"/>
                  </a:cubicBezTo>
                  <a:cubicBezTo>
                    <a:pt x="545" y="1678"/>
                    <a:pt x="893" y="1607"/>
                    <a:pt x="893" y="1607"/>
                  </a:cubicBezTo>
                  <a:lnTo>
                    <a:pt x="893" y="1607"/>
                  </a:lnTo>
                  <a:cubicBezTo>
                    <a:pt x="554" y="1785"/>
                    <a:pt x="500" y="2249"/>
                    <a:pt x="500" y="2249"/>
                  </a:cubicBezTo>
                  <a:cubicBezTo>
                    <a:pt x="661" y="1812"/>
                    <a:pt x="973" y="1678"/>
                    <a:pt x="973" y="1678"/>
                  </a:cubicBezTo>
                  <a:lnTo>
                    <a:pt x="973" y="1678"/>
                  </a:lnTo>
                  <a:cubicBezTo>
                    <a:pt x="634" y="2053"/>
                    <a:pt x="768" y="2472"/>
                    <a:pt x="768" y="2472"/>
                  </a:cubicBezTo>
                  <a:cubicBezTo>
                    <a:pt x="768" y="2106"/>
                    <a:pt x="946" y="1919"/>
                    <a:pt x="946" y="1919"/>
                  </a:cubicBezTo>
                  <a:lnTo>
                    <a:pt x="946" y="1919"/>
                  </a:lnTo>
                  <a:cubicBezTo>
                    <a:pt x="866" y="2124"/>
                    <a:pt x="902" y="2293"/>
                    <a:pt x="902" y="2293"/>
                  </a:cubicBezTo>
                  <a:cubicBezTo>
                    <a:pt x="973" y="1901"/>
                    <a:pt x="1187" y="1749"/>
                    <a:pt x="1187" y="1749"/>
                  </a:cubicBezTo>
                  <a:lnTo>
                    <a:pt x="1187" y="1749"/>
                  </a:lnTo>
                  <a:cubicBezTo>
                    <a:pt x="1062" y="1972"/>
                    <a:pt x="1089" y="2329"/>
                    <a:pt x="1089" y="2329"/>
                  </a:cubicBezTo>
                  <a:cubicBezTo>
                    <a:pt x="1152" y="1928"/>
                    <a:pt x="1357" y="1696"/>
                    <a:pt x="1357" y="1696"/>
                  </a:cubicBezTo>
                  <a:lnTo>
                    <a:pt x="1357" y="1696"/>
                  </a:lnTo>
                  <a:cubicBezTo>
                    <a:pt x="1196" y="2088"/>
                    <a:pt x="1357" y="2517"/>
                    <a:pt x="1357" y="2517"/>
                  </a:cubicBezTo>
                  <a:cubicBezTo>
                    <a:pt x="1303" y="1830"/>
                    <a:pt x="1607" y="1624"/>
                    <a:pt x="1607" y="1624"/>
                  </a:cubicBezTo>
                  <a:cubicBezTo>
                    <a:pt x="1607" y="1624"/>
                    <a:pt x="1901" y="1830"/>
                    <a:pt x="1847" y="2517"/>
                  </a:cubicBezTo>
                  <a:cubicBezTo>
                    <a:pt x="1847" y="2517"/>
                    <a:pt x="2017" y="2088"/>
                    <a:pt x="1856" y="1696"/>
                  </a:cubicBezTo>
                  <a:lnTo>
                    <a:pt x="1856" y="1696"/>
                  </a:lnTo>
                  <a:cubicBezTo>
                    <a:pt x="1856" y="1696"/>
                    <a:pt x="2062" y="1928"/>
                    <a:pt x="2124" y="2329"/>
                  </a:cubicBezTo>
                  <a:cubicBezTo>
                    <a:pt x="2124" y="2329"/>
                    <a:pt x="2151" y="1972"/>
                    <a:pt x="2017" y="1749"/>
                  </a:cubicBezTo>
                  <a:lnTo>
                    <a:pt x="2017" y="1749"/>
                  </a:lnTo>
                  <a:cubicBezTo>
                    <a:pt x="2017" y="1749"/>
                    <a:pt x="2231" y="1901"/>
                    <a:pt x="2302" y="2293"/>
                  </a:cubicBezTo>
                  <a:cubicBezTo>
                    <a:pt x="2302" y="2293"/>
                    <a:pt x="2338" y="2124"/>
                    <a:pt x="2267" y="1919"/>
                  </a:cubicBezTo>
                  <a:lnTo>
                    <a:pt x="2267" y="1919"/>
                  </a:lnTo>
                  <a:cubicBezTo>
                    <a:pt x="2267" y="1919"/>
                    <a:pt x="2436" y="2106"/>
                    <a:pt x="2436" y="2472"/>
                  </a:cubicBezTo>
                  <a:cubicBezTo>
                    <a:pt x="2436" y="2472"/>
                    <a:pt x="2570" y="2053"/>
                    <a:pt x="2240" y="1678"/>
                  </a:cubicBezTo>
                  <a:lnTo>
                    <a:pt x="2240" y="1678"/>
                  </a:lnTo>
                  <a:cubicBezTo>
                    <a:pt x="2240" y="1678"/>
                    <a:pt x="2552" y="1812"/>
                    <a:pt x="2713" y="2249"/>
                  </a:cubicBezTo>
                  <a:cubicBezTo>
                    <a:pt x="2713" y="2249"/>
                    <a:pt x="2659" y="1785"/>
                    <a:pt x="2311" y="1607"/>
                  </a:cubicBezTo>
                  <a:lnTo>
                    <a:pt x="2311" y="1607"/>
                  </a:lnTo>
                  <a:cubicBezTo>
                    <a:pt x="2311" y="1607"/>
                    <a:pt x="2668" y="1678"/>
                    <a:pt x="2856" y="2115"/>
                  </a:cubicBezTo>
                  <a:cubicBezTo>
                    <a:pt x="2856" y="2115"/>
                    <a:pt x="2820" y="1901"/>
                    <a:pt x="2695" y="1740"/>
                  </a:cubicBezTo>
                  <a:lnTo>
                    <a:pt x="2695" y="1740"/>
                  </a:lnTo>
                  <a:cubicBezTo>
                    <a:pt x="2695" y="1740"/>
                    <a:pt x="2989" y="1847"/>
                    <a:pt x="3159" y="2079"/>
                  </a:cubicBezTo>
                  <a:cubicBezTo>
                    <a:pt x="3159" y="2079"/>
                    <a:pt x="3079" y="1803"/>
                    <a:pt x="2829" y="1607"/>
                  </a:cubicBezTo>
                  <a:lnTo>
                    <a:pt x="2829" y="1607"/>
                  </a:lnTo>
                  <a:cubicBezTo>
                    <a:pt x="2829" y="1607"/>
                    <a:pt x="3070" y="1678"/>
                    <a:pt x="3195" y="1812"/>
                  </a:cubicBezTo>
                  <a:cubicBezTo>
                    <a:pt x="3195" y="1812"/>
                    <a:pt x="3132" y="1482"/>
                    <a:pt x="2740" y="1294"/>
                  </a:cubicBezTo>
                  <a:lnTo>
                    <a:pt x="2740" y="1294"/>
                  </a:lnTo>
                  <a:cubicBezTo>
                    <a:pt x="2740" y="1294"/>
                    <a:pt x="3043" y="1330"/>
                    <a:pt x="3212" y="1517"/>
                  </a:cubicBezTo>
                  <a:cubicBezTo>
                    <a:pt x="3212" y="1517"/>
                    <a:pt x="3177" y="1312"/>
                    <a:pt x="2927" y="1205"/>
                  </a:cubicBezTo>
                  <a:cubicBezTo>
                    <a:pt x="2792" y="1145"/>
                    <a:pt x="2653" y="1130"/>
                    <a:pt x="2550" y="1130"/>
                  </a:cubicBezTo>
                  <a:cubicBezTo>
                    <a:pt x="2455" y="1130"/>
                    <a:pt x="2392" y="1143"/>
                    <a:pt x="2392" y="1143"/>
                  </a:cubicBezTo>
                  <a:cubicBezTo>
                    <a:pt x="2392" y="1143"/>
                    <a:pt x="2481" y="1053"/>
                    <a:pt x="2668" y="1053"/>
                  </a:cubicBezTo>
                  <a:cubicBezTo>
                    <a:pt x="2679" y="1053"/>
                    <a:pt x="2690" y="1053"/>
                    <a:pt x="2700" y="1053"/>
                  </a:cubicBezTo>
                  <a:cubicBezTo>
                    <a:pt x="2900" y="1053"/>
                    <a:pt x="3066" y="1132"/>
                    <a:pt x="3168" y="1259"/>
                  </a:cubicBezTo>
                  <a:cubicBezTo>
                    <a:pt x="3168" y="1259"/>
                    <a:pt x="3123" y="1062"/>
                    <a:pt x="2900" y="964"/>
                  </a:cubicBezTo>
                  <a:cubicBezTo>
                    <a:pt x="2826" y="929"/>
                    <a:pt x="2738" y="917"/>
                    <a:pt x="2653" y="917"/>
                  </a:cubicBezTo>
                  <a:cubicBezTo>
                    <a:pt x="2484" y="917"/>
                    <a:pt x="2329" y="964"/>
                    <a:pt x="2329" y="964"/>
                  </a:cubicBezTo>
                  <a:cubicBezTo>
                    <a:pt x="2329" y="964"/>
                    <a:pt x="2472" y="795"/>
                    <a:pt x="2802" y="741"/>
                  </a:cubicBezTo>
                  <a:cubicBezTo>
                    <a:pt x="2802" y="741"/>
                    <a:pt x="2756" y="736"/>
                    <a:pt x="2688" y="736"/>
                  </a:cubicBezTo>
                  <a:cubicBezTo>
                    <a:pt x="2608" y="736"/>
                    <a:pt x="2497" y="743"/>
                    <a:pt x="2392" y="777"/>
                  </a:cubicBezTo>
                  <a:cubicBezTo>
                    <a:pt x="2392" y="777"/>
                    <a:pt x="2552" y="563"/>
                    <a:pt x="3025" y="545"/>
                  </a:cubicBezTo>
                  <a:cubicBezTo>
                    <a:pt x="3025" y="545"/>
                    <a:pt x="2934" y="511"/>
                    <a:pt x="2760" y="511"/>
                  </a:cubicBezTo>
                  <a:cubicBezTo>
                    <a:pt x="2717" y="511"/>
                    <a:pt x="2668" y="513"/>
                    <a:pt x="2615" y="518"/>
                  </a:cubicBezTo>
                  <a:cubicBezTo>
                    <a:pt x="2347" y="545"/>
                    <a:pt x="2169" y="688"/>
                    <a:pt x="2169" y="688"/>
                  </a:cubicBezTo>
                  <a:cubicBezTo>
                    <a:pt x="2169" y="688"/>
                    <a:pt x="2374" y="411"/>
                    <a:pt x="2686" y="313"/>
                  </a:cubicBezTo>
                  <a:lnTo>
                    <a:pt x="2686" y="313"/>
                  </a:lnTo>
                  <a:cubicBezTo>
                    <a:pt x="2686" y="313"/>
                    <a:pt x="2195" y="322"/>
                    <a:pt x="1946" y="661"/>
                  </a:cubicBezTo>
                  <a:cubicBezTo>
                    <a:pt x="1946" y="661"/>
                    <a:pt x="2017" y="304"/>
                    <a:pt x="2392" y="45"/>
                  </a:cubicBezTo>
                  <a:lnTo>
                    <a:pt x="2392" y="45"/>
                  </a:lnTo>
                  <a:cubicBezTo>
                    <a:pt x="2392" y="45"/>
                    <a:pt x="2053" y="161"/>
                    <a:pt x="1847" y="500"/>
                  </a:cubicBezTo>
                  <a:cubicBezTo>
                    <a:pt x="1847" y="500"/>
                    <a:pt x="1883" y="286"/>
                    <a:pt x="1955"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16" name="Google Shape;10416;p163"/>
            <p:cNvGrpSpPr/>
            <p:nvPr/>
          </p:nvGrpSpPr>
          <p:grpSpPr>
            <a:xfrm>
              <a:off x="-740564" y="3145131"/>
              <a:ext cx="788459" cy="2030640"/>
              <a:chOff x="4025327" y="4080797"/>
              <a:chExt cx="659136" cy="1697576"/>
            </a:xfrm>
          </p:grpSpPr>
          <p:sp>
            <p:nvSpPr>
              <p:cNvPr id="10417" name="Google Shape;10417;p163"/>
              <p:cNvSpPr/>
              <p:nvPr/>
            </p:nvSpPr>
            <p:spPr>
              <a:xfrm>
                <a:off x="4302184" y="4412109"/>
                <a:ext cx="105413" cy="1366264"/>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163"/>
              <p:cNvSpPr/>
              <p:nvPr/>
            </p:nvSpPr>
            <p:spPr>
              <a:xfrm>
                <a:off x="4346648" y="4412109"/>
                <a:ext cx="60948" cy="1366264"/>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163"/>
              <p:cNvSpPr/>
              <p:nvPr/>
            </p:nvSpPr>
            <p:spPr>
              <a:xfrm>
                <a:off x="4025327" y="4080797"/>
                <a:ext cx="659136" cy="514779"/>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163"/>
              <p:cNvSpPr/>
              <p:nvPr/>
            </p:nvSpPr>
            <p:spPr>
              <a:xfrm>
                <a:off x="4158719" y="4201478"/>
                <a:ext cx="392246" cy="307911"/>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421" name="Google Shape;10421;p163"/>
          <p:cNvSpPr txBox="1"/>
          <p:nvPr>
            <p:ph type="title"/>
          </p:nvPr>
        </p:nvSpPr>
        <p:spPr>
          <a:xfrm>
            <a:off x="713100" y="741400"/>
            <a:ext cx="3000000" cy="8730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50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0422" name="Google Shape;10422;p163"/>
          <p:cNvSpPr txBox="1"/>
          <p:nvPr>
            <p:ph idx="1" type="subTitle"/>
          </p:nvPr>
        </p:nvSpPr>
        <p:spPr>
          <a:xfrm>
            <a:off x="713100" y="1614400"/>
            <a:ext cx="3000000" cy="13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SzPts val="1400"/>
              <a:buNone/>
              <a:defRPr sz="18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0423" name="Google Shape;10423;p163"/>
          <p:cNvSpPr txBox="1"/>
          <p:nvPr/>
        </p:nvSpPr>
        <p:spPr>
          <a:xfrm>
            <a:off x="720000" y="3457400"/>
            <a:ext cx="2850900" cy="6156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300"/>
              </a:spcBef>
              <a:spcAft>
                <a:spcPts val="0"/>
              </a:spcAft>
              <a:buNone/>
            </a:pPr>
            <a:r>
              <a:rPr lang="en" sz="1000">
                <a:solidFill>
                  <a:schemeClr val="lt1"/>
                </a:solidFill>
                <a:latin typeface="Bellota Text"/>
                <a:ea typeface="Bellota Text"/>
                <a:cs typeface="Bellota Text"/>
                <a:sym typeface="Bellota Text"/>
              </a:rPr>
              <a:t>CREDITS: This presentation template was created by </a:t>
            </a:r>
            <a:r>
              <a:rPr b="1" lang="en" sz="1000">
                <a:solidFill>
                  <a:schemeClr val="lt1"/>
                </a:solidFill>
                <a:uFill>
                  <a:noFill/>
                </a:uFill>
                <a:latin typeface="Bellota Text"/>
                <a:ea typeface="Bellota Text"/>
                <a:cs typeface="Bellota Text"/>
                <a:sym typeface="Bellota Text"/>
                <a:hlinkClick r:id="rId2">
                  <a:extLst>
                    <a:ext uri="{A12FA001-AC4F-418D-AE19-62706E023703}">
                      <ahyp:hlinkClr val="tx"/>
                    </a:ext>
                  </a:extLst>
                </a:hlinkClick>
              </a:rPr>
              <a:t>Slidesgo</a:t>
            </a:r>
            <a:r>
              <a:rPr lang="en" sz="1000">
                <a:solidFill>
                  <a:schemeClr val="lt1"/>
                </a:solidFill>
                <a:latin typeface="Bellota Text"/>
                <a:ea typeface="Bellota Text"/>
                <a:cs typeface="Bellota Text"/>
                <a:sym typeface="Bellota Text"/>
              </a:rPr>
              <a:t>, including icons by </a:t>
            </a:r>
            <a:r>
              <a:rPr b="1" lang="en" sz="1000">
                <a:solidFill>
                  <a:schemeClr val="lt1"/>
                </a:solidFill>
                <a:uFill>
                  <a:noFill/>
                </a:uFill>
                <a:latin typeface="Bellota Text"/>
                <a:ea typeface="Bellota Text"/>
                <a:cs typeface="Bellota Text"/>
                <a:sym typeface="Bellota Text"/>
                <a:hlinkClick r:id="rId3">
                  <a:extLst>
                    <a:ext uri="{A12FA001-AC4F-418D-AE19-62706E023703}">
                      <ahyp:hlinkClr val="tx"/>
                    </a:ext>
                  </a:extLst>
                </a:hlinkClick>
              </a:rPr>
              <a:t>Flaticon</a:t>
            </a:r>
            <a:r>
              <a:rPr b="1" lang="en" sz="1000">
                <a:solidFill>
                  <a:schemeClr val="lt1"/>
                </a:solidFill>
                <a:latin typeface="Bellota Text"/>
                <a:ea typeface="Bellota Text"/>
                <a:cs typeface="Bellota Text"/>
                <a:sym typeface="Bellota Text"/>
              </a:rPr>
              <a:t> </a:t>
            </a:r>
            <a:r>
              <a:rPr lang="en" sz="1000">
                <a:solidFill>
                  <a:schemeClr val="lt1"/>
                </a:solidFill>
                <a:latin typeface="Bellota Text"/>
                <a:ea typeface="Bellota Text"/>
                <a:cs typeface="Bellota Text"/>
                <a:sym typeface="Bellota Text"/>
              </a:rPr>
              <a:t>and infographics &amp; images by </a:t>
            </a:r>
            <a:r>
              <a:rPr b="1" lang="en" sz="1000">
                <a:solidFill>
                  <a:schemeClr val="lt1"/>
                </a:solidFill>
                <a:uFill>
                  <a:noFill/>
                </a:uFill>
                <a:latin typeface="Bellota Text"/>
                <a:ea typeface="Bellota Text"/>
                <a:cs typeface="Bellota Text"/>
                <a:sym typeface="Bellota Text"/>
                <a:hlinkClick r:id="rId4">
                  <a:extLst>
                    <a:ext uri="{A12FA001-AC4F-418D-AE19-62706E023703}">
                      <ahyp:hlinkClr val="tx"/>
                    </a:ext>
                  </a:extLst>
                </a:hlinkClick>
              </a:rPr>
              <a:t>Freepik</a:t>
            </a:r>
            <a:endParaRPr b="1" sz="1000">
              <a:solidFill>
                <a:schemeClr val="lt1"/>
              </a:solidFill>
              <a:latin typeface="Bellota Text"/>
              <a:ea typeface="Bellota Text"/>
              <a:cs typeface="Bellota Text"/>
              <a:sym typeface="Bellota Text"/>
            </a:endParaRPr>
          </a:p>
        </p:txBody>
      </p:sp>
    </p:spTree>
  </p:cSld>
  <p:clrMapOvr>
    <a:masterClrMapping/>
  </p:clrMapOvr>
</p:sldLayout>
</file>

<file path=ppt/slideLayouts/slideLayout1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10424" name="Shape 10424"/>
        <p:cNvGrpSpPr/>
        <p:nvPr/>
      </p:nvGrpSpPr>
      <p:grpSpPr>
        <a:xfrm>
          <a:off x="0" y="0"/>
          <a:ext cx="0" cy="0"/>
          <a:chOff x="0" y="0"/>
          <a:chExt cx="0" cy="0"/>
        </a:xfrm>
      </p:grpSpPr>
      <p:grpSp>
        <p:nvGrpSpPr>
          <p:cNvPr id="10425" name="Google Shape;10425;p164"/>
          <p:cNvGrpSpPr/>
          <p:nvPr/>
        </p:nvGrpSpPr>
        <p:grpSpPr>
          <a:xfrm flipH="1">
            <a:off x="5999814" y="1145449"/>
            <a:ext cx="3922876" cy="3010780"/>
            <a:chOff x="-675270" y="-663276"/>
            <a:chExt cx="3564955" cy="3010780"/>
          </a:xfrm>
        </p:grpSpPr>
        <p:sp>
          <p:nvSpPr>
            <p:cNvPr id="10426" name="Google Shape;10426;p164"/>
            <p:cNvSpPr/>
            <p:nvPr/>
          </p:nvSpPr>
          <p:spPr>
            <a:xfrm>
              <a:off x="-675270" y="-663276"/>
              <a:ext cx="3564955" cy="3010780"/>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164"/>
            <p:cNvSpPr/>
            <p:nvPr/>
          </p:nvSpPr>
          <p:spPr>
            <a:xfrm>
              <a:off x="-394641" y="-320127"/>
              <a:ext cx="2150090" cy="2042707"/>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8" name="Google Shape;10428;p164"/>
          <p:cNvGrpSpPr/>
          <p:nvPr/>
        </p:nvGrpSpPr>
        <p:grpSpPr>
          <a:xfrm>
            <a:off x="-782526" y="1145449"/>
            <a:ext cx="3564955" cy="3010780"/>
            <a:chOff x="-782526" y="-663276"/>
            <a:chExt cx="3564955" cy="3010780"/>
          </a:xfrm>
        </p:grpSpPr>
        <p:sp>
          <p:nvSpPr>
            <p:cNvPr id="10429" name="Google Shape;10429;p164"/>
            <p:cNvSpPr/>
            <p:nvPr/>
          </p:nvSpPr>
          <p:spPr>
            <a:xfrm>
              <a:off x="-782526" y="-663276"/>
              <a:ext cx="3564955" cy="3010780"/>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164"/>
            <p:cNvSpPr/>
            <p:nvPr/>
          </p:nvSpPr>
          <p:spPr>
            <a:xfrm>
              <a:off x="-76302" y="-258327"/>
              <a:ext cx="2150090" cy="2042707"/>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1" name="Google Shape;10431;p164"/>
          <p:cNvGrpSpPr/>
          <p:nvPr/>
        </p:nvGrpSpPr>
        <p:grpSpPr>
          <a:xfrm>
            <a:off x="4075012" y="2534446"/>
            <a:ext cx="1095122" cy="1096793"/>
            <a:chOff x="3992801" y="1928374"/>
            <a:chExt cx="1783297" cy="1786017"/>
          </a:xfrm>
        </p:grpSpPr>
        <p:sp>
          <p:nvSpPr>
            <p:cNvPr id="10432" name="Google Shape;10432;p164"/>
            <p:cNvSpPr/>
            <p:nvPr/>
          </p:nvSpPr>
          <p:spPr>
            <a:xfrm>
              <a:off x="3992801" y="1928374"/>
              <a:ext cx="1783297" cy="1786017"/>
            </a:xfrm>
            <a:custGeom>
              <a:rect b="b" l="l" r="r" t="t"/>
              <a:pathLst>
                <a:path extrusionOk="0" h="5942" w="5933">
                  <a:moveTo>
                    <a:pt x="2971" y="0"/>
                  </a:moveTo>
                  <a:cubicBezTo>
                    <a:pt x="1330" y="0"/>
                    <a:pt x="0" y="1330"/>
                    <a:pt x="0" y="2971"/>
                  </a:cubicBezTo>
                  <a:cubicBezTo>
                    <a:pt x="0" y="4612"/>
                    <a:pt x="1330" y="5942"/>
                    <a:pt x="2971" y="5942"/>
                  </a:cubicBezTo>
                  <a:cubicBezTo>
                    <a:pt x="4604" y="5942"/>
                    <a:pt x="5933" y="4612"/>
                    <a:pt x="5933" y="2971"/>
                  </a:cubicBezTo>
                  <a:cubicBezTo>
                    <a:pt x="5933" y="1330"/>
                    <a:pt x="4604" y="0"/>
                    <a:pt x="29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164"/>
            <p:cNvSpPr/>
            <p:nvPr/>
          </p:nvSpPr>
          <p:spPr>
            <a:xfrm>
              <a:off x="4118741" y="2057021"/>
              <a:ext cx="1531417" cy="1528724"/>
            </a:xfrm>
            <a:custGeom>
              <a:rect b="b" l="l" r="r" t="t"/>
              <a:pathLst>
                <a:path extrusionOk="0" h="5086" w="5095">
                  <a:moveTo>
                    <a:pt x="2552" y="1"/>
                  </a:moveTo>
                  <a:cubicBezTo>
                    <a:pt x="1142" y="1"/>
                    <a:pt x="1" y="1142"/>
                    <a:pt x="1" y="2543"/>
                  </a:cubicBezTo>
                  <a:cubicBezTo>
                    <a:pt x="1" y="3953"/>
                    <a:pt x="1142" y="5085"/>
                    <a:pt x="2552" y="5085"/>
                  </a:cubicBezTo>
                  <a:cubicBezTo>
                    <a:pt x="3953" y="5085"/>
                    <a:pt x="5095" y="3953"/>
                    <a:pt x="5095" y="2543"/>
                  </a:cubicBezTo>
                  <a:cubicBezTo>
                    <a:pt x="5095" y="1142"/>
                    <a:pt x="3953" y="1"/>
                    <a:pt x="25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34" name="Google Shape;10434;p164"/>
          <p:cNvSpPr/>
          <p:nvPr/>
        </p:nvSpPr>
        <p:spPr>
          <a:xfrm>
            <a:off x="2" y="3089503"/>
            <a:ext cx="9144017" cy="2775510"/>
          </a:xfrm>
          <a:custGeom>
            <a:rect b="b" l="l" r="r" t="t"/>
            <a:pathLst>
              <a:path extrusionOk="0" h="9234" w="30422">
                <a:moveTo>
                  <a:pt x="1" y="0"/>
                </a:moveTo>
                <a:lnTo>
                  <a:pt x="1" y="9233"/>
                </a:lnTo>
                <a:lnTo>
                  <a:pt x="30422" y="9233"/>
                </a:lnTo>
                <a:lnTo>
                  <a:pt x="30422" y="0"/>
                </a:lnTo>
                <a:close/>
              </a:path>
            </a:pathLst>
          </a:custGeom>
          <a:solidFill>
            <a:srgbClr val="38A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164"/>
          <p:cNvSpPr/>
          <p:nvPr/>
        </p:nvSpPr>
        <p:spPr>
          <a:xfrm>
            <a:off x="2" y="3089503"/>
            <a:ext cx="8385071" cy="2775510"/>
          </a:xfrm>
          <a:custGeom>
            <a:rect b="b" l="l" r="r" t="t"/>
            <a:pathLst>
              <a:path extrusionOk="0" h="9234" w="27897">
                <a:moveTo>
                  <a:pt x="14337" y="0"/>
                </a:moveTo>
                <a:cubicBezTo>
                  <a:pt x="14337" y="0"/>
                  <a:pt x="12053" y="402"/>
                  <a:pt x="13222" y="633"/>
                </a:cubicBezTo>
                <a:cubicBezTo>
                  <a:pt x="14391" y="857"/>
                  <a:pt x="13704" y="1276"/>
                  <a:pt x="11001" y="1419"/>
                </a:cubicBezTo>
                <a:cubicBezTo>
                  <a:pt x="8289" y="1561"/>
                  <a:pt x="8164" y="2204"/>
                  <a:pt x="9529" y="2346"/>
                </a:cubicBezTo>
                <a:cubicBezTo>
                  <a:pt x="10885" y="2489"/>
                  <a:pt x="4131" y="3470"/>
                  <a:pt x="5808" y="4006"/>
                </a:cubicBezTo>
                <a:cubicBezTo>
                  <a:pt x="7495" y="4550"/>
                  <a:pt x="4961" y="5040"/>
                  <a:pt x="3257" y="5272"/>
                </a:cubicBezTo>
                <a:cubicBezTo>
                  <a:pt x="1553" y="5504"/>
                  <a:pt x="1375" y="6040"/>
                  <a:pt x="2365" y="6227"/>
                </a:cubicBezTo>
                <a:cubicBezTo>
                  <a:pt x="3355" y="6414"/>
                  <a:pt x="1" y="7271"/>
                  <a:pt x="1" y="7271"/>
                </a:cubicBezTo>
                <a:lnTo>
                  <a:pt x="1" y="9233"/>
                </a:lnTo>
                <a:lnTo>
                  <a:pt x="27897" y="9233"/>
                </a:lnTo>
                <a:lnTo>
                  <a:pt x="27897" y="7137"/>
                </a:lnTo>
                <a:cubicBezTo>
                  <a:pt x="27897" y="7137"/>
                  <a:pt x="23472" y="6361"/>
                  <a:pt x="24445" y="5504"/>
                </a:cubicBezTo>
                <a:cubicBezTo>
                  <a:pt x="25417" y="4648"/>
                  <a:pt x="20171" y="4434"/>
                  <a:pt x="21340" y="3925"/>
                </a:cubicBezTo>
                <a:cubicBezTo>
                  <a:pt x="22500" y="3417"/>
                  <a:pt x="21893" y="2917"/>
                  <a:pt x="20912" y="2721"/>
                </a:cubicBezTo>
                <a:cubicBezTo>
                  <a:pt x="19939" y="2534"/>
                  <a:pt x="18780" y="2034"/>
                  <a:pt x="19422" y="1481"/>
                </a:cubicBezTo>
                <a:cubicBezTo>
                  <a:pt x="20055" y="928"/>
                  <a:pt x="19288" y="732"/>
                  <a:pt x="18512" y="491"/>
                </a:cubicBezTo>
                <a:cubicBezTo>
                  <a:pt x="17727" y="259"/>
                  <a:pt x="18637" y="0"/>
                  <a:pt x="18637"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164"/>
          <p:cNvSpPr/>
          <p:nvPr/>
        </p:nvSpPr>
        <p:spPr>
          <a:xfrm>
            <a:off x="482720" y="3237687"/>
            <a:ext cx="6006641" cy="2627326"/>
          </a:xfrm>
          <a:custGeom>
            <a:rect b="b" l="l" r="r" t="t"/>
            <a:pathLst>
              <a:path extrusionOk="0" h="8741" w="19984">
                <a:moveTo>
                  <a:pt x="15406" y="1"/>
                </a:moveTo>
                <a:cubicBezTo>
                  <a:pt x="14566" y="1"/>
                  <a:pt x="13350" y="213"/>
                  <a:pt x="13953" y="506"/>
                </a:cubicBezTo>
                <a:cubicBezTo>
                  <a:pt x="14604" y="818"/>
                  <a:pt x="15033" y="1452"/>
                  <a:pt x="12722" y="1711"/>
                </a:cubicBezTo>
                <a:cubicBezTo>
                  <a:pt x="10420" y="1960"/>
                  <a:pt x="10304" y="2683"/>
                  <a:pt x="12347" y="3111"/>
                </a:cubicBezTo>
                <a:cubicBezTo>
                  <a:pt x="13739" y="3406"/>
                  <a:pt x="11669" y="4512"/>
                  <a:pt x="9635" y="4512"/>
                </a:cubicBezTo>
                <a:cubicBezTo>
                  <a:pt x="7601" y="4512"/>
                  <a:pt x="7245" y="4994"/>
                  <a:pt x="8413" y="5315"/>
                </a:cubicBezTo>
                <a:cubicBezTo>
                  <a:pt x="9350" y="5573"/>
                  <a:pt x="8922" y="6100"/>
                  <a:pt x="4827" y="6358"/>
                </a:cubicBezTo>
                <a:cubicBezTo>
                  <a:pt x="723" y="6617"/>
                  <a:pt x="3069" y="7670"/>
                  <a:pt x="4060" y="7866"/>
                </a:cubicBezTo>
                <a:cubicBezTo>
                  <a:pt x="4390" y="7929"/>
                  <a:pt x="4747" y="8125"/>
                  <a:pt x="3319" y="8339"/>
                </a:cubicBezTo>
                <a:cubicBezTo>
                  <a:pt x="1892" y="8544"/>
                  <a:pt x="1" y="8740"/>
                  <a:pt x="1" y="8740"/>
                </a:cubicBezTo>
                <a:lnTo>
                  <a:pt x="19984" y="8740"/>
                </a:lnTo>
                <a:cubicBezTo>
                  <a:pt x="19984" y="8740"/>
                  <a:pt x="17985" y="8464"/>
                  <a:pt x="18895" y="8000"/>
                </a:cubicBezTo>
                <a:cubicBezTo>
                  <a:pt x="19805" y="7527"/>
                  <a:pt x="19181" y="7393"/>
                  <a:pt x="17174" y="7143"/>
                </a:cubicBezTo>
                <a:cubicBezTo>
                  <a:pt x="15158" y="6903"/>
                  <a:pt x="15728" y="6358"/>
                  <a:pt x="17638" y="5877"/>
                </a:cubicBezTo>
                <a:cubicBezTo>
                  <a:pt x="19556" y="5395"/>
                  <a:pt x="18173" y="4735"/>
                  <a:pt x="16888" y="4512"/>
                </a:cubicBezTo>
                <a:cubicBezTo>
                  <a:pt x="15604" y="4289"/>
                  <a:pt x="15363" y="4084"/>
                  <a:pt x="16826" y="3513"/>
                </a:cubicBezTo>
                <a:cubicBezTo>
                  <a:pt x="18298" y="2951"/>
                  <a:pt x="17495" y="2344"/>
                  <a:pt x="16576" y="2121"/>
                </a:cubicBezTo>
                <a:cubicBezTo>
                  <a:pt x="15648" y="1898"/>
                  <a:pt x="15273" y="1532"/>
                  <a:pt x="16166" y="1211"/>
                </a:cubicBezTo>
                <a:cubicBezTo>
                  <a:pt x="17067" y="890"/>
                  <a:pt x="15639" y="604"/>
                  <a:pt x="15282" y="435"/>
                </a:cubicBezTo>
                <a:cubicBezTo>
                  <a:pt x="14926" y="274"/>
                  <a:pt x="16451" y="51"/>
                  <a:pt x="15630" y="7"/>
                </a:cubicBezTo>
                <a:cubicBezTo>
                  <a:pt x="15560" y="3"/>
                  <a:pt x="15485" y="1"/>
                  <a:pt x="15406" y="1"/>
                </a:cubicBezTo>
                <a:close/>
              </a:path>
            </a:pathLst>
          </a:custGeom>
          <a:solidFill>
            <a:srgbClr val="6BC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164"/>
          <p:cNvSpPr/>
          <p:nvPr/>
        </p:nvSpPr>
        <p:spPr>
          <a:xfrm flipH="1">
            <a:off x="8929401" y="4662505"/>
            <a:ext cx="521499" cy="499422"/>
          </a:xfrm>
          <a:custGeom>
            <a:rect b="b" l="l" r="r" t="t"/>
            <a:pathLst>
              <a:path extrusionOk="0" h="2286" w="2667">
                <a:moveTo>
                  <a:pt x="2001" y="0"/>
                </a:moveTo>
                <a:lnTo>
                  <a:pt x="0" y="2286"/>
                </a:lnTo>
                <a:lnTo>
                  <a:pt x="2667" y="2238"/>
                </a:lnTo>
                <a:close/>
              </a:path>
            </a:pathLst>
          </a:custGeom>
          <a:solidFill>
            <a:srgbClr val="CC946E"/>
          </a:solidFill>
          <a:ln>
            <a:noFill/>
          </a:ln>
        </p:spPr>
      </p:sp>
      <p:sp>
        <p:nvSpPr>
          <p:cNvPr id="10438" name="Google Shape;10438;p164"/>
          <p:cNvSpPr/>
          <p:nvPr/>
        </p:nvSpPr>
        <p:spPr>
          <a:xfrm>
            <a:off x="-301725" y="4662505"/>
            <a:ext cx="541821" cy="499422"/>
          </a:xfrm>
          <a:custGeom>
            <a:rect b="b" l="l" r="r" t="t"/>
            <a:pathLst>
              <a:path extrusionOk="0" h="2286" w="2667">
                <a:moveTo>
                  <a:pt x="2001" y="0"/>
                </a:moveTo>
                <a:lnTo>
                  <a:pt x="0" y="2286"/>
                </a:lnTo>
                <a:lnTo>
                  <a:pt x="2667" y="2238"/>
                </a:lnTo>
                <a:close/>
              </a:path>
            </a:pathLst>
          </a:custGeom>
          <a:solidFill>
            <a:srgbClr val="CC946E"/>
          </a:solidFill>
          <a:ln>
            <a:noFill/>
          </a:ln>
        </p:spPr>
      </p:sp>
      <p:sp>
        <p:nvSpPr>
          <p:cNvPr id="10439" name="Google Shape;10439;p164"/>
          <p:cNvSpPr/>
          <p:nvPr/>
        </p:nvSpPr>
        <p:spPr>
          <a:xfrm>
            <a:off x="69041" y="4651473"/>
            <a:ext cx="8979662" cy="510440"/>
          </a:xfrm>
          <a:custGeom>
            <a:rect b="b" l="l" r="r" t="t"/>
            <a:pathLst>
              <a:path extrusionOk="0" h="1491" w="30422">
                <a:moveTo>
                  <a:pt x="1" y="0"/>
                </a:moveTo>
                <a:lnTo>
                  <a:pt x="1" y="1490"/>
                </a:lnTo>
                <a:lnTo>
                  <a:pt x="30422" y="1490"/>
                </a:lnTo>
                <a:lnTo>
                  <a:pt x="3042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164"/>
          <p:cNvSpPr/>
          <p:nvPr/>
        </p:nvSpPr>
        <p:spPr>
          <a:xfrm>
            <a:off x="-336500" y="4637799"/>
            <a:ext cx="9817059" cy="540024"/>
          </a:xfrm>
          <a:custGeom>
            <a:rect b="b" l="l" r="r" t="t"/>
            <a:pathLst>
              <a:path extrusionOk="0" h="1776" w="33259">
                <a:moveTo>
                  <a:pt x="31769" y="81"/>
                </a:moveTo>
                <a:lnTo>
                  <a:pt x="33089" y="1696"/>
                </a:lnTo>
                <a:lnTo>
                  <a:pt x="170" y="1696"/>
                </a:lnTo>
                <a:lnTo>
                  <a:pt x="1482" y="81"/>
                </a:lnTo>
                <a:close/>
                <a:moveTo>
                  <a:pt x="1446" y="1"/>
                </a:moveTo>
                <a:lnTo>
                  <a:pt x="1" y="1776"/>
                </a:lnTo>
                <a:lnTo>
                  <a:pt x="33259" y="1776"/>
                </a:lnTo>
                <a:lnTo>
                  <a:pt x="318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164"/>
          <p:cNvSpPr/>
          <p:nvPr/>
        </p:nvSpPr>
        <p:spPr>
          <a:xfrm>
            <a:off x="1114495" y="4637799"/>
            <a:ext cx="6912586" cy="540024"/>
          </a:xfrm>
          <a:custGeom>
            <a:rect b="b" l="l" r="r" t="t"/>
            <a:pathLst>
              <a:path extrusionOk="0" h="1776" w="23419">
                <a:moveTo>
                  <a:pt x="22357" y="81"/>
                </a:moveTo>
                <a:lnTo>
                  <a:pt x="23275" y="1696"/>
                </a:lnTo>
                <a:lnTo>
                  <a:pt x="143" y="1696"/>
                </a:lnTo>
                <a:lnTo>
                  <a:pt x="1071" y="81"/>
                </a:lnTo>
                <a:close/>
                <a:moveTo>
                  <a:pt x="1026" y="1"/>
                </a:moveTo>
                <a:lnTo>
                  <a:pt x="0" y="1776"/>
                </a:lnTo>
                <a:lnTo>
                  <a:pt x="23418" y="1776"/>
                </a:lnTo>
                <a:lnTo>
                  <a:pt x="22401"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164"/>
          <p:cNvSpPr/>
          <p:nvPr/>
        </p:nvSpPr>
        <p:spPr>
          <a:xfrm>
            <a:off x="2438868" y="4637799"/>
            <a:ext cx="4266092" cy="540024"/>
          </a:xfrm>
          <a:custGeom>
            <a:rect b="b" l="l" r="r" t="t"/>
            <a:pathLst>
              <a:path extrusionOk="0" h="1776" w="14453">
                <a:moveTo>
                  <a:pt x="13766" y="81"/>
                </a:moveTo>
                <a:lnTo>
                  <a:pt x="14337" y="1696"/>
                </a:lnTo>
                <a:lnTo>
                  <a:pt x="117" y="1696"/>
                </a:lnTo>
                <a:lnTo>
                  <a:pt x="688" y="81"/>
                </a:lnTo>
                <a:close/>
                <a:moveTo>
                  <a:pt x="625" y="1"/>
                </a:moveTo>
                <a:lnTo>
                  <a:pt x="1" y="1776"/>
                </a:lnTo>
                <a:lnTo>
                  <a:pt x="14453" y="1776"/>
                </a:lnTo>
                <a:lnTo>
                  <a:pt x="13819"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164"/>
          <p:cNvSpPr/>
          <p:nvPr/>
        </p:nvSpPr>
        <p:spPr>
          <a:xfrm>
            <a:off x="3805448" y="4637799"/>
            <a:ext cx="1530161" cy="540024"/>
          </a:xfrm>
          <a:custGeom>
            <a:rect b="b" l="l" r="r" t="t"/>
            <a:pathLst>
              <a:path extrusionOk="0" h="1776" w="5184">
                <a:moveTo>
                  <a:pt x="4890" y="81"/>
                </a:moveTo>
                <a:lnTo>
                  <a:pt x="5095" y="1696"/>
                </a:lnTo>
                <a:lnTo>
                  <a:pt x="99" y="1696"/>
                </a:lnTo>
                <a:lnTo>
                  <a:pt x="295" y="81"/>
                </a:lnTo>
                <a:close/>
                <a:moveTo>
                  <a:pt x="224" y="1"/>
                </a:moveTo>
                <a:lnTo>
                  <a:pt x="1" y="1776"/>
                </a:lnTo>
                <a:lnTo>
                  <a:pt x="5184" y="1776"/>
                </a:lnTo>
                <a:lnTo>
                  <a:pt x="4961"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44" name="Google Shape;10444;p164"/>
          <p:cNvGrpSpPr/>
          <p:nvPr/>
        </p:nvGrpSpPr>
        <p:grpSpPr>
          <a:xfrm>
            <a:off x="-138200" y="3248800"/>
            <a:ext cx="9401995" cy="1473275"/>
            <a:chOff x="-138200" y="2987850"/>
            <a:chExt cx="9401995" cy="1473275"/>
          </a:xfrm>
        </p:grpSpPr>
        <p:sp>
          <p:nvSpPr>
            <p:cNvPr id="10445" name="Google Shape;10445;p164"/>
            <p:cNvSpPr/>
            <p:nvPr/>
          </p:nvSpPr>
          <p:spPr>
            <a:xfrm>
              <a:off x="-138200" y="2987850"/>
              <a:ext cx="9401995" cy="139927"/>
            </a:xfrm>
            <a:custGeom>
              <a:rect b="b" l="l" r="r" t="t"/>
              <a:pathLst>
                <a:path extrusionOk="0" h="616" w="30422">
                  <a:moveTo>
                    <a:pt x="1" y="0"/>
                  </a:moveTo>
                  <a:lnTo>
                    <a:pt x="1" y="616"/>
                  </a:lnTo>
                  <a:lnTo>
                    <a:pt x="30422" y="616"/>
                  </a:lnTo>
                  <a:lnTo>
                    <a:pt x="30422"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164"/>
            <p:cNvSpPr/>
            <p:nvPr/>
          </p:nvSpPr>
          <p:spPr>
            <a:xfrm>
              <a:off x="-138200" y="3076891"/>
              <a:ext cx="9401995" cy="50882"/>
            </a:xfrm>
            <a:custGeom>
              <a:rect b="b" l="l" r="r" t="t"/>
              <a:pathLst>
                <a:path extrusionOk="0" h="224" w="30422">
                  <a:moveTo>
                    <a:pt x="1" y="1"/>
                  </a:moveTo>
                  <a:lnTo>
                    <a:pt x="1" y="224"/>
                  </a:lnTo>
                  <a:lnTo>
                    <a:pt x="30422" y="224"/>
                  </a:lnTo>
                  <a:lnTo>
                    <a:pt x="3042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164"/>
            <p:cNvSpPr/>
            <p:nvPr/>
          </p:nvSpPr>
          <p:spPr>
            <a:xfrm>
              <a:off x="-138200" y="4313024"/>
              <a:ext cx="9401995" cy="138110"/>
            </a:xfrm>
            <a:custGeom>
              <a:rect b="b" l="l" r="r" t="t"/>
              <a:pathLst>
                <a:path extrusionOk="0" h="608" w="30422">
                  <a:moveTo>
                    <a:pt x="1" y="1"/>
                  </a:moveTo>
                  <a:lnTo>
                    <a:pt x="1" y="607"/>
                  </a:lnTo>
                  <a:lnTo>
                    <a:pt x="30422" y="607"/>
                  </a:lnTo>
                  <a:lnTo>
                    <a:pt x="30422"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164"/>
            <p:cNvSpPr/>
            <p:nvPr/>
          </p:nvSpPr>
          <p:spPr>
            <a:xfrm>
              <a:off x="-138200" y="4313024"/>
              <a:ext cx="9401995" cy="30666"/>
            </a:xfrm>
            <a:custGeom>
              <a:rect b="b" l="l" r="r" t="t"/>
              <a:pathLst>
                <a:path extrusionOk="0" h="135" w="30422">
                  <a:moveTo>
                    <a:pt x="1" y="1"/>
                  </a:moveTo>
                  <a:lnTo>
                    <a:pt x="1" y="135"/>
                  </a:lnTo>
                  <a:lnTo>
                    <a:pt x="30422" y="135"/>
                  </a:lnTo>
                  <a:lnTo>
                    <a:pt x="3042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164"/>
            <p:cNvSpPr/>
            <p:nvPr/>
          </p:nvSpPr>
          <p:spPr>
            <a:xfrm>
              <a:off x="-138200" y="4402292"/>
              <a:ext cx="9401995" cy="48838"/>
            </a:xfrm>
            <a:custGeom>
              <a:rect b="b" l="l" r="r" t="t"/>
              <a:pathLst>
                <a:path extrusionOk="0" h="215" w="30422">
                  <a:moveTo>
                    <a:pt x="1" y="0"/>
                  </a:moveTo>
                  <a:lnTo>
                    <a:pt x="1" y="214"/>
                  </a:lnTo>
                  <a:lnTo>
                    <a:pt x="30422" y="214"/>
                  </a:lnTo>
                  <a:lnTo>
                    <a:pt x="30422" y="0"/>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0" name="Google Shape;10450;p164"/>
            <p:cNvGrpSpPr/>
            <p:nvPr/>
          </p:nvGrpSpPr>
          <p:grpSpPr>
            <a:xfrm>
              <a:off x="1190934" y="3127728"/>
              <a:ext cx="389354" cy="1185780"/>
              <a:chOff x="1491295" y="3180738"/>
              <a:chExt cx="354635" cy="1080043"/>
            </a:xfrm>
          </p:grpSpPr>
          <p:sp>
            <p:nvSpPr>
              <p:cNvPr id="10451" name="Google Shape;10451;p164"/>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164"/>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164"/>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164"/>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164"/>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164"/>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57" name="Google Shape;10457;p164"/>
            <p:cNvSpPr/>
            <p:nvPr/>
          </p:nvSpPr>
          <p:spPr>
            <a:xfrm>
              <a:off x="1802734"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164"/>
            <p:cNvSpPr/>
            <p:nvPr/>
          </p:nvSpPr>
          <p:spPr>
            <a:xfrm>
              <a:off x="1768436"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164"/>
            <p:cNvSpPr/>
            <p:nvPr/>
          </p:nvSpPr>
          <p:spPr>
            <a:xfrm>
              <a:off x="1855430"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164"/>
            <p:cNvSpPr/>
            <p:nvPr/>
          </p:nvSpPr>
          <p:spPr>
            <a:xfrm>
              <a:off x="1855430" y="3255194"/>
              <a:ext cx="107667" cy="928382"/>
            </a:xfrm>
            <a:custGeom>
              <a:rect b="b" l="l" r="r" t="t"/>
              <a:pathLst>
                <a:path extrusionOk="0" h="4087" w="474">
                  <a:moveTo>
                    <a:pt x="1" y="1"/>
                  </a:moveTo>
                  <a:lnTo>
                    <a:pt x="1"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164"/>
            <p:cNvSpPr/>
            <p:nvPr/>
          </p:nvSpPr>
          <p:spPr>
            <a:xfrm>
              <a:off x="1802734"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164"/>
            <p:cNvSpPr/>
            <p:nvPr/>
          </p:nvSpPr>
          <p:spPr>
            <a:xfrm>
              <a:off x="1768436"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164"/>
            <p:cNvSpPr/>
            <p:nvPr/>
          </p:nvSpPr>
          <p:spPr>
            <a:xfrm>
              <a:off x="2380345"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164"/>
            <p:cNvSpPr/>
            <p:nvPr/>
          </p:nvSpPr>
          <p:spPr>
            <a:xfrm>
              <a:off x="2345820"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164"/>
            <p:cNvSpPr/>
            <p:nvPr/>
          </p:nvSpPr>
          <p:spPr>
            <a:xfrm>
              <a:off x="2433041"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164"/>
            <p:cNvSpPr/>
            <p:nvPr/>
          </p:nvSpPr>
          <p:spPr>
            <a:xfrm>
              <a:off x="2433041" y="3255194"/>
              <a:ext cx="107440" cy="928382"/>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164"/>
            <p:cNvSpPr/>
            <p:nvPr/>
          </p:nvSpPr>
          <p:spPr>
            <a:xfrm>
              <a:off x="2380345"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164"/>
            <p:cNvSpPr/>
            <p:nvPr/>
          </p:nvSpPr>
          <p:spPr>
            <a:xfrm>
              <a:off x="2345820"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164"/>
            <p:cNvSpPr/>
            <p:nvPr/>
          </p:nvSpPr>
          <p:spPr>
            <a:xfrm>
              <a:off x="2959773" y="3190456"/>
              <a:ext cx="316413" cy="64966"/>
            </a:xfrm>
            <a:custGeom>
              <a:rect b="b" l="l" r="r" t="t"/>
              <a:pathLst>
                <a:path extrusionOk="0" h="286" w="1393">
                  <a:moveTo>
                    <a:pt x="1" y="0"/>
                  </a:moveTo>
                  <a:lnTo>
                    <a:pt x="1"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164"/>
            <p:cNvSpPr/>
            <p:nvPr/>
          </p:nvSpPr>
          <p:spPr>
            <a:xfrm>
              <a:off x="2923431"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164"/>
            <p:cNvSpPr/>
            <p:nvPr/>
          </p:nvSpPr>
          <p:spPr>
            <a:xfrm>
              <a:off x="3012469" y="3255194"/>
              <a:ext cx="211018" cy="928382"/>
            </a:xfrm>
            <a:custGeom>
              <a:rect b="b" l="l" r="r" t="t"/>
              <a:pathLst>
                <a:path extrusionOk="0" h="4087" w="929">
                  <a:moveTo>
                    <a:pt x="1" y="1"/>
                  </a:moveTo>
                  <a:lnTo>
                    <a:pt x="1" y="4087"/>
                  </a:lnTo>
                  <a:lnTo>
                    <a:pt x="928" y="4087"/>
                  </a:lnTo>
                  <a:lnTo>
                    <a:pt x="92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164"/>
            <p:cNvSpPr/>
            <p:nvPr/>
          </p:nvSpPr>
          <p:spPr>
            <a:xfrm>
              <a:off x="3012469"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164"/>
            <p:cNvSpPr/>
            <p:nvPr/>
          </p:nvSpPr>
          <p:spPr>
            <a:xfrm>
              <a:off x="2959773" y="4183320"/>
              <a:ext cx="316413" cy="65193"/>
            </a:xfrm>
            <a:custGeom>
              <a:rect b="b" l="l" r="r" t="t"/>
              <a:pathLst>
                <a:path extrusionOk="0" h="287" w="1393">
                  <a:moveTo>
                    <a:pt x="1" y="1"/>
                  </a:moveTo>
                  <a:lnTo>
                    <a:pt x="1"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164"/>
            <p:cNvSpPr/>
            <p:nvPr/>
          </p:nvSpPr>
          <p:spPr>
            <a:xfrm>
              <a:off x="2923431"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164"/>
            <p:cNvSpPr/>
            <p:nvPr/>
          </p:nvSpPr>
          <p:spPr>
            <a:xfrm>
              <a:off x="3537384" y="3190456"/>
              <a:ext cx="316186" cy="64966"/>
            </a:xfrm>
            <a:custGeom>
              <a:rect b="b" l="l" r="r" t="t"/>
              <a:pathLst>
                <a:path extrusionOk="0" h="286" w="1392">
                  <a:moveTo>
                    <a:pt x="0" y="0"/>
                  </a:moveTo>
                  <a:lnTo>
                    <a:pt x="0"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164"/>
            <p:cNvSpPr/>
            <p:nvPr/>
          </p:nvSpPr>
          <p:spPr>
            <a:xfrm>
              <a:off x="3500815"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164"/>
            <p:cNvSpPr/>
            <p:nvPr/>
          </p:nvSpPr>
          <p:spPr>
            <a:xfrm>
              <a:off x="3590080" y="3255194"/>
              <a:ext cx="210791" cy="928382"/>
            </a:xfrm>
            <a:custGeom>
              <a:rect b="b" l="l" r="r" t="t"/>
              <a:pathLst>
                <a:path extrusionOk="0" h="4087" w="928">
                  <a:moveTo>
                    <a:pt x="0" y="1"/>
                  </a:moveTo>
                  <a:lnTo>
                    <a:pt x="0" y="4087"/>
                  </a:lnTo>
                  <a:lnTo>
                    <a:pt x="928" y="4087"/>
                  </a:lnTo>
                  <a:lnTo>
                    <a:pt x="92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164"/>
            <p:cNvSpPr/>
            <p:nvPr/>
          </p:nvSpPr>
          <p:spPr>
            <a:xfrm>
              <a:off x="3590080" y="3255194"/>
              <a:ext cx="105395" cy="928382"/>
            </a:xfrm>
            <a:custGeom>
              <a:rect b="b" l="l" r="r" t="t"/>
              <a:pathLst>
                <a:path extrusionOk="0" h="4087" w="464">
                  <a:moveTo>
                    <a:pt x="0" y="1"/>
                  </a:moveTo>
                  <a:lnTo>
                    <a:pt x="0"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164"/>
            <p:cNvSpPr/>
            <p:nvPr/>
          </p:nvSpPr>
          <p:spPr>
            <a:xfrm>
              <a:off x="3537384" y="4183320"/>
              <a:ext cx="316186" cy="65193"/>
            </a:xfrm>
            <a:custGeom>
              <a:rect b="b" l="l" r="r" t="t"/>
              <a:pathLst>
                <a:path extrusionOk="0" h="287" w="1392">
                  <a:moveTo>
                    <a:pt x="0" y="1"/>
                  </a:moveTo>
                  <a:lnTo>
                    <a:pt x="0"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164"/>
            <p:cNvSpPr/>
            <p:nvPr/>
          </p:nvSpPr>
          <p:spPr>
            <a:xfrm>
              <a:off x="3500815"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164"/>
            <p:cNvSpPr/>
            <p:nvPr/>
          </p:nvSpPr>
          <p:spPr>
            <a:xfrm>
              <a:off x="4114768" y="3190456"/>
              <a:ext cx="316413" cy="64966"/>
            </a:xfrm>
            <a:custGeom>
              <a:rect b="b" l="l" r="r" t="t"/>
              <a:pathLst>
                <a:path extrusionOk="0" h="286" w="1393">
                  <a:moveTo>
                    <a:pt x="1" y="0"/>
                  </a:moveTo>
                  <a:lnTo>
                    <a:pt x="1"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164"/>
            <p:cNvSpPr/>
            <p:nvPr/>
          </p:nvSpPr>
          <p:spPr>
            <a:xfrm>
              <a:off x="4078426"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164"/>
            <p:cNvSpPr/>
            <p:nvPr/>
          </p:nvSpPr>
          <p:spPr>
            <a:xfrm>
              <a:off x="4167464" y="3255194"/>
              <a:ext cx="211018" cy="928382"/>
            </a:xfrm>
            <a:custGeom>
              <a:rect b="b" l="l" r="r" t="t"/>
              <a:pathLst>
                <a:path extrusionOk="0" h="4087" w="929">
                  <a:moveTo>
                    <a:pt x="1" y="1"/>
                  </a:moveTo>
                  <a:lnTo>
                    <a:pt x="1" y="4087"/>
                  </a:lnTo>
                  <a:lnTo>
                    <a:pt x="928" y="4087"/>
                  </a:lnTo>
                  <a:lnTo>
                    <a:pt x="92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164"/>
            <p:cNvSpPr/>
            <p:nvPr/>
          </p:nvSpPr>
          <p:spPr>
            <a:xfrm>
              <a:off x="4167464"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164"/>
            <p:cNvSpPr/>
            <p:nvPr/>
          </p:nvSpPr>
          <p:spPr>
            <a:xfrm>
              <a:off x="4114768" y="4183320"/>
              <a:ext cx="316413" cy="65193"/>
            </a:xfrm>
            <a:custGeom>
              <a:rect b="b" l="l" r="r" t="t"/>
              <a:pathLst>
                <a:path extrusionOk="0" h="287" w="1393">
                  <a:moveTo>
                    <a:pt x="1" y="1"/>
                  </a:moveTo>
                  <a:lnTo>
                    <a:pt x="1"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164"/>
            <p:cNvSpPr/>
            <p:nvPr/>
          </p:nvSpPr>
          <p:spPr>
            <a:xfrm>
              <a:off x="4078426"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164"/>
            <p:cNvSpPr/>
            <p:nvPr/>
          </p:nvSpPr>
          <p:spPr>
            <a:xfrm>
              <a:off x="4692379"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164"/>
            <p:cNvSpPr/>
            <p:nvPr/>
          </p:nvSpPr>
          <p:spPr>
            <a:xfrm>
              <a:off x="4655809"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164"/>
            <p:cNvSpPr/>
            <p:nvPr/>
          </p:nvSpPr>
          <p:spPr>
            <a:xfrm>
              <a:off x="4745074"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164"/>
            <p:cNvSpPr/>
            <p:nvPr/>
          </p:nvSpPr>
          <p:spPr>
            <a:xfrm>
              <a:off x="4745074" y="3255194"/>
              <a:ext cx="105395" cy="928382"/>
            </a:xfrm>
            <a:custGeom>
              <a:rect b="b" l="l" r="r" t="t"/>
              <a:pathLst>
                <a:path extrusionOk="0" h="4087" w="464">
                  <a:moveTo>
                    <a:pt x="0" y="1"/>
                  </a:moveTo>
                  <a:lnTo>
                    <a:pt x="0"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164"/>
            <p:cNvSpPr/>
            <p:nvPr/>
          </p:nvSpPr>
          <p:spPr>
            <a:xfrm>
              <a:off x="4692379"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164"/>
            <p:cNvSpPr/>
            <p:nvPr/>
          </p:nvSpPr>
          <p:spPr>
            <a:xfrm>
              <a:off x="4655809"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164"/>
            <p:cNvSpPr/>
            <p:nvPr/>
          </p:nvSpPr>
          <p:spPr>
            <a:xfrm>
              <a:off x="5269762"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164"/>
            <p:cNvSpPr/>
            <p:nvPr/>
          </p:nvSpPr>
          <p:spPr>
            <a:xfrm>
              <a:off x="5233420"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164"/>
            <p:cNvSpPr/>
            <p:nvPr/>
          </p:nvSpPr>
          <p:spPr>
            <a:xfrm>
              <a:off x="5322458"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164"/>
            <p:cNvSpPr/>
            <p:nvPr/>
          </p:nvSpPr>
          <p:spPr>
            <a:xfrm>
              <a:off x="5322458"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164"/>
            <p:cNvSpPr/>
            <p:nvPr/>
          </p:nvSpPr>
          <p:spPr>
            <a:xfrm>
              <a:off x="5269762"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164"/>
            <p:cNvSpPr/>
            <p:nvPr/>
          </p:nvSpPr>
          <p:spPr>
            <a:xfrm>
              <a:off x="5233420"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164"/>
            <p:cNvSpPr/>
            <p:nvPr/>
          </p:nvSpPr>
          <p:spPr>
            <a:xfrm>
              <a:off x="5847373"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164"/>
            <p:cNvSpPr/>
            <p:nvPr/>
          </p:nvSpPr>
          <p:spPr>
            <a:xfrm>
              <a:off x="5810804"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164"/>
            <p:cNvSpPr/>
            <p:nvPr/>
          </p:nvSpPr>
          <p:spPr>
            <a:xfrm>
              <a:off x="5900069"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164"/>
            <p:cNvSpPr/>
            <p:nvPr/>
          </p:nvSpPr>
          <p:spPr>
            <a:xfrm>
              <a:off x="5900069" y="3255194"/>
              <a:ext cx="105395" cy="928382"/>
            </a:xfrm>
            <a:custGeom>
              <a:rect b="b" l="l" r="r" t="t"/>
              <a:pathLst>
                <a:path extrusionOk="0" h="4087" w="464">
                  <a:moveTo>
                    <a:pt x="0" y="1"/>
                  </a:moveTo>
                  <a:lnTo>
                    <a:pt x="0"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164"/>
            <p:cNvSpPr/>
            <p:nvPr/>
          </p:nvSpPr>
          <p:spPr>
            <a:xfrm>
              <a:off x="5847373"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164"/>
            <p:cNvSpPr/>
            <p:nvPr/>
          </p:nvSpPr>
          <p:spPr>
            <a:xfrm>
              <a:off x="5810804"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164"/>
            <p:cNvSpPr/>
            <p:nvPr/>
          </p:nvSpPr>
          <p:spPr>
            <a:xfrm>
              <a:off x="6424757"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164"/>
            <p:cNvSpPr/>
            <p:nvPr/>
          </p:nvSpPr>
          <p:spPr>
            <a:xfrm>
              <a:off x="6388415"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164"/>
            <p:cNvSpPr/>
            <p:nvPr/>
          </p:nvSpPr>
          <p:spPr>
            <a:xfrm>
              <a:off x="6477453"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164"/>
            <p:cNvSpPr/>
            <p:nvPr/>
          </p:nvSpPr>
          <p:spPr>
            <a:xfrm>
              <a:off x="6477453"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164"/>
            <p:cNvSpPr/>
            <p:nvPr/>
          </p:nvSpPr>
          <p:spPr>
            <a:xfrm>
              <a:off x="6424757"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164"/>
            <p:cNvSpPr/>
            <p:nvPr/>
          </p:nvSpPr>
          <p:spPr>
            <a:xfrm>
              <a:off x="6388415"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164"/>
            <p:cNvSpPr/>
            <p:nvPr/>
          </p:nvSpPr>
          <p:spPr>
            <a:xfrm>
              <a:off x="7002368"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164"/>
            <p:cNvSpPr/>
            <p:nvPr/>
          </p:nvSpPr>
          <p:spPr>
            <a:xfrm>
              <a:off x="6967843" y="3127536"/>
              <a:ext cx="389327" cy="63149"/>
            </a:xfrm>
            <a:custGeom>
              <a:rect b="b" l="l" r="r" t="t"/>
              <a:pathLst>
                <a:path extrusionOk="0" h="278" w="1714">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164"/>
            <p:cNvSpPr/>
            <p:nvPr/>
          </p:nvSpPr>
          <p:spPr>
            <a:xfrm>
              <a:off x="7055064"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164"/>
            <p:cNvSpPr/>
            <p:nvPr/>
          </p:nvSpPr>
          <p:spPr>
            <a:xfrm>
              <a:off x="7055064" y="3255194"/>
              <a:ext cx="107440" cy="928382"/>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164"/>
            <p:cNvSpPr/>
            <p:nvPr/>
          </p:nvSpPr>
          <p:spPr>
            <a:xfrm>
              <a:off x="7002368"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164"/>
            <p:cNvSpPr/>
            <p:nvPr/>
          </p:nvSpPr>
          <p:spPr>
            <a:xfrm>
              <a:off x="6967843" y="4248285"/>
              <a:ext cx="389327" cy="64966"/>
            </a:xfrm>
            <a:custGeom>
              <a:rect b="b" l="l" r="r" t="t"/>
              <a:pathLst>
                <a:path extrusionOk="0" h="286" w="1714">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164"/>
            <p:cNvSpPr/>
            <p:nvPr/>
          </p:nvSpPr>
          <p:spPr>
            <a:xfrm>
              <a:off x="7579752"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164"/>
            <p:cNvSpPr/>
            <p:nvPr/>
          </p:nvSpPr>
          <p:spPr>
            <a:xfrm>
              <a:off x="7545227" y="3127536"/>
              <a:ext cx="389327" cy="63149"/>
            </a:xfrm>
            <a:custGeom>
              <a:rect b="b" l="l" r="r" t="t"/>
              <a:pathLst>
                <a:path extrusionOk="0" h="278" w="1714">
                  <a:moveTo>
                    <a:pt x="1" y="1"/>
                  </a:moveTo>
                  <a:lnTo>
                    <a:pt x="1" y="277"/>
                  </a:lnTo>
                  <a:lnTo>
                    <a:pt x="1714" y="277"/>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164"/>
            <p:cNvSpPr/>
            <p:nvPr/>
          </p:nvSpPr>
          <p:spPr>
            <a:xfrm>
              <a:off x="7632448"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164"/>
            <p:cNvSpPr/>
            <p:nvPr/>
          </p:nvSpPr>
          <p:spPr>
            <a:xfrm>
              <a:off x="7632448" y="3255194"/>
              <a:ext cx="107667" cy="928382"/>
            </a:xfrm>
            <a:custGeom>
              <a:rect b="b" l="l" r="r" t="t"/>
              <a:pathLst>
                <a:path extrusionOk="0" h="4087" w="474">
                  <a:moveTo>
                    <a:pt x="1" y="1"/>
                  </a:moveTo>
                  <a:lnTo>
                    <a:pt x="1"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164"/>
            <p:cNvSpPr/>
            <p:nvPr/>
          </p:nvSpPr>
          <p:spPr>
            <a:xfrm>
              <a:off x="7579752"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164"/>
            <p:cNvSpPr/>
            <p:nvPr/>
          </p:nvSpPr>
          <p:spPr>
            <a:xfrm>
              <a:off x="7545227" y="4248285"/>
              <a:ext cx="389327" cy="64966"/>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164"/>
            <p:cNvSpPr/>
            <p:nvPr/>
          </p:nvSpPr>
          <p:spPr>
            <a:xfrm>
              <a:off x="5625306" y="4376851"/>
              <a:ext cx="1574796" cy="84275"/>
            </a:xfrm>
            <a:custGeom>
              <a:rect b="b" l="l" r="r" t="t"/>
              <a:pathLst>
                <a:path extrusionOk="0" h="371" w="6933">
                  <a:moveTo>
                    <a:pt x="1854" y="1"/>
                  </a:moveTo>
                  <a:cubicBezTo>
                    <a:pt x="1640" y="1"/>
                    <a:pt x="1437" y="14"/>
                    <a:pt x="1437" y="14"/>
                  </a:cubicBezTo>
                  <a:cubicBezTo>
                    <a:pt x="1437" y="14"/>
                    <a:pt x="1306" y="26"/>
                    <a:pt x="1193" y="26"/>
                  </a:cubicBezTo>
                  <a:cubicBezTo>
                    <a:pt x="1136" y="26"/>
                    <a:pt x="1083" y="23"/>
                    <a:pt x="1054" y="14"/>
                  </a:cubicBezTo>
                  <a:cubicBezTo>
                    <a:pt x="1049" y="13"/>
                    <a:pt x="1044" y="12"/>
                    <a:pt x="1039" y="12"/>
                  </a:cubicBezTo>
                  <a:cubicBezTo>
                    <a:pt x="966" y="12"/>
                    <a:pt x="911" y="130"/>
                    <a:pt x="911" y="130"/>
                  </a:cubicBezTo>
                  <a:lnTo>
                    <a:pt x="813" y="112"/>
                  </a:lnTo>
                  <a:cubicBezTo>
                    <a:pt x="813" y="112"/>
                    <a:pt x="608" y="148"/>
                    <a:pt x="590" y="157"/>
                  </a:cubicBezTo>
                  <a:cubicBezTo>
                    <a:pt x="572" y="157"/>
                    <a:pt x="509" y="193"/>
                    <a:pt x="509" y="193"/>
                  </a:cubicBezTo>
                  <a:lnTo>
                    <a:pt x="1" y="371"/>
                  </a:lnTo>
                  <a:lnTo>
                    <a:pt x="6933" y="317"/>
                  </a:lnTo>
                  <a:lnTo>
                    <a:pt x="6522" y="157"/>
                  </a:lnTo>
                  <a:lnTo>
                    <a:pt x="5942" y="139"/>
                  </a:lnTo>
                  <a:lnTo>
                    <a:pt x="5487" y="228"/>
                  </a:lnTo>
                  <a:cubicBezTo>
                    <a:pt x="5487" y="228"/>
                    <a:pt x="5077" y="228"/>
                    <a:pt x="4818" y="193"/>
                  </a:cubicBezTo>
                  <a:cubicBezTo>
                    <a:pt x="4551" y="157"/>
                    <a:pt x="4515" y="184"/>
                    <a:pt x="4354" y="112"/>
                  </a:cubicBezTo>
                  <a:cubicBezTo>
                    <a:pt x="4258" y="72"/>
                    <a:pt x="4161" y="65"/>
                    <a:pt x="4104" y="65"/>
                  </a:cubicBezTo>
                  <a:cubicBezTo>
                    <a:pt x="4071" y="65"/>
                    <a:pt x="4051" y="68"/>
                    <a:pt x="4051" y="68"/>
                  </a:cubicBezTo>
                  <a:lnTo>
                    <a:pt x="3846" y="68"/>
                  </a:lnTo>
                  <a:lnTo>
                    <a:pt x="3569" y="77"/>
                  </a:lnTo>
                  <a:lnTo>
                    <a:pt x="3346" y="68"/>
                  </a:lnTo>
                  <a:lnTo>
                    <a:pt x="2963" y="94"/>
                  </a:lnTo>
                  <a:lnTo>
                    <a:pt x="2650" y="193"/>
                  </a:lnTo>
                  <a:cubicBezTo>
                    <a:pt x="2650" y="193"/>
                    <a:pt x="2436" y="175"/>
                    <a:pt x="2338" y="68"/>
                  </a:cubicBezTo>
                  <a:cubicBezTo>
                    <a:pt x="2294" y="14"/>
                    <a:pt x="2068" y="1"/>
                    <a:pt x="18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4" name="Google Shape;10524;p164"/>
            <p:cNvGrpSpPr/>
            <p:nvPr/>
          </p:nvGrpSpPr>
          <p:grpSpPr>
            <a:xfrm>
              <a:off x="613339" y="3127728"/>
              <a:ext cx="389354" cy="1185780"/>
              <a:chOff x="1491295" y="3180738"/>
              <a:chExt cx="354635" cy="1080043"/>
            </a:xfrm>
          </p:grpSpPr>
          <p:sp>
            <p:nvSpPr>
              <p:cNvPr id="10525" name="Google Shape;10525;p164"/>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164"/>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164"/>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164"/>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164"/>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164"/>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1" name="Google Shape;10531;p164"/>
            <p:cNvGrpSpPr/>
            <p:nvPr/>
          </p:nvGrpSpPr>
          <p:grpSpPr>
            <a:xfrm>
              <a:off x="35745" y="3127728"/>
              <a:ext cx="389354" cy="1185780"/>
              <a:chOff x="1491295" y="3180738"/>
              <a:chExt cx="354635" cy="1080043"/>
            </a:xfrm>
          </p:grpSpPr>
          <p:sp>
            <p:nvSpPr>
              <p:cNvPr id="10532" name="Google Shape;10532;p164"/>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164"/>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164"/>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164"/>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164"/>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164"/>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8" name="Google Shape;10538;p164"/>
            <p:cNvGrpSpPr/>
            <p:nvPr/>
          </p:nvGrpSpPr>
          <p:grpSpPr>
            <a:xfrm>
              <a:off x="8122725" y="3127728"/>
              <a:ext cx="389354" cy="1185780"/>
              <a:chOff x="1491295" y="3180738"/>
              <a:chExt cx="354635" cy="1080043"/>
            </a:xfrm>
          </p:grpSpPr>
          <p:sp>
            <p:nvSpPr>
              <p:cNvPr id="10539" name="Google Shape;10539;p164"/>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164"/>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164"/>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164"/>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164"/>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164"/>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5" name="Google Shape;10545;p164"/>
            <p:cNvGrpSpPr/>
            <p:nvPr/>
          </p:nvGrpSpPr>
          <p:grpSpPr>
            <a:xfrm>
              <a:off x="8700100" y="3127728"/>
              <a:ext cx="389354" cy="1185780"/>
              <a:chOff x="1491295" y="3180738"/>
              <a:chExt cx="354635" cy="1080043"/>
            </a:xfrm>
          </p:grpSpPr>
          <p:sp>
            <p:nvSpPr>
              <p:cNvPr id="10546" name="Google Shape;10546;p164"/>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164"/>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164"/>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164"/>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164"/>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164"/>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552" name="Google Shape;10552;p164"/>
          <p:cNvSpPr/>
          <p:nvPr/>
        </p:nvSpPr>
        <p:spPr>
          <a:xfrm>
            <a:off x="1850546" y="4519646"/>
            <a:ext cx="2045463" cy="127457"/>
          </a:xfrm>
          <a:custGeom>
            <a:rect b="b" l="l" r="r" t="t"/>
            <a:pathLst>
              <a:path extrusionOk="0" h="616" w="9886">
                <a:moveTo>
                  <a:pt x="2418" y="0"/>
                </a:moveTo>
                <a:lnTo>
                  <a:pt x="2142" y="99"/>
                </a:lnTo>
                <a:lnTo>
                  <a:pt x="1919" y="188"/>
                </a:lnTo>
                <a:lnTo>
                  <a:pt x="1740" y="295"/>
                </a:lnTo>
                <a:cubicBezTo>
                  <a:pt x="1740" y="295"/>
                  <a:pt x="1571" y="188"/>
                  <a:pt x="1339" y="161"/>
                </a:cubicBezTo>
                <a:cubicBezTo>
                  <a:pt x="1290" y="155"/>
                  <a:pt x="1256" y="153"/>
                  <a:pt x="1234" y="153"/>
                </a:cubicBezTo>
                <a:cubicBezTo>
                  <a:pt x="1210" y="153"/>
                  <a:pt x="1199" y="156"/>
                  <a:pt x="1194" y="158"/>
                </a:cubicBezTo>
                <a:lnTo>
                  <a:pt x="1194" y="158"/>
                </a:lnTo>
                <a:cubicBezTo>
                  <a:pt x="1194" y="158"/>
                  <a:pt x="1194" y="158"/>
                  <a:pt x="1194" y="158"/>
                </a:cubicBezTo>
                <a:cubicBezTo>
                  <a:pt x="1108" y="158"/>
                  <a:pt x="558" y="327"/>
                  <a:pt x="483" y="402"/>
                </a:cubicBezTo>
                <a:lnTo>
                  <a:pt x="1" y="616"/>
                </a:lnTo>
                <a:lnTo>
                  <a:pt x="9885" y="616"/>
                </a:lnTo>
                <a:lnTo>
                  <a:pt x="9537" y="473"/>
                </a:lnTo>
                <a:lnTo>
                  <a:pt x="9261" y="402"/>
                </a:lnTo>
                <a:cubicBezTo>
                  <a:pt x="9261" y="402"/>
                  <a:pt x="9100" y="429"/>
                  <a:pt x="8833" y="473"/>
                </a:cubicBezTo>
                <a:cubicBezTo>
                  <a:pt x="8791" y="480"/>
                  <a:pt x="8757" y="483"/>
                  <a:pt x="8729" y="483"/>
                </a:cubicBezTo>
                <a:cubicBezTo>
                  <a:pt x="8584" y="483"/>
                  <a:pt x="8610" y="402"/>
                  <a:pt x="8610" y="402"/>
                </a:cubicBezTo>
                <a:cubicBezTo>
                  <a:pt x="8610" y="402"/>
                  <a:pt x="8306" y="188"/>
                  <a:pt x="8199" y="188"/>
                </a:cubicBezTo>
                <a:cubicBezTo>
                  <a:pt x="8083" y="188"/>
                  <a:pt x="7949" y="188"/>
                  <a:pt x="7816" y="206"/>
                </a:cubicBezTo>
                <a:cubicBezTo>
                  <a:pt x="7682" y="223"/>
                  <a:pt x="7575" y="295"/>
                  <a:pt x="7486" y="295"/>
                </a:cubicBezTo>
                <a:cubicBezTo>
                  <a:pt x="7396" y="287"/>
                  <a:pt x="7306" y="203"/>
                  <a:pt x="7154" y="203"/>
                </a:cubicBezTo>
                <a:cubicBezTo>
                  <a:pt x="7140" y="203"/>
                  <a:pt x="7126" y="204"/>
                  <a:pt x="7111" y="206"/>
                </a:cubicBezTo>
                <a:cubicBezTo>
                  <a:pt x="7048" y="212"/>
                  <a:pt x="6995" y="213"/>
                  <a:pt x="6951" y="213"/>
                </a:cubicBezTo>
                <a:cubicBezTo>
                  <a:pt x="6864" y="213"/>
                  <a:pt x="6816" y="206"/>
                  <a:pt x="6816" y="206"/>
                </a:cubicBezTo>
                <a:lnTo>
                  <a:pt x="6486" y="295"/>
                </a:lnTo>
                <a:lnTo>
                  <a:pt x="6147" y="473"/>
                </a:lnTo>
                <a:lnTo>
                  <a:pt x="5853" y="402"/>
                </a:lnTo>
                <a:lnTo>
                  <a:pt x="5425" y="206"/>
                </a:lnTo>
                <a:lnTo>
                  <a:pt x="4863" y="99"/>
                </a:lnTo>
                <a:cubicBezTo>
                  <a:pt x="4863" y="99"/>
                  <a:pt x="4435" y="161"/>
                  <a:pt x="4256" y="161"/>
                </a:cubicBezTo>
                <a:cubicBezTo>
                  <a:pt x="4078" y="161"/>
                  <a:pt x="4033" y="206"/>
                  <a:pt x="4033" y="206"/>
                </a:cubicBezTo>
                <a:cubicBezTo>
                  <a:pt x="4033" y="206"/>
                  <a:pt x="3699" y="297"/>
                  <a:pt x="3514" y="297"/>
                </a:cubicBezTo>
                <a:cubicBezTo>
                  <a:pt x="3498" y="297"/>
                  <a:pt x="3484" y="296"/>
                  <a:pt x="3471" y="295"/>
                </a:cubicBezTo>
                <a:cubicBezTo>
                  <a:pt x="3293" y="268"/>
                  <a:pt x="3159" y="99"/>
                  <a:pt x="3159" y="99"/>
                </a:cubicBezTo>
                <a:cubicBezTo>
                  <a:pt x="3159" y="99"/>
                  <a:pt x="3111" y="138"/>
                  <a:pt x="3050" y="138"/>
                </a:cubicBezTo>
                <a:cubicBezTo>
                  <a:pt x="3020" y="138"/>
                  <a:pt x="2986" y="128"/>
                  <a:pt x="2954" y="99"/>
                </a:cubicBezTo>
                <a:cubicBezTo>
                  <a:pt x="2919" y="67"/>
                  <a:pt x="2890" y="57"/>
                  <a:pt x="2864" y="57"/>
                </a:cubicBezTo>
                <a:cubicBezTo>
                  <a:pt x="2815" y="57"/>
                  <a:pt x="2774" y="93"/>
                  <a:pt x="2722" y="99"/>
                </a:cubicBezTo>
                <a:cubicBezTo>
                  <a:pt x="2718" y="99"/>
                  <a:pt x="2714" y="99"/>
                  <a:pt x="2710" y="99"/>
                </a:cubicBezTo>
                <a:cubicBezTo>
                  <a:pt x="2616" y="99"/>
                  <a:pt x="2418" y="0"/>
                  <a:pt x="2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53" name="Google Shape;10553;p164"/>
          <p:cNvGrpSpPr/>
          <p:nvPr/>
        </p:nvGrpSpPr>
        <p:grpSpPr>
          <a:xfrm>
            <a:off x="-440352" y="4372550"/>
            <a:ext cx="2183372" cy="583072"/>
            <a:chOff x="379848" y="4111600"/>
            <a:chExt cx="2183372" cy="583072"/>
          </a:xfrm>
        </p:grpSpPr>
        <p:sp>
          <p:nvSpPr>
            <p:cNvPr id="10554" name="Google Shape;10554;p164"/>
            <p:cNvSpPr/>
            <p:nvPr/>
          </p:nvSpPr>
          <p:spPr>
            <a:xfrm>
              <a:off x="379848" y="4111600"/>
              <a:ext cx="2183372" cy="583072"/>
            </a:xfrm>
            <a:custGeom>
              <a:rect b="b" l="l" r="r" t="t"/>
              <a:pathLst>
                <a:path extrusionOk="0" h="2818" w="7397">
                  <a:moveTo>
                    <a:pt x="1584" y="1"/>
                  </a:moveTo>
                  <a:cubicBezTo>
                    <a:pt x="1376" y="1"/>
                    <a:pt x="1196" y="52"/>
                    <a:pt x="1196" y="52"/>
                  </a:cubicBezTo>
                  <a:lnTo>
                    <a:pt x="0" y="2817"/>
                  </a:lnTo>
                  <a:lnTo>
                    <a:pt x="7396" y="2817"/>
                  </a:lnTo>
                  <a:cubicBezTo>
                    <a:pt x="7292" y="2500"/>
                    <a:pt x="7094" y="2422"/>
                    <a:pt x="6924" y="2422"/>
                  </a:cubicBezTo>
                  <a:cubicBezTo>
                    <a:pt x="6759" y="2422"/>
                    <a:pt x="6620" y="2496"/>
                    <a:pt x="6620" y="2496"/>
                  </a:cubicBezTo>
                  <a:cubicBezTo>
                    <a:pt x="6496" y="2241"/>
                    <a:pt x="6327" y="2167"/>
                    <a:pt x="6172" y="2167"/>
                  </a:cubicBezTo>
                  <a:cubicBezTo>
                    <a:pt x="5959" y="2167"/>
                    <a:pt x="5772" y="2309"/>
                    <a:pt x="5772" y="2309"/>
                  </a:cubicBezTo>
                  <a:cubicBezTo>
                    <a:pt x="5688" y="1947"/>
                    <a:pt x="5515" y="1848"/>
                    <a:pt x="5351" y="1848"/>
                  </a:cubicBezTo>
                  <a:cubicBezTo>
                    <a:pt x="5149" y="1848"/>
                    <a:pt x="4961" y="1996"/>
                    <a:pt x="4961" y="1996"/>
                  </a:cubicBezTo>
                  <a:cubicBezTo>
                    <a:pt x="4890" y="1622"/>
                    <a:pt x="4712" y="1517"/>
                    <a:pt x="4537" y="1517"/>
                  </a:cubicBezTo>
                  <a:cubicBezTo>
                    <a:pt x="4315" y="1517"/>
                    <a:pt x="4095" y="1684"/>
                    <a:pt x="4095" y="1684"/>
                  </a:cubicBezTo>
                  <a:cubicBezTo>
                    <a:pt x="4067" y="1207"/>
                    <a:pt x="3877" y="1076"/>
                    <a:pt x="3676" y="1076"/>
                  </a:cubicBezTo>
                  <a:cubicBezTo>
                    <a:pt x="3430" y="1076"/>
                    <a:pt x="3167" y="1274"/>
                    <a:pt x="3167" y="1274"/>
                  </a:cubicBezTo>
                  <a:cubicBezTo>
                    <a:pt x="3202" y="765"/>
                    <a:pt x="2976" y="633"/>
                    <a:pt x="2733" y="633"/>
                  </a:cubicBezTo>
                  <a:cubicBezTo>
                    <a:pt x="2473" y="633"/>
                    <a:pt x="2195" y="783"/>
                    <a:pt x="2195" y="783"/>
                  </a:cubicBezTo>
                  <a:cubicBezTo>
                    <a:pt x="2315" y="128"/>
                    <a:pt x="1914" y="1"/>
                    <a:pt x="1584"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164"/>
            <p:cNvSpPr/>
            <p:nvPr/>
          </p:nvSpPr>
          <p:spPr>
            <a:xfrm>
              <a:off x="514145" y="4335678"/>
              <a:ext cx="1340662" cy="358989"/>
            </a:xfrm>
            <a:custGeom>
              <a:rect b="b" l="l" r="r" t="t"/>
              <a:pathLst>
                <a:path extrusionOk="0" h="1735" w="4542">
                  <a:moveTo>
                    <a:pt x="974" y="0"/>
                  </a:moveTo>
                  <a:cubicBezTo>
                    <a:pt x="848" y="0"/>
                    <a:pt x="741" y="30"/>
                    <a:pt x="741" y="30"/>
                  </a:cubicBezTo>
                  <a:lnTo>
                    <a:pt x="0" y="1734"/>
                  </a:lnTo>
                  <a:lnTo>
                    <a:pt x="4541" y="1734"/>
                  </a:lnTo>
                  <a:cubicBezTo>
                    <a:pt x="4478" y="1540"/>
                    <a:pt x="4358" y="1492"/>
                    <a:pt x="4254" y="1492"/>
                  </a:cubicBezTo>
                  <a:cubicBezTo>
                    <a:pt x="4153" y="1492"/>
                    <a:pt x="4068" y="1538"/>
                    <a:pt x="4068" y="1538"/>
                  </a:cubicBezTo>
                  <a:cubicBezTo>
                    <a:pt x="3994" y="1381"/>
                    <a:pt x="3889" y="1335"/>
                    <a:pt x="3792" y="1335"/>
                  </a:cubicBezTo>
                  <a:cubicBezTo>
                    <a:pt x="3659" y="1335"/>
                    <a:pt x="3542" y="1422"/>
                    <a:pt x="3542" y="1422"/>
                  </a:cubicBezTo>
                  <a:cubicBezTo>
                    <a:pt x="3494" y="1202"/>
                    <a:pt x="3391" y="1142"/>
                    <a:pt x="3292" y="1142"/>
                  </a:cubicBezTo>
                  <a:cubicBezTo>
                    <a:pt x="3169" y="1142"/>
                    <a:pt x="3051" y="1235"/>
                    <a:pt x="3051" y="1235"/>
                  </a:cubicBezTo>
                  <a:cubicBezTo>
                    <a:pt x="3004" y="1001"/>
                    <a:pt x="2893" y="936"/>
                    <a:pt x="2785" y="936"/>
                  </a:cubicBezTo>
                  <a:cubicBezTo>
                    <a:pt x="2649" y="936"/>
                    <a:pt x="2516" y="1038"/>
                    <a:pt x="2516" y="1038"/>
                  </a:cubicBezTo>
                  <a:cubicBezTo>
                    <a:pt x="2500" y="747"/>
                    <a:pt x="2384" y="666"/>
                    <a:pt x="2261" y="666"/>
                  </a:cubicBezTo>
                  <a:cubicBezTo>
                    <a:pt x="2108" y="666"/>
                    <a:pt x="1945" y="789"/>
                    <a:pt x="1945" y="789"/>
                  </a:cubicBezTo>
                  <a:cubicBezTo>
                    <a:pt x="1967" y="474"/>
                    <a:pt x="1828" y="392"/>
                    <a:pt x="1679" y="392"/>
                  </a:cubicBezTo>
                  <a:cubicBezTo>
                    <a:pt x="1519" y="392"/>
                    <a:pt x="1348" y="485"/>
                    <a:pt x="1348" y="485"/>
                  </a:cubicBezTo>
                  <a:cubicBezTo>
                    <a:pt x="1425" y="78"/>
                    <a:pt x="1176" y="0"/>
                    <a:pt x="9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6" name="Google Shape;10556;p164"/>
          <p:cNvGrpSpPr/>
          <p:nvPr/>
        </p:nvGrpSpPr>
        <p:grpSpPr>
          <a:xfrm>
            <a:off x="7400797" y="4372550"/>
            <a:ext cx="2183077" cy="583072"/>
            <a:chOff x="6551897" y="4111600"/>
            <a:chExt cx="2183077" cy="583072"/>
          </a:xfrm>
        </p:grpSpPr>
        <p:sp>
          <p:nvSpPr>
            <p:cNvPr id="10557" name="Google Shape;10557;p164"/>
            <p:cNvSpPr/>
            <p:nvPr/>
          </p:nvSpPr>
          <p:spPr>
            <a:xfrm>
              <a:off x="6551897" y="4111600"/>
              <a:ext cx="2183077" cy="583072"/>
            </a:xfrm>
            <a:custGeom>
              <a:rect b="b" l="l" r="r" t="t"/>
              <a:pathLst>
                <a:path extrusionOk="0" h="2818" w="7396">
                  <a:moveTo>
                    <a:pt x="5812" y="1"/>
                  </a:moveTo>
                  <a:cubicBezTo>
                    <a:pt x="5483" y="1"/>
                    <a:pt x="5081" y="128"/>
                    <a:pt x="5201" y="783"/>
                  </a:cubicBezTo>
                  <a:cubicBezTo>
                    <a:pt x="5201" y="783"/>
                    <a:pt x="4925" y="633"/>
                    <a:pt x="4667" y="633"/>
                  </a:cubicBezTo>
                  <a:cubicBezTo>
                    <a:pt x="4425" y="633"/>
                    <a:pt x="4199" y="765"/>
                    <a:pt x="4229" y="1274"/>
                  </a:cubicBezTo>
                  <a:cubicBezTo>
                    <a:pt x="4229" y="1274"/>
                    <a:pt x="3966" y="1076"/>
                    <a:pt x="3720" y="1076"/>
                  </a:cubicBezTo>
                  <a:cubicBezTo>
                    <a:pt x="3519" y="1076"/>
                    <a:pt x="3329" y="1207"/>
                    <a:pt x="3301" y="1684"/>
                  </a:cubicBezTo>
                  <a:cubicBezTo>
                    <a:pt x="3301" y="1684"/>
                    <a:pt x="3082" y="1517"/>
                    <a:pt x="2860" y="1517"/>
                  </a:cubicBezTo>
                  <a:cubicBezTo>
                    <a:pt x="2684" y="1517"/>
                    <a:pt x="2507" y="1622"/>
                    <a:pt x="2436" y="1996"/>
                  </a:cubicBezTo>
                  <a:cubicBezTo>
                    <a:pt x="2436" y="1996"/>
                    <a:pt x="2247" y="1848"/>
                    <a:pt x="2047" y="1848"/>
                  </a:cubicBezTo>
                  <a:cubicBezTo>
                    <a:pt x="1884" y="1848"/>
                    <a:pt x="1713" y="1947"/>
                    <a:pt x="1633" y="2309"/>
                  </a:cubicBezTo>
                  <a:cubicBezTo>
                    <a:pt x="1633" y="2309"/>
                    <a:pt x="1444" y="2167"/>
                    <a:pt x="1227" y="2167"/>
                  </a:cubicBezTo>
                  <a:cubicBezTo>
                    <a:pt x="1071" y="2167"/>
                    <a:pt x="900" y="2241"/>
                    <a:pt x="777" y="2496"/>
                  </a:cubicBezTo>
                  <a:cubicBezTo>
                    <a:pt x="777" y="2496"/>
                    <a:pt x="640" y="2422"/>
                    <a:pt x="476" y="2422"/>
                  </a:cubicBezTo>
                  <a:cubicBezTo>
                    <a:pt x="307" y="2422"/>
                    <a:pt x="109" y="2500"/>
                    <a:pt x="0" y="2817"/>
                  </a:cubicBezTo>
                  <a:lnTo>
                    <a:pt x="7396" y="2817"/>
                  </a:lnTo>
                  <a:lnTo>
                    <a:pt x="6201" y="52"/>
                  </a:lnTo>
                  <a:cubicBezTo>
                    <a:pt x="6201" y="52"/>
                    <a:pt x="6021" y="1"/>
                    <a:pt x="5812"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164"/>
            <p:cNvSpPr/>
            <p:nvPr/>
          </p:nvSpPr>
          <p:spPr>
            <a:xfrm>
              <a:off x="7260276" y="4335678"/>
              <a:ext cx="1340367" cy="358989"/>
            </a:xfrm>
            <a:custGeom>
              <a:rect b="b" l="l" r="r" t="t"/>
              <a:pathLst>
                <a:path extrusionOk="0" h="1735" w="4541">
                  <a:moveTo>
                    <a:pt x="3574" y="0"/>
                  </a:moveTo>
                  <a:cubicBezTo>
                    <a:pt x="3369" y="0"/>
                    <a:pt x="3117" y="78"/>
                    <a:pt x="3194" y="485"/>
                  </a:cubicBezTo>
                  <a:cubicBezTo>
                    <a:pt x="3194" y="485"/>
                    <a:pt x="3023" y="392"/>
                    <a:pt x="2863" y="392"/>
                  </a:cubicBezTo>
                  <a:cubicBezTo>
                    <a:pt x="2714" y="392"/>
                    <a:pt x="2575" y="474"/>
                    <a:pt x="2596" y="789"/>
                  </a:cubicBezTo>
                  <a:cubicBezTo>
                    <a:pt x="2596" y="789"/>
                    <a:pt x="2433" y="666"/>
                    <a:pt x="2281" y="666"/>
                  </a:cubicBezTo>
                  <a:cubicBezTo>
                    <a:pt x="2157" y="666"/>
                    <a:pt x="2041" y="747"/>
                    <a:pt x="2025" y="1038"/>
                  </a:cubicBezTo>
                  <a:cubicBezTo>
                    <a:pt x="2025" y="1038"/>
                    <a:pt x="1893" y="936"/>
                    <a:pt x="1758" y="936"/>
                  </a:cubicBezTo>
                  <a:cubicBezTo>
                    <a:pt x="1651" y="936"/>
                    <a:pt x="1542" y="1001"/>
                    <a:pt x="1499" y="1235"/>
                  </a:cubicBezTo>
                  <a:cubicBezTo>
                    <a:pt x="1499" y="1235"/>
                    <a:pt x="1379" y="1142"/>
                    <a:pt x="1254" y="1142"/>
                  </a:cubicBezTo>
                  <a:cubicBezTo>
                    <a:pt x="1152" y="1142"/>
                    <a:pt x="1047" y="1202"/>
                    <a:pt x="999" y="1422"/>
                  </a:cubicBezTo>
                  <a:cubicBezTo>
                    <a:pt x="999" y="1422"/>
                    <a:pt x="885" y="1335"/>
                    <a:pt x="753" y="1335"/>
                  </a:cubicBezTo>
                  <a:cubicBezTo>
                    <a:pt x="657" y="1335"/>
                    <a:pt x="552" y="1381"/>
                    <a:pt x="473" y="1538"/>
                  </a:cubicBezTo>
                  <a:cubicBezTo>
                    <a:pt x="473" y="1538"/>
                    <a:pt x="388" y="1492"/>
                    <a:pt x="287" y="1492"/>
                  </a:cubicBezTo>
                  <a:cubicBezTo>
                    <a:pt x="184" y="1492"/>
                    <a:pt x="63" y="1540"/>
                    <a:pt x="0" y="1734"/>
                  </a:cubicBezTo>
                  <a:lnTo>
                    <a:pt x="4541" y="1734"/>
                  </a:lnTo>
                  <a:lnTo>
                    <a:pt x="3809" y="30"/>
                  </a:lnTo>
                  <a:cubicBezTo>
                    <a:pt x="3809" y="30"/>
                    <a:pt x="3701" y="0"/>
                    <a:pt x="35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9" name="Google Shape;10559;p164"/>
          <p:cNvGrpSpPr/>
          <p:nvPr/>
        </p:nvGrpSpPr>
        <p:grpSpPr>
          <a:xfrm>
            <a:off x="-301731" y="2688291"/>
            <a:ext cx="942613" cy="2225784"/>
            <a:chOff x="1214466" y="2918796"/>
            <a:chExt cx="786428" cy="1856987"/>
          </a:xfrm>
        </p:grpSpPr>
        <p:sp>
          <p:nvSpPr>
            <p:cNvPr id="10560" name="Google Shape;10560;p164"/>
            <p:cNvSpPr/>
            <p:nvPr/>
          </p:nvSpPr>
          <p:spPr>
            <a:xfrm>
              <a:off x="1718262" y="3276741"/>
              <a:ext cx="282632" cy="1052344"/>
            </a:xfrm>
            <a:custGeom>
              <a:rect b="b" l="l" r="r" t="t"/>
              <a:pathLst>
                <a:path extrusionOk="0" h="5086" w="1366">
                  <a:moveTo>
                    <a:pt x="1366" y="1"/>
                  </a:moveTo>
                  <a:lnTo>
                    <a:pt x="1" y="5005"/>
                  </a:lnTo>
                  <a:lnTo>
                    <a:pt x="99" y="5086"/>
                  </a:lnTo>
                  <a:cubicBezTo>
                    <a:pt x="1294" y="2321"/>
                    <a:pt x="1366" y="1"/>
                    <a:pt x="13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164"/>
            <p:cNvSpPr/>
            <p:nvPr/>
          </p:nvSpPr>
          <p:spPr>
            <a:xfrm>
              <a:off x="1696123" y="3276741"/>
              <a:ext cx="304771" cy="1035791"/>
            </a:xfrm>
            <a:custGeom>
              <a:rect b="b" l="l" r="r" t="t"/>
              <a:pathLst>
                <a:path extrusionOk="0" h="5006" w="1473">
                  <a:moveTo>
                    <a:pt x="1473" y="1"/>
                  </a:moveTo>
                  <a:cubicBezTo>
                    <a:pt x="1473" y="1"/>
                    <a:pt x="483" y="1553"/>
                    <a:pt x="1" y="4916"/>
                  </a:cubicBezTo>
                  <a:lnTo>
                    <a:pt x="108" y="5005"/>
                  </a:lnTo>
                  <a:lnTo>
                    <a:pt x="1473"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164"/>
            <p:cNvSpPr/>
            <p:nvPr/>
          </p:nvSpPr>
          <p:spPr>
            <a:xfrm>
              <a:off x="1687020" y="3134598"/>
              <a:ext cx="227182" cy="1069104"/>
            </a:xfrm>
            <a:custGeom>
              <a:rect b="b" l="l" r="r" t="t"/>
              <a:pathLst>
                <a:path extrusionOk="0" h="5167" w="1098">
                  <a:moveTo>
                    <a:pt x="999" y="1"/>
                  </a:moveTo>
                  <a:lnTo>
                    <a:pt x="0" y="5086"/>
                  </a:lnTo>
                  <a:lnTo>
                    <a:pt x="107" y="5166"/>
                  </a:lnTo>
                  <a:cubicBezTo>
                    <a:pt x="1097" y="2321"/>
                    <a:pt x="999" y="1"/>
                    <a:pt x="9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164"/>
            <p:cNvSpPr/>
            <p:nvPr/>
          </p:nvSpPr>
          <p:spPr>
            <a:xfrm>
              <a:off x="1664882" y="3134598"/>
              <a:ext cx="229044" cy="1052344"/>
            </a:xfrm>
            <a:custGeom>
              <a:rect b="b" l="l" r="r" t="t"/>
              <a:pathLst>
                <a:path extrusionOk="0" h="5086" w="1107">
                  <a:moveTo>
                    <a:pt x="1106" y="1"/>
                  </a:moveTo>
                  <a:cubicBezTo>
                    <a:pt x="1106" y="1"/>
                    <a:pt x="232" y="1625"/>
                    <a:pt x="0" y="5014"/>
                  </a:cubicBezTo>
                  <a:lnTo>
                    <a:pt x="107" y="5086"/>
                  </a:lnTo>
                  <a:lnTo>
                    <a:pt x="1106"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164"/>
            <p:cNvSpPr/>
            <p:nvPr/>
          </p:nvSpPr>
          <p:spPr>
            <a:xfrm>
              <a:off x="1648123" y="3007352"/>
              <a:ext cx="171938" cy="1118762"/>
            </a:xfrm>
            <a:custGeom>
              <a:rect b="b" l="l" r="r" t="t"/>
              <a:pathLst>
                <a:path extrusionOk="0" h="5407" w="831">
                  <a:moveTo>
                    <a:pt x="527" y="0"/>
                  </a:moveTo>
                  <a:lnTo>
                    <a:pt x="1" y="5362"/>
                  </a:lnTo>
                  <a:lnTo>
                    <a:pt x="108" y="5406"/>
                  </a:lnTo>
                  <a:cubicBezTo>
                    <a:pt x="830" y="2258"/>
                    <a:pt x="527" y="1"/>
                    <a:pt x="5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164"/>
            <p:cNvSpPr/>
            <p:nvPr/>
          </p:nvSpPr>
          <p:spPr>
            <a:xfrm>
              <a:off x="1609434" y="3007352"/>
              <a:ext cx="147937" cy="1109451"/>
            </a:xfrm>
            <a:custGeom>
              <a:rect b="b" l="l" r="r" t="t"/>
              <a:pathLst>
                <a:path extrusionOk="0" h="5362" w="715">
                  <a:moveTo>
                    <a:pt x="714" y="0"/>
                  </a:moveTo>
                  <a:lnTo>
                    <a:pt x="714" y="0"/>
                  </a:lnTo>
                  <a:cubicBezTo>
                    <a:pt x="714" y="1"/>
                    <a:pt x="1" y="1910"/>
                    <a:pt x="72" y="5326"/>
                  </a:cubicBezTo>
                  <a:lnTo>
                    <a:pt x="188" y="5362"/>
                  </a:lnTo>
                  <a:lnTo>
                    <a:pt x="71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164"/>
            <p:cNvSpPr/>
            <p:nvPr/>
          </p:nvSpPr>
          <p:spPr>
            <a:xfrm>
              <a:off x="1607571" y="2918796"/>
              <a:ext cx="109039" cy="1127866"/>
            </a:xfrm>
            <a:custGeom>
              <a:rect b="b" l="l" r="r" t="t"/>
              <a:pathLst>
                <a:path extrusionOk="0" h="5451" w="527">
                  <a:moveTo>
                    <a:pt x="1" y="0"/>
                  </a:moveTo>
                  <a:lnTo>
                    <a:pt x="1" y="5451"/>
                  </a:lnTo>
                  <a:lnTo>
                    <a:pt x="117" y="5451"/>
                  </a:lnTo>
                  <a:cubicBezTo>
                    <a:pt x="527" y="2114"/>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164"/>
            <p:cNvSpPr/>
            <p:nvPr/>
          </p:nvSpPr>
          <p:spPr>
            <a:xfrm>
              <a:off x="1500605" y="2918796"/>
              <a:ext cx="107177" cy="1127866"/>
            </a:xfrm>
            <a:custGeom>
              <a:rect b="b" l="l" r="r" t="t"/>
              <a:pathLst>
                <a:path extrusionOk="0" h="5451" w="518">
                  <a:moveTo>
                    <a:pt x="518" y="0"/>
                  </a:moveTo>
                  <a:cubicBezTo>
                    <a:pt x="518" y="0"/>
                    <a:pt x="0" y="2114"/>
                    <a:pt x="402" y="5451"/>
                  </a:cubicBezTo>
                  <a:lnTo>
                    <a:pt x="518" y="5451"/>
                  </a:lnTo>
                  <a:lnTo>
                    <a:pt x="51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164"/>
            <p:cNvSpPr/>
            <p:nvPr/>
          </p:nvSpPr>
          <p:spPr>
            <a:xfrm>
              <a:off x="1214466" y="3276741"/>
              <a:ext cx="284494" cy="1052344"/>
            </a:xfrm>
            <a:custGeom>
              <a:rect b="b" l="l" r="r" t="t"/>
              <a:pathLst>
                <a:path extrusionOk="0" h="5086" w="1375">
                  <a:moveTo>
                    <a:pt x="0" y="1"/>
                  </a:moveTo>
                  <a:cubicBezTo>
                    <a:pt x="0" y="1"/>
                    <a:pt x="72" y="2321"/>
                    <a:pt x="1276" y="5086"/>
                  </a:cubicBezTo>
                  <a:lnTo>
                    <a:pt x="1374" y="5005"/>
                  </a:lnTo>
                  <a:lnTo>
                    <a:pt x="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164"/>
            <p:cNvSpPr/>
            <p:nvPr/>
          </p:nvSpPr>
          <p:spPr>
            <a:xfrm>
              <a:off x="1214466" y="3276741"/>
              <a:ext cx="304771" cy="1035791"/>
            </a:xfrm>
            <a:custGeom>
              <a:rect b="b" l="l" r="r" t="t"/>
              <a:pathLst>
                <a:path extrusionOk="0" h="5006" w="1473">
                  <a:moveTo>
                    <a:pt x="0" y="1"/>
                  </a:moveTo>
                  <a:lnTo>
                    <a:pt x="1374" y="5005"/>
                  </a:lnTo>
                  <a:lnTo>
                    <a:pt x="1472" y="4916"/>
                  </a:lnTo>
                  <a:cubicBezTo>
                    <a:pt x="1000" y="1553"/>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164"/>
            <p:cNvSpPr/>
            <p:nvPr/>
          </p:nvSpPr>
          <p:spPr>
            <a:xfrm>
              <a:off x="1301156" y="3134598"/>
              <a:ext cx="229044" cy="1069104"/>
            </a:xfrm>
            <a:custGeom>
              <a:rect b="b" l="l" r="r" t="t"/>
              <a:pathLst>
                <a:path extrusionOk="0" h="5167" w="1107">
                  <a:moveTo>
                    <a:pt x="108" y="1"/>
                  </a:moveTo>
                  <a:cubicBezTo>
                    <a:pt x="108" y="1"/>
                    <a:pt x="1" y="2321"/>
                    <a:pt x="1000" y="5166"/>
                  </a:cubicBezTo>
                  <a:lnTo>
                    <a:pt x="1107" y="5086"/>
                  </a:lnTo>
                  <a:lnTo>
                    <a:pt x="10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164"/>
            <p:cNvSpPr/>
            <p:nvPr/>
          </p:nvSpPr>
          <p:spPr>
            <a:xfrm>
              <a:off x="1323294" y="3134598"/>
              <a:ext cx="229044" cy="1052344"/>
            </a:xfrm>
            <a:custGeom>
              <a:rect b="b" l="l" r="r" t="t"/>
              <a:pathLst>
                <a:path extrusionOk="0" h="5086" w="1107">
                  <a:moveTo>
                    <a:pt x="1" y="1"/>
                  </a:moveTo>
                  <a:lnTo>
                    <a:pt x="1000" y="5086"/>
                  </a:lnTo>
                  <a:lnTo>
                    <a:pt x="1107" y="5014"/>
                  </a:lnTo>
                  <a:cubicBezTo>
                    <a:pt x="875" y="1625"/>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164"/>
            <p:cNvSpPr/>
            <p:nvPr/>
          </p:nvSpPr>
          <p:spPr>
            <a:xfrm>
              <a:off x="1395295" y="3007352"/>
              <a:ext cx="173800" cy="1118762"/>
            </a:xfrm>
            <a:custGeom>
              <a:rect b="b" l="l" r="r" t="t"/>
              <a:pathLst>
                <a:path extrusionOk="0" h="5407" w="840">
                  <a:moveTo>
                    <a:pt x="313" y="0"/>
                  </a:moveTo>
                  <a:cubicBezTo>
                    <a:pt x="313" y="1"/>
                    <a:pt x="1" y="2258"/>
                    <a:pt x="723" y="5406"/>
                  </a:cubicBezTo>
                  <a:lnTo>
                    <a:pt x="839" y="5362"/>
                  </a:lnTo>
                  <a:lnTo>
                    <a:pt x="313"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164"/>
            <p:cNvSpPr/>
            <p:nvPr/>
          </p:nvSpPr>
          <p:spPr>
            <a:xfrm>
              <a:off x="1459847" y="3007352"/>
              <a:ext cx="147937" cy="1109451"/>
            </a:xfrm>
            <a:custGeom>
              <a:rect b="b" l="l" r="r" t="t"/>
              <a:pathLst>
                <a:path extrusionOk="0" h="5362" w="715">
                  <a:moveTo>
                    <a:pt x="1" y="0"/>
                  </a:moveTo>
                  <a:lnTo>
                    <a:pt x="527" y="5362"/>
                  </a:lnTo>
                  <a:lnTo>
                    <a:pt x="634" y="5326"/>
                  </a:lnTo>
                  <a:cubicBezTo>
                    <a:pt x="715" y="1910"/>
                    <a:pt x="1" y="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164"/>
            <p:cNvSpPr/>
            <p:nvPr/>
          </p:nvSpPr>
          <p:spPr>
            <a:xfrm>
              <a:off x="1268053" y="3994907"/>
              <a:ext cx="681131" cy="86902"/>
            </a:xfrm>
            <a:custGeom>
              <a:rect b="b" l="l" r="r" t="t"/>
              <a:pathLst>
                <a:path extrusionOk="0" h="420" w="3292">
                  <a:moveTo>
                    <a:pt x="0" y="0"/>
                  </a:moveTo>
                  <a:lnTo>
                    <a:pt x="0" y="419"/>
                  </a:lnTo>
                  <a:lnTo>
                    <a:pt x="3292" y="419"/>
                  </a:lnTo>
                  <a:lnTo>
                    <a:pt x="3292"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164"/>
            <p:cNvSpPr/>
            <p:nvPr/>
          </p:nvSpPr>
          <p:spPr>
            <a:xfrm>
              <a:off x="1308605" y="4081600"/>
              <a:ext cx="598162" cy="694183"/>
            </a:xfrm>
            <a:custGeom>
              <a:rect b="b" l="l" r="r" t="t"/>
              <a:pathLst>
                <a:path extrusionOk="0" h="3355" w="2891">
                  <a:moveTo>
                    <a:pt x="0" y="0"/>
                  </a:moveTo>
                  <a:lnTo>
                    <a:pt x="250" y="3355"/>
                  </a:lnTo>
                  <a:lnTo>
                    <a:pt x="2650" y="3355"/>
                  </a:lnTo>
                  <a:lnTo>
                    <a:pt x="289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164"/>
            <p:cNvSpPr/>
            <p:nvPr/>
          </p:nvSpPr>
          <p:spPr>
            <a:xfrm>
              <a:off x="1308605" y="4081600"/>
              <a:ext cx="598162" cy="51934"/>
            </a:xfrm>
            <a:custGeom>
              <a:rect b="b" l="l" r="r" t="t"/>
              <a:pathLst>
                <a:path extrusionOk="0" h="251" w="2891">
                  <a:moveTo>
                    <a:pt x="0" y="0"/>
                  </a:moveTo>
                  <a:lnTo>
                    <a:pt x="18" y="250"/>
                  </a:lnTo>
                  <a:lnTo>
                    <a:pt x="2873" y="250"/>
                  </a:lnTo>
                  <a:lnTo>
                    <a:pt x="289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7" name="Google Shape;10577;p164"/>
          <p:cNvSpPr/>
          <p:nvPr/>
        </p:nvSpPr>
        <p:spPr>
          <a:xfrm>
            <a:off x="3335900" y="4668671"/>
            <a:ext cx="638923" cy="98075"/>
          </a:xfrm>
          <a:custGeom>
            <a:rect b="b" l="l" r="r" t="t"/>
            <a:pathLst>
              <a:path extrusionOk="0" h="474" w="3088">
                <a:moveTo>
                  <a:pt x="1544" y="1"/>
                </a:moveTo>
                <a:cubicBezTo>
                  <a:pt x="688" y="1"/>
                  <a:pt x="1" y="108"/>
                  <a:pt x="1" y="233"/>
                </a:cubicBezTo>
                <a:cubicBezTo>
                  <a:pt x="1" y="366"/>
                  <a:pt x="688" y="474"/>
                  <a:pt x="1544" y="474"/>
                </a:cubicBezTo>
                <a:cubicBezTo>
                  <a:pt x="2400" y="474"/>
                  <a:pt x="3087" y="366"/>
                  <a:pt x="3087" y="233"/>
                </a:cubicBezTo>
                <a:cubicBezTo>
                  <a:pt x="3087" y="108"/>
                  <a:pt x="2400" y="1"/>
                  <a:pt x="1544" y="1"/>
                </a:cubicBez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8" name="Google Shape;10578;p164"/>
          <p:cNvGrpSpPr/>
          <p:nvPr/>
        </p:nvGrpSpPr>
        <p:grpSpPr>
          <a:xfrm>
            <a:off x="3281612" y="2848135"/>
            <a:ext cx="769416" cy="1873929"/>
            <a:chOff x="3455165" y="2902037"/>
            <a:chExt cx="635198" cy="1547039"/>
          </a:xfrm>
        </p:grpSpPr>
        <p:sp>
          <p:nvSpPr>
            <p:cNvPr id="10579" name="Google Shape;10579;p164"/>
            <p:cNvSpPr/>
            <p:nvPr/>
          </p:nvSpPr>
          <p:spPr>
            <a:xfrm>
              <a:off x="3477303" y="2902037"/>
              <a:ext cx="590921" cy="956338"/>
            </a:xfrm>
            <a:custGeom>
              <a:rect b="b" l="l" r="r" t="t"/>
              <a:pathLst>
                <a:path extrusionOk="0" h="4622" w="2856">
                  <a:moveTo>
                    <a:pt x="1428" y="1"/>
                  </a:moveTo>
                  <a:cubicBezTo>
                    <a:pt x="1428" y="1"/>
                    <a:pt x="1330" y="90"/>
                    <a:pt x="1339" y="144"/>
                  </a:cubicBezTo>
                  <a:cubicBezTo>
                    <a:pt x="1348" y="206"/>
                    <a:pt x="1383" y="277"/>
                    <a:pt x="1330" y="295"/>
                  </a:cubicBezTo>
                  <a:cubicBezTo>
                    <a:pt x="1285" y="304"/>
                    <a:pt x="1285" y="331"/>
                    <a:pt x="1214" y="358"/>
                  </a:cubicBezTo>
                  <a:cubicBezTo>
                    <a:pt x="1143" y="376"/>
                    <a:pt x="1214" y="456"/>
                    <a:pt x="1214" y="509"/>
                  </a:cubicBezTo>
                  <a:cubicBezTo>
                    <a:pt x="1214" y="563"/>
                    <a:pt x="1107" y="857"/>
                    <a:pt x="1107" y="857"/>
                  </a:cubicBezTo>
                  <a:lnTo>
                    <a:pt x="1027" y="973"/>
                  </a:lnTo>
                  <a:cubicBezTo>
                    <a:pt x="1027" y="973"/>
                    <a:pt x="812" y="1152"/>
                    <a:pt x="812" y="1232"/>
                  </a:cubicBezTo>
                  <a:cubicBezTo>
                    <a:pt x="812" y="1312"/>
                    <a:pt x="830" y="1312"/>
                    <a:pt x="857" y="1410"/>
                  </a:cubicBezTo>
                  <a:cubicBezTo>
                    <a:pt x="884" y="1517"/>
                    <a:pt x="848" y="1491"/>
                    <a:pt x="812" y="1553"/>
                  </a:cubicBezTo>
                  <a:cubicBezTo>
                    <a:pt x="777" y="1616"/>
                    <a:pt x="465" y="1767"/>
                    <a:pt x="465" y="1767"/>
                  </a:cubicBezTo>
                  <a:cubicBezTo>
                    <a:pt x="465" y="1767"/>
                    <a:pt x="366" y="1856"/>
                    <a:pt x="366" y="1883"/>
                  </a:cubicBezTo>
                  <a:cubicBezTo>
                    <a:pt x="366" y="1910"/>
                    <a:pt x="465" y="2106"/>
                    <a:pt x="465" y="2106"/>
                  </a:cubicBezTo>
                  <a:lnTo>
                    <a:pt x="491" y="2222"/>
                  </a:lnTo>
                  <a:lnTo>
                    <a:pt x="366" y="2347"/>
                  </a:lnTo>
                  <a:cubicBezTo>
                    <a:pt x="366" y="2347"/>
                    <a:pt x="313" y="2410"/>
                    <a:pt x="313" y="2454"/>
                  </a:cubicBezTo>
                  <a:cubicBezTo>
                    <a:pt x="322" y="2499"/>
                    <a:pt x="313" y="2454"/>
                    <a:pt x="420" y="2659"/>
                  </a:cubicBezTo>
                  <a:cubicBezTo>
                    <a:pt x="483" y="2786"/>
                    <a:pt x="465" y="2809"/>
                    <a:pt x="444" y="2809"/>
                  </a:cubicBezTo>
                  <a:cubicBezTo>
                    <a:pt x="432" y="2809"/>
                    <a:pt x="420" y="2802"/>
                    <a:pt x="420" y="2802"/>
                  </a:cubicBezTo>
                  <a:lnTo>
                    <a:pt x="90" y="2963"/>
                  </a:lnTo>
                  <a:cubicBezTo>
                    <a:pt x="90" y="2963"/>
                    <a:pt x="126" y="3016"/>
                    <a:pt x="126" y="3034"/>
                  </a:cubicBezTo>
                  <a:cubicBezTo>
                    <a:pt x="134" y="3052"/>
                    <a:pt x="188" y="3114"/>
                    <a:pt x="250" y="3177"/>
                  </a:cubicBezTo>
                  <a:cubicBezTo>
                    <a:pt x="304" y="3239"/>
                    <a:pt x="152" y="3328"/>
                    <a:pt x="152" y="3328"/>
                  </a:cubicBezTo>
                  <a:lnTo>
                    <a:pt x="1" y="3605"/>
                  </a:lnTo>
                  <a:lnTo>
                    <a:pt x="90" y="3783"/>
                  </a:lnTo>
                  <a:lnTo>
                    <a:pt x="215" y="3953"/>
                  </a:lnTo>
                  <a:cubicBezTo>
                    <a:pt x="215" y="3953"/>
                    <a:pt x="188" y="3989"/>
                    <a:pt x="188" y="4042"/>
                  </a:cubicBezTo>
                  <a:cubicBezTo>
                    <a:pt x="188" y="4105"/>
                    <a:pt x="250" y="4399"/>
                    <a:pt x="250" y="4399"/>
                  </a:cubicBezTo>
                  <a:lnTo>
                    <a:pt x="366" y="4622"/>
                  </a:lnTo>
                  <a:lnTo>
                    <a:pt x="1428" y="4595"/>
                  </a:lnTo>
                  <a:lnTo>
                    <a:pt x="2490" y="4622"/>
                  </a:lnTo>
                  <a:lnTo>
                    <a:pt x="2606" y="4399"/>
                  </a:lnTo>
                  <a:cubicBezTo>
                    <a:pt x="2606" y="4399"/>
                    <a:pt x="2668" y="4105"/>
                    <a:pt x="2668" y="4042"/>
                  </a:cubicBezTo>
                  <a:cubicBezTo>
                    <a:pt x="2668" y="3989"/>
                    <a:pt x="2641" y="3953"/>
                    <a:pt x="2641" y="3953"/>
                  </a:cubicBezTo>
                  <a:lnTo>
                    <a:pt x="2766" y="3783"/>
                  </a:lnTo>
                  <a:lnTo>
                    <a:pt x="2855" y="3605"/>
                  </a:lnTo>
                  <a:lnTo>
                    <a:pt x="2704" y="3328"/>
                  </a:lnTo>
                  <a:cubicBezTo>
                    <a:pt x="2704" y="3328"/>
                    <a:pt x="2552" y="3239"/>
                    <a:pt x="2606" y="3177"/>
                  </a:cubicBezTo>
                  <a:cubicBezTo>
                    <a:pt x="2668" y="3114"/>
                    <a:pt x="2722" y="3052"/>
                    <a:pt x="2730" y="3034"/>
                  </a:cubicBezTo>
                  <a:cubicBezTo>
                    <a:pt x="2730" y="3016"/>
                    <a:pt x="2766" y="2963"/>
                    <a:pt x="2766" y="2963"/>
                  </a:cubicBezTo>
                  <a:lnTo>
                    <a:pt x="2436" y="2802"/>
                  </a:lnTo>
                  <a:cubicBezTo>
                    <a:pt x="2436" y="2802"/>
                    <a:pt x="2424" y="2809"/>
                    <a:pt x="2412" y="2809"/>
                  </a:cubicBezTo>
                  <a:cubicBezTo>
                    <a:pt x="2391" y="2809"/>
                    <a:pt x="2373" y="2786"/>
                    <a:pt x="2436" y="2659"/>
                  </a:cubicBezTo>
                  <a:cubicBezTo>
                    <a:pt x="2543" y="2454"/>
                    <a:pt x="2534" y="2499"/>
                    <a:pt x="2543" y="2454"/>
                  </a:cubicBezTo>
                  <a:cubicBezTo>
                    <a:pt x="2543" y="2410"/>
                    <a:pt x="2490" y="2347"/>
                    <a:pt x="2490" y="2347"/>
                  </a:cubicBezTo>
                  <a:lnTo>
                    <a:pt x="2365" y="2222"/>
                  </a:lnTo>
                  <a:lnTo>
                    <a:pt x="2391" y="2106"/>
                  </a:lnTo>
                  <a:cubicBezTo>
                    <a:pt x="2391" y="2106"/>
                    <a:pt x="2490" y="1910"/>
                    <a:pt x="2490" y="1883"/>
                  </a:cubicBezTo>
                  <a:cubicBezTo>
                    <a:pt x="2490" y="1856"/>
                    <a:pt x="2391" y="1767"/>
                    <a:pt x="2391" y="1767"/>
                  </a:cubicBezTo>
                  <a:cubicBezTo>
                    <a:pt x="2391" y="1767"/>
                    <a:pt x="2079" y="1616"/>
                    <a:pt x="2044" y="1553"/>
                  </a:cubicBezTo>
                  <a:cubicBezTo>
                    <a:pt x="2008" y="1491"/>
                    <a:pt x="1972" y="1517"/>
                    <a:pt x="1999" y="1410"/>
                  </a:cubicBezTo>
                  <a:cubicBezTo>
                    <a:pt x="2026" y="1312"/>
                    <a:pt x="2044" y="1312"/>
                    <a:pt x="2044" y="1232"/>
                  </a:cubicBezTo>
                  <a:cubicBezTo>
                    <a:pt x="2044" y="1152"/>
                    <a:pt x="1829" y="973"/>
                    <a:pt x="1829" y="973"/>
                  </a:cubicBezTo>
                  <a:lnTo>
                    <a:pt x="1749" y="857"/>
                  </a:lnTo>
                  <a:cubicBezTo>
                    <a:pt x="1749" y="857"/>
                    <a:pt x="1642" y="563"/>
                    <a:pt x="1642" y="509"/>
                  </a:cubicBezTo>
                  <a:cubicBezTo>
                    <a:pt x="1642" y="456"/>
                    <a:pt x="1713" y="376"/>
                    <a:pt x="1642" y="358"/>
                  </a:cubicBezTo>
                  <a:cubicBezTo>
                    <a:pt x="1571" y="331"/>
                    <a:pt x="1571" y="304"/>
                    <a:pt x="1526" y="295"/>
                  </a:cubicBezTo>
                  <a:cubicBezTo>
                    <a:pt x="1473" y="277"/>
                    <a:pt x="1508" y="206"/>
                    <a:pt x="1517" y="144"/>
                  </a:cubicBezTo>
                  <a:cubicBezTo>
                    <a:pt x="1526" y="90"/>
                    <a:pt x="1428" y="1"/>
                    <a:pt x="142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164"/>
            <p:cNvSpPr/>
            <p:nvPr/>
          </p:nvSpPr>
          <p:spPr>
            <a:xfrm>
              <a:off x="3584476" y="3249016"/>
              <a:ext cx="376567" cy="609350"/>
            </a:xfrm>
            <a:custGeom>
              <a:rect b="b" l="l" r="r" t="t"/>
              <a:pathLst>
                <a:path extrusionOk="0" h="2945" w="1820">
                  <a:moveTo>
                    <a:pt x="910" y="1"/>
                  </a:moveTo>
                  <a:cubicBezTo>
                    <a:pt x="910" y="1"/>
                    <a:pt x="848" y="63"/>
                    <a:pt x="856" y="99"/>
                  </a:cubicBezTo>
                  <a:cubicBezTo>
                    <a:pt x="856" y="135"/>
                    <a:pt x="883" y="179"/>
                    <a:pt x="848" y="188"/>
                  </a:cubicBezTo>
                  <a:cubicBezTo>
                    <a:pt x="821" y="197"/>
                    <a:pt x="821" y="215"/>
                    <a:pt x="776" y="233"/>
                  </a:cubicBezTo>
                  <a:cubicBezTo>
                    <a:pt x="732" y="242"/>
                    <a:pt x="776" y="286"/>
                    <a:pt x="776" y="322"/>
                  </a:cubicBezTo>
                  <a:cubicBezTo>
                    <a:pt x="776" y="358"/>
                    <a:pt x="705" y="545"/>
                    <a:pt x="705" y="545"/>
                  </a:cubicBezTo>
                  <a:lnTo>
                    <a:pt x="651" y="625"/>
                  </a:lnTo>
                  <a:cubicBezTo>
                    <a:pt x="651" y="625"/>
                    <a:pt x="517" y="741"/>
                    <a:pt x="517" y="786"/>
                  </a:cubicBezTo>
                  <a:cubicBezTo>
                    <a:pt x="517" y="840"/>
                    <a:pt x="526" y="840"/>
                    <a:pt x="544" y="902"/>
                  </a:cubicBezTo>
                  <a:cubicBezTo>
                    <a:pt x="562" y="964"/>
                    <a:pt x="544" y="947"/>
                    <a:pt x="517" y="991"/>
                  </a:cubicBezTo>
                  <a:cubicBezTo>
                    <a:pt x="500" y="1027"/>
                    <a:pt x="294" y="1125"/>
                    <a:pt x="294" y="1125"/>
                  </a:cubicBezTo>
                  <a:cubicBezTo>
                    <a:pt x="294" y="1125"/>
                    <a:pt x="241" y="1179"/>
                    <a:pt x="241" y="1196"/>
                  </a:cubicBezTo>
                  <a:cubicBezTo>
                    <a:pt x="241" y="1214"/>
                    <a:pt x="294" y="1348"/>
                    <a:pt x="294" y="1348"/>
                  </a:cubicBezTo>
                  <a:lnTo>
                    <a:pt x="312" y="1419"/>
                  </a:lnTo>
                  <a:lnTo>
                    <a:pt x="232" y="1491"/>
                  </a:lnTo>
                  <a:cubicBezTo>
                    <a:pt x="232" y="1491"/>
                    <a:pt x="196" y="1535"/>
                    <a:pt x="205" y="1562"/>
                  </a:cubicBezTo>
                  <a:cubicBezTo>
                    <a:pt x="205" y="1598"/>
                    <a:pt x="205" y="1562"/>
                    <a:pt x="268" y="1696"/>
                  </a:cubicBezTo>
                  <a:cubicBezTo>
                    <a:pt x="307" y="1775"/>
                    <a:pt x="297" y="1790"/>
                    <a:pt x="283" y="1790"/>
                  </a:cubicBezTo>
                  <a:cubicBezTo>
                    <a:pt x="276" y="1790"/>
                    <a:pt x="268" y="1785"/>
                    <a:pt x="268" y="1785"/>
                  </a:cubicBezTo>
                  <a:lnTo>
                    <a:pt x="62" y="1883"/>
                  </a:lnTo>
                  <a:cubicBezTo>
                    <a:pt x="62" y="1883"/>
                    <a:pt x="80" y="1919"/>
                    <a:pt x="80" y="1937"/>
                  </a:cubicBezTo>
                  <a:cubicBezTo>
                    <a:pt x="89" y="1946"/>
                    <a:pt x="116" y="1990"/>
                    <a:pt x="161" y="2026"/>
                  </a:cubicBezTo>
                  <a:cubicBezTo>
                    <a:pt x="196" y="2071"/>
                    <a:pt x="98" y="2124"/>
                    <a:pt x="98" y="2124"/>
                  </a:cubicBezTo>
                  <a:lnTo>
                    <a:pt x="0" y="2303"/>
                  </a:lnTo>
                  <a:lnTo>
                    <a:pt x="62" y="2410"/>
                  </a:lnTo>
                  <a:lnTo>
                    <a:pt x="134" y="2517"/>
                  </a:lnTo>
                  <a:cubicBezTo>
                    <a:pt x="134" y="2517"/>
                    <a:pt x="116" y="2543"/>
                    <a:pt x="116" y="2579"/>
                  </a:cubicBezTo>
                  <a:cubicBezTo>
                    <a:pt x="116" y="2615"/>
                    <a:pt x="161" y="2802"/>
                    <a:pt x="161" y="2802"/>
                  </a:cubicBezTo>
                  <a:lnTo>
                    <a:pt x="232" y="2945"/>
                  </a:lnTo>
                  <a:lnTo>
                    <a:pt x="910" y="2927"/>
                  </a:lnTo>
                  <a:lnTo>
                    <a:pt x="1588" y="2945"/>
                  </a:lnTo>
                  <a:lnTo>
                    <a:pt x="1659" y="2802"/>
                  </a:lnTo>
                  <a:cubicBezTo>
                    <a:pt x="1659" y="2802"/>
                    <a:pt x="1704" y="2615"/>
                    <a:pt x="1704" y="2579"/>
                  </a:cubicBezTo>
                  <a:cubicBezTo>
                    <a:pt x="1704" y="2543"/>
                    <a:pt x="1686" y="2517"/>
                    <a:pt x="1686" y="2517"/>
                  </a:cubicBezTo>
                  <a:lnTo>
                    <a:pt x="1757" y="2410"/>
                  </a:lnTo>
                  <a:lnTo>
                    <a:pt x="1820" y="2303"/>
                  </a:lnTo>
                  <a:lnTo>
                    <a:pt x="1722" y="2124"/>
                  </a:lnTo>
                  <a:cubicBezTo>
                    <a:pt x="1722" y="2124"/>
                    <a:pt x="1624" y="2071"/>
                    <a:pt x="1659" y="2026"/>
                  </a:cubicBezTo>
                  <a:cubicBezTo>
                    <a:pt x="1704" y="1990"/>
                    <a:pt x="1731" y="1946"/>
                    <a:pt x="1740" y="1937"/>
                  </a:cubicBezTo>
                  <a:cubicBezTo>
                    <a:pt x="1740" y="1919"/>
                    <a:pt x="1757" y="1883"/>
                    <a:pt x="1757" y="1883"/>
                  </a:cubicBezTo>
                  <a:lnTo>
                    <a:pt x="1552" y="1785"/>
                  </a:lnTo>
                  <a:cubicBezTo>
                    <a:pt x="1552" y="1785"/>
                    <a:pt x="1544" y="1790"/>
                    <a:pt x="1537" y="1790"/>
                  </a:cubicBezTo>
                  <a:cubicBezTo>
                    <a:pt x="1523" y="1790"/>
                    <a:pt x="1513" y="1775"/>
                    <a:pt x="1552" y="1696"/>
                  </a:cubicBezTo>
                  <a:cubicBezTo>
                    <a:pt x="1615" y="1562"/>
                    <a:pt x="1615" y="1598"/>
                    <a:pt x="1615" y="1562"/>
                  </a:cubicBezTo>
                  <a:cubicBezTo>
                    <a:pt x="1624" y="1535"/>
                    <a:pt x="1588" y="1491"/>
                    <a:pt x="1588" y="1491"/>
                  </a:cubicBezTo>
                  <a:lnTo>
                    <a:pt x="1508" y="1419"/>
                  </a:lnTo>
                  <a:lnTo>
                    <a:pt x="1526" y="1348"/>
                  </a:lnTo>
                  <a:cubicBezTo>
                    <a:pt x="1526" y="1348"/>
                    <a:pt x="1579" y="1214"/>
                    <a:pt x="1579" y="1196"/>
                  </a:cubicBezTo>
                  <a:cubicBezTo>
                    <a:pt x="1579" y="1179"/>
                    <a:pt x="1526" y="1125"/>
                    <a:pt x="1526" y="1125"/>
                  </a:cubicBezTo>
                  <a:cubicBezTo>
                    <a:pt x="1526" y="1125"/>
                    <a:pt x="1320" y="1027"/>
                    <a:pt x="1303" y="991"/>
                  </a:cubicBezTo>
                  <a:cubicBezTo>
                    <a:pt x="1276" y="947"/>
                    <a:pt x="1258" y="964"/>
                    <a:pt x="1276" y="902"/>
                  </a:cubicBezTo>
                  <a:cubicBezTo>
                    <a:pt x="1294" y="840"/>
                    <a:pt x="1303" y="840"/>
                    <a:pt x="1303" y="786"/>
                  </a:cubicBezTo>
                  <a:cubicBezTo>
                    <a:pt x="1303" y="741"/>
                    <a:pt x="1169" y="625"/>
                    <a:pt x="1169" y="625"/>
                  </a:cubicBezTo>
                  <a:lnTo>
                    <a:pt x="1115" y="545"/>
                  </a:lnTo>
                  <a:cubicBezTo>
                    <a:pt x="1115" y="545"/>
                    <a:pt x="1044" y="358"/>
                    <a:pt x="1044" y="322"/>
                  </a:cubicBezTo>
                  <a:cubicBezTo>
                    <a:pt x="1044" y="286"/>
                    <a:pt x="1088" y="242"/>
                    <a:pt x="1044" y="233"/>
                  </a:cubicBezTo>
                  <a:cubicBezTo>
                    <a:pt x="999" y="215"/>
                    <a:pt x="999" y="197"/>
                    <a:pt x="972" y="188"/>
                  </a:cubicBezTo>
                  <a:cubicBezTo>
                    <a:pt x="937" y="179"/>
                    <a:pt x="964" y="135"/>
                    <a:pt x="964" y="99"/>
                  </a:cubicBezTo>
                  <a:cubicBezTo>
                    <a:pt x="972" y="63"/>
                    <a:pt x="91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164"/>
            <p:cNvSpPr/>
            <p:nvPr/>
          </p:nvSpPr>
          <p:spPr>
            <a:xfrm>
              <a:off x="3468200" y="3647721"/>
              <a:ext cx="234423" cy="129733"/>
            </a:xfrm>
            <a:custGeom>
              <a:rect b="b" l="l" r="r" t="t"/>
              <a:pathLst>
                <a:path extrusionOk="0" h="627" w="1133">
                  <a:moveTo>
                    <a:pt x="800" y="503"/>
                  </a:moveTo>
                  <a:lnTo>
                    <a:pt x="785" y="518"/>
                  </a:lnTo>
                  <a:cubicBezTo>
                    <a:pt x="785" y="518"/>
                    <a:pt x="808" y="505"/>
                    <a:pt x="800" y="503"/>
                  </a:cubicBezTo>
                  <a:close/>
                  <a:moveTo>
                    <a:pt x="696" y="1"/>
                  </a:moveTo>
                  <a:cubicBezTo>
                    <a:pt x="624" y="1"/>
                    <a:pt x="277" y="117"/>
                    <a:pt x="170" y="117"/>
                  </a:cubicBezTo>
                  <a:cubicBezTo>
                    <a:pt x="54" y="117"/>
                    <a:pt x="0" y="224"/>
                    <a:pt x="0" y="224"/>
                  </a:cubicBezTo>
                  <a:lnTo>
                    <a:pt x="0" y="349"/>
                  </a:lnTo>
                  <a:lnTo>
                    <a:pt x="71" y="518"/>
                  </a:lnTo>
                  <a:lnTo>
                    <a:pt x="205" y="518"/>
                  </a:lnTo>
                  <a:lnTo>
                    <a:pt x="294" y="590"/>
                  </a:lnTo>
                  <a:cubicBezTo>
                    <a:pt x="294" y="590"/>
                    <a:pt x="390" y="627"/>
                    <a:pt x="448" y="627"/>
                  </a:cubicBezTo>
                  <a:cubicBezTo>
                    <a:pt x="454" y="627"/>
                    <a:pt x="459" y="626"/>
                    <a:pt x="464" y="625"/>
                  </a:cubicBezTo>
                  <a:cubicBezTo>
                    <a:pt x="517" y="616"/>
                    <a:pt x="491" y="616"/>
                    <a:pt x="509" y="599"/>
                  </a:cubicBezTo>
                  <a:cubicBezTo>
                    <a:pt x="535" y="581"/>
                    <a:pt x="616" y="545"/>
                    <a:pt x="732" y="518"/>
                  </a:cubicBezTo>
                  <a:cubicBezTo>
                    <a:pt x="770" y="506"/>
                    <a:pt x="789" y="502"/>
                    <a:pt x="797" y="502"/>
                  </a:cubicBezTo>
                  <a:cubicBezTo>
                    <a:pt x="799" y="502"/>
                    <a:pt x="800" y="503"/>
                    <a:pt x="800" y="503"/>
                  </a:cubicBezTo>
                  <a:lnTo>
                    <a:pt x="800" y="503"/>
                  </a:lnTo>
                  <a:lnTo>
                    <a:pt x="865" y="438"/>
                  </a:lnTo>
                  <a:cubicBezTo>
                    <a:pt x="865" y="438"/>
                    <a:pt x="869" y="439"/>
                    <a:pt x="875" y="439"/>
                  </a:cubicBezTo>
                  <a:cubicBezTo>
                    <a:pt x="891" y="439"/>
                    <a:pt x="923" y="434"/>
                    <a:pt x="955" y="402"/>
                  </a:cubicBezTo>
                  <a:cubicBezTo>
                    <a:pt x="999" y="367"/>
                    <a:pt x="955" y="313"/>
                    <a:pt x="955" y="313"/>
                  </a:cubicBezTo>
                  <a:cubicBezTo>
                    <a:pt x="955" y="313"/>
                    <a:pt x="981" y="313"/>
                    <a:pt x="1053" y="269"/>
                  </a:cubicBezTo>
                  <a:cubicBezTo>
                    <a:pt x="1133" y="233"/>
                    <a:pt x="1106" y="215"/>
                    <a:pt x="1106" y="215"/>
                  </a:cubicBezTo>
                  <a:lnTo>
                    <a:pt x="1106" y="170"/>
                  </a:lnTo>
                  <a:lnTo>
                    <a:pt x="1053" y="126"/>
                  </a:lnTo>
                  <a:cubicBezTo>
                    <a:pt x="1053" y="126"/>
                    <a:pt x="767" y="1"/>
                    <a:pt x="696"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164"/>
            <p:cNvSpPr/>
            <p:nvPr/>
          </p:nvSpPr>
          <p:spPr>
            <a:xfrm>
              <a:off x="3800270" y="3535165"/>
              <a:ext cx="206284" cy="138837"/>
            </a:xfrm>
            <a:custGeom>
              <a:rect b="b" l="l" r="r" t="t"/>
              <a:pathLst>
                <a:path extrusionOk="0" h="671" w="997">
                  <a:moveTo>
                    <a:pt x="643" y="1"/>
                  </a:moveTo>
                  <a:lnTo>
                    <a:pt x="411" y="152"/>
                  </a:lnTo>
                  <a:cubicBezTo>
                    <a:pt x="411" y="152"/>
                    <a:pt x="277" y="206"/>
                    <a:pt x="161" y="206"/>
                  </a:cubicBezTo>
                  <a:cubicBezTo>
                    <a:pt x="150" y="205"/>
                    <a:pt x="140" y="205"/>
                    <a:pt x="130" y="205"/>
                  </a:cubicBezTo>
                  <a:cubicBezTo>
                    <a:pt x="49" y="205"/>
                    <a:pt x="25" y="236"/>
                    <a:pt x="1" y="268"/>
                  </a:cubicBezTo>
                  <a:lnTo>
                    <a:pt x="1" y="465"/>
                  </a:lnTo>
                  <a:lnTo>
                    <a:pt x="197" y="545"/>
                  </a:lnTo>
                  <a:lnTo>
                    <a:pt x="340" y="652"/>
                  </a:lnTo>
                  <a:cubicBezTo>
                    <a:pt x="340" y="652"/>
                    <a:pt x="453" y="671"/>
                    <a:pt x="525" y="671"/>
                  </a:cubicBezTo>
                  <a:cubicBezTo>
                    <a:pt x="552" y="671"/>
                    <a:pt x="573" y="668"/>
                    <a:pt x="581" y="661"/>
                  </a:cubicBezTo>
                  <a:cubicBezTo>
                    <a:pt x="599" y="643"/>
                    <a:pt x="670" y="482"/>
                    <a:pt x="670" y="482"/>
                  </a:cubicBezTo>
                  <a:cubicBezTo>
                    <a:pt x="670" y="482"/>
                    <a:pt x="741" y="420"/>
                    <a:pt x="902" y="268"/>
                  </a:cubicBezTo>
                  <a:cubicBezTo>
                    <a:pt x="987" y="178"/>
                    <a:pt x="996" y="158"/>
                    <a:pt x="988" y="158"/>
                  </a:cubicBezTo>
                  <a:cubicBezTo>
                    <a:pt x="981" y="158"/>
                    <a:pt x="964" y="170"/>
                    <a:pt x="964" y="170"/>
                  </a:cubicBezTo>
                  <a:lnTo>
                    <a:pt x="902" y="54"/>
                  </a:lnTo>
                  <a:lnTo>
                    <a:pt x="643" y="1"/>
                  </a:ln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164"/>
            <p:cNvSpPr/>
            <p:nvPr/>
          </p:nvSpPr>
          <p:spPr>
            <a:xfrm>
              <a:off x="3554890" y="3458610"/>
              <a:ext cx="181042" cy="95179"/>
            </a:xfrm>
            <a:custGeom>
              <a:rect b="b" l="l" r="r" t="t"/>
              <a:pathLst>
                <a:path extrusionOk="0" h="460" w="875">
                  <a:moveTo>
                    <a:pt x="450" y="0"/>
                  </a:moveTo>
                  <a:cubicBezTo>
                    <a:pt x="415" y="0"/>
                    <a:pt x="386" y="7"/>
                    <a:pt x="366" y="23"/>
                  </a:cubicBezTo>
                  <a:cubicBezTo>
                    <a:pt x="313" y="59"/>
                    <a:pt x="277" y="192"/>
                    <a:pt x="277" y="192"/>
                  </a:cubicBezTo>
                  <a:lnTo>
                    <a:pt x="134" y="210"/>
                  </a:lnTo>
                  <a:cubicBezTo>
                    <a:pt x="134" y="210"/>
                    <a:pt x="126" y="209"/>
                    <a:pt x="113" y="209"/>
                  </a:cubicBezTo>
                  <a:cubicBezTo>
                    <a:pt x="94" y="209"/>
                    <a:pt x="66" y="212"/>
                    <a:pt x="45" y="228"/>
                  </a:cubicBezTo>
                  <a:cubicBezTo>
                    <a:pt x="0" y="255"/>
                    <a:pt x="0" y="371"/>
                    <a:pt x="0" y="371"/>
                  </a:cubicBezTo>
                  <a:lnTo>
                    <a:pt x="90" y="415"/>
                  </a:lnTo>
                  <a:lnTo>
                    <a:pt x="455" y="460"/>
                  </a:lnTo>
                  <a:lnTo>
                    <a:pt x="634" y="371"/>
                  </a:lnTo>
                  <a:lnTo>
                    <a:pt x="812" y="308"/>
                  </a:lnTo>
                  <a:cubicBezTo>
                    <a:pt x="812" y="308"/>
                    <a:pt x="875" y="237"/>
                    <a:pt x="839" y="201"/>
                  </a:cubicBezTo>
                  <a:cubicBezTo>
                    <a:pt x="803" y="166"/>
                    <a:pt x="741" y="76"/>
                    <a:pt x="741" y="76"/>
                  </a:cubicBezTo>
                  <a:cubicBezTo>
                    <a:pt x="741" y="76"/>
                    <a:pt x="687" y="59"/>
                    <a:pt x="598" y="32"/>
                  </a:cubicBezTo>
                  <a:cubicBezTo>
                    <a:pt x="548" y="12"/>
                    <a:pt x="495" y="0"/>
                    <a:pt x="450"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164"/>
            <p:cNvSpPr/>
            <p:nvPr/>
          </p:nvSpPr>
          <p:spPr>
            <a:xfrm>
              <a:off x="3785580" y="3225222"/>
              <a:ext cx="251183" cy="118146"/>
            </a:xfrm>
            <a:custGeom>
              <a:rect b="b" l="l" r="r" t="t"/>
              <a:pathLst>
                <a:path extrusionOk="0" h="571" w="1214">
                  <a:moveTo>
                    <a:pt x="794" y="0"/>
                  </a:moveTo>
                  <a:cubicBezTo>
                    <a:pt x="794" y="0"/>
                    <a:pt x="696" y="0"/>
                    <a:pt x="500" y="80"/>
                  </a:cubicBezTo>
                  <a:cubicBezTo>
                    <a:pt x="397" y="116"/>
                    <a:pt x="351" y="125"/>
                    <a:pt x="329" y="125"/>
                  </a:cubicBezTo>
                  <a:cubicBezTo>
                    <a:pt x="308" y="125"/>
                    <a:pt x="313" y="116"/>
                    <a:pt x="313" y="116"/>
                  </a:cubicBezTo>
                  <a:lnTo>
                    <a:pt x="313" y="116"/>
                  </a:lnTo>
                  <a:lnTo>
                    <a:pt x="250" y="196"/>
                  </a:lnTo>
                  <a:lnTo>
                    <a:pt x="0" y="303"/>
                  </a:lnTo>
                  <a:lnTo>
                    <a:pt x="72" y="544"/>
                  </a:lnTo>
                  <a:cubicBezTo>
                    <a:pt x="72" y="544"/>
                    <a:pt x="99" y="535"/>
                    <a:pt x="215" y="526"/>
                  </a:cubicBezTo>
                  <a:cubicBezTo>
                    <a:pt x="227" y="525"/>
                    <a:pt x="240" y="525"/>
                    <a:pt x="252" y="525"/>
                  </a:cubicBezTo>
                  <a:cubicBezTo>
                    <a:pt x="347" y="525"/>
                    <a:pt x="411" y="553"/>
                    <a:pt x="411" y="553"/>
                  </a:cubicBezTo>
                  <a:lnTo>
                    <a:pt x="598" y="571"/>
                  </a:lnTo>
                  <a:cubicBezTo>
                    <a:pt x="598" y="571"/>
                    <a:pt x="705" y="437"/>
                    <a:pt x="803" y="393"/>
                  </a:cubicBezTo>
                  <a:cubicBezTo>
                    <a:pt x="839" y="375"/>
                    <a:pt x="862" y="369"/>
                    <a:pt x="882" y="369"/>
                  </a:cubicBezTo>
                  <a:cubicBezTo>
                    <a:pt x="923" y="369"/>
                    <a:pt x="955" y="393"/>
                    <a:pt x="1062" y="393"/>
                  </a:cubicBezTo>
                  <a:cubicBezTo>
                    <a:pt x="1214" y="384"/>
                    <a:pt x="1196" y="285"/>
                    <a:pt x="1196" y="285"/>
                  </a:cubicBezTo>
                  <a:lnTo>
                    <a:pt x="1196" y="205"/>
                  </a:lnTo>
                  <a:cubicBezTo>
                    <a:pt x="1196" y="205"/>
                    <a:pt x="1124" y="62"/>
                    <a:pt x="1124" y="62"/>
                  </a:cubicBezTo>
                  <a:cubicBezTo>
                    <a:pt x="1124" y="62"/>
                    <a:pt x="973" y="27"/>
                    <a:pt x="973" y="27"/>
                  </a:cubicBezTo>
                  <a:lnTo>
                    <a:pt x="794" y="0"/>
                  </a:ln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164"/>
            <p:cNvSpPr/>
            <p:nvPr/>
          </p:nvSpPr>
          <p:spPr>
            <a:xfrm>
              <a:off x="3586131" y="3105217"/>
              <a:ext cx="214354" cy="86902"/>
            </a:xfrm>
            <a:custGeom>
              <a:rect b="b" l="l" r="r" t="t"/>
              <a:pathLst>
                <a:path extrusionOk="0" h="420" w="1036">
                  <a:moveTo>
                    <a:pt x="583" y="1"/>
                  </a:moveTo>
                  <a:cubicBezTo>
                    <a:pt x="570" y="1"/>
                    <a:pt x="554" y="3"/>
                    <a:pt x="536" y="9"/>
                  </a:cubicBezTo>
                  <a:cubicBezTo>
                    <a:pt x="438" y="45"/>
                    <a:pt x="278" y="63"/>
                    <a:pt x="278" y="63"/>
                  </a:cubicBezTo>
                  <a:lnTo>
                    <a:pt x="126" y="63"/>
                  </a:lnTo>
                  <a:cubicBezTo>
                    <a:pt x="126" y="63"/>
                    <a:pt x="1" y="152"/>
                    <a:pt x="28" y="223"/>
                  </a:cubicBezTo>
                  <a:cubicBezTo>
                    <a:pt x="54" y="295"/>
                    <a:pt x="126" y="366"/>
                    <a:pt x="126" y="366"/>
                  </a:cubicBezTo>
                  <a:cubicBezTo>
                    <a:pt x="126" y="366"/>
                    <a:pt x="518" y="411"/>
                    <a:pt x="536" y="411"/>
                  </a:cubicBezTo>
                  <a:cubicBezTo>
                    <a:pt x="563" y="411"/>
                    <a:pt x="732" y="419"/>
                    <a:pt x="732" y="419"/>
                  </a:cubicBezTo>
                  <a:lnTo>
                    <a:pt x="964" y="366"/>
                  </a:lnTo>
                  <a:lnTo>
                    <a:pt x="1036" y="286"/>
                  </a:lnTo>
                  <a:lnTo>
                    <a:pt x="822" y="143"/>
                  </a:lnTo>
                  <a:cubicBezTo>
                    <a:pt x="759" y="107"/>
                    <a:pt x="670" y="63"/>
                    <a:pt x="670" y="63"/>
                  </a:cubicBezTo>
                  <a:cubicBezTo>
                    <a:pt x="670" y="63"/>
                    <a:pt x="651" y="1"/>
                    <a:pt x="583"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164"/>
            <p:cNvSpPr/>
            <p:nvPr/>
          </p:nvSpPr>
          <p:spPr>
            <a:xfrm>
              <a:off x="3847649" y="3360331"/>
              <a:ext cx="159524" cy="73660"/>
            </a:xfrm>
            <a:custGeom>
              <a:rect b="b" l="l" r="r" t="t"/>
              <a:pathLst>
                <a:path extrusionOk="0" h="356" w="771">
                  <a:moveTo>
                    <a:pt x="370" y="0"/>
                  </a:moveTo>
                  <a:cubicBezTo>
                    <a:pt x="352" y="0"/>
                    <a:pt x="331" y="4"/>
                    <a:pt x="298" y="16"/>
                  </a:cubicBezTo>
                  <a:cubicBezTo>
                    <a:pt x="200" y="61"/>
                    <a:pt x="164" y="25"/>
                    <a:pt x="129" y="87"/>
                  </a:cubicBezTo>
                  <a:cubicBezTo>
                    <a:pt x="102" y="150"/>
                    <a:pt x="48" y="239"/>
                    <a:pt x="48" y="239"/>
                  </a:cubicBezTo>
                  <a:cubicBezTo>
                    <a:pt x="48" y="239"/>
                    <a:pt x="41" y="238"/>
                    <a:pt x="34" y="238"/>
                  </a:cubicBezTo>
                  <a:cubicBezTo>
                    <a:pt x="19" y="238"/>
                    <a:pt x="1" y="242"/>
                    <a:pt x="31" y="266"/>
                  </a:cubicBezTo>
                  <a:cubicBezTo>
                    <a:pt x="66" y="310"/>
                    <a:pt x="218" y="355"/>
                    <a:pt x="218" y="355"/>
                  </a:cubicBezTo>
                  <a:lnTo>
                    <a:pt x="414" y="346"/>
                  </a:lnTo>
                  <a:lnTo>
                    <a:pt x="610" y="328"/>
                  </a:lnTo>
                  <a:lnTo>
                    <a:pt x="753" y="239"/>
                  </a:lnTo>
                  <a:lnTo>
                    <a:pt x="771" y="141"/>
                  </a:lnTo>
                  <a:lnTo>
                    <a:pt x="762" y="52"/>
                  </a:lnTo>
                  <a:cubicBezTo>
                    <a:pt x="726" y="43"/>
                    <a:pt x="628" y="16"/>
                    <a:pt x="512" y="16"/>
                  </a:cubicBezTo>
                  <a:cubicBezTo>
                    <a:pt x="429" y="16"/>
                    <a:pt x="405" y="0"/>
                    <a:pt x="370" y="0"/>
                  </a:cubicBez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164"/>
            <p:cNvSpPr/>
            <p:nvPr/>
          </p:nvSpPr>
          <p:spPr>
            <a:xfrm>
              <a:off x="3541855" y="3438954"/>
              <a:ext cx="118350" cy="72418"/>
            </a:xfrm>
            <a:custGeom>
              <a:rect b="b" l="l" r="r" t="t"/>
              <a:pathLst>
                <a:path extrusionOk="0" h="350" w="572">
                  <a:moveTo>
                    <a:pt x="379" y="1"/>
                  </a:moveTo>
                  <a:cubicBezTo>
                    <a:pt x="371" y="1"/>
                    <a:pt x="364" y="1"/>
                    <a:pt x="358" y="2"/>
                  </a:cubicBezTo>
                  <a:cubicBezTo>
                    <a:pt x="286" y="11"/>
                    <a:pt x="197" y="11"/>
                    <a:pt x="197" y="11"/>
                  </a:cubicBezTo>
                  <a:cubicBezTo>
                    <a:pt x="170" y="11"/>
                    <a:pt x="54" y="29"/>
                    <a:pt x="37" y="55"/>
                  </a:cubicBezTo>
                  <a:cubicBezTo>
                    <a:pt x="19" y="82"/>
                    <a:pt x="1" y="91"/>
                    <a:pt x="10" y="145"/>
                  </a:cubicBezTo>
                  <a:cubicBezTo>
                    <a:pt x="28" y="198"/>
                    <a:pt x="81" y="269"/>
                    <a:pt x="81" y="269"/>
                  </a:cubicBezTo>
                  <a:lnTo>
                    <a:pt x="233" y="323"/>
                  </a:lnTo>
                  <a:lnTo>
                    <a:pt x="376" y="350"/>
                  </a:lnTo>
                  <a:cubicBezTo>
                    <a:pt x="376" y="350"/>
                    <a:pt x="518" y="252"/>
                    <a:pt x="536" y="198"/>
                  </a:cubicBezTo>
                  <a:cubicBezTo>
                    <a:pt x="554" y="136"/>
                    <a:pt x="572" y="64"/>
                    <a:pt x="572" y="64"/>
                  </a:cubicBezTo>
                  <a:lnTo>
                    <a:pt x="563" y="38"/>
                  </a:lnTo>
                  <a:cubicBezTo>
                    <a:pt x="563" y="38"/>
                    <a:pt x="452" y="1"/>
                    <a:pt x="379"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164"/>
            <p:cNvSpPr/>
            <p:nvPr/>
          </p:nvSpPr>
          <p:spPr>
            <a:xfrm>
              <a:off x="3536476" y="3616272"/>
              <a:ext cx="201319" cy="104076"/>
            </a:xfrm>
            <a:custGeom>
              <a:rect b="b" l="l" r="r" t="t"/>
              <a:pathLst>
                <a:path extrusionOk="0" h="503" w="973">
                  <a:moveTo>
                    <a:pt x="455" y="0"/>
                  </a:moveTo>
                  <a:cubicBezTo>
                    <a:pt x="446" y="0"/>
                    <a:pt x="437" y="0"/>
                    <a:pt x="428" y="1"/>
                  </a:cubicBezTo>
                  <a:cubicBezTo>
                    <a:pt x="330" y="10"/>
                    <a:pt x="205" y="73"/>
                    <a:pt x="205" y="73"/>
                  </a:cubicBezTo>
                  <a:lnTo>
                    <a:pt x="89" y="108"/>
                  </a:lnTo>
                  <a:cubicBezTo>
                    <a:pt x="89" y="108"/>
                    <a:pt x="73" y="100"/>
                    <a:pt x="58" y="100"/>
                  </a:cubicBezTo>
                  <a:cubicBezTo>
                    <a:pt x="50" y="100"/>
                    <a:pt x="42" y="102"/>
                    <a:pt x="36" y="108"/>
                  </a:cubicBezTo>
                  <a:cubicBezTo>
                    <a:pt x="18" y="117"/>
                    <a:pt x="0" y="206"/>
                    <a:pt x="0" y="206"/>
                  </a:cubicBezTo>
                  <a:lnTo>
                    <a:pt x="89" y="305"/>
                  </a:lnTo>
                  <a:cubicBezTo>
                    <a:pt x="89" y="305"/>
                    <a:pt x="98" y="314"/>
                    <a:pt x="134" y="340"/>
                  </a:cubicBezTo>
                  <a:cubicBezTo>
                    <a:pt x="156" y="362"/>
                    <a:pt x="171" y="401"/>
                    <a:pt x="205" y="401"/>
                  </a:cubicBezTo>
                  <a:cubicBezTo>
                    <a:pt x="213" y="401"/>
                    <a:pt x="222" y="399"/>
                    <a:pt x="232" y="394"/>
                  </a:cubicBezTo>
                  <a:cubicBezTo>
                    <a:pt x="286" y="367"/>
                    <a:pt x="321" y="358"/>
                    <a:pt x="321" y="358"/>
                  </a:cubicBezTo>
                  <a:cubicBezTo>
                    <a:pt x="321" y="358"/>
                    <a:pt x="375" y="403"/>
                    <a:pt x="410" y="438"/>
                  </a:cubicBezTo>
                  <a:cubicBezTo>
                    <a:pt x="446" y="474"/>
                    <a:pt x="428" y="465"/>
                    <a:pt x="518" y="483"/>
                  </a:cubicBezTo>
                  <a:cubicBezTo>
                    <a:pt x="566" y="499"/>
                    <a:pt x="601" y="502"/>
                    <a:pt x="622" y="502"/>
                  </a:cubicBezTo>
                  <a:cubicBezTo>
                    <a:pt x="635" y="502"/>
                    <a:pt x="642" y="501"/>
                    <a:pt x="642" y="501"/>
                  </a:cubicBezTo>
                  <a:lnTo>
                    <a:pt x="776" y="474"/>
                  </a:lnTo>
                  <a:lnTo>
                    <a:pt x="865" y="367"/>
                  </a:lnTo>
                  <a:cubicBezTo>
                    <a:pt x="865" y="367"/>
                    <a:pt x="972" y="305"/>
                    <a:pt x="919" y="251"/>
                  </a:cubicBezTo>
                  <a:cubicBezTo>
                    <a:pt x="874" y="189"/>
                    <a:pt x="794" y="126"/>
                    <a:pt x="758" y="108"/>
                  </a:cubicBezTo>
                  <a:cubicBezTo>
                    <a:pt x="723" y="90"/>
                    <a:pt x="625" y="37"/>
                    <a:pt x="625" y="37"/>
                  </a:cubicBezTo>
                  <a:cubicBezTo>
                    <a:pt x="625" y="37"/>
                    <a:pt x="543" y="0"/>
                    <a:pt x="455"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164"/>
            <p:cNvSpPr/>
            <p:nvPr/>
          </p:nvSpPr>
          <p:spPr>
            <a:xfrm>
              <a:off x="3815166" y="3716207"/>
              <a:ext cx="252424" cy="97868"/>
            </a:xfrm>
            <a:custGeom>
              <a:rect b="b" l="l" r="r" t="t"/>
              <a:pathLst>
                <a:path extrusionOk="0" h="473" w="1220">
                  <a:moveTo>
                    <a:pt x="170" y="0"/>
                  </a:moveTo>
                  <a:lnTo>
                    <a:pt x="54" y="80"/>
                  </a:lnTo>
                  <a:lnTo>
                    <a:pt x="0" y="250"/>
                  </a:lnTo>
                  <a:lnTo>
                    <a:pt x="54" y="339"/>
                  </a:lnTo>
                  <a:lnTo>
                    <a:pt x="107" y="410"/>
                  </a:lnTo>
                  <a:lnTo>
                    <a:pt x="286" y="446"/>
                  </a:lnTo>
                  <a:cubicBezTo>
                    <a:pt x="286" y="446"/>
                    <a:pt x="354" y="472"/>
                    <a:pt x="422" y="472"/>
                  </a:cubicBezTo>
                  <a:cubicBezTo>
                    <a:pt x="443" y="472"/>
                    <a:pt x="463" y="470"/>
                    <a:pt x="482" y="464"/>
                  </a:cubicBezTo>
                  <a:cubicBezTo>
                    <a:pt x="527" y="455"/>
                    <a:pt x="571" y="453"/>
                    <a:pt x="605" y="453"/>
                  </a:cubicBezTo>
                  <a:cubicBezTo>
                    <a:pt x="638" y="453"/>
                    <a:pt x="660" y="455"/>
                    <a:pt x="660" y="455"/>
                  </a:cubicBezTo>
                  <a:cubicBezTo>
                    <a:pt x="660" y="455"/>
                    <a:pt x="750" y="401"/>
                    <a:pt x="999" y="330"/>
                  </a:cubicBezTo>
                  <a:cubicBezTo>
                    <a:pt x="1211" y="264"/>
                    <a:pt x="1220" y="258"/>
                    <a:pt x="1216" y="258"/>
                  </a:cubicBezTo>
                  <a:cubicBezTo>
                    <a:pt x="1215" y="258"/>
                    <a:pt x="1213" y="259"/>
                    <a:pt x="1213" y="259"/>
                  </a:cubicBezTo>
                  <a:lnTo>
                    <a:pt x="1053" y="187"/>
                  </a:lnTo>
                  <a:cubicBezTo>
                    <a:pt x="1053" y="187"/>
                    <a:pt x="999" y="161"/>
                    <a:pt x="928" y="143"/>
                  </a:cubicBezTo>
                  <a:cubicBezTo>
                    <a:pt x="857" y="125"/>
                    <a:pt x="830" y="18"/>
                    <a:pt x="830" y="18"/>
                  </a:cubicBezTo>
                  <a:lnTo>
                    <a:pt x="687" y="0"/>
                  </a:lnTo>
                  <a:lnTo>
                    <a:pt x="455" y="62"/>
                  </a:lnTo>
                  <a:lnTo>
                    <a:pt x="170" y="0"/>
                  </a:ln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164"/>
            <p:cNvSpPr/>
            <p:nvPr/>
          </p:nvSpPr>
          <p:spPr>
            <a:xfrm>
              <a:off x="3763442" y="3300742"/>
              <a:ext cx="179180" cy="87109"/>
            </a:xfrm>
            <a:custGeom>
              <a:rect b="b" l="l" r="r" t="t"/>
              <a:pathLst>
                <a:path extrusionOk="0" h="421" w="866">
                  <a:moveTo>
                    <a:pt x="732" y="1"/>
                  </a:moveTo>
                  <a:lnTo>
                    <a:pt x="598" y="19"/>
                  </a:lnTo>
                  <a:cubicBezTo>
                    <a:pt x="598" y="19"/>
                    <a:pt x="523" y="34"/>
                    <a:pt x="474" y="34"/>
                  </a:cubicBezTo>
                  <a:cubicBezTo>
                    <a:pt x="458" y="34"/>
                    <a:pt x="444" y="32"/>
                    <a:pt x="438" y="28"/>
                  </a:cubicBezTo>
                  <a:cubicBezTo>
                    <a:pt x="432" y="22"/>
                    <a:pt x="419" y="20"/>
                    <a:pt x="401" y="20"/>
                  </a:cubicBezTo>
                  <a:cubicBezTo>
                    <a:pt x="330" y="20"/>
                    <a:pt x="188" y="54"/>
                    <a:pt x="188" y="54"/>
                  </a:cubicBezTo>
                  <a:cubicBezTo>
                    <a:pt x="188" y="54"/>
                    <a:pt x="63" y="170"/>
                    <a:pt x="45" y="215"/>
                  </a:cubicBezTo>
                  <a:lnTo>
                    <a:pt x="0" y="322"/>
                  </a:lnTo>
                  <a:lnTo>
                    <a:pt x="45" y="402"/>
                  </a:lnTo>
                  <a:lnTo>
                    <a:pt x="268" y="420"/>
                  </a:lnTo>
                  <a:cubicBezTo>
                    <a:pt x="268" y="420"/>
                    <a:pt x="375" y="411"/>
                    <a:pt x="420" y="367"/>
                  </a:cubicBezTo>
                  <a:cubicBezTo>
                    <a:pt x="441" y="345"/>
                    <a:pt x="468" y="336"/>
                    <a:pt x="506" y="336"/>
                  </a:cubicBezTo>
                  <a:cubicBezTo>
                    <a:pt x="548" y="336"/>
                    <a:pt x="603" y="348"/>
                    <a:pt x="678" y="367"/>
                  </a:cubicBezTo>
                  <a:cubicBezTo>
                    <a:pt x="702" y="371"/>
                    <a:pt x="723" y="373"/>
                    <a:pt x="741" y="373"/>
                  </a:cubicBezTo>
                  <a:cubicBezTo>
                    <a:pt x="827" y="373"/>
                    <a:pt x="857" y="331"/>
                    <a:pt x="857" y="331"/>
                  </a:cubicBezTo>
                  <a:cubicBezTo>
                    <a:pt x="857" y="331"/>
                    <a:pt x="866" y="170"/>
                    <a:pt x="857" y="144"/>
                  </a:cubicBezTo>
                  <a:cubicBezTo>
                    <a:pt x="839" y="117"/>
                    <a:pt x="732" y="1"/>
                    <a:pt x="732"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164"/>
            <p:cNvSpPr/>
            <p:nvPr/>
          </p:nvSpPr>
          <p:spPr>
            <a:xfrm>
              <a:off x="3455165" y="3852764"/>
              <a:ext cx="635198" cy="64763"/>
            </a:xfrm>
            <a:custGeom>
              <a:rect b="b" l="l" r="r" t="t"/>
              <a:pathLst>
                <a:path extrusionOk="0" h="313" w="3070">
                  <a:moveTo>
                    <a:pt x="1" y="0"/>
                  </a:moveTo>
                  <a:lnTo>
                    <a:pt x="1" y="312"/>
                  </a:lnTo>
                  <a:lnTo>
                    <a:pt x="3069" y="312"/>
                  </a:lnTo>
                  <a:lnTo>
                    <a:pt x="3069"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164"/>
            <p:cNvSpPr/>
            <p:nvPr/>
          </p:nvSpPr>
          <p:spPr>
            <a:xfrm>
              <a:off x="3493855" y="3917318"/>
              <a:ext cx="557816" cy="531759"/>
            </a:xfrm>
            <a:custGeom>
              <a:rect b="b" l="l" r="r" t="t"/>
              <a:pathLst>
                <a:path extrusionOk="0" h="2570" w="2696">
                  <a:moveTo>
                    <a:pt x="1" y="0"/>
                  </a:moveTo>
                  <a:lnTo>
                    <a:pt x="233" y="2570"/>
                  </a:lnTo>
                  <a:lnTo>
                    <a:pt x="2463" y="2570"/>
                  </a:lnTo>
                  <a:lnTo>
                    <a:pt x="269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164"/>
            <p:cNvSpPr/>
            <p:nvPr/>
          </p:nvSpPr>
          <p:spPr>
            <a:xfrm>
              <a:off x="3493855" y="3917318"/>
              <a:ext cx="557816" cy="40761"/>
            </a:xfrm>
            <a:custGeom>
              <a:rect b="b" l="l" r="r" t="t"/>
              <a:pathLst>
                <a:path extrusionOk="0" h="197" w="2696">
                  <a:moveTo>
                    <a:pt x="1" y="0"/>
                  </a:moveTo>
                  <a:lnTo>
                    <a:pt x="19" y="197"/>
                  </a:lnTo>
                  <a:lnTo>
                    <a:pt x="2677" y="197"/>
                  </a:lnTo>
                  <a:lnTo>
                    <a:pt x="269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94" name="Google Shape;10594;p164"/>
          <p:cNvSpPr/>
          <p:nvPr/>
        </p:nvSpPr>
        <p:spPr>
          <a:xfrm>
            <a:off x="5161992" y="4675538"/>
            <a:ext cx="638716" cy="98075"/>
          </a:xfrm>
          <a:custGeom>
            <a:rect b="b" l="l" r="r" t="t"/>
            <a:pathLst>
              <a:path extrusionOk="0" h="474" w="3087">
                <a:moveTo>
                  <a:pt x="1543" y="1"/>
                </a:moveTo>
                <a:cubicBezTo>
                  <a:pt x="696" y="1"/>
                  <a:pt x="0" y="108"/>
                  <a:pt x="0" y="233"/>
                </a:cubicBezTo>
                <a:cubicBezTo>
                  <a:pt x="0" y="366"/>
                  <a:pt x="696" y="474"/>
                  <a:pt x="1543" y="474"/>
                </a:cubicBezTo>
                <a:cubicBezTo>
                  <a:pt x="2400" y="474"/>
                  <a:pt x="3087" y="366"/>
                  <a:pt x="3087" y="233"/>
                </a:cubicBezTo>
                <a:cubicBezTo>
                  <a:pt x="3087" y="108"/>
                  <a:pt x="2400" y="1"/>
                  <a:pt x="1543" y="1"/>
                </a:cubicBez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5" name="Google Shape;10595;p164"/>
          <p:cNvGrpSpPr/>
          <p:nvPr/>
        </p:nvGrpSpPr>
        <p:grpSpPr>
          <a:xfrm>
            <a:off x="5105677" y="2848135"/>
            <a:ext cx="769165" cy="1873929"/>
            <a:chOff x="5033378" y="2902037"/>
            <a:chExt cx="634991" cy="1547039"/>
          </a:xfrm>
        </p:grpSpPr>
        <p:sp>
          <p:nvSpPr>
            <p:cNvPr id="10596" name="Google Shape;10596;p164"/>
            <p:cNvSpPr/>
            <p:nvPr/>
          </p:nvSpPr>
          <p:spPr>
            <a:xfrm>
              <a:off x="5055516" y="2902037"/>
              <a:ext cx="592576" cy="956338"/>
            </a:xfrm>
            <a:custGeom>
              <a:rect b="b" l="l" r="r" t="t"/>
              <a:pathLst>
                <a:path extrusionOk="0" h="4622" w="2864">
                  <a:moveTo>
                    <a:pt x="1427" y="1"/>
                  </a:moveTo>
                  <a:cubicBezTo>
                    <a:pt x="1427" y="1"/>
                    <a:pt x="1329" y="90"/>
                    <a:pt x="1338" y="144"/>
                  </a:cubicBezTo>
                  <a:cubicBezTo>
                    <a:pt x="1347" y="206"/>
                    <a:pt x="1383" y="277"/>
                    <a:pt x="1338" y="295"/>
                  </a:cubicBezTo>
                  <a:cubicBezTo>
                    <a:pt x="1285" y="304"/>
                    <a:pt x="1285" y="331"/>
                    <a:pt x="1213" y="358"/>
                  </a:cubicBezTo>
                  <a:cubicBezTo>
                    <a:pt x="1142" y="376"/>
                    <a:pt x="1213" y="456"/>
                    <a:pt x="1213" y="509"/>
                  </a:cubicBezTo>
                  <a:cubicBezTo>
                    <a:pt x="1213" y="563"/>
                    <a:pt x="1115" y="857"/>
                    <a:pt x="1115" y="857"/>
                  </a:cubicBezTo>
                  <a:lnTo>
                    <a:pt x="1026" y="973"/>
                  </a:lnTo>
                  <a:cubicBezTo>
                    <a:pt x="1026" y="973"/>
                    <a:pt x="812" y="1152"/>
                    <a:pt x="812" y="1232"/>
                  </a:cubicBezTo>
                  <a:cubicBezTo>
                    <a:pt x="821" y="1312"/>
                    <a:pt x="830" y="1312"/>
                    <a:pt x="857" y="1410"/>
                  </a:cubicBezTo>
                  <a:cubicBezTo>
                    <a:pt x="883" y="1517"/>
                    <a:pt x="848" y="1491"/>
                    <a:pt x="812" y="1553"/>
                  </a:cubicBezTo>
                  <a:cubicBezTo>
                    <a:pt x="776" y="1616"/>
                    <a:pt x="464" y="1767"/>
                    <a:pt x="464" y="1767"/>
                  </a:cubicBezTo>
                  <a:cubicBezTo>
                    <a:pt x="464" y="1767"/>
                    <a:pt x="375" y="1856"/>
                    <a:pt x="375" y="1883"/>
                  </a:cubicBezTo>
                  <a:cubicBezTo>
                    <a:pt x="375" y="1910"/>
                    <a:pt x="464" y="2106"/>
                    <a:pt x="464" y="2106"/>
                  </a:cubicBezTo>
                  <a:lnTo>
                    <a:pt x="500" y="2222"/>
                  </a:lnTo>
                  <a:lnTo>
                    <a:pt x="366" y="2347"/>
                  </a:lnTo>
                  <a:cubicBezTo>
                    <a:pt x="366" y="2347"/>
                    <a:pt x="312" y="2410"/>
                    <a:pt x="321" y="2454"/>
                  </a:cubicBezTo>
                  <a:cubicBezTo>
                    <a:pt x="321" y="2499"/>
                    <a:pt x="321" y="2454"/>
                    <a:pt x="419" y="2659"/>
                  </a:cubicBezTo>
                  <a:cubicBezTo>
                    <a:pt x="489" y="2786"/>
                    <a:pt x="468" y="2809"/>
                    <a:pt x="445" y="2809"/>
                  </a:cubicBezTo>
                  <a:cubicBezTo>
                    <a:pt x="433" y="2809"/>
                    <a:pt x="419" y="2802"/>
                    <a:pt x="419" y="2802"/>
                  </a:cubicBezTo>
                  <a:lnTo>
                    <a:pt x="89" y="2963"/>
                  </a:lnTo>
                  <a:cubicBezTo>
                    <a:pt x="89" y="2963"/>
                    <a:pt x="125" y="3016"/>
                    <a:pt x="134" y="3034"/>
                  </a:cubicBezTo>
                  <a:cubicBezTo>
                    <a:pt x="134" y="3052"/>
                    <a:pt x="187" y="3114"/>
                    <a:pt x="250" y="3177"/>
                  </a:cubicBezTo>
                  <a:cubicBezTo>
                    <a:pt x="312" y="3239"/>
                    <a:pt x="152" y="3328"/>
                    <a:pt x="152" y="3328"/>
                  </a:cubicBezTo>
                  <a:lnTo>
                    <a:pt x="0" y="3605"/>
                  </a:lnTo>
                  <a:lnTo>
                    <a:pt x="89" y="3783"/>
                  </a:lnTo>
                  <a:lnTo>
                    <a:pt x="214" y="3953"/>
                  </a:lnTo>
                  <a:cubicBezTo>
                    <a:pt x="214" y="3953"/>
                    <a:pt x="187" y="3989"/>
                    <a:pt x="187" y="4042"/>
                  </a:cubicBezTo>
                  <a:cubicBezTo>
                    <a:pt x="187" y="4105"/>
                    <a:pt x="250" y="4399"/>
                    <a:pt x="250" y="4399"/>
                  </a:cubicBezTo>
                  <a:lnTo>
                    <a:pt x="366" y="4622"/>
                  </a:lnTo>
                  <a:lnTo>
                    <a:pt x="1427" y="4595"/>
                  </a:lnTo>
                  <a:lnTo>
                    <a:pt x="2498" y="4622"/>
                  </a:lnTo>
                  <a:lnTo>
                    <a:pt x="2614" y="4399"/>
                  </a:lnTo>
                  <a:cubicBezTo>
                    <a:pt x="2614" y="4399"/>
                    <a:pt x="2676" y="4105"/>
                    <a:pt x="2676" y="4042"/>
                  </a:cubicBezTo>
                  <a:cubicBezTo>
                    <a:pt x="2676" y="3989"/>
                    <a:pt x="2650" y="3953"/>
                    <a:pt x="2650" y="3953"/>
                  </a:cubicBezTo>
                  <a:lnTo>
                    <a:pt x="2766" y="3783"/>
                  </a:lnTo>
                  <a:lnTo>
                    <a:pt x="2864" y="3605"/>
                  </a:lnTo>
                  <a:lnTo>
                    <a:pt x="2712" y="3328"/>
                  </a:lnTo>
                  <a:cubicBezTo>
                    <a:pt x="2712" y="3328"/>
                    <a:pt x="2552" y="3239"/>
                    <a:pt x="2614" y="3177"/>
                  </a:cubicBezTo>
                  <a:cubicBezTo>
                    <a:pt x="2676" y="3114"/>
                    <a:pt x="2721" y="3052"/>
                    <a:pt x="2730" y="3034"/>
                  </a:cubicBezTo>
                  <a:cubicBezTo>
                    <a:pt x="2739" y="3016"/>
                    <a:pt x="2766" y="2963"/>
                    <a:pt x="2766" y="2963"/>
                  </a:cubicBezTo>
                  <a:lnTo>
                    <a:pt x="2436" y="2802"/>
                  </a:lnTo>
                  <a:cubicBezTo>
                    <a:pt x="2436" y="2802"/>
                    <a:pt x="2423" y="2809"/>
                    <a:pt x="2412" y="2809"/>
                  </a:cubicBezTo>
                  <a:cubicBezTo>
                    <a:pt x="2391" y="2809"/>
                    <a:pt x="2372" y="2786"/>
                    <a:pt x="2436" y="2659"/>
                  </a:cubicBezTo>
                  <a:cubicBezTo>
                    <a:pt x="2543" y="2454"/>
                    <a:pt x="2534" y="2499"/>
                    <a:pt x="2543" y="2454"/>
                  </a:cubicBezTo>
                  <a:cubicBezTo>
                    <a:pt x="2552" y="2410"/>
                    <a:pt x="2498" y="2347"/>
                    <a:pt x="2498" y="2347"/>
                  </a:cubicBezTo>
                  <a:lnTo>
                    <a:pt x="2364" y="2222"/>
                  </a:lnTo>
                  <a:lnTo>
                    <a:pt x="2391" y="2106"/>
                  </a:lnTo>
                  <a:cubicBezTo>
                    <a:pt x="2391" y="2106"/>
                    <a:pt x="2489" y="1910"/>
                    <a:pt x="2489" y="1883"/>
                  </a:cubicBezTo>
                  <a:cubicBezTo>
                    <a:pt x="2489" y="1856"/>
                    <a:pt x="2391" y="1767"/>
                    <a:pt x="2391" y="1767"/>
                  </a:cubicBezTo>
                  <a:cubicBezTo>
                    <a:pt x="2391" y="1767"/>
                    <a:pt x="2079" y="1616"/>
                    <a:pt x="2043" y="1553"/>
                  </a:cubicBezTo>
                  <a:cubicBezTo>
                    <a:pt x="2007" y="1491"/>
                    <a:pt x="1981" y="1517"/>
                    <a:pt x="2007" y="1410"/>
                  </a:cubicBezTo>
                  <a:cubicBezTo>
                    <a:pt x="2034" y="1312"/>
                    <a:pt x="2043" y="1312"/>
                    <a:pt x="2043" y="1232"/>
                  </a:cubicBezTo>
                  <a:cubicBezTo>
                    <a:pt x="2052" y="1152"/>
                    <a:pt x="1829" y="973"/>
                    <a:pt x="1829" y="973"/>
                  </a:cubicBezTo>
                  <a:lnTo>
                    <a:pt x="1749" y="857"/>
                  </a:lnTo>
                  <a:cubicBezTo>
                    <a:pt x="1749" y="857"/>
                    <a:pt x="1642" y="563"/>
                    <a:pt x="1642" y="509"/>
                  </a:cubicBezTo>
                  <a:cubicBezTo>
                    <a:pt x="1642" y="456"/>
                    <a:pt x="1713" y="376"/>
                    <a:pt x="1642" y="358"/>
                  </a:cubicBezTo>
                  <a:cubicBezTo>
                    <a:pt x="1579" y="331"/>
                    <a:pt x="1570" y="304"/>
                    <a:pt x="1526" y="295"/>
                  </a:cubicBezTo>
                  <a:cubicBezTo>
                    <a:pt x="1481" y="277"/>
                    <a:pt x="1517" y="206"/>
                    <a:pt x="1517" y="144"/>
                  </a:cubicBezTo>
                  <a:cubicBezTo>
                    <a:pt x="1526" y="90"/>
                    <a:pt x="1427" y="1"/>
                    <a:pt x="1427"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164"/>
            <p:cNvSpPr/>
            <p:nvPr/>
          </p:nvSpPr>
          <p:spPr>
            <a:xfrm>
              <a:off x="5162482" y="3249016"/>
              <a:ext cx="376774" cy="609350"/>
            </a:xfrm>
            <a:custGeom>
              <a:rect b="b" l="l" r="r" t="t"/>
              <a:pathLst>
                <a:path extrusionOk="0" h="2945" w="1821">
                  <a:moveTo>
                    <a:pt x="910" y="1"/>
                  </a:moveTo>
                  <a:cubicBezTo>
                    <a:pt x="910" y="1"/>
                    <a:pt x="848" y="63"/>
                    <a:pt x="857" y="99"/>
                  </a:cubicBezTo>
                  <a:cubicBezTo>
                    <a:pt x="857" y="135"/>
                    <a:pt x="884" y="179"/>
                    <a:pt x="848" y="188"/>
                  </a:cubicBezTo>
                  <a:cubicBezTo>
                    <a:pt x="821" y="197"/>
                    <a:pt x="821" y="215"/>
                    <a:pt x="777" y="233"/>
                  </a:cubicBezTo>
                  <a:cubicBezTo>
                    <a:pt x="732" y="242"/>
                    <a:pt x="777" y="286"/>
                    <a:pt x="777" y="322"/>
                  </a:cubicBezTo>
                  <a:cubicBezTo>
                    <a:pt x="777" y="358"/>
                    <a:pt x="714" y="545"/>
                    <a:pt x="714" y="545"/>
                  </a:cubicBezTo>
                  <a:lnTo>
                    <a:pt x="661" y="625"/>
                  </a:lnTo>
                  <a:cubicBezTo>
                    <a:pt x="661" y="625"/>
                    <a:pt x="518" y="741"/>
                    <a:pt x="518" y="786"/>
                  </a:cubicBezTo>
                  <a:cubicBezTo>
                    <a:pt x="527" y="840"/>
                    <a:pt x="527" y="840"/>
                    <a:pt x="545" y="902"/>
                  </a:cubicBezTo>
                  <a:cubicBezTo>
                    <a:pt x="563" y="964"/>
                    <a:pt x="545" y="947"/>
                    <a:pt x="518" y="991"/>
                  </a:cubicBezTo>
                  <a:cubicBezTo>
                    <a:pt x="500" y="1027"/>
                    <a:pt x="295" y="1125"/>
                    <a:pt x="295" y="1125"/>
                  </a:cubicBezTo>
                  <a:cubicBezTo>
                    <a:pt x="295" y="1125"/>
                    <a:pt x="241" y="1179"/>
                    <a:pt x="241" y="1196"/>
                  </a:cubicBezTo>
                  <a:cubicBezTo>
                    <a:pt x="241" y="1214"/>
                    <a:pt x="295" y="1348"/>
                    <a:pt x="295" y="1348"/>
                  </a:cubicBezTo>
                  <a:lnTo>
                    <a:pt x="322" y="1419"/>
                  </a:lnTo>
                  <a:lnTo>
                    <a:pt x="232" y="1491"/>
                  </a:lnTo>
                  <a:cubicBezTo>
                    <a:pt x="232" y="1491"/>
                    <a:pt x="197" y="1535"/>
                    <a:pt x="206" y="1562"/>
                  </a:cubicBezTo>
                  <a:cubicBezTo>
                    <a:pt x="206" y="1598"/>
                    <a:pt x="206" y="1562"/>
                    <a:pt x="268" y="1696"/>
                  </a:cubicBezTo>
                  <a:cubicBezTo>
                    <a:pt x="314" y="1775"/>
                    <a:pt x="301" y="1790"/>
                    <a:pt x="286" y="1790"/>
                  </a:cubicBezTo>
                  <a:cubicBezTo>
                    <a:pt x="278" y="1790"/>
                    <a:pt x="268" y="1785"/>
                    <a:pt x="268" y="1785"/>
                  </a:cubicBezTo>
                  <a:lnTo>
                    <a:pt x="63" y="1883"/>
                  </a:lnTo>
                  <a:cubicBezTo>
                    <a:pt x="63" y="1883"/>
                    <a:pt x="81" y="1919"/>
                    <a:pt x="90" y="1937"/>
                  </a:cubicBezTo>
                  <a:cubicBezTo>
                    <a:pt x="90" y="1946"/>
                    <a:pt x="125" y="1990"/>
                    <a:pt x="161" y="2026"/>
                  </a:cubicBezTo>
                  <a:cubicBezTo>
                    <a:pt x="197" y="2071"/>
                    <a:pt x="99" y="2124"/>
                    <a:pt x="99" y="2124"/>
                  </a:cubicBezTo>
                  <a:lnTo>
                    <a:pt x="1" y="2303"/>
                  </a:lnTo>
                  <a:lnTo>
                    <a:pt x="63" y="2410"/>
                  </a:lnTo>
                  <a:lnTo>
                    <a:pt x="134" y="2517"/>
                  </a:lnTo>
                  <a:cubicBezTo>
                    <a:pt x="134" y="2517"/>
                    <a:pt x="125" y="2543"/>
                    <a:pt x="125" y="2579"/>
                  </a:cubicBezTo>
                  <a:cubicBezTo>
                    <a:pt x="125" y="2615"/>
                    <a:pt x="161" y="2802"/>
                    <a:pt x="161" y="2802"/>
                  </a:cubicBezTo>
                  <a:lnTo>
                    <a:pt x="232" y="2945"/>
                  </a:lnTo>
                  <a:lnTo>
                    <a:pt x="910" y="2927"/>
                  </a:lnTo>
                  <a:lnTo>
                    <a:pt x="1588" y="2945"/>
                  </a:lnTo>
                  <a:lnTo>
                    <a:pt x="1669" y="2802"/>
                  </a:lnTo>
                  <a:cubicBezTo>
                    <a:pt x="1669" y="2802"/>
                    <a:pt x="1704" y="2615"/>
                    <a:pt x="1704" y="2579"/>
                  </a:cubicBezTo>
                  <a:cubicBezTo>
                    <a:pt x="1704" y="2543"/>
                    <a:pt x="1687" y="2517"/>
                    <a:pt x="1687" y="2517"/>
                  </a:cubicBezTo>
                  <a:lnTo>
                    <a:pt x="1767" y="2410"/>
                  </a:lnTo>
                  <a:lnTo>
                    <a:pt x="1820" y="2303"/>
                  </a:lnTo>
                  <a:lnTo>
                    <a:pt x="1731" y="2124"/>
                  </a:lnTo>
                  <a:cubicBezTo>
                    <a:pt x="1731" y="2124"/>
                    <a:pt x="1624" y="2071"/>
                    <a:pt x="1669" y="2026"/>
                  </a:cubicBezTo>
                  <a:cubicBezTo>
                    <a:pt x="1704" y="1990"/>
                    <a:pt x="1731" y="1946"/>
                    <a:pt x="1740" y="1937"/>
                  </a:cubicBezTo>
                  <a:cubicBezTo>
                    <a:pt x="1740" y="1919"/>
                    <a:pt x="1767" y="1883"/>
                    <a:pt x="1767" y="1883"/>
                  </a:cubicBezTo>
                  <a:lnTo>
                    <a:pt x="1553" y="1785"/>
                  </a:lnTo>
                  <a:cubicBezTo>
                    <a:pt x="1553" y="1785"/>
                    <a:pt x="1545" y="1790"/>
                    <a:pt x="1537" y="1790"/>
                  </a:cubicBezTo>
                  <a:cubicBezTo>
                    <a:pt x="1524" y="1790"/>
                    <a:pt x="1513" y="1775"/>
                    <a:pt x="1553" y="1696"/>
                  </a:cubicBezTo>
                  <a:cubicBezTo>
                    <a:pt x="1624" y="1562"/>
                    <a:pt x="1615" y="1598"/>
                    <a:pt x="1624" y="1562"/>
                  </a:cubicBezTo>
                  <a:cubicBezTo>
                    <a:pt x="1624" y="1535"/>
                    <a:pt x="1588" y="1491"/>
                    <a:pt x="1588" y="1491"/>
                  </a:cubicBezTo>
                  <a:lnTo>
                    <a:pt x="1508" y="1419"/>
                  </a:lnTo>
                  <a:lnTo>
                    <a:pt x="1526" y="1348"/>
                  </a:lnTo>
                  <a:cubicBezTo>
                    <a:pt x="1526" y="1348"/>
                    <a:pt x="1588" y="1214"/>
                    <a:pt x="1588" y="1196"/>
                  </a:cubicBezTo>
                  <a:cubicBezTo>
                    <a:pt x="1588" y="1179"/>
                    <a:pt x="1526" y="1125"/>
                    <a:pt x="1526" y="1125"/>
                  </a:cubicBezTo>
                  <a:cubicBezTo>
                    <a:pt x="1526" y="1125"/>
                    <a:pt x="1330" y="1027"/>
                    <a:pt x="1303" y="991"/>
                  </a:cubicBezTo>
                  <a:cubicBezTo>
                    <a:pt x="1285" y="947"/>
                    <a:pt x="1258" y="964"/>
                    <a:pt x="1276" y="902"/>
                  </a:cubicBezTo>
                  <a:cubicBezTo>
                    <a:pt x="1294" y="840"/>
                    <a:pt x="1303" y="840"/>
                    <a:pt x="1303" y="786"/>
                  </a:cubicBezTo>
                  <a:cubicBezTo>
                    <a:pt x="1303" y="741"/>
                    <a:pt x="1169" y="625"/>
                    <a:pt x="1169" y="625"/>
                  </a:cubicBezTo>
                  <a:lnTo>
                    <a:pt x="1116" y="545"/>
                  </a:lnTo>
                  <a:cubicBezTo>
                    <a:pt x="1116" y="545"/>
                    <a:pt x="1053" y="358"/>
                    <a:pt x="1053" y="322"/>
                  </a:cubicBezTo>
                  <a:cubicBezTo>
                    <a:pt x="1053" y="286"/>
                    <a:pt x="1098" y="242"/>
                    <a:pt x="1053" y="233"/>
                  </a:cubicBezTo>
                  <a:cubicBezTo>
                    <a:pt x="1009" y="215"/>
                    <a:pt x="1000" y="197"/>
                    <a:pt x="973" y="188"/>
                  </a:cubicBezTo>
                  <a:cubicBezTo>
                    <a:pt x="946" y="179"/>
                    <a:pt x="964" y="135"/>
                    <a:pt x="973" y="99"/>
                  </a:cubicBezTo>
                  <a:cubicBezTo>
                    <a:pt x="973" y="63"/>
                    <a:pt x="91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164"/>
            <p:cNvSpPr/>
            <p:nvPr/>
          </p:nvSpPr>
          <p:spPr>
            <a:xfrm>
              <a:off x="5046206" y="3647721"/>
              <a:ext cx="234630" cy="129733"/>
            </a:xfrm>
            <a:custGeom>
              <a:rect b="b" l="l" r="r" t="t"/>
              <a:pathLst>
                <a:path extrusionOk="0" h="627" w="1134">
                  <a:moveTo>
                    <a:pt x="801" y="502"/>
                  </a:moveTo>
                  <a:lnTo>
                    <a:pt x="786" y="518"/>
                  </a:lnTo>
                  <a:cubicBezTo>
                    <a:pt x="786" y="518"/>
                    <a:pt x="817" y="502"/>
                    <a:pt x="801" y="502"/>
                  </a:cubicBezTo>
                  <a:close/>
                  <a:moveTo>
                    <a:pt x="696" y="1"/>
                  </a:moveTo>
                  <a:cubicBezTo>
                    <a:pt x="625" y="1"/>
                    <a:pt x="277" y="117"/>
                    <a:pt x="170" y="117"/>
                  </a:cubicBezTo>
                  <a:cubicBezTo>
                    <a:pt x="63" y="117"/>
                    <a:pt x="1" y="224"/>
                    <a:pt x="1" y="224"/>
                  </a:cubicBezTo>
                  <a:lnTo>
                    <a:pt x="1" y="349"/>
                  </a:lnTo>
                  <a:lnTo>
                    <a:pt x="72" y="518"/>
                  </a:lnTo>
                  <a:lnTo>
                    <a:pt x="206" y="518"/>
                  </a:lnTo>
                  <a:lnTo>
                    <a:pt x="304" y="590"/>
                  </a:lnTo>
                  <a:cubicBezTo>
                    <a:pt x="304" y="590"/>
                    <a:pt x="392" y="627"/>
                    <a:pt x="449" y="627"/>
                  </a:cubicBezTo>
                  <a:cubicBezTo>
                    <a:pt x="454" y="627"/>
                    <a:pt x="460" y="626"/>
                    <a:pt x="464" y="625"/>
                  </a:cubicBezTo>
                  <a:cubicBezTo>
                    <a:pt x="518" y="616"/>
                    <a:pt x="491" y="616"/>
                    <a:pt x="518" y="599"/>
                  </a:cubicBezTo>
                  <a:cubicBezTo>
                    <a:pt x="536" y="581"/>
                    <a:pt x="616" y="545"/>
                    <a:pt x="732" y="518"/>
                  </a:cubicBezTo>
                  <a:cubicBezTo>
                    <a:pt x="774" y="506"/>
                    <a:pt x="793" y="502"/>
                    <a:pt x="801" y="502"/>
                  </a:cubicBezTo>
                  <a:lnTo>
                    <a:pt x="866" y="438"/>
                  </a:lnTo>
                  <a:cubicBezTo>
                    <a:pt x="866" y="438"/>
                    <a:pt x="869" y="439"/>
                    <a:pt x="876" y="439"/>
                  </a:cubicBezTo>
                  <a:cubicBezTo>
                    <a:pt x="891" y="439"/>
                    <a:pt x="923" y="434"/>
                    <a:pt x="955" y="402"/>
                  </a:cubicBezTo>
                  <a:cubicBezTo>
                    <a:pt x="1000" y="367"/>
                    <a:pt x="955" y="313"/>
                    <a:pt x="955" y="313"/>
                  </a:cubicBezTo>
                  <a:cubicBezTo>
                    <a:pt x="955" y="313"/>
                    <a:pt x="982" y="313"/>
                    <a:pt x="1062" y="269"/>
                  </a:cubicBezTo>
                  <a:cubicBezTo>
                    <a:pt x="1133" y="233"/>
                    <a:pt x="1107" y="215"/>
                    <a:pt x="1107" y="215"/>
                  </a:cubicBezTo>
                  <a:lnTo>
                    <a:pt x="1107" y="170"/>
                  </a:lnTo>
                  <a:lnTo>
                    <a:pt x="1053" y="126"/>
                  </a:lnTo>
                  <a:cubicBezTo>
                    <a:pt x="1053" y="126"/>
                    <a:pt x="768" y="1"/>
                    <a:pt x="696"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164"/>
            <p:cNvSpPr/>
            <p:nvPr/>
          </p:nvSpPr>
          <p:spPr>
            <a:xfrm>
              <a:off x="5380345" y="3535165"/>
              <a:ext cx="204215" cy="138837"/>
            </a:xfrm>
            <a:custGeom>
              <a:rect b="b" l="l" r="r" t="t"/>
              <a:pathLst>
                <a:path extrusionOk="0" h="671" w="987">
                  <a:moveTo>
                    <a:pt x="643" y="1"/>
                  </a:moveTo>
                  <a:lnTo>
                    <a:pt x="402" y="152"/>
                  </a:lnTo>
                  <a:cubicBezTo>
                    <a:pt x="402" y="152"/>
                    <a:pt x="268" y="206"/>
                    <a:pt x="152" y="206"/>
                  </a:cubicBezTo>
                  <a:cubicBezTo>
                    <a:pt x="141" y="205"/>
                    <a:pt x="130" y="205"/>
                    <a:pt x="121" y="205"/>
                  </a:cubicBezTo>
                  <a:cubicBezTo>
                    <a:pt x="41" y="205"/>
                    <a:pt x="24" y="236"/>
                    <a:pt x="0" y="268"/>
                  </a:cubicBezTo>
                  <a:lnTo>
                    <a:pt x="0" y="465"/>
                  </a:lnTo>
                  <a:lnTo>
                    <a:pt x="188" y="545"/>
                  </a:lnTo>
                  <a:lnTo>
                    <a:pt x="330" y="652"/>
                  </a:lnTo>
                  <a:cubicBezTo>
                    <a:pt x="330" y="652"/>
                    <a:pt x="448" y="671"/>
                    <a:pt x="519" y="671"/>
                  </a:cubicBezTo>
                  <a:cubicBezTo>
                    <a:pt x="546" y="671"/>
                    <a:pt x="566" y="668"/>
                    <a:pt x="571" y="661"/>
                  </a:cubicBezTo>
                  <a:cubicBezTo>
                    <a:pt x="589" y="643"/>
                    <a:pt x="660" y="482"/>
                    <a:pt x="660" y="482"/>
                  </a:cubicBezTo>
                  <a:cubicBezTo>
                    <a:pt x="660" y="482"/>
                    <a:pt x="732" y="420"/>
                    <a:pt x="892" y="268"/>
                  </a:cubicBezTo>
                  <a:cubicBezTo>
                    <a:pt x="978" y="178"/>
                    <a:pt x="987" y="158"/>
                    <a:pt x="978" y="158"/>
                  </a:cubicBezTo>
                  <a:cubicBezTo>
                    <a:pt x="972" y="158"/>
                    <a:pt x="955" y="170"/>
                    <a:pt x="955" y="170"/>
                  </a:cubicBezTo>
                  <a:lnTo>
                    <a:pt x="892" y="54"/>
                  </a:lnTo>
                  <a:lnTo>
                    <a:pt x="643" y="1"/>
                  </a:ln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164"/>
            <p:cNvSpPr/>
            <p:nvPr/>
          </p:nvSpPr>
          <p:spPr>
            <a:xfrm>
              <a:off x="5134758" y="3458610"/>
              <a:ext cx="179387" cy="95179"/>
            </a:xfrm>
            <a:custGeom>
              <a:rect b="b" l="l" r="r" t="t"/>
              <a:pathLst>
                <a:path extrusionOk="0" h="460" w="867">
                  <a:moveTo>
                    <a:pt x="442" y="0"/>
                  </a:moveTo>
                  <a:cubicBezTo>
                    <a:pt x="407" y="0"/>
                    <a:pt x="377" y="7"/>
                    <a:pt x="358" y="23"/>
                  </a:cubicBezTo>
                  <a:cubicBezTo>
                    <a:pt x="304" y="59"/>
                    <a:pt x="268" y="192"/>
                    <a:pt x="268" y="192"/>
                  </a:cubicBezTo>
                  <a:lnTo>
                    <a:pt x="126" y="210"/>
                  </a:lnTo>
                  <a:cubicBezTo>
                    <a:pt x="126" y="210"/>
                    <a:pt x="118" y="209"/>
                    <a:pt x="107" y="209"/>
                  </a:cubicBezTo>
                  <a:cubicBezTo>
                    <a:pt x="90" y="209"/>
                    <a:pt x="63" y="212"/>
                    <a:pt x="36" y="228"/>
                  </a:cubicBezTo>
                  <a:cubicBezTo>
                    <a:pt x="1" y="255"/>
                    <a:pt x="1" y="371"/>
                    <a:pt x="1" y="371"/>
                  </a:cubicBezTo>
                  <a:lnTo>
                    <a:pt x="90" y="415"/>
                  </a:lnTo>
                  <a:lnTo>
                    <a:pt x="456" y="460"/>
                  </a:lnTo>
                  <a:lnTo>
                    <a:pt x="625" y="371"/>
                  </a:lnTo>
                  <a:lnTo>
                    <a:pt x="804" y="308"/>
                  </a:lnTo>
                  <a:cubicBezTo>
                    <a:pt x="804" y="308"/>
                    <a:pt x="866" y="237"/>
                    <a:pt x="830" y="201"/>
                  </a:cubicBezTo>
                  <a:cubicBezTo>
                    <a:pt x="795" y="166"/>
                    <a:pt x="732" y="76"/>
                    <a:pt x="732" y="76"/>
                  </a:cubicBezTo>
                  <a:cubicBezTo>
                    <a:pt x="732" y="76"/>
                    <a:pt x="679" y="59"/>
                    <a:pt x="590" y="32"/>
                  </a:cubicBezTo>
                  <a:cubicBezTo>
                    <a:pt x="539" y="12"/>
                    <a:pt x="487" y="0"/>
                    <a:pt x="442"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164"/>
            <p:cNvSpPr/>
            <p:nvPr/>
          </p:nvSpPr>
          <p:spPr>
            <a:xfrm>
              <a:off x="5363586" y="3225222"/>
              <a:ext cx="253252" cy="118146"/>
            </a:xfrm>
            <a:custGeom>
              <a:rect b="b" l="l" r="r" t="t"/>
              <a:pathLst>
                <a:path extrusionOk="0" h="571" w="1224">
                  <a:moveTo>
                    <a:pt x="795" y="0"/>
                  </a:moveTo>
                  <a:cubicBezTo>
                    <a:pt x="795" y="0"/>
                    <a:pt x="697" y="0"/>
                    <a:pt x="501" y="80"/>
                  </a:cubicBezTo>
                  <a:cubicBezTo>
                    <a:pt x="398" y="116"/>
                    <a:pt x="351" y="125"/>
                    <a:pt x="330" y="125"/>
                  </a:cubicBezTo>
                  <a:cubicBezTo>
                    <a:pt x="309" y="125"/>
                    <a:pt x="313" y="116"/>
                    <a:pt x="313" y="116"/>
                  </a:cubicBezTo>
                  <a:lnTo>
                    <a:pt x="313" y="116"/>
                  </a:lnTo>
                  <a:lnTo>
                    <a:pt x="251" y="196"/>
                  </a:lnTo>
                  <a:lnTo>
                    <a:pt x="1" y="303"/>
                  </a:lnTo>
                  <a:lnTo>
                    <a:pt x="81" y="544"/>
                  </a:lnTo>
                  <a:cubicBezTo>
                    <a:pt x="81" y="544"/>
                    <a:pt x="99" y="535"/>
                    <a:pt x="215" y="526"/>
                  </a:cubicBezTo>
                  <a:cubicBezTo>
                    <a:pt x="228" y="525"/>
                    <a:pt x="240" y="525"/>
                    <a:pt x="253" y="525"/>
                  </a:cubicBezTo>
                  <a:cubicBezTo>
                    <a:pt x="350" y="525"/>
                    <a:pt x="420" y="553"/>
                    <a:pt x="420" y="553"/>
                  </a:cubicBezTo>
                  <a:lnTo>
                    <a:pt x="599" y="571"/>
                  </a:lnTo>
                  <a:cubicBezTo>
                    <a:pt x="599" y="571"/>
                    <a:pt x="706" y="437"/>
                    <a:pt x="813" y="393"/>
                  </a:cubicBezTo>
                  <a:cubicBezTo>
                    <a:pt x="845" y="375"/>
                    <a:pt x="867" y="369"/>
                    <a:pt x="887" y="369"/>
                  </a:cubicBezTo>
                  <a:cubicBezTo>
                    <a:pt x="928" y="369"/>
                    <a:pt x="961" y="393"/>
                    <a:pt x="1063" y="393"/>
                  </a:cubicBezTo>
                  <a:cubicBezTo>
                    <a:pt x="1223" y="384"/>
                    <a:pt x="1196" y="285"/>
                    <a:pt x="1196" y="285"/>
                  </a:cubicBezTo>
                  <a:lnTo>
                    <a:pt x="1196" y="205"/>
                  </a:lnTo>
                  <a:cubicBezTo>
                    <a:pt x="1196" y="205"/>
                    <a:pt x="1125" y="62"/>
                    <a:pt x="1125" y="62"/>
                  </a:cubicBezTo>
                  <a:cubicBezTo>
                    <a:pt x="1125" y="62"/>
                    <a:pt x="973" y="27"/>
                    <a:pt x="973" y="27"/>
                  </a:cubicBezTo>
                  <a:lnTo>
                    <a:pt x="795" y="0"/>
                  </a:ln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164"/>
            <p:cNvSpPr/>
            <p:nvPr/>
          </p:nvSpPr>
          <p:spPr>
            <a:xfrm>
              <a:off x="5164344" y="3105217"/>
              <a:ext cx="216216" cy="86902"/>
            </a:xfrm>
            <a:custGeom>
              <a:rect b="b" l="l" r="r" t="t"/>
              <a:pathLst>
                <a:path extrusionOk="0" h="420" w="1045">
                  <a:moveTo>
                    <a:pt x="588" y="1"/>
                  </a:moveTo>
                  <a:cubicBezTo>
                    <a:pt x="575" y="1"/>
                    <a:pt x="561" y="3"/>
                    <a:pt x="545" y="9"/>
                  </a:cubicBezTo>
                  <a:cubicBezTo>
                    <a:pt x="447" y="45"/>
                    <a:pt x="277" y="63"/>
                    <a:pt x="277" y="63"/>
                  </a:cubicBezTo>
                  <a:lnTo>
                    <a:pt x="125" y="63"/>
                  </a:lnTo>
                  <a:cubicBezTo>
                    <a:pt x="125" y="63"/>
                    <a:pt x="0" y="152"/>
                    <a:pt x="27" y="223"/>
                  </a:cubicBezTo>
                  <a:cubicBezTo>
                    <a:pt x="54" y="295"/>
                    <a:pt x="125" y="366"/>
                    <a:pt x="125" y="366"/>
                  </a:cubicBezTo>
                  <a:cubicBezTo>
                    <a:pt x="125" y="366"/>
                    <a:pt x="518" y="411"/>
                    <a:pt x="545" y="411"/>
                  </a:cubicBezTo>
                  <a:cubicBezTo>
                    <a:pt x="562" y="411"/>
                    <a:pt x="732" y="419"/>
                    <a:pt x="732" y="419"/>
                  </a:cubicBezTo>
                  <a:lnTo>
                    <a:pt x="964" y="366"/>
                  </a:lnTo>
                  <a:lnTo>
                    <a:pt x="1044" y="286"/>
                  </a:lnTo>
                  <a:lnTo>
                    <a:pt x="830" y="143"/>
                  </a:lnTo>
                  <a:cubicBezTo>
                    <a:pt x="759" y="107"/>
                    <a:pt x="670" y="63"/>
                    <a:pt x="670" y="63"/>
                  </a:cubicBezTo>
                  <a:cubicBezTo>
                    <a:pt x="670" y="63"/>
                    <a:pt x="651" y="1"/>
                    <a:pt x="588"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164"/>
            <p:cNvSpPr/>
            <p:nvPr/>
          </p:nvSpPr>
          <p:spPr>
            <a:xfrm>
              <a:off x="5425863" y="3360331"/>
              <a:ext cx="159524" cy="73660"/>
            </a:xfrm>
            <a:custGeom>
              <a:rect b="b" l="l" r="r" t="t"/>
              <a:pathLst>
                <a:path extrusionOk="0" h="356" w="771">
                  <a:moveTo>
                    <a:pt x="369" y="0"/>
                  </a:moveTo>
                  <a:cubicBezTo>
                    <a:pt x="351" y="0"/>
                    <a:pt x="330" y="4"/>
                    <a:pt x="298" y="16"/>
                  </a:cubicBezTo>
                  <a:cubicBezTo>
                    <a:pt x="200" y="61"/>
                    <a:pt x="164" y="25"/>
                    <a:pt x="137" y="87"/>
                  </a:cubicBezTo>
                  <a:cubicBezTo>
                    <a:pt x="101" y="150"/>
                    <a:pt x="48" y="239"/>
                    <a:pt x="48" y="239"/>
                  </a:cubicBezTo>
                  <a:cubicBezTo>
                    <a:pt x="48" y="239"/>
                    <a:pt x="41" y="238"/>
                    <a:pt x="33" y="238"/>
                  </a:cubicBezTo>
                  <a:cubicBezTo>
                    <a:pt x="18" y="238"/>
                    <a:pt x="0" y="242"/>
                    <a:pt x="30" y="266"/>
                  </a:cubicBezTo>
                  <a:cubicBezTo>
                    <a:pt x="75" y="310"/>
                    <a:pt x="226" y="355"/>
                    <a:pt x="226" y="355"/>
                  </a:cubicBezTo>
                  <a:lnTo>
                    <a:pt x="414" y="346"/>
                  </a:lnTo>
                  <a:lnTo>
                    <a:pt x="610" y="328"/>
                  </a:lnTo>
                  <a:lnTo>
                    <a:pt x="753" y="239"/>
                  </a:lnTo>
                  <a:lnTo>
                    <a:pt x="770" y="141"/>
                  </a:lnTo>
                  <a:lnTo>
                    <a:pt x="762" y="52"/>
                  </a:lnTo>
                  <a:cubicBezTo>
                    <a:pt x="726" y="43"/>
                    <a:pt x="637" y="16"/>
                    <a:pt x="512" y="16"/>
                  </a:cubicBezTo>
                  <a:cubicBezTo>
                    <a:pt x="428" y="16"/>
                    <a:pt x="405" y="0"/>
                    <a:pt x="369" y="0"/>
                  </a:cubicBez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164"/>
            <p:cNvSpPr/>
            <p:nvPr/>
          </p:nvSpPr>
          <p:spPr>
            <a:xfrm>
              <a:off x="5120068" y="3438954"/>
              <a:ext cx="118350" cy="72418"/>
            </a:xfrm>
            <a:custGeom>
              <a:rect b="b" l="l" r="r" t="t"/>
              <a:pathLst>
                <a:path extrusionOk="0" h="350" w="572">
                  <a:moveTo>
                    <a:pt x="378" y="1"/>
                  </a:moveTo>
                  <a:cubicBezTo>
                    <a:pt x="371" y="1"/>
                    <a:pt x="364" y="1"/>
                    <a:pt x="357" y="2"/>
                  </a:cubicBezTo>
                  <a:cubicBezTo>
                    <a:pt x="286" y="11"/>
                    <a:pt x="197" y="11"/>
                    <a:pt x="197" y="11"/>
                  </a:cubicBezTo>
                  <a:cubicBezTo>
                    <a:pt x="170" y="11"/>
                    <a:pt x="54" y="29"/>
                    <a:pt x="36" y="55"/>
                  </a:cubicBezTo>
                  <a:cubicBezTo>
                    <a:pt x="27" y="82"/>
                    <a:pt x="0" y="91"/>
                    <a:pt x="18" y="145"/>
                  </a:cubicBezTo>
                  <a:cubicBezTo>
                    <a:pt x="27" y="198"/>
                    <a:pt x="81" y="269"/>
                    <a:pt x="81" y="269"/>
                  </a:cubicBezTo>
                  <a:lnTo>
                    <a:pt x="232" y="323"/>
                  </a:lnTo>
                  <a:lnTo>
                    <a:pt x="384" y="350"/>
                  </a:lnTo>
                  <a:cubicBezTo>
                    <a:pt x="384" y="350"/>
                    <a:pt x="527" y="252"/>
                    <a:pt x="536" y="198"/>
                  </a:cubicBezTo>
                  <a:cubicBezTo>
                    <a:pt x="553" y="136"/>
                    <a:pt x="571" y="64"/>
                    <a:pt x="571" y="64"/>
                  </a:cubicBezTo>
                  <a:lnTo>
                    <a:pt x="571" y="38"/>
                  </a:lnTo>
                  <a:cubicBezTo>
                    <a:pt x="571" y="38"/>
                    <a:pt x="453" y="1"/>
                    <a:pt x="378"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164"/>
            <p:cNvSpPr/>
            <p:nvPr/>
          </p:nvSpPr>
          <p:spPr>
            <a:xfrm>
              <a:off x="5114482" y="3616272"/>
              <a:ext cx="201319" cy="104076"/>
            </a:xfrm>
            <a:custGeom>
              <a:rect b="b" l="l" r="r" t="t"/>
              <a:pathLst>
                <a:path extrusionOk="0" h="503" w="973">
                  <a:moveTo>
                    <a:pt x="456" y="0"/>
                  </a:moveTo>
                  <a:cubicBezTo>
                    <a:pt x="447" y="0"/>
                    <a:pt x="438" y="0"/>
                    <a:pt x="429" y="1"/>
                  </a:cubicBezTo>
                  <a:cubicBezTo>
                    <a:pt x="331" y="10"/>
                    <a:pt x="206" y="73"/>
                    <a:pt x="206" y="73"/>
                  </a:cubicBezTo>
                  <a:lnTo>
                    <a:pt x="99" y="108"/>
                  </a:lnTo>
                  <a:cubicBezTo>
                    <a:pt x="99" y="108"/>
                    <a:pt x="79" y="100"/>
                    <a:pt x="60" y="100"/>
                  </a:cubicBezTo>
                  <a:cubicBezTo>
                    <a:pt x="51" y="100"/>
                    <a:pt x="42" y="102"/>
                    <a:pt x="36" y="108"/>
                  </a:cubicBezTo>
                  <a:cubicBezTo>
                    <a:pt x="18" y="117"/>
                    <a:pt x="1" y="206"/>
                    <a:pt x="1" y="206"/>
                  </a:cubicBezTo>
                  <a:lnTo>
                    <a:pt x="99" y="305"/>
                  </a:lnTo>
                  <a:cubicBezTo>
                    <a:pt x="99" y="305"/>
                    <a:pt x="108" y="314"/>
                    <a:pt x="134" y="340"/>
                  </a:cubicBezTo>
                  <a:cubicBezTo>
                    <a:pt x="163" y="362"/>
                    <a:pt x="175" y="401"/>
                    <a:pt x="206" y="401"/>
                  </a:cubicBezTo>
                  <a:cubicBezTo>
                    <a:pt x="214" y="401"/>
                    <a:pt x="222" y="399"/>
                    <a:pt x="233" y="394"/>
                  </a:cubicBezTo>
                  <a:cubicBezTo>
                    <a:pt x="286" y="367"/>
                    <a:pt x="322" y="358"/>
                    <a:pt x="322" y="358"/>
                  </a:cubicBezTo>
                  <a:cubicBezTo>
                    <a:pt x="322" y="358"/>
                    <a:pt x="375" y="403"/>
                    <a:pt x="411" y="438"/>
                  </a:cubicBezTo>
                  <a:cubicBezTo>
                    <a:pt x="447" y="474"/>
                    <a:pt x="438" y="465"/>
                    <a:pt x="518" y="483"/>
                  </a:cubicBezTo>
                  <a:cubicBezTo>
                    <a:pt x="566" y="499"/>
                    <a:pt x="602" y="502"/>
                    <a:pt x="622" y="502"/>
                  </a:cubicBezTo>
                  <a:cubicBezTo>
                    <a:pt x="636" y="502"/>
                    <a:pt x="643" y="501"/>
                    <a:pt x="643" y="501"/>
                  </a:cubicBezTo>
                  <a:lnTo>
                    <a:pt x="786" y="474"/>
                  </a:lnTo>
                  <a:lnTo>
                    <a:pt x="875" y="367"/>
                  </a:lnTo>
                  <a:cubicBezTo>
                    <a:pt x="875" y="367"/>
                    <a:pt x="973" y="305"/>
                    <a:pt x="928" y="251"/>
                  </a:cubicBezTo>
                  <a:cubicBezTo>
                    <a:pt x="875" y="189"/>
                    <a:pt x="795" y="126"/>
                    <a:pt x="759" y="108"/>
                  </a:cubicBezTo>
                  <a:cubicBezTo>
                    <a:pt x="723" y="90"/>
                    <a:pt x="634" y="37"/>
                    <a:pt x="634" y="37"/>
                  </a:cubicBezTo>
                  <a:cubicBezTo>
                    <a:pt x="634" y="37"/>
                    <a:pt x="546" y="0"/>
                    <a:pt x="456"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164"/>
            <p:cNvSpPr/>
            <p:nvPr/>
          </p:nvSpPr>
          <p:spPr>
            <a:xfrm>
              <a:off x="5393173" y="3716207"/>
              <a:ext cx="252631" cy="97868"/>
            </a:xfrm>
            <a:custGeom>
              <a:rect b="b" l="l" r="r" t="t"/>
              <a:pathLst>
                <a:path extrusionOk="0" h="473" w="1221">
                  <a:moveTo>
                    <a:pt x="170" y="0"/>
                  </a:moveTo>
                  <a:lnTo>
                    <a:pt x="54" y="80"/>
                  </a:lnTo>
                  <a:lnTo>
                    <a:pt x="1" y="250"/>
                  </a:lnTo>
                  <a:lnTo>
                    <a:pt x="54" y="339"/>
                  </a:lnTo>
                  <a:lnTo>
                    <a:pt x="108" y="410"/>
                  </a:lnTo>
                  <a:lnTo>
                    <a:pt x="295" y="446"/>
                  </a:lnTo>
                  <a:cubicBezTo>
                    <a:pt x="295" y="446"/>
                    <a:pt x="358" y="472"/>
                    <a:pt x="428" y="472"/>
                  </a:cubicBezTo>
                  <a:cubicBezTo>
                    <a:pt x="449" y="472"/>
                    <a:pt x="471" y="470"/>
                    <a:pt x="491" y="464"/>
                  </a:cubicBezTo>
                  <a:cubicBezTo>
                    <a:pt x="531" y="455"/>
                    <a:pt x="574" y="453"/>
                    <a:pt x="606" y="453"/>
                  </a:cubicBezTo>
                  <a:cubicBezTo>
                    <a:pt x="639" y="453"/>
                    <a:pt x="661" y="455"/>
                    <a:pt x="661" y="455"/>
                  </a:cubicBezTo>
                  <a:cubicBezTo>
                    <a:pt x="661" y="455"/>
                    <a:pt x="750" y="401"/>
                    <a:pt x="1009" y="330"/>
                  </a:cubicBezTo>
                  <a:cubicBezTo>
                    <a:pt x="1213" y="264"/>
                    <a:pt x="1220" y="258"/>
                    <a:pt x="1216" y="258"/>
                  </a:cubicBezTo>
                  <a:cubicBezTo>
                    <a:pt x="1215" y="258"/>
                    <a:pt x="1214" y="259"/>
                    <a:pt x="1214" y="259"/>
                  </a:cubicBezTo>
                  <a:lnTo>
                    <a:pt x="1053" y="187"/>
                  </a:lnTo>
                  <a:cubicBezTo>
                    <a:pt x="1053" y="187"/>
                    <a:pt x="1000" y="161"/>
                    <a:pt x="928" y="143"/>
                  </a:cubicBezTo>
                  <a:cubicBezTo>
                    <a:pt x="866" y="125"/>
                    <a:pt x="830" y="18"/>
                    <a:pt x="830" y="18"/>
                  </a:cubicBezTo>
                  <a:lnTo>
                    <a:pt x="688" y="0"/>
                  </a:lnTo>
                  <a:lnTo>
                    <a:pt x="456" y="62"/>
                  </a:lnTo>
                  <a:lnTo>
                    <a:pt x="170" y="0"/>
                  </a:ln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164"/>
            <p:cNvSpPr/>
            <p:nvPr/>
          </p:nvSpPr>
          <p:spPr>
            <a:xfrm>
              <a:off x="5341448" y="3300742"/>
              <a:ext cx="179387" cy="87109"/>
            </a:xfrm>
            <a:custGeom>
              <a:rect b="b" l="l" r="r" t="t"/>
              <a:pathLst>
                <a:path extrusionOk="0" h="421" w="867">
                  <a:moveTo>
                    <a:pt x="732" y="1"/>
                  </a:moveTo>
                  <a:lnTo>
                    <a:pt x="608" y="19"/>
                  </a:lnTo>
                  <a:cubicBezTo>
                    <a:pt x="608" y="19"/>
                    <a:pt x="527" y="34"/>
                    <a:pt x="476" y="34"/>
                  </a:cubicBezTo>
                  <a:cubicBezTo>
                    <a:pt x="459" y="34"/>
                    <a:pt x="445" y="32"/>
                    <a:pt x="438" y="28"/>
                  </a:cubicBezTo>
                  <a:cubicBezTo>
                    <a:pt x="433" y="22"/>
                    <a:pt x="419" y="20"/>
                    <a:pt x="402" y="20"/>
                  </a:cubicBezTo>
                  <a:cubicBezTo>
                    <a:pt x="331" y="20"/>
                    <a:pt x="188" y="54"/>
                    <a:pt x="188" y="54"/>
                  </a:cubicBezTo>
                  <a:cubicBezTo>
                    <a:pt x="188" y="54"/>
                    <a:pt x="63" y="170"/>
                    <a:pt x="45" y="215"/>
                  </a:cubicBezTo>
                  <a:lnTo>
                    <a:pt x="1" y="322"/>
                  </a:lnTo>
                  <a:lnTo>
                    <a:pt x="45" y="402"/>
                  </a:lnTo>
                  <a:lnTo>
                    <a:pt x="269" y="420"/>
                  </a:lnTo>
                  <a:cubicBezTo>
                    <a:pt x="269" y="420"/>
                    <a:pt x="384" y="411"/>
                    <a:pt x="429" y="367"/>
                  </a:cubicBezTo>
                  <a:cubicBezTo>
                    <a:pt x="450" y="345"/>
                    <a:pt x="475" y="336"/>
                    <a:pt x="511" y="336"/>
                  </a:cubicBezTo>
                  <a:cubicBezTo>
                    <a:pt x="551" y="336"/>
                    <a:pt x="604" y="348"/>
                    <a:pt x="679" y="367"/>
                  </a:cubicBezTo>
                  <a:cubicBezTo>
                    <a:pt x="704" y="371"/>
                    <a:pt x="726" y="373"/>
                    <a:pt x="745" y="373"/>
                  </a:cubicBezTo>
                  <a:cubicBezTo>
                    <a:pt x="833" y="373"/>
                    <a:pt x="857" y="331"/>
                    <a:pt x="857" y="331"/>
                  </a:cubicBezTo>
                  <a:cubicBezTo>
                    <a:pt x="857" y="331"/>
                    <a:pt x="866" y="170"/>
                    <a:pt x="857" y="144"/>
                  </a:cubicBezTo>
                  <a:cubicBezTo>
                    <a:pt x="848" y="117"/>
                    <a:pt x="732" y="1"/>
                    <a:pt x="732"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164"/>
            <p:cNvSpPr/>
            <p:nvPr/>
          </p:nvSpPr>
          <p:spPr>
            <a:xfrm>
              <a:off x="5033378" y="3852764"/>
              <a:ext cx="634991" cy="64763"/>
            </a:xfrm>
            <a:custGeom>
              <a:rect b="b" l="l" r="r" t="t"/>
              <a:pathLst>
                <a:path extrusionOk="0" h="313" w="3069">
                  <a:moveTo>
                    <a:pt x="0" y="0"/>
                  </a:moveTo>
                  <a:lnTo>
                    <a:pt x="0" y="312"/>
                  </a:lnTo>
                  <a:lnTo>
                    <a:pt x="3069" y="312"/>
                  </a:lnTo>
                  <a:lnTo>
                    <a:pt x="3069"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164"/>
            <p:cNvSpPr/>
            <p:nvPr/>
          </p:nvSpPr>
          <p:spPr>
            <a:xfrm>
              <a:off x="5072068" y="3917318"/>
              <a:ext cx="557609" cy="531759"/>
            </a:xfrm>
            <a:custGeom>
              <a:rect b="b" l="l" r="r" t="t"/>
              <a:pathLst>
                <a:path extrusionOk="0" h="2570" w="2695">
                  <a:moveTo>
                    <a:pt x="0" y="0"/>
                  </a:moveTo>
                  <a:lnTo>
                    <a:pt x="232" y="2570"/>
                  </a:lnTo>
                  <a:lnTo>
                    <a:pt x="2472" y="2570"/>
                  </a:lnTo>
                  <a:lnTo>
                    <a:pt x="269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164"/>
            <p:cNvSpPr/>
            <p:nvPr/>
          </p:nvSpPr>
          <p:spPr>
            <a:xfrm>
              <a:off x="5072068" y="3917318"/>
              <a:ext cx="557609" cy="40761"/>
            </a:xfrm>
            <a:custGeom>
              <a:rect b="b" l="l" r="r" t="t"/>
              <a:pathLst>
                <a:path extrusionOk="0" h="197" w="2695">
                  <a:moveTo>
                    <a:pt x="0" y="0"/>
                  </a:moveTo>
                  <a:lnTo>
                    <a:pt x="18" y="197"/>
                  </a:lnTo>
                  <a:lnTo>
                    <a:pt x="2677" y="197"/>
                  </a:lnTo>
                  <a:lnTo>
                    <a:pt x="269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1" name="Google Shape;10611;p164"/>
          <p:cNvGrpSpPr/>
          <p:nvPr/>
        </p:nvGrpSpPr>
        <p:grpSpPr>
          <a:xfrm>
            <a:off x="8430894" y="2688291"/>
            <a:ext cx="942613" cy="2225784"/>
            <a:chOff x="1214466" y="2918796"/>
            <a:chExt cx="786428" cy="1856987"/>
          </a:xfrm>
        </p:grpSpPr>
        <p:sp>
          <p:nvSpPr>
            <p:cNvPr id="10612" name="Google Shape;10612;p164"/>
            <p:cNvSpPr/>
            <p:nvPr/>
          </p:nvSpPr>
          <p:spPr>
            <a:xfrm>
              <a:off x="1718262" y="3276741"/>
              <a:ext cx="282632" cy="1052344"/>
            </a:xfrm>
            <a:custGeom>
              <a:rect b="b" l="l" r="r" t="t"/>
              <a:pathLst>
                <a:path extrusionOk="0" h="5086" w="1366">
                  <a:moveTo>
                    <a:pt x="1366" y="1"/>
                  </a:moveTo>
                  <a:lnTo>
                    <a:pt x="1" y="5005"/>
                  </a:lnTo>
                  <a:lnTo>
                    <a:pt x="99" y="5086"/>
                  </a:lnTo>
                  <a:cubicBezTo>
                    <a:pt x="1294" y="2321"/>
                    <a:pt x="1366" y="1"/>
                    <a:pt x="13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164"/>
            <p:cNvSpPr/>
            <p:nvPr/>
          </p:nvSpPr>
          <p:spPr>
            <a:xfrm>
              <a:off x="1696123" y="3276741"/>
              <a:ext cx="304771" cy="1035791"/>
            </a:xfrm>
            <a:custGeom>
              <a:rect b="b" l="l" r="r" t="t"/>
              <a:pathLst>
                <a:path extrusionOk="0" h="5006" w="1473">
                  <a:moveTo>
                    <a:pt x="1473" y="1"/>
                  </a:moveTo>
                  <a:cubicBezTo>
                    <a:pt x="1473" y="1"/>
                    <a:pt x="483" y="1553"/>
                    <a:pt x="1" y="4916"/>
                  </a:cubicBezTo>
                  <a:lnTo>
                    <a:pt x="108" y="5005"/>
                  </a:lnTo>
                  <a:lnTo>
                    <a:pt x="1473"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164"/>
            <p:cNvSpPr/>
            <p:nvPr/>
          </p:nvSpPr>
          <p:spPr>
            <a:xfrm>
              <a:off x="1687020" y="3134598"/>
              <a:ext cx="227182" cy="1069104"/>
            </a:xfrm>
            <a:custGeom>
              <a:rect b="b" l="l" r="r" t="t"/>
              <a:pathLst>
                <a:path extrusionOk="0" h="5167" w="1098">
                  <a:moveTo>
                    <a:pt x="999" y="1"/>
                  </a:moveTo>
                  <a:lnTo>
                    <a:pt x="0" y="5086"/>
                  </a:lnTo>
                  <a:lnTo>
                    <a:pt x="107" y="5166"/>
                  </a:lnTo>
                  <a:cubicBezTo>
                    <a:pt x="1097" y="2321"/>
                    <a:pt x="999" y="1"/>
                    <a:pt x="9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164"/>
            <p:cNvSpPr/>
            <p:nvPr/>
          </p:nvSpPr>
          <p:spPr>
            <a:xfrm>
              <a:off x="1664882" y="3134598"/>
              <a:ext cx="229044" cy="1052344"/>
            </a:xfrm>
            <a:custGeom>
              <a:rect b="b" l="l" r="r" t="t"/>
              <a:pathLst>
                <a:path extrusionOk="0" h="5086" w="1107">
                  <a:moveTo>
                    <a:pt x="1106" y="1"/>
                  </a:moveTo>
                  <a:cubicBezTo>
                    <a:pt x="1106" y="1"/>
                    <a:pt x="232" y="1625"/>
                    <a:pt x="0" y="5014"/>
                  </a:cubicBezTo>
                  <a:lnTo>
                    <a:pt x="107" y="5086"/>
                  </a:lnTo>
                  <a:lnTo>
                    <a:pt x="1106"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164"/>
            <p:cNvSpPr/>
            <p:nvPr/>
          </p:nvSpPr>
          <p:spPr>
            <a:xfrm>
              <a:off x="1648123" y="3007352"/>
              <a:ext cx="171938" cy="1118762"/>
            </a:xfrm>
            <a:custGeom>
              <a:rect b="b" l="l" r="r" t="t"/>
              <a:pathLst>
                <a:path extrusionOk="0" h="5407" w="831">
                  <a:moveTo>
                    <a:pt x="527" y="0"/>
                  </a:moveTo>
                  <a:lnTo>
                    <a:pt x="1" y="5362"/>
                  </a:lnTo>
                  <a:lnTo>
                    <a:pt x="108" y="5406"/>
                  </a:lnTo>
                  <a:cubicBezTo>
                    <a:pt x="830" y="2258"/>
                    <a:pt x="527" y="1"/>
                    <a:pt x="5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164"/>
            <p:cNvSpPr/>
            <p:nvPr/>
          </p:nvSpPr>
          <p:spPr>
            <a:xfrm>
              <a:off x="1609434" y="3007352"/>
              <a:ext cx="147937" cy="1109451"/>
            </a:xfrm>
            <a:custGeom>
              <a:rect b="b" l="l" r="r" t="t"/>
              <a:pathLst>
                <a:path extrusionOk="0" h="5362" w="715">
                  <a:moveTo>
                    <a:pt x="714" y="0"/>
                  </a:moveTo>
                  <a:lnTo>
                    <a:pt x="714" y="0"/>
                  </a:lnTo>
                  <a:cubicBezTo>
                    <a:pt x="714" y="1"/>
                    <a:pt x="1" y="1910"/>
                    <a:pt x="72" y="5326"/>
                  </a:cubicBezTo>
                  <a:lnTo>
                    <a:pt x="188" y="5362"/>
                  </a:lnTo>
                  <a:lnTo>
                    <a:pt x="71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164"/>
            <p:cNvSpPr/>
            <p:nvPr/>
          </p:nvSpPr>
          <p:spPr>
            <a:xfrm>
              <a:off x="1607571" y="2918796"/>
              <a:ext cx="109039" cy="1127866"/>
            </a:xfrm>
            <a:custGeom>
              <a:rect b="b" l="l" r="r" t="t"/>
              <a:pathLst>
                <a:path extrusionOk="0" h="5451" w="527">
                  <a:moveTo>
                    <a:pt x="1" y="0"/>
                  </a:moveTo>
                  <a:lnTo>
                    <a:pt x="1" y="5451"/>
                  </a:lnTo>
                  <a:lnTo>
                    <a:pt x="117" y="5451"/>
                  </a:lnTo>
                  <a:cubicBezTo>
                    <a:pt x="527" y="2114"/>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164"/>
            <p:cNvSpPr/>
            <p:nvPr/>
          </p:nvSpPr>
          <p:spPr>
            <a:xfrm>
              <a:off x="1500605" y="2918796"/>
              <a:ext cx="107177" cy="1127866"/>
            </a:xfrm>
            <a:custGeom>
              <a:rect b="b" l="l" r="r" t="t"/>
              <a:pathLst>
                <a:path extrusionOk="0" h="5451" w="518">
                  <a:moveTo>
                    <a:pt x="518" y="0"/>
                  </a:moveTo>
                  <a:cubicBezTo>
                    <a:pt x="518" y="0"/>
                    <a:pt x="0" y="2114"/>
                    <a:pt x="402" y="5451"/>
                  </a:cubicBezTo>
                  <a:lnTo>
                    <a:pt x="518" y="5451"/>
                  </a:lnTo>
                  <a:lnTo>
                    <a:pt x="51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164"/>
            <p:cNvSpPr/>
            <p:nvPr/>
          </p:nvSpPr>
          <p:spPr>
            <a:xfrm>
              <a:off x="1214466" y="3276741"/>
              <a:ext cx="284494" cy="1052344"/>
            </a:xfrm>
            <a:custGeom>
              <a:rect b="b" l="l" r="r" t="t"/>
              <a:pathLst>
                <a:path extrusionOk="0" h="5086" w="1375">
                  <a:moveTo>
                    <a:pt x="0" y="1"/>
                  </a:moveTo>
                  <a:cubicBezTo>
                    <a:pt x="0" y="1"/>
                    <a:pt x="72" y="2321"/>
                    <a:pt x="1276" y="5086"/>
                  </a:cubicBezTo>
                  <a:lnTo>
                    <a:pt x="1374" y="5005"/>
                  </a:lnTo>
                  <a:lnTo>
                    <a:pt x="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164"/>
            <p:cNvSpPr/>
            <p:nvPr/>
          </p:nvSpPr>
          <p:spPr>
            <a:xfrm>
              <a:off x="1214466" y="3276741"/>
              <a:ext cx="304771" cy="1035791"/>
            </a:xfrm>
            <a:custGeom>
              <a:rect b="b" l="l" r="r" t="t"/>
              <a:pathLst>
                <a:path extrusionOk="0" h="5006" w="1473">
                  <a:moveTo>
                    <a:pt x="0" y="1"/>
                  </a:moveTo>
                  <a:lnTo>
                    <a:pt x="1374" y="5005"/>
                  </a:lnTo>
                  <a:lnTo>
                    <a:pt x="1472" y="4916"/>
                  </a:lnTo>
                  <a:cubicBezTo>
                    <a:pt x="1000" y="1553"/>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164"/>
            <p:cNvSpPr/>
            <p:nvPr/>
          </p:nvSpPr>
          <p:spPr>
            <a:xfrm>
              <a:off x="1301156" y="3134598"/>
              <a:ext cx="229044" cy="1069104"/>
            </a:xfrm>
            <a:custGeom>
              <a:rect b="b" l="l" r="r" t="t"/>
              <a:pathLst>
                <a:path extrusionOk="0" h="5167" w="1107">
                  <a:moveTo>
                    <a:pt x="108" y="1"/>
                  </a:moveTo>
                  <a:cubicBezTo>
                    <a:pt x="108" y="1"/>
                    <a:pt x="1" y="2321"/>
                    <a:pt x="1000" y="5166"/>
                  </a:cubicBezTo>
                  <a:lnTo>
                    <a:pt x="1107" y="5086"/>
                  </a:lnTo>
                  <a:lnTo>
                    <a:pt x="10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164"/>
            <p:cNvSpPr/>
            <p:nvPr/>
          </p:nvSpPr>
          <p:spPr>
            <a:xfrm>
              <a:off x="1323294" y="3134598"/>
              <a:ext cx="229044" cy="1052344"/>
            </a:xfrm>
            <a:custGeom>
              <a:rect b="b" l="l" r="r" t="t"/>
              <a:pathLst>
                <a:path extrusionOk="0" h="5086" w="1107">
                  <a:moveTo>
                    <a:pt x="1" y="1"/>
                  </a:moveTo>
                  <a:lnTo>
                    <a:pt x="1000" y="5086"/>
                  </a:lnTo>
                  <a:lnTo>
                    <a:pt x="1107" y="5014"/>
                  </a:lnTo>
                  <a:cubicBezTo>
                    <a:pt x="875" y="1625"/>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164"/>
            <p:cNvSpPr/>
            <p:nvPr/>
          </p:nvSpPr>
          <p:spPr>
            <a:xfrm>
              <a:off x="1395295" y="3007352"/>
              <a:ext cx="173800" cy="1118762"/>
            </a:xfrm>
            <a:custGeom>
              <a:rect b="b" l="l" r="r" t="t"/>
              <a:pathLst>
                <a:path extrusionOk="0" h="5407" w="840">
                  <a:moveTo>
                    <a:pt x="313" y="0"/>
                  </a:moveTo>
                  <a:cubicBezTo>
                    <a:pt x="313" y="1"/>
                    <a:pt x="1" y="2258"/>
                    <a:pt x="723" y="5406"/>
                  </a:cubicBezTo>
                  <a:lnTo>
                    <a:pt x="839" y="5362"/>
                  </a:lnTo>
                  <a:lnTo>
                    <a:pt x="313"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164"/>
            <p:cNvSpPr/>
            <p:nvPr/>
          </p:nvSpPr>
          <p:spPr>
            <a:xfrm>
              <a:off x="1459847" y="3007352"/>
              <a:ext cx="147937" cy="1109451"/>
            </a:xfrm>
            <a:custGeom>
              <a:rect b="b" l="l" r="r" t="t"/>
              <a:pathLst>
                <a:path extrusionOk="0" h="5362" w="715">
                  <a:moveTo>
                    <a:pt x="1" y="0"/>
                  </a:moveTo>
                  <a:lnTo>
                    <a:pt x="527" y="5362"/>
                  </a:lnTo>
                  <a:lnTo>
                    <a:pt x="634" y="5326"/>
                  </a:lnTo>
                  <a:cubicBezTo>
                    <a:pt x="715" y="1910"/>
                    <a:pt x="1" y="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164"/>
            <p:cNvSpPr/>
            <p:nvPr/>
          </p:nvSpPr>
          <p:spPr>
            <a:xfrm>
              <a:off x="1268053" y="3994907"/>
              <a:ext cx="681131" cy="86902"/>
            </a:xfrm>
            <a:custGeom>
              <a:rect b="b" l="l" r="r" t="t"/>
              <a:pathLst>
                <a:path extrusionOk="0" h="420" w="3292">
                  <a:moveTo>
                    <a:pt x="0" y="0"/>
                  </a:moveTo>
                  <a:lnTo>
                    <a:pt x="0" y="419"/>
                  </a:lnTo>
                  <a:lnTo>
                    <a:pt x="3292" y="419"/>
                  </a:lnTo>
                  <a:lnTo>
                    <a:pt x="3292"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164"/>
            <p:cNvSpPr/>
            <p:nvPr/>
          </p:nvSpPr>
          <p:spPr>
            <a:xfrm>
              <a:off x="1308605" y="4081600"/>
              <a:ext cx="598162" cy="694183"/>
            </a:xfrm>
            <a:custGeom>
              <a:rect b="b" l="l" r="r" t="t"/>
              <a:pathLst>
                <a:path extrusionOk="0" h="3355" w="2891">
                  <a:moveTo>
                    <a:pt x="0" y="0"/>
                  </a:moveTo>
                  <a:lnTo>
                    <a:pt x="250" y="3355"/>
                  </a:lnTo>
                  <a:lnTo>
                    <a:pt x="2650" y="3355"/>
                  </a:lnTo>
                  <a:lnTo>
                    <a:pt x="289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164"/>
            <p:cNvSpPr/>
            <p:nvPr/>
          </p:nvSpPr>
          <p:spPr>
            <a:xfrm>
              <a:off x="1308605" y="4081600"/>
              <a:ext cx="598162" cy="51934"/>
            </a:xfrm>
            <a:custGeom>
              <a:rect b="b" l="l" r="r" t="t"/>
              <a:pathLst>
                <a:path extrusionOk="0" h="251" w="2891">
                  <a:moveTo>
                    <a:pt x="0" y="0"/>
                  </a:moveTo>
                  <a:lnTo>
                    <a:pt x="18" y="250"/>
                  </a:lnTo>
                  <a:lnTo>
                    <a:pt x="2873" y="250"/>
                  </a:lnTo>
                  <a:lnTo>
                    <a:pt x="289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29" name="Google Shape;10629;p164"/>
          <p:cNvSpPr/>
          <p:nvPr/>
        </p:nvSpPr>
        <p:spPr>
          <a:xfrm>
            <a:off x="8274941" y="294388"/>
            <a:ext cx="1254515" cy="174375"/>
          </a:xfrm>
          <a:custGeom>
            <a:rect b="b" l="l" r="r" t="t"/>
            <a:pathLst>
              <a:path extrusionOk="0" h="759" w="5461">
                <a:moveTo>
                  <a:pt x="2793" y="0"/>
                </a:moveTo>
                <a:cubicBezTo>
                  <a:pt x="2177" y="0"/>
                  <a:pt x="1865" y="375"/>
                  <a:pt x="1865" y="375"/>
                </a:cubicBezTo>
                <a:cubicBezTo>
                  <a:pt x="1798" y="352"/>
                  <a:pt x="1736" y="342"/>
                  <a:pt x="1680" y="342"/>
                </a:cubicBezTo>
                <a:cubicBezTo>
                  <a:pt x="1433" y="342"/>
                  <a:pt x="1303" y="526"/>
                  <a:pt x="1303" y="526"/>
                </a:cubicBezTo>
                <a:cubicBezTo>
                  <a:pt x="1120" y="454"/>
                  <a:pt x="954" y="426"/>
                  <a:pt x="806" y="426"/>
                </a:cubicBezTo>
                <a:cubicBezTo>
                  <a:pt x="295" y="426"/>
                  <a:pt x="0" y="758"/>
                  <a:pt x="0" y="758"/>
                </a:cubicBezTo>
                <a:lnTo>
                  <a:pt x="5460" y="758"/>
                </a:lnTo>
                <a:cubicBezTo>
                  <a:pt x="5270" y="491"/>
                  <a:pt x="4996" y="421"/>
                  <a:pt x="4764" y="421"/>
                </a:cubicBezTo>
                <a:cubicBezTo>
                  <a:pt x="4517" y="421"/>
                  <a:pt x="4318" y="500"/>
                  <a:pt x="4318" y="500"/>
                </a:cubicBezTo>
                <a:cubicBezTo>
                  <a:pt x="4212" y="383"/>
                  <a:pt x="4084" y="347"/>
                  <a:pt x="3969" y="347"/>
                </a:cubicBezTo>
                <a:cubicBezTo>
                  <a:pt x="3795" y="347"/>
                  <a:pt x="3649" y="428"/>
                  <a:pt x="3649" y="428"/>
                </a:cubicBezTo>
                <a:cubicBezTo>
                  <a:pt x="3649" y="428"/>
                  <a:pt x="3408" y="0"/>
                  <a:pt x="27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164"/>
          <p:cNvSpPr/>
          <p:nvPr/>
        </p:nvSpPr>
        <p:spPr>
          <a:xfrm>
            <a:off x="-336509" y="539388"/>
            <a:ext cx="1254515" cy="174375"/>
          </a:xfrm>
          <a:custGeom>
            <a:rect b="b" l="l" r="r" t="t"/>
            <a:pathLst>
              <a:path extrusionOk="0" h="759" w="5461">
                <a:moveTo>
                  <a:pt x="2793" y="0"/>
                </a:moveTo>
                <a:cubicBezTo>
                  <a:pt x="2177" y="0"/>
                  <a:pt x="1865" y="375"/>
                  <a:pt x="1865" y="375"/>
                </a:cubicBezTo>
                <a:cubicBezTo>
                  <a:pt x="1798" y="352"/>
                  <a:pt x="1736" y="342"/>
                  <a:pt x="1680" y="342"/>
                </a:cubicBezTo>
                <a:cubicBezTo>
                  <a:pt x="1433" y="342"/>
                  <a:pt x="1303" y="526"/>
                  <a:pt x="1303" y="526"/>
                </a:cubicBezTo>
                <a:cubicBezTo>
                  <a:pt x="1120" y="454"/>
                  <a:pt x="954" y="426"/>
                  <a:pt x="806" y="426"/>
                </a:cubicBezTo>
                <a:cubicBezTo>
                  <a:pt x="295" y="426"/>
                  <a:pt x="0" y="758"/>
                  <a:pt x="0" y="758"/>
                </a:cubicBezTo>
                <a:lnTo>
                  <a:pt x="5460" y="758"/>
                </a:lnTo>
                <a:cubicBezTo>
                  <a:pt x="5270" y="491"/>
                  <a:pt x="4996" y="421"/>
                  <a:pt x="4764" y="421"/>
                </a:cubicBezTo>
                <a:cubicBezTo>
                  <a:pt x="4517" y="421"/>
                  <a:pt x="4318" y="500"/>
                  <a:pt x="4318" y="500"/>
                </a:cubicBezTo>
                <a:cubicBezTo>
                  <a:pt x="4212" y="383"/>
                  <a:pt x="4084" y="347"/>
                  <a:pt x="3969" y="347"/>
                </a:cubicBezTo>
                <a:cubicBezTo>
                  <a:pt x="3795" y="347"/>
                  <a:pt x="3649" y="428"/>
                  <a:pt x="3649" y="428"/>
                </a:cubicBezTo>
                <a:cubicBezTo>
                  <a:pt x="3649" y="428"/>
                  <a:pt x="3408" y="0"/>
                  <a:pt x="27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10631" name="Shape 10631"/>
        <p:cNvGrpSpPr/>
        <p:nvPr/>
      </p:nvGrpSpPr>
      <p:grpSpPr>
        <a:xfrm>
          <a:off x="0" y="0"/>
          <a:ext cx="0" cy="0"/>
          <a:chOff x="0" y="0"/>
          <a:chExt cx="0" cy="0"/>
        </a:xfrm>
      </p:grpSpPr>
      <p:sp>
        <p:nvSpPr>
          <p:cNvPr id="10632" name="Google Shape;10632;p165"/>
          <p:cNvSpPr/>
          <p:nvPr/>
        </p:nvSpPr>
        <p:spPr>
          <a:xfrm flipH="1">
            <a:off x="-1" y="4762490"/>
            <a:ext cx="9173906"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165"/>
          <p:cNvSpPr/>
          <p:nvPr/>
        </p:nvSpPr>
        <p:spPr>
          <a:xfrm rot="238332">
            <a:off x="-3594095" y="4242315"/>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4" name="Google Shape;10634;p165"/>
          <p:cNvGrpSpPr/>
          <p:nvPr/>
        </p:nvGrpSpPr>
        <p:grpSpPr>
          <a:xfrm>
            <a:off x="-12751" y="2647408"/>
            <a:ext cx="2737383" cy="2109215"/>
            <a:chOff x="3363545" y="1191568"/>
            <a:chExt cx="384038" cy="295876"/>
          </a:xfrm>
        </p:grpSpPr>
        <p:sp>
          <p:nvSpPr>
            <p:cNvPr id="10635" name="Google Shape;10635;p165"/>
            <p:cNvSpPr/>
            <p:nvPr/>
          </p:nvSpPr>
          <p:spPr>
            <a:xfrm>
              <a:off x="3363545"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165"/>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165"/>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165"/>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165"/>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165"/>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165"/>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42" name="Google Shape;10642;p165"/>
          <p:cNvSpPr/>
          <p:nvPr/>
        </p:nvSpPr>
        <p:spPr>
          <a:xfrm flipH="1" rot="-238332">
            <a:off x="7203298" y="4242312"/>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43" name="Google Shape;10643;p165"/>
          <p:cNvGrpSpPr/>
          <p:nvPr/>
        </p:nvGrpSpPr>
        <p:grpSpPr>
          <a:xfrm flipH="1">
            <a:off x="6438566" y="2647368"/>
            <a:ext cx="2737383" cy="2109215"/>
            <a:chOff x="3363545" y="1191568"/>
            <a:chExt cx="384038" cy="295876"/>
          </a:xfrm>
        </p:grpSpPr>
        <p:sp>
          <p:nvSpPr>
            <p:cNvPr id="10644" name="Google Shape;10644;p165"/>
            <p:cNvSpPr/>
            <p:nvPr/>
          </p:nvSpPr>
          <p:spPr>
            <a:xfrm>
              <a:off x="3363545"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165"/>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165"/>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165"/>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165"/>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165"/>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165"/>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51" name="Google Shape;10651;p165"/>
          <p:cNvSpPr/>
          <p:nvPr/>
        </p:nvSpPr>
        <p:spPr>
          <a:xfrm flipH="1">
            <a:off x="-334053" y="8650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165"/>
          <p:cNvSpPr/>
          <p:nvPr/>
        </p:nvSpPr>
        <p:spPr>
          <a:xfrm flipH="1">
            <a:off x="8430904" y="158472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9_2">
    <p:spTree>
      <p:nvGrpSpPr>
        <p:cNvPr id="10653" name="Shape 10653"/>
        <p:cNvGrpSpPr/>
        <p:nvPr/>
      </p:nvGrpSpPr>
      <p:grpSpPr>
        <a:xfrm>
          <a:off x="0" y="0"/>
          <a:ext cx="0" cy="0"/>
          <a:chOff x="0" y="0"/>
          <a:chExt cx="0" cy="0"/>
        </a:xfrm>
      </p:grpSpPr>
      <p:sp>
        <p:nvSpPr>
          <p:cNvPr id="10654" name="Google Shape;10654;p166"/>
          <p:cNvSpPr/>
          <p:nvPr/>
        </p:nvSpPr>
        <p:spPr>
          <a:xfrm flipH="1">
            <a:off x="-6" y="3996398"/>
            <a:ext cx="9173906" cy="1147080"/>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166"/>
          <p:cNvSpPr/>
          <p:nvPr/>
        </p:nvSpPr>
        <p:spPr>
          <a:xfrm flipH="1">
            <a:off x="-459104" y="3775428"/>
            <a:ext cx="6683105" cy="2534470"/>
          </a:xfrm>
          <a:custGeom>
            <a:rect b="b" l="l" r="r" t="t"/>
            <a:pathLst>
              <a:path extrusionOk="0" h="13052" w="30413">
                <a:moveTo>
                  <a:pt x="22990" y="1"/>
                </a:moveTo>
                <a:lnTo>
                  <a:pt x="13801" y="1071"/>
                </a:lnTo>
                <a:lnTo>
                  <a:pt x="13596" y="1071"/>
                </a:lnTo>
                <a:cubicBezTo>
                  <a:pt x="13596" y="1071"/>
                  <a:pt x="9965" y="1437"/>
                  <a:pt x="11027" y="1856"/>
                </a:cubicBezTo>
                <a:cubicBezTo>
                  <a:pt x="12080" y="2275"/>
                  <a:pt x="12570" y="2552"/>
                  <a:pt x="10447" y="2918"/>
                </a:cubicBezTo>
                <a:cubicBezTo>
                  <a:pt x="8333" y="3275"/>
                  <a:pt x="5960" y="3560"/>
                  <a:pt x="7610" y="4184"/>
                </a:cubicBezTo>
                <a:cubicBezTo>
                  <a:pt x="9260" y="4800"/>
                  <a:pt x="6575" y="5549"/>
                  <a:pt x="3694" y="5755"/>
                </a:cubicBezTo>
                <a:cubicBezTo>
                  <a:pt x="2427" y="5844"/>
                  <a:pt x="1098" y="6450"/>
                  <a:pt x="0" y="7102"/>
                </a:cubicBezTo>
                <a:lnTo>
                  <a:pt x="0" y="13052"/>
                </a:lnTo>
                <a:lnTo>
                  <a:pt x="28869" y="13052"/>
                </a:lnTo>
                <a:lnTo>
                  <a:pt x="30412" y="12704"/>
                </a:lnTo>
                <a:lnTo>
                  <a:pt x="30412" y="81"/>
                </a:lnTo>
                <a:lnTo>
                  <a:pt x="30038"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166"/>
          <p:cNvSpPr/>
          <p:nvPr/>
        </p:nvSpPr>
        <p:spPr>
          <a:xfrm flipH="1">
            <a:off x="-459104" y="3775428"/>
            <a:ext cx="6683105" cy="2534470"/>
          </a:xfrm>
          <a:custGeom>
            <a:rect b="b" l="l" r="r" t="t"/>
            <a:pathLst>
              <a:path extrusionOk="0" h="13052" w="30413">
                <a:moveTo>
                  <a:pt x="22990" y="1"/>
                </a:moveTo>
                <a:lnTo>
                  <a:pt x="15728" y="848"/>
                </a:lnTo>
                <a:lnTo>
                  <a:pt x="13569" y="1749"/>
                </a:lnTo>
                <a:cubicBezTo>
                  <a:pt x="13569" y="1749"/>
                  <a:pt x="15666" y="2409"/>
                  <a:pt x="12766" y="2909"/>
                </a:cubicBezTo>
                <a:cubicBezTo>
                  <a:pt x="9867" y="3417"/>
                  <a:pt x="12017" y="3997"/>
                  <a:pt x="13337" y="4184"/>
                </a:cubicBezTo>
                <a:cubicBezTo>
                  <a:pt x="14649" y="4372"/>
                  <a:pt x="15407" y="5210"/>
                  <a:pt x="8939" y="6236"/>
                </a:cubicBezTo>
                <a:cubicBezTo>
                  <a:pt x="2480" y="7271"/>
                  <a:pt x="4684" y="7789"/>
                  <a:pt x="5888" y="8029"/>
                </a:cubicBezTo>
                <a:cubicBezTo>
                  <a:pt x="7030" y="8252"/>
                  <a:pt x="5291" y="8725"/>
                  <a:pt x="0" y="9555"/>
                </a:cubicBezTo>
                <a:lnTo>
                  <a:pt x="0" y="13052"/>
                </a:lnTo>
                <a:lnTo>
                  <a:pt x="28494" y="13052"/>
                </a:lnTo>
                <a:lnTo>
                  <a:pt x="28155" y="7887"/>
                </a:lnTo>
                <a:cubicBezTo>
                  <a:pt x="28155" y="7887"/>
                  <a:pt x="25953" y="8060"/>
                  <a:pt x="24567" y="8060"/>
                </a:cubicBezTo>
                <a:cubicBezTo>
                  <a:pt x="24042" y="8060"/>
                  <a:pt x="23635" y="8036"/>
                  <a:pt x="23507" y="7967"/>
                </a:cubicBezTo>
                <a:cubicBezTo>
                  <a:pt x="23035" y="7726"/>
                  <a:pt x="26639" y="7664"/>
                  <a:pt x="25104" y="6888"/>
                </a:cubicBezTo>
                <a:cubicBezTo>
                  <a:pt x="23579" y="6111"/>
                  <a:pt x="18413" y="6067"/>
                  <a:pt x="20233" y="5317"/>
                </a:cubicBezTo>
                <a:cubicBezTo>
                  <a:pt x="22062" y="4577"/>
                  <a:pt x="20028" y="4220"/>
                  <a:pt x="18333" y="3640"/>
                </a:cubicBezTo>
                <a:cubicBezTo>
                  <a:pt x="16638" y="3060"/>
                  <a:pt x="17236" y="2543"/>
                  <a:pt x="18770" y="2525"/>
                </a:cubicBezTo>
                <a:cubicBezTo>
                  <a:pt x="18807" y="2525"/>
                  <a:pt x="18842" y="2525"/>
                  <a:pt x="18876" y="2525"/>
                </a:cubicBezTo>
                <a:cubicBezTo>
                  <a:pt x="20301" y="2525"/>
                  <a:pt x="20215" y="2879"/>
                  <a:pt x="19832" y="3105"/>
                </a:cubicBezTo>
                <a:cubicBezTo>
                  <a:pt x="19586" y="3247"/>
                  <a:pt x="19856" y="3386"/>
                  <a:pt x="20555" y="3386"/>
                </a:cubicBezTo>
                <a:cubicBezTo>
                  <a:pt x="20997" y="3386"/>
                  <a:pt x="21611" y="3330"/>
                  <a:pt x="22374" y="3185"/>
                </a:cubicBezTo>
                <a:cubicBezTo>
                  <a:pt x="22844" y="3098"/>
                  <a:pt x="23275" y="3061"/>
                  <a:pt x="23640" y="3061"/>
                </a:cubicBezTo>
                <a:cubicBezTo>
                  <a:pt x="24807" y="3061"/>
                  <a:pt x="25303" y="3439"/>
                  <a:pt x="24257" y="3765"/>
                </a:cubicBezTo>
                <a:cubicBezTo>
                  <a:pt x="23293" y="4074"/>
                  <a:pt x="23579" y="4205"/>
                  <a:pt x="24624" y="4205"/>
                </a:cubicBezTo>
                <a:cubicBezTo>
                  <a:pt x="25060" y="4205"/>
                  <a:pt x="25627" y="4182"/>
                  <a:pt x="26291" y="4140"/>
                </a:cubicBezTo>
                <a:cubicBezTo>
                  <a:pt x="26778" y="4109"/>
                  <a:pt x="27185" y="4094"/>
                  <a:pt x="27510" y="4094"/>
                </a:cubicBezTo>
                <a:cubicBezTo>
                  <a:pt x="28693" y="4094"/>
                  <a:pt x="28808" y="4287"/>
                  <a:pt x="27843" y="4595"/>
                </a:cubicBezTo>
                <a:cubicBezTo>
                  <a:pt x="27072" y="4842"/>
                  <a:pt x="27244" y="5114"/>
                  <a:pt x="28358" y="5114"/>
                </a:cubicBezTo>
                <a:cubicBezTo>
                  <a:pt x="28855" y="5114"/>
                  <a:pt x="29540" y="5060"/>
                  <a:pt x="30412" y="4925"/>
                </a:cubicBezTo>
                <a:lnTo>
                  <a:pt x="30412" y="179"/>
                </a:lnTo>
                <a:cubicBezTo>
                  <a:pt x="29547" y="108"/>
                  <a:pt x="28494" y="45"/>
                  <a:pt x="27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57" name="Google Shape;10657;p166"/>
          <p:cNvGrpSpPr/>
          <p:nvPr/>
        </p:nvGrpSpPr>
        <p:grpSpPr>
          <a:xfrm flipH="1">
            <a:off x="-760212" y="1663728"/>
            <a:ext cx="4484281" cy="2708498"/>
            <a:chOff x="6244119" y="1698941"/>
            <a:chExt cx="760628" cy="457625"/>
          </a:xfrm>
        </p:grpSpPr>
        <p:sp>
          <p:nvSpPr>
            <p:cNvPr id="10658" name="Google Shape;10658;p166"/>
            <p:cNvSpPr/>
            <p:nvPr/>
          </p:nvSpPr>
          <p:spPr>
            <a:xfrm>
              <a:off x="6462191" y="1698941"/>
              <a:ext cx="542556" cy="308882"/>
            </a:xfrm>
            <a:custGeom>
              <a:rect b="b" l="l" r="r" t="t"/>
              <a:pathLst>
                <a:path extrusionOk="0" h="6522" w="11456">
                  <a:moveTo>
                    <a:pt x="9502" y="0"/>
                  </a:moveTo>
                  <a:cubicBezTo>
                    <a:pt x="8699" y="0"/>
                    <a:pt x="8708" y="848"/>
                    <a:pt x="8708" y="848"/>
                  </a:cubicBezTo>
                  <a:cubicBezTo>
                    <a:pt x="8671" y="845"/>
                    <a:pt x="8636" y="844"/>
                    <a:pt x="8602" y="844"/>
                  </a:cubicBezTo>
                  <a:cubicBezTo>
                    <a:pt x="7656" y="844"/>
                    <a:pt x="7664" y="1775"/>
                    <a:pt x="7664" y="1775"/>
                  </a:cubicBezTo>
                  <a:cubicBezTo>
                    <a:pt x="7631" y="1773"/>
                    <a:pt x="7600" y="1772"/>
                    <a:pt x="7570" y="1772"/>
                  </a:cubicBezTo>
                  <a:cubicBezTo>
                    <a:pt x="6944" y="1772"/>
                    <a:pt x="6977" y="2284"/>
                    <a:pt x="6977" y="2284"/>
                  </a:cubicBezTo>
                  <a:cubicBezTo>
                    <a:pt x="6883" y="2268"/>
                    <a:pt x="6797" y="2261"/>
                    <a:pt x="6719" y="2261"/>
                  </a:cubicBezTo>
                  <a:cubicBezTo>
                    <a:pt x="5978" y="2261"/>
                    <a:pt x="5897" y="2882"/>
                    <a:pt x="5897" y="2882"/>
                  </a:cubicBezTo>
                  <a:cubicBezTo>
                    <a:pt x="5785" y="2868"/>
                    <a:pt x="5681" y="2861"/>
                    <a:pt x="5583" y="2861"/>
                  </a:cubicBezTo>
                  <a:cubicBezTo>
                    <a:pt x="4370" y="2861"/>
                    <a:pt x="4202" y="3854"/>
                    <a:pt x="4202" y="3854"/>
                  </a:cubicBezTo>
                  <a:cubicBezTo>
                    <a:pt x="4113" y="3833"/>
                    <a:pt x="4032" y="3823"/>
                    <a:pt x="3959" y="3823"/>
                  </a:cubicBezTo>
                  <a:cubicBezTo>
                    <a:pt x="3453" y="3823"/>
                    <a:pt x="3337" y="4273"/>
                    <a:pt x="3337" y="4273"/>
                  </a:cubicBezTo>
                  <a:cubicBezTo>
                    <a:pt x="3145" y="4199"/>
                    <a:pt x="2971" y="4168"/>
                    <a:pt x="2815" y="4168"/>
                  </a:cubicBezTo>
                  <a:cubicBezTo>
                    <a:pt x="2108" y="4168"/>
                    <a:pt x="1767" y="4791"/>
                    <a:pt x="1767" y="4791"/>
                  </a:cubicBezTo>
                  <a:cubicBezTo>
                    <a:pt x="1649" y="4743"/>
                    <a:pt x="1540" y="4724"/>
                    <a:pt x="1440" y="4724"/>
                  </a:cubicBezTo>
                  <a:cubicBezTo>
                    <a:pt x="1014" y="4724"/>
                    <a:pt x="768" y="5076"/>
                    <a:pt x="768" y="5076"/>
                  </a:cubicBezTo>
                  <a:lnTo>
                    <a:pt x="1" y="6521"/>
                  </a:lnTo>
                  <a:lnTo>
                    <a:pt x="11455" y="6521"/>
                  </a:lnTo>
                  <a:lnTo>
                    <a:pt x="1145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166"/>
            <p:cNvSpPr/>
            <p:nvPr/>
          </p:nvSpPr>
          <p:spPr>
            <a:xfrm>
              <a:off x="6401936" y="1925441"/>
              <a:ext cx="24990" cy="29240"/>
            </a:xfrm>
            <a:custGeom>
              <a:rect b="b" l="l" r="r" t="t"/>
              <a:pathLst>
                <a:path extrusionOk="0" h="805" w="688">
                  <a:moveTo>
                    <a:pt x="669" y="0"/>
                  </a:moveTo>
                  <a:cubicBezTo>
                    <a:pt x="619" y="0"/>
                    <a:pt x="477" y="18"/>
                    <a:pt x="455" y="215"/>
                  </a:cubicBezTo>
                  <a:cubicBezTo>
                    <a:pt x="455" y="215"/>
                    <a:pt x="437" y="208"/>
                    <a:pt x="413" y="208"/>
                  </a:cubicBezTo>
                  <a:cubicBezTo>
                    <a:pt x="378" y="208"/>
                    <a:pt x="332" y="224"/>
                    <a:pt x="322" y="305"/>
                  </a:cubicBezTo>
                  <a:cubicBezTo>
                    <a:pt x="322" y="305"/>
                    <a:pt x="274" y="288"/>
                    <a:pt x="215" y="288"/>
                  </a:cubicBezTo>
                  <a:cubicBezTo>
                    <a:pt x="132" y="288"/>
                    <a:pt x="26" y="321"/>
                    <a:pt x="0" y="483"/>
                  </a:cubicBezTo>
                  <a:lnTo>
                    <a:pt x="687" y="804"/>
                  </a:lnTo>
                  <a:lnTo>
                    <a:pt x="687" y="1"/>
                  </a:lnTo>
                  <a:cubicBezTo>
                    <a:pt x="687" y="1"/>
                    <a:pt x="680" y="0"/>
                    <a:pt x="669"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166"/>
            <p:cNvSpPr/>
            <p:nvPr/>
          </p:nvSpPr>
          <p:spPr>
            <a:xfrm>
              <a:off x="6780077" y="1840885"/>
              <a:ext cx="47328" cy="114452"/>
            </a:xfrm>
            <a:custGeom>
              <a:rect b="b" l="l" r="r" t="t"/>
              <a:pathLst>
                <a:path extrusionOk="0" h="3151" w="1303">
                  <a:moveTo>
                    <a:pt x="0" y="1"/>
                  </a:moveTo>
                  <a:lnTo>
                    <a:pt x="0" y="3150"/>
                  </a:lnTo>
                  <a:lnTo>
                    <a:pt x="1303" y="3150"/>
                  </a:lnTo>
                  <a:lnTo>
                    <a:pt x="1303"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166"/>
            <p:cNvSpPr/>
            <p:nvPr/>
          </p:nvSpPr>
          <p:spPr>
            <a:xfrm>
              <a:off x="6804376" y="1859373"/>
              <a:ext cx="5848" cy="1038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166"/>
            <p:cNvSpPr/>
            <p:nvPr/>
          </p:nvSpPr>
          <p:spPr>
            <a:xfrm>
              <a:off x="6790756" y="1848694"/>
              <a:ext cx="5884" cy="10715"/>
            </a:xfrm>
            <a:custGeom>
              <a:rect b="b" l="l" r="r" t="t"/>
              <a:pathLst>
                <a:path extrusionOk="0" h="295" w="162">
                  <a:moveTo>
                    <a:pt x="1" y="0"/>
                  </a:moveTo>
                  <a:lnTo>
                    <a:pt x="1" y="294"/>
                  </a:lnTo>
                  <a:lnTo>
                    <a:pt x="161" y="294"/>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166"/>
            <p:cNvSpPr/>
            <p:nvPr/>
          </p:nvSpPr>
          <p:spPr>
            <a:xfrm>
              <a:off x="6816689" y="1871359"/>
              <a:ext cx="5848" cy="10715"/>
            </a:xfrm>
            <a:custGeom>
              <a:rect b="b" l="l" r="r" t="t"/>
              <a:pathLst>
                <a:path extrusionOk="0" h="295" w="161">
                  <a:moveTo>
                    <a:pt x="0" y="1"/>
                  </a:moveTo>
                  <a:lnTo>
                    <a:pt x="0"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166"/>
            <p:cNvSpPr/>
            <p:nvPr/>
          </p:nvSpPr>
          <p:spPr>
            <a:xfrm>
              <a:off x="6808590" y="1896965"/>
              <a:ext cx="5848" cy="10715"/>
            </a:xfrm>
            <a:custGeom>
              <a:rect b="b" l="l" r="r" t="t"/>
              <a:pathLst>
                <a:path extrusionOk="0" h="295" w="161">
                  <a:moveTo>
                    <a:pt x="0" y="0"/>
                  </a:moveTo>
                  <a:lnTo>
                    <a:pt x="0"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166"/>
            <p:cNvSpPr/>
            <p:nvPr/>
          </p:nvSpPr>
          <p:spPr>
            <a:xfrm>
              <a:off x="6817343" y="1912838"/>
              <a:ext cx="5848" cy="10715"/>
            </a:xfrm>
            <a:custGeom>
              <a:rect b="b" l="l" r="r" t="t"/>
              <a:pathLst>
                <a:path extrusionOk="0" h="295" w="161">
                  <a:moveTo>
                    <a:pt x="0" y="0"/>
                  </a:moveTo>
                  <a:lnTo>
                    <a:pt x="0"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166"/>
            <p:cNvSpPr/>
            <p:nvPr/>
          </p:nvSpPr>
          <p:spPr>
            <a:xfrm>
              <a:off x="6787850" y="1870051"/>
              <a:ext cx="5848" cy="10751"/>
            </a:xfrm>
            <a:custGeom>
              <a:rect b="b" l="l" r="r" t="t"/>
              <a:pathLst>
                <a:path extrusionOk="0" h="296" w="161">
                  <a:moveTo>
                    <a:pt x="0" y="1"/>
                  </a:moveTo>
                  <a:lnTo>
                    <a:pt x="0"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166"/>
            <p:cNvSpPr/>
            <p:nvPr/>
          </p:nvSpPr>
          <p:spPr>
            <a:xfrm>
              <a:off x="6800817" y="1930671"/>
              <a:ext cx="11696" cy="24663"/>
            </a:xfrm>
            <a:custGeom>
              <a:rect b="b" l="l" r="r" t="t"/>
              <a:pathLst>
                <a:path extrusionOk="0" h="679" w="322">
                  <a:moveTo>
                    <a:pt x="0" y="0"/>
                  </a:moveTo>
                  <a:lnTo>
                    <a:pt x="0" y="678"/>
                  </a:lnTo>
                  <a:lnTo>
                    <a:pt x="321" y="678"/>
                  </a:lnTo>
                  <a:lnTo>
                    <a:pt x="32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166"/>
            <p:cNvSpPr/>
            <p:nvPr/>
          </p:nvSpPr>
          <p:spPr>
            <a:xfrm>
              <a:off x="6780077" y="1829553"/>
              <a:ext cx="47328" cy="11369"/>
            </a:xfrm>
            <a:custGeom>
              <a:rect b="b" l="l" r="r" t="t"/>
              <a:pathLst>
                <a:path extrusionOk="0" h="313" w="1303">
                  <a:moveTo>
                    <a:pt x="312" y="1"/>
                  </a:moveTo>
                  <a:lnTo>
                    <a:pt x="0" y="313"/>
                  </a:lnTo>
                  <a:lnTo>
                    <a:pt x="1303" y="313"/>
                  </a:lnTo>
                  <a:lnTo>
                    <a:pt x="130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166"/>
            <p:cNvSpPr/>
            <p:nvPr/>
          </p:nvSpPr>
          <p:spPr>
            <a:xfrm>
              <a:off x="6426235" y="1898563"/>
              <a:ext cx="32109" cy="56118"/>
            </a:xfrm>
            <a:custGeom>
              <a:rect b="b" l="l" r="r" t="t"/>
              <a:pathLst>
                <a:path extrusionOk="0" h="1545" w="884">
                  <a:moveTo>
                    <a:pt x="0" y="1"/>
                  </a:moveTo>
                  <a:lnTo>
                    <a:pt x="0" y="1544"/>
                  </a:lnTo>
                  <a:lnTo>
                    <a:pt x="884" y="1544"/>
                  </a:lnTo>
                  <a:lnTo>
                    <a:pt x="884"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166"/>
            <p:cNvSpPr/>
            <p:nvPr/>
          </p:nvSpPr>
          <p:spPr>
            <a:xfrm>
              <a:off x="6458306" y="1890791"/>
              <a:ext cx="7482" cy="63891"/>
            </a:xfrm>
            <a:custGeom>
              <a:rect b="b" l="l" r="r" t="t"/>
              <a:pathLst>
                <a:path extrusionOk="0" h="1759" w="206">
                  <a:moveTo>
                    <a:pt x="206" y="1"/>
                  </a:moveTo>
                  <a:lnTo>
                    <a:pt x="1" y="215"/>
                  </a:lnTo>
                  <a:lnTo>
                    <a:pt x="1" y="1758"/>
                  </a:lnTo>
                  <a:lnTo>
                    <a:pt x="206" y="1758"/>
                  </a:lnTo>
                  <a:lnTo>
                    <a:pt x="206"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166"/>
            <p:cNvSpPr/>
            <p:nvPr/>
          </p:nvSpPr>
          <p:spPr>
            <a:xfrm>
              <a:off x="6430121" y="1903757"/>
              <a:ext cx="4250" cy="7156"/>
            </a:xfrm>
            <a:custGeom>
              <a:rect b="b" l="l" r="r" t="t"/>
              <a:pathLst>
                <a:path extrusionOk="0" h="197" w="117">
                  <a:moveTo>
                    <a:pt x="0" y="1"/>
                  </a:moveTo>
                  <a:lnTo>
                    <a:pt x="0" y="197"/>
                  </a:lnTo>
                  <a:lnTo>
                    <a:pt x="116" y="197"/>
                  </a:lnTo>
                  <a:lnTo>
                    <a:pt x="11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166"/>
            <p:cNvSpPr/>
            <p:nvPr/>
          </p:nvSpPr>
          <p:spPr>
            <a:xfrm>
              <a:off x="6449553" y="1905719"/>
              <a:ext cx="4250" cy="7156"/>
            </a:xfrm>
            <a:custGeom>
              <a:rect b="b" l="l" r="r" t="t"/>
              <a:pathLst>
                <a:path extrusionOk="0" h="197" w="117">
                  <a:moveTo>
                    <a:pt x="1" y="0"/>
                  </a:moveTo>
                  <a:lnTo>
                    <a:pt x="1" y="196"/>
                  </a:lnTo>
                  <a:lnTo>
                    <a:pt x="117" y="196"/>
                  </a:lnTo>
                  <a:lnTo>
                    <a:pt x="117"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166"/>
            <p:cNvSpPr/>
            <p:nvPr/>
          </p:nvSpPr>
          <p:spPr>
            <a:xfrm>
              <a:off x="6439528" y="1911857"/>
              <a:ext cx="4250" cy="7156"/>
            </a:xfrm>
            <a:custGeom>
              <a:rect b="b" l="l" r="r" t="t"/>
              <a:pathLst>
                <a:path extrusionOk="0" h="197" w="117">
                  <a:moveTo>
                    <a:pt x="0" y="1"/>
                  </a:moveTo>
                  <a:lnTo>
                    <a:pt x="0" y="197"/>
                  </a:lnTo>
                  <a:lnTo>
                    <a:pt x="116" y="197"/>
                  </a:lnTo>
                  <a:lnTo>
                    <a:pt x="11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166"/>
            <p:cNvSpPr/>
            <p:nvPr/>
          </p:nvSpPr>
          <p:spPr>
            <a:xfrm>
              <a:off x="6448282" y="1925151"/>
              <a:ext cx="4250" cy="7156"/>
            </a:xfrm>
            <a:custGeom>
              <a:rect b="b" l="l" r="r" t="t"/>
              <a:pathLst>
                <a:path extrusionOk="0" h="197" w="117">
                  <a:moveTo>
                    <a:pt x="0" y="0"/>
                  </a:moveTo>
                  <a:lnTo>
                    <a:pt x="0" y="197"/>
                  </a:lnTo>
                  <a:lnTo>
                    <a:pt x="116" y="197"/>
                  </a:lnTo>
                  <a:lnTo>
                    <a:pt x="11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166"/>
            <p:cNvSpPr/>
            <p:nvPr/>
          </p:nvSpPr>
          <p:spPr>
            <a:xfrm>
              <a:off x="6433027" y="1923843"/>
              <a:ext cx="4250" cy="7192"/>
            </a:xfrm>
            <a:custGeom>
              <a:rect b="b" l="l" r="r" t="t"/>
              <a:pathLst>
                <a:path extrusionOk="0" h="198" w="117">
                  <a:moveTo>
                    <a:pt x="1" y="1"/>
                  </a:moveTo>
                  <a:lnTo>
                    <a:pt x="1" y="197"/>
                  </a:lnTo>
                  <a:lnTo>
                    <a:pt x="117" y="197"/>
                  </a:lnTo>
                  <a:lnTo>
                    <a:pt x="11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166"/>
            <p:cNvSpPr/>
            <p:nvPr/>
          </p:nvSpPr>
          <p:spPr>
            <a:xfrm>
              <a:off x="6436259" y="1939389"/>
              <a:ext cx="8136" cy="15292"/>
            </a:xfrm>
            <a:custGeom>
              <a:rect b="b" l="l" r="r" t="t"/>
              <a:pathLst>
                <a:path extrusionOk="0" h="421" w="224">
                  <a:moveTo>
                    <a:pt x="1" y="1"/>
                  </a:moveTo>
                  <a:lnTo>
                    <a:pt x="1" y="420"/>
                  </a:lnTo>
                  <a:lnTo>
                    <a:pt x="224" y="420"/>
                  </a:lnTo>
                  <a:lnTo>
                    <a:pt x="22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166"/>
            <p:cNvSpPr/>
            <p:nvPr/>
          </p:nvSpPr>
          <p:spPr>
            <a:xfrm>
              <a:off x="6426235" y="1890791"/>
              <a:ext cx="39555" cy="7809"/>
            </a:xfrm>
            <a:custGeom>
              <a:rect b="b" l="l" r="r" t="t"/>
              <a:pathLst>
                <a:path extrusionOk="0" h="215" w="1089">
                  <a:moveTo>
                    <a:pt x="215" y="1"/>
                  </a:moveTo>
                  <a:lnTo>
                    <a:pt x="0" y="215"/>
                  </a:lnTo>
                  <a:lnTo>
                    <a:pt x="884" y="215"/>
                  </a:lnTo>
                  <a:lnTo>
                    <a:pt x="108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166"/>
            <p:cNvSpPr/>
            <p:nvPr/>
          </p:nvSpPr>
          <p:spPr>
            <a:xfrm>
              <a:off x="6577549" y="1906990"/>
              <a:ext cx="52849" cy="85285"/>
            </a:xfrm>
            <a:custGeom>
              <a:rect b="b" l="l" r="r" t="t"/>
              <a:pathLst>
                <a:path extrusionOk="0" h="2348" w="1455">
                  <a:moveTo>
                    <a:pt x="1" y="1"/>
                  </a:moveTo>
                  <a:lnTo>
                    <a:pt x="1" y="2347"/>
                  </a:lnTo>
                  <a:lnTo>
                    <a:pt x="1455" y="2347"/>
                  </a:lnTo>
                  <a:lnTo>
                    <a:pt x="1455"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166"/>
            <p:cNvSpPr/>
            <p:nvPr/>
          </p:nvSpPr>
          <p:spPr>
            <a:xfrm>
              <a:off x="6616450" y="1913491"/>
              <a:ext cx="5521" cy="9734"/>
            </a:xfrm>
            <a:custGeom>
              <a:rect b="b" l="l" r="r" t="t"/>
              <a:pathLst>
                <a:path extrusionOk="0" h="268" w="152">
                  <a:moveTo>
                    <a:pt x="0" y="0"/>
                  </a:moveTo>
                  <a:lnTo>
                    <a:pt x="0" y="268"/>
                  </a:lnTo>
                  <a:lnTo>
                    <a:pt x="152" y="268"/>
                  </a:lnTo>
                  <a:lnTo>
                    <a:pt x="15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166"/>
            <p:cNvSpPr/>
            <p:nvPr/>
          </p:nvSpPr>
          <p:spPr>
            <a:xfrm>
              <a:off x="6602502" y="1925804"/>
              <a:ext cx="5230" cy="9734"/>
            </a:xfrm>
            <a:custGeom>
              <a:rect b="b" l="l" r="r" t="t"/>
              <a:pathLst>
                <a:path extrusionOk="0" h="268" w="144">
                  <a:moveTo>
                    <a:pt x="0" y="0"/>
                  </a:moveTo>
                  <a:lnTo>
                    <a:pt x="0" y="268"/>
                  </a:lnTo>
                  <a:lnTo>
                    <a:pt x="143" y="268"/>
                  </a:lnTo>
                  <a:lnTo>
                    <a:pt x="14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166"/>
            <p:cNvSpPr/>
            <p:nvPr/>
          </p:nvSpPr>
          <p:spPr>
            <a:xfrm>
              <a:off x="6584668" y="1915743"/>
              <a:ext cx="5230" cy="9444"/>
            </a:xfrm>
            <a:custGeom>
              <a:rect b="b" l="l" r="r" t="t"/>
              <a:pathLst>
                <a:path extrusionOk="0" h="260" w="144">
                  <a:moveTo>
                    <a:pt x="1" y="1"/>
                  </a:moveTo>
                  <a:lnTo>
                    <a:pt x="1" y="259"/>
                  </a:lnTo>
                  <a:lnTo>
                    <a:pt x="144" y="259"/>
                  </a:lnTo>
                  <a:lnTo>
                    <a:pt x="14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166"/>
            <p:cNvSpPr/>
            <p:nvPr/>
          </p:nvSpPr>
          <p:spPr>
            <a:xfrm>
              <a:off x="6613834" y="1936483"/>
              <a:ext cx="5557" cy="9444"/>
            </a:xfrm>
            <a:custGeom>
              <a:rect b="b" l="l" r="r" t="t"/>
              <a:pathLst>
                <a:path extrusionOk="0" h="260" w="153">
                  <a:moveTo>
                    <a:pt x="1" y="1"/>
                  </a:moveTo>
                  <a:lnTo>
                    <a:pt x="1" y="259"/>
                  </a:lnTo>
                  <a:lnTo>
                    <a:pt x="152" y="259"/>
                  </a:lnTo>
                  <a:lnTo>
                    <a:pt x="15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166"/>
            <p:cNvSpPr/>
            <p:nvPr/>
          </p:nvSpPr>
          <p:spPr>
            <a:xfrm>
              <a:off x="6588228" y="1935502"/>
              <a:ext cx="5557" cy="9771"/>
            </a:xfrm>
            <a:custGeom>
              <a:rect b="b" l="l" r="r" t="t"/>
              <a:pathLst>
                <a:path extrusionOk="0" h="269" w="153">
                  <a:moveTo>
                    <a:pt x="1" y="1"/>
                  </a:moveTo>
                  <a:lnTo>
                    <a:pt x="1" y="269"/>
                  </a:lnTo>
                  <a:lnTo>
                    <a:pt x="153" y="269"/>
                  </a:lnTo>
                  <a:lnTo>
                    <a:pt x="15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166"/>
            <p:cNvSpPr/>
            <p:nvPr/>
          </p:nvSpPr>
          <p:spPr>
            <a:xfrm>
              <a:off x="6602502" y="1964668"/>
              <a:ext cx="13330" cy="27605"/>
            </a:xfrm>
            <a:custGeom>
              <a:rect b="b" l="l" r="r" t="t"/>
              <a:pathLst>
                <a:path extrusionOk="0" h="760" w="367">
                  <a:moveTo>
                    <a:pt x="0" y="1"/>
                  </a:moveTo>
                  <a:lnTo>
                    <a:pt x="0" y="759"/>
                  </a:lnTo>
                  <a:lnTo>
                    <a:pt x="366" y="759"/>
                  </a:lnTo>
                  <a:lnTo>
                    <a:pt x="36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166"/>
            <p:cNvSpPr/>
            <p:nvPr/>
          </p:nvSpPr>
          <p:spPr>
            <a:xfrm>
              <a:off x="6577549" y="1894350"/>
              <a:ext cx="52849" cy="12677"/>
            </a:xfrm>
            <a:custGeom>
              <a:rect b="b" l="l" r="r" t="t"/>
              <a:pathLst>
                <a:path extrusionOk="0" h="349" w="1455">
                  <a:moveTo>
                    <a:pt x="1" y="1"/>
                  </a:moveTo>
                  <a:lnTo>
                    <a:pt x="1" y="349"/>
                  </a:lnTo>
                  <a:lnTo>
                    <a:pt x="1455" y="349"/>
                  </a:lnTo>
                  <a:lnTo>
                    <a:pt x="145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166"/>
            <p:cNvSpPr/>
            <p:nvPr/>
          </p:nvSpPr>
          <p:spPr>
            <a:xfrm>
              <a:off x="6560369" y="1980214"/>
              <a:ext cx="17217" cy="12059"/>
            </a:xfrm>
            <a:custGeom>
              <a:rect b="b" l="l" r="r" t="t"/>
              <a:pathLst>
                <a:path extrusionOk="0" h="332" w="474">
                  <a:moveTo>
                    <a:pt x="460" y="0"/>
                  </a:moveTo>
                  <a:cubicBezTo>
                    <a:pt x="423" y="0"/>
                    <a:pt x="320" y="12"/>
                    <a:pt x="313" y="144"/>
                  </a:cubicBezTo>
                  <a:cubicBezTo>
                    <a:pt x="313" y="144"/>
                    <a:pt x="300" y="140"/>
                    <a:pt x="284" y="140"/>
                  </a:cubicBezTo>
                  <a:cubicBezTo>
                    <a:pt x="257" y="140"/>
                    <a:pt x="220" y="150"/>
                    <a:pt x="215" y="206"/>
                  </a:cubicBezTo>
                  <a:cubicBezTo>
                    <a:pt x="215" y="206"/>
                    <a:pt x="182" y="194"/>
                    <a:pt x="141" y="194"/>
                  </a:cubicBezTo>
                  <a:cubicBezTo>
                    <a:pt x="86" y="194"/>
                    <a:pt x="16" y="217"/>
                    <a:pt x="1" y="331"/>
                  </a:cubicBezTo>
                  <a:lnTo>
                    <a:pt x="474" y="331"/>
                  </a:lnTo>
                  <a:lnTo>
                    <a:pt x="474" y="1"/>
                  </a:lnTo>
                  <a:cubicBezTo>
                    <a:pt x="474" y="1"/>
                    <a:pt x="469" y="0"/>
                    <a:pt x="46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166"/>
            <p:cNvSpPr/>
            <p:nvPr/>
          </p:nvSpPr>
          <p:spPr>
            <a:xfrm>
              <a:off x="6671186" y="1975637"/>
              <a:ext cx="24663" cy="17253"/>
            </a:xfrm>
            <a:custGeom>
              <a:rect b="b" l="l" r="r" t="t"/>
              <a:pathLst>
                <a:path extrusionOk="0" h="475" w="679">
                  <a:moveTo>
                    <a:pt x="651" y="0"/>
                  </a:moveTo>
                  <a:cubicBezTo>
                    <a:pt x="594" y="0"/>
                    <a:pt x="467" y="21"/>
                    <a:pt x="447" y="207"/>
                  </a:cubicBezTo>
                  <a:cubicBezTo>
                    <a:pt x="447" y="207"/>
                    <a:pt x="431" y="203"/>
                    <a:pt x="411" y="203"/>
                  </a:cubicBezTo>
                  <a:cubicBezTo>
                    <a:pt x="375" y="203"/>
                    <a:pt x="324" y="217"/>
                    <a:pt x="313" y="297"/>
                  </a:cubicBezTo>
                  <a:cubicBezTo>
                    <a:pt x="313" y="297"/>
                    <a:pt x="265" y="280"/>
                    <a:pt x="207" y="280"/>
                  </a:cubicBezTo>
                  <a:cubicBezTo>
                    <a:pt x="125" y="280"/>
                    <a:pt x="22" y="313"/>
                    <a:pt x="1" y="475"/>
                  </a:cubicBezTo>
                  <a:lnTo>
                    <a:pt x="679" y="475"/>
                  </a:lnTo>
                  <a:lnTo>
                    <a:pt x="679" y="2"/>
                  </a:lnTo>
                  <a:cubicBezTo>
                    <a:pt x="679" y="2"/>
                    <a:pt x="668" y="0"/>
                    <a:pt x="65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166"/>
            <p:cNvSpPr/>
            <p:nvPr/>
          </p:nvSpPr>
          <p:spPr>
            <a:xfrm>
              <a:off x="6552597" y="1940950"/>
              <a:ext cx="24990" cy="17290"/>
            </a:xfrm>
            <a:custGeom>
              <a:rect b="b" l="l" r="r" t="t"/>
              <a:pathLst>
                <a:path extrusionOk="0" h="476" w="688">
                  <a:moveTo>
                    <a:pt x="659" y="1"/>
                  </a:moveTo>
                  <a:cubicBezTo>
                    <a:pt x="599" y="1"/>
                    <a:pt x="467" y="22"/>
                    <a:pt x="447" y="208"/>
                  </a:cubicBezTo>
                  <a:cubicBezTo>
                    <a:pt x="447" y="208"/>
                    <a:pt x="431" y="203"/>
                    <a:pt x="411" y="203"/>
                  </a:cubicBezTo>
                  <a:cubicBezTo>
                    <a:pt x="375" y="203"/>
                    <a:pt x="324" y="217"/>
                    <a:pt x="313" y="297"/>
                  </a:cubicBezTo>
                  <a:cubicBezTo>
                    <a:pt x="313" y="297"/>
                    <a:pt x="265" y="280"/>
                    <a:pt x="207" y="280"/>
                  </a:cubicBezTo>
                  <a:cubicBezTo>
                    <a:pt x="125" y="280"/>
                    <a:pt x="22" y="314"/>
                    <a:pt x="1" y="475"/>
                  </a:cubicBezTo>
                  <a:lnTo>
                    <a:pt x="688" y="475"/>
                  </a:lnTo>
                  <a:lnTo>
                    <a:pt x="688" y="3"/>
                  </a:lnTo>
                  <a:cubicBezTo>
                    <a:pt x="688" y="3"/>
                    <a:pt x="676" y="1"/>
                    <a:pt x="659"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166"/>
            <p:cNvSpPr/>
            <p:nvPr/>
          </p:nvSpPr>
          <p:spPr>
            <a:xfrm>
              <a:off x="6510464" y="1968809"/>
              <a:ext cx="24990" cy="17290"/>
            </a:xfrm>
            <a:custGeom>
              <a:rect b="b" l="l" r="r" t="t"/>
              <a:pathLst>
                <a:path extrusionOk="0" h="476" w="688">
                  <a:moveTo>
                    <a:pt x="659" y="1"/>
                  </a:moveTo>
                  <a:cubicBezTo>
                    <a:pt x="600" y="1"/>
                    <a:pt x="470" y="22"/>
                    <a:pt x="456" y="208"/>
                  </a:cubicBezTo>
                  <a:cubicBezTo>
                    <a:pt x="456" y="208"/>
                    <a:pt x="441" y="204"/>
                    <a:pt x="420" y="204"/>
                  </a:cubicBezTo>
                  <a:cubicBezTo>
                    <a:pt x="382" y="204"/>
                    <a:pt x="325" y="219"/>
                    <a:pt x="313" y="306"/>
                  </a:cubicBezTo>
                  <a:cubicBezTo>
                    <a:pt x="313" y="306"/>
                    <a:pt x="260" y="286"/>
                    <a:pt x="198" y="286"/>
                  </a:cubicBezTo>
                  <a:cubicBezTo>
                    <a:pt x="118" y="286"/>
                    <a:pt x="21" y="320"/>
                    <a:pt x="1" y="476"/>
                  </a:cubicBezTo>
                  <a:lnTo>
                    <a:pt x="688" y="476"/>
                  </a:lnTo>
                  <a:lnTo>
                    <a:pt x="688" y="3"/>
                  </a:lnTo>
                  <a:cubicBezTo>
                    <a:pt x="688" y="3"/>
                    <a:pt x="677" y="1"/>
                    <a:pt x="659"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166"/>
            <p:cNvSpPr/>
            <p:nvPr/>
          </p:nvSpPr>
          <p:spPr>
            <a:xfrm>
              <a:off x="6458306" y="1938408"/>
              <a:ext cx="24990" cy="17253"/>
            </a:xfrm>
            <a:custGeom>
              <a:rect b="b" l="l" r="r" t="t"/>
              <a:pathLst>
                <a:path extrusionOk="0" h="475" w="688">
                  <a:moveTo>
                    <a:pt x="668" y="0"/>
                  </a:moveTo>
                  <a:cubicBezTo>
                    <a:pt x="614" y="0"/>
                    <a:pt x="470" y="18"/>
                    <a:pt x="456" y="206"/>
                  </a:cubicBezTo>
                  <a:cubicBezTo>
                    <a:pt x="456" y="206"/>
                    <a:pt x="440" y="202"/>
                    <a:pt x="420" y="202"/>
                  </a:cubicBezTo>
                  <a:cubicBezTo>
                    <a:pt x="382" y="202"/>
                    <a:pt x="324" y="217"/>
                    <a:pt x="313" y="305"/>
                  </a:cubicBezTo>
                  <a:cubicBezTo>
                    <a:pt x="313" y="305"/>
                    <a:pt x="265" y="287"/>
                    <a:pt x="206" y="287"/>
                  </a:cubicBezTo>
                  <a:cubicBezTo>
                    <a:pt x="126" y="287"/>
                    <a:pt x="26" y="320"/>
                    <a:pt x="1" y="474"/>
                  </a:cubicBezTo>
                  <a:lnTo>
                    <a:pt x="688" y="474"/>
                  </a:lnTo>
                  <a:lnTo>
                    <a:pt x="688" y="1"/>
                  </a:lnTo>
                  <a:cubicBezTo>
                    <a:pt x="688" y="1"/>
                    <a:pt x="680" y="0"/>
                    <a:pt x="668"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166"/>
            <p:cNvSpPr/>
            <p:nvPr/>
          </p:nvSpPr>
          <p:spPr>
            <a:xfrm>
              <a:off x="6537705" y="1951411"/>
              <a:ext cx="39882" cy="31128"/>
            </a:xfrm>
            <a:custGeom>
              <a:rect b="b" l="l" r="r" t="t"/>
              <a:pathLst>
                <a:path extrusionOk="0" h="857" w="1098">
                  <a:moveTo>
                    <a:pt x="955" y="0"/>
                  </a:moveTo>
                  <a:lnTo>
                    <a:pt x="411" y="187"/>
                  </a:lnTo>
                  <a:cubicBezTo>
                    <a:pt x="411" y="187"/>
                    <a:pt x="363" y="169"/>
                    <a:pt x="302" y="169"/>
                  </a:cubicBezTo>
                  <a:cubicBezTo>
                    <a:pt x="229" y="169"/>
                    <a:pt x="138" y="195"/>
                    <a:pt x="89" y="312"/>
                  </a:cubicBezTo>
                  <a:cubicBezTo>
                    <a:pt x="0" y="535"/>
                    <a:pt x="223" y="848"/>
                    <a:pt x="250" y="848"/>
                  </a:cubicBezTo>
                  <a:cubicBezTo>
                    <a:pt x="277" y="856"/>
                    <a:pt x="553" y="856"/>
                    <a:pt x="553" y="856"/>
                  </a:cubicBezTo>
                  <a:cubicBezTo>
                    <a:pt x="553" y="856"/>
                    <a:pt x="678" y="785"/>
                    <a:pt x="839" y="678"/>
                  </a:cubicBezTo>
                  <a:cubicBezTo>
                    <a:pt x="990" y="571"/>
                    <a:pt x="1098" y="339"/>
                    <a:pt x="1098" y="339"/>
                  </a:cubicBezTo>
                  <a:lnTo>
                    <a:pt x="1071" y="9"/>
                  </a:lnTo>
                  <a:lnTo>
                    <a:pt x="95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166"/>
            <p:cNvSpPr/>
            <p:nvPr/>
          </p:nvSpPr>
          <p:spPr>
            <a:xfrm>
              <a:off x="6714626" y="1924134"/>
              <a:ext cx="41807" cy="14674"/>
            </a:xfrm>
            <a:custGeom>
              <a:rect b="b" l="l" r="r" t="t"/>
              <a:pathLst>
                <a:path extrusionOk="0" h="404" w="1151">
                  <a:moveTo>
                    <a:pt x="552" y="1"/>
                  </a:moveTo>
                  <a:cubicBezTo>
                    <a:pt x="507" y="1"/>
                    <a:pt x="398" y="17"/>
                    <a:pt x="384" y="180"/>
                  </a:cubicBezTo>
                  <a:cubicBezTo>
                    <a:pt x="384" y="180"/>
                    <a:pt x="367" y="174"/>
                    <a:pt x="346" y="174"/>
                  </a:cubicBezTo>
                  <a:cubicBezTo>
                    <a:pt x="314" y="174"/>
                    <a:pt x="273" y="187"/>
                    <a:pt x="268" y="251"/>
                  </a:cubicBezTo>
                  <a:cubicBezTo>
                    <a:pt x="268" y="251"/>
                    <a:pt x="229" y="238"/>
                    <a:pt x="181" y="238"/>
                  </a:cubicBezTo>
                  <a:cubicBezTo>
                    <a:pt x="111" y="238"/>
                    <a:pt x="21" y="266"/>
                    <a:pt x="0" y="403"/>
                  </a:cubicBezTo>
                  <a:lnTo>
                    <a:pt x="1151" y="403"/>
                  </a:lnTo>
                  <a:cubicBezTo>
                    <a:pt x="1130" y="266"/>
                    <a:pt x="1040" y="238"/>
                    <a:pt x="970" y="238"/>
                  </a:cubicBezTo>
                  <a:cubicBezTo>
                    <a:pt x="922" y="238"/>
                    <a:pt x="883" y="251"/>
                    <a:pt x="883" y="251"/>
                  </a:cubicBezTo>
                  <a:cubicBezTo>
                    <a:pt x="873" y="187"/>
                    <a:pt x="833" y="174"/>
                    <a:pt x="803" y="174"/>
                  </a:cubicBezTo>
                  <a:cubicBezTo>
                    <a:pt x="783" y="174"/>
                    <a:pt x="767" y="180"/>
                    <a:pt x="767" y="180"/>
                  </a:cubicBezTo>
                  <a:cubicBezTo>
                    <a:pt x="753" y="17"/>
                    <a:pt x="638" y="1"/>
                    <a:pt x="591" y="1"/>
                  </a:cubicBezTo>
                  <a:cubicBezTo>
                    <a:pt x="579" y="1"/>
                    <a:pt x="571" y="2"/>
                    <a:pt x="571" y="2"/>
                  </a:cubicBezTo>
                  <a:cubicBezTo>
                    <a:pt x="571" y="2"/>
                    <a:pt x="564" y="1"/>
                    <a:pt x="552"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166"/>
            <p:cNvSpPr/>
            <p:nvPr/>
          </p:nvSpPr>
          <p:spPr>
            <a:xfrm>
              <a:off x="6695812" y="1893079"/>
              <a:ext cx="32109" cy="104028"/>
            </a:xfrm>
            <a:custGeom>
              <a:rect b="b" l="l" r="r" t="t"/>
              <a:pathLst>
                <a:path extrusionOk="0" h="2864" w="884">
                  <a:moveTo>
                    <a:pt x="1" y="0"/>
                  </a:moveTo>
                  <a:lnTo>
                    <a:pt x="1" y="2864"/>
                  </a:lnTo>
                  <a:lnTo>
                    <a:pt x="884" y="2864"/>
                  </a:lnTo>
                  <a:lnTo>
                    <a:pt x="88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166"/>
            <p:cNvSpPr/>
            <p:nvPr/>
          </p:nvSpPr>
          <p:spPr>
            <a:xfrm>
              <a:off x="6727884" y="1885306"/>
              <a:ext cx="7519" cy="111801"/>
            </a:xfrm>
            <a:custGeom>
              <a:rect b="b" l="l" r="r" t="t"/>
              <a:pathLst>
                <a:path extrusionOk="0" h="3078" w="207">
                  <a:moveTo>
                    <a:pt x="206" y="0"/>
                  </a:moveTo>
                  <a:lnTo>
                    <a:pt x="1" y="214"/>
                  </a:lnTo>
                  <a:lnTo>
                    <a:pt x="1" y="3078"/>
                  </a:lnTo>
                  <a:lnTo>
                    <a:pt x="206" y="3078"/>
                  </a:lnTo>
                  <a:lnTo>
                    <a:pt x="206"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166"/>
            <p:cNvSpPr/>
            <p:nvPr/>
          </p:nvSpPr>
          <p:spPr>
            <a:xfrm>
              <a:off x="6701006" y="1898236"/>
              <a:ext cx="3923" cy="7192"/>
            </a:xfrm>
            <a:custGeom>
              <a:rect b="b" l="l" r="r" t="t"/>
              <a:pathLst>
                <a:path extrusionOk="0" h="198" w="108">
                  <a:moveTo>
                    <a:pt x="0" y="1"/>
                  </a:moveTo>
                  <a:lnTo>
                    <a:pt x="0"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166"/>
            <p:cNvSpPr/>
            <p:nvPr/>
          </p:nvSpPr>
          <p:spPr>
            <a:xfrm>
              <a:off x="6710086" y="1911530"/>
              <a:ext cx="3923" cy="7192"/>
            </a:xfrm>
            <a:custGeom>
              <a:rect b="b" l="l" r="r" t="t"/>
              <a:pathLst>
                <a:path extrusionOk="0" h="198"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166"/>
            <p:cNvSpPr/>
            <p:nvPr/>
          </p:nvSpPr>
          <p:spPr>
            <a:xfrm>
              <a:off x="6718513" y="1900198"/>
              <a:ext cx="3923" cy="7156"/>
            </a:xfrm>
            <a:custGeom>
              <a:rect b="b" l="l" r="r" t="t"/>
              <a:pathLst>
                <a:path extrusionOk="0" h="197"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166"/>
            <p:cNvSpPr/>
            <p:nvPr/>
          </p:nvSpPr>
          <p:spPr>
            <a:xfrm>
              <a:off x="6700025" y="1919303"/>
              <a:ext cx="3923" cy="7192"/>
            </a:xfrm>
            <a:custGeom>
              <a:rect b="b" l="l" r="r" t="t"/>
              <a:pathLst>
                <a:path extrusionOk="0" h="198"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166"/>
            <p:cNvSpPr/>
            <p:nvPr/>
          </p:nvSpPr>
          <p:spPr>
            <a:xfrm>
              <a:off x="6720438" y="1923516"/>
              <a:ext cx="3923" cy="7192"/>
            </a:xfrm>
            <a:custGeom>
              <a:rect b="b" l="l" r="r" t="t"/>
              <a:pathLst>
                <a:path extrusionOk="0" h="198"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166"/>
            <p:cNvSpPr/>
            <p:nvPr/>
          </p:nvSpPr>
          <p:spPr>
            <a:xfrm>
              <a:off x="6709432" y="1932923"/>
              <a:ext cx="3923" cy="7156"/>
            </a:xfrm>
            <a:custGeom>
              <a:rect b="b" l="l" r="r" t="t"/>
              <a:pathLst>
                <a:path extrusionOk="0" h="197"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166"/>
            <p:cNvSpPr/>
            <p:nvPr/>
          </p:nvSpPr>
          <p:spPr>
            <a:xfrm>
              <a:off x="6699371" y="1944909"/>
              <a:ext cx="3923" cy="7156"/>
            </a:xfrm>
            <a:custGeom>
              <a:rect b="b" l="l" r="r" t="t"/>
              <a:pathLst>
                <a:path extrusionOk="0" h="197"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166"/>
            <p:cNvSpPr/>
            <p:nvPr/>
          </p:nvSpPr>
          <p:spPr>
            <a:xfrm>
              <a:off x="6702931" y="1963070"/>
              <a:ext cx="3959" cy="7156"/>
            </a:xfrm>
            <a:custGeom>
              <a:rect b="b" l="l" r="r" t="t"/>
              <a:pathLst>
                <a:path extrusionOk="0" h="197" w="109">
                  <a:moveTo>
                    <a:pt x="1" y="0"/>
                  </a:moveTo>
                  <a:lnTo>
                    <a:pt x="1" y="196"/>
                  </a:lnTo>
                  <a:lnTo>
                    <a:pt x="108" y="196"/>
                  </a:lnTo>
                  <a:lnTo>
                    <a:pt x="10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166"/>
            <p:cNvSpPr/>
            <p:nvPr/>
          </p:nvSpPr>
          <p:spPr>
            <a:xfrm>
              <a:off x="6695812" y="1885306"/>
              <a:ext cx="39592" cy="7809"/>
            </a:xfrm>
            <a:custGeom>
              <a:rect b="b" l="l" r="r" t="t"/>
              <a:pathLst>
                <a:path extrusionOk="0" h="215" w="1090">
                  <a:moveTo>
                    <a:pt x="215" y="0"/>
                  </a:moveTo>
                  <a:lnTo>
                    <a:pt x="1" y="214"/>
                  </a:lnTo>
                  <a:lnTo>
                    <a:pt x="884" y="214"/>
                  </a:lnTo>
                  <a:lnTo>
                    <a:pt x="10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166"/>
            <p:cNvSpPr/>
            <p:nvPr/>
          </p:nvSpPr>
          <p:spPr>
            <a:xfrm>
              <a:off x="6634901" y="1859373"/>
              <a:ext cx="15909" cy="139696"/>
            </a:xfrm>
            <a:custGeom>
              <a:rect b="b" l="l" r="r" t="t"/>
              <a:pathLst>
                <a:path extrusionOk="0" h="3846" w="438">
                  <a:moveTo>
                    <a:pt x="438" y="0"/>
                  </a:moveTo>
                  <a:cubicBezTo>
                    <a:pt x="438" y="0"/>
                    <a:pt x="384" y="63"/>
                    <a:pt x="393" y="143"/>
                  </a:cubicBezTo>
                  <a:cubicBezTo>
                    <a:pt x="402" y="215"/>
                    <a:pt x="322" y="250"/>
                    <a:pt x="357" y="313"/>
                  </a:cubicBezTo>
                  <a:cubicBezTo>
                    <a:pt x="384" y="384"/>
                    <a:pt x="286" y="402"/>
                    <a:pt x="331" y="491"/>
                  </a:cubicBezTo>
                  <a:cubicBezTo>
                    <a:pt x="375" y="571"/>
                    <a:pt x="268" y="670"/>
                    <a:pt x="304" y="759"/>
                  </a:cubicBezTo>
                  <a:cubicBezTo>
                    <a:pt x="348" y="857"/>
                    <a:pt x="259" y="893"/>
                    <a:pt x="295" y="973"/>
                  </a:cubicBezTo>
                  <a:cubicBezTo>
                    <a:pt x="340" y="1053"/>
                    <a:pt x="206" y="1142"/>
                    <a:pt x="268" y="1276"/>
                  </a:cubicBezTo>
                  <a:cubicBezTo>
                    <a:pt x="340" y="1401"/>
                    <a:pt x="206" y="1472"/>
                    <a:pt x="250" y="1562"/>
                  </a:cubicBezTo>
                  <a:cubicBezTo>
                    <a:pt x="295" y="1660"/>
                    <a:pt x="134" y="1767"/>
                    <a:pt x="206" y="1865"/>
                  </a:cubicBezTo>
                  <a:cubicBezTo>
                    <a:pt x="277" y="1972"/>
                    <a:pt x="143" y="2061"/>
                    <a:pt x="188" y="2142"/>
                  </a:cubicBezTo>
                  <a:cubicBezTo>
                    <a:pt x="233" y="2222"/>
                    <a:pt x="108" y="2338"/>
                    <a:pt x="179" y="2427"/>
                  </a:cubicBezTo>
                  <a:cubicBezTo>
                    <a:pt x="241" y="2516"/>
                    <a:pt x="90" y="2623"/>
                    <a:pt x="134" y="2739"/>
                  </a:cubicBezTo>
                  <a:cubicBezTo>
                    <a:pt x="188" y="2864"/>
                    <a:pt x="63" y="2998"/>
                    <a:pt x="125" y="3105"/>
                  </a:cubicBezTo>
                  <a:cubicBezTo>
                    <a:pt x="188" y="3212"/>
                    <a:pt x="36" y="3239"/>
                    <a:pt x="108" y="3355"/>
                  </a:cubicBezTo>
                  <a:cubicBezTo>
                    <a:pt x="179" y="3480"/>
                    <a:pt x="1" y="3631"/>
                    <a:pt x="1" y="3845"/>
                  </a:cubicBezTo>
                  <a:lnTo>
                    <a:pt x="438" y="3845"/>
                  </a:lnTo>
                  <a:lnTo>
                    <a:pt x="4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166"/>
            <p:cNvSpPr/>
            <p:nvPr/>
          </p:nvSpPr>
          <p:spPr>
            <a:xfrm>
              <a:off x="6650773" y="1859373"/>
              <a:ext cx="15909" cy="139696"/>
            </a:xfrm>
            <a:custGeom>
              <a:rect b="b" l="l" r="r" t="t"/>
              <a:pathLst>
                <a:path extrusionOk="0" h="3846" w="438">
                  <a:moveTo>
                    <a:pt x="1" y="0"/>
                  </a:moveTo>
                  <a:lnTo>
                    <a:pt x="1" y="3845"/>
                  </a:lnTo>
                  <a:lnTo>
                    <a:pt x="438" y="3845"/>
                  </a:lnTo>
                  <a:cubicBezTo>
                    <a:pt x="438" y="3631"/>
                    <a:pt x="259" y="3480"/>
                    <a:pt x="331" y="3355"/>
                  </a:cubicBezTo>
                  <a:cubicBezTo>
                    <a:pt x="402" y="3239"/>
                    <a:pt x="250" y="3212"/>
                    <a:pt x="313" y="3105"/>
                  </a:cubicBezTo>
                  <a:cubicBezTo>
                    <a:pt x="375" y="2998"/>
                    <a:pt x="250" y="2864"/>
                    <a:pt x="304" y="2739"/>
                  </a:cubicBezTo>
                  <a:cubicBezTo>
                    <a:pt x="358" y="2623"/>
                    <a:pt x="197" y="2516"/>
                    <a:pt x="268" y="2427"/>
                  </a:cubicBezTo>
                  <a:cubicBezTo>
                    <a:pt x="331" y="2338"/>
                    <a:pt x="206" y="2222"/>
                    <a:pt x="250" y="2142"/>
                  </a:cubicBezTo>
                  <a:cubicBezTo>
                    <a:pt x="295" y="2061"/>
                    <a:pt x="170" y="1972"/>
                    <a:pt x="233" y="1865"/>
                  </a:cubicBezTo>
                  <a:cubicBezTo>
                    <a:pt x="304" y="1767"/>
                    <a:pt x="152" y="1660"/>
                    <a:pt x="188" y="1562"/>
                  </a:cubicBezTo>
                  <a:cubicBezTo>
                    <a:pt x="233" y="1472"/>
                    <a:pt x="108" y="1401"/>
                    <a:pt x="170" y="1276"/>
                  </a:cubicBezTo>
                  <a:cubicBezTo>
                    <a:pt x="242" y="1142"/>
                    <a:pt x="99" y="1053"/>
                    <a:pt x="143" y="973"/>
                  </a:cubicBezTo>
                  <a:cubicBezTo>
                    <a:pt x="188" y="893"/>
                    <a:pt x="90" y="857"/>
                    <a:pt x="135" y="759"/>
                  </a:cubicBezTo>
                  <a:cubicBezTo>
                    <a:pt x="179" y="670"/>
                    <a:pt x="63" y="571"/>
                    <a:pt x="108" y="491"/>
                  </a:cubicBezTo>
                  <a:cubicBezTo>
                    <a:pt x="161" y="402"/>
                    <a:pt x="54" y="384"/>
                    <a:pt x="90" y="313"/>
                  </a:cubicBezTo>
                  <a:cubicBezTo>
                    <a:pt x="117" y="250"/>
                    <a:pt x="45" y="215"/>
                    <a:pt x="54" y="143"/>
                  </a:cubicBezTo>
                  <a:cubicBezTo>
                    <a:pt x="63" y="63"/>
                    <a:pt x="1" y="0"/>
                    <a:pt x="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166"/>
            <p:cNvSpPr/>
            <p:nvPr/>
          </p:nvSpPr>
          <p:spPr>
            <a:xfrm>
              <a:off x="6474179" y="1859373"/>
              <a:ext cx="15909" cy="139696"/>
            </a:xfrm>
            <a:custGeom>
              <a:rect b="b" l="l" r="r" t="t"/>
              <a:pathLst>
                <a:path extrusionOk="0" h="3846" w="438">
                  <a:moveTo>
                    <a:pt x="438" y="0"/>
                  </a:moveTo>
                  <a:cubicBezTo>
                    <a:pt x="438" y="0"/>
                    <a:pt x="375" y="63"/>
                    <a:pt x="384" y="143"/>
                  </a:cubicBezTo>
                  <a:cubicBezTo>
                    <a:pt x="393" y="215"/>
                    <a:pt x="322" y="250"/>
                    <a:pt x="349" y="313"/>
                  </a:cubicBezTo>
                  <a:cubicBezTo>
                    <a:pt x="384" y="384"/>
                    <a:pt x="277" y="402"/>
                    <a:pt x="331" y="491"/>
                  </a:cubicBezTo>
                  <a:cubicBezTo>
                    <a:pt x="375" y="571"/>
                    <a:pt x="259" y="670"/>
                    <a:pt x="304" y="759"/>
                  </a:cubicBezTo>
                  <a:cubicBezTo>
                    <a:pt x="349" y="857"/>
                    <a:pt x="251" y="893"/>
                    <a:pt x="295" y="973"/>
                  </a:cubicBezTo>
                  <a:cubicBezTo>
                    <a:pt x="340" y="1053"/>
                    <a:pt x="197" y="1142"/>
                    <a:pt x="268" y="1276"/>
                  </a:cubicBezTo>
                  <a:cubicBezTo>
                    <a:pt x="331" y="1401"/>
                    <a:pt x="206" y="1472"/>
                    <a:pt x="251" y="1562"/>
                  </a:cubicBezTo>
                  <a:cubicBezTo>
                    <a:pt x="286" y="1660"/>
                    <a:pt x="135" y="1767"/>
                    <a:pt x="206" y="1865"/>
                  </a:cubicBezTo>
                  <a:cubicBezTo>
                    <a:pt x="268" y="1972"/>
                    <a:pt x="143" y="2061"/>
                    <a:pt x="188" y="2142"/>
                  </a:cubicBezTo>
                  <a:cubicBezTo>
                    <a:pt x="233" y="2222"/>
                    <a:pt x="108" y="2338"/>
                    <a:pt x="170" y="2427"/>
                  </a:cubicBezTo>
                  <a:cubicBezTo>
                    <a:pt x="242" y="2516"/>
                    <a:pt x="81" y="2623"/>
                    <a:pt x="135" y="2739"/>
                  </a:cubicBezTo>
                  <a:cubicBezTo>
                    <a:pt x="188" y="2864"/>
                    <a:pt x="63" y="2998"/>
                    <a:pt x="126" y="3105"/>
                  </a:cubicBezTo>
                  <a:cubicBezTo>
                    <a:pt x="188" y="3212"/>
                    <a:pt x="36" y="3239"/>
                    <a:pt x="108" y="3355"/>
                  </a:cubicBezTo>
                  <a:cubicBezTo>
                    <a:pt x="179" y="3480"/>
                    <a:pt x="1" y="3631"/>
                    <a:pt x="1" y="3845"/>
                  </a:cubicBezTo>
                  <a:lnTo>
                    <a:pt x="438" y="3845"/>
                  </a:lnTo>
                  <a:lnTo>
                    <a:pt x="4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166"/>
            <p:cNvSpPr/>
            <p:nvPr/>
          </p:nvSpPr>
          <p:spPr>
            <a:xfrm>
              <a:off x="6490051" y="1859373"/>
              <a:ext cx="15909" cy="139696"/>
            </a:xfrm>
            <a:custGeom>
              <a:rect b="b" l="l" r="r" t="t"/>
              <a:pathLst>
                <a:path extrusionOk="0" h="3846" w="438">
                  <a:moveTo>
                    <a:pt x="1" y="0"/>
                  </a:moveTo>
                  <a:lnTo>
                    <a:pt x="1" y="3845"/>
                  </a:lnTo>
                  <a:lnTo>
                    <a:pt x="438" y="3845"/>
                  </a:lnTo>
                  <a:cubicBezTo>
                    <a:pt x="438" y="3631"/>
                    <a:pt x="260" y="3480"/>
                    <a:pt x="331" y="3355"/>
                  </a:cubicBezTo>
                  <a:cubicBezTo>
                    <a:pt x="402" y="3239"/>
                    <a:pt x="251" y="3212"/>
                    <a:pt x="313" y="3105"/>
                  </a:cubicBezTo>
                  <a:cubicBezTo>
                    <a:pt x="376" y="2998"/>
                    <a:pt x="251" y="2864"/>
                    <a:pt x="304" y="2739"/>
                  </a:cubicBezTo>
                  <a:cubicBezTo>
                    <a:pt x="358" y="2623"/>
                    <a:pt x="197" y="2516"/>
                    <a:pt x="260" y="2427"/>
                  </a:cubicBezTo>
                  <a:cubicBezTo>
                    <a:pt x="331" y="2338"/>
                    <a:pt x="206" y="2222"/>
                    <a:pt x="251" y="2142"/>
                  </a:cubicBezTo>
                  <a:cubicBezTo>
                    <a:pt x="295" y="2061"/>
                    <a:pt x="161" y="1972"/>
                    <a:pt x="233" y="1865"/>
                  </a:cubicBezTo>
                  <a:cubicBezTo>
                    <a:pt x="304" y="1767"/>
                    <a:pt x="144" y="1660"/>
                    <a:pt x="188" y="1562"/>
                  </a:cubicBezTo>
                  <a:cubicBezTo>
                    <a:pt x="233" y="1472"/>
                    <a:pt x="99" y="1401"/>
                    <a:pt x="170" y="1276"/>
                  </a:cubicBezTo>
                  <a:cubicBezTo>
                    <a:pt x="233" y="1142"/>
                    <a:pt x="99" y="1053"/>
                    <a:pt x="144" y="973"/>
                  </a:cubicBezTo>
                  <a:cubicBezTo>
                    <a:pt x="179" y="893"/>
                    <a:pt x="90" y="857"/>
                    <a:pt x="135" y="759"/>
                  </a:cubicBezTo>
                  <a:cubicBezTo>
                    <a:pt x="170" y="670"/>
                    <a:pt x="63" y="571"/>
                    <a:pt x="108" y="491"/>
                  </a:cubicBezTo>
                  <a:cubicBezTo>
                    <a:pt x="153" y="402"/>
                    <a:pt x="54" y="384"/>
                    <a:pt x="81" y="313"/>
                  </a:cubicBezTo>
                  <a:cubicBezTo>
                    <a:pt x="117" y="250"/>
                    <a:pt x="37" y="215"/>
                    <a:pt x="45" y="143"/>
                  </a:cubicBezTo>
                  <a:cubicBezTo>
                    <a:pt x="54" y="63"/>
                    <a:pt x="1" y="0"/>
                    <a:pt x="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166"/>
            <p:cNvSpPr/>
            <p:nvPr/>
          </p:nvSpPr>
          <p:spPr>
            <a:xfrm>
              <a:off x="6654987" y="1902450"/>
              <a:ext cx="12677" cy="111510"/>
            </a:xfrm>
            <a:custGeom>
              <a:rect b="b" l="l" r="r" t="t"/>
              <a:pathLst>
                <a:path extrusionOk="0" h="3070" w="349">
                  <a:moveTo>
                    <a:pt x="349" y="1"/>
                  </a:moveTo>
                  <a:cubicBezTo>
                    <a:pt x="349" y="1"/>
                    <a:pt x="304" y="54"/>
                    <a:pt x="313" y="117"/>
                  </a:cubicBezTo>
                  <a:cubicBezTo>
                    <a:pt x="322" y="179"/>
                    <a:pt x="259" y="206"/>
                    <a:pt x="277" y="251"/>
                  </a:cubicBezTo>
                  <a:cubicBezTo>
                    <a:pt x="304" y="304"/>
                    <a:pt x="224" y="331"/>
                    <a:pt x="259" y="393"/>
                  </a:cubicBezTo>
                  <a:cubicBezTo>
                    <a:pt x="295" y="456"/>
                    <a:pt x="206" y="536"/>
                    <a:pt x="242" y="608"/>
                  </a:cubicBezTo>
                  <a:cubicBezTo>
                    <a:pt x="277" y="688"/>
                    <a:pt x="206" y="715"/>
                    <a:pt x="233" y="777"/>
                  </a:cubicBezTo>
                  <a:cubicBezTo>
                    <a:pt x="268" y="848"/>
                    <a:pt x="161" y="911"/>
                    <a:pt x="215" y="1018"/>
                  </a:cubicBezTo>
                  <a:cubicBezTo>
                    <a:pt x="268" y="1125"/>
                    <a:pt x="161" y="1179"/>
                    <a:pt x="197" y="1250"/>
                  </a:cubicBezTo>
                  <a:cubicBezTo>
                    <a:pt x="233" y="1321"/>
                    <a:pt x="108" y="1410"/>
                    <a:pt x="161" y="1491"/>
                  </a:cubicBezTo>
                  <a:cubicBezTo>
                    <a:pt x="215" y="1580"/>
                    <a:pt x="117" y="1651"/>
                    <a:pt x="143" y="1714"/>
                  </a:cubicBezTo>
                  <a:cubicBezTo>
                    <a:pt x="179" y="1776"/>
                    <a:pt x="90" y="1865"/>
                    <a:pt x="143" y="1937"/>
                  </a:cubicBezTo>
                  <a:cubicBezTo>
                    <a:pt x="197" y="2008"/>
                    <a:pt x="63" y="2097"/>
                    <a:pt x="108" y="2187"/>
                  </a:cubicBezTo>
                  <a:cubicBezTo>
                    <a:pt x="152" y="2285"/>
                    <a:pt x="45" y="2392"/>
                    <a:pt x="99" y="2481"/>
                  </a:cubicBezTo>
                  <a:cubicBezTo>
                    <a:pt x="152" y="2561"/>
                    <a:pt x="27" y="2588"/>
                    <a:pt x="90" y="2686"/>
                  </a:cubicBezTo>
                  <a:cubicBezTo>
                    <a:pt x="143" y="2775"/>
                    <a:pt x="1" y="2900"/>
                    <a:pt x="1" y="3070"/>
                  </a:cubicBezTo>
                  <a:lnTo>
                    <a:pt x="349" y="3070"/>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166"/>
            <p:cNvSpPr/>
            <p:nvPr/>
          </p:nvSpPr>
          <p:spPr>
            <a:xfrm>
              <a:off x="6667626" y="1902450"/>
              <a:ext cx="12677" cy="111510"/>
            </a:xfrm>
            <a:custGeom>
              <a:rect b="b" l="l" r="r" t="t"/>
              <a:pathLst>
                <a:path extrusionOk="0" h="3070" w="349">
                  <a:moveTo>
                    <a:pt x="1" y="1"/>
                  </a:moveTo>
                  <a:lnTo>
                    <a:pt x="1" y="3070"/>
                  </a:lnTo>
                  <a:lnTo>
                    <a:pt x="349" y="3070"/>
                  </a:lnTo>
                  <a:cubicBezTo>
                    <a:pt x="349" y="2900"/>
                    <a:pt x="206" y="2775"/>
                    <a:pt x="268" y="2686"/>
                  </a:cubicBezTo>
                  <a:cubicBezTo>
                    <a:pt x="322" y="2588"/>
                    <a:pt x="197" y="2561"/>
                    <a:pt x="250" y="2481"/>
                  </a:cubicBezTo>
                  <a:cubicBezTo>
                    <a:pt x="304" y="2392"/>
                    <a:pt x="197" y="2285"/>
                    <a:pt x="241" y="2187"/>
                  </a:cubicBezTo>
                  <a:cubicBezTo>
                    <a:pt x="286" y="2097"/>
                    <a:pt x="161" y="2008"/>
                    <a:pt x="206" y="1937"/>
                  </a:cubicBezTo>
                  <a:cubicBezTo>
                    <a:pt x="259" y="1865"/>
                    <a:pt x="170" y="1776"/>
                    <a:pt x="206" y="1714"/>
                  </a:cubicBezTo>
                  <a:cubicBezTo>
                    <a:pt x="241" y="1651"/>
                    <a:pt x="134" y="1580"/>
                    <a:pt x="188" y="1491"/>
                  </a:cubicBezTo>
                  <a:cubicBezTo>
                    <a:pt x="241" y="1410"/>
                    <a:pt x="117" y="1321"/>
                    <a:pt x="152" y="1250"/>
                  </a:cubicBezTo>
                  <a:cubicBezTo>
                    <a:pt x="188" y="1179"/>
                    <a:pt x="81" y="1125"/>
                    <a:pt x="134" y="1018"/>
                  </a:cubicBezTo>
                  <a:cubicBezTo>
                    <a:pt x="188" y="911"/>
                    <a:pt x="81" y="848"/>
                    <a:pt x="117" y="777"/>
                  </a:cubicBezTo>
                  <a:cubicBezTo>
                    <a:pt x="152" y="715"/>
                    <a:pt x="72" y="688"/>
                    <a:pt x="108" y="608"/>
                  </a:cubicBezTo>
                  <a:cubicBezTo>
                    <a:pt x="143" y="536"/>
                    <a:pt x="54" y="456"/>
                    <a:pt x="90" y="393"/>
                  </a:cubicBezTo>
                  <a:cubicBezTo>
                    <a:pt x="125" y="331"/>
                    <a:pt x="45" y="304"/>
                    <a:pt x="72" y="251"/>
                  </a:cubicBezTo>
                  <a:cubicBezTo>
                    <a:pt x="90" y="206"/>
                    <a:pt x="36" y="179"/>
                    <a:pt x="36" y="117"/>
                  </a:cubicBezTo>
                  <a:cubicBezTo>
                    <a:pt x="45" y="54"/>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166"/>
            <p:cNvSpPr/>
            <p:nvPr/>
          </p:nvSpPr>
          <p:spPr>
            <a:xfrm>
              <a:off x="6389296" y="1882037"/>
              <a:ext cx="12677" cy="111183"/>
            </a:xfrm>
            <a:custGeom>
              <a:rect b="b" l="l" r="r" t="t"/>
              <a:pathLst>
                <a:path extrusionOk="0" h="3061" w="349">
                  <a:moveTo>
                    <a:pt x="348" y="1"/>
                  </a:moveTo>
                  <a:cubicBezTo>
                    <a:pt x="348" y="1"/>
                    <a:pt x="304" y="46"/>
                    <a:pt x="304" y="108"/>
                  </a:cubicBezTo>
                  <a:cubicBezTo>
                    <a:pt x="313" y="170"/>
                    <a:pt x="250" y="197"/>
                    <a:pt x="277" y="251"/>
                  </a:cubicBezTo>
                  <a:cubicBezTo>
                    <a:pt x="304" y="304"/>
                    <a:pt x="223" y="322"/>
                    <a:pt x="259" y="385"/>
                  </a:cubicBezTo>
                  <a:cubicBezTo>
                    <a:pt x="295" y="456"/>
                    <a:pt x="206" y="527"/>
                    <a:pt x="241" y="608"/>
                  </a:cubicBezTo>
                  <a:cubicBezTo>
                    <a:pt x="277" y="679"/>
                    <a:pt x="197" y="715"/>
                    <a:pt x="232" y="777"/>
                  </a:cubicBezTo>
                  <a:cubicBezTo>
                    <a:pt x="268" y="840"/>
                    <a:pt x="161" y="911"/>
                    <a:pt x="215" y="1009"/>
                  </a:cubicBezTo>
                  <a:cubicBezTo>
                    <a:pt x="268" y="1116"/>
                    <a:pt x="161" y="1170"/>
                    <a:pt x="197" y="1241"/>
                  </a:cubicBezTo>
                  <a:cubicBezTo>
                    <a:pt x="232" y="1321"/>
                    <a:pt x="99" y="1402"/>
                    <a:pt x="161" y="1491"/>
                  </a:cubicBezTo>
                  <a:cubicBezTo>
                    <a:pt x="215" y="1571"/>
                    <a:pt x="107" y="1642"/>
                    <a:pt x="143" y="1705"/>
                  </a:cubicBezTo>
                  <a:cubicBezTo>
                    <a:pt x="179" y="1776"/>
                    <a:pt x="81" y="1865"/>
                    <a:pt x="134" y="1937"/>
                  </a:cubicBezTo>
                  <a:cubicBezTo>
                    <a:pt x="188" y="2008"/>
                    <a:pt x="63" y="2088"/>
                    <a:pt x="107" y="2187"/>
                  </a:cubicBezTo>
                  <a:cubicBezTo>
                    <a:pt x="143" y="2285"/>
                    <a:pt x="45" y="2392"/>
                    <a:pt x="99" y="2472"/>
                  </a:cubicBezTo>
                  <a:cubicBezTo>
                    <a:pt x="143" y="2561"/>
                    <a:pt x="27" y="2579"/>
                    <a:pt x="81" y="2677"/>
                  </a:cubicBezTo>
                  <a:cubicBezTo>
                    <a:pt x="134" y="2766"/>
                    <a:pt x="0" y="2891"/>
                    <a:pt x="0" y="3061"/>
                  </a:cubicBezTo>
                  <a:lnTo>
                    <a:pt x="348" y="3061"/>
                  </a:lnTo>
                  <a:lnTo>
                    <a:pt x="3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166"/>
            <p:cNvSpPr/>
            <p:nvPr/>
          </p:nvSpPr>
          <p:spPr>
            <a:xfrm>
              <a:off x="6401936" y="1882037"/>
              <a:ext cx="12677" cy="111183"/>
            </a:xfrm>
            <a:custGeom>
              <a:rect b="b" l="l" r="r" t="t"/>
              <a:pathLst>
                <a:path extrusionOk="0" h="3061" w="349">
                  <a:moveTo>
                    <a:pt x="0" y="1"/>
                  </a:moveTo>
                  <a:lnTo>
                    <a:pt x="0" y="3061"/>
                  </a:lnTo>
                  <a:lnTo>
                    <a:pt x="348" y="3061"/>
                  </a:lnTo>
                  <a:cubicBezTo>
                    <a:pt x="348" y="2891"/>
                    <a:pt x="206" y="2766"/>
                    <a:pt x="259" y="2677"/>
                  </a:cubicBezTo>
                  <a:cubicBezTo>
                    <a:pt x="313" y="2579"/>
                    <a:pt x="197" y="2561"/>
                    <a:pt x="250" y="2472"/>
                  </a:cubicBezTo>
                  <a:cubicBezTo>
                    <a:pt x="295" y="2392"/>
                    <a:pt x="197" y="2285"/>
                    <a:pt x="241" y="2187"/>
                  </a:cubicBezTo>
                  <a:cubicBezTo>
                    <a:pt x="277" y="2088"/>
                    <a:pt x="152" y="2008"/>
                    <a:pt x="206" y="1937"/>
                  </a:cubicBezTo>
                  <a:cubicBezTo>
                    <a:pt x="259" y="1865"/>
                    <a:pt x="161" y="1776"/>
                    <a:pt x="197" y="1705"/>
                  </a:cubicBezTo>
                  <a:cubicBezTo>
                    <a:pt x="232" y="1642"/>
                    <a:pt x="125" y="1571"/>
                    <a:pt x="188" y="1491"/>
                  </a:cubicBezTo>
                  <a:cubicBezTo>
                    <a:pt x="241" y="1402"/>
                    <a:pt x="116" y="1321"/>
                    <a:pt x="152" y="1241"/>
                  </a:cubicBezTo>
                  <a:cubicBezTo>
                    <a:pt x="179" y="1170"/>
                    <a:pt x="81" y="1116"/>
                    <a:pt x="134" y="1009"/>
                  </a:cubicBezTo>
                  <a:cubicBezTo>
                    <a:pt x="188" y="911"/>
                    <a:pt x="81" y="840"/>
                    <a:pt x="107" y="777"/>
                  </a:cubicBezTo>
                  <a:cubicBezTo>
                    <a:pt x="143" y="715"/>
                    <a:pt x="72" y="679"/>
                    <a:pt x="107" y="608"/>
                  </a:cubicBezTo>
                  <a:cubicBezTo>
                    <a:pt x="134" y="527"/>
                    <a:pt x="45" y="456"/>
                    <a:pt x="81" y="385"/>
                  </a:cubicBezTo>
                  <a:cubicBezTo>
                    <a:pt x="125" y="322"/>
                    <a:pt x="45" y="304"/>
                    <a:pt x="63" y="251"/>
                  </a:cubicBezTo>
                  <a:cubicBezTo>
                    <a:pt x="90" y="197"/>
                    <a:pt x="27" y="170"/>
                    <a:pt x="36" y="108"/>
                  </a:cubicBezTo>
                  <a:cubicBezTo>
                    <a:pt x="45" y="46"/>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166"/>
            <p:cNvSpPr/>
            <p:nvPr/>
          </p:nvSpPr>
          <p:spPr>
            <a:xfrm>
              <a:off x="6528951" y="1902450"/>
              <a:ext cx="12677" cy="111510"/>
            </a:xfrm>
            <a:custGeom>
              <a:rect b="b" l="l" r="r" t="t"/>
              <a:pathLst>
                <a:path extrusionOk="0" h="3070" w="349">
                  <a:moveTo>
                    <a:pt x="348" y="1"/>
                  </a:moveTo>
                  <a:cubicBezTo>
                    <a:pt x="348" y="1"/>
                    <a:pt x="304" y="46"/>
                    <a:pt x="313" y="117"/>
                  </a:cubicBezTo>
                  <a:cubicBezTo>
                    <a:pt x="322" y="179"/>
                    <a:pt x="259" y="206"/>
                    <a:pt x="286" y="251"/>
                  </a:cubicBezTo>
                  <a:cubicBezTo>
                    <a:pt x="304" y="304"/>
                    <a:pt x="223" y="322"/>
                    <a:pt x="259" y="393"/>
                  </a:cubicBezTo>
                  <a:cubicBezTo>
                    <a:pt x="304" y="456"/>
                    <a:pt x="214" y="536"/>
                    <a:pt x="241" y="608"/>
                  </a:cubicBezTo>
                  <a:cubicBezTo>
                    <a:pt x="277" y="688"/>
                    <a:pt x="206" y="715"/>
                    <a:pt x="232" y="777"/>
                  </a:cubicBezTo>
                  <a:cubicBezTo>
                    <a:pt x="268" y="840"/>
                    <a:pt x="161" y="911"/>
                    <a:pt x="214" y="1018"/>
                  </a:cubicBezTo>
                  <a:cubicBezTo>
                    <a:pt x="268" y="1125"/>
                    <a:pt x="170" y="1179"/>
                    <a:pt x="197" y="1250"/>
                  </a:cubicBezTo>
                  <a:cubicBezTo>
                    <a:pt x="232" y="1321"/>
                    <a:pt x="107" y="1410"/>
                    <a:pt x="161" y="1491"/>
                  </a:cubicBezTo>
                  <a:cubicBezTo>
                    <a:pt x="214" y="1580"/>
                    <a:pt x="116" y="1651"/>
                    <a:pt x="152" y="1714"/>
                  </a:cubicBezTo>
                  <a:cubicBezTo>
                    <a:pt x="188" y="1776"/>
                    <a:pt x="90" y="1865"/>
                    <a:pt x="143" y="1937"/>
                  </a:cubicBezTo>
                  <a:cubicBezTo>
                    <a:pt x="197" y="2008"/>
                    <a:pt x="72" y="2088"/>
                    <a:pt x="107" y="2187"/>
                  </a:cubicBezTo>
                  <a:cubicBezTo>
                    <a:pt x="152" y="2285"/>
                    <a:pt x="54" y="2392"/>
                    <a:pt x="99" y="2481"/>
                  </a:cubicBezTo>
                  <a:cubicBezTo>
                    <a:pt x="152" y="2561"/>
                    <a:pt x="27" y="2588"/>
                    <a:pt x="90" y="2677"/>
                  </a:cubicBezTo>
                  <a:cubicBezTo>
                    <a:pt x="143" y="2775"/>
                    <a:pt x="0" y="2891"/>
                    <a:pt x="0" y="3070"/>
                  </a:cubicBezTo>
                  <a:lnTo>
                    <a:pt x="348" y="3070"/>
                  </a:lnTo>
                  <a:lnTo>
                    <a:pt x="3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166"/>
            <p:cNvSpPr/>
            <p:nvPr/>
          </p:nvSpPr>
          <p:spPr>
            <a:xfrm>
              <a:off x="6541591" y="1902450"/>
              <a:ext cx="12677" cy="111510"/>
            </a:xfrm>
            <a:custGeom>
              <a:rect b="b" l="l" r="r" t="t"/>
              <a:pathLst>
                <a:path extrusionOk="0" h="3070" w="349">
                  <a:moveTo>
                    <a:pt x="0" y="1"/>
                  </a:moveTo>
                  <a:lnTo>
                    <a:pt x="0" y="3070"/>
                  </a:lnTo>
                  <a:lnTo>
                    <a:pt x="348" y="3070"/>
                  </a:lnTo>
                  <a:cubicBezTo>
                    <a:pt x="348" y="2891"/>
                    <a:pt x="214" y="2775"/>
                    <a:pt x="268" y="2677"/>
                  </a:cubicBezTo>
                  <a:cubicBezTo>
                    <a:pt x="321" y="2588"/>
                    <a:pt x="197" y="2561"/>
                    <a:pt x="250" y="2481"/>
                  </a:cubicBezTo>
                  <a:cubicBezTo>
                    <a:pt x="304" y="2392"/>
                    <a:pt x="197" y="2285"/>
                    <a:pt x="241" y="2187"/>
                  </a:cubicBezTo>
                  <a:cubicBezTo>
                    <a:pt x="286" y="2088"/>
                    <a:pt x="161" y="2008"/>
                    <a:pt x="214" y="1937"/>
                  </a:cubicBezTo>
                  <a:cubicBezTo>
                    <a:pt x="268" y="1865"/>
                    <a:pt x="170" y="1776"/>
                    <a:pt x="205" y="1714"/>
                  </a:cubicBezTo>
                  <a:cubicBezTo>
                    <a:pt x="241" y="1651"/>
                    <a:pt x="134" y="1580"/>
                    <a:pt x="188" y="1491"/>
                  </a:cubicBezTo>
                  <a:cubicBezTo>
                    <a:pt x="241" y="1410"/>
                    <a:pt x="116" y="1321"/>
                    <a:pt x="152" y="1250"/>
                  </a:cubicBezTo>
                  <a:cubicBezTo>
                    <a:pt x="188" y="1179"/>
                    <a:pt x="81" y="1125"/>
                    <a:pt x="134" y="1018"/>
                  </a:cubicBezTo>
                  <a:cubicBezTo>
                    <a:pt x="188" y="911"/>
                    <a:pt x="81" y="840"/>
                    <a:pt x="116" y="777"/>
                  </a:cubicBezTo>
                  <a:cubicBezTo>
                    <a:pt x="152" y="715"/>
                    <a:pt x="72" y="688"/>
                    <a:pt x="107" y="608"/>
                  </a:cubicBezTo>
                  <a:cubicBezTo>
                    <a:pt x="143" y="536"/>
                    <a:pt x="54" y="456"/>
                    <a:pt x="90" y="393"/>
                  </a:cubicBezTo>
                  <a:cubicBezTo>
                    <a:pt x="125" y="322"/>
                    <a:pt x="45" y="304"/>
                    <a:pt x="72" y="251"/>
                  </a:cubicBezTo>
                  <a:cubicBezTo>
                    <a:pt x="98" y="206"/>
                    <a:pt x="36" y="179"/>
                    <a:pt x="45" y="117"/>
                  </a:cubicBezTo>
                  <a:cubicBezTo>
                    <a:pt x="45" y="46"/>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166"/>
            <p:cNvSpPr/>
            <p:nvPr/>
          </p:nvSpPr>
          <p:spPr>
            <a:xfrm>
              <a:off x="6244119" y="1770930"/>
              <a:ext cx="634191" cy="385636"/>
            </a:xfrm>
            <a:custGeom>
              <a:rect b="b" l="l" r="r" t="t"/>
              <a:pathLst>
                <a:path extrusionOk="0" h="10617" w="17460">
                  <a:moveTo>
                    <a:pt x="17459" y="0"/>
                  </a:moveTo>
                  <a:lnTo>
                    <a:pt x="16094" y="1472"/>
                  </a:lnTo>
                  <a:lnTo>
                    <a:pt x="15711" y="2953"/>
                  </a:lnTo>
                  <a:lnTo>
                    <a:pt x="14266" y="3774"/>
                  </a:lnTo>
                  <a:lnTo>
                    <a:pt x="13855" y="4478"/>
                  </a:lnTo>
                  <a:lnTo>
                    <a:pt x="13052" y="4719"/>
                  </a:lnTo>
                  <a:lnTo>
                    <a:pt x="12687" y="5995"/>
                  </a:lnTo>
                  <a:lnTo>
                    <a:pt x="11304" y="6164"/>
                  </a:lnTo>
                  <a:lnTo>
                    <a:pt x="10519" y="5692"/>
                  </a:lnTo>
                  <a:lnTo>
                    <a:pt x="10153" y="4951"/>
                  </a:lnTo>
                  <a:lnTo>
                    <a:pt x="8806" y="5112"/>
                  </a:lnTo>
                  <a:lnTo>
                    <a:pt x="8253" y="5879"/>
                  </a:lnTo>
                  <a:lnTo>
                    <a:pt x="7370" y="5897"/>
                  </a:lnTo>
                  <a:lnTo>
                    <a:pt x="6130" y="4701"/>
                  </a:lnTo>
                  <a:lnTo>
                    <a:pt x="5059" y="4496"/>
                  </a:lnTo>
                  <a:lnTo>
                    <a:pt x="4363" y="4889"/>
                  </a:lnTo>
                  <a:lnTo>
                    <a:pt x="3596" y="3836"/>
                  </a:lnTo>
                  <a:lnTo>
                    <a:pt x="2748" y="3444"/>
                  </a:lnTo>
                  <a:lnTo>
                    <a:pt x="1749" y="5308"/>
                  </a:lnTo>
                  <a:lnTo>
                    <a:pt x="938" y="6075"/>
                  </a:lnTo>
                  <a:lnTo>
                    <a:pt x="777" y="7271"/>
                  </a:lnTo>
                  <a:lnTo>
                    <a:pt x="1" y="7868"/>
                  </a:lnTo>
                  <a:lnTo>
                    <a:pt x="1" y="8975"/>
                  </a:lnTo>
                  <a:lnTo>
                    <a:pt x="938" y="8983"/>
                  </a:lnTo>
                  <a:lnTo>
                    <a:pt x="2053" y="9091"/>
                  </a:lnTo>
                  <a:lnTo>
                    <a:pt x="2918" y="8859"/>
                  </a:lnTo>
                  <a:lnTo>
                    <a:pt x="5220" y="8859"/>
                  </a:lnTo>
                  <a:lnTo>
                    <a:pt x="5844" y="9091"/>
                  </a:lnTo>
                  <a:lnTo>
                    <a:pt x="7343" y="8903"/>
                  </a:lnTo>
                  <a:lnTo>
                    <a:pt x="8190" y="9091"/>
                  </a:lnTo>
                  <a:lnTo>
                    <a:pt x="7655" y="9813"/>
                  </a:lnTo>
                  <a:lnTo>
                    <a:pt x="9073" y="9974"/>
                  </a:lnTo>
                  <a:lnTo>
                    <a:pt x="10867" y="9626"/>
                  </a:lnTo>
                  <a:lnTo>
                    <a:pt x="11901" y="9626"/>
                  </a:lnTo>
                  <a:lnTo>
                    <a:pt x="12865" y="9974"/>
                  </a:lnTo>
                  <a:lnTo>
                    <a:pt x="14970" y="9974"/>
                  </a:lnTo>
                  <a:lnTo>
                    <a:pt x="15693" y="10616"/>
                  </a:lnTo>
                  <a:lnTo>
                    <a:pt x="17459" y="10616"/>
                  </a:lnTo>
                  <a:lnTo>
                    <a:pt x="1745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166"/>
            <p:cNvSpPr/>
            <p:nvPr/>
          </p:nvSpPr>
          <p:spPr>
            <a:xfrm>
              <a:off x="6704892" y="1770930"/>
              <a:ext cx="173404" cy="243034"/>
            </a:xfrm>
            <a:custGeom>
              <a:rect b="b" l="l" r="r" t="t"/>
              <a:pathLst>
                <a:path extrusionOk="0" h="6691" w="4774">
                  <a:moveTo>
                    <a:pt x="4773" y="0"/>
                  </a:moveTo>
                  <a:lnTo>
                    <a:pt x="3408" y="1472"/>
                  </a:lnTo>
                  <a:lnTo>
                    <a:pt x="3025" y="2953"/>
                  </a:lnTo>
                  <a:lnTo>
                    <a:pt x="1588" y="3774"/>
                  </a:lnTo>
                  <a:lnTo>
                    <a:pt x="1169" y="4478"/>
                  </a:lnTo>
                  <a:lnTo>
                    <a:pt x="366" y="4719"/>
                  </a:lnTo>
                  <a:lnTo>
                    <a:pt x="1" y="5995"/>
                  </a:lnTo>
                  <a:lnTo>
                    <a:pt x="1722" y="6691"/>
                  </a:lnTo>
                  <a:lnTo>
                    <a:pt x="580" y="5727"/>
                  </a:lnTo>
                  <a:lnTo>
                    <a:pt x="759" y="5255"/>
                  </a:lnTo>
                  <a:lnTo>
                    <a:pt x="1321" y="4844"/>
                  </a:lnTo>
                  <a:lnTo>
                    <a:pt x="1901" y="4692"/>
                  </a:lnTo>
                  <a:lnTo>
                    <a:pt x="2097" y="3916"/>
                  </a:lnTo>
                  <a:lnTo>
                    <a:pt x="3212" y="3765"/>
                  </a:lnTo>
                  <a:lnTo>
                    <a:pt x="3310" y="3015"/>
                  </a:lnTo>
                  <a:lnTo>
                    <a:pt x="3614" y="2373"/>
                  </a:lnTo>
                  <a:lnTo>
                    <a:pt x="4015" y="3916"/>
                  </a:lnTo>
                  <a:lnTo>
                    <a:pt x="3890" y="1490"/>
                  </a:lnTo>
                  <a:lnTo>
                    <a:pt x="4773"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166"/>
            <p:cNvSpPr/>
            <p:nvPr/>
          </p:nvSpPr>
          <p:spPr>
            <a:xfrm>
              <a:off x="6612854" y="1950757"/>
              <a:ext cx="92078" cy="79728"/>
            </a:xfrm>
            <a:custGeom>
              <a:rect b="b" l="l" r="r" t="t"/>
              <a:pathLst>
                <a:path extrusionOk="0" h="2195" w="2535">
                  <a:moveTo>
                    <a:pt x="1" y="0"/>
                  </a:moveTo>
                  <a:lnTo>
                    <a:pt x="170" y="1178"/>
                  </a:lnTo>
                  <a:lnTo>
                    <a:pt x="724" y="1454"/>
                  </a:lnTo>
                  <a:lnTo>
                    <a:pt x="724" y="2195"/>
                  </a:lnTo>
                  <a:lnTo>
                    <a:pt x="1089" y="1820"/>
                  </a:lnTo>
                  <a:lnTo>
                    <a:pt x="2535" y="1044"/>
                  </a:lnTo>
                  <a:lnTo>
                    <a:pt x="2535" y="1044"/>
                  </a:lnTo>
                  <a:lnTo>
                    <a:pt x="1152" y="1213"/>
                  </a:lnTo>
                  <a:lnTo>
                    <a:pt x="367" y="741"/>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166"/>
            <p:cNvSpPr/>
            <p:nvPr/>
          </p:nvSpPr>
          <p:spPr>
            <a:xfrm>
              <a:off x="6676380" y="2039200"/>
              <a:ext cx="64182" cy="94003"/>
            </a:xfrm>
            <a:custGeom>
              <a:rect b="b" l="l" r="r" t="t"/>
              <a:pathLst>
                <a:path extrusionOk="0" h="2588" w="1767">
                  <a:moveTo>
                    <a:pt x="1767" y="1"/>
                  </a:moveTo>
                  <a:lnTo>
                    <a:pt x="1276" y="652"/>
                  </a:lnTo>
                  <a:lnTo>
                    <a:pt x="786" y="1794"/>
                  </a:lnTo>
                  <a:lnTo>
                    <a:pt x="0" y="2240"/>
                  </a:lnTo>
                  <a:lnTo>
                    <a:pt x="964" y="2588"/>
                  </a:lnTo>
                  <a:lnTo>
                    <a:pt x="1410" y="1758"/>
                  </a:lnTo>
                  <a:lnTo>
                    <a:pt x="1410" y="1027"/>
                  </a:lnTo>
                  <a:lnTo>
                    <a:pt x="176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166"/>
            <p:cNvSpPr/>
            <p:nvPr/>
          </p:nvSpPr>
          <p:spPr>
            <a:xfrm>
              <a:off x="6778443" y="1943311"/>
              <a:ext cx="99851" cy="213249"/>
            </a:xfrm>
            <a:custGeom>
              <a:rect b="b" l="l" r="r" t="t"/>
              <a:pathLst>
                <a:path extrusionOk="0" h="5871" w="2749">
                  <a:moveTo>
                    <a:pt x="1089" y="0"/>
                  </a:moveTo>
                  <a:lnTo>
                    <a:pt x="661" y="1115"/>
                  </a:lnTo>
                  <a:lnTo>
                    <a:pt x="482" y="3212"/>
                  </a:lnTo>
                  <a:lnTo>
                    <a:pt x="1" y="4514"/>
                  </a:lnTo>
                  <a:lnTo>
                    <a:pt x="259" y="5228"/>
                  </a:lnTo>
                  <a:lnTo>
                    <a:pt x="982" y="5870"/>
                  </a:lnTo>
                  <a:lnTo>
                    <a:pt x="2748" y="5870"/>
                  </a:lnTo>
                  <a:lnTo>
                    <a:pt x="2748" y="3105"/>
                  </a:lnTo>
                  <a:lnTo>
                    <a:pt x="2133" y="4737"/>
                  </a:lnTo>
                  <a:lnTo>
                    <a:pt x="1678" y="4086"/>
                  </a:lnTo>
                  <a:lnTo>
                    <a:pt x="1544" y="2480"/>
                  </a:lnTo>
                  <a:lnTo>
                    <a:pt x="1071" y="1302"/>
                  </a:lnTo>
                  <a:lnTo>
                    <a:pt x="108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166"/>
            <p:cNvSpPr/>
            <p:nvPr/>
          </p:nvSpPr>
          <p:spPr>
            <a:xfrm>
              <a:off x="6787850" y="2079044"/>
              <a:ext cx="26261" cy="77512"/>
            </a:xfrm>
            <a:custGeom>
              <a:rect b="b" l="l" r="r" t="t"/>
              <a:pathLst>
                <a:path extrusionOk="0" h="2134" w="723">
                  <a:moveTo>
                    <a:pt x="607" y="1"/>
                  </a:moveTo>
                  <a:lnTo>
                    <a:pt x="437" y="1455"/>
                  </a:lnTo>
                  <a:lnTo>
                    <a:pt x="205" y="875"/>
                  </a:lnTo>
                  <a:lnTo>
                    <a:pt x="0" y="1491"/>
                  </a:lnTo>
                  <a:lnTo>
                    <a:pt x="723" y="2133"/>
                  </a:lnTo>
                  <a:lnTo>
                    <a:pt x="607"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166"/>
            <p:cNvSpPr/>
            <p:nvPr/>
          </p:nvSpPr>
          <p:spPr>
            <a:xfrm>
              <a:off x="6743139" y="2044067"/>
              <a:ext cx="23355" cy="89135"/>
            </a:xfrm>
            <a:custGeom>
              <a:rect b="b" l="l" r="r" t="t"/>
              <a:pathLst>
                <a:path extrusionOk="0" h="2454" w="643">
                  <a:moveTo>
                    <a:pt x="419" y="0"/>
                  </a:moveTo>
                  <a:lnTo>
                    <a:pt x="98" y="1410"/>
                  </a:lnTo>
                  <a:lnTo>
                    <a:pt x="188" y="1883"/>
                  </a:lnTo>
                  <a:lnTo>
                    <a:pt x="0" y="2454"/>
                  </a:lnTo>
                  <a:lnTo>
                    <a:pt x="643" y="2454"/>
                  </a:lnTo>
                  <a:lnTo>
                    <a:pt x="366" y="1232"/>
                  </a:lnTo>
                  <a:lnTo>
                    <a:pt x="419"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166"/>
            <p:cNvSpPr/>
            <p:nvPr/>
          </p:nvSpPr>
          <p:spPr>
            <a:xfrm>
              <a:off x="6522159" y="2039200"/>
              <a:ext cx="54447" cy="94003"/>
            </a:xfrm>
            <a:custGeom>
              <a:rect b="b" l="l" r="r" t="t"/>
              <a:pathLst>
                <a:path extrusionOk="0" h="2588" w="1499">
                  <a:moveTo>
                    <a:pt x="1187" y="1"/>
                  </a:moveTo>
                  <a:lnTo>
                    <a:pt x="1187" y="1455"/>
                  </a:lnTo>
                  <a:lnTo>
                    <a:pt x="0" y="2427"/>
                  </a:lnTo>
                  <a:lnTo>
                    <a:pt x="1418" y="2588"/>
                  </a:lnTo>
                  <a:lnTo>
                    <a:pt x="1499" y="1151"/>
                  </a:lnTo>
                  <a:lnTo>
                    <a:pt x="118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166"/>
            <p:cNvSpPr/>
            <p:nvPr/>
          </p:nvSpPr>
          <p:spPr>
            <a:xfrm>
              <a:off x="6573663" y="2047299"/>
              <a:ext cx="73262" cy="85903"/>
            </a:xfrm>
            <a:custGeom>
              <a:rect b="b" l="l" r="r" t="t"/>
              <a:pathLst>
                <a:path extrusionOk="0" h="2365" w="2017">
                  <a:moveTo>
                    <a:pt x="2017" y="1"/>
                  </a:moveTo>
                  <a:lnTo>
                    <a:pt x="1321" y="1214"/>
                  </a:lnTo>
                  <a:lnTo>
                    <a:pt x="1160" y="1785"/>
                  </a:lnTo>
                  <a:lnTo>
                    <a:pt x="0" y="2365"/>
                  </a:lnTo>
                  <a:lnTo>
                    <a:pt x="1794" y="2017"/>
                  </a:lnTo>
                  <a:lnTo>
                    <a:pt x="1695" y="1259"/>
                  </a:lnTo>
                  <a:lnTo>
                    <a:pt x="2017"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166"/>
            <p:cNvSpPr/>
            <p:nvPr/>
          </p:nvSpPr>
          <p:spPr>
            <a:xfrm>
              <a:off x="6510791" y="2044067"/>
              <a:ext cx="30838" cy="57063"/>
            </a:xfrm>
            <a:custGeom>
              <a:rect b="b" l="l" r="r" t="t"/>
              <a:pathLst>
                <a:path extrusionOk="0" h="1571" w="849">
                  <a:moveTo>
                    <a:pt x="545" y="0"/>
                  </a:moveTo>
                  <a:lnTo>
                    <a:pt x="393" y="848"/>
                  </a:lnTo>
                  <a:lnTo>
                    <a:pt x="1" y="1383"/>
                  </a:lnTo>
                  <a:lnTo>
                    <a:pt x="848" y="1571"/>
                  </a:lnTo>
                  <a:lnTo>
                    <a:pt x="54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166"/>
            <p:cNvSpPr/>
            <p:nvPr/>
          </p:nvSpPr>
          <p:spPr>
            <a:xfrm>
              <a:off x="6410362" y="1934231"/>
              <a:ext cx="133522" cy="94656"/>
            </a:xfrm>
            <a:custGeom>
              <a:rect b="b" l="l" r="r" t="t"/>
              <a:pathLst>
                <a:path extrusionOk="0" h="2606" w="3676">
                  <a:moveTo>
                    <a:pt x="482" y="0"/>
                  </a:moveTo>
                  <a:lnTo>
                    <a:pt x="901" y="375"/>
                  </a:lnTo>
                  <a:lnTo>
                    <a:pt x="955" y="812"/>
                  </a:lnTo>
                  <a:lnTo>
                    <a:pt x="1321" y="518"/>
                  </a:lnTo>
                  <a:lnTo>
                    <a:pt x="2061" y="1142"/>
                  </a:lnTo>
                  <a:lnTo>
                    <a:pt x="1267" y="1401"/>
                  </a:lnTo>
                  <a:lnTo>
                    <a:pt x="0" y="2605"/>
                  </a:lnTo>
                  <a:lnTo>
                    <a:pt x="1642" y="1677"/>
                  </a:lnTo>
                  <a:lnTo>
                    <a:pt x="2462" y="1481"/>
                  </a:lnTo>
                  <a:lnTo>
                    <a:pt x="2766" y="1909"/>
                  </a:lnTo>
                  <a:lnTo>
                    <a:pt x="2578" y="2605"/>
                  </a:lnTo>
                  <a:lnTo>
                    <a:pt x="3676" y="1383"/>
                  </a:lnTo>
                  <a:lnTo>
                    <a:pt x="2793" y="1401"/>
                  </a:lnTo>
                  <a:lnTo>
                    <a:pt x="1553" y="205"/>
                  </a:lnTo>
                  <a:lnTo>
                    <a:pt x="482"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166"/>
            <p:cNvSpPr/>
            <p:nvPr/>
          </p:nvSpPr>
          <p:spPr>
            <a:xfrm>
              <a:off x="6343930" y="1895985"/>
              <a:ext cx="58697" cy="52522"/>
            </a:xfrm>
            <a:custGeom>
              <a:rect b="b" l="l" r="r" t="t"/>
              <a:pathLst>
                <a:path extrusionOk="0" h="1446" w="1616">
                  <a:moveTo>
                    <a:pt x="0" y="1"/>
                  </a:moveTo>
                  <a:lnTo>
                    <a:pt x="1615" y="1446"/>
                  </a:lnTo>
                  <a:lnTo>
                    <a:pt x="848" y="393"/>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166"/>
            <p:cNvSpPr/>
            <p:nvPr/>
          </p:nvSpPr>
          <p:spPr>
            <a:xfrm>
              <a:off x="6244119" y="1963724"/>
              <a:ext cx="116704" cy="137408"/>
            </a:xfrm>
            <a:custGeom>
              <a:rect b="b" l="l" r="r" t="t"/>
              <a:pathLst>
                <a:path extrusionOk="0" h="3783" w="3213">
                  <a:moveTo>
                    <a:pt x="1749" y="0"/>
                  </a:moveTo>
                  <a:lnTo>
                    <a:pt x="938" y="767"/>
                  </a:lnTo>
                  <a:lnTo>
                    <a:pt x="777" y="1963"/>
                  </a:lnTo>
                  <a:lnTo>
                    <a:pt x="1" y="2560"/>
                  </a:lnTo>
                  <a:lnTo>
                    <a:pt x="1" y="3667"/>
                  </a:lnTo>
                  <a:lnTo>
                    <a:pt x="938" y="3675"/>
                  </a:lnTo>
                  <a:lnTo>
                    <a:pt x="2053" y="3783"/>
                  </a:lnTo>
                  <a:lnTo>
                    <a:pt x="2186" y="2212"/>
                  </a:lnTo>
                  <a:lnTo>
                    <a:pt x="1687" y="3426"/>
                  </a:lnTo>
                  <a:lnTo>
                    <a:pt x="688" y="3488"/>
                  </a:lnTo>
                  <a:lnTo>
                    <a:pt x="304" y="2917"/>
                  </a:lnTo>
                  <a:lnTo>
                    <a:pt x="1223" y="1963"/>
                  </a:lnTo>
                  <a:lnTo>
                    <a:pt x="1419" y="1258"/>
                  </a:lnTo>
                  <a:lnTo>
                    <a:pt x="2427" y="740"/>
                  </a:lnTo>
                  <a:lnTo>
                    <a:pt x="3212" y="54"/>
                  </a:lnTo>
                  <a:lnTo>
                    <a:pt x="2133" y="544"/>
                  </a:lnTo>
                  <a:lnTo>
                    <a:pt x="1348" y="669"/>
                  </a:lnTo>
                  <a:lnTo>
                    <a:pt x="174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166"/>
            <p:cNvSpPr/>
            <p:nvPr/>
          </p:nvSpPr>
          <p:spPr>
            <a:xfrm>
              <a:off x="6343930" y="2023654"/>
              <a:ext cx="31128" cy="69049"/>
            </a:xfrm>
            <a:custGeom>
              <a:rect b="b" l="l" r="r" t="t"/>
              <a:pathLst>
                <a:path extrusionOk="0" h="1901" w="857">
                  <a:moveTo>
                    <a:pt x="0" y="0"/>
                  </a:moveTo>
                  <a:lnTo>
                    <a:pt x="170" y="1901"/>
                  </a:lnTo>
                  <a:lnTo>
                    <a:pt x="857" y="190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166"/>
            <p:cNvSpPr/>
            <p:nvPr/>
          </p:nvSpPr>
          <p:spPr>
            <a:xfrm>
              <a:off x="6433681" y="2028848"/>
              <a:ext cx="26624" cy="72282"/>
            </a:xfrm>
            <a:custGeom>
              <a:rect b="b" l="l" r="r" t="t"/>
              <a:pathLst>
                <a:path extrusionOk="0" h="1990" w="733">
                  <a:moveTo>
                    <a:pt x="465" y="0"/>
                  </a:moveTo>
                  <a:lnTo>
                    <a:pt x="268" y="901"/>
                  </a:lnTo>
                  <a:lnTo>
                    <a:pt x="331" y="1303"/>
                  </a:lnTo>
                  <a:lnTo>
                    <a:pt x="1" y="1758"/>
                  </a:lnTo>
                  <a:lnTo>
                    <a:pt x="625" y="1990"/>
                  </a:lnTo>
                  <a:lnTo>
                    <a:pt x="732" y="1472"/>
                  </a:lnTo>
                  <a:lnTo>
                    <a:pt x="500" y="839"/>
                  </a:lnTo>
                  <a:lnTo>
                    <a:pt x="46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9" name="Google Shape;10729;p166"/>
          <p:cNvGrpSpPr/>
          <p:nvPr/>
        </p:nvGrpSpPr>
        <p:grpSpPr>
          <a:xfrm>
            <a:off x="1694749" y="-132157"/>
            <a:ext cx="1151601" cy="1147072"/>
            <a:chOff x="6089572" y="1894059"/>
            <a:chExt cx="91097" cy="90734"/>
          </a:xfrm>
        </p:grpSpPr>
        <p:sp>
          <p:nvSpPr>
            <p:cNvPr id="10730" name="Google Shape;10730;p166"/>
            <p:cNvSpPr/>
            <p:nvPr/>
          </p:nvSpPr>
          <p:spPr>
            <a:xfrm>
              <a:off x="6089572" y="1894059"/>
              <a:ext cx="91097" cy="90734"/>
            </a:xfrm>
            <a:custGeom>
              <a:rect b="b" l="l" r="r" t="t"/>
              <a:pathLst>
                <a:path extrusionOk="0" h="2498" w="2508">
                  <a:moveTo>
                    <a:pt x="1258" y="0"/>
                  </a:moveTo>
                  <a:cubicBezTo>
                    <a:pt x="562" y="0"/>
                    <a:pt x="0" y="553"/>
                    <a:pt x="0" y="1249"/>
                  </a:cubicBezTo>
                  <a:cubicBezTo>
                    <a:pt x="0" y="1936"/>
                    <a:pt x="562" y="2498"/>
                    <a:pt x="1258" y="2498"/>
                  </a:cubicBezTo>
                  <a:cubicBezTo>
                    <a:pt x="1945" y="2498"/>
                    <a:pt x="2507" y="1936"/>
                    <a:pt x="2507" y="1249"/>
                  </a:cubicBezTo>
                  <a:cubicBezTo>
                    <a:pt x="2507" y="553"/>
                    <a:pt x="1945" y="0"/>
                    <a:pt x="12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166"/>
            <p:cNvSpPr/>
            <p:nvPr/>
          </p:nvSpPr>
          <p:spPr>
            <a:xfrm>
              <a:off x="6096037" y="1900525"/>
              <a:ext cx="78130" cy="77803"/>
            </a:xfrm>
            <a:custGeom>
              <a:rect b="b" l="l" r="r" t="t"/>
              <a:pathLst>
                <a:path extrusionOk="0" h="2142" w="2151">
                  <a:moveTo>
                    <a:pt x="1080" y="0"/>
                  </a:moveTo>
                  <a:cubicBezTo>
                    <a:pt x="483" y="0"/>
                    <a:pt x="1" y="482"/>
                    <a:pt x="1" y="1071"/>
                  </a:cubicBezTo>
                  <a:cubicBezTo>
                    <a:pt x="1" y="1660"/>
                    <a:pt x="483" y="2141"/>
                    <a:pt x="1080" y="2141"/>
                  </a:cubicBezTo>
                  <a:cubicBezTo>
                    <a:pt x="1669" y="2141"/>
                    <a:pt x="2151" y="1660"/>
                    <a:pt x="2151" y="1071"/>
                  </a:cubicBezTo>
                  <a:cubicBezTo>
                    <a:pt x="2151" y="482"/>
                    <a:pt x="1669" y="0"/>
                    <a:pt x="1080" y="0"/>
                  </a:cubicBezTo>
                  <a:close/>
                </a:path>
              </a:pathLst>
            </a:custGeom>
            <a:solidFill>
              <a:srgbClr val="EA9B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CUSTOM_9_3">
    <p:spTree>
      <p:nvGrpSpPr>
        <p:cNvPr id="10732" name="Shape 10732"/>
        <p:cNvGrpSpPr/>
        <p:nvPr/>
      </p:nvGrpSpPr>
      <p:grpSpPr>
        <a:xfrm>
          <a:off x="0" y="0"/>
          <a:ext cx="0" cy="0"/>
          <a:chOff x="0" y="0"/>
          <a:chExt cx="0" cy="0"/>
        </a:xfrm>
      </p:grpSpPr>
      <p:sp>
        <p:nvSpPr>
          <p:cNvPr id="10733" name="Google Shape;10733;p167"/>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167"/>
          <p:cNvSpPr/>
          <p:nvPr/>
        </p:nvSpPr>
        <p:spPr>
          <a:xfrm flipH="1" rot="-27">
            <a:off x="6928297" y="4535828"/>
            <a:ext cx="5553997" cy="166108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167"/>
          <p:cNvSpPr/>
          <p:nvPr/>
        </p:nvSpPr>
        <p:spPr>
          <a:xfrm>
            <a:off x="-281248" y="4723350"/>
            <a:ext cx="1872395" cy="736075"/>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36" name="Google Shape;10736;p167"/>
          <p:cNvGrpSpPr/>
          <p:nvPr/>
        </p:nvGrpSpPr>
        <p:grpSpPr>
          <a:xfrm>
            <a:off x="-107222" y="3866483"/>
            <a:ext cx="1587377" cy="1306567"/>
            <a:chOff x="1352322" y="1338997"/>
            <a:chExt cx="415457" cy="676942"/>
          </a:xfrm>
        </p:grpSpPr>
        <p:sp>
          <p:nvSpPr>
            <p:cNvPr id="10737" name="Google Shape;10737;p167"/>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167"/>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167"/>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167"/>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167"/>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167"/>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167"/>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167"/>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167"/>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167"/>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167"/>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167"/>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167"/>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0" name="Google Shape;10750;p167"/>
          <p:cNvGrpSpPr/>
          <p:nvPr/>
        </p:nvGrpSpPr>
        <p:grpSpPr>
          <a:xfrm flipH="1">
            <a:off x="6989366" y="3989002"/>
            <a:ext cx="2154611" cy="785401"/>
            <a:chOff x="3363545" y="1399908"/>
            <a:chExt cx="240164" cy="87537"/>
          </a:xfrm>
        </p:grpSpPr>
        <p:sp>
          <p:nvSpPr>
            <p:cNvPr id="10751" name="Google Shape;10751;p167"/>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167"/>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167"/>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167"/>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167"/>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6" name="Google Shape;10756;p167"/>
          <p:cNvSpPr/>
          <p:nvPr/>
        </p:nvSpPr>
        <p:spPr>
          <a:xfrm flipH="1">
            <a:off x="-281246" y="195779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167"/>
          <p:cNvSpPr/>
          <p:nvPr/>
        </p:nvSpPr>
        <p:spPr>
          <a:xfrm flipH="1">
            <a:off x="7784522" y="8946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167"/>
          <p:cNvSpPr/>
          <p:nvPr/>
        </p:nvSpPr>
        <p:spPr>
          <a:xfrm flipH="1">
            <a:off x="8430904" y="1991707"/>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167"/>
          <p:cNvSpPr/>
          <p:nvPr/>
        </p:nvSpPr>
        <p:spPr>
          <a:xfrm flipH="1">
            <a:off x="-145626" y="239627"/>
            <a:ext cx="1255728" cy="238749"/>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10763" name="Shape 10763"/>
        <p:cNvGrpSpPr/>
        <p:nvPr/>
      </p:nvGrpSpPr>
      <p:grpSpPr>
        <a:xfrm>
          <a:off x="0" y="0"/>
          <a:ext cx="0" cy="0"/>
          <a:chOff x="0" y="0"/>
          <a:chExt cx="0" cy="0"/>
        </a:xfrm>
      </p:grpSpPr>
      <p:grpSp>
        <p:nvGrpSpPr>
          <p:cNvPr id="10764" name="Google Shape;10764;p169"/>
          <p:cNvGrpSpPr/>
          <p:nvPr/>
        </p:nvGrpSpPr>
        <p:grpSpPr>
          <a:xfrm>
            <a:off x="3949534" y="3203615"/>
            <a:ext cx="1363077" cy="1365145"/>
            <a:chOff x="3892384" y="3203615"/>
            <a:chExt cx="1363077" cy="1365145"/>
          </a:xfrm>
        </p:grpSpPr>
        <p:sp>
          <p:nvSpPr>
            <p:cNvPr id="10765" name="Google Shape;10765;p169"/>
            <p:cNvSpPr/>
            <p:nvPr/>
          </p:nvSpPr>
          <p:spPr>
            <a:xfrm>
              <a:off x="3892384" y="3203615"/>
              <a:ext cx="1363077" cy="1365145"/>
            </a:xfrm>
            <a:custGeom>
              <a:rect b="b" l="l" r="r" t="t"/>
              <a:pathLst>
                <a:path extrusionOk="0" h="5942" w="5933">
                  <a:moveTo>
                    <a:pt x="2971" y="0"/>
                  </a:moveTo>
                  <a:cubicBezTo>
                    <a:pt x="1330" y="0"/>
                    <a:pt x="0" y="1330"/>
                    <a:pt x="0" y="2971"/>
                  </a:cubicBezTo>
                  <a:cubicBezTo>
                    <a:pt x="0" y="4612"/>
                    <a:pt x="1330" y="5942"/>
                    <a:pt x="2971" y="5942"/>
                  </a:cubicBezTo>
                  <a:cubicBezTo>
                    <a:pt x="4604" y="5942"/>
                    <a:pt x="5933" y="4612"/>
                    <a:pt x="5933" y="2971"/>
                  </a:cubicBezTo>
                  <a:cubicBezTo>
                    <a:pt x="5933" y="1330"/>
                    <a:pt x="4604" y="0"/>
                    <a:pt x="29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169"/>
            <p:cNvSpPr/>
            <p:nvPr/>
          </p:nvSpPr>
          <p:spPr>
            <a:xfrm>
              <a:off x="3988647" y="3301946"/>
              <a:ext cx="1170551" cy="1168483"/>
            </a:xfrm>
            <a:custGeom>
              <a:rect b="b" l="l" r="r" t="t"/>
              <a:pathLst>
                <a:path extrusionOk="0" h="5086" w="5095">
                  <a:moveTo>
                    <a:pt x="2552" y="1"/>
                  </a:moveTo>
                  <a:cubicBezTo>
                    <a:pt x="1142" y="1"/>
                    <a:pt x="1" y="1142"/>
                    <a:pt x="1" y="2543"/>
                  </a:cubicBezTo>
                  <a:cubicBezTo>
                    <a:pt x="1" y="3953"/>
                    <a:pt x="1142" y="5085"/>
                    <a:pt x="2552" y="5085"/>
                  </a:cubicBezTo>
                  <a:cubicBezTo>
                    <a:pt x="3953" y="5085"/>
                    <a:pt x="5095" y="3953"/>
                    <a:pt x="5095" y="2543"/>
                  </a:cubicBezTo>
                  <a:cubicBezTo>
                    <a:pt x="5095" y="1142"/>
                    <a:pt x="3953" y="1"/>
                    <a:pt x="25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67" name="Google Shape;10767;p169"/>
          <p:cNvSpPr/>
          <p:nvPr/>
        </p:nvSpPr>
        <p:spPr>
          <a:xfrm>
            <a:off x="1900" y="3911424"/>
            <a:ext cx="9144017" cy="841679"/>
          </a:xfrm>
          <a:custGeom>
            <a:rect b="b" l="l" r="r" t="t"/>
            <a:pathLst>
              <a:path extrusionOk="0" h="9234" w="30422">
                <a:moveTo>
                  <a:pt x="1" y="0"/>
                </a:moveTo>
                <a:lnTo>
                  <a:pt x="1" y="9233"/>
                </a:lnTo>
                <a:lnTo>
                  <a:pt x="30422" y="9233"/>
                </a:lnTo>
                <a:lnTo>
                  <a:pt x="3042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169"/>
          <p:cNvSpPr/>
          <p:nvPr/>
        </p:nvSpPr>
        <p:spPr>
          <a:xfrm>
            <a:off x="-1276349" y="3911425"/>
            <a:ext cx="10422249" cy="841679"/>
          </a:xfrm>
          <a:custGeom>
            <a:rect b="b" l="l" r="r" t="t"/>
            <a:pathLst>
              <a:path extrusionOk="0" h="9234" w="27897">
                <a:moveTo>
                  <a:pt x="14337" y="0"/>
                </a:moveTo>
                <a:cubicBezTo>
                  <a:pt x="14337" y="0"/>
                  <a:pt x="12053" y="402"/>
                  <a:pt x="13222" y="633"/>
                </a:cubicBezTo>
                <a:cubicBezTo>
                  <a:pt x="14391" y="857"/>
                  <a:pt x="13704" y="1276"/>
                  <a:pt x="11001" y="1419"/>
                </a:cubicBezTo>
                <a:cubicBezTo>
                  <a:pt x="8289" y="1561"/>
                  <a:pt x="8164" y="2204"/>
                  <a:pt x="9529" y="2346"/>
                </a:cubicBezTo>
                <a:cubicBezTo>
                  <a:pt x="10885" y="2489"/>
                  <a:pt x="4131" y="3470"/>
                  <a:pt x="5808" y="4006"/>
                </a:cubicBezTo>
                <a:cubicBezTo>
                  <a:pt x="7495" y="4550"/>
                  <a:pt x="4961" y="5040"/>
                  <a:pt x="3257" y="5272"/>
                </a:cubicBezTo>
                <a:cubicBezTo>
                  <a:pt x="1553" y="5504"/>
                  <a:pt x="1375" y="6040"/>
                  <a:pt x="2365" y="6227"/>
                </a:cubicBezTo>
                <a:cubicBezTo>
                  <a:pt x="3355" y="6414"/>
                  <a:pt x="1" y="7271"/>
                  <a:pt x="1" y="7271"/>
                </a:cubicBezTo>
                <a:lnTo>
                  <a:pt x="1" y="9233"/>
                </a:lnTo>
                <a:lnTo>
                  <a:pt x="27897" y="9233"/>
                </a:lnTo>
                <a:lnTo>
                  <a:pt x="27897" y="7137"/>
                </a:lnTo>
                <a:cubicBezTo>
                  <a:pt x="27897" y="7137"/>
                  <a:pt x="23472" y="6361"/>
                  <a:pt x="24445" y="5504"/>
                </a:cubicBezTo>
                <a:cubicBezTo>
                  <a:pt x="25417" y="4648"/>
                  <a:pt x="20171" y="4434"/>
                  <a:pt x="21340" y="3925"/>
                </a:cubicBezTo>
                <a:cubicBezTo>
                  <a:pt x="22500" y="3417"/>
                  <a:pt x="21893" y="2917"/>
                  <a:pt x="20912" y="2721"/>
                </a:cubicBezTo>
                <a:cubicBezTo>
                  <a:pt x="19939" y="2534"/>
                  <a:pt x="18780" y="2034"/>
                  <a:pt x="19422" y="1481"/>
                </a:cubicBezTo>
                <a:cubicBezTo>
                  <a:pt x="20055" y="928"/>
                  <a:pt x="19288" y="732"/>
                  <a:pt x="18512" y="491"/>
                </a:cubicBezTo>
                <a:cubicBezTo>
                  <a:pt x="17727" y="259"/>
                  <a:pt x="18637" y="0"/>
                  <a:pt x="18637"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169"/>
          <p:cNvSpPr/>
          <p:nvPr/>
        </p:nvSpPr>
        <p:spPr>
          <a:xfrm>
            <a:off x="-16347" y="3911494"/>
            <a:ext cx="6351715" cy="796742"/>
          </a:xfrm>
          <a:custGeom>
            <a:rect b="b" l="l" r="r" t="t"/>
            <a:pathLst>
              <a:path extrusionOk="0" h="8741" w="19984">
                <a:moveTo>
                  <a:pt x="15406" y="1"/>
                </a:moveTo>
                <a:cubicBezTo>
                  <a:pt x="14566" y="1"/>
                  <a:pt x="13350" y="213"/>
                  <a:pt x="13953" y="506"/>
                </a:cubicBezTo>
                <a:cubicBezTo>
                  <a:pt x="14604" y="818"/>
                  <a:pt x="15033" y="1452"/>
                  <a:pt x="12722" y="1711"/>
                </a:cubicBezTo>
                <a:cubicBezTo>
                  <a:pt x="10420" y="1960"/>
                  <a:pt x="10304" y="2683"/>
                  <a:pt x="12347" y="3111"/>
                </a:cubicBezTo>
                <a:cubicBezTo>
                  <a:pt x="13739" y="3406"/>
                  <a:pt x="11669" y="4512"/>
                  <a:pt x="9635" y="4512"/>
                </a:cubicBezTo>
                <a:cubicBezTo>
                  <a:pt x="7601" y="4512"/>
                  <a:pt x="7245" y="4994"/>
                  <a:pt x="8413" y="5315"/>
                </a:cubicBezTo>
                <a:cubicBezTo>
                  <a:pt x="9350" y="5573"/>
                  <a:pt x="8922" y="6100"/>
                  <a:pt x="4827" y="6358"/>
                </a:cubicBezTo>
                <a:cubicBezTo>
                  <a:pt x="723" y="6617"/>
                  <a:pt x="3069" y="7670"/>
                  <a:pt x="4060" y="7866"/>
                </a:cubicBezTo>
                <a:cubicBezTo>
                  <a:pt x="4390" y="7929"/>
                  <a:pt x="4747" y="8125"/>
                  <a:pt x="3319" y="8339"/>
                </a:cubicBezTo>
                <a:cubicBezTo>
                  <a:pt x="1892" y="8544"/>
                  <a:pt x="1" y="8740"/>
                  <a:pt x="1" y="8740"/>
                </a:cubicBezTo>
                <a:lnTo>
                  <a:pt x="19984" y="8740"/>
                </a:lnTo>
                <a:cubicBezTo>
                  <a:pt x="19984" y="8740"/>
                  <a:pt x="17985" y="8464"/>
                  <a:pt x="18895" y="8000"/>
                </a:cubicBezTo>
                <a:cubicBezTo>
                  <a:pt x="19805" y="7527"/>
                  <a:pt x="19181" y="7393"/>
                  <a:pt x="17174" y="7143"/>
                </a:cubicBezTo>
                <a:cubicBezTo>
                  <a:pt x="15158" y="6903"/>
                  <a:pt x="15728" y="6358"/>
                  <a:pt x="17638" y="5877"/>
                </a:cubicBezTo>
                <a:cubicBezTo>
                  <a:pt x="19556" y="5395"/>
                  <a:pt x="18173" y="4735"/>
                  <a:pt x="16888" y="4512"/>
                </a:cubicBezTo>
                <a:cubicBezTo>
                  <a:pt x="15604" y="4289"/>
                  <a:pt x="15363" y="4084"/>
                  <a:pt x="16826" y="3513"/>
                </a:cubicBezTo>
                <a:cubicBezTo>
                  <a:pt x="18298" y="2951"/>
                  <a:pt x="17495" y="2344"/>
                  <a:pt x="16576" y="2121"/>
                </a:cubicBezTo>
                <a:cubicBezTo>
                  <a:pt x="15648" y="1898"/>
                  <a:pt x="15273" y="1532"/>
                  <a:pt x="16166" y="1211"/>
                </a:cubicBezTo>
                <a:cubicBezTo>
                  <a:pt x="17067" y="890"/>
                  <a:pt x="15639" y="604"/>
                  <a:pt x="15282" y="435"/>
                </a:cubicBezTo>
                <a:cubicBezTo>
                  <a:pt x="14926" y="274"/>
                  <a:pt x="16451" y="51"/>
                  <a:pt x="15630" y="7"/>
                </a:cubicBezTo>
                <a:cubicBezTo>
                  <a:pt x="15560" y="3"/>
                  <a:pt x="15485" y="1"/>
                  <a:pt x="15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169"/>
          <p:cNvSpPr/>
          <p:nvPr/>
        </p:nvSpPr>
        <p:spPr>
          <a:xfrm>
            <a:off x="6173255" y="493981"/>
            <a:ext cx="3505100" cy="3224379"/>
          </a:xfrm>
          <a:custGeom>
            <a:rect b="b" l="l" r="r" t="t"/>
            <a:pathLst>
              <a:path extrusionOk="0" h="10570" w="11491">
                <a:moveTo>
                  <a:pt x="9689" y="1"/>
                </a:moveTo>
                <a:cubicBezTo>
                  <a:pt x="9689" y="1"/>
                  <a:pt x="8226" y="242"/>
                  <a:pt x="8226" y="2374"/>
                </a:cubicBezTo>
                <a:cubicBezTo>
                  <a:pt x="8226" y="2374"/>
                  <a:pt x="7574" y="2499"/>
                  <a:pt x="7646" y="3230"/>
                </a:cubicBezTo>
                <a:cubicBezTo>
                  <a:pt x="7646" y="3230"/>
                  <a:pt x="7604" y="3225"/>
                  <a:pt x="7535" y="3225"/>
                </a:cubicBezTo>
                <a:cubicBezTo>
                  <a:pt x="7197" y="3225"/>
                  <a:pt x="6208" y="3348"/>
                  <a:pt x="6290" y="4800"/>
                </a:cubicBezTo>
                <a:cubicBezTo>
                  <a:pt x="6290" y="4800"/>
                  <a:pt x="6279" y="4800"/>
                  <a:pt x="6260" y="4800"/>
                </a:cubicBezTo>
                <a:cubicBezTo>
                  <a:pt x="6122" y="4800"/>
                  <a:pt x="5549" y="4841"/>
                  <a:pt x="5612" y="5532"/>
                </a:cubicBezTo>
                <a:cubicBezTo>
                  <a:pt x="5612" y="5532"/>
                  <a:pt x="5570" y="5526"/>
                  <a:pt x="5501" y="5526"/>
                </a:cubicBezTo>
                <a:cubicBezTo>
                  <a:pt x="5231" y="5526"/>
                  <a:pt x="4544" y="5617"/>
                  <a:pt x="4416" y="6522"/>
                </a:cubicBezTo>
                <a:cubicBezTo>
                  <a:pt x="4416" y="6522"/>
                  <a:pt x="4399" y="6521"/>
                  <a:pt x="4369" y="6521"/>
                </a:cubicBezTo>
                <a:cubicBezTo>
                  <a:pt x="4196" y="6521"/>
                  <a:pt x="3602" y="6573"/>
                  <a:pt x="3533" y="7280"/>
                </a:cubicBezTo>
                <a:cubicBezTo>
                  <a:pt x="3533" y="7280"/>
                  <a:pt x="3516" y="7279"/>
                  <a:pt x="3486" y="7279"/>
                </a:cubicBezTo>
                <a:cubicBezTo>
                  <a:pt x="3240" y="7279"/>
                  <a:pt x="2115" y="7350"/>
                  <a:pt x="1900" y="8627"/>
                </a:cubicBezTo>
                <a:cubicBezTo>
                  <a:pt x="1900" y="8627"/>
                  <a:pt x="1805" y="8601"/>
                  <a:pt x="1671" y="8601"/>
                </a:cubicBezTo>
                <a:cubicBezTo>
                  <a:pt x="1435" y="8601"/>
                  <a:pt x="1082" y="8684"/>
                  <a:pt x="928" y="9145"/>
                </a:cubicBezTo>
                <a:cubicBezTo>
                  <a:pt x="928" y="9145"/>
                  <a:pt x="891" y="9139"/>
                  <a:pt x="832" y="9139"/>
                </a:cubicBezTo>
                <a:cubicBezTo>
                  <a:pt x="599" y="9139"/>
                  <a:pt x="23" y="9224"/>
                  <a:pt x="9" y="10064"/>
                </a:cubicBezTo>
                <a:cubicBezTo>
                  <a:pt x="1" y="10429"/>
                  <a:pt x="309" y="10569"/>
                  <a:pt x="787" y="10569"/>
                </a:cubicBezTo>
                <a:cubicBezTo>
                  <a:pt x="2365" y="10569"/>
                  <a:pt x="5799" y="9045"/>
                  <a:pt x="5888" y="9038"/>
                </a:cubicBezTo>
                <a:cubicBezTo>
                  <a:pt x="6004" y="9029"/>
                  <a:pt x="8993" y="7530"/>
                  <a:pt x="8993" y="7530"/>
                </a:cubicBezTo>
                <a:lnTo>
                  <a:pt x="11491" y="5621"/>
                </a:lnTo>
                <a:lnTo>
                  <a:pt x="1149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71" name="Google Shape;10771;p169"/>
          <p:cNvGrpSpPr/>
          <p:nvPr/>
        </p:nvGrpSpPr>
        <p:grpSpPr>
          <a:xfrm>
            <a:off x="5981797" y="1158353"/>
            <a:ext cx="3174913" cy="2923743"/>
            <a:chOff x="6215098" y="1384881"/>
            <a:chExt cx="2928887" cy="2697429"/>
          </a:xfrm>
        </p:grpSpPr>
        <p:sp>
          <p:nvSpPr>
            <p:cNvPr id="10772" name="Google Shape;10772;p169"/>
            <p:cNvSpPr/>
            <p:nvPr/>
          </p:nvSpPr>
          <p:spPr>
            <a:xfrm>
              <a:off x="7190527" y="2719231"/>
              <a:ext cx="1039321" cy="619176"/>
            </a:xfrm>
            <a:custGeom>
              <a:rect b="b" l="l" r="r" t="t"/>
              <a:pathLst>
                <a:path extrusionOk="0" h="2695" w="4524">
                  <a:moveTo>
                    <a:pt x="3543" y="0"/>
                  </a:moveTo>
                  <a:cubicBezTo>
                    <a:pt x="2570" y="0"/>
                    <a:pt x="2508" y="848"/>
                    <a:pt x="2508" y="848"/>
                  </a:cubicBezTo>
                  <a:cubicBezTo>
                    <a:pt x="2482" y="845"/>
                    <a:pt x="2458" y="843"/>
                    <a:pt x="2435" y="843"/>
                  </a:cubicBezTo>
                  <a:cubicBezTo>
                    <a:pt x="2061" y="843"/>
                    <a:pt x="2053" y="1232"/>
                    <a:pt x="2053" y="1232"/>
                  </a:cubicBezTo>
                  <a:cubicBezTo>
                    <a:pt x="1979" y="1219"/>
                    <a:pt x="1910" y="1213"/>
                    <a:pt x="1845" y="1213"/>
                  </a:cubicBezTo>
                  <a:cubicBezTo>
                    <a:pt x="1122" y="1213"/>
                    <a:pt x="964" y="1927"/>
                    <a:pt x="964" y="1927"/>
                  </a:cubicBezTo>
                  <a:cubicBezTo>
                    <a:pt x="959" y="1927"/>
                    <a:pt x="954" y="1927"/>
                    <a:pt x="948" y="1927"/>
                  </a:cubicBezTo>
                  <a:cubicBezTo>
                    <a:pt x="27" y="1927"/>
                    <a:pt x="1" y="2695"/>
                    <a:pt x="1" y="2695"/>
                  </a:cubicBezTo>
                  <a:lnTo>
                    <a:pt x="946" y="2695"/>
                  </a:lnTo>
                  <a:cubicBezTo>
                    <a:pt x="946" y="2695"/>
                    <a:pt x="1901" y="2588"/>
                    <a:pt x="2151" y="2507"/>
                  </a:cubicBezTo>
                  <a:cubicBezTo>
                    <a:pt x="2392" y="2427"/>
                    <a:pt x="3739" y="1615"/>
                    <a:pt x="3739" y="1615"/>
                  </a:cubicBezTo>
                  <a:cubicBezTo>
                    <a:pt x="3739" y="1615"/>
                    <a:pt x="4524" y="0"/>
                    <a:pt x="35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169"/>
            <p:cNvSpPr/>
            <p:nvPr/>
          </p:nvSpPr>
          <p:spPr>
            <a:xfrm>
              <a:off x="8094511" y="1384881"/>
              <a:ext cx="1049429" cy="1855231"/>
            </a:xfrm>
            <a:custGeom>
              <a:rect b="b" l="l" r="r" t="t"/>
              <a:pathLst>
                <a:path extrusionOk="0" h="8075" w="4568">
                  <a:moveTo>
                    <a:pt x="4568" y="1"/>
                  </a:moveTo>
                  <a:cubicBezTo>
                    <a:pt x="4568" y="1"/>
                    <a:pt x="3042" y="224"/>
                    <a:pt x="2989" y="1803"/>
                  </a:cubicBezTo>
                  <a:cubicBezTo>
                    <a:pt x="2989" y="1803"/>
                    <a:pt x="2976" y="1802"/>
                    <a:pt x="2953" y="1802"/>
                  </a:cubicBezTo>
                  <a:cubicBezTo>
                    <a:pt x="2832" y="1802"/>
                    <a:pt x="2437" y="1840"/>
                    <a:pt x="2444" y="2338"/>
                  </a:cubicBezTo>
                  <a:cubicBezTo>
                    <a:pt x="2444" y="2338"/>
                    <a:pt x="2423" y="2336"/>
                    <a:pt x="2386" y="2336"/>
                  </a:cubicBezTo>
                  <a:cubicBezTo>
                    <a:pt x="2173" y="2336"/>
                    <a:pt x="1440" y="2414"/>
                    <a:pt x="1410" y="3480"/>
                  </a:cubicBezTo>
                  <a:cubicBezTo>
                    <a:pt x="1410" y="3480"/>
                    <a:pt x="553" y="3516"/>
                    <a:pt x="580" y="4604"/>
                  </a:cubicBezTo>
                  <a:cubicBezTo>
                    <a:pt x="606" y="5396"/>
                    <a:pt x="364" y="5501"/>
                    <a:pt x="232" y="5501"/>
                  </a:cubicBezTo>
                  <a:cubicBezTo>
                    <a:pt x="185" y="5501"/>
                    <a:pt x="152" y="5487"/>
                    <a:pt x="152" y="5487"/>
                  </a:cubicBezTo>
                  <a:lnTo>
                    <a:pt x="0" y="8074"/>
                  </a:lnTo>
                  <a:lnTo>
                    <a:pt x="4568" y="6433"/>
                  </a:lnTo>
                  <a:lnTo>
                    <a:pt x="456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169"/>
            <p:cNvSpPr/>
            <p:nvPr/>
          </p:nvSpPr>
          <p:spPr>
            <a:xfrm>
              <a:off x="6405773" y="1817488"/>
              <a:ext cx="2738211" cy="2144027"/>
            </a:xfrm>
            <a:custGeom>
              <a:rect b="b" l="l" r="r" t="t"/>
              <a:pathLst>
                <a:path extrusionOk="0" h="9332" w="11919">
                  <a:moveTo>
                    <a:pt x="11919" y="0"/>
                  </a:moveTo>
                  <a:lnTo>
                    <a:pt x="7217" y="3488"/>
                  </a:lnTo>
                  <a:lnTo>
                    <a:pt x="6004" y="5380"/>
                  </a:lnTo>
                  <a:lnTo>
                    <a:pt x="3997" y="6236"/>
                  </a:lnTo>
                  <a:lnTo>
                    <a:pt x="2837" y="7021"/>
                  </a:lnTo>
                  <a:lnTo>
                    <a:pt x="0" y="8092"/>
                  </a:lnTo>
                  <a:lnTo>
                    <a:pt x="1311" y="8868"/>
                  </a:lnTo>
                  <a:lnTo>
                    <a:pt x="5513" y="8698"/>
                  </a:lnTo>
                  <a:lnTo>
                    <a:pt x="8199" y="9010"/>
                  </a:lnTo>
                  <a:lnTo>
                    <a:pt x="11919" y="9332"/>
                  </a:lnTo>
                  <a:lnTo>
                    <a:pt x="119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169"/>
            <p:cNvSpPr/>
            <p:nvPr/>
          </p:nvSpPr>
          <p:spPr>
            <a:xfrm>
              <a:off x="7057284" y="3250168"/>
              <a:ext cx="1133742" cy="303500"/>
            </a:xfrm>
            <a:custGeom>
              <a:rect b="b" l="l" r="r" t="t"/>
              <a:pathLst>
                <a:path extrusionOk="0" h="1321" w="4935">
                  <a:moveTo>
                    <a:pt x="1161" y="0"/>
                  </a:moveTo>
                  <a:lnTo>
                    <a:pt x="1" y="785"/>
                  </a:lnTo>
                  <a:lnTo>
                    <a:pt x="4934" y="1320"/>
                  </a:lnTo>
                  <a:lnTo>
                    <a:pt x="116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169"/>
            <p:cNvSpPr/>
            <p:nvPr/>
          </p:nvSpPr>
          <p:spPr>
            <a:xfrm>
              <a:off x="7784836" y="2618833"/>
              <a:ext cx="1205420" cy="600796"/>
            </a:xfrm>
            <a:custGeom>
              <a:rect b="b" l="l" r="r" t="t"/>
              <a:pathLst>
                <a:path extrusionOk="0" h="2615" w="5247">
                  <a:moveTo>
                    <a:pt x="1214" y="0"/>
                  </a:moveTo>
                  <a:lnTo>
                    <a:pt x="1" y="1892"/>
                  </a:lnTo>
                  <a:lnTo>
                    <a:pt x="2526" y="2614"/>
                  </a:lnTo>
                  <a:lnTo>
                    <a:pt x="5247" y="875"/>
                  </a:lnTo>
                  <a:lnTo>
                    <a:pt x="121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169"/>
            <p:cNvSpPr/>
            <p:nvPr/>
          </p:nvSpPr>
          <p:spPr>
            <a:xfrm>
              <a:off x="6215098" y="3676342"/>
              <a:ext cx="492092" cy="405968"/>
            </a:xfrm>
            <a:custGeom>
              <a:rect b="b" l="l" r="r" t="t"/>
              <a:pathLst>
                <a:path extrusionOk="0" h="1767" w="2142">
                  <a:moveTo>
                    <a:pt x="830" y="1"/>
                  </a:moveTo>
                  <a:lnTo>
                    <a:pt x="0" y="1026"/>
                  </a:lnTo>
                  <a:lnTo>
                    <a:pt x="1918" y="1767"/>
                  </a:lnTo>
                  <a:lnTo>
                    <a:pt x="2141" y="777"/>
                  </a:lnTo>
                  <a:lnTo>
                    <a:pt x="83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169"/>
            <p:cNvSpPr/>
            <p:nvPr/>
          </p:nvSpPr>
          <p:spPr>
            <a:xfrm>
              <a:off x="6655718" y="3815796"/>
              <a:ext cx="1016807" cy="266510"/>
            </a:xfrm>
            <a:custGeom>
              <a:rect b="b" l="l" r="r" t="t"/>
              <a:pathLst>
                <a:path extrusionOk="0" h="1160" w="4426">
                  <a:moveTo>
                    <a:pt x="4425" y="0"/>
                  </a:moveTo>
                  <a:lnTo>
                    <a:pt x="223" y="170"/>
                  </a:lnTo>
                  <a:lnTo>
                    <a:pt x="0" y="1160"/>
                  </a:lnTo>
                  <a:lnTo>
                    <a:pt x="3105" y="1026"/>
                  </a:lnTo>
                  <a:lnTo>
                    <a:pt x="442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169"/>
            <p:cNvSpPr/>
            <p:nvPr/>
          </p:nvSpPr>
          <p:spPr>
            <a:xfrm>
              <a:off x="8614847" y="2395293"/>
              <a:ext cx="80178" cy="207235"/>
            </a:xfrm>
            <a:custGeom>
              <a:rect b="b" l="l" r="r" t="t"/>
              <a:pathLst>
                <a:path extrusionOk="0" h="902" w="349">
                  <a:moveTo>
                    <a:pt x="170" y="1"/>
                  </a:moveTo>
                  <a:lnTo>
                    <a:pt x="90" y="447"/>
                  </a:lnTo>
                  <a:lnTo>
                    <a:pt x="1" y="902"/>
                  </a:lnTo>
                  <a:lnTo>
                    <a:pt x="349" y="902"/>
                  </a:lnTo>
                  <a:lnTo>
                    <a:pt x="260" y="447"/>
                  </a:lnTo>
                  <a:lnTo>
                    <a:pt x="17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169"/>
            <p:cNvSpPr/>
            <p:nvPr/>
          </p:nvSpPr>
          <p:spPr>
            <a:xfrm>
              <a:off x="7543161" y="3042940"/>
              <a:ext cx="80178" cy="207235"/>
            </a:xfrm>
            <a:custGeom>
              <a:rect b="b" l="l" r="r" t="t"/>
              <a:pathLst>
                <a:path extrusionOk="0" h="902" w="349">
                  <a:moveTo>
                    <a:pt x="179" y="1"/>
                  </a:moveTo>
                  <a:lnTo>
                    <a:pt x="89" y="447"/>
                  </a:lnTo>
                  <a:lnTo>
                    <a:pt x="0" y="902"/>
                  </a:lnTo>
                  <a:lnTo>
                    <a:pt x="348" y="902"/>
                  </a:lnTo>
                  <a:lnTo>
                    <a:pt x="268" y="447"/>
                  </a:lnTo>
                  <a:lnTo>
                    <a:pt x="17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169"/>
            <p:cNvSpPr/>
            <p:nvPr/>
          </p:nvSpPr>
          <p:spPr>
            <a:xfrm>
              <a:off x="6876947" y="3420178"/>
              <a:ext cx="80178" cy="207235"/>
            </a:xfrm>
            <a:custGeom>
              <a:rect b="b" l="l" r="r" t="t"/>
              <a:pathLst>
                <a:path extrusionOk="0" h="902" w="349">
                  <a:moveTo>
                    <a:pt x="179" y="0"/>
                  </a:moveTo>
                  <a:lnTo>
                    <a:pt x="90" y="446"/>
                  </a:lnTo>
                  <a:lnTo>
                    <a:pt x="1" y="901"/>
                  </a:lnTo>
                  <a:lnTo>
                    <a:pt x="349" y="901"/>
                  </a:lnTo>
                  <a:lnTo>
                    <a:pt x="269" y="446"/>
                  </a:lnTo>
                  <a:lnTo>
                    <a:pt x="17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169"/>
            <p:cNvSpPr/>
            <p:nvPr/>
          </p:nvSpPr>
          <p:spPr>
            <a:xfrm>
              <a:off x="8985859" y="2497758"/>
              <a:ext cx="82245" cy="207464"/>
            </a:xfrm>
            <a:custGeom>
              <a:rect b="b" l="l" r="r" t="t"/>
              <a:pathLst>
                <a:path extrusionOk="0" h="903" w="358">
                  <a:moveTo>
                    <a:pt x="179" y="1"/>
                  </a:moveTo>
                  <a:lnTo>
                    <a:pt x="90" y="456"/>
                  </a:lnTo>
                  <a:lnTo>
                    <a:pt x="1" y="902"/>
                  </a:lnTo>
                  <a:lnTo>
                    <a:pt x="358" y="902"/>
                  </a:lnTo>
                  <a:lnTo>
                    <a:pt x="268" y="456"/>
                  </a:lnTo>
                  <a:lnTo>
                    <a:pt x="17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169"/>
            <p:cNvSpPr/>
            <p:nvPr/>
          </p:nvSpPr>
          <p:spPr>
            <a:xfrm>
              <a:off x="8985859" y="1964983"/>
              <a:ext cx="82245" cy="207235"/>
            </a:xfrm>
            <a:custGeom>
              <a:rect b="b" l="l" r="r" t="t"/>
              <a:pathLst>
                <a:path extrusionOk="0" h="902" w="358">
                  <a:moveTo>
                    <a:pt x="179" y="1"/>
                  </a:moveTo>
                  <a:lnTo>
                    <a:pt x="90" y="456"/>
                  </a:lnTo>
                  <a:lnTo>
                    <a:pt x="1" y="902"/>
                  </a:lnTo>
                  <a:lnTo>
                    <a:pt x="358" y="902"/>
                  </a:lnTo>
                  <a:lnTo>
                    <a:pt x="268" y="456"/>
                  </a:lnTo>
                  <a:lnTo>
                    <a:pt x="17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169"/>
            <p:cNvSpPr/>
            <p:nvPr/>
          </p:nvSpPr>
          <p:spPr>
            <a:xfrm>
              <a:off x="8729712" y="2460999"/>
              <a:ext cx="61799" cy="158068"/>
            </a:xfrm>
            <a:custGeom>
              <a:rect b="b" l="l" r="r" t="t"/>
              <a:pathLst>
                <a:path extrusionOk="0" h="688" w="269">
                  <a:moveTo>
                    <a:pt x="134" y="0"/>
                  </a:moveTo>
                  <a:lnTo>
                    <a:pt x="72" y="348"/>
                  </a:lnTo>
                  <a:lnTo>
                    <a:pt x="1" y="687"/>
                  </a:lnTo>
                  <a:lnTo>
                    <a:pt x="268" y="687"/>
                  </a:lnTo>
                  <a:lnTo>
                    <a:pt x="206" y="348"/>
                  </a:lnTo>
                  <a:lnTo>
                    <a:pt x="13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169"/>
            <p:cNvSpPr/>
            <p:nvPr/>
          </p:nvSpPr>
          <p:spPr>
            <a:xfrm>
              <a:off x="7778863" y="3096240"/>
              <a:ext cx="61569" cy="160136"/>
            </a:xfrm>
            <a:custGeom>
              <a:rect b="b" l="l" r="r" t="t"/>
              <a:pathLst>
                <a:path extrusionOk="0" h="697" w="268">
                  <a:moveTo>
                    <a:pt x="134" y="1"/>
                  </a:moveTo>
                  <a:lnTo>
                    <a:pt x="63" y="349"/>
                  </a:lnTo>
                  <a:lnTo>
                    <a:pt x="0" y="697"/>
                  </a:lnTo>
                  <a:lnTo>
                    <a:pt x="268" y="697"/>
                  </a:lnTo>
                  <a:lnTo>
                    <a:pt x="196" y="349"/>
                  </a:lnTo>
                  <a:lnTo>
                    <a:pt x="134"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169"/>
            <p:cNvSpPr/>
            <p:nvPr/>
          </p:nvSpPr>
          <p:spPr>
            <a:xfrm>
              <a:off x="8653901" y="2102370"/>
              <a:ext cx="61799" cy="158068"/>
            </a:xfrm>
            <a:custGeom>
              <a:rect b="b" l="l" r="r" t="t"/>
              <a:pathLst>
                <a:path extrusionOk="0" h="688" w="269">
                  <a:moveTo>
                    <a:pt x="134" y="0"/>
                  </a:moveTo>
                  <a:lnTo>
                    <a:pt x="63" y="339"/>
                  </a:lnTo>
                  <a:lnTo>
                    <a:pt x="0" y="687"/>
                  </a:lnTo>
                  <a:lnTo>
                    <a:pt x="268" y="687"/>
                  </a:lnTo>
                  <a:lnTo>
                    <a:pt x="197" y="339"/>
                  </a:lnTo>
                  <a:lnTo>
                    <a:pt x="13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169"/>
            <p:cNvSpPr/>
            <p:nvPr/>
          </p:nvSpPr>
          <p:spPr>
            <a:xfrm>
              <a:off x="8037079" y="3276589"/>
              <a:ext cx="61569" cy="160136"/>
            </a:xfrm>
            <a:custGeom>
              <a:rect b="b" l="l" r="r" t="t"/>
              <a:pathLst>
                <a:path extrusionOk="0" h="697" w="268">
                  <a:moveTo>
                    <a:pt x="134" y="1"/>
                  </a:moveTo>
                  <a:lnTo>
                    <a:pt x="63" y="349"/>
                  </a:lnTo>
                  <a:lnTo>
                    <a:pt x="0" y="697"/>
                  </a:lnTo>
                  <a:lnTo>
                    <a:pt x="268" y="697"/>
                  </a:lnTo>
                  <a:lnTo>
                    <a:pt x="197" y="349"/>
                  </a:lnTo>
                  <a:lnTo>
                    <a:pt x="134"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169"/>
            <p:cNvSpPr/>
            <p:nvPr/>
          </p:nvSpPr>
          <p:spPr>
            <a:xfrm>
              <a:off x="7512378" y="3553429"/>
              <a:ext cx="61799" cy="158068"/>
            </a:xfrm>
            <a:custGeom>
              <a:rect b="b" l="l" r="r" t="t"/>
              <a:pathLst>
                <a:path extrusionOk="0" h="688" w="269">
                  <a:moveTo>
                    <a:pt x="134" y="0"/>
                  </a:moveTo>
                  <a:lnTo>
                    <a:pt x="72" y="348"/>
                  </a:lnTo>
                  <a:lnTo>
                    <a:pt x="0" y="687"/>
                  </a:lnTo>
                  <a:lnTo>
                    <a:pt x="268" y="687"/>
                  </a:lnTo>
                  <a:lnTo>
                    <a:pt x="206" y="348"/>
                  </a:lnTo>
                  <a:lnTo>
                    <a:pt x="13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169"/>
            <p:cNvSpPr/>
            <p:nvPr/>
          </p:nvSpPr>
          <p:spPr>
            <a:xfrm>
              <a:off x="8842508" y="2415970"/>
              <a:ext cx="43190" cy="108672"/>
            </a:xfrm>
            <a:custGeom>
              <a:rect b="b" l="l" r="r" t="t"/>
              <a:pathLst>
                <a:path extrusionOk="0" h="473" w="188">
                  <a:moveTo>
                    <a:pt x="89" y="0"/>
                  </a:moveTo>
                  <a:lnTo>
                    <a:pt x="45" y="232"/>
                  </a:lnTo>
                  <a:lnTo>
                    <a:pt x="0" y="473"/>
                  </a:lnTo>
                  <a:lnTo>
                    <a:pt x="188" y="473"/>
                  </a:lnTo>
                  <a:lnTo>
                    <a:pt x="143" y="232"/>
                  </a:lnTo>
                  <a:lnTo>
                    <a:pt x="8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169"/>
            <p:cNvSpPr/>
            <p:nvPr/>
          </p:nvSpPr>
          <p:spPr>
            <a:xfrm>
              <a:off x="8366969" y="2469270"/>
              <a:ext cx="43190" cy="108672"/>
            </a:xfrm>
            <a:custGeom>
              <a:rect b="b" l="l" r="r" t="t"/>
              <a:pathLst>
                <a:path extrusionOk="0" h="473" w="188">
                  <a:moveTo>
                    <a:pt x="90" y="0"/>
                  </a:moveTo>
                  <a:lnTo>
                    <a:pt x="45" y="241"/>
                  </a:lnTo>
                  <a:lnTo>
                    <a:pt x="1" y="473"/>
                  </a:lnTo>
                  <a:lnTo>
                    <a:pt x="188" y="473"/>
                  </a:lnTo>
                  <a:lnTo>
                    <a:pt x="143" y="241"/>
                  </a:lnTo>
                  <a:lnTo>
                    <a:pt x="9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169"/>
            <p:cNvSpPr/>
            <p:nvPr/>
          </p:nvSpPr>
          <p:spPr>
            <a:xfrm>
              <a:off x="7684445" y="3186529"/>
              <a:ext cx="43420" cy="108902"/>
            </a:xfrm>
            <a:custGeom>
              <a:rect b="b" l="l" r="r" t="t"/>
              <a:pathLst>
                <a:path extrusionOk="0" h="474" w="189">
                  <a:moveTo>
                    <a:pt x="90" y="0"/>
                  </a:moveTo>
                  <a:lnTo>
                    <a:pt x="45" y="241"/>
                  </a:lnTo>
                  <a:lnTo>
                    <a:pt x="1" y="473"/>
                  </a:lnTo>
                  <a:lnTo>
                    <a:pt x="188" y="473"/>
                  </a:lnTo>
                  <a:lnTo>
                    <a:pt x="135" y="241"/>
                  </a:lnTo>
                  <a:lnTo>
                    <a:pt x="9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169"/>
            <p:cNvSpPr/>
            <p:nvPr/>
          </p:nvSpPr>
          <p:spPr>
            <a:xfrm>
              <a:off x="8211213" y="3223518"/>
              <a:ext cx="41123" cy="108672"/>
            </a:xfrm>
            <a:custGeom>
              <a:rect b="b" l="l" r="r" t="t"/>
              <a:pathLst>
                <a:path extrusionOk="0" h="473" w="179">
                  <a:moveTo>
                    <a:pt x="90" y="0"/>
                  </a:moveTo>
                  <a:lnTo>
                    <a:pt x="45" y="232"/>
                  </a:lnTo>
                  <a:lnTo>
                    <a:pt x="1" y="473"/>
                  </a:lnTo>
                  <a:lnTo>
                    <a:pt x="179" y="473"/>
                  </a:lnTo>
                  <a:lnTo>
                    <a:pt x="134" y="232"/>
                  </a:lnTo>
                  <a:lnTo>
                    <a:pt x="9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169"/>
            <p:cNvSpPr/>
            <p:nvPr/>
          </p:nvSpPr>
          <p:spPr>
            <a:xfrm>
              <a:off x="7350419" y="3631312"/>
              <a:ext cx="43420" cy="108901"/>
            </a:xfrm>
            <a:custGeom>
              <a:rect b="b" l="l" r="r" t="t"/>
              <a:pathLst>
                <a:path extrusionOk="0" h="474" w="189">
                  <a:moveTo>
                    <a:pt x="90" y="0"/>
                  </a:moveTo>
                  <a:lnTo>
                    <a:pt x="45" y="232"/>
                  </a:lnTo>
                  <a:lnTo>
                    <a:pt x="1" y="473"/>
                  </a:lnTo>
                  <a:lnTo>
                    <a:pt x="188" y="473"/>
                  </a:lnTo>
                  <a:lnTo>
                    <a:pt x="143" y="232"/>
                  </a:lnTo>
                  <a:lnTo>
                    <a:pt x="9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169"/>
            <p:cNvSpPr/>
            <p:nvPr/>
          </p:nvSpPr>
          <p:spPr>
            <a:xfrm>
              <a:off x="7192595" y="3481749"/>
              <a:ext cx="43420" cy="108672"/>
            </a:xfrm>
            <a:custGeom>
              <a:rect b="b" l="l" r="r" t="t"/>
              <a:pathLst>
                <a:path extrusionOk="0" h="473" w="189">
                  <a:moveTo>
                    <a:pt x="99" y="0"/>
                  </a:moveTo>
                  <a:lnTo>
                    <a:pt x="45" y="232"/>
                  </a:lnTo>
                  <a:lnTo>
                    <a:pt x="1" y="473"/>
                  </a:lnTo>
                  <a:lnTo>
                    <a:pt x="188" y="473"/>
                  </a:lnTo>
                  <a:lnTo>
                    <a:pt x="144" y="232"/>
                  </a:lnTo>
                  <a:lnTo>
                    <a:pt x="9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169"/>
            <p:cNvSpPr/>
            <p:nvPr/>
          </p:nvSpPr>
          <p:spPr>
            <a:xfrm>
              <a:off x="7057284" y="3535050"/>
              <a:ext cx="41352" cy="108672"/>
            </a:xfrm>
            <a:custGeom>
              <a:rect b="b" l="l" r="r" t="t"/>
              <a:pathLst>
                <a:path extrusionOk="0" h="473" w="180">
                  <a:moveTo>
                    <a:pt x="90" y="0"/>
                  </a:moveTo>
                  <a:lnTo>
                    <a:pt x="46" y="241"/>
                  </a:lnTo>
                  <a:lnTo>
                    <a:pt x="1" y="473"/>
                  </a:lnTo>
                  <a:lnTo>
                    <a:pt x="179" y="473"/>
                  </a:lnTo>
                  <a:lnTo>
                    <a:pt x="135" y="241"/>
                  </a:lnTo>
                  <a:lnTo>
                    <a:pt x="9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169"/>
            <p:cNvSpPr/>
            <p:nvPr/>
          </p:nvSpPr>
          <p:spPr>
            <a:xfrm>
              <a:off x="6635272" y="3623042"/>
              <a:ext cx="43190" cy="108901"/>
            </a:xfrm>
            <a:custGeom>
              <a:rect b="b" l="l" r="r" t="t"/>
              <a:pathLst>
                <a:path extrusionOk="0" h="474" w="188">
                  <a:moveTo>
                    <a:pt x="89" y="1"/>
                  </a:moveTo>
                  <a:lnTo>
                    <a:pt x="45" y="233"/>
                  </a:lnTo>
                  <a:lnTo>
                    <a:pt x="0" y="473"/>
                  </a:lnTo>
                  <a:lnTo>
                    <a:pt x="188" y="473"/>
                  </a:lnTo>
                  <a:lnTo>
                    <a:pt x="134" y="233"/>
                  </a:lnTo>
                  <a:lnTo>
                    <a:pt x="8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169"/>
            <p:cNvSpPr/>
            <p:nvPr/>
          </p:nvSpPr>
          <p:spPr>
            <a:xfrm>
              <a:off x="6791029" y="3684613"/>
              <a:ext cx="41123" cy="108901"/>
            </a:xfrm>
            <a:custGeom>
              <a:rect b="b" l="l" r="r" t="t"/>
              <a:pathLst>
                <a:path extrusionOk="0" h="474" w="179">
                  <a:moveTo>
                    <a:pt x="89" y="0"/>
                  </a:moveTo>
                  <a:lnTo>
                    <a:pt x="45" y="241"/>
                  </a:lnTo>
                  <a:lnTo>
                    <a:pt x="0" y="473"/>
                  </a:lnTo>
                  <a:lnTo>
                    <a:pt x="179" y="473"/>
                  </a:lnTo>
                  <a:lnTo>
                    <a:pt x="134" y="241"/>
                  </a:lnTo>
                  <a:lnTo>
                    <a:pt x="8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169"/>
            <p:cNvSpPr/>
            <p:nvPr/>
          </p:nvSpPr>
          <p:spPr>
            <a:xfrm>
              <a:off x="8832171" y="2180253"/>
              <a:ext cx="43190" cy="108901"/>
            </a:xfrm>
            <a:custGeom>
              <a:rect b="b" l="l" r="r" t="t"/>
              <a:pathLst>
                <a:path extrusionOk="0" h="474" w="188">
                  <a:moveTo>
                    <a:pt x="90" y="0"/>
                  </a:moveTo>
                  <a:lnTo>
                    <a:pt x="45" y="241"/>
                  </a:lnTo>
                  <a:lnTo>
                    <a:pt x="1" y="473"/>
                  </a:lnTo>
                  <a:lnTo>
                    <a:pt x="188" y="473"/>
                  </a:lnTo>
                  <a:lnTo>
                    <a:pt x="134" y="241"/>
                  </a:lnTo>
                  <a:lnTo>
                    <a:pt x="9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169"/>
            <p:cNvSpPr/>
            <p:nvPr/>
          </p:nvSpPr>
          <p:spPr>
            <a:xfrm>
              <a:off x="7737742" y="2782870"/>
              <a:ext cx="1406208" cy="1012508"/>
            </a:xfrm>
            <a:custGeom>
              <a:rect b="b" l="l" r="r" t="t"/>
              <a:pathLst>
                <a:path extrusionOk="0" h="4407" w="6121">
                  <a:moveTo>
                    <a:pt x="6121" y="0"/>
                  </a:moveTo>
                  <a:lnTo>
                    <a:pt x="3703" y="1650"/>
                  </a:lnTo>
                  <a:lnTo>
                    <a:pt x="3087" y="2542"/>
                  </a:lnTo>
                  <a:lnTo>
                    <a:pt x="2053" y="2944"/>
                  </a:lnTo>
                  <a:lnTo>
                    <a:pt x="1455" y="3310"/>
                  </a:lnTo>
                  <a:lnTo>
                    <a:pt x="1" y="3818"/>
                  </a:lnTo>
                  <a:lnTo>
                    <a:pt x="670" y="4184"/>
                  </a:lnTo>
                  <a:lnTo>
                    <a:pt x="2829" y="4104"/>
                  </a:lnTo>
                  <a:lnTo>
                    <a:pt x="4212" y="4255"/>
                  </a:lnTo>
                  <a:lnTo>
                    <a:pt x="6121" y="4407"/>
                  </a:lnTo>
                  <a:lnTo>
                    <a:pt x="6121" y="0"/>
                  </a:ln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169"/>
            <p:cNvSpPr/>
            <p:nvPr/>
          </p:nvSpPr>
          <p:spPr>
            <a:xfrm>
              <a:off x="8071768" y="3459005"/>
              <a:ext cx="582378" cy="143824"/>
            </a:xfrm>
            <a:custGeom>
              <a:rect b="b" l="l" r="r" t="t"/>
              <a:pathLst>
                <a:path extrusionOk="0" h="626" w="2535">
                  <a:moveTo>
                    <a:pt x="599" y="1"/>
                  </a:moveTo>
                  <a:lnTo>
                    <a:pt x="1" y="367"/>
                  </a:lnTo>
                  <a:lnTo>
                    <a:pt x="2534" y="625"/>
                  </a:lnTo>
                  <a:lnTo>
                    <a:pt x="59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169"/>
            <p:cNvSpPr/>
            <p:nvPr/>
          </p:nvSpPr>
          <p:spPr>
            <a:xfrm>
              <a:off x="8446915" y="3161947"/>
              <a:ext cx="379292" cy="291323"/>
            </a:xfrm>
            <a:custGeom>
              <a:rect b="b" l="l" r="r" t="t"/>
              <a:pathLst>
                <a:path extrusionOk="0" h="1268" w="1651">
                  <a:moveTo>
                    <a:pt x="616" y="0"/>
                  </a:moveTo>
                  <a:lnTo>
                    <a:pt x="0" y="892"/>
                  </a:lnTo>
                  <a:lnTo>
                    <a:pt x="1410" y="1267"/>
                  </a:lnTo>
                  <a:lnTo>
                    <a:pt x="1651" y="161"/>
                  </a:lnTo>
                  <a:lnTo>
                    <a:pt x="616"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169"/>
            <p:cNvSpPr/>
            <p:nvPr/>
          </p:nvSpPr>
          <p:spPr>
            <a:xfrm>
              <a:off x="8428537" y="3395596"/>
              <a:ext cx="32852" cy="80183"/>
            </a:xfrm>
            <a:custGeom>
              <a:rect b="b" l="l" r="r" t="t"/>
              <a:pathLst>
                <a:path extrusionOk="0" h="349" w="143">
                  <a:moveTo>
                    <a:pt x="72" y="0"/>
                  </a:moveTo>
                  <a:lnTo>
                    <a:pt x="36" y="170"/>
                  </a:lnTo>
                  <a:lnTo>
                    <a:pt x="0" y="348"/>
                  </a:lnTo>
                  <a:lnTo>
                    <a:pt x="143" y="348"/>
                  </a:lnTo>
                  <a:lnTo>
                    <a:pt x="107" y="170"/>
                  </a:lnTo>
                  <a:lnTo>
                    <a:pt x="72"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169"/>
            <p:cNvSpPr/>
            <p:nvPr/>
          </p:nvSpPr>
          <p:spPr>
            <a:xfrm>
              <a:off x="8799319" y="3073266"/>
              <a:ext cx="104759" cy="64330"/>
            </a:xfrm>
            <a:custGeom>
              <a:rect b="b" l="l" r="r" t="t"/>
              <a:pathLst>
                <a:path extrusionOk="0" h="280" w="456">
                  <a:moveTo>
                    <a:pt x="429" y="0"/>
                  </a:moveTo>
                  <a:cubicBezTo>
                    <a:pt x="394" y="0"/>
                    <a:pt x="335" y="13"/>
                    <a:pt x="304" y="92"/>
                  </a:cubicBezTo>
                  <a:cubicBezTo>
                    <a:pt x="304" y="92"/>
                    <a:pt x="293" y="89"/>
                    <a:pt x="278" y="89"/>
                  </a:cubicBezTo>
                  <a:cubicBezTo>
                    <a:pt x="256" y="89"/>
                    <a:pt x="226" y="96"/>
                    <a:pt x="215" y="128"/>
                  </a:cubicBezTo>
                  <a:cubicBezTo>
                    <a:pt x="215" y="128"/>
                    <a:pt x="182" y="114"/>
                    <a:pt x="140" y="114"/>
                  </a:cubicBezTo>
                  <a:cubicBezTo>
                    <a:pt x="93" y="114"/>
                    <a:pt x="34" y="132"/>
                    <a:pt x="1" y="208"/>
                  </a:cubicBezTo>
                  <a:lnTo>
                    <a:pt x="456" y="279"/>
                  </a:lnTo>
                  <a:lnTo>
                    <a:pt x="456" y="3"/>
                  </a:lnTo>
                  <a:cubicBezTo>
                    <a:pt x="456" y="3"/>
                    <a:pt x="445" y="0"/>
                    <a:pt x="429"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169"/>
            <p:cNvSpPr/>
            <p:nvPr/>
          </p:nvSpPr>
          <p:spPr>
            <a:xfrm>
              <a:off x="9047427" y="2868794"/>
              <a:ext cx="61569" cy="158068"/>
            </a:xfrm>
            <a:custGeom>
              <a:rect b="b" l="l" r="r" t="t"/>
              <a:pathLst>
                <a:path extrusionOk="0" h="688" w="268">
                  <a:moveTo>
                    <a:pt x="134" y="1"/>
                  </a:moveTo>
                  <a:lnTo>
                    <a:pt x="63" y="340"/>
                  </a:lnTo>
                  <a:lnTo>
                    <a:pt x="0" y="688"/>
                  </a:lnTo>
                  <a:lnTo>
                    <a:pt x="268" y="688"/>
                  </a:lnTo>
                  <a:lnTo>
                    <a:pt x="197" y="340"/>
                  </a:lnTo>
                  <a:lnTo>
                    <a:pt x="134"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169"/>
            <p:cNvSpPr/>
            <p:nvPr/>
          </p:nvSpPr>
          <p:spPr>
            <a:xfrm>
              <a:off x="8977819" y="2903715"/>
              <a:ext cx="61569" cy="158068"/>
            </a:xfrm>
            <a:custGeom>
              <a:rect b="b" l="l" r="r" t="t"/>
              <a:pathLst>
                <a:path extrusionOk="0" h="688" w="268">
                  <a:moveTo>
                    <a:pt x="134" y="0"/>
                  </a:moveTo>
                  <a:lnTo>
                    <a:pt x="71" y="339"/>
                  </a:lnTo>
                  <a:lnTo>
                    <a:pt x="0" y="687"/>
                  </a:lnTo>
                  <a:lnTo>
                    <a:pt x="268" y="687"/>
                  </a:lnTo>
                  <a:lnTo>
                    <a:pt x="205" y="339"/>
                  </a:lnTo>
                  <a:lnTo>
                    <a:pt x="13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169"/>
            <p:cNvSpPr/>
            <p:nvPr/>
          </p:nvSpPr>
          <p:spPr>
            <a:xfrm>
              <a:off x="8742117" y="3010316"/>
              <a:ext cx="61569" cy="158068"/>
            </a:xfrm>
            <a:custGeom>
              <a:rect b="b" l="l" r="r" t="t"/>
              <a:pathLst>
                <a:path extrusionOk="0" h="688" w="268">
                  <a:moveTo>
                    <a:pt x="134" y="0"/>
                  </a:moveTo>
                  <a:lnTo>
                    <a:pt x="71" y="348"/>
                  </a:lnTo>
                  <a:lnTo>
                    <a:pt x="0" y="687"/>
                  </a:lnTo>
                  <a:lnTo>
                    <a:pt x="268" y="687"/>
                  </a:lnTo>
                  <a:lnTo>
                    <a:pt x="205" y="348"/>
                  </a:lnTo>
                  <a:lnTo>
                    <a:pt x="13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169"/>
            <p:cNvSpPr/>
            <p:nvPr/>
          </p:nvSpPr>
          <p:spPr>
            <a:xfrm>
              <a:off x="8825968" y="2957015"/>
              <a:ext cx="35149" cy="90292"/>
            </a:xfrm>
            <a:custGeom>
              <a:rect b="b" l="l" r="r" t="t"/>
              <a:pathLst>
                <a:path extrusionOk="0" h="393" w="153">
                  <a:moveTo>
                    <a:pt x="81" y="0"/>
                  </a:moveTo>
                  <a:lnTo>
                    <a:pt x="37" y="197"/>
                  </a:lnTo>
                  <a:lnTo>
                    <a:pt x="1" y="393"/>
                  </a:lnTo>
                  <a:lnTo>
                    <a:pt x="153" y="393"/>
                  </a:lnTo>
                  <a:lnTo>
                    <a:pt x="117" y="197"/>
                  </a:lnTo>
                  <a:lnTo>
                    <a:pt x="8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169"/>
            <p:cNvSpPr/>
            <p:nvPr/>
          </p:nvSpPr>
          <p:spPr>
            <a:xfrm>
              <a:off x="8698928" y="3041102"/>
              <a:ext cx="61799" cy="159906"/>
            </a:xfrm>
            <a:custGeom>
              <a:rect b="b" l="l" r="r" t="t"/>
              <a:pathLst>
                <a:path extrusionOk="0" h="696" w="269">
                  <a:moveTo>
                    <a:pt x="135" y="0"/>
                  </a:moveTo>
                  <a:lnTo>
                    <a:pt x="63" y="348"/>
                  </a:lnTo>
                  <a:lnTo>
                    <a:pt x="1" y="696"/>
                  </a:lnTo>
                  <a:lnTo>
                    <a:pt x="268" y="696"/>
                  </a:lnTo>
                  <a:lnTo>
                    <a:pt x="197" y="348"/>
                  </a:lnTo>
                  <a:lnTo>
                    <a:pt x="13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169"/>
            <p:cNvSpPr/>
            <p:nvPr/>
          </p:nvSpPr>
          <p:spPr>
            <a:xfrm>
              <a:off x="8547307" y="3422246"/>
              <a:ext cx="57663" cy="121078"/>
            </a:xfrm>
            <a:custGeom>
              <a:rect b="b" l="l" r="r" t="t"/>
              <a:pathLst>
                <a:path extrusionOk="0" h="527" w="251">
                  <a:moveTo>
                    <a:pt x="125" y="0"/>
                  </a:moveTo>
                  <a:lnTo>
                    <a:pt x="63" y="259"/>
                  </a:lnTo>
                  <a:lnTo>
                    <a:pt x="1" y="527"/>
                  </a:lnTo>
                  <a:lnTo>
                    <a:pt x="250" y="527"/>
                  </a:lnTo>
                  <a:lnTo>
                    <a:pt x="188" y="259"/>
                  </a:lnTo>
                  <a:lnTo>
                    <a:pt x="12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169"/>
            <p:cNvSpPr/>
            <p:nvPr/>
          </p:nvSpPr>
          <p:spPr>
            <a:xfrm>
              <a:off x="8485739" y="3397663"/>
              <a:ext cx="47555" cy="121078"/>
            </a:xfrm>
            <a:custGeom>
              <a:rect b="b" l="l" r="r" t="t"/>
              <a:pathLst>
                <a:path extrusionOk="0" h="527" w="207">
                  <a:moveTo>
                    <a:pt x="108" y="0"/>
                  </a:moveTo>
                  <a:lnTo>
                    <a:pt x="54" y="268"/>
                  </a:lnTo>
                  <a:lnTo>
                    <a:pt x="1" y="527"/>
                  </a:lnTo>
                  <a:lnTo>
                    <a:pt x="206" y="527"/>
                  </a:lnTo>
                  <a:lnTo>
                    <a:pt x="162" y="268"/>
                  </a:lnTo>
                  <a:lnTo>
                    <a:pt x="10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169"/>
            <p:cNvSpPr/>
            <p:nvPr/>
          </p:nvSpPr>
          <p:spPr>
            <a:xfrm>
              <a:off x="8520658" y="3438558"/>
              <a:ext cx="47325" cy="121308"/>
            </a:xfrm>
            <a:custGeom>
              <a:rect b="b" l="l" r="r" t="t"/>
              <a:pathLst>
                <a:path extrusionOk="0" h="528" w="206">
                  <a:moveTo>
                    <a:pt x="99" y="1"/>
                  </a:moveTo>
                  <a:lnTo>
                    <a:pt x="54" y="268"/>
                  </a:lnTo>
                  <a:lnTo>
                    <a:pt x="1" y="527"/>
                  </a:lnTo>
                  <a:lnTo>
                    <a:pt x="206" y="527"/>
                  </a:lnTo>
                  <a:lnTo>
                    <a:pt x="152" y="268"/>
                  </a:lnTo>
                  <a:lnTo>
                    <a:pt x="9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169"/>
            <p:cNvSpPr/>
            <p:nvPr/>
          </p:nvSpPr>
          <p:spPr>
            <a:xfrm>
              <a:off x="8067862" y="3557565"/>
              <a:ext cx="47325" cy="121078"/>
            </a:xfrm>
            <a:custGeom>
              <a:rect b="b" l="l" r="r" t="t"/>
              <a:pathLst>
                <a:path extrusionOk="0" h="527" w="206">
                  <a:moveTo>
                    <a:pt x="98" y="0"/>
                  </a:moveTo>
                  <a:lnTo>
                    <a:pt x="54" y="268"/>
                  </a:lnTo>
                  <a:lnTo>
                    <a:pt x="0" y="526"/>
                  </a:lnTo>
                  <a:lnTo>
                    <a:pt x="205" y="526"/>
                  </a:lnTo>
                  <a:lnTo>
                    <a:pt x="152" y="268"/>
                  </a:lnTo>
                  <a:lnTo>
                    <a:pt x="9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169"/>
            <p:cNvSpPr/>
            <p:nvPr/>
          </p:nvSpPr>
          <p:spPr>
            <a:xfrm>
              <a:off x="8407861" y="3508400"/>
              <a:ext cx="211356" cy="170245"/>
            </a:xfrm>
            <a:custGeom>
              <a:rect b="b" l="l" r="r" t="t"/>
              <a:pathLst>
                <a:path extrusionOk="0" h="741" w="920">
                  <a:moveTo>
                    <a:pt x="1" y="0"/>
                  </a:moveTo>
                  <a:lnTo>
                    <a:pt x="1" y="740"/>
                  </a:lnTo>
                  <a:lnTo>
                    <a:pt x="920" y="740"/>
                  </a:lnTo>
                  <a:lnTo>
                    <a:pt x="920"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169"/>
            <p:cNvSpPr/>
            <p:nvPr/>
          </p:nvSpPr>
          <p:spPr>
            <a:xfrm>
              <a:off x="8407861" y="3508400"/>
              <a:ext cx="211356" cy="41125"/>
            </a:xfrm>
            <a:custGeom>
              <a:rect b="b" l="l" r="r" t="t"/>
              <a:pathLst>
                <a:path extrusionOk="0" h="179" w="920">
                  <a:moveTo>
                    <a:pt x="1" y="0"/>
                  </a:moveTo>
                  <a:lnTo>
                    <a:pt x="1" y="178"/>
                  </a:lnTo>
                  <a:lnTo>
                    <a:pt x="920" y="178"/>
                  </a:lnTo>
                  <a:lnTo>
                    <a:pt x="92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169"/>
            <p:cNvSpPr/>
            <p:nvPr/>
          </p:nvSpPr>
          <p:spPr>
            <a:xfrm>
              <a:off x="8092443" y="3586283"/>
              <a:ext cx="315656" cy="112807"/>
            </a:xfrm>
            <a:custGeom>
              <a:rect b="b" l="l" r="r" t="t"/>
              <a:pathLst>
                <a:path extrusionOk="0" h="491" w="1374">
                  <a:moveTo>
                    <a:pt x="0" y="0"/>
                  </a:moveTo>
                  <a:lnTo>
                    <a:pt x="0" y="491"/>
                  </a:lnTo>
                  <a:lnTo>
                    <a:pt x="1374" y="491"/>
                  </a:lnTo>
                  <a:lnTo>
                    <a:pt x="1374"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169"/>
            <p:cNvSpPr/>
            <p:nvPr/>
          </p:nvSpPr>
          <p:spPr>
            <a:xfrm>
              <a:off x="8092443" y="3553429"/>
              <a:ext cx="301412" cy="33084"/>
            </a:xfrm>
            <a:custGeom>
              <a:rect b="b" l="l" r="r" t="t"/>
              <a:pathLst>
                <a:path extrusionOk="0" h="144" w="1312">
                  <a:moveTo>
                    <a:pt x="143" y="0"/>
                  </a:moveTo>
                  <a:lnTo>
                    <a:pt x="0" y="143"/>
                  </a:lnTo>
                  <a:lnTo>
                    <a:pt x="1169" y="143"/>
                  </a:lnTo>
                  <a:lnTo>
                    <a:pt x="131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169"/>
            <p:cNvSpPr/>
            <p:nvPr/>
          </p:nvSpPr>
          <p:spPr>
            <a:xfrm>
              <a:off x="8502280" y="3698627"/>
              <a:ext cx="248114" cy="72142"/>
            </a:xfrm>
            <a:custGeom>
              <a:rect b="b" l="l" r="r" t="t"/>
              <a:pathLst>
                <a:path extrusionOk="0" h="314" w="1080">
                  <a:moveTo>
                    <a:pt x="1025" y="1"/>
                  </a:moveTo>
                  <a:cubicBezTo>
                    <a:pt x="988" y="1"/>
                    <a:pt x="906" y="11"/>
                    <a:pt x="892" y="100"/>
                  </a:cubicBezTo>
                  <a:cubicBezTo>
                    <a:pt x="892" y="100"/>
                    <a:pt x="884" y="97"/>
                    <a:pt x="873" y="97"/>
                  </a:cubicBezTo>
                  <a:cubicBezTo>
                    <a:pt x="853" y="97"/>
                    <a:pt x="824" y="105"/>
                    <a:pt x="812" y="144"/>
                  </a:cubicBezTo>
                  <a:cubicBezTo>
                    <a:pt x="812" y="144"/>
                    <a:pt x="766" y="108"/>
                    <a:pt x="703" y="108"/>
                  </a:cubicBezTo>
                  <a:cubicBezTo>
                    <a:pt x="663" y="108"/>
                    <a:pt x="616" y="123"/>
                    <a:pt x="571" y="171"/>
                  </a:cubicBezTo>
                  <a:cubicBezTo>
                    <a:pt x="571" y="171"/>
                    <a:pt x="536" y="126"/>
                    <a:pt x="477" y="126"/>
                  </a:cubicBezTo>
                  <a:cubicBezTo>
                    <a:pt x="458" y="126"/>
                    <a:pt x="435" y="131"/>
                    <a:pt x="411" y="144"/>
                  </a:cubicBezTo>
                  <a:cubicBezTo>
                    <a:pt x="411" y="144"/>
                    <a:pt x="325" y="80"/>
                    <a:pt x="213" y="80"/>
                  </a:cubicBezTo>
                  <a:cubicBezTo>
                    <a:pt x="147" y="80"/>
                    <a:pt x="73" y="102"/>
                    <a:pt x="0" y="171"/>
                  </a:cubicBezTo>
                  <a:lnTo>
                    <a:pt x="0" y="314"/>
                  </a:lnTo>
                  <a:lnTo>
                    <a:pt x="1080" y="314"/>
                  </a:lnTo>
                  <a:lnTo>
                    <a:pt x="1044" y="2"/>
                  </a:lnTo>
                  <a:cubicBezTo>
                    <a:pt x="1044" y="2"/>
                    <a:pt x="1037" y="1"/>
                    <a:pt x="1025"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169"/>
            <p:cNvSpPr/>
            <p:nvPr/>
          </p:nvSpPr>
          <p:spPr>
            <a:xfrm>
              <a:off x="8666306" y="3176191"/>
              <a:ext cx="237776" cy="383683"/>
            </a:xfrm>
            <a:custGeom>
              <a:rect b="b" l="l" r="r" t="t"/>
              <a:pathLst>
                <a:path extrusionOk="0" h="1670" w="1035">
                  <a:moveTo>
                    <a:pt x="0" y="1"/>
                  </a:moveTo>
                  <a:lnTo>
                    <a:pt x="0" y="1669"/>
                  </a:lnTo>
                  <a:lnTo>
                    <a:pt x="1035" y="1669"/>
                  </a:lnTo>
                  <a:lnTo>
                    <a:pt x="1035"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169"/>
            <p:cNvSpPr/>
            <p:nvPr/>
          </p:nvSpPr>
          <p:spPr>
            <a:xfrm>
              <a:off x="8838373" y="3215247"/>
              <a:ext cx="31014" cy="53532"/>
            </a:xfrm>
            <a:custGeom>
              <a:rect b="b" l="l" r="r" t="t"/>
              <a:pathLst>
                <a:path extrusionOk="0" h="233" w="135">
                  <a:moveTo>
                    <a:pt x="0" y="0"/>
                  </a:moveTo>
                  <a:lnTo>
                    <a:pt x="0" y="232"/>
                  </a:lnTo>
                  <a:lnTo>
                    <a:pt x="134" y="232"/>
                  </a:lnTo>
                  <a:lnTo>
                    <a:pt x="134"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169"/>
            <p:cNvSpPr/>
            <p:nvPr/>
          </p:nvSpPr>
          <p:spPr>
            <a:xfrm>
              <a:off x="8772671" y="3268548"/>
              <a:ext cx="28947" cy="53532"/>
            </a:xfrm>
            <a:custGeom>
              <a:rect b="b" l="l" r="r" t="t"/>
              <a:pathLst>
                <a:path extrusionOk="0" h="233" w="126">
                  <a:moveTo>
                    <a:pt x="1" y="0"/>
                  </a:moveTo>
                  <a:lnTo>
                    <a:pt x="1" y="232"/>
                  </a:lnTo>
                  <a:lnTo>
                    <a:pt x="126" y="232"/>
                  </a:lnTo>
                  <a:lnTo>
                    <a:pt x="12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169"/>
            <p:cNvSpPr/>
            <p:nvPr/>
          </p:nvSpPr>
          <p:spPr>
            <a:xfrm>
              <a:off x="8707198" y="3229491"/>
              <a:ext cx="31014" cy="53532"/>
            </a:xfrm>
            <a:custGeom>
              <a:rect b="b" l="l" r="r" t="t"/>
              <a:pathLst>
                <a:path extrusionOk="0" h="233" w="135">
                  <a:moveTo>
                    <a:pt x="0" y="1"/>
                  </a:moveTo>
                  <a:lnTo>
                    <a:pt x="0" y="233"/>
                  </a:lnTo>
                  <a:lnTo>
                    <a:pt x="134" y="233"/>
                  </a:lnTo>
                  <a:lnTo>
                    <a:pt x="13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169"/>
            <p:cNvSpPr/>
            <p:nvPr/>
          </p:nvSpPr>
          <p:spPr>
            <a:xfrm>
              <a:off x="8850549" y="3329889"/>
              <a:ext cx="28947" cy="53532"/>
            </a:xfrm>
            <a:custGeom>
              <a:rect b="b" l="l" r="r" t="t"/>
              <a:pathLst>
                <a:path extrusionOk="0" h="233" w="126">
                  <a:moveTo>
                    <a:pt x="1" y="1"/>
                  </a:moveTo>
                  <a:lnTo>
                    <a:pt x="1" y="233"/>
                  </a:lnTo>
                  <a:lnTo>
                    <a:pt x="126" y="233"/>
                  </a:lnTo>
                  <a:lnTo>
                    <a:pt x="12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169"/>
            <p:cNvSpPr/>
            <p:nvPr/>
          </p:nvSpPr>
          <p:spPr>
            <a:xfrm>
              <a:off x="8717536" y="3344363"/>
              <a:ext cx="28717" cy="53532"/>
            </a:xfrm>
            <a:custGeom>
              <a:rect b="b" l="l" r="r" t="t"/>
              <a:pathLst>
                <a:path extrusionOk="0" h="233" w="125">
                  <a:moveTo>
                    <a:pt x="0" y="0"/>
                  </a:moveTo>
                  <a:lnTo>
                    <a:pt x="0" y="232"/>
                  </a:lnTo>
                  <a:lnTo>
                    <a:pt x="125" y="232"/>
                  </a:lnTo>
                  <a:lnTo>
                    <a:pt x="12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169"/>
            <p:cNvSpPr/>
            <p:nvPr/>
          </p:nvSpPr>
          <p:spPr>
            <a:xfrm>
              <a:off x="8770603" y="3434422"/>
              <a:ext cx="59731" cy="115105"/>
            </a:xfrm>
            <a:custGeom>
              <a:rect b="b" l="l" r="r" t="t"/>
              <a:pathLst>
                <a:path extrusionOk="0" h="501" w="260">
                  <a:moveTo>
                    <a:pt x="1" y="1"/>
                  </a:moveTo>
                  <a:lnTo>
                    <a:pt x="1" y="500"/>
                  </a:lnTo>
                  <a:lnTo>
                    <a:pt x="260" y="500"/>
                  </a:lnTo>
                  <a:lnTo>
                    <a:pt x="260"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169"/>
            <p:cNvSpPr/>
            <p:nvPr/>
          </p:nvSpPr>
          <p:spPr>
            <a:xfrm>
              <a:off x="8635523" y="3118985"/>
              <a:ext cx="268560" cy="57438"/>
            </a:xfrm>
            <a:custGeom>
              <a:rect b="b" l="l" r="r" t="t"/>
              <a:pathLst>
                <a:path extrusionOk="0" h="250" w="1169">
                  <a:moveTo>
                    <a:pt x="250" y="0"/>
                  </a:moveTo>
                  <a:lnTo>
                    <a:pt x="0" y="250"/>
                  </a:lnTo>
                  <a:lnTo>
                    <a:pt x="1169" y="250"/>
                  </a:lnTo>
                  <a:lnTo>
                    <a:pt x="116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169"/>
            <p:cNvSpPr/>
            <p:nvPr/>
          </p:nvSpPr>
          <p:spPr>
            <a:xfrm>
              <a:off x="8625185" y="3377216"/>
              <a:ext cx="162193" cy="301432"/>
            </a:xfrm>
            <a:custGeom>
              <a:rect b="b" l="l" r="r" t="t"/>
              <a:pathLst>
                <a:path extrusionOk="0" h="1312" w="706">
                  <a:moveTo>
                    <a:pt x="1" y="0"/>
                  </a:moveTo>
                  <a:lnTo>
                    <a:pt x="1" y="1311"/>
                  </a:lnTo>
                  <a:lnTo>
                    <a:pt x="705" y="1311"/>
                  </a:lnTo>
                  <a:lnTo>
                    <a:pt x="705"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169"/>
            <p:cNvSpPr/>
            <p:nvPr/>
          </p:nvSpPr>
          <p:spPr>
            <a:xfrm>
              <a:off x="8588428" y="3338160"/>
              <a:ext cx="36987" cy="340489"/>
            </a:xfrm>
            <a:custGeom>
              <a:rect b="b" l="l" r="r" t="t"/>
              <a:pathLst>
                <a:path extrusionOk="0" h="1482" w="161">
                  <a:moveTo>
                    <a:pt x="0" y="1"/>
                  </a:moveTo>
                  <a:lnTo>
                    <a:pt x="0" y="1481"/>
                  </a:lnTo>
                  <a:lnTo>
                    <a:pt x="161" y="1481"/>
                  </a:lnTo>
                  <a:lnTo>
                    <a:pt x="161" y="170"/>
                  </a:lnTo>
                  <a:lnTo>
                    <a:pt x="0"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169"/>
            <p:cNvSpPr/>
            <p:nvPr/>
          </p:nvSpPr>
          <p:spPr>
            <a:xfrm>
              <a:off x="8742117" y="3403866"/>
              <a:ext cx="20676" cy="36990"/>
            </a:xfrm>
            <a:custGeom>
              <a:rect b="b" l="l" r="r" t="t"/>
              <a:pathLst>
                <a:path extrusionOk="0" h="161" w="90">
                  <a:moveTo>
                    <a:pt x="0" y="0"/>
                  </a:moveTo>
                  <a:lnTo>
                    <a:pt x="0" y="161"/>
                  </a:lnTo>
                  <a:lnTo>
                    <a:pt x="89" y="161"/>
                  </a:lnTo>
                  <a:lnTo>
                    <a:pt x="89"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169"/>
            <p:cNvSpPr/>
            <p:nvPr/>
          </p:nvSpPr>
          <p:spPr>
            <a:xfrm>
              <a:off x="8698928" y="3440625"/>
              <a:ext cx="20676" cy="35152"/>
            </a:xfrm>
            <a:custGeom>
              <a:rect b="b" l="l" r="r" t="t"/>
              <a:pathLst>
                <a:path extrusionOk="0" h="153" w="90">
                  <a:moveTo>
                    <a:pt x="1" y="1"/>
                  </a:moveTo>
                  <a:lnTo>
                    <a:pt x="1" y="152"/>
                  </a:lnTo>
                  <a:lnTo>
                    <a:pt x="90" y="152"/>
                  </a:lnTo>
                  <a:lnTo>
                    <a:pt x="90"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169"/>
            <p:cNvSpPr/>
            <p:nvPr/>
          </p:nvSpPr>
          <p:spPr>
            <a:xfrm>
              <a:off x="8653901" y="3413975"/>
              <a:ext cx="20676" cy="37219"/>
            </a:xfrm>
            <a:custGeom>
              <a:rect b="b" l="l" r="r" t="t"/>
              <a:pathLst>
                <a:path extrusionOk="0" h="162" w="90">
                  <a:moveTo>
                    <a:pt x="0" y="1"/>
                  </a:moveTo>
                  <a:lnTo>
                    <a:pt x="0" y="161"/>
                  </a:lnTo>
                  <a:lnTo>
                    <a:pt x="90" y="161"/>
                  </a:lnTo>
                  <a:lnTo>
                    <a:pt x="90"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169"/>
            <p:cNvSpPr/>
            <p:nvPr/>
          </p:nvSpPr>
          <p:spPr>
            <a:xfrm>
              <a:off x="8750157" y="3498061"/>
              <a:ext cx="20676" cy="35152"/>
            </a:xfrm>
            <a:custGeom>
              <a:rect b="b" l="l" r="r" t="t"/>
              <a:pathLst>
                <a:path extrusionOk="0" h="153" w="90">
                  <a:moveTo>
                    <a:pt x="1" y="0"/>
                  </a:moveTo>
                  <a:lnTo>
                    <a:pt x="1" y="152"/>
                  </a:lnTo>
                  <a:lnTo>
                    <a:pt x="90" y="152"/>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169"/>
            <p:cNvSpPr/>
            <p:nvPr/>
          </p:nvSpPr>
          <p:spPr>
            <a:xfrm>
              <a:off x="8643563" y="3481749"/>
              <a:ext cx="20906" cy="36990"/>
            </a:xfrm>
            <a:custGeom>
              <a:rect b="b" l="l" r="r" t="t"/>
              <a:pathLst>
                <a:path extrusionOk="0" h="161" w="91">
                  <a:moveTo>
                    <a:pt x="1" y="0"/>
                  </a:moveTo>
                  <a:lnTo>
                    <a:pt x="1" y="161"/>
                  </a:lnTo>
                  <a:lnTo>
                    <a:pt x="90" y="161"/>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169"/>
            <p:cNvSpPr/>
            <p:nvPr/>
          </p:nvSpPr>
          <p:spPr>
            <a:xfrm>
              <a:off x="8682617" y="3532982"/>
              <a:ext cx="20676" cy="34922"/>
            </a:xfrm>
            <a:custGeom>
              <a:rect b="b" l="l" r="r" t="t"/>
              <a:pathLst>
                <a:path extrusionOk="0" h="152" w="90">
                  <a:moveTo>
                    <a:pt x="0" y="0"/>
                  </a:moveTo>
                  <a:lnTo>
                    <a:pt x="0" y="152"/>
                  </a:lnTo>
                  <a:lnTo>
                    <a:pt x="90" y="152"/>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169"/>
            <p:cNvSpPr/>
            <p:nvPr/>
          </p:nvSpPr>
          <p:spPr>
            <a:xfrm>
              <a:off x="8662171" y="3602594"/>
              <a:ext cx="41123" cy="76047"/>
            </a:xfrm>
            <a:custGeom>
              <a:rect b="b" l="l" r="r" t="t"/>
              <a:pathLst>
                <a:path extrusionOk="0" h="331" w="179">
                  <a:moveTo>
                    <a:pt x="0" y="0"/>
                  </a:moveTo>
                  <a:lnTo>
                    <a:pt x="0" y="330"/>
                  </a:lnTo>
                  <a:lnTo>
                    <a:pt x="179" y="330"/>
                  </a:lnTo>
                  <a:lnTo>
                    <a:pt x="179"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169"/>
            <p:cNvSpPr/>
            <p:nvPr/>
          </p:nvSpPr>
          <p:spPr>
            <a:xfrm>
              <a:off x="8588428" y="3338160"/>
              <a:ext cx="198951" cy="39287"/>
            </a:xfrm>
            <a:custGeom>
              <a:rect b="b" l="l" r="r" t="t"/>
              <a:pathLst>
                <a:path extrusionOk="0" h="171" w="866">
                  <a:moveTo>
                    <a:pt x="0" y="1"/>
                  </a:moveTo>
                  <a:lnTo>
                    <a:pt x="161" y="170"/>
                  </a:lnTo>
                  <a:lnTo>
                    <a:pt x="865" y="170"/>
                  </a:lnTo>
                  <a:lnTo>
                    <a:pt x="69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169"/>
            <p:cNvSpPr/>
            <p:nvPr/>
          </p:nvSpPr>
          <p:spPr>
            <a:xfrm>
              <a:off x="8903846" y="3036966"/>
              <a:ext cx="240073" cy="383453"/>
            </a:xfrm>
            <a:custGeom>
              <a:rect b="b" l="l" r="r" t="t"/>
              <a:pathLst>
                <a:path extrusionOk="0" h="1669" w="1045">
                  <a:moveTo>
                    <a:pt x="1" y="0"/>
                  </a:moveTo>
                  <a:lnTo>
                    <a:pt x="1" y="1668"/>
                  </a:lnTo>
                  <a:lnTo>
                    <a:pt x="1045" y="1668"/>
                  </a:lnTo>
                  <a:lnTo>
                    <a:pt x="1045"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169"/>
            <p:cNvSpPr/>
            <p:nvPr/>
          </p:nvSpPr>
          <p:spPr>
            <a:xfrm>
              <a:off x="9078210" y="3075793"/>
              <a:ext cx="28947" cy="53532"/>
            </a:xfrm>
            <a:custGeom>
              <a:rect b="b" l="l" r="r" t="t"/>
              <a:pathLst>
                <a:path extrusionOk="0" h="233" w="126">
                  <a:moveTo>
                    <a:pt x="0" y="1"/>
                  </a:moveTo>
                  <a:lnTo>
                    <a:pt x="0" y="233"/>
                  </a:lnTo>
                  <a:lnTo>
                    <a:pt x="125" y="233"/>
                  </a:lnTo>
                  <a:lnTo>
                    <a:pt x="12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169"/>
            <p:cNvSpPr/>
            <p:nvPr/>
          </p:nvSpPr>
          <p:spPr>
            <a:xfrm>
              <a:off x="9012508" y="3127026"/>
              <a:ext cx="28947" cy="53532"/>
            </a:xfrm>
            <a:custGeom>
              <a:rect b="b" l="l" r="r" t="t"/>
              <a:pathLst>
                <a:path extrusionOk="0" h="233" w="126">
                  <a:moveTo>
                    <a:pt x="1" y="1"/>
                  </a:moveTo>
                  <a:lnTo>
                    <a:pt x="1" y="233"/>
                  </a:lnTo>
                  <a:lnTo>
                    <a:pt x="126" y="233"/>
                  </a:lnTo>
                  <a:lnTo>
                    <a:pt x="12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169"/>
            <p:cNvSpPr/>
            <p:nvPr/>
          </p:nvSpPr>
          <p:spPr>
            <a:xfrm>
              <a:off x="8947035" y="3088199"/>
              <a:ext cx="28947" cy="53532"/>
            </a:xfrm>
            <a:custGeom>
              <a:rect b="b" l="l" r="r" t="t"/>
              <a:pathLst>
                <a:path extrusionOk="0" h="233" w="126">
                  <a:moveTo>
                    <a:pt x="0" y="0"/>
                  </a:moveTo>
                  <a:lnTo>
                    <a:pt x="0" y="232"/>
                  </a:lnTo>
                  <a:lnTo>
                    <a:pt x="125" y="232"/>
                  </a:lnTo>
                  <a:lnTo>
                    <a:pt x="12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169"/>
            <p:cNvSpPr/>
            <p:nvPr/>
          </p:nvSpPr>
          <p:spPr>
            <a:xfrm>
              <a:off x="9090386" y="3190665"/>
              <a:ext cx="28947" cy="53532"/>
            </a:xfrm>
            <a:custGeom>
              <a:rect b="b" l="l" r="r" t="t"/>
              <a:pathLst>
                <a:path extrusionOk="0" h="233" w="126">
                  <a:moveTo>
                    <a:pt x="1" y="0"/>
                  </a:moveTo>
                  <a:lnTo>
                    <a:pt x="1" y="232"/>
                  </a:lnTo>
                  <a:lnTo>
                    <a:pt x="126" y="232"/>
                  </a:lnTo>
                  <a:lnTo>
                    <a:pt x="12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169"/>
            <p:cNvSpPr/>
            <p:nvPr/>
          </p:nvSpPr>
          <p:spPr>
            <a:xfrm>
              <a:off x="8955076" y="3204909"/>
              <a:ext cx="31014" cy="53532"/>
            </a:xfrm>
            <a:custGeom>
              <a:rect b="b" l="l" r="r" t="t"/>
              <a:pathLst>
                <a:path extrusionOk="0" h="233" w="135">
                  <a:moveTo>
                    <a:pt x="1" y="1"/>
                  </a:moveTo>
                  <a:lnTo>
                    <a:pt x="1" y="233"/>
                  </a:lnTo>
                  <a:lnTo>
                    <a:pt x="135" y="233"/>
                  </a:lnTo>
                  <a:lnTo>
                    <a:pt x="13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169"/>
            <p:cNvSpPr/>
            <p:nvPr/>
          </p:nvSpPr>
          <p:spPr>
            <a:xfrm>
              <a:off x="9008373" y="3295198"/>
              <a:ext cx="59731" cy="114875"/>
            </a:xfrm>
            <a:custGeom>
              <a:rect b="b" l="l" r="r" t="t"/>
              <a:pathLst>
                <a:path extrusionOk="0" h="500" w="260">
                  <a:moveTo>
                    <a:pt x="1" y="0"/>
                  </a:moveTo>
                  <a:lnTo>
                    <a:pt x="1" y="500"/>
                  </a:lnTo>
                  <a:lnTo>
                    <a:pt x="260" y="500"/>
                  </a:lnTo>
                  <a:lnTo>
                    <a:pt x="26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169"/>
            <p:cNvSpPr/>
            <p:nvPr/>
          </p:nvSpPr>
          <p:spPr>
            <a:xfrm>
              <a:off x="9039157" y="3327592"/>
              <a:ext cx="104759" cy="64100"/>
            </a:xfrm>
            <a:custGeom>
              <a:rect b="b" l="l" r="r" t="t"/>
              <a:pathLst>
                <a:path extrusionOk="0" h="279" w="456">
                  <a:moveTo>
                    <a:pt x="437" y="1"/>
                  </a:moveTo>
                  <a:cubicBezTo>
                    <a:pt x="403" y="1"/>
                    <a:pt x="331" y="11"/>
                    <a:pt x="304" y="91"/>
                  </a:cubicBezTo>
                  <a:cubicBezTo>
                    <a:pt x="304" y="91"/>
                    <a:pt x="293" y="88"/>
                    <a:pt x="277" y="88"/>
                  </a:cubicBezTo>
                  <a:cubicBezTo>
                    <a:pt x="254" y="88"/>
                    <a:pt x="222" y="95"/>
                    <a:pt x="206" y="127"/>
                  </a:cubicBezTo>
                  <a:cubicBezTo>
                    <a:pt x="206" y="127"/>
                    <a:pt x="173" y="113"/>
                    <a:pt x="132" y="113"/>
                  </a:cubicBezTo>
                  <a:cubicBezTo>
                    <a:pt x="86" y="113"/>
                    <a:pt x="29" y="131"/>
                    <a:pt x="1" y="207"/>
                  </a:cubicBezTo>
                  <a:lnTo>
                    <a:pt x="456" y="279"/>
                  </a:lnTo>
                  <a:lnTo>
                    <a:pt x="456" y="2"/>
                  </a:lnTo>
                  <a:cubicBezTo>
                    <a:pt x="456" y="2"/>
                    <a:pt x="448" y="1"/>
                    <a:pt x="437"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169"/>
            <p:cNvSpPr/>
            <p:nvPr/>
          </p:nvSpPr>
          <p:spPr>
            <a:xfrm>
              <a:off x="8875130" y="2979530"/>
              <a:ext cx="268790" cy="57667"/>
            </a:xfrm>
            <a:custGeom>
              <a:rect b="b" l="l" r="r" t="t"/>
              <a:pathLst>
                <a:path extrusionOk="0" h="251" w="1170">
                  <a:moveTo>
                    <a:pt x="251" y="0"/>
                  </a:moveTo>
                  <a:lnTo>
                    <a:pt x="1" y="250"/>
                  </a:lnTo>
                  <a:lnTo>
                    <a:pt x="1170" y="250"/>
                  </a:lnTo>
                  <a:lnTo>
                    <a:pt x="11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169"/>
            <p:cNvSpPr/>
            <p:nvPr/>
          </p:nvSpPr>
          <p:spPr>
            <a:xfrm>
              <a:off x="8862954" y="3237762"/>
              <a:ext cx="162193" cy="260537"/>
            </a:xfrm>
            <a:custGeom>
              <a:rect b="b" l="l" r="r" t="t"/>
              <a:pathLst>
                <a:path extrusionOk="0" h="1134" w="706">
                  <a:moveTo>
                    <a:pt x="0" y="0"/>
                  </a:moveTo>
                  <a:lnTo>
                    <a:pt x="0" y="1133"/>
                  </a:lnTo>
                  <a:lnTo>
                    <a:pt x="705" y="1133"/>
                  </a:lnTo>
                  <a:lnTo>
                    <a:pt x="705"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169"/>
            <p:cNvSpPr/>
            <p:nvPr/>
          </p:nvSpPr>
          <p:spPr>
            <a:xfrm>
              <a:off x="8825968" y="3198706"/>
              <a:ext cx="37217" cy="299594"/>
            </a:xfrm>
            <a:custGeom>
              <a:rect b="b" l="l" r="r" t="t"/>
              <a:pathLst>
                <a:path extrusionOk="0" h="1304" w="162">
                  <a:moveTo>
                    <a:pt x="1" y="1"/>
                  </a:moveTo>
                  <a:lnTo>
                    <a:pt x="1" y="1303"/>
                  </a:lnTo>
                  <a:lnTo>
                    <a:pt x="161" y="1303"/>
                  </a:lnTo>
                  <a:lnTo>
                    <a:pt x="161" y="170"/>
                  </a:lnTo>
                  <a:lnTo>
                    <a:pt x="1"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169"/>
            <p:cNvSpPr/>
            <p:nvPr/>
          </p:nvSpPr>
          <p:spPr>
            <a:xfrm>
              <a:off x="8981724" y="3264412"/>
              <a:ext cx="18838" cy="35152"/>
            </a:xfrm>
            <a:custGeom>
              <a:rect b="b" l="l" r="r" t="t"/>
              <a:pathLst>
                <a:path extrusionOk="0" h="153" w="82">
                  <a:moveTo>
                    <a:pt x="1" y="0"/>
                  </a:moveTo>
                  <a:lnTo>
                    <a:pt x="1" y="152"/>
                  </a:lnTo>
                  <a:lnTo>
                    <a:pt x="81" y="152"/>
                  </a:lnTo>
                  <a:lnTo>
                    <a:pt x="8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169"/>
            <p:cNvSpPr/>
            <p:nvPr/>
          </p:nvSpPr>
          <p:spPr>
            <a:xfrm>
              <a:off x="8936697" y="3299333"/>
              <a:ext cx="20676" cy="36990"/>
            </a:xfrm>
            <a:custGeom>
              <a:rect b="b" l="l" r="r" t="t"/>
              <a:pathLst>
                <a:path extrusionOk="0" h="161" w="90">
                  <a:moveTo>
                    <a:pt x="1" y="0"/>
                  </a:moveTo>
                  <a:lnTo>
                    <a:pt x="1" y="161"/>
                  </a:lnTo>
                  <a:lnTo>
                    <a:pt x="90" y="161"/>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169"/>
            <p:cNvSpPr/>
            <p:nvPr/>
          </p:nvSpPr>
          <p:spPr>
            <a:xfrm>
              <a:off x="8891670" y="3274751"/>
              <a:ext cx="20676" cy="34922"/>
            </a:xfrm>
            <a:custGeom>
              <a:rect b="b" l="l" r="r" t="t"/>
              <a:pathLst>
                <a:path extrusionOk="0" h="152" w="90">
                  <a:moveTo>
                    <a:pt x="0" y="0"/>
                  </a:moveTo>
                  <a:lnTo>
                    <a:pt x="0" y="152"/>
                  </a:lnTo>
                  <a:lnTo>
                    <a:pt x="90" y="152"/>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169"/>
            <p:cNvSpPr/>
            <p:nvPr/>
          </p:nvSpPr>
          <p:spPr>
            <a:xfrm>
              <a:off x="8987927" y="3342295"/>
              <a:ext cx="20676" cy="35152"/>
            </a:xfrm>
            <a:custGeom>
              <a:rect b="b" l="l" r="r" t="t"/>
              <a:pathLst>
                <a:path extrusionOk="0" h="153" w="90">
                  <a:moveTo>
                    <a:pt x="1" y="0"/>
                  </a:moveTo>
                  <a:lnTo>
                    <a:pt x="1" y="152"/>
                  </a:lnTo>
                  <a:lnTo>
                    <a:pt x="90" y="152"/>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169"/>
            <p:cNvSpPr/>
            <p:nvPr/>
          </p:nvSpPr>
          <p:spPr>
            <a:xfrm>
              <a:off x="8883400" y="3342295"/>
              <a:ext cx="18609" cy="35152"/>
            </a:xfrm>
            <a:custGeom>
              <a:rect b="b" l="l" r="r" t="t"/>
              <a:pathLst>
                <a:path extrusionOk="0" h="153" w="81">
                  <a:moveTo>
                    <a:pt x="1" y="0"/>
                  </a:moveTo>
                  <a:lnTo>
                    <a:pt x="1" y="152"/>
                  </a:lnTo>
                  <a:lnTo>
                    <a:pt x="81" y="152"/>
                  </a:lnTo>
                  <a:lnTo>
                    <a:pt x="8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169"/>
            <p:cNvSpPr/>
            <p:nvPr/>
          </p:nvSpPr>
          <p:spPr>
            <a:xfrm>
              <a:off x="8934630" y="3413975"/>
              <a:ext cx="41352" cy="76047"/>
            </a:xfrm>
            <a:custGeom>
              <a:rect b="b" l="l" r="r" t="t"/>
              <a:pathLst>
                <a:path extrusionOk="0" h="331" w="180">
                  <a:moveTo>
                    <a:pt x="1" y="1"/>
                  </a:moveTo>
                  <a:lnTo>
                    <a:pt x="1" y="331"/>
                  </a:lnTo>
                  <a:lnTo>
                    <a:pt x="179" y="331"/>
                  </a:lnTo>
                  <a:lnTo>
                    <a:pt x="179"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169"/>
            <p:cNvSpPr/>
            <p:nvPr/>
          </p:nvSpPr>
          <p:spPr>
            <a:xfrm>
              <a:off x="8825968" y="3198706"/>
              <a:ext cx="199180" cy="39287"/>
            </a:xfrm>
            <a:custGeom>
              <a:rect b="b" l="l" r="r" t="t"/>
              <a:pathLst>
                <a:path extrusionOk="0" h="171" w="867">
                  <a:moveTo>
                    <a:pt x="1" y="1"/>
                  </a:moveTo>
                  <a:lnTo>
                    <a:pt x="161" y="170"/>
                  </a:lnTo>
                  <a:lnTo>
                    <a:pt x="866" y="170"/>
                  </a:lnTo>
                  <a:lnTo>
                    <a:pt x="69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169"/>
            <p:cNvSpPr/>
            <p:nvPr/>
          </p:nvSpPr>
          <p:spPr>
            <a:xfrm>
              <a:off x="8807590" y="3440396"/>
              <a:ext cx="104759" cy="64100"/>
            </a:xfrm>
            <a:custGeom>
              <a:rect b="b" l="l" r="r" t="t"/>
              <a:pathLst>
                <a:path extrusionOk="0" h="279" w="456">
                  <a:moveTo>
                    <a:pt x="437" y="1"/>
                  </a:moveTo>
                  <a:cubicBezTo>
                    <a:pt x="403" y="1"/>
                    <a:pt x="331" y="11"/>
                    <a:pt x="304" y="91"/>
                  </a:cubicBezTo>
                  <a:cubicBezTo>
                    <a:pt x="304" y="91"/>
                    <a:pt x="292" y="88"/>
                    <a:pt x="277" y="88"/>
                  </a:cubicBezTo>
                  <a:cubicBezTo>
                    <a:pt x="254" y="88"/>
                    <a:pt x="222" y="94"/>
                    <a:pt x="206" y="127"/>
                  </a:cubicBezTo>
                  <a:cubicBezTo>
                    <a:pt x="206" y="127"/>
                    <a:pt x="173" y="113"/>
                    <a:pt x="132" y="113"/>
                  </a:cubicBezTo>
                  <a:cubicBezTo>
                    <a:pt x="86" y="113"/>
                    <a:pt x="29" y="131"/>
                    <a:pt x="1" y="207"/>
                  </a:cubicBezTo>
                  <a:lnTo>
                    <a:pt x="456" y="278"/>
                  </a:lnTo>
                  <a:lnTo>
                    <a:pt x="456" y="2"/>
                  </a:lnTo>
                  <a:cubicBezTo>
                    <a:pt x="456" y="2"/>
                    <a:pt x="448" y="1"/>
                    <a:pt x="437"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169"/>
            <p:cNvSpPr/>
            <p:nvPr/>
          </p:nvSpPr>
          <p:spPr>
            <a:xfrm>
              <a:off x="8742117" y="3522644"/>
              <a:ext cx="161963" cy="260536"/>
            </a:xfrm>
            <a:custGeom>
              <a:rect b="b" l="l" r="r" t="t"/>
              <a:pathLst>
                <a:path extrusionOk="0" h="1134" w="705">
                  <a:moveTo>
                    <a:pt x="0" y="0"/>
                  </a:moveTo>
                  <a:lnTo>
                    <a:pt x="0" y="1133"/>
                  </a:lnTo>
                  <a:lnTo>
                    <a:pt x="705" y="1133"/>
                  </a:lnTo>
                  <a:lnTo>
                    <a:pt x="705"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169"/>
            <p:cNvSpPr/>
            <p:nvPr/>
          </p:nvSpPr>
          <p:spPr>
            <a:xfrm>
              <a:off x="8860887" y="3549294"/>
              <a:ext cx="18609" cy="37219"/>
            </a:xfrm>
            <a:custGeom>
              <a:rect b="b" l="l" r="r" t="t"/>
              <a:pathLst>
                <a:path extrusionOk="0" h="162" w="81">
                  <a:moveTo>
                    <a:pt x="1" y="0"/>
                  </a:moveTo>
                  <a:lnTo>
                    <a:pt x="1" y="161"/>
                  </a:lnTo>
                  <a:lnTo>
                    <a:pt x="81" y="161"/>
                  </a:lnTo>
                  <a:lnTo>
                    <a:pt x="8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169"/>
            <p:cNvSpPr/>
            <p:nvPr/>
          </p:nvSpPr>
          <p:spPr>
            <a:xfrm>
              <a:off x="8815860" y="3586283"/>
              <a:ext cx="20676" cy="34922"/>
            </a:xfrm>
            <a:custGeom>
              <a:rect b="b" l="l" r="r" t="t"/>
              <a:pathLst>
                <a:path extrusionOk="0" h="152" w="90">
                  <a:moveTo>
                    <a:pt x="0" y="0"/>
                  </a:moveTo>
                  <a:lnTo>
                    <a:pt x="0" y="152"/>
                  </a:lnTo>
                  <a:lnTo>
                    <a:pt x="89" y="152"/>
                  </a:lnTo>
                  <a:lnTo>
                    <a:pt x="89"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169"/>
            <p:cNvSpPr/>
            <p:nvPr/>
          </p:nvSpPr>
          <p:spPr>
            <a:xfrm>
              <a:off x="8770603" y="3559632"/>
              <a:ext cx="20906" cy="34922"/>
            </a:xfrm>
            <a:custGeom>
              <a:rect b="b" l="l" r="r" t="t"/>
              <a:pathLst>
                <a:path extrusionOk="0" h="152" w="91">
                  <a:moveTo>
                    <a:pt x="1" y="0"/>
                  </a:moveTo>
                  <a:lnTo>
                    <a:pt x="1" y="152"/>
                  </a:lnTo>
                  <a:lnTo>
                    <a:pt x="90" y="152"/>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169"/>
            <p:cNvSpPr/>
            <p:nvPr/>
          </p:nvSpPr>
          <p:spPr>
            <a:xfrm>
              <a:off x="8867089" y="3627177"/>
              <a:ext cx="20676" cy="35152"/>
            </a:xfrm>
            <a:custGeom>
              <a:rect b="b" l="l" r="r" t="t"/>
              <a:pathLst>
                <a:path extrusionOk="0" h="153" w="90">
                  <a:moveTo>
                    <a:pt x="0" y="0"/>
                  </a:moveTo>
                  <a:lnTo>
                    <a:pt x="0" y="152"/>
                  </a:lnTo>
                  <a:lnTo>
                    <a:pt x="89" y="152"/>
                  </a:lnTo>
                  <a:lnTo>
                    <a:pt x="89"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169"/>
            <p:cNvSpPr/>
            <p:nvPr/>
          </p:nvSpPr>
          <p:spPr>
            <a:xfrm>
              <a:off x="8776806" y="3637515"/>
              <a:ext cx="20676" cy="34922"/>
            </a:xfrm>
            <a:custGeom>
              <a:rect b="b" l="l" r="r" t="t"/>
              <a:pathLst>
                <a:path extrusionOk="0" h="152" w="90">
                  <a:moveTo>
                    <a:pt x="1" y="0"/>
                  </a:moveTo>
                  <a:lnTo>
                    <a:pt x="1" y="152"/>
                  </a:lnTo>
                  <a:lnTo>
                    <a:pt x="90" y="152"/>
                  </a:lnTo>
                  <a:lnTo>
                    <a:pt x="9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169"/>
            <p:cNvSpPr/>
            <p:nvPr/>
          </p:nvSpPr>
          <p:spPr>
            <a:xfrm>
              <a:off x="8813792" y="3698857"/>
              <a:ext cx="41123" cy="76047"/>
            </a:xfrm>
            <a:custGeom>
              <a:rect b="b" l="l" r="r" t="t"/>
              <a:pathLst>
                <a:path extrusionOk="0" h="331" w="179">
                  <a:moveTo>
                    <a:pt x="0" y="1"/>
                  </a:moveTo>
                  <a:lnTo>
                    <a:pt x="0" y="331"/>
                  </a:lnTo>
                  <a:lnTo>
                    <a:pt x="179" y="331"/>
                  </a:lnTo>
                  <a:lnTo>
                    <a:pt x="179"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169"/>
            <p:cNvSpPr/>
            <p:nvPr/>
          </p:nvSpPr>
          <p:spPr>
            <a:xfrm>
              <a:off x="8721441" y="3483587"/>
              <a:ext cx="182639" cy="39287"/>
            </a:xfrm>
            <a:custGeom>
              <a:rect b="b" l="l" r="r" t="t"/>
              <a:pathLst>
                <a:path extrusionOk="0" h="171" w="795">
                  <a:moveTo>
                    <a:pt x="170" y="1"/>
                  </a:moveTo>
                  <a:lnTo>
                    <a:pt x="1" y="170"/>
                  </a:lnTo>
                  <a:lnTo>
                    <a:pt x="795" y="170"/>
                  </a:lnTo>
                  <a:lnTo>
                    <a:pt x="79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169"/>
            <p:cNvSpPr/>
            <p:nvPr/>
          </p:nvSpPr>
          <p:spPr>
            <a:xfrm>
              <a:off x="8342388" y="3483587"/>
              <a:ext cx="135544" cy="215506"/>
            </a:xfrm>
            <a:custGeom>
              <a:rect b="b" l="l" r="r" t="t"/>
              <a:pathLst>
                <a:path extrusionOk="0" h="938" w="590">
                  <a:moveTo>
                    <a:pt x="0" y="1"/>
                  </a:moveTo>
                  <a:lnTo>
                    <a:pt x="0" y="938"/>
                  </a:lnTo>
                  <a:lnTo>
                    <a:pt x="589" y="938"/>
                  </a:lnTo>
                  <a:lnTo>
                    <a:pt x="589"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169"/>
            <p:cNvSpPr/>
            <p:nvPr/>
          </p:nvSpPr>
          <p:spPr>
            <a:xfrm>
              <a:off x="8477699" y="3450964"/>
              <a:ext cx="31014" cy="248130"/>
            </a:xfrm>
            <a:custGeom>
              <a:rect b="b" l="l" r="r" t="t"/>
              <a:pathLst>
                <a:path extrusionOk="0" h="1080" w="135">
                  <a:moveTo>
                    <a:pt x="134" y="0"/>
                  </a:moveTo>
                  <a:lnTo>
                    <a:pt x="0" y="143"/>
                  </a:lnTo>
                  <a:lnTo>
                    <a:pt x="0" y="1080"/>
                  </a:lnTo>
                  <a:lnTo>
                    <a:pt x="134" y="1080"/>
                  </a:lnTo>
                  <a:lnTo>
                    <a:pt x="134"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169"/>
            <p:cNvSpPr/>
            <p:nvPr/>
          </p:nvSpPr>
          <p:spPr>
            <a:xfrm>
              <a:off x="8362834" y="3506332"/>
              <a:ext cx="16771" cy="28949"/>
            </a:xfrm>
            <a:custGeom>
              <a:rect b="b" l="l" r="r" t="t"/>
              <a:pathLst>
                <a:path extrusionOk="0" h="126" w="73">
                  <a:moveTo>
                    <a:pt x="1" y="0"/>
                  </a:moveTo>
                  <a:lnTo>
                    <a:pt x="1" y="125"/>
                  </a:lnTo>
                  <a:lnTo>
                    <a:pt x="72" y="125"/>
                  </a:lnTo>
                  <a:lnTo>
                    <a:pt x="7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169"/>
            <p:cNvSpPr/>
            <p:nvPr/>
          </p:nvSpPr>
          <p:spPr>
            <a:xfrm>
              <a:off x="8399821" y="3535050"/>
              <a:ext cx="16541" cy="30786"/>
            </a:xfrm>
            <a:custGeom>
              <a:rect b="b" l="l" r="r" t="t"/>
              <a:pathLst>
                <a:path extrusionOk="0" h="134" w="72">
                  <a:moveTo>
                    <a:pt x="0" y="0"/>
                  </a:moveTo>
                  <a:lnTo>
                    <a:pt x="0" y="134"/>
                  </a:lnTo>
                  <a:lnTo>
                    <a:pt x="72" y="134"/>
                  </a:lnTo>
                  <a:lnTo>
                    <a:pt x="7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169"/>
            <p:cNvSpPr/>
            <p:nvPr/>
          </p:nvSpPr>
          <p:spPr>
            <a:xfrm>
              <a:off x="8436577" y="3514373"/>
              <a:ext cx="16771" cy="28949"/>
            </a:xfrm>
            <a:custGeom>
              <a:rect b="b" l="l" r="r" t="t"/>
              <a:pathLst>
                <a:path extrusionOk="0" h="126" w="73">
                  <a:moveTo>
                    <a:pt x="1" y="1"/>
                  </a:moveTo>
                  <a:lnTo>
                    <a:pt x="1" y="126"/>
                  </a:lnTo>
                  <a:lnTo>
                    <a:pt x="72" y="126"/>
                  </a:lnTo>
                  <a:lnTo>
                    <a:pt x="7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169"/>
            <p:cNvSpPr/>
            <p:nvPr/>
          </p:nvSpPr>
          <p:spPr>
            <a:xfrm>
              <a:off x="8356632" y="3569741"/>
              <a:ext cx="16771" cy="31016"/>
            </a:xfrm>
            <a:custGeom>
              <a:rect b="b" l="l" r="r" t="t"/>
              <a:pathLst>
                <a:path extrusionOk="0" h="135" w="73">
                  <a:moveTo>
                    <a:pt x="1" y="1"/>
                  </a:moveTo>
                  <a:lnTo>
                    <a:pt x="1" y="134"/>
                  </a:lnTo>
                  <a:lnTo>
                    <a:pt x="72" y="134"/>
                  </a:lnTo>
                  <a:lnTo>
                    <a:pt x="7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169"/>
            <p:cNvSpPr/>
            <p:nvPr/>
          </p:nvSpPr>
          <p:spPr>
            <a:xfrm>
              <a:off x="8559712" y="3598459"/>
              <a:ext cx="16541" cy="28949"/>
            </a:xfrm>
            <a:custGeom>
              <a:rect b="b" l="l" r="r" t="t"/>
              <a:pathLst>
                <a:path extrusionOk="0" h="126" w="72">
                  <a:moveTo>
                    <a:pt x="0" y="1"/>
                  </a:moveTo>
                  <a:lnTo>
                    <a:pt x="0" y="125"/>
                  </a:lnTo>
                  <a:lnTo>
                    <a:pt x="71" y="125"/>
                  </a:lnTo>
                  <a:lnTo>
                    <a:pt x="7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169"/>
            <p:cNvSpPr/>
            <p:nvPr/>
          </p:nvSpPr>
          <p:spPr>
            <a:xfrm>
              <a:off x="8524793" y="3567673"/>
              <a:ext cx="16541" cy="28949"/>
            </a:xfrm>
            <a:custGeom>
              <a:rect b="b" l="l" r="r" t="t"/>
              <a:pathLst>
                <a:path extrusionOk="0" h="126" w="72">
                  <a:moveTo>
                    <a:pt x="0" y="1"/>
                  </a:moveTo>
                  <a:lnTo>
                    <a:pt x="0" y="126"/>
                  </a:lnTo>
                  <a:lnTo>
                    <a:pt x="72" y="126"/>
                  </a:lnTo>
                  <a:lnTo>
                    <a:pt x="7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169"/>
            <p:cNvSpPr/>
            <p:nvPr/>
          </p:nvSpPr>
          <p:spPr>
            <a:xfrm>
              <a:off x="8305402" y="3606730"/>
              <a:ext cx="16771" cy="28949"/>
            </a:xfrm>
            <a:custGeom>
              <a:rect b="b" l="l" r="r" t="t"/>
              <a:pathLst>
                <a:path extrusionOk="0" h="126" w="73">
                  <a:moveTo>
                    <a:pt x="1" y="0"/>
                  </a:moveTo>
                  <a:lnTo>
                    <a:pt x="1" y="125"/>
                  </a:lnTo>
                  <a:lnTo>
                    <a:pt x="72" y="125"/>
                  </a:lnTo>
                  <a:lnTo>
                    <a:pt x="7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169"/>
            <p:cNvSpPr/>
            <p:nvPr/>
          </p:nvSpPr>
          <p:spPr>
            <a:xfrm>
              <a:off x="8172389" y="3598459"/>
              <a:ext cx="16541" cy="28949"/>
            </a:xfrm>
            <a:custGeom>
              <a:rect b="b" l="l" r="r" t="t"/>
              <a:pathLst>
                <a:path extrusionOk="0" h="126" w="72">
                  <a:moveTo>
                    <a:pt x="0" y="1"/>
                  </a:moveTo>
                  <a:lnTo>
                    <a:pt x="0" y="125"/>
                  </a:lnTo>
                  <a:lnTo>
                    <a:pt x="71" y="125"/>
                  </a:lnTo>
                  <a:lnTo>
                    <a:pt x="7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169"/>
            <p:cNvSpPr/>
            <p:nvPr/>
          </p:nvSpPr>
          <p:spPr>
            <a:xfrm>
              <a:off x="8262443" y="3635448"/>
              <a:ext cx="16541" cy="28949"/>
            </a:xfrm>
            <a:custGeom>
              <a:rect b="b" l="l" r="r" t="t"/>
              <a:pathLst>
                <a:path extrusionOk="0" h="126" w="72">
                  <a:moveTo>
                    <a:pt x="1" y="0"/>
                  </a:moveTo>
                  <a:lnTo>
                    <a:pt x="1" y="125"/>
                  </a:lnTo>
                  <a:lnTo>
                    <a:pt x="72" y="125"/>
                  </a:lnTo>
                  <a:lnTo>
                    <a:pt x="7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169"/>
            <p:cNvSpPr/>
            <p:nvPr/>
          </p:nvSpPr>
          <p:spPr>
            <a:xfrm>
              <a:off x="8119092" y="3602594"/>
              <a:ext cx="16541" cy="31016"/>
            </a:xfrm>
            <a:custGeom>
              <a:rect b="b" l="l" r="r" t="t"/>
              <a:pathLst>
                <a:path extrusionOk="0" h="135" w="72">
                  <a:moveTo>
                    <a:pt x="0" y="0"/>
                  </a:moveTo>
                  <a:lnTo>
                    <a:pt x="0" y="134"/>
                  </a:lnTo>
                  <a:lnTo>
                    <a:pt x="71" y="134"/>
                  </a:lnTo>
                  <a:lnTo>
                    <a:pt x="7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169"/>
            <p:cNvSpPr/>
            <p:nvPr/>
          </p:nvSpPr>
          <p:spPr>
            <a:xfrm>
              <a:off x="8145740" y="3649692"/>
              <a:ext cx="16541" cy="31016"/>
            </a:xfrm>
            <a:custGeom>
              <a:rect b="b" l="l" r="r" t="t"/>
              <a:pathLst>
                <a:path extrusionOk="0" h="135" w="72">
                  <a:moveTo>
                    <a:pt x="0" y="1"/>
                  </a:moveTo>
                  <a:lnTo>
                    <a:pt x="0" y="134"/>
                  </a:lnTo>
                  <a:lnTo>
                    <a:pt x="71" y="134"/>
                  </a:lnTo>
                  <a:lnTo>
                    <a:pt x="7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169"/>
            <p:cNvSpPr/>
            <p:nvPr/>
          </p:nvSpPr>
          <p:spPr>
            <a:xfrm>
              <a:off x="8444848" y="3569741"/>
              <a:ext cx="16541" cy="31016"/>
            </a:xfrm>
            <a:custGeom>
              <a:rect b="b" l="l" r="r" t="t"/>
              <a:pathLst>
                <a:path extrusionOk="0" h="135" w="72">
                  <a:moveTo>
                    <a:pt x="1" y="1"/>
                  </a:moveTo>
                  <a:lnTo>
                    <a:pt x="1" y="134"/>
                  </a:lnTo>
                  <a:lnTo>
                    <a:pt x="72" y="134"/>
                  </a:lnTo>
                  <a:lnTo>
                    <a:pt x="7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169"/>
            <p:cNvSpPr/>
            <p:nvPr/>
          </p:nvSpPr>
          <p:spPr>
            <a:xfrm>
              <a:off x="8385348" y="3635448"/>
              <a:ext cx="33082" cy="63641"/>
            </a:xfrm>
            <a:custGeom>
              <a:rect b="b" l="l" r="r" t="t"/>
              <a:pathLst>
                <a:path extrusionOk="0" h="277" w="144">
                  <a:moveTo>
                    <a:pt x="1" y="0"/>
                  </a:moveTo>
                  <a:lnTo>
                    <a:pt x="1" y="277"/>
                  </a:lnTo>
                  <a:lnTo>
                    <a:pt x="144" y="277"/>
                  </a:lnTo>
                  <a:lnTo>
                    <a:pt x="144"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169"/>
            <p:cNvSpPr/>
            <p:nvPr/>
          </p:nvSpPr>
          <p:spPr>
            <a:xfrm>
              <a:off x="8200875" y="3635448"/>
              <a:ext cx="33082" cy="63641"/>
            </a:xfrm>
            <a:custGeom>
              <a:rect b="b" l="l" r="r" t="t"/>
              <a:pathLst>
                <a:path extrusionOk="0" h="277" w="144">
                  <a:moveTo>
                    <a:pt x="1" y="0"/>
                  </a:moveTo>
                  <a:lnTo>
                    <a:pt x="1" y="277"/>
                  </a:lnTo>
                  <a:lnTo>
                    <a:pt x="144" y="277"/>
                  </a:lnTo>
                  <a:lnTo>
                    <a:pt x="144"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169"/>
            <p:cNvSpPr/>
            <p:nvPr/>
          </p:nvSpPr>
          <p:spPr>
            <a:xfrm>
              <a:off x="8342388" y="3450964"/>
              <a:ext cx="166328" cy="32854"/>
            </a:xfrm>
            <a:custGeom>
              <a:rect b="b" l="l" r="r" t="t"/>
              <a:pathLst>
                <a:path extrusionOk="0" h="143" w="724">
                  <a:moveTo>
                    <a:pt x="143" y="0"/>
                  </a:moveTo>
                  <a:lnTo>
                    <a:pt x="0" y="143"/>
                  </a:lnTo>
                  <a:lnTo>
                    <a:pt x="589" y="143"/>
                  </a:lnTo>
                  <a:lnTo>
                    <a:pt x="72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169"/>
            <p:cNvSpPr/>
            <p:nvPr/>
          </p:nvSpPr>
          <p:spPr>
            <a:xfrm>
              <a:off x="8319875" y="3618906"/>
              <a:ext cx="45258" cy="121308"/>
            </a:xfrm>
            <a:custGeom>
              <a:rect b="b" l="l" r="r" t="t"/>
              <a:pathLst>
                <a:path extrusionOk="0" h="528" w="197">
                  <a:moveTo>
                    <a:pt x="98" y="1"/>
                  </a:moveTo>
                  <a:lnTo>
                    <a:pt x="45" y="259"/>
                  </a:lnTo>
                  <a:lnTo>
                    <a:pt x="0" y="527"/>
                  </a:lnTo>
                  <a:lnTo>
                    <a:pt x="197" y="527"/>
                  </a:lnTo>
                  <a:lnTo>
                    <a:pt x="152" y="259"/>
                  </a:lnTo>
                  <a:lnTo>
                    <a:pt x="9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169"/>
            <p:cNvSpPr/>
            <p:nvPr/>
          </p:nvSpPr>
          <p:spPr>
            <a:xfrm>
              <a:off x="8010430" y="3518508"/>
              <a:ext cx="47325" cy="121078"/>
            </a:xfrm>
            <a:custGeom>
              <a:rect b="b" l="l" r="r" t="t"/>
              <a:pathLst>
                <a:path extrusionOk="0" h="527" w="206">
                  <a:moveTo>
                    <a:pt x="98" y="1"/>
                  </a:moveTo>
                  <a:lnTo>
                    <a:pt x="54" y="268"/>
                  </a:lnTo>
                  <a:lnTo>
                    <a:pt x="0" y="527"/>
                  </a:lnTo>
                  <a:lnTo>
                    <a:pt x="205" y="527"/>
                  </a:lnTo>
                  <a:lnTo>
                    <a:pt x="152" y="268"/>
                  </a:lnTo>
                  <a:lnTo>
                    <a:pt x="9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169"/>
            <p:cNvSpPr/>
            <p:nvPr/>
          </p:nvSpPr>
          <p:spPr>
            <a:xfrm>
              <a:off x="7944728" y="3602594"/>
              <a:ext cx="59731" cy="153932"/>
            </a:xfrm>
            <a:custGeom>
              <a:rect b="b" l="l" r="r" t="t"/>
              <a:pathLst>
                <a:path extrusionOk="0" h="670" w="260">
                  <a:moveTo>
                    <a:pt x="135" y="0"/>
                  </a:moveTo>
                  <a:lnTo>
                    <a:pt x="63" y="330"/>
                  </a:lnTo>
                  <a:lnTo>
                    <a:pt x="1" y="669"/>
                  </a:lnTo>
                  <a:lnTo>
                    <a:pt x="260" y="669"/>
                  </a:lnTo>
                  <a:lnTo>
                    <a:pt x="197" y="330"/>
                  </a:lnTo>
                  <a:lnTo>
                    <a:pt x="13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169"/>
            <p:cNvSpPr/>
            <p:nvPr/>
          </p:nvSpPr>
          <p:spPr>
            <a:xfrm>
              <a:off x="7840201" y="3569741"/>
              <a:ext cx="43420" cy="108901"/>
            </a:xfrm>
            <a:custGeom>
              <a:rect b="b" l="l" r="r" t="t"/>
              <a:pathLst>
                <a:path extrusionOk="0" h="474" w="189">
                  <a:moveTo>
                    <a:pt x="90" y="1"/>
                  </a:moveTo>
                  <a:lnTo>
                    <a:pt x="45" y="233"/>
                  </a:lnTo>
                  <a:lnTo>
                    <a:pt x="1" y="473"/>
                  </a:lnTo>
                  <a:lnTo>
                    <a:pt x="188" y="473"/>
                  </a:lnTo>
                  <a:lnTo>
                    <a:pt x="135" y="233"/>
                  </a:lnTo>
                  <a:lnTo>
                    <a:pt x="9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169"/>
            <p:cNvSpPr/>
            <p:nvPr/>
          </p:nvSpPr>
          <p:spPr>
            <a:xfrm>
              <a:off x="8287024" y="3346431"/>
              <a:ext cx="47325" cy="121078"/>
            </a:xfrm>
            <a:custGeom>
              <a:rect b="b" l="l" r="r" t="t"/>
              <a:pathLst>
                <a:path extrusionOk="0" h="527" w="206">
                  <a:moveTo>
                    <a:pt x="99" y="0"/>
                  </a:moveTo>
                  <a:lnTo>
                    <a:pt x="54" y="268"/>
                  </a:lnTo>
                  <a:lnTo>
                    <a:pt x="1" y="527"/>
                  </a:lnTo>
                  <a:lnTo>
                    <a:pt x="206" y="527"/>
                  </a:lnTo>
                  <a:lnTo>
                    <a:pt x="152" y="268"/>
                  </a:lnTo>
                  <a:lnTo>
                    <a:pt x="9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169"/>
            <p:cNvSpPr/>
            <p:nvPr/>
          </p:nvSpPr>
          <p:spPr>
            <a:xfrm>
              <a:off x="8344456" y="3360675"/>
              <a:ext cx="31014" cy="82250"/>
            </a:xfrm>
            <a:custGeom>
              <a:rect b="b" l="l" r="r" t="t"/>
              <a:pathLst>
                <a:path extrusionOk="0" h="358" w="135">
                  <a:moveTo>
                    <a:pt x="72" y="1"/>
                  </a:moveTo>
                  <a:lnTo>
                    <a:pt x="36" y="179"/>
                  </a:lnTo>
                  <a:lnTo>
                    <a:pt x="0" y="358"/>
                  </a:lnTo>
                  <a:lnTo>
                    <a:pt x="134" y="358"/>
                  </a:lnTo>
                  <a:lnTo>
                    <a:pt x="99" y="179"/>
                  </a:lnTo>
                  <a:lnTo>
                    <a:pt x="72"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169"/>
            <p:cNvSpPr/>
            <p:nvPr/>
          </p:nvSpPr>
          <p:spPr>
            <a:xfrm>
              <a:off x="8903846" y="3426381"/>
              <a:ext cx="240073" cy="383453"/>
            </a:xfrm>
            <a:custGeom>
              <a:rect b="b" l="l" r="r" t="t"/>
              <a:pathLst>
                <a:path extrusionOk="0" h="1669" w="1045">
                  <a:moveTo>
                    <a:pt x="1" y="0"/>
                  </a:moveTo>
                  <a:lnTo>
                    <a:pt x="1" y="1668"/>
                  </a:lnTo>
                  <a:lnTo>
                    <a:pt x="1045" y="1668"/>
                  </a:lnTo>
                  <a:lnTo>
                    <a:pt x="1045"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169"/>
            <p:cNvSpPr/>
            <p:nvPr/>
          </p:nvSpPr>
          <p:spPr>
            <a:xfrm>
              <a:off x="9078210" y="3465208"/>
              <a:ext cx="28947" cy="53532"/>
            </a:xfrm>
            <a:custGeom>
              <a:rect b="b" l="l" r="r" t="t"/>
              <a:pathLst>
                <a:path extrusionOk="0" h="233" w="126">
                  <a:moveTo>
                    <a:pt x="0" y="1"/>
                  </a:moveTo>
                  <a:lnTo>
                    <a:pt x="0" y="233"/>
                  </a:lnTo>
                  <a:lnTo>
                    <a:pt x="125" y="233"/>
                  </a:lnTo>
                  <a:lnTo>
                    <a:pt x="12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169"/>
            <p:cNvSpPr/>
            <p:nvPr/>
          </p:nvSpPr>
          <p:spPr>
            <a:xfrm>
              <a:off x="9012508" y="3518508"/>
              <a:ext cx="28947" cy="53532"/>
            </a:xfrm>
            <a:custGeom>
              <a:rect b="b" l="l" r="r" t="t"/>
              <a:pathLst>
                <a:path extrusionOk="0" h="233" w="126">
                  <a:moveTo>
                    <a:pt x="1" y="1"/>
                  </a:moveTo>
                  <a:lnTo>
                    <a:pt x="1" y="233"/>
                  </a:lnTo>
                  <a:lnTo>
                    <a:pt x="126" y="233"/>
                  </a:lnTo>
                  <a:lnTo>
                    <a:pt x="12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169"/>
            <p:cNvSpPr/>
            <p:nvPr/>
          </p:nvSpPr>
          <p:spPr>
            <a:xfrm>
              <a:off x="8947035" y="3479682"/>
              <a:ext cx="28947" cy="53532"/>
            </a:xfrm>
            <a:custGeom>
              <a:rect b="b" l="l" r="r" t="t"/>
              <a:pathLst>
                <a:path extrusionOk="0" h="233" w="126">
                  <a:moveTo>
                    <a:pt x="0" y="0"/>
                  </a:moveTo>
                  <a:lnTo>
                    <a:pt x="0" y="232"/>
                  </a:lnTo>
                  <a:lnTo>
                    <a:pt x="125" y="232"/>
                  </a:lnTo>
                  <a:lnTo>
                    <a:pt x="12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169"/>
            <p:cNvSpPr/>
            <p:nvPr/>
          </p:nvSpPr>
          <p:spPr>
            <a:xfrm>
              <a:off x="9090386" y="3580080"/>
              <a:ext cx="28947" cy="53532"/>
            </a:xfrm>
            <a:custGeom>
              <a:rect b="b" l="l" r="r" t="t"/>
              <a:pathLst>
                <a:path extrusionOk="0" h="233" w="126">
                  <a:moveTo>
                    <a:pt x="1" y="0"/>
                  </a:moveTo>
                  <a:lnTo>
                    <a:pt x="1" y="232"/>
                  </a:lnTo>
                  <a:lnTo>
                    <a:pt x="126" y="232"/>
                  </a:lnTo>
                  <a:lnTo>
                    <a:pt x="12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169"/>
            <p:cNvSpPr/>
            <p:nvPr/>
          </p:nvSpPr>
          <p:spPr>
            <a:xfrm>
              <a:off x="8955076" y="3594324"/>
              <a:ext cx="31014" cy="53532"/>
            </a:xfrm>
            <a:custGeom>
              <a:rect b="b" l="l" r="r" t="t"/>
              <a:pathLst>
                <a:path extrusionOk="0" h="233" w="135">
                  <a:moveTo>
                    <a:pt x="1" y="1"/>
                  </a:moveTo>
                  <a:lnTo>
                    <a:pt x="1" y="233"/>
                  </a:lnTo>
                  <a:lnTo>
                    <a:pt x="135" y="233"/>
                  </a:lnTo>
                  <a:lnTo>
                    <a:pt x="13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169"/>
            <p:cNvSpPr/>
            <p:nvPr/>
          </p:nvSpPr>
          <p:spPr>
            <a:xfrm>
              <a:off x="9008373" y="3684613"/>
              <a:ext cx="59731" cy="114875"/>
            </a:xfrm>
            <a:custGeom>
              <a:rect b="b" l="l" r="r" t="t"/>
              <a:pathLst>
                <a:path extrusionOk="0" h="500" w="260">
                  <a:moveTo>
                    <a:pt x="1" y="0"/>
                  </a:moveTo>
                  <a:lnTo>
                    <a:pt x="1" y="500"/>
                  </a:lnTo>
                  <a:lnTo>
                    <a:pt x="260" y="500"/>
                  </a:lnTo>
                  <a:lnTo>
                    <a:pt x="26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169"/>
            <p:cNvSpPr/>
            <p:nvPr/>
          </p:nvSpPr>
          <p:spPr>
            <a:xfrm>
              <a:off x="8875130" y="3368945"/>
              <a:ext cx="268790" cy="57667"/>
            </a:xfrm>
            <a:custGeom>
              <a:rect b="b" l="l" r="r" t="t"/>
              <a:pathLst>
                <a:path extrusionOk="0" h="251" w="1170">
                  <a:moveTo>
                    <a:pt x="251" y="0"/>
                  </a:moveTo>
                  <a:lnTo>
                    <a:pt x="1" y="250"/>
                  </a:lnTo>
                  <a:lnTo>
                    <a:pt x="1170" y="250"/>
                  </a:lnTo>
                  <a:lnTo>
                    <a:pt x="11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169"/>
            <p:cNvSpPr/>
            <p:nvPr/>
          </p:nvSpPr>
          <p:spPr>
            <a:xfrm>
              <a:off x="9039157" y="3739751"/>
              <a:ext cx="104759" cy="63871"/>
            </a:xfrm>
            <a:custGeom>
              <a:rect b="b" l="l" r="r" t="t"/>
              <a:pathLst>
                <a:path extrusionOk="0" h="278" w="456">
                  <a:moveTo>
                    <a:pt x="437" y="0"/>
                  </a:moveTo>
                  <a:cubicBezTo>
                    <a:pt x="403" y="0"/>
                    <a:pt x="331" y="10"/>
                    <a:pt x="304" y="90"/>
                  </a:cubicBezTo>
                  <a:cubicBezTo>
                    <a:pt x="304" y="90"/>
                    <a:pt x="293" y="87"/>
                    <a:pt x="277" y="87"/>
                  </a:cubicBezTo>
                  <a:cubicBezTo>
                    <a:pt x="254" y="87"/>
                    <a:pt x="222" y="94"/>
                    <a:pt x="206" y="126"/>
                  </a:cubicBezTo>
                  <a:cubicBezTo>
                    <a:pt x="206" y="126"/>
                    <a:pt x="173" y="112"/>
                    <a:pt x="132" y="112"/>
                  </a:cubicBezTo>
                  <a:cubicBezTo>
                    <a:pt x="86" y="112"/>
                    <a:pt x="29" y="130"/>
                    <a:pt x="1" y="206"/>
                  </a:cubicBezTo>
                  <a:lnTo>
                    <a:pt x="456" y="278"/>
                  </a:lnTo>
                  <a:lnTo>
                    <a:pt x="456" y="1"/>
                  </a:lnTo>
                  <a:cubicBezTo>
                    <a:pt x="456" y="1"/>
                    <a:pt x="448" y="0"/>
                    <a:pt x="437"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169"/>
            <p:cNvSpPr/>
            <p:nvPr/>
          </p:nvSpPr>
          <p:spPr>
            <a:xfrm>
              <a:off x="7852606" y="3694262"/>
              <a:ext cx="104759" cy="64330"/>
            </a:xfrm>
            <a:custGeom>
              <a:rect b="b" l="l" r="r" t="t"/>
              <a:pathLst>
                <a:path extrusionOk="0" h="280" w="456">
                  <a:moveTo>
                    <a:pt x="427" y="0"/>
                  </a:moveTo>
                  <a:cubicBezTo>
                    <a:pt x="390" y="0"/>
                    <a:pt x="328" y="13"/>
                    <a:pt x="304" y="92"/>
                  </a:cubicBezTo>
                  <a:cubicBezTo>
                    <a:pt x="304" y="92"/>
                    <a:pt x="288" y="86"/>
                    <a:pt x="269" y="86"/>
                  </a:cubicBezTo>
                  <a:cubicBezTo>
                    <a:pt x="247" y="86"/>
                    <a:pt x="220" y="94"/>
                    <a:pt x="206" y="128"/>
                  </a:cubicBezTo>
                  <a:cubicBezTo>
                    <a:pt x="206" y="128"/>
                    <a:pt x="173" y="114"/>
                    <a:pt x="132" y="114"/>
                  </a:cubicBezTo>
                  <a:cubicBezTo>
                    <a:pt x="85" y="114"/>
                    <a:pt x="29" y="132"/>
                    <a:pt x="0" y="208"/>
                  </a:cubicBezTo>
                  <a:lnTo>
                    <a:pt x="455" y="279"/>
                  </a:lnTo>
                  <a:lnTo>
                    <a:pt x="455" y="3"/>
                  </a:lnTo>
                  <a:cubicBezTo>
                    <a:pt x="455" y="3"/>
                    <a:pt x="444" y="0"/>
                    <a:pt x="427"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169"/>
            <p:cNvSpPr/>
            <p:nvPr/>
          </p:nvSpPr>
          <p:spPr>
            <a:xfrm>
              <a:off x="8879265" y="3674274"/>
              <a:ext cx="47325" cy="121078"/>
            </a:xfrm>
            <a:custGeom>
              <a:rect b="b" l="l" r="r" t="t"/>
              <a:pathLst>
                <a:path extrusionOk="0" h="527" w="206">
                  <a:moveTo>
                    <a:pt x="99" y="1"/>
                  </a:moveTo>
                  <a:lnTo>
                    <a:pt x="54" y="259"/>
                  </a:lnTo>
                  <a:lnTo>
                    <a:pt x="1" y="527"/>
                  </a:lnTo>
                  <a:lnTo>
                    <a:pt x="206" y="527"/>
                  </a:lnTo>
                  <a:lnTo>
                    <a:pt x="152" y="259"/>
                  </a:lnTo>
                  <a:lnTo>
                    <a:pt x="9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169"/>
            <p:cNvSpPr/>
            <p:nvPr/>
          </p:nvSpPr>
          <p:spPr>
            <a:xfrm>
              <a:off x="9112900" y="2819629"/>
              <a:ext cx="31014" cy="160136"/>
            </a:xfrm>
            <a:custGeom>
              <a:rect b="b" l="l" r="r" t="t"/>
              <a:pathLst>
                <a:path extrusionOk="0" h="697" w="135">
                  <a:moveTo>
                    <a:pt x="135" y="1"/>
                  </a:moveTo>
                  <a:lnTo>
                    <a:pt x="72" y="349"/>
                  </a:lnTo>
                  <a:lnTo>
                    <a:pt x="1" y="696"/>
                  </a:lnTo>
                  <a:lnTo>
                    <a:pt x="135" y="696"/>
                  </a:lnTo>
                  <a:lnTo>
                    <a:pt x="135"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169"/>
            <p:cNvSpPr/>
            <p:nvPr/>
          </p:nvSpPr>
          <p:spPr>
            <a:xfrm>
              <a:off x="7639418" y="3660030"/>
              <a:ext cx="252249" cy="192760"/>
            </a:xfrm>
            <a:custGeom>
              <a:rect b="b" l="l" r="r" t="t"/>
              <a:pathLst>
                <a:path extrusionOk="0" h="839" w="1098">
                  <a:moveTo>
                    <a:pt x="429" y="0"/>
                  </a:moveTo>
                  <a:lnTo>
                    <a:pt x="1" y="491"/>
                  </a:lnTo>
                  <a:lnTo>
                    <a:pt x="991" y="839"/>
                  </a:lnTo>
                  <a:lnTo>
                    <a:pt x="1098" y="366"/>
                  </a:lnTo>
                  <a:lnTo>
                    <a:pt x="42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169"/>
            <p:cNvSpPr/>
            <p:nvPr/>
          </p:nvSpPr>
          <p:spPr>
            <a:xfrm>
              <a:off x="7866849" y="3725507"/>
              <a:ext cx="520809" cy="127282"/>
            </a:xfrm>
            <a:custGeom>
              <a:rect b="b" l="l" r="r" t="t"/>
              <a:pathLst>
                <a:path extrusionOk="0" h="554" w="2267">
                  <a:moveTo>
                    <a:pt x="2267" y="1"/>
                  </a:moveTo>
                  <a:lnTo>
                    <a:pt x="108" y="81"/>
                  </a:lnTo>
                  <a:lnTo>
                    <a:pt x="1" y="554"/>
                  </a:lnTo>
                  <a:lnTo>
                    <a:pt x="1589" y="491"/>
                  </a:lnTo>
                  <a:lnTo>
                    <a:pt x="2267"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169"/>
            <p:cNvSpPr/>
            <p:nvPr/>
          </p:nvSpPr>
          <p:spPr>
            <a:xfrm>
              <a:off x="7350419" y="3725507"/>
              <a:ext cx="1793541" cy="197125"/>
            </a:xfrm>
            <a:custGeom>
              <a:rect b="b" l="l" r="r" t="t"/>
              <a:pathLst>
                <a:path extrusionOk="0" h="858" w="7807">
                  <a:moveTo>
                    <a:pt x="4515" y="1"/>
                  </a:moveTo>
                  <a:lnTo>
                    <a:pt x="3837" y="491"/>
                  </a:lnTo>
                  <a:lnTo>
                    <a:pt x="2249" y="554"/>
                  </a:lnTo>
                  <a:lnTo>
                    <a:pt x="1259" y="206"/>
                  </a:lnTo>
                  <a:lnTo>
                    <a:pt x="384" y="366"/>
                  </a:lnTo>
                  <a:lnTo>
                    <a:pt x="1" y="857"/>
                  </a:lnTo>
                  <a:lnTo>
                    <a:pt x="7807" y="857"/>
                  </a:lnTo>
                  <a:lnTo>
                    <a:pt x="7807" y="554"/>
                  </a:lnTo>
                  <a:lnTo>
                    <a:pt x="7807" y="304"/>
                  </a:lnTo>
                  <a:lnTo>
                    <a:pt x="5898" y="152"/>
                  </a:lnTo>
                  <a:lnTo>
                    <a:pt x="451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169"/>
            <p:cNvSpPr/>
            <p:nvPr/>
          </p:nvSpPr>
          <p:spPr>
            <a:xfrm>
              <a:off x="8684685" y="3659801"/>
              <a:ext cx="57663" cy="18839"/>
            </a:xfrm>
            <a:custGeom>
              <a:rect b="b" l="l" r="r" t="t"/>
              <a:pathLst>
                <a:path extrusionOk="0" h="82" w="251">
                  <a:moveTo>
                    <a:pt x="143" y="0"/>
                  </a:moveTo>
                  <a:cubicBezTo>
                    <a:pt x="100" y="0"/>
                    <a:pt x="48" y="19"/>
                    <a:pt x="0" y="81"/>
                  </a:cubicBezTo>
                  <a:lnTo>
                    <a:pt x="250" y="81"/>
                  </a:lnTo>
                  <a:lnTo>
                    <a:pt x="250" y="37"/>
                  </a:lnTo>
                  <a:cubicBezTo>
                    <a:pt x="250" y="37"/>
                    <a:pt x="204" y="0"/>
                    <a:pt x="143"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169"/>
            <p:cNvSpPr/>
            <p:nvPr/>
          </p:nvSpPr>
          <p:spPr>
            <a:xfrm>
              <a:off x="8498145" y="3645556"/>
              <a:ext cx="145652" cy="33084"/>
            </a:xfrm>
            <a:custGeom>
              <a:rect b="b" l="l" r="r" t="t"/>
              <a:pathLst>
                <a:path extrusionOk="0" h="144" w="634">
                  <a:moveTo>
                    <a:pt x="313" y="1"/>
                  </a:moveTo>
                  <a:cubicBezTo>
                    <a:pt x="197" y="1"/>
                    <a:pt x="152" y="81"/>
                    <a:pt x="152" y="81"/>
                  </a:cubicBezTo>
                  <a:cubicBezTo>
                    <a:pt x="152" y="81"/>
                    <a:pt x="136" y="77"/>
                    <a:pt x="114" y="77"/>
                  </a:cubicBezTo>
                  <a:cubicBezTo>
                    <a:pt x="76" y="77"/>
                    <a:pt x="23" y="88"/>
                    <a:pt x="0" y="143"/>
                  </a:cubicBezTo>
                  <a:lnTo>
                    <a:pt x="634" y="143"/>
                  </a:lnTo>
                  <a:cubicBezTo>
                    <a:pt x="634" y="143"/>
                    <a:pt x="607" y="94"/>
                    <a:pt x="548" y="94"/>
                  </a:cubicBezTo>
                  <a:cubicBezTo>
                    <a:pt x="531" y="94"/>
                    <a:pt x="512" y="98"/>
                    <a:pt x="491" y="108"/>
                  </a:cubicBezTo>
                  <a:cubicBezTo>
                    <a:pt x="491" y="108"/>
                    <a:pt x="438" y="1"/>
                    <a:pt x="313"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169"/>
            <p:cNvSpPr/>
            <p:nvPr/>
          </p:nvSpPr>
          <p:spPr>
            <a:xfrm>
              <a:off x="8016633" y="3666004"/>
              <a:ext cx="147720" cy="33084"/>
            </a:xfrm>
            <a:custGeom>
              <a:rect b="b" l="l" r="r" t="t"/>
              <a:pathLst>
                <a:path extrusionOk="0" h="144" w="643">
                  <a:moveTo>
                    <a:pt x="321" y="1"/>
                  </a:moveTo>
                  <a:cubicBezTo>
                    <a:pt x="205" y="1"/>
                    <a:pt x="161" y="81"/>
                    <a:pt x="161" y="81"/>
                  </a:cubicBezTo>
                  <a:cubicBezTo>
                    <a:pt x="161" y="81"/>
                    <a:pt x="144" y="77"/>
                    <a:pt x="122" y="77"/>
                  </a:cubicBezTo>
                  <a:cubicBezTo>
                    <a:pt x="84" y="77"/>
                    <a:pt x="28" y="88"/>
                    <a:pt x="0" y="144"/>
                  </a:cubicBezTo>
                  <a:lnTo>
                    <a:pt x="642" y="144"/>
                  </a:lnTo>
                  <a:cubicBezTo>
                    <a:pt x="642" y="144"/>
                    <a:pt x="615" y="95"/>
                    <a:pt x="556" y="95"/>
                  </a:cubicBezTo>
                  <a:cubicBezTo>
                    <a:pt x="540" y="95"/>
                    <a:pt x="521" y="98"/>
                    <a:pt x="500" y="108"/>
                  </a:cubicBezTo>
                  <a:cubicBezTo>
                    <a:pt x="500" y="108"/>
                    <a:pt x="437" y="1"/>
                    <a:pt x="32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169"/>
            <p:cNvSpPr/>
            <p:nvPr/>
          </p:nvSpPr>
          <p:spPr>
            <a:xfrm>
              <a:off x="8424402" y="3672207"/>
              <a:ext cx="123138" cy="26881"/>
            </a:xfrm>
            <a:custGeom>
              <a:rect b="b" l="l" r="r" t="t"/>
              <a:pathLst>
                <a:path extrusionOk="0" h="117" w="536">
                  <a:moveTo>
                    <a:pt x="268" y="1"/>
                  </a:moveTo>
                  <a:cubicBezTo>
                    <a:pt x="161" y="1"/>
                    <a:pt x="125" y="72"/>
                    <a:pt x="125" y="72"/>
                  </a:cubicBezTo>
                  <a:cubicBezTo>
                    <a:pt x="125" y="72"/>
                    <a:pt x="107" y="67"/>
                    <a:pt x="85" y="67"/>
                  </a:cubicBezTo>
                  <a:cubicBezTo>
                    <a:pt x="54" y="67"/>
                    <a:pt x="16" y="76"/>
                    <a:pt x="0" y="117"/>
                  </a:cubicBezTo>
                  <a:lnTo>
                    <a:pt x="536" y="117"/>
                  </a:lnTo>
                  <a:cubicBezTo>
                    <a:pt x="536" y="117"/>
                    <a:pt x="505" y="74"/>
                    <a:pt x="450" y="74"/>
                  </a:cubicBezTo>
                  <a:cubicBezTo>
                    <a:pt x="438" y="74"/>
                    <a:pt x="425" y="76"/>
                    <a:pt x="411" y="81"/>
                  </a:cubicBezTo>
                  <a:cubicBezTo>
                    <a:pt x="411" y="81"/>
                    <a:pt x="366" y="1"/>
                    <a:pt x="26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169"/>
            <p:cNvSpPr/>
            <p:nvPr/>
          </p:nvSpPr>
          <p:spPr>
            <a:xfrm>
              <a:off x="7440702" y="3725507"/>
              <a:ext cx="1703255" cy="164271"/>
            </a:xfrm>
            <a:custGeom>
              <a:rect b="b" l="l" r="r" t="t"/>
              <a:pathLst>
                <a:path extrusionOk="0" h="715" w="7414">
                  <a:moveTo>
                    <a:pt x="4122" y="1"/>
                  </a:moveTo>
                  <a:lnTo>
                    <a:pt x="3444" y="491"/>
                  </a:lnTo>
                  <a:lnTo>
                    <a:pt x="1856" y="554"/>
                  </a:lnTo>
                  <a:lnTo>
                    <a:pt x="866" y="206"/>
                  </a:lnTo>
                  <a:lnTo>
                    <a:pt x="0" y="366"/>
                  </a:lnTo>
                  <a:cubicBezTo>
                    <a:pt x="9" y="366"/>
                    <a:pt x="45" y="375"/>
                    <a:pt x="161" y="429"/>
                  </a:cubicBezTo>
                  <a:cubicBezTo>
                    <a:pt x="312" y="509"/>
                    <a:pt x="402" y="509"/>
                    <a:pt x="402" y="509"/>
                  </a:cubicBezTo>
                  <a:lnTo>
                    <a:pt x="580" y="429"/>
                  </a:lnTo>
                  <a:cubicBezTo>
                    <a:pt x="580" y="429"/>
                    <a:pt x="509" y="402"/>
                    <a:pt x="678" y="402"/>
                  </a:cubicBezTo>
                  <a:cubicBezTo>
                    <a:pt x="848" y="402"/>
                    <a:pt x="928" y="393"/>
                    <a:pt x="928" y="393"/>
                  </a:cubicBezTo>
                  <a:lnTo>
                    <a:pt x="1106" y="482"/>
                  </a:lnTo>
                  <a:lnTo>
                    <a:pt x="1249" y="482"/>
                  </a:lnTo>
                  <a:cubicBezTo>
                    <a:pt x="1249" y="482"/>
                    <a:pt x="1338" y="491"/>
                    <a:pt x="1419" y="554"/>
                  </a:cubicBezTo>
                  <a:cubicBezTo>
                    <a:pt x="1499" y="607"/>
                    <a:pt x="1588" y="670"/>
                    <a:pt x="1588" y="670"/>
                  </a:cubicBezTo>
                  <a:lnTo>
                    <a:pt x="2123" y="714"/>
                  </a:lnTo>
                  <a:lnTo>
                    <a:pt x="3355" y="714"/>
                  </a:lnTo>
                  <a:lnTo>
                    <a:pt x="3649" y="670"/>
                  </a:lnTo>
                  <a:cubicBezTo>
                    <a:pt x="3649" y="670"/>
                    <a:pt x="3702" y="616"/>
                    <a:pt x="3836" y="536"/>
                  </a:cubicBezTo>
                  <a:cubicBezTo>
                    <a:pt x="3970" y="465"/>
                    <a:pt x="4086" y="366"/>
                    <a:pt x="4086" y="366"/>
                  </a:cubicBezTo>
                  <a:lnTo>
                    <a:pt x="4282" y="250"/>
                  </a:lnTo>
                  <a:cubicBezTo>
                    <a:pt x="4282" y="250"/>
                    <a:pt x="4479" y="259"/>
                    <a:pt x="4702" y="295"/>
                  </a:cubicBezTo>
                  <a:cubicBezTo>
                    <a:pt x="4925" y="331"/>
                    <a:pt x="4996" y="340"/>
                    <a:pt x="4996" y="340"/>
                  </a:cubicBezTo>
                  <a:cubicBezTo>
                    <a:pt x="4996" y="340"/>
                    <a:pt x="4916" y="393"/>
                    <a:pt x="5326" y="429"/>
                  </a:cubicBezTo>
                  <a:cubicBezTo>
                    <a:pt x="5466" y="441"/>
                    <a:pt x="5571" y="445"/>
                    <a:pt x="5649" y="445"/>
                  </a:cubicBezTo>
                  <a:cubicBezTo>
                    <a:pt x="5805" y="445"/>
                    <a:pt x="5852" y="429"/>
                    <a:pt x="5852" y="429"/>
                  </a:cubicBezTo>
                  <a:cubicBezTo>
                    <a:pt x="5852" y="429"/>
                    <a:pt x="5913" y="338"/>
                    <a:pt x="5965" y="338"/>
                  </a:cubicBezTo>
                  <a:cubicBezTo>
                    <a:pt x="5969" y="338"/>
                    <a:pt x="5973" y="338"/>
                    <a:pt x="5977" y="340"/>
                  </a:cubicBezTo>
                  <a:cubicBezTo>
                    <a:pt x="6031" y="358"/>
                    <a:pt x="6263" y="482"/>
                    <a:pt x="6361" y="482"/>
                  </a:cubicBezTo>
                  <a:cubicBezTo>
                    <a:pt x="6397" y="479"/>
                    <a:pt x="6429" y="478"/>
                    <a:pt x="6457" y="478"/>
                  </a:cubicBezTo>
                  <a:cubicBezTo>
                    <a:pt x="6513" y="478"/>
                    <a:pt x="6548" y="482"/>
                    <a:pt x="6548" y="482"/>
                  </a:cubicBezTo>
                  <a:lnTo>
                    <a:pt x="7191" y="554"/>
                  </a:lnTo>
                  <a:lnTo>
                    <a:pt x="7414" y="482"/>
                  </a:lnTo>
                  <a:lnTo>
                    <a:pt x="7414" y="304"/>
                  </a:lnTo>
                  <a:lnTo>
                    <a:pt x="5505" y="152"/>
                  </a:lnTo>
                  <a:lnTo>
                    <a:pt x="412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169"/>
            <p:cNvSpPr/>
            <p:nvPr/>
          </p:nvSpPr>
          <p:spPr>
            <a:xfrm>
              <a:off x="8356632" y="3869097"/>
              <a:ext cx="453267" cy="53532"/>
            </a:xfrm>
            <a:custGeom>
              <a:rect b="b" l="l" r="r" t="t"/>
              <a:pathLst>
                <a:path extrusionOk="0" h="233" w="1973">
                  <a:moveTo>
                    <a:pt x="670" y="0"/>
                  </a:moveTo>
                  <a:cubicBezTo>
                    <a:pt x="670" y="0"/>
                    <a:pt x="634" y="0"/>
                    <a:pt x="590" y="9"/>
                  </a:cubicBezTo>
                  <a:cubicBezTo>
                    <a:pt x="554" y="18"/>
                    <a:pt x="385" y="89"/>
                    <a:pt x="385" y="89"/>
                  </a:cubicBezTo>
                  <a:cubicBezTo>
                    <a:pt x="385" y="89"/>
                    <a:pt x="331" y="116"/>
                    <a:pt x="233" y="125"/>
                  </a:cubicBezTo>
                  <a:cubicBezTo>
                    <a:pt x="144" y="134"/>
                    <a:pt x="28" y="223"/>
                    <a:pt x="1" y="232"/>
                  </a:cubicBezTo>
                  <a:lnTo>
                    <a:pt x="1972" y="232"/>
                  </a:lnTo>
                  <a:cubicBezTo>
                    <a:pt x="1928" y="232"/>
                    <a:pt x="1812" y="179"/>
                    <a:pt x="1812" y="179"/>
                  </a:cubicBezTo>
                  <a:cubicBezTo>
                    <a:pt x="1812" y="179"/>
                    <a:pt x="1776" y="170"/>
                    <a:pt x="1678" y="116"/>
                  </a:cubicBezTo>
                  <a:cubicBezTo>
                    <a:pt x="1648" y="101"/>
                    <a:pt x="1606" y="96"/>
                    <a:pt x="1562" y="96"/>
                  </a:cubicBezTo>
                  <a:cubicBezTo>
                    <a:pt x="1475" y="96"/>
                    <a:pt x="1384" y="116"/>
                    <a:pt x="1384" y="116"/>
                  </a:cubicBezTo>
                  <a:cubicBezTo>
                    <a:pt x="1384" y="116"/>
                    <a:pt x="1340" y="120"/>
                    <a:pt x="1277" y="120"/>
                  </a:cubicBezTo>
                  <a:cubicBezTo>
                    <a:pt x="1245" y="120"/>
                    <a:pt x="1208" y="119"/>
                    <a:pt x="1170" y="116"/>
                  </a:cubicBezTo>
                  <a:cubicBezTo>
                    <a:pt x="1063" y="107"/>
                    <a:pt x="1098" y="98"/>
                    <a:pt x="902" y="89"/>
                  </a:cubicBezTo>
                  <a:cubicBezTo>
                    <a:pt x="706" y="80"/>
                    <a:pt x="670" y="0"/>
                    <a:pt x="670" y="0"/>
                  </a:cubicBez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169"/>
            <p:cNvSpPr/>
            <p:nvPr/>
          </p:nvSpPr>
          <p:spPr>
            <a:xfrm>
              <a:off x="8809657" y="3888625"/>
              <a:ext cx="334264" cy="34003"/>
            </a:xfrm>
            <a:custGeom>
              <a:rect b="b" l="l" r="r" t="t"/>
              <a:pathLst>
                <a:path extrusionOk="0" h="148" w="1455">
                  <a:moveTo>
                    <a:pt x="716" y="0"/>
                  </a:moveTo>
                  <a:cubicBezTo>
                    <a:pt x="681" y="0"/>
                    <a:pt x="705" y="4"/>
                    <a:pt x="705" y="4"/>
                  </a:cubicBezTo>
                  <a:lnTo>
                    <a:pt x="589" y="4"/>
                  </a:lnTo>
                  <a:cubicBezTo>
                    <a:pt x="589" y="4"/>
                    <a:pt x="45" y="147"/>
                    <a:pt x="0" y="147"/>
                  </a:cubicBezTo>
                  <a:lnTo>
                    <a:pt x="1455" y="147"/>
                  </a:lnTo>
                  <a:lnTo>
                    <a:pt x="1455" y="31"/>
                  </a:lnTo>
                  <a:lnTo>
                    <a:pt x="1312" y="31"/>
                  </a:lnTo>
                  <a:cubicBezTo>
                    <a:pt x="1296" y="34"/>
                    <a:pt x="1277" y="35"/>
                    <a:pt x="1259" y="35"/>
                  </a:cubicBezTo>
                  <a:cubicBezTo>
                    <a:pt x="1165" y="35"/>
                    <a:pt x="1053" y="4"/>
                    <a:pt x="1053" y="4"/>
                  </a:cubicBezTo>
                  <a:cubicBezTo>
                    <a:pt x="1053" y="4"/>
                    <a:pt x="1029" y="8"/>
                    <a:pt x="961" y="8"/>
                  </a:cubicBezTo>
                  <a:cubicBezTo>
                    <a:pt x="926" y="8"/>
                    <a:pt x="881" y="7"/>
                    <a:pt x="821" y="4"/>
                  </a:cubicBezTo>
                  <a:cubicBezTo>
                    <a:pt x="765" y="1"/>
                    <a:pt x="733" y="0"/>
                    <a:pt x="716" y="0"/>
                  </a:cubicBez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169"/>
            <p:cNvSpPr/>
            <p:nvPr/>
          </p:nvSpPr>
          <p:spPr>
            <a:xfrm>
              <a:off x="6844326" y="1852179"/>
              <a:ext cx="1190946" cy="174610"/>
            </a:xfrm>
            <a:custGeom>
              <a:rect b="b" l="l" r="r" t="t"/>
              <a:pathLst>
                <a:path extrusionOk="0" h="760" w="5184">
                  <a:moveTo>
                    <a:pt x="2650" y="1"/>
                  </a:moveTo>
                  <a:cubicBezTo>
                    <a:pt x="2070" y="1"/>
                    <a:pt x="1767" y="376"/>
                    <a:pt x="1767" y="376"/>
                  </a:cubicBezTo>
                  <a:cubicBezTo>
                    <a:pt x="1701" y="352"/>
                    <a:pt x="1641" y="342"/>
                    <a:pt x="1587" y="342"/>
                  </a:cubicBezTo>
                  <a:cubicBezTo>
                    <a:pt x="1358" y="342"/>
                    <a:pt x="1240" y="518"/>
                    <a:pt x="1240" y="518"/>
                  </a:cubicBezTo>
                  <a:cubicBezTo>
                    <a:pt x="1069" y="450"/>
                    <a:pt x="914" y="423"/>
                    <a:pt x="775" y="423"/>
                  </a:cubicBezTo>
                  <a:cubicBezTo>
                    <a:pt x="282" y="423"/>
                    <a:pt x="0" y="759"/>
                    <a:pt x="0" y="759"/>
                  </a:cubicBezTo>
                  <a:lnTo>
                    <a:pt x="5183" y="759"/>
                  </a:lnTo>
                  <a:cubicBezTo>
                    <a:pt x="5002" y="491"/>
                    <a:pt x="4743" y="422"/>
                    <a:pt x="4524" y="422"/>
                  </a:cubicBezTo>
                  <a:cubicBezTo>
                    <a:pt x="4291" y="422"/>
                    <a:pt x="4104" y="500"/>
                    <a:pt x="4104" y="500"/>
                  </a:cubicBezTo>
                  <a:cubicBezTo>
                    <a:pt x="3997" y="383"/>
                    <a:pt x="3876" y="348"/>
                    <a:pt x="3767" y="348"/>
                  </a:cubicBezTo>
                  <a:cubicBezTo>
                    <a:pt x="3603" y="348"/>
                    <a:pt x="3470" y="429"/>
                    <a:pt x="3470" y="429"/>
                  </a:cubicBezTo>
                  <a:cubicBezTo>
                    <a:pt x="3470" y="429"/>
                    <a:pt x="3239" y="1"/>
                    <a:pt x="2650" y="1"/>
                  </a:cubicBezTo>
                  <a:close/>
                </a:path>
              </a:pathLst>
            </a:custGeom>
            <a:solidFill>
              <a:srgbClr val="6BC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09" name="Google Shape;10909;p169"/>
          <p:cNvSpPr/>
          <p:nvPr/>
        </p:nvSpPr>
        <p:spPr>
          <a:xfrm>
            <a:off x="-782526" y="627749"/>
            <a:ext cx="3564955" cy="3010780"/>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10" name="Google Shape;10910;p169"/>
          <p:cNvGrpSpPr/>
          <p:nvPr/>
        </p:nvGrpSpPr>
        <p:grpSpPr>
          <a:xfrm>
            <a:off x="-76302" y="1381098"/>
            <a:ext cx="3312319" cy="2537760"/>
            <a:chOff x="-102" y="1381098"/>
            <a:chExt cx="3312319" cy="2537760"/>
          </a:xfrm>
        </p:grpSpPr>
        <p:sp>
          <p:nvSpPr>
            <p:cNvPr id="10911" name="Google Shape;10911;p169"/>
            <p:cNvSpPr/>
            <p:nvPr/>
          </p:nvSpPr>
          <p:spPr>
            <a:xfrm>
              <a:off x="-102" y="1381098"/>
              <a:ext cx="2150090" cy="2042707"/>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169"/>
            <p:cNvSpPr/>
            <p:nvPr/>
          </p:nvSpPr>
          <p:spPr>
            <a:xfrm>
              <a:off x="-102" y="1813705"/>
              <a:ext cx="2596924" cy="1869476"/>
            </a:xfrm>
            <a:custGeom>
              <a:rect b="b" l="l" r="r" t="t"/>
              <a:pathLst>
                <a:path extrusionOk="0" h="8137" w="11304">
                  <a:moveTo>
                    <a:pt x="1" y="0"/>
                  </a:moveTo>
                  <a:lnTo>
                    <a:pt x="1" y="8136"/>
                  </a:lnTo>
                  <a:lnTo>
                    <a:pt x="3534" y="7860"/>
                  </a:lnTo>
                  <a:lnTo>
                    <a:pt x="6076" y="7583"/>
                  </a:lnTo>
                  <a:lnTo>
                    <a:pt x="10064" y="7735"/>
                  </a:lnTo>
                  <a:lnTo>
                    <a:pt x="11304" y="7057"/>
                  </a:lnTo>
                  <a:lnTo>
                    <a:pt x="8619" y="6120"/>
                  </a:lnTo>
                  <a:lnTo>
                    <a:pt x="7512" y="5433"/>
                  </a:lnTo>
                  <a:lnTo>
                    <a:pt x="5612" y="4693"/>
                  </a:lnTo>
                  <a:lnTo>
                    <a:pt x="4470" y="3042"/>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169"/>
            <p:cNvSpPr/>
            <p:nvPr/>
          </p:nvSpPr>
          <p:spPr>
            <a:xfrm>
              <a:off x="903881" y="3061901"/>
              <a:ext cx="1076079" cy="264442"/>
            </a:xfrm>
            <a:custGeom>
              <a:rect b="b" l="l" r="r" t="t"/>
              <a:pathLst>
                <a:path extrusionOk="0" h="1151" w="4684">
                  <a:moveTo>
                    <a:pt x="3577" y="0"/>
                  </a:moveTo>
                  <a:lnTo>
                    <a:pt x="0" y="1151"/>
                  </a:lnTo>
                  <a:lnTo>
                    <a:pt x="4684" y="687"/>
                  </a:lnTo>
                  <a:lnTo>
                    <a:pt x="3577"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169"/>
            <p:cNvSpPr/>
            <p:nvPr/>
          </p:nvSpPr>
          <p:spPr>
            <a:xfrm>
              <a:off x="588234" y="2512584"/>
              <a:ext cx="701151" cy="537156"/>
            </a:xfrm>
            <a:custGeom>
              <a:rect b="b" l="l" r="r" t="t"/>
              <a:pathLst>
                <a:path extrusionOk="0" h="2338" w="3052">
                  <a:moveTo>
                    <a:pt x="1909" y="0"/>
                  </a:moveTo>
                  <a:lnTo>
                    <a:pt x="0" y="304"/>
                  </a:lnTo>
                  <a:lnTo>
                    <a:pt x="437" y="2338"/>
                  </a:lnTo>
                  <a:lnTo>
                    <a:pt x="3051" y="1651"/>
                  </a:lnTo>
                  <a:lnTo>
                    <a:pt x="1909"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169"/>
            <p:cNvSpPr/>
            <p:nvPr/>
          </p:nvSpPr>
          <p:spPr>
            <a:xfrm>
              <a:off x="1262488" y="2944961"/>
              <a:ext cx="57434" cy="147729"/>
            </a:xfrm>
            <a:custGeom>
              <a:rect b="b" l="l" r="r" t="t"/>
              <a:pathLst>
                <a:path extrusionOk="0" h="643" w="250">
                  <a:moveTo>
                    <a:pt x="125" y="1"/>
                  </a:moveTo>
                  <a:lnTo>
                    <a:pt x="63" y="322"/>
                  </a:lnTo>
                  <a:lnTo>
                    <a:pt x="0" y="643"/>
                  </a:lnTo>
                  <a:lnTo>
                    <a:pt x="250" y="643"/>
                  </a:lnTo>
                  <a:lnTo>
                    <a:pt x="188" y="322"/>
                  </a:lnTo>
                  <a:lnTo>
                    <a:pt x="125"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169"/>
            <p:cNvSpPr/>
            <p:nvPr/>
          </p:nvSpPr>
          <p:spPr>
            <a:xfrm>
              <a:off x="442585" y="2349926"/>
              <a:ext cx="195045" cy="119700"/>
            </a:xfrm>
            <a:custGeom>
              <a:rect b="b" l="l" r="r" t="t"/>
              <a:pathLst>
                <a:path extrusionOk="0" h="521" w="849">
                  <a:moveTo>
                    <a:pt x="38" y="1"/>
                  </a:moveTo>
                  <a:cubicBezTo>
                    <a:pt x="15" y="1"/>
                    <a:pt x="1" y="4"/>
                    <a:pt x="1" y="4"/>
                  </a:cubicBezTo>
                  <a:lnTo>
                    <a:pt x="1" y="521"/>
                  </a:lnTo>
                  <a:lnTo>
                    <a:pt x="848" y="378"/>
                  </a:lnTo>
                  <a:cubicBezTo>
                    <a:pt x="792" y="242"/>
                    <a:pt x="686" y="210"/>
                    <a:pt x="598" y="210"/>
                  </a:cubicBezTo>
                  <a:cubicBezTo>
                    <a:pt x="520" y="210"/>
                    <a:pt x="456" y="235"/>
                    <a:pt x="456" y="235"/>
                  </a:cubicBezTo>
                  <a:cubicBezTo>
                    <a:pt x="434" y="171"/>
                    <a:pt x="378" y="158"/>
                    <a:pt x="336" y="158"/>
                  </a:cubicBezTo>
                  <a:cubicBezTo>
                    <a:pt x="308" y="158"/>
                    <a:pt x="286" y="164"/>
                    <a:pt x="286" y="164"/>
                  </a:cubicBezTo>
                  <a:cubicBezTo>
                    <a:pt x="227" y="20"/>
                    <a:pt x="101" y="1"/>
                    <a:pt x="3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169"/>
            <p:cNvSpPr/>
            <p:nvPr/>
          </p:nvSpPr>
          <p:spPr>
            <a:xfrm>
              <a:off x="65600" y="1971539"/>
              <a:ext cx="114868" cy="293161"/>
            </a:xfrm>
            <a:custGeom>
              <a:rect b="b" l="l" r="r" t="t"/>
              <a:pathLst>
                <a:path extrusionOk="0" h="1276" w="500">
                  <a:moveTo>
                    <a:pt x="250" y="0"/>
                  </a:moveTo>
                  <a:lnTo>
                    <a:pt x="125" y="642"/>
                  </a:lnTo>
                  <a:lnTo>
                    <a:pt x="0" y="1276"/>
                  </a:lnTo>
                  <a:lnTo>
                    <a:pt x="500" y="1276"/>
                  </a:lnTo>
                  <a:lnTo>
                    <a:pt x="375" y="642"/>
                  </a:lnTo>
                  <a:lnTo>
                    <a:pt x="25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169"/>
            <p:cNvSpPr/>
            <p:nvPr/>
          </p:nvSpPr>
          <p:spPr>
            <a:xfrm>
              <a:off x="192640" y="2034948"/>
              <a:ext cx="113030" cy="293391"/>
            </a:xfrm>
            <a:custGeom>
              <a:rect b="b" l="l" r="r" t="t"/>
              <a:pathLst>
                <a:path extrusionOk="0" h="1277" w="492">
                  <a:moveTo>
                    <a:pt x="250" y="1"/>
                  </a:moveTo>
                  <a:lnTo>
                    <a:pt x="125" y="634"/>
                  </a:lnTo>
                  <a:lnTo>
                    <a:pt x="0" y="1276"/>
                  </a:lnTo>
                  <a:lnTo>
                    <a:pt x="491" y="1276"/>
                  </a:lnTo>
                  <a:lnTo>
                    <a:pt x="375" y="634"/>
                  </a:lnTo>
                  <a:lnTo>
                    <a:pt x="25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169"/>
            <p:cNvSpPr/>
            <p:nvPr/>
          </p:nvSpPr>
          <p:spPr>
            <a:xfrm>
              <a:off x="629125" y="2233906"/>
              <a:ext cx="113030" cy="293161"/>
            </a:xfrm>
            <a:custGeom>
              <a:rect b="b" l="l" r="r" t="t"/>
              <a:pathLst>
                <a:path extrusionOk="0" h="1276" w="492">
                  <a:moveTo>
                    <a:pt x="241" y="0"/>
                  </a:moveTo>
                  <a:lnTo>
                    <a:pt x="117" y="642"/>
                  </a:lnTo>
                  <a:lnTo>
                    <a:pt x="1" y="1276"/>
                  </a:lnTo>
                  <a:lnTo>
                    <a:pt x="491" y="1276"/>
                  </a:lnTo>
                  <a:lnTo>
                    <a:pt x="366" y="642"/>
                  </a:lnTo>
                  <a:lnTo>
                    <a:pt x="24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169"/>
            <p:cNvSpPr/>
            <p:nvPr/>
          </p:nvSpPr>
          <p:spPr>
            <a:xfrm>
              <a:off x="522531" y="2135346"/>
              <a:ext cx="65934" cy="166339"/>
            </a:xfrm>
            <a:custGeom>
              <a:rect b="b" l="l" r="r" t="t"/>
              <a:pathLst>
                <a:path extrusionOk="0" h="724" w="287">
                  <a:moveTo>
                    <a:pt x="143" y="1"/>
                  </a:moveTo>
                  <a:lnTo>
                    <a:pt x="72" y="358"/>
                  </a:lnTo>
                  <a:lnTo>
                    <a:pt x="1" y="723"/>
                  </a:lnTo>
                  <a:lnTo>
                    <a:pt x="286" y="723"/>
                  </a:lnTo>
                  <a:lnTo>
                    <a:pt x="215" y="358"/>
                  </a:lnTo>
                  <a:lnTo>
                    <a:pt x="143"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169"/>
            <p:cNvSpPr/>
            <p:nvPr/>
          </p:nvSpPr>
          <p:spPr>
            <a:xfrm>
              <a:off x="711139" y="2291112"/>
              <a:ext cx="113030" cy="293391"/>
            </a:xfrm>
            <a:custGeom>
              <a:rect b="b" l="l" r="r" t="t"/>
              <a:pathLst>
                <a:path extrusionOk="0" h="1277" w="492">
                  <a:moveTo>
                    <a:pt x="241" y="1"/>
                  </a:moveTo>
                  <a:lnTo>
                    <a:pt x="125" y="643"/>
                  </a:lnTo>
                  <a:lnTo>
                    <a:pt x="0" y="1277"/>
                  </a:lnTo>
                  <a:lnTo>
                    <a:pt x="491" y="1277"/>
                  </a:lnTo>
                  <a:lnTo>
                    <a:pt x="366" y="643"/>
                  </a:lnTo>
                  <a:lnTo>
                    <a:pt x="241"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169"/>
            <p:cNvSpPr/>
            <p:nvPr/>
          </p:nvSpPr>
          <p:spPr>
            <a:xfrm>
              <a:off x="996002" y="2994127"/>
              <a:ext cx="108894" cy="223776"/>
            </a:xfrm>
            <a:custGeom>
              <a:rect b="b" l="l" r="r" t="t"/>
              <a:pathLst>
                <a:path extrusionOk="0" h="974" w="474">
                  <a:moveTo>
                    <a:pt x="232" y="1"/>
                  </a:moveTo>
                  <a:lnTo>
                    <a:pt x="116" y="491"/>
                  </a:lnTo>
                  <a:lnTo>
                    <a:pt x="0" y="973"/>
                  </a:lnTo>
                  <a:lnTo>
                    <a:pt x="473" y="973"/>
                  </a:lnTo>
                  <a:lnTo>
                    <a:pt x="348" y="491"/>
                  </a:lnTo>
                  <a:lnTo>
                    <a:pt x="232"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169"/>
            <p:cNvSpPr/>
            <p:nvPr/>
          </p:nvSpPr>
          <p:spPr>
            <a:xfrm>
              <a:off x="1127178" y="2951165"/>
              <a:ext cx="88448" cy="223547"/>
            </a:xfrm>
            <a:custGeom>
              <a:rect b="b" l="l" r="r" t="t"/>
              <a:pathLst>
                <a:path extrusionOk="0" h="973" w="385">
                  <a:moveTo>
                    <a:pt x="188" y="0"/>
                  </a:moveTo>
                  <a:lnTo>
                    <a:pt x="99" y="482"/>
                  </a:lnTo>
                  <a:lnTo>
                    <a:pt x="0" y="973"/>
                  </a:lnTo>
                  <a:lnTo>
                    <a:pt x="384" y="973"/>
                  </a:lnTo>
                  <a:lnTo>
                    <a:pt x="286" y="482"/>
                  </a:lnTo>
                  <a:lnTo>
                    <a:pt x="18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169"/>
            <p:cNvSpPr/>
            <p:nvPr/>
          </p:nvSpPr>
          <p:spPr>
            <a:xfrm>
              <a:off x="1065610" y="3026980"/>
              <a:ext cx="86380" cy="223547"/>
            </a:xfrm>
            <a:custGeom>
              <a:rect b="b" l="l" r="r" t="t"/>
              <a:pathLst>
                <a:path extrusionOk="0" h="973" w="376">
                  <a:moveTo>
                    <a:pt x="188" y="0"/>
                  </a:moveTo>
                  <a:lnTo>
                    <a:pt x="90" y="482"/>
                  </a:lnTo>
                  <a:lnTo>
                    <a:pt x="1" y="973"/>
                  </a:lnTo>
                  <a:lnTo>
                    <a:pt x="375" y="973"/>
                  </a:lnTo>
                  <a:lnTo>
                    <a:pt x="286" y="482"/>
                  </a:lnTo>
                  <a:lnTo>
                    <a:pt x="18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169"/>
            <p:cNvSpPr/>
            <p:nvPr/>
          </p:nvSpPr>
          <p:spPr>
            <a:xfrm>
              <a:off x="1901824" y="3244317"/>
              <a:ext cx="86380" cy="223547"/>
            </a:xfrm>
            <a:custGeom>
              <a:rect b="b" l="l" r="r" t="t"/>
              <a:pathLst>
                <a:path extrusionOk="0" h="973" w="376">
                  <a:moveTo>
                    <a:pt x="188" y="0"/>
                  </a:moveTo>
                  <a:lnTo>
                    <a:pt x="99" y="491"/>
                  </a:lnTo>
                  <a:lnTo>
                    <a:pt x="1" y="972"/>
                  </a:lnTo>
                  <a:lnTo>
                    <a:pt x="375" y="972"/>
                  </a:lnTo>
                  <a:lnTo>
                    <a:pt x="286" y="491"/>
                  </a:lnTo>
                  <a:lnTo>
                    <a:pt x="18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169"/>
            <p:cNvSpPr/>
            <p:nvPr/>
          </p:nvSpPr>
          <p:spPr>
            <a:xfrm>
              <a:off x="971421" y="3156096"/>
              <a:ext cx="387563" cy="313838"/>
            </a:xfrm>
            <a:custGeom>
              <a:rect b="b" l="l" r="r" t="t"/>
              <a:pathLst>
                <a:path extrusionOk="0" h="1366" w="1687">
                  <a:moveTo>
                    <a:pt x="0" y="0"/>
                  </a:moveTo>
                  <a:lnTo>
                    <a:pt x="0" y="1365"/>
                  </a:lnTo>
                  <a:lnTo>
                    <a:pt x="1687" y="1365"/>
                  </a:lnTo>
                  <a:lnTo>
                    <a:pt x="1687"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169"/>
            <p:cNvSpPr/>
            <p:nvPr/>
          </p:nvSpPr>
          <p:spPr>
            <a:xfrm>
              <a:off x="971421" y="3156096"/>
              <a:ext cx="387563" cy="73979"/>
            </a:xfrm>
            <a:custGeom>
              <a:rect b="b" l="l" r="r" t="t"/>
              <a:pathLst>
                <a:path extrusionOk="0" h="322" w="1687">
                  <a:moveTo>
                    <a:pt x="0" y="0"/>
                  </a:moveTo>
                  <a:lnTo>
                    <a:pt x="0" y="322"/>
                  </a:lnTo>
                  <a:lnTo>
                    <a:pt x="1687" y="322"/>
                  </a:lnTo>
                  <a:lnTo>
                    <a:pt x="16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169"/>
            <p:cNvSpPr/>
            <p:nvPr/>
          </p:nvSpPr>
          <p:spPr>
            <a:xfrm>
              <a:off x="1358745" y="3295550"/>
              <a:ext cx="584216" cy="211140"/>
            </a:xfrm>
            <a:custGeom>
              <a:rect b="b" l="l" r="r" t="t"/>
              <a:pathLst>
                <a:path extrusionOk="0" h="919" w="2543">
                  <a:moveTo>
                    <a:pt x="1" y="0"/>
                  </a:moveTo>
                  <a:lnTo>
                    <a:pt x="1" y="919"/>
                  </a:lnTo>
                  <a:lnTo>
                    <a:pt x="2543" y="919"/>
                  </a:lnTo>
                  <a:lnTo>
                    <a:pt x="2543"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169"/>
            <p:cNvSpPr/>
            <p:nvPr/>
          </p:nvSpPr>
          <p:spPr>
            <a:xfrm>
              <a:off x="1387461" y="3236046"/>
              <a:ext cx="555499" cy="59735"/>
            </a:xfrm>
            <a:custGeom>
              <a:rect b="b" l="l" r="r" t="t"/>
              <a:pathLst>
                <a:path extrusionOk="0" h="260" w="2418">
                  <a:moveTo>
                    <a:pt x="0" y="0"/>
                  </a:moveTo>
                  <a:lnTo>
                    <a:pt x="259" y="259"/>
                  </a:lnTo>
                  <a:lnTo>
                    <a:pt x="2418" y="259"/>
                  </a:lnTo>
                  <a:lnTo>
                    <a:pt x="215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169"/>
            <p:cNvSpPr/>
            <p:nvPr/>
          </p:nvSpPr>
          <p:spPr>
            <a:xfrm>
              <a:off x="725382" y="3504157"/>
              <a:ext cx="459470" cy="135782"/>
            </a:xfrm>
            <a:custGeom>
              <a:rect b="b" l="l" r="r" t="t"/>
              <a:pathLst>
                <a:path extrusionOk="0" h="591" w="2000">
                  <a:moveTo>
                    <a:pt x="100" y="1"/>
                  </a:moveTo>
                  <a:cubicBezTo>
                    <a:pt x="83" y="1"/>
                    <a:pt x="72" y="2"/>
                    <a:pt x="72" y="2"/>
                  </a:cubicBezTo>
                  <a:lnTo>
                    <a:pt x="1" y="591"/>
                  </a:lnTo>
                  <a:lnTo>
                    <a:pt x="1999" y="591"/>
                  </a:lnTo>
                  <a:lnTo>
                    <a:pt x="1999" y="323"/>
                  </a:lnTo>
                  <a:cubicBezTo>
                    <a:pt x="1867" y="194"/>
                    <a:pt x="1728" y="153"/>
                    <a:pt x="1606" y="153"/>
                  </a:cubicBezTo>
                  <a:cubicBezTo>
                    <a:pt x="1400" y="153"/>
                    <a:pt x="1241" y="270"/>
                    <a:pt x="1241" y="270"/>
                  </a:cubicBezTo>
                  <a:cubicBezTo>
                    <a:pt x="1199" y="247"/>
                    <a:pt x="1160" y="239"/>
                    <a:pt x="1125" y="239"/>
                  </a:cubicBezTo>
                  <a:cubicBezTo>
                    <a:pt x="1021" y="239"/>
                    <a:pt x="955" y="314"/>
                    <a:pt x="955" y="314"/>
                  </a:cubicBezTo>
                  <a:cubicBezTo>
                    <a:pt x="873" y="229"/>
                    <a:pt x="787" y="202"/>
                    <a:pt x="712" y="202"/>
                  </a:cubicBezTo>
                  <a:cubicBezTo>
                    <a:pt x="592" y="202"/>
                    <a:pt x="500" y="270"/>
                    <a:pt x="500" y="270"/>
                  </a:cubicBezTo>
                  <a:cubicBezTo>
                    <a:pt x="487" y="189"/>
                    <a:pt x="414" y="179"/>
                    <a:pt x="378" y="179"/>
                  </a:cubicBezTo>
                  <a:cubicBezTo>
                    <a:pt x="366" y="179"/>
                    <a:pt x="358" y="180"/>
                    <a:pt x="358" y="180"/>
                  </a:cubicBezTo>
                  <a:cubicBezTo>
                    <a:pt x="329" y="18"/>
                    <a:pt x="166" y="1"/>
                    <a:pt x="1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169"/>
            <p:cNvSpPr/>
            <p:nvPr/>
          </p:nvSpPr>
          <p:spPr>
            <a:xfrm>
              <a:off x="442585" y="2541302"/>
              <a:ext cx="442929" cy="707170"/>
            </a:xfrm>
            <a:custGeom>
              <a:rect b="b" l="l" r="r" t="t"/>
              <a:pathLst>
                <a:path extrusionOk="0" h="3078" w="1928">
                  <a:moveTo>
                    <a:pt x="1" y="0"/>
                  </a:moveTo>
                  <a:lnTo>
                    <a:pt x="1" y="3078"/>
                  </a:lnTo>
                  <a:lnTo>
                    <a:pt x="1928" y="3078"/>
                  </a:lnTo>
                  <a:lnTo>
                    <a:pt x="1928"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169"/>
            <p:cNvSpPr/>
            <p:nvPr/>
          </p:nvSpPr>
          <p:spPr>
            <a:xfrm>
              <a:off x="510355" y="2612982"/>
              <a:ext cx="55596" cy="96495"/>
            </a:xfrm>
            <a:custGeom>
              <a:rect b="b" l="l" r="r" t="t"/>
              <a:pathLst>
                <a:path extrusionOk="0" h="420" w="242">
                  <a:moveTo>
                    <a:pt x="0" y="0"/>
                  </a:moveTo>
                  <a:lnTo>
                    <a:pt x="0" y="420"/>
                  </a:lnTo>
                  <a:lnTo>
                    <a:pt x="241" y="420"/>
                  </a:lnTo>
                  <a:lnTo>
                    <a:pt x="24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169"/>
            <p:cNvSpPr/>
            <p:nvPr/>
          </p:nvSpPr>
          <p:spPr>
            <a:xfrm>
              <a:off x="631193" y="2709245"/>
              <a:ext cx="55596" cy="98563"/>
            </a:xfrm>
            <a:custGeom>
              <a:rect b="b" l="l" r="r" t="t"/>
              <a:pathLst>
                <a:path extrusionOk="0" h="429" w="242">
                  <a:moveTo>
                    <a:pt x="1" y="1"/>
                  </a:moveTo>
                  <a:lnTo>
                    <a:pt x="1" y="429"/>
                  </a:lnTo>
                  <a:lnTo>
                    <a:pt x="241" y="429"/>
                  </a:lnTo>
                  <a:lnTo>
                    <a:pt x="24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169"/>
            <p:cNvSpPr/>
            <p:nvPr/>
          </p:nvSpPr>
          <p:spPr>
            <a:xfrm>
              <a:off x="752030" y="2637565"/>
              <a:ext cx="55596" cy="98563"/>
            </a:xfrm>
            <a:custGeom>
              <a:rect b="b" l="l" r="r" t="t"/>
              <a:pathLst>
                <a:path extrusionOk="0" h="429" w="242">
                  <a:moveTo>
                    <a:pt x="1" y="0"/>
                  </a:moveTo>
                  <a:lnTo>
                    <a:pt x="1" y="429"/>
                  </a:lnTo>
                  <a:lnTo>
                    <a:pt x="242" y="429"/>
                  </a:lnTo>
                  <a:lnTo>
                    <a:pt x="24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169"/>
            <p:cNvSpPr/>
            <p:nvPr/>
          </p:nvSpPr>
          <p:spPr>
            <a:xfrm>
              <a:off x="487842" y="2824116"/>
              <a:ext cx="55366" cy="98563"/>
            </a:xfrm>
            <a:custGeom>
              <a:rect b="b" l="l" r="r" t="t"/>
              <a:pathLst>
                <a:path extrusionOk="0" h="429" w="241">
                  <a:moveTo>
                    <a:pt x="0" y="0"/>
                  </a:moveTo>
                  <a:lnTo>
                    <a:pt x="0" y="428"/>
                  </a:lnTo>
                  <a:lnTo>
                    <a:pt x="241" y="428"/>
                  </a:lnTo>
                  <a:lnTo>
                    <a:pt x="24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169"/>
            <p:cNvSpPr/>
            <p:nvPr/>
          </p:nvSpPr>
          <p:spPr>
            <a:xfrm>
              <a:off x="735720" y="2850767"/>
              <a:ext cx="55596" cy="98563"/>
            </a:xfrm>
            <a:custGeom>
              <a:rect b="b" l="l" r="r" t="t"/>
              <a:pathLst>
                <a:path extrusionOk="0" h="429" w="242">
                  <a:moveTo>
                    <a:pt x="1" y="0"/>
                  </a:moveTo>
                  <a:lnTo>
                    <a:pt x="1" y="428"/>
                  </a:lnTo>
                  <a:lnTo>
                    <a:pt x="241" y="428"/>
                  </a:lnTo>
                  <a:lnTo>
                    <a:pt x="24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169"/>
            <p:cNvSpPr/>
            <p:nvPr/>
          </p:nvSpPr>
          <p:spPr>
            <a:xfrm>
              <a:off x="582031" y="3018709"/>
              <a:ext cx="108894" cy="211370"/>
            </a:xfrm>
            <a:custGeom>
              <a:rect b="b" l="l" r="r" t="t"/>
              <a:pathLst>
                <a:path extrusionOk="0" h="920" w="474">
                  <a:moveTo>
                    <a:pt x="0" y="1"/>
                  </a:moveTo>
                  <a:lnTo>
                    <a:pt x="0" y="920"/>
                  </a:lnTo>
                  <a:lnTo>
                    <a:pt x="473" y="920"/>
                  </a:lnTo>
                  <a:lnTo>
                    <a:pt x="47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169"/>
            <p:cNvSpPr/>
            <p:nvPr/>
          </p:nvSpPr>
          <p:spPr>
            <a:xfrm>
              <a:off x="442585" y="2434701"/>
              <a:ext cx="498295" cy="106834"/>
            </a:xfrm>
            <a:custGeom>
              <a:rect b="b" l="l" r="r" t="t"/>
              <a:pathLst>
                <a:path extrusionOk="0" h="465" w="2169">
                  <a:moveTo>
                    <a:pt x="1" y="0"/>
                  </a:moveTo>
                  <a:lnTo>
                    <a:pt x="1" y="464"/>
                  </a:lnTo>
                  <a:lnTo>
                    <a:pt x="2169" y="464"/>
                  </a:lnTo>
                  <a:lnTo>
                    <a:pt x="170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169"/>
            <p:cNvSpPr/>
            <p:nvPr/>
          </p:nvSpPr>
          <p:spPr>
            <a:xfrm>
              <a:off x="657841" y="2914176"/>
              <a:ext cx="299345" cy="555765"/>
            </a:xfrm>
            <a:custGeom>
              <a:rect b="b" l="l" r="r" t="t"/>
              <a:pathLst>
                <a:path extrusionOk="0" h="2419" w="1303">
                  <a:moveTo>
                    <a:pt x="1" y="1"/>
                  </a:moveTo>
                  <a:lnTo>
                    <a:pt x="1" y="2418"/>
                  </a:lnTo>
                  <a:lnTo>
                    <a:pt x="1303" y="2418"/>
                  </a:lnTo>
                  <a:lnTo>
                    <a:pt x="1303"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169"/>
            <p:cNvSpPr/>
            <p:nvPr/>
          </p:nvSpPr>
          <p:spPr>
            <a:xfrm>
              <a:off x="956949" y="2840428"/>
              <a:ext cx="70069" cy="629515"/>
            </a:xfrm>
            <a:custGeom>
              <a:rect b="b" l="l" r="r" t="t"/>
              <a:pathLst>
                <a:path extrusionOk="0" h="2740" w="305">
                  <a:moveTo>
                    <a:pt x="304" y="1"/>
                  </a:moveTo>
                  <a:lnTo>
                    <a:pt x="1" y="322"/>
                  </a:lnTo>
                  <a:lnTo>
                    <a:pt x="1" y="2739"/>
                  </a:lnTo>
                  <a:lnTo>
                    <a:pt x="304" y="2739"/>
                  </a:lnTo>
                  <a:lnTo>
                    <a:pt x="304"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169"/>
            <p:cNvSpPr/>
            <p:nvPr/>
          </p:nvSpPr>
          <p:spPr>
            <a:xfrm>
              <a:off x="704936" y="2961273"/>
              <a:ext cx="37217" cy="68006"/>
            </a:xfrm>
            <a:custGeom>
              <a:rect b="b" l="l" r="r" t="t"/>
              <a:pathLst>
                <a:path extrusionOk="0" h="296" w="162">
                  <a:moveTo>
                    <a:pt x="1" y="1"/>
                  </a:moveTo>
                  <a:lnTo>
                    <a:pt x="1"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169"/>
            <p:cNvSpPr/>
            <p:nvPr/>
          </p:nvSpPr>
          <p:spPr>
            <a:xfrm>
              <a:off x="786949" y="3029048"/>
              <a:ext cx="37217" cy="65708"/>
            </a:xfrm>
            <a:custGeom>
              <a:rect b="b" l="l" r="r" t="t"/>
              <a:pathLst>
                <a:path extrusionOk="0" h="286" w="162">
                  <a:moveTo>
                    <a:pt x="1" y="0"/>
                  </a:moveTo>
                  <a:lnTo>
                    <a:pt x="1"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169"/>
            <p:cNvSpPr/>
            <p:nvPr/>
          </p:nvSpPr>
          <p:spPr>
            <a:xfrm>
              <a:off x="866895" y="2979882"/>
              <a:ext cx="37217" cy="65708"/>
            </a:xfrm>
            <a:custGeom>
              <a:rect b="b" l="l" r="r" t="t"/>
              <a:pathLst>
                <a:path extrusionOk="0" h="286" w="162">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169"/>
            <p:cNvSpPr/>
            <p:nvPr/>
          </p:nvSpPr>
          <p:spPr>
            <a:xfrm>
              <a:off x="688625" y="3133581"/>
              <a:ext cx="36987" cy="6570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169"/>
            <p:cNvSpPr/>
            <p:nvPr/>
          </p:nvSpPr>
          <p:spPr>
            <a:xfrm>
              <a:off x="885273" y="3104863"/>
              <a:ext cx="37217" cy="67776"/>
            </a:xfrm>
            <a:custGeom>
              <a:rect b="b" l="l" r="r" t="t"/>
              <a:pathLst>
                <a:path extrusionOk="0" h="295" w="162">
                  <a:moveTo>
                    <a:pt x="1" y="0"/>
                  </a:moveTo>
                  <a:lnTo>
                    <a:pt x="1"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169"/>
            <p:cNvSpPr/>
            <p:nvPr/>
          </p:nvSpPr>
          <p:spPr>
            <a:xfrm>
              <a:off x="815665" y="3199058"/>
              <a:ext cx="36987" cy="65938"/>
            </a:xfrm>
            <a:custGeom>
              <a:rect b="b" l="l" r="r" t="t"/>
              <a:pathLst>
                <a:path extrusionOk="0" h="287" w="161">
                  <a:moveTo>
                    <a:pt x="0" y="1"/>
                  </a:moveTo>
                  <a:lnTo>
                    <a:pt x="0" y="286"/>
                  </a:lnTo>
                  <a:lnTo>
                    <a:pt x="161" y="286"/>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169"/>
            <p:cNvSpPr/>
            <p:nvPr/>
          </p:nvSpPr>
          <p:spPr>
            <a:xfrm>
              <a:off x="815665" y="3326106"/>
              <a:ext cx="73975" cy="143824"/>
            </a:xfrm>
            <a:custGeom>
              <a:rect b="b" l="l" r="r" t="t"/>
              <a:pathLst>
                <a:path extrusionOk="0" h="626" w="322">
                  <a:moveTo>
                    <a:pt x="0" y="1"/>
                  </a:moveTo>
                  <a:lnTo>
                    <a:pt x="0" y="625"/>
                  </a:lnTo>
                  <a:lnTo>
                    <a:pt x="322" y="625"/>
                  </a:lnTo>
                  <a:lnTo>
                    <a:pt x="32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169"/>
            <p:cNvSpPr/>
            <p:nvPr/>
          </p:nvSpPr>
          <p:spPr>
            <a:xfrm>
              <a:off x="657841" y="2840428"/>
              <a:ext cx="369184" cy="73979"/>
            </a:xfrm>
            <a:custGeom>
              <a:rect b="b" l="l" r="r" t="t"/>
              <a:pathLst>
                <a:path extrusionOk="0" h="322" w="1607">
                  <a:moveTo>
                    <a:pt x="313" y="1"/>
                  </a:moveTo>
                  <a:lnTo>
                    <a:pt x="1" y="322"/>
                  </a:lnTo>
                  <a:lnTo>
                    <a:pt x="1303" y="322"/>
                  </a:lnTo>
                  <a:lnTo>
                    <a:pt x="160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169"/>
            <p:cNvSpPr/>
            <p:nvPr/>
          </p:nvSpPr>
          <p:spPr>
            <a:xfrm>
              <a:off x="-102" y="2281003"/>
              <a:ext cx="442929" cy="709238"/>
            </a:xfrm>
            <a:custGeom>
              <a:rect b="b" l="l" r="r" t="t"/>
              <a:pathLst>
                <a:path extrusionOk="0" h="3087" w="1928">
                  <a:moveTo>
                    <a:pt x="1" y="0"/>
                  </a:moveTo>
                  <a:lnTo>
                    <a:pt x="1" y="3087"/>
                  </a:lnTo>
                  <a:lnTo>
                    <a:pt x="1928" y="3087"/>
                  </a:lnTo>
                  <a:lnTo>
                    <a:pt x="1928"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169"/>
            <p:cNvSpPr/>
            <p:nvPr/>
          </p:nvSpPr>
          <p:spPr>
            <a:xfrm>
              <a:off x="67668" y="2352683"/>
              <a:ext cx="55596" cy="98563"/>
            </a:xfrm>
            <a:custGeom>
              <a:rect b="b" l="l" r="r" t="t"/>
              <a:pathLst>
                <a:path extrusionOk="0" h="429" w="242">
                  <a:moveTo>
                    <a:pt x="0" y="0"/>
                  </a:moveTo>
                  <a:lnTo>
                    <a:pt x="0" y="429"/>
                  </a:lnTo>
                  <a:lnTo>
                    <a:pt x="241" y="429"/>
                  </a:lnTo>
                  <a:lnTo>
                    <a:pt x="24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169"/>
            <p:cNvSpPr/>
            <p:nvPr/>
          </p:nvSpPr>
          <p:spPr>
            <a:xfrm>
              <a:off x="190573" y="2451013"/>
              <a:ext cx="53528" cy="98563"/>
            </a:xfrm>
            <a:custGeom>
              <a:rect b="b" l="l" r="r" t="t"/>
              <a:pathLst>
                <a:path extrusionOk="0" h="429" w="233">
                  <a:moveTo>
                    <a:pt x="1" y="1"/>
                  </a:moveTo>
                  <a:lnTo>
                    <a:pt x="1" y="429"/>
                  </a:lnTo>
                  <a:lnTo>
                    <a:pt x="232" y="429"/>
                  </a:lnTo>
                  <a:lnTo>
                    <a:pt x="23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169"/>
            <p:cNvSpPr/>
            <p:nvPr/>
          </p:nvSpPr>
          <p:spPr>
            <a:xfrm>
              <a:off x="309343" y="2379333"/>
              <a:ext cx="55596" cy="98563"/>
            </a:xfrm>
            <a:custGeom>
              <a:rect b="b" l="l" r="r" t="t"/>
              <a:pathLst>
                <a:path extrusionOk="0" h="429" w="242">
                  <a:moveTo>
                    <a:pt x="1" y="0"/>
                  </a:moveTo>
                  <a:lnTo>
                    <a:pt x="1" y="429"/>
                  </a:lnTo>
                  <a:lnTo>
                    <a:pt x="242" y="429"/>
                  </a:lnTo>
                  <a:lnTo>
                    <a:pt x="24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169"/>
            <p:cNvSpPr/>
            <p:nvPr/>
          </p:nvSpPr>
          <p:spPr>
            <a:xfrm>
              <a:off x="47222" y="2565885"/>
              <a:ext cx="53299" cy="98563"/>
            </a:xfrm>
            <a:custGeom>
              <a:rect b="b" l="l" r="r" t="t"/>
              <a:pathLst>
                <a:path extrusionOk="0" h="429" w="232">
                  <a:moveTo>
                    <a:pt x="0" y="0"/>
                  </a:moveTo>
                  <a:lnTo>
                    <a:pt x="0" y="428"/>
                  </a:lnTo>
                  <a:lnTo>
                    <a:pt x="232" y="428"/>
                  </a:lnTo>
                  <a:lnTo>
                    <a:pt x="23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169"/>
            <p:cNvSpPr/>
            <p:nvPr/>
          </p:nvSpPr>
          <p:spPr>
            <a:xfrm>
              <a:off x="293032" y="2592535"/>
              <a:ext cx="55596" cy="98563"/>
            </a:xfrm>
            <a:custGeom>
              <a:rect b="b" l="l" r="r" t="t"/>
              <a:pathLst>
                <a:path extrusionOk="0" h="429" w="242">
                  <a:moveTo>
                    <a:pt x="1" y="0"/>
                  </a:moveTo>
                  <a:lnTo>
                    <a:pt x="1" y="428"/>
                  </a:lnTo>
                  <a:lnTo>
                    <a:pt x="241" y="428"/>
                  </a:lnTo>
                  <a:lnTo>
                    <a:pt x="24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169"/>
            <p:cNvSpPr/>
            <p:nvPr/>
          </p:nvSpPr>
          <p:spPr>
            <a:xfrm>
              <a:off x="139343" y="2760477"/>
              <a:ext cx="110962" cy="211370"/>
            </a:xfrm>
            <a:custGeom>
              <a:rect b="b" l="l" r="r" t="t"/>
              <a:pathLst>
                <a:path extrusionOk="0" h="920" w="483">
                  <a:moveTo>
                    <a:pt x="0" y="1"/>
                  </a:moveTo>
                  <a:lnTo>
                    <a:pt x="0" y="920"/>
                  </a:lnTo>
                  <a:lnTo>
                    <a:pt x="482" y="920"/>
                  </a:lnTo>
                  <a:lnTo>
                    <a:pt x="48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169"/>
            <p:cNvSpPr/>
            <p:nvPr/>
          </p:nvSpPr>
          <p:spPr>
            <a:xfrm>
              <a:off x="-102" y="2819522"/>
              <a:ext cx="195045" cy="119470"/>
            </a:xfrm>
            <a:custGeom>
              <a:rect b="b" l="l" r="r" t="t"/>
              <a:pathLst>
                <a:path extrusionOk="0" h="520" w="849">
                  <a:moveTo>
                    <a:pt x="38" y="0"/>
                  </a:moveTo>
                  <a:cubicBezTo>
                    <a:pt x="15" y="0"/>
                    <a:pt x="1" y="2"/>
                    <a:pt x="1" y="2"/>
                  </a:cubicBezTo>
                  <a:lnTo>
                    <a:pt x="1" y="520"/>
                  </a:lnTo>
                  <a:lnTo>
                    <a:pt x="848" y="386"/>
                  </a:lnTo>
                  <a:cubicBezTo>
                    <a:pt x="792" y="250"/>
                    <a:pt x="688" y="217"/>
                    <a:pt x="603" y="217"/>
                  </a:cubicBezTo>
                  <a:cubicBezTo>
                    <a:pt x="527" y="217"/>
                    <a:pt x="465" y="243"/>
                    <a:pt x="465" y="243"/>
                  </a:cubicBezTo>
                  <a:cubicBezTo>
                    <a:pt x="438" y="179"/>
                    <a:pt x="379" y="166"/>
                    <a:pt x="336" y="166"/>
                  </a:cubicBezTo>
                  <a:cubicBezTo>
                    <a:pt x="308" y="166"/>
                    <a:pt x="286" y="172"/>
                    <a:pt x="286" y="172"/>
                  </a:cubicBezTo>
                  <a:cubicBezTo>
                    <a:pt x="233" y="20"/>
                    <a:pt x="102" y="0"/>
                    <a:pt x="38"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169"/>
            <p:cNvSpPr/>
            <p:nvPr/>
          </p:nvSpPr>
          <p:spPr>
            <a:xfrm>
              <a:off x="-102" y="2176470"/>
              <a:ext cx="498295" cy="104766"/>
            </a:xfrm>
            <a:custGeom>
              <a:rect b="b" l="l" r="r" t="t"/>
              <a:pathLst>
                <a:path extrusionOk="0" h="456" w="2169">
                  <a:moveTo>
                    <a:pt x="1" y="0"/>
                  </a:moveTo>
                  <a:lnTo>
                    <a:pt x="1" y="455"/>
                  </a:lnTo>
                  <a:lnTo>
                    <a:pt x="2169" y="455"/>
                  </a:lnTo>
                  <a:lnTo>
                    <a:pt x="170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169"/>
            <p:cNvSpPr/>
            <p:nvPr/>
          </p:nvSpPr>
          <p:spPr>
            <a:xfrm>
              <a:off x="219289" y="2653877"/>
              <a:ext cx="299345" cy="479948"/>
            </a:xfrm>
            <a:custGeom>
              <a:rect b="b" l="l" r="r" t="t"/>
              <a:pathLst>
                <a:path extrusionOk="0" h="2089" w="1303">
                  <a:moveTo>
                    <a:pt x="0" y="1"/>
                  </a:moveTo>
                  <a:lnTo>
                    <a:pt x="0" y="2088"/>
                  </a:lnTo>
                  <a:lnTo>
                    <a:pt x="1303" y="2088"/>
                  </a:lnTo>
                  <a:lnTo>
                    <a:pt x="1303"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169"/>
            <p:cNvSpPr/>
            <p:nvPr/>
          </p:nvSpPr>
          <p:spPr>
            <a:xfrm>
              <a:off x="518396" y="2582197"/>
              <a:ext cx="70069" cy="551630"/>
            </a:xfrm>
            <a:custGeom>
              <a:rect b="b" l="l" r="r" t="t"/>
              <a:pathLst>
                <a:path extrusionOk="0" h="2401" w="305">
                  <a:moveTo>
                    <a:pt x="304" y="1"/>
                  </a:moveTo>
                  <a:lnTo>
                    <a:pt x="1" y="313"/>
                  </a:lnTo>
                  <a:lnTo>
                    <a:pt x="1" y="2400"/>
                  </a:lnTo>
                  <a:lnTo>
                    <a:pt x="304" y="2400"/>
                  </a:lnTo>
                  <a:lnTo>
                    <a:pt x="304"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169"/>
            <p:cNvSpPr/>
            <p:nvPr/>
          </p:nvSpPr>
          <p:spPr>
            <a:xfrm>
              <a:off x="264316" y="2703042"/>
              <a:ext cx="37217" cy="65938"/>
            </a:xfrm>
            <a:custGeom>
              <a:rect b="b" l="l" r="r" t="t"/>
              <a:pathLst>
                <a:path extrusionOk="0" h="287" w="162">
                  <a:moveTo>
                    <a:pt x="1" y="1"/>
                  </a:moveTo>
                  <a:lnTo>
                    <a:pt x="1" y="286"/>
                  </a:lnTo>
                  <a:lnTo>
                    <a:pt x="161" y="286"/>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169"/>
            <p:cNvSpPr/>
            <p:nvPr/>
          </p:nvSpPr>
          <p:spPr>
            <a:xfrm>
              <a:off x="346329" y="2768748"/>
              <a:ext cx="37217" cy="67776"/>
            </a:xfrm>
            <a:custGeom>
              <a:rect b="b" l="l" r="r" t="t"/>
              <a:pathLst>
                <a:path extrusionOk="0" h="295" w="162">
                  <a:moveTo>
                    <a:pt x="1" y="0"/>
                  </a:moveTo>
                  <a:lnTo>
                    <a:pt x="1"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169"/>
            <p:cNvSpPr/>
            <p:nvPr/>
          </p:nvSpPr>
          <p:spPr>
            <a:xfrm>
              <a:off x="428342" y="2721651"/>
              <a:ext cx="36987" cy="6570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169"/>
            <p:cNvSpPr/>
            <p:nvPr/>
          </p:nvSpPr>
          <p:spPr>
            <a:xfrm>
              <a:off x="250072" y="2846631"/>
              <a:ext cx="36987" cy="6570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169"/>
            <p:cNvSpPr/>
            <p:nvPr/>
          </p:nvSpPr>
          <p:spPr>
            <a:xfrm>
              <a:off x="446720" y="2846631"/>
              <a:ext cx="37217" cy="65708"/>
            </a:xfrm>
            <a:custGeom>
              <a:rect b="b" l="l" r="r" t="t"/>
              <a:pathLst>
                <a:path extrusionOk="0" h="286" w="162">
                  <a:moveTo>
                    <a:pt x="1" y="0"/>
                  </a:moveTo>
                  <a:lnTo>
                    <a:pt x="1"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169"/>
            <p:cNvSpPr/>
            <p:nvPr/>
          </p:nvSpPr>
          <p:spPr>
            <a:xfrm>
              <a:off x="313478" y="2977815"/>
              <a:ext cx="73975" cy="143594"/>
            </a:xfrm>
            <a:custGeom>
              <a:rect b="b" l="l" r="r" t="t"/>
              <a:pathLst>
                <a:path extrusionOk="0" h="625" w="322">
                  <a:moveTo>
                    <a:pt x="1" y="0"/>
                  </a:moveTo>
                  <a:lnTo>
                    <a:pt x="1" y="625"/>
                  </a:lnTo>
                  <a:lnTo>
                    <a:pt x="322" y="625"/>
                  </a:lnTo>
                  <a:lnTo>
                    <a:pt x="32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169"/>
            <p:cNvSpPr/>
            <p:nvPr/>
          </p:nvSpPr>
          <p:spPr>
            <a:xfrm>
              <a:off x="219289" y="2582197"/>
              <a:ext cx="369184" cy="71912"/>
            </a:xfrm>
            <a:custGeom>
              <a:rect b="b" l="l" r="r" t="t"/>
              <a:pathLst>
                <a:path extrusionOk="0" h="313" w="1607">
                  <a:moveTo>
                    <a:pt x="313" y="1"/>
                  </a:moveTo>
                  <a:lnTo>
                    <a:pt x="0" y="313"/>
                  </a:lnTo>
                  <a:lnTo>
                    <a:pt x="1303" y="313"/>
                  </a:lnTo>
                  <a:lnTo>
                    <a:pt x="160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169"/>
            <p:cNvSpPr/>
            <p:nvPr/>
          </p:nvSpPr>
          <p:spPr>
            <a:xfrm>
              <a:off x="428342" y="3028358"/>
              <a:ext cx="194815" cy="119700"/>
            </a:xfrm>
            <a:custGeom>
              <a:rect b="b" l="l" r="r" t="t"/>
              <a:pathLst>
                <a:path extrusionOk="0" h="521" w="848">
                  <a:moveTo>
                    <a:pt x="38" y="1"/>
                  </a:moveTo>
                  <a:cubicBezTo>
                    <a:pt x="15" y="1"/>
                    <a:pt x="0" y="3"/>
                    <a:pt x="0" y="3"/>
                  </a:cubicBezTo>
                  <a:lnTo>
                    <a:pt x="0" y="521"/>
                  </a:lnTo>
                  <a:lnTo>
                    <a:pt x="848" y="378"/>
                  </a:lnTo>
                  <a:cubicBezTo>
                    <a:pt x="792" y="249"/>
                    <a:pt x="689" y="217"/>
                    <a:pt x="602" y="217"/>
                  </a:cubicBezTo>
                  <a:cubicBezTo>
                    <a:pt x="522" y="217"/>
                    <a:pt x="455" y="244"/>
                    <a:pt x="455" y="244"/>
                  </a:cubicBezTo>
                  <a:cubicBezTo>
                    <a:pt x="433" y="172"/>
                    <a:pt x="374" y="159"/>
                    <a:pt x="331" y="159"/>
                  </a:cubicBezTo>
                  <a:cubicBezTo>
                    <a:pt x="305" y="159"/>
                    <a:pt x="286" y="164"/>
                    <a:pt x="286" y="164"/>
                  </a:cubicBezTo>
                  <a:cubicBezTo>
                    <a:pt x="227" y="20"/>
                    <a:pt x="101" y="1"/>
                    <a:pt x="3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169"/>
            <p:cNvSpPr/>
            <p:nvPr/>
          </p:nvSpPr>
          <p:spPr>
            <a:xfrm>
              <a:off x="442585" y="3180678"/>
              <a:ext cx="299574" cy="479948"/>
            </a:xfrm>
            <a:custGeom>
              <a:rect b="b" l="l" r="r" t="t"/>
              <a:pathLst>
                <a:path extrusionOk="0" h="2089" w="1304">
                  <a:moveTo>
                    <a:pt x="1" y="1"/>
                  </a:moveTo>
                  <a:lnTo>
                    <a:pt x="1" y="2088"/>
                  </a:lnTo>
                  <a:lnTo>
                    <a:pt x="1303" y="2088"/>
                  </a:lnTo>
                  <a:lnTo>
                    <a:pt x="1303"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169"/>
            <p:cNvSpPr/>
            <p:nvPr/>
          </p:nvSpPr>
          <p:spPr>
            <a:xfrm>
              <a:off x="487842" y="3229843"/>
              <a:ext cx="36987" cy="65938"/>
            </a:xfrm>
            <a:custGeom>
              <a:rect b="b" l="l" r="r" t="t"/>
              <a:pathLst>
                <a:path extrusionOk="0" h="287" w="161">
                  <a:moveTo>
                    <a:pt x="0" y="1"/>
                  </a:moveTo>
                  <a:lnTo>
                    <a:pt x="0" y="286"/>
                  </a:lnTo>
                  <a:lnTo>
                    <a:pt x="161" y="286"/>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169"/>
            <p:cNvSpPr/>
            <p:nvPr/>
          </p:nvSpPr>
          <p:spPr>
            <a:xfrm>
              <a:off x="569625" y="3295550"/>
              <a:ext cx="37217" cy="67776"/>
            </a:xfrm>
            <a:custGeom>
              <a:rect b="b" l="l" r="r" t="t"/>
              <a:pathLst>
                <a:path extrusionOk="0" h="295" w="162">
                  <a:moveTo>
                    <a:pt x="1" y="0"/>
                  </a:moveTo>
                  <a:lnTo>
                    <a:pt x="1" y="294"/>
                  </a:lnTo>
                  <a:lnTo>
                    <a:pt x="161" y="294"/>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169"/>
            <p:cNvSpPr/>
            <p:nvPr/>
          </p:nvSpPr>
          <p:spPr>
            <a:xfrm>
              <a:off x="651639" y="3246385"/>
              <a:ext cx="37217" cy="67776"/>
            </a:xfrm>
            <a:custGeom>
              <a:rect b="b" l="l" r="r" t="t"/>
              <a:pathLst>
                <a:path extrusionOk="0" h="295" w="162">
                  <a:moveTo>
                    <a:pt x="1" y="0"/>
                  </a:moveTo>
                  <a:lnTo>
                    <a:pt x="1" y="294"/>
                  </a:lnTo>
                  <a:lnTo>
                    <a:pt x="161" y="294"/>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169"/>
            <p:cNvSpPr/>
            <p:nvPr/>
          </p:nvSpPr>
          <p:spPr>
            <a:xfrm>
              <a:off x="473369" y="3373433"/>
              <a:ext cx="37217" cy="65708"/>
            </a:xfrm>
            <a:custGeom>
              <a:rect b="b" l="l" r="r" t="t"/>
              <a:pathLst>
                <a:path extrusionOk="0" h="286" w="162">
                  <a:moveTo>
                    <a:pt x="1" y="0"/>
                  </a:moveTo>
                  <a:lnTo>
                    <a:pt x="1"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169"/>
            <p:cNvSpPr/>
            <p:nvPr/>
          </p:nvSpPr>
          <p:spPr>
            <a:xfrm>
              <a:off x="641531" y="3391812"/>
              <a:ext cx="36987" cy="6570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169"/>
            <p:cNvSpPr/>
            <p:nvPr/>
          </p:nvSpPr>
          <p:spPr>
            <a:xfrm>
              <a:off x="537004" y="3504616"/>
              <a:ext cx="73975" cy="143594"/>
            </a:xfrm>
            <a:custGeom>
              <a:rect b="b" l="l" r="r" t="t"/>
              <a:pathLst>
                <a:path extrusionOk="0" h="625" w="322">
                  <a:moveTo>
                    <a:pt x="0" y="0"/>
                  </a:moveTo>
                  <a:lnTo>
                    <a:pt x="0" y="625"/>
                  </a:lnTo>
                  <a:lnTo>
                    <a:pt x="321" y="625"/>
                  </a:lnTo>
                  <a:lnTo>
                    <a:pt x="32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169"/>
            <p:cNvSpPr/>
            <p:nvPr/>
          </p:nvSpPr>
          <p:spPr>
            <a:xfrm>
              <a:off x="442585" y="3108998"/>
              <a:ext cx="336332" cy="71912"/>
            </a:xfrm>
            <a:custGeom>
              <a:rect b="b" l="l" r="r" t="t"/>
              <a:pathLst>
                <a:path extrusionOk="0" h="313" w="1464">
                  <a:moveTo>
                    <a:pt x="1" y="0"/>
                  </a:moveTo>
                  <a:lnTo>
                    <a:pt x="1" y="313"/>
                  </a:lnTo>
                  <a:lnTo>
                    <a:pt x="1464" y="313"/>
                  </a:lnTo>
                  <a:lnTo>
                    <a:pt x="115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169"/>
            <p:cNvSpPr/>
            <p:nvPr/>
          </p:nvSpPr>
          <p:spPr>
            <a:xfrm>
              <a:off x="1231704" y="3108998"/>
              <a:ext cx="250181" cy="397697"/>
            </a:xfrm>
            <a:custGeom>
              <a:rect b="b" l="l" r="r" t="t"/>
              <a:pathLst>
                <a:path extrusionOk="0" h="1731" w="1089">
                  <a:moveTo>
                    <a:pt x="0" y="0"/>
                  </a:moveTo>
                  <a:lnTo>
                    <a:pt x="0" y="1731"/>
                  </a:lnTo>
                  <a:lnTo>
                    <a:pt x="1089" y="1731"/>
                  </a:lnTo>
                  <a:lnTo>
                    <a:pt x="1089"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169"/>
            <p:cNvSpPr/>
            <p:nvPr/>
          </p:nvSpPr>
          <p:spPr>
            <a:xfrm>
              <a:off x="1174272" y="3049495"/>
              <a:ext cx="57663" cy="457203"/>
            </a:xfrm>
            <a:custGeom>
              <a:rect b="b" l="l" r="r" t="t"/>
              <a:pathLst>
                <a:path extrusionOk="0" h="1990" w="251">
                  <a:moveTo>
                    <a:pt x="1" y="1"/>
                  </a:moveTo>
                  <a:lnTo>
                    <a:pt x="1" y="1990"/>
                  </a:lnTo>
                  <a:lnTo>
                    <a:pt x="250" y="1990"/>
                  </a:lnTo>
                  <a:lnTo>
                    <a:pt x="250" y="259"/>
                  </a:lnTo>
                  <a:lnTo>
                    <a:pt x="1"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169"/>
            <p:cNvSpPr/>
            <p:nvPr/>
          </p:nvSpPr>
          <p:spPr>
            <a:xfrm>
              <a:off x="1412042" y="3149893"/>
              <a:ext cx="31014" cy="55599"/>
            </a:xfrm>
            <a:custGeom>
              <a:rect b="b" l="l" r="r" t="t"/>
              <a:pathLst>
                <a:path extrusionOk="0" h="242" w="135">
                  <a:moveTo>
                    <a:pt x="0" y="1"/>
                  </a:moveTo>
                  <a:lnTo>
                    <a:pt x="0" y="242"/>
                  </a:lnTo>
                  <a:lnTo>
                    <a:pt x="134" y="242"/>
                  </a:lnTo>
                  <a:lnTo>
                    <a:pt x="13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169"/>
            <p:cNvSpPr/>
            <p:nvPr/>
          </p:nvSpPr>
          <p:spPr>
            <a:xfrm>
              <a:off x="1344501" y="3205261"/>
              <a:ext cx="30784" cy="53532"/>
            </a:xfrm>
            <a:custGeom>
              <a:rect b="b" l="l" r="r" t="t"/>
              <a:pathLst>
                <a:path extrusionOk="0" h="233" w="134">
                  <a:moveTo>
                    <a:pt x="0" y="1"/>
                  </a:moveTo>
                  <a:lnTo>
                    <a:pt x="0" y="233"/>
                  </a:lnTo>
                  <a:lnTo>
                    <a:pt x="134" y="233"/>
                  </a:lnTo>
                  <a:lnTo>
                    <a:pt x="13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169"/>
            <p:cNvSpPr/>
            <p:nvPr/>
          </p:nvSpPr>
          <p:spPr>
            <a:xfrm>
              <a:off x="1276731" y="3164366"/>
              <a:ext cx="31014" cy="55599"/>
            </a:xfrm>
            <a:custGeom>
              <a:rect b="b" l="l" r="r" t="t"/>
              <a:pathLst>
                <a:path extrusionOk="0" h="242" w="135">
                  <a:moveTo>
                    <a:pt x="1" y="0"/>
                  </a:moveTo>
                  <a:lnTo>
                    <a:pt x="1" y="241"/>
                  </a:lnTo>
                  <a:lnTo>
                    <a:pt x="134" y="241"/>
                  </a:lnTo>
                  <a:lnTo>
                    <a:pt x="134"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169"/>
            <p:cNvSpPr/>
            <p:nvPr/>
          </p:nvSpPr>
          <p:spPr>
            <a:xfrm>
              <a:off x="1424217" y="3268900"/>
              <a:ext cx="31014" cy="55370"/>
            </a:xfrm>
            <a:custGeom>
              <a:rect b="b" l="l" r="r" t="t"/>
              <a:pathLst>
                <a:path extrusionOk="0" h="241" w="135">
                  <a:moveTo>
                    <a:pt x="1" y="0"/>
                  </a:moveTo>
                  <a:lnTo>
                    <a:pt x="1" y="241"/>
                  </a:lnTo>
                  <a:lnTo>
                    <a:pt x="135" y="241"/>
                  </a:lnTo>
                  <a:lnTo>
                    <a:pt x="13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169"/>
            <p:cNvSpPr/>
            <p:nvPr/>
          </p:nvSpPr>
          <p:spPr>
            <a:xfrm>
              <a:off x="1049300" y="3320132"/>
              <a:ext cx="31014" cy="55600"/>
            </a:xfrm>
            <a:custGeom>
              <a:rect b="b" l="l" r="r" t="t"/>
              <a:pathLst>
                <a:path extrusionOk="0" h="242" w="135">
                  <a:moveTo>
                    <a:pt x="0" y="0"/>
                  </a:moveTo>
                  <a:lnTo>
                    <a:pt x="0" y="241"/>
                  </a:lnTo>
                  <a:lnTo>
                    <a:pt x="134" y="241"/>
                  </a:lnTo>
                  <a:lnTo>
                    <a:pt x="134"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169"/>
            <p:cNvSpPr/>
            <p:nvPr/>
          </p:nvSpPr>
          <p:spPr>
            <a:xfrm>
              <a:off x="1112705" y="3262697"/>
              <a:ext cx="31014" cy="55599"/>
            </a:xfrm>
            <a:custGeom>
              <a:rect b="b" l="l" r="r" t="t"/>
              <a:pathLst>
                <a:path extrusionOk="0" h="242" w="135">
                  <a:moveTo>
                    <a:pt x="1" y="0"/>
                  </a:moveTo>
                  <a:lnTo>
                    <a:pt x="1" y="241"/>
                  </a:lnTo>
                  <a:lnTo>
                    <a:pt x="135" y="241"/>
                  </a:lnTo>
                  <a:lnTo>
                    <a:pt x="13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169"/>
            <p:cNvSpPr/>
            <p:nvPr/>
          </p:nvSpPr>
          <p:spPr>
            <a:xfrm>
              <a:off x="1518636" y="3334377"/>
              <a:ext cx="31014" cy="55600"/>
            </a:xfrm>
            <a:custGeom>
              <a:rect b="b" l="l" r="r" t="t"/>
              <a:pathLst>
                <a:path extrusionOk="0" h="242" w="135">
                  <a:moveTo>
                    <a:pt x="0" y="1"/>
                  </a:moveTo>
                  <a:lnTo>
                    <a:pt x="0" y="241"/>
                  </a:lnTo>
                  <a:lnTo>
                    <a:pt x="134" y="241"/>
                  </a:lnTo>
                  <a:lnTo>
                    <a:pt x="13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169"/>
            <p:cNvSpPr/>
            <p:nvPr/>
          </p:nvSpPr>
          <p:spPr>
            <a:xfrm>
              <a:off x="1764446" y="3320132"/>
              <a:ext cx="31014" cy="55600"/>
            </a:xfrm>
            <a:custGeom>
              <a:rect b="b" l="l" r="r" t="t"/>
              <a:pathLst>
                <a:path extrusionOk="0" h="242" w="135">
                  <a:moveTo>
                    <a:pt x="1" y="0"/>
                  </a:moveTo>
                  <a:lnTo>
                    <a:pt x="1" y="241"/>
                  </a:lnTo>
                  <a:lnTo>
                    <a:pt x="135" y="241"/>
                  </a:lnTo>
                  <a:lnTo>
                    <a:pt x="13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169"/>
            <p:cNvSpPr/>
            <p:nvPr/>
          </p:nvSpPr>
          <p:spPr>
            <a:xfrm>
              <a:off x="1598582" y="3387677"/>
              <a:ext cx="31014" cy="55600"/>
            </a:xfrm>
            <a:custGeom>
              <a:rect b="b" l="l" r="r" t="t"/>
              <a:pathLst>
                <a:path extrusionOk="0" h="242" w="135">
                  <a:moveTo>
                    <a:pt x="0" y="1"/>
                  </a:moveTo>
                  <a:lnTo>
                    <a:pt x="0" y="241"/>
                  </a:lnTo>
                  <a:lnTo>
                    <a:pt x="134" y="241"/>
                  </a:lnTo>
                  <a:lnTo>
                    <a:pt x="13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169"/>
            <p:cNvSpPr/>
            <p:nvPr/>
          </p:nvSpPr>
          <p:spPr>
            <a:xfrm>
              <a:off x="1863000" y="3328173"/>
              <a:ext cx="30784" cy="55600"/>
            </a:xfrm>
            <a:custGeom>
              <a:rect b="b" l="l" r="r" t="t"/>
              <a:pathLst>
                <a:path extrusionOk="0" h="242" w="134">
                  <a:moveTo>
                    <a:pt x="0" y="1"/>
                  </a:moveTo>
                  <a:lnTo>
                    <a:pt x="0" y="242"/>
                  </a:lnTo>
                  <a:lnTo>
                    <a:pt x="134" y="242"/>
                  </a:lnTo>
                  <a:lnTo>
                    <a:pt x="13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169"/>
            <p:cNvSpPr/>
            <p:nvPr/>
          </p:nvSpPr>
          <p:spPr>
            <a:xfrm>
              <a:off x="1813608" y="3414327"/>
              <a:ext cx="31014" cy="55600"/>
            </a:xfrm>
            <a:custGeom>
              <a:rect b="b" l="l" r="r" t="t"/>
              <a:pathLst>
                <a:path extrusionOk="0" h="242" w="135">
                  <a:moveTo>
                    <a:pt x="1" y="1"/>
                  </a:moveTo>
                  <a:lnTo>
                    <a:pt x="1" y="241"/>
                  </a:lnTo>
                  <a:lnTo>
                    <a:pt x="135" y="241"/>
                  </a:lnTo>
                  <a:lnTo>
                    <a:pt x="13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169"/>
            <p:cNvSpPr/>
            <p:nvPr/>
          </p:nvSpPr>
          <p:spPr>
            <a:xfrm>
              <a:off x="1260421" y="3268900"/>
              <a:ext cx="31014" cy="55370"/>
            </a:xfrm>
            <a:custGeom>
              <a:rect b="b" l="l" r="r" t="t"/>
              <a:pathLst>
                <a:path extrusionOk="0" h="241" w="135">
                  <a:moveTo>
                    <a:pt x="0" y="0"/>
                  </a:moveTo>
                  <a:lnTo>
                    <a:pt x="0" y="241"/>
                  </a:lnTo>
                  <a:lnTo>
                    <a:pt x="134" y="241"/>
                  </a:lnTo>
                  <a:lnTo>
                    <a:pt x="134"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169"/>
            <p:cNvSpPr/>
            <p:nvPr/>
          </p:nvSpPr>
          <p:spPr>
            <a:xfrm>
              <a:off x="1340366" y="3387677"/>
              <a:ext cx="61569" cy="119011"/>
            </a:xfrm>
            <a:custGeom>
              <a:rect b="b" l="l" r="r" t="t"/>
              <a:pathLst>
                <a:path extrusionOk="0" h="518" w="268">
                  <a:moveTo>
                    <a:pt x="0" y="1"/>
                  </a:moveTo>
                  <a:lnTo>
                    <a:pt x="0" y="518"/>
                  </a:lnTo>
                  <a:lnTo>
                    <a:pt x="268" y="518"/>
                  </a:lnTo>
                  <a:lnTo>
                    <a:pt x="26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169"/>
            <p:cNvSpPr/>
            <p:nvPr/>
          </p:nvSpPr>
          <p:spPr>
            <a:xfrm>
              <a:off x="1680595" y="3387677"/>
              <a:ext cx="61569" cy="119011"/>
            </a:xfrm>
            <a:custGeom>
              <a:rect b="b" l="l" r="r" t="t"/>
              <a:pathLst>
                <a:path extrusionOk="0" h="518" w="268">
                  <a:moveTo>
                    <a:pt x="0" y="1"/>
                  </a:moveTo>
                  <a:lnTo>
                    <a:pt x="0" y="518"/>
                  </a:lnTo>
                  <a:lnTo>
                    <a:pt x="268" y="518"/>
                  </a:lnTo>
                  <a:lnTo>
                    <a:pt x="26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169"/>
            <p:cNvSpPr/>
            <p:nvPr/>
          </p:nvSpPr>
          <p:spPr>
            <a:xfrm>
              <a:off x="1174272" y="3049495"/>
              <a:ext cx="307615" cy="59735"/>
            </a:xfrm>
            <a:custGeom>
              <a:rect b="b" l="l" r="r" t="t"/>
              <a:pathLst>
                <a:path extrusionOk="0" h="260" w="1339">
                  <a:moveTo>
                    <a:pt x="1" y="1"/>
                  </a:moveTo>
                  <a:lnTo>
                    <a:pt x="250" y="259"/>
                  </a:lnTo>
                  <a:lnTo>
                    <a:pt x="1339" y="259"/>
                  </a:lnTo>
                  <a:lnTo>
                    <a:pt x="107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169"/>
            <p:cNvSpPr/>
            <p:nvPr/>
          </p:nvSpPr>
          <p:spPr>
            <a:xfrm>
              <a:off x="1436623" y="3356891"/>
              <a:ext cx="88448" cy="223776"/>
            </a:xfrm>
            <a:custGeom>
              <a:rect b="b" l="l" r="r" t="t"/>
              <a:pathLst>
                <a:path extrusionOk="0" h="974" w="385">
                  <a:moveTo>
                    <a:pt x="197" y="1"/>
                  </a:moveTo>
                  <a:lnTo>
                    <a:pt x="99" y="482"/>
                  </a:lnTo>
                  <a:lnTo>
                    <a:pt x="1" y="973"/>
                  </a:lnTo>
                  <a:lnTo>
                    <a:pt x="384" y="973"/>
                  </a:lnTo>
                  <a:lnTo>
                    <a:pt x="286" y="482"/>
                  </a:lnTo>
                  <a:lnTo>
                    <a:pt x="197"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169"/>
            <p:cNvSpPr/>
            <p:nvPr/>
          </p:nvSpPr>
          <p:spPr>
            <a:xfrm>
              <a:off x="2008418" y="3174475"/>
              <a:ext cx="86380" cy="223777"/>
            </a:xfrm>
            <a:custGeom>
              <a:rect b="b" l="l" r="r" t="t"/>
              <a:pathLst>
                <a:path extrusionOk="0" h="974" w="376">
                  <a:moveTo>
                    <a:pt x="188" y="1"/>
                  </a:moveTo>
                  <a:lnTo>
                    <a:pt x="90" y="483"/>
                  </a:lnTo>
                  <a:lnTo>
                    <a:pt x="0" y="973"/>
                  </a:lnTo>
                  <a:lnTo>
                    <a:pt x="375" y="973"/>
                  </a:lnTo>
                  <a:lnTo>
                    <a:pt x="277" y="483"/>
                  </a:lnTo>
                  <a:lnTo>
                    <a:pt x="18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169"/>
            <p:cNvSpPr/>
            <p:nvPr/>
          </p:nvSpPr>
          <p:spPr>
            <a:xfrm>
              <a:off x="2104675" y="3326106"/>
              <a:ext cx="110962" cy="285120"/>
            </a:xfrm>
            <a:custGeom>
              <a:rect b="b" l="l" r="r" t="t"/>
              <a:pathLst>
                <a:path extrusionOk="0" h="1241" w="483">
                  <a:moveTo>
                    <a:pt x="242" y="1"/>
                  </a:moveTo>
                  <a:lnTo>
                    <a:pt x="126" y="625"/>
                  </a:lnTo>
                  <a:lnTo>
                    <a:pt x="1" y="1241"/>
                  </a:lnTo>
                  <a:lnTo>
                    <a:pt x="483" y="1241"/>
                  </a:lnTo>
                  <a:lnTo>
                    <a:pt x="358" y="625"/>
                  </a:lnTo>
                  <a:lnTo>
                    <a:pt x="242"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169"/>
            <p:cNvSpPr/>
            <p:nvPr/>
          </p:nvSpPr>
          <p:spPr>
            <a:xfrm>
              <a:off x="2330268" y="3266832"/>
              <a:ext cx="78110" cy="203099"/>
            </a:xfrm>
            <a:custGeom>
              <a:rect b="b" l="l" r="r" t="t"/>
              <a:pathLst>
                <a:path extrusionOk="0" h="884" w="340">
                  <a:moveTo>
                    <a:pt x="170" y="0"/>
                  </a:moveTo>
                  <a:lnTo>
                    <a:pt x="80" y="437"/>
                  </a:lnTo>
                  <a:lnTo>
                    <a:pt x="0" y="883"/>
                  </a:lnTo>
                  <a:lnTo>
                    <a:pt x="339" y="883"/>
                  </a:lnTo>
                  <a:lnTo>
                    <a:pt x="259" y="437"/>
                  </a:lnTo>
                  <a:lnTo>
                    <a:pt x="170"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169"/>
            <p:cNvSpPr/>
            <p:nvPr/>
          </p:nvSpPr>
          <p:spPr>
            <a:xfrm>
              <a:off x="1496122" y="2854902"/>
              <a:ext cx="88218" cy="223547"/>
            </a:xfrm>
            <a:custGeom>
              <a:rect b="b" l="l" r="r" t="t"/>
              <a:pathLst>
                <a:path extrusionOk="0" h="973" w="384">
                  <a:moveTo>
                    <a:pt x="196" y="0"/>
                  </a:moveTo>
                  <a:lnTo>
                    <a:pt x="98" y="491"/>
                  </a:lnTo>
                  <a:lnTo>
                    <a:pt x="0" y="972"/>
                  </a:lnTo>
                  <a:lnTo>
                    <a:pt x="384" y="972"/>
                  </a:lnTo>
                  <a:lnTo>
                    <a:pt x="286" y="491"/>
                  </a:lnTo>
                  <a:lnTo>
                    <a:pt x="196"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169"/>
            <p:cNvSpPr/>
            <p:nvPr/>
          </p:nvSpPr>
          <p:spPr>
            <a:xfrm>
              <a:off x="1420312" y="2883390"/>
              <a:ext cx="57434" cy="147959"/>
            </a:xfrm>
            <a:custGeom>
              <a:rect b="b" l="l" r="r" t="t"/>
              <a:pathLst>
                <a:path extrusionOk="0" h="644" w="250">
                  <a:moveTo>
                    <a:pt x="125" y="1"/>
                  </a:moveTo>
                  <a:lnTo>
                    <a:pt x="63" y="322"/>
                  </a:lnTo>
                  <a:lnTo>
                    <a:pt x="0" y="643"/>
                  </a:lnTo>
                  <a:lnTo>
                    <a:pt x="250" y="643"/>
                  </a:lnTo>
                  <a:lnTo>
                    <a:pt x="187" y="322"/>
                  </a:lnTo>
                  <a:lnTo>
                    <a:pt x="125"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169"/>
            <p:cNvSpPr/>
            <p:nvPr/>
          </p:nvSpPr>
          <p:spPr>
            <a:xfrm>
              <a:off x="-102" y="3002397"/>
              <a:ext cx="442929" cy="707400"/>
            </a:xfrm>
            <a:custGeom>
              <a:rect b="b" l="l" r="r" t="t"/>
              <a:pathLst>
                <a:path extrusionOk="0" h="3079" w="1928">
                  <a:moveTo>
                    <a:pt x="1" y="0"/>
                  </a:moveTo>
                  <a:lnTo>
                    <a:pt x="1" y="3078"/>
                  </a:lnTo>
                  <a:lnTo>
                    <a:pt x="1928" y="3078"/>
                  </a:lnTo>
                  <a:lnTo>
                    <a:pt x="1928"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169"/>
            <p:cNvSpPr/>
            <p:nvPr/>
          </p:nvSpPr>
          <p:spPr>
            <a:xfrm>
              <a:off x="67668" y="3074077"/>
              <a:ext cx="55596" cy="98563"/>
            </a:xfrm>
            <a:custGeom>
              <a:rect b="b" l="l" r="r" t="t"/>
              <a:pathLst>
                <a:path extrusionOk="0" h="429" w="242">
                  <a:moveTo>
                    <a:pt x="0" y="1"/>
                  </a:moveTo>
                  <a:lnTo>
                    <a:pt x="0" y="429"/>
                  </a:lnTo>
                  <a:lnTo>
                    <a:pt x="241" y="429"/>
                  </a:lnTo>
                  <a:lnTo>
                    <a:pt x="24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169"/>
            <p:cNvSpPr/>
            <p:nvPr/>
          </p:nvSpPr>
          <p:spPr>
            <a:xfrm>
              <a:off x="190573" y="3172407"/>
              <a:ext cx="53528" cy="98792"/>
            </a:xfrm>
            <a:custGeom>
              <a:rect b="b" l="l" r="r" t="t"/>
              <a:pathLst>
                <a:path extrusionOk="0" h="430" w="233">
                  <a:moveTo>
                    <a:pt x="1" y="1"/>
                  </a:moveTo>
                  <a:lnTo>
                    <a:pt x="1" y="429"/>
                  </a:lnTo>
                  <a:lnTo>
                    <a:pt x="232" y="429"/>
                  </a:lnTo>
                  <a:lnTo>
                    <a:pt x="23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169"/>
            <p:cNvSpPr/>
            <p:nvPr/>
          </p:nvSpPr>
          <p:spPr>
            <a:xfrm>
              <a:off x="309343" y="3100727"/>
              <a:ext cx="55596" cy="98563"/>
            </a:xfrm>
            <a:custGeom>
              <a:rect b="b" l="l" r="r" t="t"/>
              <a:pathLst>
                <a:path extrusionOk="0" h="429" w="242">
                  <a:moveTo>
                    <a:pt x="1" y="1"/>
                  </a:moveTo>
                  <a:lnTo>
                    <a:pt x="1" y="429"/>
                  </a:lnTo>
                  <a:lnTo>
                    <a:pt x="242" y="429"/>
                  </a:lnTo>
                  <a:lnTo>
                    <a:pt x="24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169"/>
            <p:cNvSpPr/>
            <p:nvPr/>
          </p:nvSpPr>
          <p:spPr>
            <a:xfrm>
              <a:off x="47222" y="3285211"/>
              <a:ext cx="53299" cy="98563"/>
            </a:xfrm>
            <a:custGeom>
              <a:rect b="b" l="l" r="r" t="t"/>
              <a:pathLst>
                <a:path extrusionOk="0" h="429" w="232">
                  <a:moveTo>
                    <a:pt x="0" y="1"/>
                  </a:moveTo>
                  <a:lnTo>
                    <a:pt x="0" y="429"/>
                  </a:lnTo>
                  <a:lnTo>
                    <a:pt x="232" y="429"/>
                  </a:lnTo>
                  <a:lnTo>
                    <a:pt x="23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169"/>
            <p:cNvSpPr/>
            <p:nvPr/>
          </p:nvSpPr>
          <p:spPr>
            <a:xfrm>
              <a:off x="293032" y="3313929"/>
              <a:ext cx="55596" cy="98563"/>
            </a:xfrm>
            <a:custGeom>
              <a:rect b="b" l="l" r="r" t="t"/>
              <a:pathLst>
                <a:path extrusionOk="0" h="429" w="242">
                  <a:moveTo>
                    <a:pt x="1" y="0"/>
                  </a:moveTo>
                  <a:lnTo>
                    <a:pt x="1" y="429"/>
                  </a:lnTo>
                  <a:lnTo>
                    <a:pt x="241" y="429"/>
                  </a:lnTo>
                  <a:lnTo>
                    <a:pt x="24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169"/>
            <p:cNvSpPr/>
            <p:nvPr/>
          </p:nvSpPr>
          <p:spPr>
            <a:xfrm>
              <a:off x="139343" y="3481872"/>
              <a:ext cx="110962" cy="209302"/>
            </a:xfrm>
            <a:custGeom>
              <a:rect b="b" l="l" r="r" t="t"/>
              <a:pathLst>
                <a:path extrusionOk="0" h="911" w="483">
                  <a:moveTo>
                    <a:pt x="0" y="1"/>
                  </a:moveTo>
                  <a:lnTo>
                    <a:pt x="0" y="911"/>
                  </a:lnTo>
                  <a:lnTo>
                    <a:pt x="482" y="911"/>
                  </a:lnTo>
                  <a:lnTo>
                    <a:pt x="48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169"/>
            <p:cNvSpPr/>
            <p:nvPr/>
          </p:nvSpPr>
          <p:spPr>
            <a:xfrm>
              <a:off x="-102" y="2895796"/>
              <a:ext cx="498295" cy="106834"/>
            </a:xfrm>
            <a:custGeom>
              <a:rect b="b" l="l" r="r" t="t"/>
              <a:pathLst>
                <a:path extrusionOk="0" h="465" w="2169">
                  <a:moveTo>
                    <a:pt x="1" y="1"/>
                  </a:moveTo>
                  <a:lnTo>
                    <a:pt x="1" y="464"/>
                  </a:lnTo>
                  <a:lnTo>
                    <a:pt x="2169" y="464"/>
                  </a:lnTo>
                  <a:lnTo>
                    <a:pt x="17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169"/>
            <p:cNvSpPr/>
            <p:nvPr/>
          </p:nvSpPr>
          <p:spPr>
            <a:xfrm>
              <a:off x="-102" y="3579742"/>
              <a:ext cx="195045" cy="119700"/>
            </a:xfrm>
            <a:custGeom>
              <a:rect b="b" l="l" r="r" t="t"/>
              <a:pathLst>
                <a:path extrusionOk="0" h="521" w="849">
                  <a:moveTo>
                    <a:pt x="38" y="1"/>
                  </a:moveTo>
                  <a:cubicBezTo>
                    <a:pt x="15" y="1"/>
                    <a:pt x="1" y="3"/>
                    <a:pt x="1" y="3"/>
                  </a:cubicBezTo>
                  <a:lnTo>
                    <a:pt x="1" y="521"/>
                  </a:lnTo>
                  <a:lnTo>
                    <a:pt x="848" y="387"/>
                  </a:lnTo>
                  <a:cubicBezTo>
                    <a:pt x="792" y="250"/>
                    <a:pt x="688" y="218"/>
                    <a:pt x="603" y="218"/>
                  </a:cubicBezTo>
                  <a:cubicBezTo>
                    <a:pt x="527" y="218"/>
                    <a:pt x="465" y="244"/>
                    <a:pt x="465" y="244"/>
                  </a:cubicBezTo>
                  <a:cubicBezTo>
                    <a:pt x="438" y="180"/>
                    <a:pt x="379" y="167"/>
                    <a:pt x="336" y="167"/>
                  </a:cubicBezTo>
                  <a:cubicBezTo>
                    <a:pt x="308" y="167"/>
                    <a:pt x="286" y="173"/>
                    <a:pt x="286" y="173"/>
                  </a:cubicBezTo>
                  <a:cubicBezTo>
                    <a:pt x="233" y="20"/>
                    <a:pt x="102" y="1"/>
                    <a:pt x="3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169"/>
            <p:cNvSpPr/>
            <p:nvPr/>
          </p:nvSpPr>
          <p:spPr>
            <a:xfrm>
              <a:off x="2192891" y="3495656"/>
              <a:ext cx="192748" cy="119700"/>
            </a:xfrm>
            <a:custGeom>
              <a:rect b="b" l="l" r="r" t="t"/>
              <a:pathLst>
                <a:path extrusionOk="0" h="521" w="839">
                  <a:moveTo>
                    <a:pt x="36" y="1"/>
                  </a:moveTo>
                  <a:cubicBezTo>
                    <a:pt x="14" y="1"/>
                    <a:pt x="0" y="3"/>
                    <a:pt x="0" y="3"/>
                  </a:cubicBezTo>
                  <a:lnTo>
                    <a:pt x="0" y="521"/>
                  </a:lnTo>
                  <a:lnTo>
                    <a:pt x="839" y="387"/>
                  </a:lnTo>
                  <a:cubicBezTo>
                    <a:pt x="783" y="251"/>
                    <a:pt x="679" y="218"/>
                    <a:pt x="594" y="218"/>
                  </a:cubicBezTo>
                  <a:cubicBezTo>
                    <a:pt x="517" y="218"/>
                    <a:pt x="455" y="244"/>
                    <a:pt x="455" y="244"/>
                  </a:cubicBezTo>
                  <a:cubicBezTo>
                    <a:pt x="429" y="180"/>
                    <a:pt x="373" y="167"/>
                    <a:pt x="333" y="167"/>
                  </a:cubicBezTo>
                  <a:cubicBezTo>
                    <a:pt x="306" y="167"/>
                    <a:pt x="286" y="173"/>
                    <a:pt x="286" y="173"/>
                  </a:cubicBezTo>
                  <a:cubicBezTo>
                    <a:pt x="226" y="21"/>
                    <a:pt x="98" y="1"/>
                    <a:pt x="36"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169"/>
            <p:cNvSpPr/>
            <p:nvPr/>
          </p:nvSpPr>
          <p:spPr>
            <a:xfrm>
              <a:off x="403761" y="3459357"/>
              <a:ext cx="86151" cy="223776"/>
            </a:xfrm>
            <a:custGeom>
              <a:rect b="b" l="l" r="r" t="t"/>
              <a:pathLst>
                <a:path extrusionOk="0" h="974" w="375">
                  <a:moveTo>
                    <a:pt x="188" y="1"/>
                  </a:moveTo>
                  <a:lnTo>
                    <a:pt x="90" y="491"/>
                  </a:lnTo>
                  <a:lnTo>
                    <a:pt x="0" y="973"/>
                  </a:lnTo>
                  <a:lnTo>
                    <a:pt x="375" y="973"/>
                  </a:lnTo>
                  <a:lnTo>
                    <a:pt x="277" y="491"/>
                  </a:lnTo>
                  <a:lnTo>
                    <a:pt x="18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169"/>
            <p:cNvSpPr/>
            <p:nvPr/>
          </p:nvSpPr>
          <p:spPr>
            <a:xfrm>
              <a:off x="-102" y="1883317"/>
              <a:ext cx="57663" cy="293391"/>
            </a:xfrm>
            <a:custGeom>
              <a:rect b="b" l="l" r="r" t="t"/>
              <a:pathLst>
                <a:path extrusionOk="0" h="1277" w="251">
                  <a:moveTo>
                    <a:pt x="1" y="1"/>
                  </a:moveTo>
                  <a:lnTo>
                    <a:pt x="1" y="1276"/>
                  </a:lnTo>
                  <a:lnTo>
                    <a:pt x="251" y="1276"/>
                  </a:lnTo>
                  <a:lnTo>
                    <a:pt x="126" y="634"/>
                  </a:lnTo>
                  <a:lnTo>
                    <a:pt x="1"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169"/>
            <p:cNvSpPr/>
            <p:nvPr/>
          </p:nvSpPr>
          <p:spPr>
            <a:xfrm>
              <a:off x="-102" y="3434774"/>
              <a:ext cx="3312319" cy="484083"/>
            </a:xfrm>
            <a:custGeom>
              <a:rect b="b" l="l" r="r" t="t"/>
              <a:pathLst>
                <a:path extrusionOk="0" h="2107" w="14418">
                  <a:moveTo>
                    <a:pt x="11304" y="1"/>
                  </a:moveTo>
                  <a:lnTo>
                    <a:pt x="10064" y="679"/>
                  </a:lnTo>
                  <a:lnTo>
                    <a:pt x="6076" y="527"/>
                  </a:lnTo>
                  <a:lnTo>
                    <a:pt x="3534" y="804"/>
                  </a:lnTo>
                  <a:lnTo>
                    <a:pt x="1" y="1080"/>
                  </a:lnTo>
                  <a:lnTo>
                    <a:pt x="1" y="1535"/>
                  </a:lnTo>
                  <a:lnTo>
                    <a:pt x="1" y="2106"/>
                  </a:lnTo>
                  <a:lnTo>
                    <a:pt x="14417" y="2106"/>
                  </a:lnTo>
                  <a:lnTo>
                    <a:pt x="13704" y="1196"/>
                  </a:lnTo>
                  <a:lnTo>
                    <a:pt x="12098" y="893"/>
                  </a:lnTo>
                  <a:lnTo>
                    <a:pt x="1130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169"/>
            <p:cNvSpPr/>
            <p:nvPr/>
          </p:nvSpPr>
          <p:spPr>
            <a:xfrm>
              <a:off x="741922" y="3433166"/>
              <a:ext cx="108894" cy="36760"/>
            </a:xfrm>
            <a:custGeom>
              <a:rect b="b" l="l" r="r" t="t"/>
              <a:pathLst>
                <a:path extrusionOk="0" h="160" w="474">
                  <a:moveTo>
                    <a:pt x="191" y="1"/>
                  </a:moveTo>
                  <a:cubicBezTo>
                    <a:pt x="81" y="1"/>
                    <a:pt x="0" y="61"/>
                    <a:pt x="0" y="61"/>
                  </a:cubicBezTo>
                  <a:lnTo>
                    <a:pt x="0" y="159"/>
                  </a:lnTo>
                  <a:lnTo>
                    <a:pt x="473" y="159"/>
                  </a:lnTo>
                  <a:cubicBezTo>
                    <a:pt x="377" y="36"/>
                    <a:pt x="275" y="1"/>
                    <a:pt x="19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169"/>
            <p:cNvSpPr/>
            <p:nvPr/>
          </p:nvSpPr>
          <p:spPr>
            <a:xfrm>
              <a:off x="922259" y="3406056"/>
              <a:ext cx="272695" cy="63871"/>
            </a:xfrm>
            <a:custGeom>
              <a:rect b="b" l="l" r="r" t="t"/>
              <a:pathLst>
                <a:path extrusionOk="0" h="278" w="1187">
                  <a:moveTo>
                    <a:pt x="598" y="1"/>
                  </a:moveTo>
                  <a:cubicBezTo>
                    <a:pt x="375" y="1"/>
                    <a:pt x="268" y="197"/>
                    <a:pt x="268" y="197"/>
                  </a:cubicBezTo>
                  <a:cubicBezTo>
                    <a:pt x="234" y="181"/>
                    <a:pt x="203" y="175"/>
                    <a:pt x="175" y="175"/>
                  </a:cubicBezTo>
                  <a:cubicBezTo>
                    <a:pt x="63" y="175"/>
                    <a:pt x="0" y="277"/>
                    <a:pt x="0" y="277"/>
                  </a:cubicBezTo>
                  <a:lnTo>
                    <a:pt x="1187" y="277"/>
                  </a:lnTo>
                  <a:cubicBezTo>
                    <a:pt x="1143" y="174"/>
                    <a:pt x="1046" y="153"/>
                    <a:pt x="977" y="153"/>
                  </a:cubicBezTo>
                  <a:cubicBezTo>
                    <a:pt x="933" y="153"/>
                    <a:pt x="901" y="161"/>
                    <a:pt x="901" y="161"/>
                  </a:cubicBezTo>
                  <a:cubicBezTo>
                    <a:pt x="901" y="161"/>
                    <a:pt x="821" y="1"/>
                    <a:pt x="59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169"/>
            <p:cNvSpPr/>
            <p:nvPr/>
          </p:nvSpPr>
          <p:spPr>
            <a:xfrm>
              <a:off x="1809703" y="3445113"/>
              <a:ext cx="270628" cy="61573"/>
            </a:xfrm>
            <a:custGeom>
              <a:rect b="b" l="l" r="r" t="t"/>
              <a:pathLst>
                <a:path extrusionOk="0" h="268" w="1178">
                  <a:moveTo>
                    <a:pt x="598" y="0"/>
                  </a:moveTo>
                  <a:cubicBezTo>
                    <a:pt x="375" y="0"/>
                    <a:pt x="268" y="197"/>
                    <a:pt x="268" y="197"/>
                  </a:cubicBezTo>
                  <a:cubicBezTo>
                    <a:pt x="230" y="180"/>
                    <a:pt x="197" y="173"/>
                    <a:pt x="167" y="173"/>
                  </a:cubicBezTo>
                  <a:cubicBezTo>
                    <a:pt x="56" y="173"/>
                    <a:pt x="0" y="268"/>
                    <a:pt x="0" y="268"/>
                  </a:cubicBezTo>
                  <a:lnTo>
                    <a:pt x="1178" y="268"/>
                  </a:lnTo>
                  <a:cubicBezTo>
                    <a:pt x="1138" y="165"/>
                    <a:pt x="1031" y="146"/>
                    <a:pt x="960" y="146"/>
                  </a:cubicBezTo>
                  <a:cubicBezTo>
                    <a:pt x="921" y="146"/>
                    <a:pt x="892" y="152"/>
                    <a:pt x="892" y="152"/>
                  </a:cubicBezTo>
                  <a:cubicBezTo>
                    <a:pt x="892" y="152"/>
                    <a:pt x="812" y="0"/>
                    <a:pt x="598"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169"/>
            <p:cNvSpPr/>
            <p:nvPr/>
          </p:nvSpPr>
          <p:spPr>
            <a:xfrm>
              <a:off x="1104664" y="3455222"/>
              <a:ext cx="225600" cy="51464"/>
            </a:xfrm>
            <a:custGeom>
              <a:rect b="b" l="l" r="r" t="t"/>
              <a:pathLst>
                <a:path extrusionOk="0" h="224" w="982">
                  <a:moveTo>
                    <a:pt x="491" y="1"/>
                  </a:moveTo>
                  <a:cubicBezTo>
                    <a:pt x="313" y="1"/>
                    <a:pt x="214" y="162"/>
                    <a:pt x="214" y="162"/>
                  </a:cubicBezTo>
                  <a:cubicBezTo>
                    <a:pt x="186" y="149"/>
                    <a:pt x="160" y="144"/>
                    <a:pt x="137" y="144"/>
                  </a:cubicBezTo>
                  <a:cubicBezTo>
                    <a:pt x="46" y="144"/>
                    <a:pt x="0" y="224"/>
                    <a:pt x="0" y="224"/>
                  </a:cubicBezTo>
                  <a:lnTo>
                    <a:pt x="982" y="224"/>
                  </a:lnTo>
                  <a:cubicBezTo>
                    <a:pt x="944" y="144"/>
                    <a:pt x="865" y="128"/>
                    <a:pt x="808" y="128"/>
                  </a:cubicBezTo>
                  <a:cubicBezTo>
                    <a:pt x="769" y="128"/>
                    <a:pt x="741" y="135"/>
                    <a:pt x="741" y="135"/>
                  </a:cubicBezTo>
                  <a:cubicBezTo>
                    <a:pt x="741" y="135"/>
                    <a:pt x="678" y="1"/>
                    <a:pt x="49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169"/>
            <p:cNvSpPr/>
            <p:nvPr/>
          </p:nvSpPr>
          <p:spPr>
            <a:xfrm>
              <a:off x="-102" y="3434774"/>
              <a:ext cx="3312319" cy="484083"/>
            </a:xfrm>
            <a:custGeom>
              <a:rect b="b" l="l" r="r" t="t"/>
              <a:pathLst>
                <a:path extrusionOk="0" h="2107" w="14418">
                  <a:moveTo>
                    <a:pt x="11304" y="1"/>
                  </a:moveTo>
                  <a:lnTo>
                    <a:pt x="10064" y="679"/>
                  </a:lnTo>
                  <a:lnTo>
                    <a:pt x="6076" y="527"/>
                  </a:lnTo>
                  <a:lnTo>
                    <a:pt x="3534" y="804"/>
                  </a:lnTo>
                  <a:lnTo>
                    <a:pt x="1" y="1080"/>
                  </a:lnTo>
                  <a:lnTo>
                    <a:pt x="1" y="1535"/>
                  </a:lnTo>
                  <a:lnTo>
                    <a:pt x="429" y="1392"/>
                  </a:lnTo>
                  <a:lnTo>
                    <a:pt x="688" y="1366"/>
                  </a:lnTo>
                  <a:cubicBezTo>
                    <a:pt x="688" y="1366"/>
                    <a:pt x="1022" y="1498"/>
                    <a:pt x="1137" y="1498"/>
                  </a:cubicBezTo>
                  <a:cubicBezTo>
                    <a:pt x="1152" y="1498"/>
                    <a:pt x="1163" y="1496"/>
                    <a:pt x="1170" y="1491"/>
                  </a:cubicBezTo>
                  <a:cubicBezTo>
                    <a:pt x="1223" y="1446"/>
                    <a:pt x="1312" y="1366"/>
                    <a:pt x="1312" y="1366"/>
                  </a:cubicBezTo>
                  <a:lnTo>
                    <a:pt x="1758" y="1214"/>
                  </a:lnTo>
                  <a:lnTo>
                    <a:pt x="3337" y="1214"/>
                  </a:lnTo>
                  <a:cubicBezTo>
                    <a:pt x="3337" y="1214"/>
                    <a:pt x="3712" y="1160"/>
                    <a:pt x="3935" y="1116"/>
                  </a:cubicBezTo>
                  <a:cubicBezTo>
                    <a:pt x="4167" y="1080"/>
                    <a:pt x="4470" y="1036"/>
                    <a:pt x="4470" y="1036"/>
                  </a:cubicBezTo>
                  <a:lnTo>
                    <a:pt x="5014" y="1036"/>
                  </a:lnTo>
                  <a:lnTo>
                    <a:pt x="5362" y="982"/>
                  </a:lnTo>
                  <a:lnTo>
                    <a:pt x="5969" y="786"/>
                  </a:lnTo>
                  <a:lnTo>
                    <a:pt x="6219" y="786"/>
                  </a:lnTo>
                  <a:lnTo>
                    <a:pt x="6790" y="1196"/>
                  </a:lnTo>
                  <a:cubicBezTo>
                    <a:pt x="6790" y="1196"/>
                    <a:pt x="6995" y="1089"/>
                    <a:pt x="7031" y="1053"/>
                  </a:cubicBezTo>
                  <a:cubicBezTo>
                    <a:pt x="7057" y="1018"/>
                    <a:pt x="8369" y="982"/>
                    <a:pt x="8369" y="982"/>
                  </a:cubicBezTo>
                  <a:lnTo>
                    <a:pt x="8851" y="929"/>
                  </a:lnTo>
                  <a:lnTo>
                    <a:pt x="9645" y="1116"/>
                  </a:lnTo>
                  <a:lnTo>
                    <a:pt x="9868" y="1116"/>
                  </a:lnTo>
                  <a:cubicBezTo>
                    <a:pt x="9868" y="1116"/>
                    <a:pt x="10135" y="1107"/>
                    <a:pt x="10287" y="1036"/>
                  </a:cubicBezTo>
                  <a:cubicBezTo>
                    <a:pt x="10447" y="973"/>
                    <a:pt x="10394" y="964"/>
                    <a:pt x="10572" y="786"/>
                  </a:cubicBezTo>
                  <a:cubicBezTo>
                    <a:pt x="10653" y="705"/>
                    <a:pt x="10720" y="683"/>
                    <a:pt x="10768" y="683"/>
                  </a:cubicBezTo>
                  <a:cubicBezTo>
                    <a:pt x="10826" y="683"/>
                    <a:pt x="10858" y="714"/>
                    <a:pt x="10858" y="714"/>
                  </a:cubicBezTo>
                  <a:lnTo>
                    <a:pt x="11161" y="527"/>
                  </a:lnTo>
                  <a:lnTo>
                    <a:pt x="11161" y="313"/>
                  </a:lnTo>
                  <a:lnTo>
                    <a:pt x="11455" y="447"/>
                  </a:lnTo>
                  <a:lnTo>
                    <a:pt x="11491" y="598"/>
                  </a:lnTo>
                  <a:lnTo>
                    <a:pt x="11536" y="786"/>
                  </a:lnTo>
                  <a:cubicBezTo>
                    <a:pt x="11536" y="786"/>
                    <a:pt x="11491" y="857"/>
                    <a:pt x="11598" y="893"/>
                  </a:cubicBezTo>
                  <a:cubicBezTo>
                    <a:pt x="11705" y="920"/>
                    <a:pt x="11777" y="982"/>
                    <a:pt x="11777" y="982"/>
                  </a:cubicBezTo>
                  <a:lnTo>
                    <a:pt x="11777" y="1143"/>
                  </a:lnTo>
                  <a:lnTo>
                    <a:pt x="11982" y="1276"/>
                  </a:lnTo>
                  <a:lnTo>
                    <a:pt x="12535" y="1276"/>
                  </a:lnTo>
                  <a:lnTo>
                    <a:pt x="12936" y="1312"/>
                  </a:lnTo>
                  <a:cubicBezTo>
                    <a:pt x="12936" y="1312"/>
                    <a:pt x="12951" y="1306"/>
                    <a:pt x="12974" y="1306"/>
                  </a:cubicBezTo>
                  <a:cubicBezTo>
                    <a:pt x="13006" y="1306"/>
                    <a:pt x="13054" y="1318"/>
                    <a:pt x="13106" y="1375"/>
                  </a:cubicBezTo>
                  <a:cubicBezTo>
                    <a:pt x="13186" y="1464"/>
                    <a:pt x="13177" y="1535"/>
                    <a:pt x="13284" y="1535"/>
                  </a:cubicBezTo>
                  <a:lnTo>
                    <a:pt x="13472" y="1535"/>
                  </a:lnTo>
                  <a:lnTo>
                    <a:pt x="14417" y="2106"/>
                  </a:lnTo>
                  <a:lnTo>
                    <a:pt x="13704" y="1196"/>
                  </a:lnTo>
                  <a:lnTo>
                    <a:pt x="12098" y="893"/>
                  </a:lnTo>
                  <a:lnTo>
                    <a:pt x="11304" y="1"/>
                  </a:lnTo>
                  <a:close/>
                  <a:moveTo>
                    <a:pt x="14417" y="2106"/>
                  </a:moveTo>
                  <a:lnTo>
                    <a:pt x="14417" y="2106"/>
                  </a:lnTo>
                  <a:lnTo>
                    <a:pt x="14417" y="2106"/>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169"/>
            <p:cNvSpPr/>
            <p:nvPr/>
          </p:nvSpPr>
          <p:spPr>
            <a:xfrm>
              <a:off x="-102" y="3717589"/>
              <a:ext cx="1836731" cy="201261"/>
            </a:xfrm>
            <a:custGeom>
              <a:rect b="b" l="l" r="r" t="t"/>
              <a:pathLst>
                <a:path extrusionOk="0" h="876" w="7995">
                  <a:moveTo>
                    <a:pt x="5501" y="1"/>
                  </a:moveTo>
                  <a:cubicBezTo>
                    <a:pt x="5473" y="1"/>
                    <a:pt x="5466" y="51"/>
                    <a:pt x="5457" y="51"/>
                  </a:cubicBezTo>
                  <a:cubicBezTo>
                    <a:pt x="5455" y="51"/>
                    <a:pt x="5454" y="49"/>
                    <a:pt x="5452" y="45"/>
                  </a:cubicBezTo>
                  <a:cubicBezTo>
                    <a:pt x="5451" y="43"/>
                    <a:pt x="5449" y="42"/>
                    <a:pt x="5445" y="42"/>
                  </a:cubicBezTo>
                  <a:cubicBezTo>
                    <a:pt x="5401" y="42"/>
                    <a:pt x="5131" y="246"/>
                    <a:pt x="5014" y="304"/>
                  </a:cubicBezTo>
                  <a:cubicBezTo>
                    <a:pt x="4919" y="348"/>
                    <a:pt x="4044" y="423"/>
                    <a:pt x="3563" y="423"/>
                  </a:cubicBezTo>
                  <a:cubicBezTo>
                    <a:pt x="3460" y="423"/>
                    <a:pt x="3375" y="419"/>
                    <a:pt x="3319" y="411"/>
                  </a:cubicBezTo>
                  <a:cubicBezTo>
                    <a:pt x="3289" y="407"/>
                    <a:pt x="3256" y="405"/>
                    <a:pt x="3222" y="405"/>
                  </a:cubicBezTo>
                  <a:cubicBezTo>
                    <a:pt x="2921" y="405"/>
                    <a:pt x="2526" y="563"/>
                    <a:pt x="2526" y="563"/>
                  </a:cubicBezTo>
                  <a:lnTo>
                    <a:pt x="1928" y="688"/>
                  </a:lnTo>
                  <a:lnTo>
                    <a:pt x="1401" y="759"/>
                  </a:lnTo>
                  <a:lnTo>
                    <a:pt x="1223" y="759"/>
                  </a:lnTo>
                  <a:lnTo>
                    <a:pt x="1" y="875"/>
                  </a:lnTo>
                  <a:lnTo>
                    <a:pt x="7994" y="875"/>
                  </a:lnTo>
                  <a:lnTo>
                    <a:pt x="7450" y="741"/>
                  </a:lnTo>
                  <a:lnTo>
                    <a:pt x="7164" y="688"/>
                  </a:lnTo>
                  <a:cubicBezTo>
                    <a:pt x="7164" y="688"/>
                    <a:pt x="6879" y="616"/>
                    <a:pt x="6763" y="616"/>
                  </a:cubicBezTo>
                  <a:cubicBezTo>
                    <a:pt x="6656" y="616"/>
                    <a:pt x="6433" y="688"/>
                    <a:pt x="6433" y="688"/>
                  </a:cubicBezTo>
                  <a:lnTo>
                    <a:pt x="6183" y="634"/>
                  </a:lnTo>
                  <a:lnTo>
                    <a:pt x="5791" y="411"/>
                  </a:lnTo>
                  <a:cubicBezTo>
                    <a:pt x="5791" y="411"/>
                    <a:pt x="5648" y="161"/>
                    <a:pt x="5559" y="45"/>
                  </a:cubicBezTo>
                  <a:cubicBezTo>
                    <a:pt x="5533" y="12"/>
                    <a:pt x="5515" y="1"/>
                    <a:pt x="5501" y="1"/>
                  </a:cubicBez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169"/>
            <p:cNvSpPr/>
            <p:nvPr/>
          </p:nvSpPr>
          <p:spPr>
            <a:xfrm>
              <a:off x="2160039" y="3770889"/>
              <a:ext cx="881493" cy="147959"/>
            </a:xfrm>
            <a:custGeom>
              <a:rect b="b" l="l" r="r" t="t"/>
              <a:pathLst>
                <a:path extrusionOk="0" h="644" w="3837">
                  <a:moveTo>
                    <a:pt x="1366" y="1"/>
                  </a:moveTo>
                  <a:lnTo>
                    <a:pt x="1" y="643"/>
                  </a:lnTo>
                  <a:lnTo>
                    <a:pt x="3837" y="643"/>
                  </a:lnTo>
                  <a:lnTo>
                    <a:pt x="3248" y="331"/>
                  </a:lnTo>
                  <a:lnTo>
                    <a:pt x="3114" y="286"/>
                  </a:lnTo>
                  <a:lnTo>
                    <a:pt x="2383" y="277"/>
                  </a:lnTo>
                  <a:cubicBezTo>
                    <a:pt x="2383" y="277"/>
                    <a:pt x="2219" y="169"/>
                    <a:pt x="2147" y="169"/>
                  </a:cubicBezTo>
                  <a:cubicBezTo>
                    <a:pt x="2142" y="169"/>
                    <a:pt x="2137" y="169"/>
                    <a:pt x="2133" y="170"/>
                  </a:cubicBezTo>
                  <a:cubicBezTo>
                    <a:pt x="2123" y="172"/>
                    <a:pt x="2113" y="172"/>
                    <a:pt x="2102" y="172"/>
                  </a:cubicBezTo>
                  <a:cubicBezTo>
                    <a:pt x="2060" y="172"/>
                    <a:pt x="2009" y="164"/>
                    <a:pt x="1961" y="164"/>
                  </a:cubicBezTo>
                  <a:cubicBezTo>
                    <a:pt x="1940" y="164"/>
                    <a:pt x="1919" y="166"/>
                    <a:pt x="1901" y="170"/>
                  </a:cubicBezTo>
                  <a:cubicBezTo>
                    <a:pt x="1897" y="171"/>
                    <a:pt x="1892" y="171"/>
                    <a:pt x="1888" y="171"/>
                  </a:cubicBezTo>
                  <a:cubicBezTo>
                    <a:pt x="1821" y="171"/>
                    <a:pt x="1758" y="108"/>
                    <a:pt x="1758" y="108"/>
                  </a:cubicBezTo>
                  <a:lnTo>
                    <a:pt x="145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9" name="Google Shape;11019;p169"/>
          <p:cNvSpPr txBox="1"/>
          <p:nvPr>
            <p:ph type="ctrTitle"/>
          </p:nvPr>
        </p:nvSpPr>
        <p:spPr>
          <a:xfrm>
            <a:off x="2307650" y="557775"/>
            <a:ext cx="4528800" cy="2177700"/>
          </a:xfrm>
          <a:prstGeom prst="rect">
            <a:avLst/>
          </a:prstGeom>
        </p:spPr>
        <p:txBody>
          <a:bodyPr anchorCtr="0" anchor="b" bIns="91425" lIns="91425" spcFirstLastPara="1" rIns="91425" wrap="square" tIns="91425">
            <a:noAutofit/>
          </a:bodyPr>
          <a:lstStyle>
            <a:lvl1pPr lvl="0" algn="ctr">
              <a:lnSpc>
                <a:spcPct val="90000"/>
              </a:lnSpc>
              <a:spcBef>
                <a:spcPts val="0"/>
              </a:spcBef>
              <a:spcAft>
                <a:spcPts val="0"/>
              </a:spcAft>
              <a:buSzPts val="5200"/>
              <a:buNone/>
              <a:defRPr sz="60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1020" name="Google Shape;11020;p169"/>
          <p:cNvSpPr txBox="1"/>
          <p:nvPr>
            <p:ph idx="1" type="subTitle"/>
          </p:nvPr>
        </p:nvSpPr>
        <p:spPr>
          <a:xfrm>
            <a:off x="2307550" y="2591825"/>
            <a:ext cx="4528800" cy="475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1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1021" name="Shape 11021"/>
        <p:cNvGrpSpPr/>
        <p:nvPr/>
      </p:nvGrpSpPr>
      <p:grpSpPr>
        <a:xfrm>
          <a:off x="0" y="0"/>
          <a:ext cx="0" cy="0"/>
          <a:chOff x="0" y="0"/>
          <a:chExt cx="0" cy="0"/>
        </a:xfrm>
      </p:grpSpPr>
      <p:grpSp>
        <p:nvGrpSpPr>
          <p:cNvPr id="11022" name="Google Shape;11022;p170"/>
          <p:cNvGrpSpPr/>
          <p:nvPr/>
        </p:nvGrpSpPr>
        <p:grpSpPr>
          <a:xfrm flipH="1">
            <a:off x="5450022" y="533274"/>
            <a:ext cx="1459252" cy="1306586"/>
            <a:chOff x="-1060420" y="-1293523"/>
            <a:chExt cx="4335270" cy="4271283"/>
          </a:xfrm>
        </p:grpSpPr>
        <p:sp>
          <p:nvSpPr>
            <p:cNvPr id="11023" name="Google Shape;11023;p170"/>
            <p:cNvSpPr/>
            <p:nvPr/>
          </p:nvSpPr>
          <p:spPr>
            <a:xfrm rot="-1453189">
              <a:off x="-701967" y="-644389"/>
              <a:ext cx="3618363" cy="2973015"/>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170"/>
            <p:cNvSpPr/>
            <p:nvPr/>
          </p:nvSpPr>
          <p:spPr>
            <a:xfrm rot="-1453179">
              <a:off x="-427456" y="-119118"/>
              <a:ext cx="2182302" cy="2017081"/>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5" name="Google Shape;11025;p170"/>
          <p:cNvGrpSpPr/>
          <p:nvPr/>
        </p:nvGrpSpPr>
        <p:grpSpPr>
          <a:xfrm flipH="1">
            <a:off x="6541668" y="-480735"/>
            <a:ext cx="2756067" cy="2115374"/>
            <a:chOff x="-675270" y="-663276"/>
            <a:chExt cx="3564955" cy="3010780"/>
          </a:xfrm>
        </p:grpSpPr>
        <p:sp>
          <p:nvSpPr>
            <p:cNvPr id="11026" name="Google Shape;11026;p170"/>
            <p:cNvSpPr/>
            <p:nvPr/>
          </p:nvSpPr>
          <p:spPr>
            <a:xfrm>
              <a:off x="-675270" y="-663276"/>
              <a:ext cx="3564955" cy="3010780"/>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170"/>
            <p:cNvSpPr/>
            <p:nvPr/>
          </p:nvSpPr>
          <p:spPr>
            <a:xfrm>
              <a:off x="-394641" y="-320127"/>
              <a:ext cx="2150090" cy="2042707"/>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8" name="Google Shape;11028;p170"/>
          <p:cNvSpPr/>
          <p:nvPr/>
        </p:nvSpPr>
        <p:spPr>
          <a:xfrm>
            <a:off x="0" y="1153675"/>
            <a:ext cx="9144017" cy="3989753"/>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9" name="Google Shape;11029;p170"/>
          <p:cNvGrpSpPr/>
          <p:nvPr/>
        </p:nvGrpSpPr>
        <p:grpSpPr>
          <a:xfrm>
            <a:off x="4687471" y="2856122"/>
            <a:ext cx="4978898" cy="2287219"/>
            <a:chOff x="3941272" y="2174315"/>
            <a:chExt cx="694107" cy="322470"/>
          </a:xfrm>
        </p:grpSpPr>
        <p:sp>
          <p:nvSpPr>
            <p:cNvPr id="11030" name="Google Shape;11030;p170"/>
            <p:cNvSpPr/>
            <p:nvPr/>
          </p:nvSpPr>
          <p:spPr>
            <a:xfrm>
              <a:off x="3941272" y="2269259"/>
              <a:ext cx="624456" cy="227524"/>
            </a:xfrm>
            <a:custGeom>
              <a:rect b="b" l="l" r="r" t="t"/>
              <a:pathLst>
                <a:path extrusionOk="0" h="6264" w="17192">
                  <a:moveTo>
                    <a:pt x="17192" y="1"/>
                  </a:moveTo>
                  <a:lnTo>
                    <a:pt x="14453" y="1178"/>
                  </a:lnTo>
                  <a:lnTo>
                    <a:pt x="13008" y="2454"/>
                  </a:lnTo>
                  <a:lnTo>
                    <a:pt x="10626" y="2989"/>
                  </a:lnTo>
                  <a:lnTo>
                    <a:pt x="9600" y="3364"/>
                  </a:lnTo>
                  <a:lnTo>
                    <a:pt x="7655" y="3569"/>
                  </a:lnTo>
                  <a:lnTo>
                    <a:pt x="6290" y="4648"/>
                  </a:lnTo>
                  <a:lnTo>
                    <a:pt x="2499" y="5103"/>
                  </a:lnTo>
                  <a:lnTo>
                    <a:pt x="1" y="6263"/>
                  </a:lnTo>
                  <a:lnTo>
                    <a:pt x="17192" y="6263"/>
                  </a:lnTo>
                  <a:lnTo>
                    <a:pt x="1719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170"/>
            <p:cNvSpPr/>
            <p:nvPr/>
          </p:nvSpPr>
          <p:spPr>
            <a:xfrm>
              <a:off x="4064111" y="2380402"/>
              <a:ext cx="501614" cy="116377"/>
            </a:xfrm>
            <a:custGeom>
              <a:rect b="b" l="l" r="r" t="t"/>
              <a:pathLst>
                <a:path extrusionOk="0" h="3204" w="13810">
                  <a:moveTo>
                    <a:pt x="12249" y="0"/>
                  </a:moveTo>
                  <a:lnTo>
                    <a:pt x="10268" y="250"/>
                  </a:lnTo>
                  <a:lnTo>
                    <a:pt x="7565" y="616"/>
                  </a:lnTo>
                  <a:lnTo>
                    <a:pt x="5647" y="1472"/>
                  </a:lnTo>
                  <a:lnTo>
                    <a:pt x="1133" y="2427"/>
                  </a:lnTo>
                  <a:lnTo>
                    <a:pt x="0" y="3203"/>
                  </a:lnTo>
                  <a:lnTo>
                    <a:pt x="3229" y="3203"/>
                  </a:lnTo>
                  <a:lnTo>
                    <a:pt x="5219" y="2704"/>
                  </a:lnTo>
                  <a:lnTo>
                    <a:pt x="6637" y="1927"/>
                  </a:lnTo>
                  <a:lnTo>
                    <a:pt x="7333" y="1687"/>
                  </a:lnTo>
                  <a:lnTo>
                    <a:pt x="7815" y="1472"/>
                  </a:lnTo>
                  <a:lnTo>
                    <a:pt x="9260" y="1954"/>
                  </a:lnTo>
                  <a:lnTo>
                    <a:pt x="10438" y="1838"/>
                  </a:lnTo>
                  <a:lnTo>
                    <a:pt x="10812" y="1767"/>
                  </a:lnTo>
                  <a:lnTo>
                    <a:pt x="11597" y="1472"/>
                  </a:lnTo>
                  <a:lnTo>
                    <a:pt x="13810" y="1562"/>
                  </a:lnTo>
                  <a:lnTo>
                    <a:pt x="13810" y="0"/>
                  </a:lnTo>
                  <a:lnTo>
                    <a:pt x="12989" y="72"/>
                  </a:lnTo>
                  <a:lnTo>
                    <a:pt x="1224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170"/>
            <p:cNvSpPr/>
            <p:nvPr/>
          </p:nvSpPr>
          <p:spPr>
            <a:xfrm>
              <a:off x="3941272" y="2269259"/>
              <a:ext cx="624456" cy="227524"/>
            </a:xfrm>
            <a:custGeom>
              <a:rect b="b" l="l" r="r" t="t"/>
              <a:pathLst>
                <a:path extrusionOk="0" h="6264" w="17192">
                  <a:moveTo>
                    <a:pt x="17192" y="1"/>
                  </a:moveTo>
                  <a:lnTo>
                    <a:pt x="14453" y="1178"/>
                  </a:lnTo>
                  <a:lnTo>
                    <a:pt x="13008" y="2454"/>
                  </a:lnTo>
                  <a:lnTo>
                    <a:pt x="10626" y="2989"/>
                  </a:lnTo>
                  <a:lnTo>
                    <a:pt x="9600" y="3364"/>
                  </a:lnTo>
                  <a:lnTo>
                    <a:pt x="7655" y="3569"/>
                  </a:lnTo>
                  <a:lnTo>
                    <a:pt x="6290" y="4648"/>
                  </a:lnTo>
                  <a:lnTo>
                    <a:pt x="2499" y="5103"/>
                  </a:lnTo>
                  <a:lnTo>
                    <a:pt x="1" y="6263"/>
                  </a:lnTo>
                  <a:lnTo>
                    <a:pt x="3614" y="6263"/>
                  </a:lnTo>
                  <a:lnTo>
                    <a:pt x="7718" y="5701"/>
                  </a:lnTo>
                  <a:lnTo>
                    <a:pt x="10947" y="4354"/>
                  </a:lnTo>
                  <a:lnTo>
                    <a:pt x="13632" y="4604"/>
                  </a:lnTo>
                  <a:lnTo>
                    <a:pt x="14819" y="4229"/>
                  </a:lnTo>
                  <a:lnTo>
                    <a:pt x="17192" y="4622"/>
                  </a:lnTo>
                  <a:lnTo>
                    <a:pt x="1719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170"/>
            <p:cNvSpPr/>
            <p:nvPr/>
          </p:nvSpPr>
          <p:spPr>
            <a:xfrm>
              <a:off x="4072501" y="2392061"/>
              <a:ext cx="493223" cy="104718"/>
            </a:xfrm>
            <a:custGeom>
              <a:rect b="b" l="l" r="r" t="t"/>
              <a:pathLst>
                <a:path extrusionOk="0" h="2883" w="13579">
                  <a:moveTo>
                    <a:pt x="13579" y="1"/>
                  </a:moveTo>
                  <a:lnTo>
                    <a:pt x="12392" y="357"/>
                  </a:lnTo>
                  <a:lnTo>
                    <a:pt x="11108" y="250"/>
                  </a:lnTo>
                  <a:lnTo>
                    <a:pt x="9100" y="848"/>
                  </a:lnTo>
                  <a:lnTo>
                    <a:pt x="7013" y="536"/>
                  </a:lnTo>
                  <a:lnTo>
                    <a:pt x="5354" y="1473"/>
                  </a:lnTo>
                  <a:lnTo>
                    <a:pt x="4105" y="2052"/>
                  </a:lnTo>
                  <a:lnTo>
                    <a:pt x="2499" y="2052"/>
                  </a:lnTo>
                  <a:lnTo>
                    <a:pt x="1" y="2882"/>
                  </a:lnTo>
                  <a:lnTo>
                    <a:pt x="4105" y="2320"/>
                  </a:lnTo>
                  <a:lnTo>
                    <a:pt x="7334" y="973"/>
                  </a:lnTo>
                  <a:lnTo>
                    <a:pt x="10019" y="1223"/>
                  </a:lnTo>
                  <a:lnTo>
                    <a:pt x="11206" y="848"/>
                  </a:lnTo>
                  <a:lnTo>
                    <a:pt x="13579" y="1241"/>
                  </a:lnTo>
                  <a:lnTo>
                    <a:pt x="1357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170"/>
            <p:cNvSpPr/>
            <p:nvPr/>
          </p:nvSpPr>
          <p:spPr>
            <a:xfrm>
              <a:off x="4314874" y="2449413"/>
              <a:ext cx="207765" cy="47365"/>
            </a:xfrm>
            <a:custGeom>
              <a:rect b="b" l="l" r="r" t="t"/>
              <a:pathLst>
                <a:path extrusionOk="0" h="1304" w="5720">
                  <a:moveTo>
                    <a:pt x="188" y="375"/>
                  </a:moveTo>
                  <a:lnTo>
                    <a:pt x="1" y="1303"/>
                  </a:lnTo>
                  <a:lnTo>
                    <a:pt x="304" y="1303"/>
                  </a:lnTo>
                  <a:lnTo>
                    <a:pt x="188" y="375"/>
                  </a:lnTo>
                  <a:close/>
                  <a:moveTo>
                    <a:pt x="4533" y="1"/>
                  </a:moveTo>
                  <a:lnTo>
                    <a:pt x="4167" y="1303"/>
                  </a:lnTo>
                  <a:lnTo>
                    <a:pt x="5719" y="1303"/>
                  </a:lnTo>
                  <a:lnTo>
                    <a:pt x="4845" y="857"/>
                  </a:lnTo>
                  <a:lnTo>
                    <a:pt x="4533"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170"/>
            <p:cNvSpPr/>
            <p:nvPr/>
          </p:nvSpPr>
          <p:spPr>
            <a:xfrm>
              <a:off x="4120809" y="2209002"/>
              <a:ext cx="444914" cy="22048"/>
            </a:xfrm>
            <a:custGeom>
              <a:rect b="b" l="l" r="r" t="t"/>
              <a:pathLst>
                <a:path extrusionOk="0" h="607" w="12249">
                  <a:moveTo>
                    <a:pt x="0" y="0"/>
                  </a:moveTo>
                  <a:lnTo>
                    <a:pt x="0" y="607"/>
                  </a:lnTo>
                  <a:lnTo>
                    <a:pt x="12249" y="607"/>
                  </a:lnTo>
                  <a:lnTo>
                    <a:pt x="12249"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170"/>
            <p:cNvSpPr/>
            <p:nvPr/>
          </p:nvSpPr>
          <p:spPr>
            <a:xfrm>
              <a:off x="4120809" y="2223240"/>
              <a:ext cx="444914" cy="7809"/>
            </a:xfrm>
            <a:custGeom>
              <a:rect b="b" l="l" r="r" t="t"/>
              <a:pathLst>
                <a:path extrusionOk="0" h="215" w="12249">
                  <a:moveTo>
                    <a:pt x="0" y="1"/>
                  </a:moveTo>
                  <a:lnTo>
                    <a:pt x="0" y="215"/>
                  </a:lnTo>
                  <a:lnTo>
                    <a:pt x="12249" y="215"/>
                  </a:lnTo>
                  <a:lnTo>
                    <a:pt x="12249"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170"/>
            <p:cNvSpPr/>
            <p:nvPr/>
          </p:nvSpPr>
          <p:spPr>
            <a:xfrm>
              <a:off x="4007377" y="2420901"/>
              <a:ext cx="558349" cy="22084"/>
            </a:xfrm>
            <a:custGeom>
              <a:rect b="b" l="l" r="r" t="t"/>
              <a:pathLst>
                <a:path extrusionOk="0" h="608" w="15372">
                  <a:moveTo>
                    <a:pt x="1" y="1"/>
                  </a:moveTo>
                  <a:lnTo>
                    <a:pt x="1" y="607"/>
                  </a:lnTo>
                  <a:lnTo>
                    <a:pt x="15372" y="607"/>
                  </a:lnTo>
                  <a:lnTo>
                    <a:pt x="15372"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170"/>
            <p:cNvSpPr/>
            <p:nvPr/>
          </p:nvSpPr>
          <p:spPr>
            <a:xfrm>
              <a:off x="4007377" y="2420901"/>
              <a:ext cx="558349" cy="4577"/>
            </a:xfrm>
            <a:custGeom>
              <a:rect b="b" l="l" r="r" t="t"/>
              <a:pathLst>
                <a:path extrusionOk="0" h="126" w="15372">
                  <a:moveTo>
                    <a:pt x="1" y="1"/>
                  </a:moveTo>
                  <a:lnTo>
                    <a:pt x="1" y="125"/>
                  </a:lnTo>
                  <a:lnTo>
                    <a:pt x="15372" y="125"/>
                  </a:lnTo>
                  <a:lnTo>
                    <a:pt x="1537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170"/>
            <p:cNvSpPr/>
            <p:nvPr/>
          </p:nvSpPr>
          <p:spPr>
            <a:xfrm>
              <a:off x="4007377" y="2442948"/>
              <a:ext cx="558349" cy="53830"/>
            </a:xfrm>
            <a:custGeom>
              <a:rect b="b" l="l" r="r" t="t"/>
              <a:pathLst>
                <a:path extrusionOk="0" h="1482" w="15372">
                  <a:moveTo>
                    <a:pt x="1" y="0"/>
                  </a:moveTo>
                  <a:lnTo>
                    <a:pt x="1" y="1481"/>
                  </a:lnTo>
                  <a:lnTo>
                    <a:pt x="15372" y="1481"/>
                  </a:lnTo>
                  <a:lnTo>
                    <a:pt x="1537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170"/>
            <p:cNvSpPr/>
            <p:nvPr/>
          </p:nvSpPr>
          <p:spPr>
            <a:xfrm>
              <a:off x="4007377" y="2434848"/>
              <a:ext cx="558349" cy="8136"/>
            </a:xfrm>
            <a:custGeom>
              <a:rect b="b" l="l" r="r" t="t"/>
              <a:pathLst>
                <a:path extrusionOk="0" h="224" w="15372">
                  <a:moveTo>
                    <a:pt x="1" y="0"/>
                  </a:moveTo>
                  <a:lnTo>
                    <a:pt x="1" y="223"/>
                  </a:lnTo>
                  <a:lnTo>
                    <a:pt x="15372" y="223"/>
                  </a:lnTo>
                  <a:lnTo>
                    <a:pt x="15372" y="0"/>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170"/>
            <p:cNvSpPr/>
            <p:nvPr/>
          </p:nvSpPr>
          <p:spPr>
            <a:xfrm>
              <a:off x="4139914" y="2241401"/>
              <a:ext cx="50597" cy="10388"/>
            </a:xfrm>
            <a:custGeom>
              <a:rect b="b" l="l" r="r" t="t"/>
              <a:pathLst>
                <a:path extrusionOk="0" h="286" w="1393">
                  <a:moveTo>
                    <a:pt x="1" y="0"/>
                  </a:moveTo>
                  <a:lnTo>
                    <a:pt x="1"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170"/>
            <p:cNvSpPr/>
            <p:nvPr/>
          </p:nvSpPr>
          <p:spPr>
            <a:xfrm>
              <a:off x="4165193" y="2251752"/>
              <a:ext cx="30801" cy="148450"/>
            </a:xfrm>
            <a:custGeom>
              <a:rect b="b" l="l" r="r" t="t"/>
              <a:pathLst>
                <a:path extrusionOk="0" h="4087" w="848">
                  <a:moveTo>
                    <a:pt x="0" y="1"/>
                  </a:moveTo>
                  <a:lnTo>
                    <a:pt x="0" y="4087"/>
                  </a:lnTo>
                  <a:lnTo>
                    <a:pt x="464" y="4087"/>
                  </a:lnTo>
                  <a:cubicBezTo>
                    <a:pt x="848" y="2927"/>
                    <a:pt x="536" y="2249"/>
                    <a:pt x="384" y="1473"/>
                  </a:cubicBezTo>
                  <a:cubicBezTo>
                    <a:pt x="232" y="706"/>
                    <a:pt x="464" y="1"/>
                    <a:pt x="464"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170"/>
            <p:cNvSpPr/>
            <p:nvPr/>
          </p:nvSpPr>
          <p:spPr>
            <a:xfrm>
              <a:off x="4134393" y="2251752"/>
              <a:ext cx="30838" cy="148450"/>
            </a:xfrm>
            <a:custGeom>
              <a:rect b="b" l="l" r="r" t="t"/>
              <a:pathLst>
                <a:path extrusionOk="0" h="4087" w="849">
                  <a:moveTo>
                    <a:pt x="384" y="1"/>
                  </a:moveTo>
                  <a:cubicBezTo>
                    <a:pt x="384" y="1"/>
                    <a:pt x="616" y="706"/>
                    <a:pt x="465" y="1473"/>
                  </a:cubicBezTo>
                  <a:cubicBezTo>
                    <a:pt x="313" y="2249"/>
                    <a:pt x="1"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170"/>
            <p:cNvSpPr/>
            <p:nvPr/>
          </p:nvSpPr>
          <p:spPr>
            <a:xfrm>
              <a:off x="4134066" y="2231013"/>
              <a:ext cx="62257" cy="10425"/>
            </a:xfrm>
            <a:custGeom>
              <a:rect b="b" l="l" r="r" t="t"/>
              <a:pathLst>
                <a:path extrusionOk="0" h="287" w="1714">
                  <a:moveTo>
                    <a:pt x="1" y="1"/>
                  </a:moveTo>
                  <a:lnTo>
                    <a:pt x="1" y="286"/>
                  </a:lnTo>
                  <a:lnTo>
                    <a:pt x="1714" y="286"/>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170"/>
            <p:cNvSpPr/>
            <p:nvPr/>
          </p:nvSpPr>
          <p:spPr>
            <a:xfrm>
              <a:off x="4013879" y="2174315"/>
              <a:ext cx="100141" cy="10425"/>
            </a:xfrm>
            <a:custGeom>
              <a:rect b="b" l="l" r="r" t="t"/>
              <a:pathLst>
                <a:path extrusionOk="0" h="287" w="2757">
                  <a:moveTo>
                    <a:pt x="0" y="1"/>
                  </a:moveTo>
                  <a:lnTo>
                    <a:pt x="0" y="286"/>
                  </a:lnTo>
                  <a:lnTo>
                    <a:pt x="2757" y="286"/>
                  </a:lnTo>
                  <a:lnTo>
                    <a:pt x="2757"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170"/>
            <p:cNvSpPr/>
            <p:nvPr/>
          </p:nvSpPr>
          <p:spPr>
            <a:xfrm>
              <a:off x="4002837" y="2184703"/>
              <a:ext cx="122552" cy="10388"/>
            </a:xfrm>
            <a:custGeom>
              <a:rect b="b" l="l" r="r" t="t"/>
              <a:pathLst>
                <a:path extrusionOk="0" h="286" w="3374">
                  <a:moveTo>
                    <a:pt x="1" y="0"/>
                  </a:moveTo>
                  <a:lnTo>
                    <a:pt x="1" y="286"/>
                  </a:lnTo>
                  <a:lnTo>
                    <a:pt x="3373" y="286"/>
                  </a:lnTo>
                  <a:lnTo>
                    <a:pt x="3373" y="0"/>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170"/>
            <p:cNvSpPr/>
            <p:nvPr/>
          </p:nvSpPr>
          <p:spPr>
            <a:xfrm>
              <a:off x="4139914" y="2400161"/>
              <a:ext cx="50597" cy="10425"/>
            </a:xfrm>
            <a:custGeom>
              <a:rect b="b" l="l" r="r" t="t"/>
              <a:pathLst>
                <a:path extrusionOk="0" h="287" w="1393">
                  <a:moveTo>
                    <a:pt x="1" y="1"/>
                  </a:moveTo>
                  <a:lnTo>
                    <a:pt x="1"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170"/>
            <p:cNvSpPr/>
            <p:nvPr/>
          </p:nvSpPr>
          <p:spPr>
            <a:xfrm>
              <a:off x="4134066" y="2410549"/>
              <a:ext cx="62257" cy="10388"/>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170"/>
            <p:cNvSpPr/>
            <p:nvPr/>
          </p:nvSpPr>
          <p:spPr>
            <a:xfrm>
              <a:off x="4232279" y="2241401"/>
              <a:ext cx="50561" cy="10388"/>
            </a:xfrm>
            <a:custGeom>
              <a:rect b="b" l="l" r="r" t="t"/>
              <a:pathLst>
                <a:path extrusionOk="0" h="286" w="1392">
                  <a:moveTo>
                    <a:pt x="0" y="0"/>
                  </a:moveTo>
                  <a:lnTo>
                    <a:pt x="0"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170"/>
            <p:cNvSpPr/>
            <p:nvPr/>
          </p:nvSpPr>
          <p:spPr>
            <a:xfrm>
              <a:off x="4257522" y="2251752"/>
              <a:ext cx="30838" cy="148450"/>
            </a:xfrm>
            <a:custGeom>
              <a:rect b="b" l="l" r="r" t="t"/>
              <a:pathLst>
                <a:path extrusionOk="0" h="4087" w="849">
                  <a:moveTo>
                    <a:pt x="1" y="1"/>
                  </a:moveTo>
                  <a:lnTo>
                    <a:pt x="1" y="4087"/>
                  </a:lnTo>
                  <a:lnTo>
                    <a:pt x="465" y="4087"/>
                  </a:lnTo>
                  <a:cubicBezTo>
                    <a:pt x="848" y="2927"/>
                    <a:pt x="536" y="2249"/>
                    <a:pt x="384" y="1473"/>
                  </a:cubicBezTo>
                  <a:cubicBezTo>
                    <a:pt x="233" y="706"/>
                    <a:pt x="465" y="1"/>
                    <a:pt x="465"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170"/>
            <p:cNvSpPr/>
            <p:nvPr/>
          </p:nvSpPr>
          <p:spPr>
            <a:xfrm>
              <a:off x="4226758" y="2251752"/>
              <a:ext cx="30801" cy="148450"/>
            </a:xfrm>
            <a:custGeom>
              <a:rect b="b" l="l" r="r" t="t"/>
              <a:pathLst>
                <a:path extrusionOk="0" h="4087" w="848">
                  <a:moveTo>
                    <a:pt x="384" y="1"/>
                  </a:moveTo>
                  <a:cubicBezTo>
                    <a:pt x="384" y="1"/>
                    <a:pt x="616" y="706"/>
                    <a:pt x="464" y="1473"/>
                  </a:cubicBezTo>
                  <a:cubicBezTo>
                    <a:pt x="313" y="2249"/>
                    <a:pt x="0"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170"/>
            <p:cNvSpPr/>
            <p:nvPr/>
          </p:nvSpPr>
          <p:spPr>
            <a:xfrm>
              <a:off x="4226431" y="2231013"/>
              <a:ext cx="62257" cy="10425"/>
            </a:xfrm>
            <a:custGeom>
              <a:rect b="b" l="l" r="r" t="t"/>
              <a:pathLst>
                <a:path extrusionOk="0" h="287" w="1714">
                  <a:moveTo>
                    <a:pt x="0" y="1"/>
                  </a:moveTo>
                  <a:lnTo>
                    <a:pt x="0" y="286"/>
                  </a:lnTo>
                  <a:lnTo>
                    <a:pt x="1713" y="286"/>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170"/>
            <p:cNvSpPr/>
            <p:nvPr/>
          </p:nvSpPr>
          <p:spPr>
            <a:xfrm>
              <a:off x="4232279" y="2400161"/>
              <a:ext cx="50561" cy="10425"/>
            </a:xfrm>
            <a:custGeom>
              <a:rect b="b" l="l" r="r" t="t"/>
              <a:pathLst>
                <a:path extrusionOk="0" h="287" w="1392">
                  <a:moveTo>
                    <a:pt x="0" y="1"/>
                  </a:moveTo>
                  <a:lnTo>
                    <a:pt x="0"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170"/>
            <p:cNvSpPr/>
            <p:nvPr/>
          </p:nvSpPr>
          <p:spPr>
            <a:xfrm>
              <a:off x="4226431" y="2410549"/>
              <a:ext cx="62257" cy="10388"/>
            </a:xfrm>
            <a:custGeom>
              <a:rect b="b" l="l" r="r" t="t"/>
              <a:pathLst>
                <a:path extrusionOk="0" h="286" w="1714">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170"/>
            <p:cNvSpPr/>
            <p:nvPr/>
          </p:nvSpPr>
          <p:spPr>
            <a:xfrm>
              <a:off x="4324608" y="2241401"/>
              <a:ext cx="50924" cy="10388"/>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170"/>
            <p:cNvSpPr/>
            <p:nvPr/>
          </p:nvSpPr>
          <p:spPr>
            <a:xfrm>
              <a:off x="4349888" y="2251752"/>
              <a:ext cx="31128" cy="148450"/>
            </a:xfrm>
            <a:custGeom>
              <a:rect b="b" l="l" r="r" t="t"/>
              <a:pathLst>
                <a:path extrusionOk="0" h="4087" w="857">
                  <a:moveTo>
                    <a:pt x="0" y="1"/>
                  </a:moveTo>
                  <a:lnTo>
                    <a:pt x="0" y="4087"/>
                  </a:lnTo>
                  <a:lnTo>
                    <a:pt x="473" y="4087"/>
                  </a:lnTo>
                  <a:cubicBezTo>
                    <a:pt x="857" y="2927"/>
                    <a:pt x="536" y="2249"/>
                    <a:pt x="384" y="1473"/>
                  </a:cubicBezTo>
                  <a:cubicBezTo>
                    <a:pt x="232" y="706"/>
                    <a:pt x="473" y="1"/>
                    <a:pt x="473"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170"/>
            <p:cNvSpPr/>
            <p:nvPr/>
          </p:nvSpPr>
          <p:spPr>
            <a:xfrm>
              <a:off x="4319087" y="2251752"/>
              <a:ext cx="30838" cy="148450"/>
            </a:xfrm>
            <a:custGeom>
              <a:rect b="b" l="l" r="r" t="t"/>
              <a:pathLst>
                <a:path extrusionOk="0" h="4087" w="849">
                  <a:moveTo>
                    <a:pt x="384" y="1"/>
                  </a:moveTo>
                  <a:cubicBezTo>
                    <a:pt x="384" y="1"/>
                    <a:pt x="616" y="706"/>
                    <a:pt x="465" y="1473"/>
                  </a:cubicBezTo>
                  <a:cubicBezTo>
                    <a:pt x="313" y="2249"/>
                    <a:pt x="1"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170"/>
            <p:cNvSpPr/>
            <p:nvPr/>
          </p:nvSpPr>
          <p:spPr>
            <a:xfrm>
              <a:off x="4318760" y="2231013"/>
              <a:ext cx="62257" cy="10425"/>
            </a:xfrm>
            <a:custGeom>
              <a:rect b="b" l="l" r="r" t="t"/>
              <a:pathLst>
                <a:path extrusionOk="0" h="287" w="1714">
                  <a:moveTo>
                    <a:pt x="1" y="1"/>
                  </a:moveTo>
                  <a:lnTo>
                    <a:pt x="1" y="286"/>
                  </a:lnTo>
                  <a:lnTo>
                    <a:pt x="1714" y="286"/>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170"/>
            <p:cNvSpPr/>
            <p:nvPr/>
          </p:nvSpPr>
          <p:spPr>
            <a:xfrm>
              <a:off x="4324608" y="2400161"/>
              <a:ext cx="50924" cy="10425"/>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170"/>
            <p:cNvSpPr/>
            <p:nvPr/>
          </p:nvSpPr>
          <p:spPr>
            <a:xfrm>
              <a:off x="4318760" y="2410549"/>
              <a:ext cx="62257" cy="10388"/>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170"/>
            <p:cNvSpPr/>
            <p:nvPr/>
          </p:nvSpPr>
          <p:spPr>
            <a:xfrm>
              <a:off x="4416973" y="2241401"/>
              <a:ext cx="50888" cy="10388"/>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170"/>
            <p:cNvSpPr/>
            <p:nvPr/>
          </p:nvSpPr>
          <p:spPr>
            <a:xfrm>
              <a:off x="4442216" y="2251752"/>
              <a:ext cx="31165" cy="148450"/>
            </a:xfrm>
            <a:custGeom>
              <a:rect b="b" l="l" r="r" t="t"/>
              <a:pathLst>
                <a:path extrusionOk="0" h="4087" w="858">
                  <a:moveTo>
                    <a:pt x="1" y="1"/>
                  </a:moveTo>
                  <a:lnTo>
                    <a:pt x="1" y="4087"/>
                  </a:lnTo>
                  <a:lnTo>
                    <a:pt x="474" y="4087"/>
                  </a:lnTo>
                  <a:cubicBezTo>
                    <a:pt x="857" y="2927"/>
                    <a:pt x="536" y="2249"/>
                    <a:pt x="384" y="1473"/>
                  </a:cubicBezTo>
                  <a:cubicBezTo>
                    <a:pt x="233" y="706"/>
                    <a:pt x="474" y="1"/>
                    <a:pt x="474"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170"/>
            <p:cNvSpPr/>
            <p:nvPr/>
          </p:nvSpPr>
          <p:spPr>
            <a:xfrm>
              <a:off x="4411452" y="2251752"/>
              <a:ext cx="30801" cy="148450"/>
            </a:xfrm>
            <a:custGeom>
              <a:rect b="b" l="l" r="r" t="t"/>
              <a:pathLst>
                <a:path extrusionOk="0" h="4087" w="848">
                  <a:moveTo>
                    <a:pt x="384" y="1"/>
                  </a:moveTo>
                  <a:cubicBezTo>
                    <a:pt x="384" y="1"/>
                    <a:pt x="625" y="706"/>
                    <a:pt x="473" y="1473"/>
                  </a:cubicBezTo>
                  <a:cubicBezTo>
                    <a:pt x="322" y="2249"/>
                    <a:pt x="0"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170"/>
            <p:cNvSpPr/>
            <p:nvPr/>
          </p:nvSpPr>
          <p:spPr>
            <a:xfrm>
              <a:off x="4411125" y="2231013"/>
              <a:ext cx="62257" cy="10425"/>
            </a:xfrm>
            <a:custGeom>
              <a:rect b="b" l="l" r="r" t="t"/>
              <a:pathLst>
                <a:path extrusionOk="0" h="287" w="1714">
                  <a:moveTo>
                    <a:pt x="0" y="1"/>
                  </a:moveTo>
                  <a:lnTo>
                    <a:pt x="0" y="286"/>
                  </a:lnTo>
                  <a:lnTo>
                    <a:pt x="1713" y="286"/>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170"/>
            <p:cNvSpPr/>
            <p:nvPr/>
          </p:nvSpPr>
          <p:spPr>
            <a:xfrm>
              <a:off x="4416973" y="2400161"/>
              <a:ext cx="50888" cy="10425"/>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170"/>
            <p:cNvSpPr/>
            <p:nvPr/>
          </p:nvSpPr>
          <p:spPr>
            <a:xfrm>
              <a:off x="4411125" y="2410549"/>
              <a:ext cx="62257" cy="10388"/>
            </a:xfrm>
            <a:custGeom>
              <a:rect b="b" l="l" r="r" t="t"/>
              <a:pathLst>
                <a:path extrusionOk="0" h="286" w="1714">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170"/>
            <p:cNvSpPr/>
            <p:nvPr/>
          </p:nvSpPr>
          <p:spPr>
            <a:xfrm>
              <a:off x="4509302" y="2241401"/>
              <a:ext cx="50924" cy="10388"/>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170"/>
            <p:cNvSpPr/>
            <p:nvPr/>
          </p:nvSpPr>
          <p:spPr>
            <a:xfrm>
              <a:off x="4534582" y="2251752"/>
              <a:ext cx="31128" cy="148450"/>
            </a:xfrm>
            <a:custGeom>
              <a:rect b="b" l="l" r="r" t="t"/>
              <a:pathLst>
                <a:path extrusionOk="0" h="4087" w="857">
                  <a:moveTo>
                    <a:pt x="0" y="1"/>
                  </a:moveTo>
                  <a:lnTo>
                    <a:pt x="0" y="4087"/>
                  </a:lnTo>
                  <a:lnTo>
                    <a:pt x="473" y="4087"/>
                  </a:lnTo>
                  <a:cubicBezTo>
                    <a:pt x="857" y="2927"/>
                    <a:pt x="536" y="2249"/>
                    <a:pt x="384" y="1473"/>
                  </a:cubicBezTo>
                  <a:cubicBezTo>
                    <a:pt x="232" y="706"/>
                    <a:pt x="473" y="1"/>
                    <a:pt x="473"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170"/>
            <p:cNvSpPr/>
            <p:nvPr/>
          </p:nvSpPr>
          <p:spPr>
            <a:xfrm>
              <a:off x="4503781" y="2251752"/>
              <a:ext cx="30838" cy="148450"/>
            </a:xfrm>
            <a:custGeom>
              <a:rect b="b" l="l" r="r" t="t"/>
              <a:pathLst>
                <a:path extrusionOk="0" h="4087" w="849">
                  <a:moveTo>
                    <a:pt x="384" y="1"/>
                  </a:moveTo>
                  <a:cubicBezTo>
                    <a:pt x="384" y="1"/>
                    <a:pt x="625" y="706"/>
                    <a:pt x="474" y="1473"/>
                  </a:cubicBezTo>
                  <a:cubicBezTo>
                    <a:pt x="322" y="2249"/>
                    <a:pt x="1"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170"/>
            <p:cNvSpPr/>
            <p:nvPr/>
          </p:nvSpPr>
          <p:spPr>
            <a:xfrm>
              <a:off x="4503454" y="2231013"/>
              <a:ext cx="62257" cy="10425"/>
            </a:xfrm>
            <a:custGeom>
              <a:rect b="b" l="l" r="r" t="t"/>
              <a:pathLst>
                <a:path extrusionOk="0" h="287" w="1714">
                  <a:moveTo>
                    <a:pt x="1" y="1"/>
                  </a:moveTo>
                  <a:lnTo>
                    <a:pt x="1" y="286"/>
                  </a:lnTo>
                  <a:lnTo>
                    <a:pt x="1714" y="286"/>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170"/>
            <p:cNvSpPr/>
            <p:nvPr/>
          </p:nvSpPr>
          <p:spPr>
            <a:xfrm>
              <a:off x="4509302" y="2400161"/>
              <a:ext cx="50924" cy="10425"/>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170"/>
            <p:cNvSpPr/>
            <p:nvPr/>
          </p:nvSpPr>
          <p:spPr>
            <a:xfrm>
              <a:off x="4503454" y="2410549"/>
              <a:ext cx="62257" cy="10388"/>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170"/>
            <p:cNvSpPr/>
            <p:nvPr/>
          </p:nvSpPr>
          <p:spPr>
            <a:xfrm>
              <a:off x="4007377" y="2195054"/>
              <a:ext cx="113471" cy="301731"/>
            </a:xfrm>
            <a:custGeom>
              <a:rect b="b" l="l" r="r" t="t"/>
              <a:pathLst>
                <a:path extrusionOk="0" h="8307" w="3124">
                  <a:moveTo>
                    <a:pt x="1" y="1"/>
                  </a:moveTo>
                  <a:lnTo>
                    <a:pt x="1" y="8306"/>
                  </a:lnTo>
                  <a:lnTo>
                    <a:pt x="3123" y="8306"/>
                  </a:lnTo>
                  <a:lnTo>
                    <a:pt x="3123" y="1"/>
                  </a:ln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170"/>
            <p:cNvSpPr/>
            <p:nvPr/>
          </p:nvSpPr>
          <p:spPr>
            <a:xfrm>
              <a:off x="4007377" y="2195054"/>
              <a:ext cx="56736" cy="301731"/>
            </a:xfrm>
            <a:custGeom>
              <a:rect b="b" l="l" r="r" t="t"/>
              <a:pathLst>
                <a:path extrusionOk="0" h="8307" w="1562">
                  <a:moveTo>
                    <a:pt x="1" y="1"/>
                  </a:moveTo>
                  <a:lnTo>
                    <a:pt x="1" y="8306"/>
                  </a:lnTo>
                  <a:lnTo>
                    <a:pt x="1562" y="8306"/>
                  </a:lnTo>
                  <a:lnTo>
                    <a:pt x="1562"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170"/>
            <p:cNvSpPr/>
            <p:nvPr/>
          </p:nvSpPr>
          <p:spPr>
            <a:xfrm>
              <a:off x="4190473" y="2289672"/>
              <a:ext cx="375248" cy="65163"/>
            </a:xfrm>
            <a:custGeom>
              <a:rect b="b" l="l" r="r" t="t"/>
              <a:pathLst>
                <a:path extrusionOk="0" h="1794" w="10331">
                  <a:moveTo>
                    <a:pt x="1891" y="1"/>
                  </a:moveTo>
                  <a:lnTo>
                    <a:pt x="0" y="1794"/>
                  </a:lnTo>
                  <a:lnTo>
                    <a:pt x="10331" y="1794"/>
                  </a:lnTo>
                  <a:lnTo>
                    <a:pt x="1033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170"/>
            <p:cNvSpPr/>
            <p:nvPr/>
          </p:nvSpPr>
          <p:spPr>
            <a:xfrm>
              <a:off x="4190473" y="2354796"/>
              <a:ext cx="375248" cy="10425"/>
            </a:xfrm>
            <a:custGeom>
              <a:rect b="b" l="l" r="r" t="t"/>
              <a:pathLst>
                <a:path extrusionOk="0" h="287" w="10331">
                  <a:moveTo>
                    <a:pt x="0" y="1"/>
                  </a:moveTo>
                  <a:lnTo>
                    <a:pt x="0" y="286"/>
                  </a:lnTo>
                  <a:lnTo>
                    <a:pt x="10331" y="286"/>
                  </a:lnTo>
                  <a:lnTo>
                    <a:pt x="1033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170"/>
            <p:cNvSpPr/>
            <p:nvPr/>
          </p:nvSpPr>
          <p:spPr>
            <a:xfrm>
              <a:off x="4463283" y="2429654"/>
              <a:ext cx="15582" cy="67124"/>
            </a:xfrm>
            <a:custGeom>
              <a:rect b="b" l="l" r="r" t="t"/>
              <a:pathLst>
                <a:path extrusionOk="0" h="1848" w="429">
                  <a:moveTo>
                    <a:pt x="1" y="0"/>
                  </a:moveTo>
                  <a:lnTo>
                    <a:pt x="1"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170"/>
            <p:cNvSpPr/>
            <p:nvPr/>
          </p:nvSpPr>
          <p:spPr>
            <a:xfrm>
              <a:off x="4473344" y="2429654"/>
              <a:ext cx="5521" cy="67124"/>
            </a:xfrm>
            <a:custGeom>
              <a:rect b="b" l="l" r="r" t="t"/>
              <a:pathLst>
                <a:path extrusionOk="0" h="1848" w="152">
                  <a:moveTo>
                    <a:pt x="0" y="0"/>
                  </a:moveTo>
                  <a:lnTo>
                    <a:pt x="0" y="1847"/>
                  </a:lnTo>
                  <a:lnTo>
                    <a:pt x="152" y="1847"/>
                  </a:lnTo>
                  <a:lnTo>
                    <a:pt x="152"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170"/>
            <p:cNvSpPr/>
            <p:nvPr/>
          </p:nvSpPr>
          <p:spPr>
            <a:xfrm>
              <a:off x="4457798" y="2415707"/>
              <a:ext cx="177581" cy="42824"/>
            </a:xfrm>
            <a:custGeom>
              <a:rect b="b" l="l" r="r" t="t"/>
              <a:pathLst>
                <a:path extrusionOk="0" h="1179" w="4889">
                  <a:moveTo>
                    <a:pt x="0" y="1"/>
                  </a:moveTo>
                  <a:lnTo>
                    <a:pt x="1240" y="1178"/>
                  </a:lnTo>
                  <a:lnTo>
                    <a:pt x="4889" y="1178"/>
                  </a:lnTo>
                  <a:lnTo>
                    <a:pt x="3649"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170"/>
            <p:cNvSpPr/>
            <p:nvPr/>
          </p:nvSpPr>
          <p:spPr>
            <a:xfrm>
              <a:off x="4605844" y="2469825"/>
              <a:ext cx="15619" cy="26951"/>
            </a:xfrm>
            <a:custGeom>
              <a:rect b="b" l="l" r="r" t="t"/>
              <a:pathLst>
                <a:path extrusionOk="0" h="742" w="430">
                  <a:moveTo>
                    <a:pt x="1" y="1"/>
                  </a:moveTo>
                  <a:lnTo>
                    <a:pt x="1" y="741"/>
                  </a:lnTo>
                  <a:lnTo>
                    <a:pt x="429" y="741"/>
                  </a:lnTo>
                  <a:lnTo>
                    <a:pt x="429"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170"/>
            <p:cNvSpPr/>
            <p:nvPr/>
          </p:nvSpPr>
          <p:spPr>
            <a:xfrm>
              <a:off x="4605844" y="2469825"/>
              <a:ext cx="5557" cy="26951"/>
            </a:xfrm>
            <a:custGeom>
              <a:rect b="b" l="l" r="r" t="t"/>
              <a:pathLst>
                <a:path extrusionOk="0" h="742" w="153">
                  <a:moveTo>
                    <a:pt x="1" y="1"/>
                  </a:moveTo>
                  <a:lnTo>
                    <a:pt x="1" y="741"/>
                  </a:lnTo>
                  <a:lnTo>
                    <a:pt x="153" y="741"/>
                  </a:lnTo>
                  <a:lnTo>
                    <a:pt x="153"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170"/>
            <p:cNvSpPr/>
            <p:nvPr/>
          </p:nvSpPr>
          <p:spPr>
            <a:xfrm>
              <a:off x="4516421" y="2469825"/>
              <a:ext cx="15582" cy="26951"/>
            </a:xfrm>
            <a:custGeom>
              <a:rect b="b" l="l" r="r" t="t"/>
              <a:pathLst>
                <a:path extrusionOk="0" h="742" w="429">
                  <a:moveTo>
                    <a:pt x="1" y="1"/>
                  </a:moveTo>
                  <a:lnTo>
                    <a:pt x="1" y="741"/>
                  </a:lnTo>
                  <a:lnTo>
                    <a:pt x="429" y="741"/>
                  </a:lnTo>
                  <a:lnTo>
                    <a:pt x="429"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170"/>
            <p:cNvSpPr/>
            <p:nvPr/>
          </p:nvSpPr>
          <p:spPr>
            <a:xfrm>
              <a:off x="4526482" y="2469825"/>
              <a:ext cx="5521" cy="26951"/>
            </a:xfrm>
            <a:custGeom>
              <a:rect b="b" l="l" r="r" t="t"/>
              <a:pathLst>
                <a:path extrusionOk="0" h="742" w="152">
                  <a:moveTo>
                    <a:pt x="0" y="1"/>
                  </a:moveTo>
                  <a:lnTo>
                    <a:pt x="0" y="741"/>
                  </a:lnTo>
                  <a:lnTo>
                    <a:pt x="152" y="741"/>
                  </a:lnTo>
                  <a:lnTo>
                    <a:pt x="152"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170"/>
            <p:cNvSpPr/>
            <p:nvPr/>
          </p:nvSpPr>
          <p:spPr>
            <a:xfrm>
              <a:off x="4561133" y="2429654"/>
              <a:ext cx="15619" cy="67124"/>
            </a:xfrm>
            <a:custGeom>
              <a:rect b="b" l="l" r="r" t="t"/>
              <a:pathLst>
                <a:path extrusionOk="0" h="1848" w="430">
                  <a:moveTo>
                    <a:pt x="1" y="0"/>
                  </a:moveTo>
                  <a:lnTo>
                    <a:pt x="1"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170"/>
            <p:cNvSpPr/>
            <p:nvPr/>
          </p:nvSpPr>
          <p:spPr>
            <a:xfrm>
              <a:off x="4571194" y="2429654"/>
              <a:ext cx="5557" cy="67124"/>
            </a:xfrm>
            <a:custGeom>
              <a:rect b="b" l="l" r="r" t="t"/>
              <a:pathLst>
                <a:path extrusionOk="0" h="1848" w="153">
                  <a:moveTo>
                    <a:pt x="0" y="0"/>
                  </a:moveTo>
                  <a:lnTo>
                    <a:pt x="0" y="1847"/>
                  </a:lnTo>
                  <a:lnTo>
                    <a:pt x="152" y="1847"/>
                  </a:lnTo>
                  <a:lnTo>
                    <a:pt x="152"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170"/>
            <p:cNvSpPr/>
            <p:nvPr/>
          </p:nvSpPr>
          <p:spPr>
            <a:xfrm>
              <a:off x="4508975" y="2319491"/>
              <a:ext cx="119937" cy="139043"/>
            </a:xfrm>
            <a:custGeom>
              <a:rect b="b" l="l" r="r" t="t"/>
              <a:pathLst>
                <a:path extrusionOk="0" h="3828" w="3302">
                  <a:moveTo>
                    <a:pt x="1" y="0"/>
                  </a:moveTo>
                  <a:lnTo>
                    <a:pt x="1" y="3827"/>
                  </a:lnTo>
                  <a:lnTo>
                    <a:pt x="3301" y="3827"/>
                  </a:lnTo>
                  <a:lnTo>
                    <a:pt x="3301"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170"/>
            <p:cNvSpPr/>
            <p:nvPr/>
          </p:nvSpPr>
          <p:spPr>
            <a:xfrm>
              <a:off x="4516421" y="2326937"/>
              <a:ext cx="105045" cy="131596"/>
            </a:xfrm>
            <a:custGeom>
              <a:rect b="b" l="l" r="r" t="t"/>
              <a:pathLst>
                <a:path extrusionOk="0" h="3623" w="2892">
                  <a:moveTo>
                    <a:pt x="1" y="0"/>
                  </a:moveTo>
                  <a:lnTo>
                    <a:pt x="1" y="3622"/>
                  </a:lnTo>
                  <a:lnTo>
                    <a:pt x="2891" y="3622"/>
                  </a:lnTo>
                  <a:lnTo>
                    <a:pt x="2891"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170"/>
            <p:cNvSpPr/>
            <p:nvPr/>
          </p:nvSpPr>
          <p:spPr>
            <a:xfrm>
              <a:off x="4502837" y="2458493"/>
              <a:ext cx="132541" cy="12023"/>
            </a:xfrm>
            <a:custGeom>
              <a:rect b="b" l="l" r="r" t="t"/>
              <a:pathLst>
                <a:path extrusionOk="0" h="331" w="3649">
                  <a:moveTo>
                    <a:pt x="0" y="0"/>
                  </a:moveTo>
                  <a:lnTo>
                    <a:pt x="0" y="330"/>
                  </a:lnTo>
                  <a:lnTo>
                    <a:pt x="3649" y="330"/>
                  </a:lnTo>
                  <a:lnTo>
                    <a:pt x="3649"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170"/>
            <p:cNvSpPr/>
            <p:nvPr/>
          </p:nvSpPr>
          <p:spPr>
            <a:xfrm>
              <a:off x="4457798" y="2415707"/>
              <a:ext cx="45076" cy="54811"/>
            </a:xfrm>
            <a:custGeom>
              <a:rect b="b" l="l" r="r" t="t"/>
              <a:pathLst>
                <a:path extrusionOk="0" h="1509" w="1241">
                  <a:moveTo>
                    <a:pt x="0" y="1"/>
                  </a:moveTo>
                  <a:lnTo>
                    <a:pt x="0" y="331"/>
                  </a:lnTo>
                  <a:lnTo>
                    <a:pt x="1240" y="1508"/>
                  </a:lnTo>
                  <a:lnTo>
                    <a:pt x="1240" y="1178"/>
                  </a:lnTo>
                  <a:lnTo>
                    <a:pt x="0"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170"/>
            <p:cNvSpPr/>
            <p:nvPr/>
          </p:nvSpPr>
          <p:spPr>
            <a:xfrm>
              <a:off x="4621426" y="2306198"/>
              <a:ext cx="7482" cy="152337"/>
            </a:xfrm>
            <a:custGeom>
              <a:rect b="b" l="l" r="r" t="t"/>
              <a:pathLst>
                <a:path extrusionOk="0" h="4194" w="206">
                  <a:moveTo>
                    <a:pt x="0" y="1"/>
                  </a:moveTo>
                  <a:lnTo>
                    <a:pt x="0" y="4193"/>
                  </a:lnTo>
                  <a:lnTo>
                    <a:pt x="205" y="4193"/>
                  </a:lnTo>
                  <a:lnTo>
                    <a:pt x="205"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170"/>
            <p:cNvSpPr/>
            <p:nvPr/>
          </p:nvSpPr>
          <p:spPr>
            <a:xfrm>
              <a:off x="4616232" y="2297117"/>
              <a:ext cx="17871" cy="18198"/>
            </a:xfrm>
            <a:custGeom>
              <a:rect b="b" l="l" r="r" t="t"/>
              <a:pathLst>
                <a:path extrusionOk="0" h="501" w="492">
                  <a:moveTo>
                    <a:pt x="241" y="1"/>
                  </a:moveTo>
                  <a:cubicBezTo>
                    <a:pt x="108" y="1"/>
                    <a:pt x="0" y="117"/>
                    <a:pt x="0" y="251"/>
                  </a:cubicBezTo>
                  <a:cubicBezTo>
                    <a:pt x="0" y="384"/>
                    <a:pt x="108" y="500"/>
                    <a:pt x="241" y="500"/>
                  </a:cubicBezTo>
                  <a:cubicBezTo>
                    <a:pt x="384" y="500"/>
                    <a:pt x="491" y="384"/>
                    <a:pt x="491" y="251"/>
                  </a:cubicBezTo>
                  <a:cubicBezTo>
                    <a:pt x="491" y="117"/>
                    <a:pt x="384" y="1"/>
                    <a:pt x="241"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170"/>
            <p:cNvSpPr/>
            <p:nvPr/>
          </p:nvSpPr>
          <p:spPr>
            <a:xfrm>
              <a:off x="4616232" y="2299733"/>
              <a:ext cx="17544" cy="15582"/>
            </a:xfrm>
            <a:custGeom>
              <a:rect b="b" l="l" r="r" t="t"/>
              <a:pathLst>
                <a:path extrusionOk="0" h="429" w="483">
                  <a:moveTo>
                    <a:pt x="72" y="0"/>
                  </a:moveTo>
                  <a:cubicBezTo>
                    <a:pt x="27" y="45"/>
                    <a:pt x="0" y="107"/>
                    <a:pt x="0" y="179"/>
                  </a:cubicBezTo>
                  <a:cubicBezTo>
                    <a:pt x="0" y="312"/>
                    <a:pt x="108" y="428"/>
                    <a:pt x="241" y="428"/>
                  </a:cubicBezTo>
                  <a:cubicBezTo>
                    <a:pt x="366" y="428"/>
                    <a:pt x="464" y="339"/>
                    <a:pt x="482" y="223"/>
                  </a:cubicBezTo>
                  <a:lnTo>
                    <a:pt x="482" y="223"/>
                  </a:lnTo>
                  <a:cubicBezTo>
                    <a:pt x="447" y="268"/>
                    <a:pt x="384" y="295"/>
                    <a:pt x="313" y="295"/>
                  </a:cubicBezTo>
                  <a:cubicBezTo>
                    <a:pt x="179" y="295"/>
                    <a:pt x="72" y="187"/>
                    <a:pt x="72" y="45"/>
                  </a:cubicBezTo>
                  <a:cubicBezTo>
                    <a:pt x="72" y="27"/>
                    <a:pt x="72" y="18"/>
                    <a:pt x="72"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170"/>
            <p:cNvSpPr/>
            <p:nvPr/>
          </p:nvSpPr>
          <p:spPr>
            <a:xfrm>
              <a:off x="4508975" y="2306198"/>
              <a:ext cx="7482" cy="152337"/>
            </a:xfrm>
            <a:custGeom>
              <a:rect b="b" l="l" r="r" t="t"/>
              <a:pathLst>
                <a:path extrusionOk="0" h="4194" w="206">
                  <a:moveTo>
                    <a:pt x="1" y="1"/>
                  </a:moveTo>
                  <a:lnTo>
                    <a:pt x="1" y="4193"/>
                  </a:lnTo>
                  <a:lnTo>
                    <a:pt x="206" y="4193"/>
                  </a:lnTo>
                  <a:lnTo>
                    <a:pt x="206"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170"/>
            <p:cNvSpPr/>
            <p:nvPr/>
          </p:nvSpPr>
          <p:spPr>
            <a:xfrm>
              <a:off x="4503781" y="2297117"/>
              <a:ext cx="17871" cy="18198"/>
            </a:xfrm>
            <a:custGeom>
              <a:rect b="b" l="l" r="r" t="t"/>
              <a:pathLst>
                <a:path extrusionOk="0" h="501" w="492">
                  <a:moveTo>
                    <a:pt x="242" y="1"/>
                  </a:moveTo>
                  <a:cubicBezTo>
                    <a:pt x="108" y="1"/>
                    <a:pt x="1" y="117"/>
                    <a:pt x="1" y="251"/>
                  </a:cubicBezTo>
                  <a:cubicBezTo>
                    <a:pt x="1" y="384"/>
                    <a:pt x="108" y="500"/>
                    <a:pt x="242" y="500"/>
                  </a:cubicBezTo>
                  <a:cubicBezTo>
                    <a:pt x="384" y="500"/>
                    <a:pt x="492" y="384"/>
                    <a:pt x="492" y="251"/>
                  </a:cubicBezTo>
                  <a:cubicBezTo>
                    <a:pt x="492" y="117"/>
                    <a:pt x="384" y="1"/>
                    <a:pt x="242"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170"/>
            <p:cNvSpPr/>
            <p:nvPr/>
          </p:nvSpPr>
          <p:spPr>
            <a:xfrm>
              <a:off x="4503781" y="2299733"/>
              <a:ext cx="17544" cy="15582"/>
            </a:xfrm>
            <a:custGeom>
              <a:rect b="b" l="l" r="r" t="t"/>
              <a:pathLst>
                <a:path extrusionOk="0" h="429" w="483">
                  <a:moveTo>
                    <a:pt x="72" y="0"/>
                  </a:moveTo>
                  <a:cubicBezTo>
                    <a:pt x="28" y="45"/>
                    <a:pt x="1" y="107"/>
                    <a:pt x="1" y="179"/>
                  </a:cubicBezTo>
                  <a:cubicBezTo>
                    <a:pt x="1" y="312"/>
                    <a:pt x="108" y="428"/>
                    <a:pt x="242" y="428"/>
                  </a:cubicBezTo>
                  <a:cubicBezTo>
                    <a:pt x="367" y="428"/>
                    <a:pt x="465" y="339"/>
                    <a:pt x="483" y="223"/>
                  </a:cubicBezTo>
                  <a:lnTo>
                    <a:pt x="483" y="223"/>
                  </a:lnTo>
                  <a:cubicBezTo>
                    <a:pt x="447" y="268"/>
                    <a:pt x="384" y="295"/>
                    <a:pt x="313" y="295"/>
                  </a:cubicBezTo>
                  <a:cubicBezTo>
                    <a:pt x="179" y="295"/>
                    <a:pt x="72" y="187"/>
                    <a:pt x="72" y="45"/>
                  </a:cubicBezTo>
                  <a:cubicBezTo>
                    <a:pt x="72" y="27"/>
                    <a:pt x="72" y="18"/>
                    <a:pt x="72"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170"/>
            <p:cNvSpPr/>
            <p:nvPr/>
          </p:nvSpPr>
          <p:spPr>
            <a:xfrm>
              <a:off x="4410799" y="2429654"/>
              <a:ext cx="15582" cy="67124"/>
            </a:xfrm>
            <a:custGeom>
              <a:rect b="b" l="l" r="r" t="t"/>
              <a:pathLst>
                <a:path extrusionOk="0" h="1848" w="429">
                  <a:moveTo>
                    <a:pt x="1" y="0"/>
                  </a:moveTo>
                  <a:lnTo>
                    <a:pt x="1"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170"/>
            <p:cNvSpPr/>
            <p:nvPr/>
          </p:nvSpPr>
          <p:spPr>
            <a:xfrm>
              <a:off x="4410799" y="2429654"/>
              <a:ext cx="5884" cy="67124"/>
            </a:xfrm>
            <a:custGeom>
              <a:rect b="b" l="l" r="r" t="t"/>
              <a:pathLst>
                <a:path extrusionOk="0" h="1848" w="162">
                  <a:moveTo>
                    <a:pt x="1" y="0"/>
                  </a:moveTo>
                  <a:lnTo>
                    <a:pt x="1" y="1847"/>
                  </a:lnTo>
                  <a:lnTo>
                    <a:pt x="161" y="1847"/>
                  </a:lnTo>
                  <a:lnTo>
                    <a:pt x="161"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170"/>
            <p:cNvSpPr/>
            <p:nvPr/>
          </p:nvSpPr>
          <p:spPr>
            <a:xfrm>
              <a:off x="4254617" y="2415707"/>
              <a:ext cx="177290" cy="42824"/>
            </a:xfrm>
            <a:custGeom>
              <a:rect b="b" l="l" r="r" t="t"/>
              <a:pathLst>
                <a:path extrusionOk="0" h="1179" w="4881">
                  <a:moveTo>
                    <a:pt x="1232" y="1"/>
                  </a:moveTo>
                  <a:lnTo>
                    <a:pt x="1" y="1178"/>
                  </a:lnTo>
                  <a:lnTo>
                    <a:pt x="3649" y="1178"/>
                  </a:lnTo>
                  <a:lnTo>
                    <a:pt x="4880"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170"/>
            <p:cNvSpPr/>
            <p:nvPr/>
          </p:nvSpPr>
          <p:spPr>
            <a:xfrm>
              <a:off x="4268237" y="2469825"/>
              <a:ext cx="15582" cy="26951"/>
            </a:xfrm>
            <a:custGeom>
              <a:rect b="b" l="l" r="r" t="t"/>
              <a:pathLst>
                <a:path extrusionOk="0" h="742" w="429">
                  <a:moveTo>
                    <a:pt x="0" y="1"/>
                  </a:moveTo>
                  <a:lnTo>
                    <a:pt x="0" y="741"/>
                  </a:lnTo>
                  <a:lnTo>
                    <a:pt x="428" y="741"/>
                  </a:lnTo>
                  <a:lnTo>
                    <a:pt x="428"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170"/>
            <p:cNvSpPr/>
            <p:nvPr/>
          </p:nvSpPr>
          <p:spPr>
            <a:xfrm>
              <a:off x="4278262" y="2469825"/>
              <a:ext cx="5557" cy="26951"/>
            </a:xfrm>
            <a:custGeom>
              <a:rect b="b" l="l" r="r" t="t"/>
              <a:pathLst>
                <a:path extrusionOk="0" h="742" w="153">
                  <a:moveTo>
                    <a:pt x="1" y="1"/>
                  </a:moveTo>
                  <a:lnTo>
                    <a:pt x="1" y="741"/>
                  </a:lnTo>
                  <a:lnTo>
                    <a:pt x="152" y="741"/>
                  </a:lnTo>
                  <a:lnTo>
                    <a:pt x="152"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170"/>
            <p:cNvSpPr/>
            <p:nvPr/>
          </p:nvSpPr>
          <p:spPr>
            <a:xfrm>
              <a:off x="4357660" y="2469825"/>
              <a:ext cx="15909" cy="26951"/>
            </a:xfrm>
            <a:custGeom>
              <a:rect b="b" l="l" r="r" t="t"/>
              <a:pathLst>
                <a:path extrusionOk="0" h="742" w="438">
                  <a:moveTo>
                    <a:pt x="0" y="1"/>
                  </a:moveTo>
                  <a:lnTo>
                    <a:pt x="0" y="741"/>
                  </a:lnTo>
                  <a:lnTo>
                    <a:pt x="438" y="741"/>
                  </a:lnTo>
                  <a:lnTo>
                    <a:pt x="438"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170"/>
            <p:cNvSpPr/>
            <p:nvPr/>
          </p:nvSpPr>
          <p:spPr>
            <a:xfrm>
              <a:off x="4357660" y="2469825"/>
              <a:ext cx="5884" cy="26951"/>
            </a:xfrm>
            <a:custGeom>
              <a:rect b="b" l="l" r="r" t="t"/>
              <a:pathLst>
                <a:path extrusionOk="0" h="742" w="162">
                  <a:moveTo>
                    <a:pt x="0" y="1"/>
                  </a:moveTo>
                  <a:lnTo>
                    <a:pt x="0" y="741"/>
                  </a:lnTo>
                  <a:lnTo>
                    <a:pt x="161" y="741"/>
                  </a:lnTo>
                  <a:lnTo>
                    <a:pt x="161"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170"/>
            <p:cNvSpPr/>
            <p:nvPr/>
          </p:nvSpPr>
          <p:spPr>
            <a:xfrm>
              <a:off x="4312949" y="2429654"/>
              <a:ext cx="15582" cy="67124"/>
            </a:xfrm>
            <a:custGeom>
              <a:rect b="b" l="l" r="r" t="t"/>
              <a:pathLst>
                <a:path extrusionOk="0" h="1848" w="429">
                  <a:moveTo>
                    <a:pt x="0" y="0"/>
                  </a:moveTo>
                  <a:lnTo>
                    <a:pt x="0"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170"/>
            <p:cNvSpPr/>
            <p:nvPr/>
          </p:nvSpPr>
          <p:spPr>
            <a:xfrm>
              <a:off x="4312949" y="2429654"/>
              <a:ext cx="5848" cy="67124"/>
            </a:xfrm>
            <a:custGeom>
              <a:rect b="b" l="l" r="r" t="t"/>
              <a:pathLst>
                <a:path extrusionOk="0" h="1848" w="161">
                  <a:moveTo>
                    <a:pt x="0" y="0"/>
                  </a:moveTo>
                  <a:lnTo>
                    <a:pt x="0" y="1847"/>
                  </a:lnTo>
                  <a:lnTo>
                    <a:pt x="161" y="1847"/>
                  </a:lnTo>
                  <a:lnTo>
                    <a:pt x="161"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170"/>
            <p:cNvSpPr/>
            <p:nvPr/>
          </p:nvSpPr>
          <p:spPr>
            <a:xfrm>
              <a:off x="4261082" y="2319491"/>
              <a:ext cx="119610" cy="139043"/>
            </a:xfrm>
            <a:custGeom>
              <a:rect b="b" l="l" r="r" t="t"/>
              <a:pathLst>
                <a:path extrusionOk="0" h="3828" w="3293">
                  <a:moveTo>
                    <a:pt x="1" y="0"/>
                  </a:moveTo>
                  <a:lnTo>
                    <a:pt x="1" y="3827"/>
                  </a:lnTo>
                  <a:lnTo>
                    <a:pt x="3293" y="3827"/>
                  </a:lnTo>
                  <a:lnTo>
                    <a:pt x="3293"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170"/>
            <p:cNvSpPr/>
            <p:nvPr/>
          </p:nvSpPr>
          <p:spPr>
            <a:xfrm>
              <a:off x="4268237" y="2326937"/>
              <a:ext cx="105335" cy="131596"/>
            </a:xfrm>
            <a:custGeom>
              <a:rect b="b" l="l" r="r" t="t"/>
              <a:pathLst>
                <a:path extrusionOk="0" h="3623" w="2900">
                  <a:moveTo>
                    <a:pt x="0" y="0"/>
                  </a:moveTo>
                  <a:lnTo>
                    <a:pt x="0" y="3622"/>
                  </a:lnTo>
                  <a:lnTo>
                    <a:pt x="2900" y="3622"/>
                  </a:lnTo>
                  <a:lnTo>
                    <a:pt x="2900"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170"/>
            <p:cNvSpPr/>
            <p:nvPr/>
          </p:nvSpPr>
          <p:spPr>
            <a:xfrm>
              <a:off x="4254617" y="2458493"/>
              <a:ext cx="132577" cy="12023"/>
            </a:xfrm>
            <a:custGeom>
              <a:rect b="b" l="l" r="r" t="t"/>
              <a:pathLst>
                <a:path extrusionOk="0" h="331" w="3650">
                  <a:moveTo>
                    <a:pt x="1" y="0"/>
                  </a:moveTo>
                  <a:lnTo>
                    <a:pt x="1" y="330"/>
                  </a:lnTo>
                  <a:lnTo>
                    <a:pt x="3649" y="330"/>
                  </a:lnTo>
                  <a:lnTo>
                    <a:pt x="3649"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170"/>
            <p:cNvSpPr/>
            <p:nvPr/>
          </p:nvSpPr>
          <p:spPr>
            <a:xfrm>
              <a:off x="4387153" y="2415707"/>
              <a:ext cx="44749" cy="54811"/>
            </a:xfrm>
            <a:custGeom>
              <a:rect b="b" l="l" r="r" t="t"/>
              <a:pathLst>
                <a:path extrusionOk="0" h="1509" w="1232">
                  <a:moveTo>
                    <a:pt x="1231" y="1"/>
                  </a:moveTo>
                  <a:lnTo>
                    <a:pt x="0" y="1178"/>
                  </a:lnTo>
                  <a:lnTo>
                    <a:pt x="0" y="1508"/>
                  </a:lnTo>
                  <a:lnTo>
                    <a:pt x="1231" y="331"/>
                  </a:lnTo>
                  <a:lnTo>
                    <a:pt x="1231"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170"/>
            <p:cNvSpPr/>
            <p:nvPr/>
          </p:nvSpPr>
          <p:spPr>
            <a:xfrm>
              <a:off x="4261082" y="2306198"/>
              <a:ext cx="7192" cy="152337"/>
            </a:xfrm>
            <a:custGeom>
              <a:rect b="b" l="l" r="r" t="t"/>
              <a:pathLst>
                <a:path extrusionOk="0" h="4194" w="198">
                  <a:moveTo>
                    <a:pt x="1" y="1"/>
                  </a:moveTo>
                  <a:lnTo>
                    <a:pt x="1" y="4193"/>
                  </a:lnTo>
                  <a:lnTo>
                    <a:pt x="197" y="4193"/>
                  </a:lnTo>
                  <a:lnTo>
                    <a:pt x="197"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170"/>
            <p:cNvSpPr/>
            <p:nvPr/>
          </p:nvSpPr>
          <p:spPr>
            <a:xfrm>
              <a:off x="4255597" y="2297117"/>
              <a:ext cx="18161" cy="18198"/>
            </a:xfrm>
            <a:custGeom>
              <a:rect b="b" l="l" r="r" t="t"/>
              <a:pathLst>
                <a:path extrusionOk="0" h="501" w="500">
                  <a:moveTo>
                    <a:pt x="250" y="1"/>
                  </a:moveTo>
                  <a:cubicBezTo>
                    <a:pt x="116" y="1"/>
                    <a:pt x="0" y="117"/>
                    <a:pt x="0" y="251"/>
                  </a:cubicBezTo>
                  <a:cubicBezTo>
                    <a:pt x="0" y="384"/>
                    <a:pt x="116" y="500"/>
                    <a:pt x="250" y="500"/>
                  </a:cubicBezTo>
                  <a:cubicBezTo>
                    <a:pt x="384" y="500"/>
                    <a:pt x="500" y="384"/>
                    <a:pt x="500" y="251"/>
                  </a:cubicBezTo>
                  <a:cubicBezTo>
                    <a:pt x="500" y="117"/>
                    <a:pt x="384" y="1"/>
                    <a:pt x="250"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170"/>
            <p:cNvSpPr/>
            <p:nvPr/>
          </p:nvSpPr>
          <p:spPr>
            <a:xfrm>
              <a:off x="4255924" y="2299733"/>
              <a:ext cx="17834" cy="15582"/>
            </a:xfrm>
            <a:custGeom>
              <a:rect b="b" l="l" r="r" t="t"/>
              <a:pathLst>
                <a:path extrusionOk="0" h="429" w="491">
                  <a:moveTo>
                    <a:pt x="411" y="0"/>
                  </a:moveTo>
                  <a:cubicBezTo>
                    <a:pt x="411" y="18"/>
                    <a:pt x="420" y="27"/>
                    <a:pt x="420" y="45"/>
                  </a:cubicBezTo>
                  <a:cubicBezTo>
                    <a:pt x="420" y="187"/>
                    <a:pt x="304" y="295"/>
                    <a:pt x="170" y="295"/>
                  </a:cubicBezTo>
                  <a:cubicBezTo>
                    <a:pt x="98" y="295"/>
                    <a:pt x="45" y="268"/>
                    <a:pt x="0" y="223"/>
                  </a:cubicBezTo>
                  <a:lnTo>
                    <a:pt x="0" y="223"/>
                  </a:lnTo>
                  <a:cubicBezTo>
                    <a:pt x="18" y="339"/>
                    <a:pt x="116" y="428"/>
                    <a:pt x="241" y="428"/>
                  </a:cubicBezTo>
                  <a:cubicBezTo>
                    <a:pt x="375" y="428"/>
                    <a:pt x="491" y="312"/>
                    <a:pt x="491" y="179"/>
                  </a:cubicBezTo>
                  <a:cubicBezTo>
                    <a:pt x="491" y="107"/>
                    <a:pt x="455" y="45"/>
                    <a:pt x="411"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170"/>
            <p:cNvSpPr/>
            <p:nvPr/>
          </p:nvSpPr>
          <p:spPr>
            <a:xfrm>
              <a:off x="4373533" y="2306198"/>
              <a:ext cx="7156" cy="152337"/>
            </a:xfrm>
            <a:custGeom>
              <a:rect b="b" l="l" r="r" t="t"/>
              <a:pathLst>
                <a:path extrusionOk="0" h="4194" w="197">
                  <a:moveTo>
                    <a:pt x="1" y="1"/>
                  </a:moveTo>
                  <a:lnTo>
                    <a:pt x="1" y="4193"/>
                  </a:lnTo>
                  <a:lnTo>
                    <a:pt x="197" y="4193"/>
                  </a:lnTo>
                  <a:lnTo>
                    <a:pt x="197"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170"/>
            <p:cNvSpPr/>
            <p:nvPr/>
          </p:nvSpPr>
          <p:spPr>
            <a:xfrm>
              <a:off x="4368012" y="2297117"/>
              <a:ext cx="18198" cy="18198"/>
            </a:xfrm>
            <a:custGeom>
              <a:rect b="b" l="l" r="r" t="t"/>
              <a:pathLst>
                <a:path extrusionOk="0" h="501" w="501">
                  <a:moveTo>
                    <a:pt x="251" y="1"/>
                  </a:moveTo>
                  <a:cubicBezTo>
                    <a:pt x="117" y="1"/>
                    <a:pt x="1" y="117"/>
                    <a:pt x="1" y="251"/>
                  </a:cubicBezTo>
                  <a:cubicBezTo>
                    <a:pt x="1" y="384"/>
                    <a:pt x="117" y="500"/>
                    <a:pt x="251" y="500"/>
                  </a:cubicBezTo>
                  <a:cubicBezTo>
                    <a:pt x="385" y="500"/>
                    <a:pt x="501" y="384"/>
                    <a:pt x="501" y="251"/>
                  </a:cubicBezTo>
                  <a:cubicBezTo>
                    <a:pt x="501" y="117"/>
                    <a:pt x="385" y="1"/>
                    <a:pt x="251"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170"/>
            <p:cNvSpPr/>
            <p:nvPr/>
          </p:nvSpPr>
          <p:spPr>
            <a:xfrm>
              <a:off x="4368339" y="2299733"/>
              <a:ext cx="17871" cy="15582"/>
            </a:xfrm>
            <a:custGeom>
              <a:rect b="b" l="l" r="r" t="t"/>
              <a:pathLst>
                <a:path extrusionOk="0" h="429" w="492">
                  <a:moveTo>
                    <a:pt x="411" y="0"/>
                  </a:moveTo>
                  <a:cubicBezTo>
                    <a:pt x="411" y="18"/>
                    <a:pt x="411" y="27"/>
                    <a:pt x="411" y="45"/>
                  </a:cubicBezTo>
                  <a:cubicBezTo>
                    <a:pt x="411" y="187"/>
                    <a:pt x="304" y="295"/>
                    <a:pt x="170" y="295"/>
                  </a:cubicBezTo>
                  <a:cubicBezTo>
                    <a:pt x="99" y="295"/>
                    <a:pt x="45" y="268"/>
                    <a:pt x="1" y="223"/>
                  </a:cubicBezTo>
                  <a:lnTo>
                    <a:pt x="1" y="223"/>
                  </a:lnTo>
                  <a:cubicBezTo>
                    <a:pt x="19" y="339"/>
                    <a:pt x="117" y="428"/>
                    <a:pt x="242" y="428"/>
                  </a:cubicBezTo>
                  <a:cubicBezTo>
                    <a:pt x="376" y="428"/>
                    <a:pt x="492" y="312"/>
                    <a:pt x="492" y="179"/>
                  </a:cubicBezTo>
                  <a:cubicBezTo>
                    <a:pt x="492" y="107"/>
                    <a:pt x="456" y="45"/>
                    <a:pt x="411"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170"/>
            <p:cNvSpPr/>
            <p:nvPr/>
          </p:nvSpPr>
          <p:spPr>
            <a:xfrm>
              <a:off x="4402372" y="2236207"/>
              <a:ext cx="21757" cy="43769"/>
            </a:xfrm>
            <a:custGeom>
              <a:rect b="b" l="l" r="r" t="t"/>
              <a:pathLst>
                <a:path extrusionOk="0" h="1205" w="599">
                  <a:moveTo>
                    <a:pt x="1" y="1"/>
                  </a:moveTo>
                  <a:lnTo>
                    <a:pt x="1" y="911"/>
                  </a:lnTo>
                  <a:cubicBezTo>
                    <a:pt x="1" y="1071"/>
                    <a:pt x="134" y="1205"/>
                    <a:pt x="304" y="1205"/>
                  </a:cubicBezTo>
                  <a:cubicBezTo>
                    <a:pt x="464" y="1205"/>
                    <a:pt x="598" y="1071"/>
                    <a:pt x="598" y="911"/>
                  </a:cubicBezTo>
                  <a:lnTo>
                    <a:pt x="5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170"/>
            <p:cNvSpPr/>
            <p:nvPr/>
          </p:nvSpPr>
          <p:spPr>
            <a:xfrm>
              <a:off x="4401064" y="2234572"/>
              <a:ext cx="24663" cy="47038"/>
            </a:xfrm>
            <a:custGeom>
              <a:rect b="b" l="l" r="r" t="t"/>
              <a:pathLst>
                <a:path extrusionOk="0" h="1295" w="679">
                  <a:moveTo>
                    <a:pt x="599" y="81"/>
                  </a:moveTo>
                  <a:lnTo>
                    <a:pt x="599" y="956"/>
                  </a:lnTo>
                  <a:cubicBezTo>
                    <a:pt x="599" y="1098"/>
                    <a:pt x="483" y="1214"/>
                    <a:pt x="340" y="1214"/>
                  </a:cubicBezTo>
                  <a:cubicBezTo>
                    <a:pt x="197" y="1214"/>
                    <a:pt x="81" y="1098"/>
                    <a:pt x="81" y="956"/>
                  </a:cubicBezTo>
                  <a:lnTo>
                    <a:pt x="81" y="81"/>
                  </a:lnTo>
                  <a:close/>
                  <a:moveTo>
                    <a:pt x="1" y="1"/>
                  </a:moveTo>
                  <a:lnTo>
                    <a:pt x="1" y="956"/>
                  </a:lnTo>
                  <a:cubicBezTo>
                    <a:pt x="1" y="1143"/>
                    <a:pt x="153" y="1295"/>
                    <a:pt x="340" y="1295"/>
                  </a:cubicBezTo>
                  <a:cubicBezTo>
                    <a:pt x="527" y="1295"/>
                    <a:pt x="679" y="1143"/>
                    <a:pt x="679" y="956"/>
                  </a:cubicBezTo>
                  <a:lnTo>
                    <a:pt x="67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170"/>
            <p:cNvSpPr/>
            <p:nvPr/>
          </p:nvSpPr>
          <p:spPr>
            <a:xfrm>
              <a:off x="4413377" y="2279937"/>
              <a:ext cx="36" cy="46711"/>
            </a:xfrm>
            <a:custGeom>
              <a:rect b="b" l="l" r="r" t="t"/>
              <a:pathLst>
                <a:path extrusionOk="0" h="1286" w="1">
                  <a:moveTo>
                    <a:pt x="1" y="1"/>
                  </a:moveTo>
                  <a:lnTo>
                    <a:pt x="1" y="1286"/>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170"/>
            <p:cNvSpPr/>
            <p:nvPr/>
          </p:nvSpPr>
          <p:spPr>
            <a:xfrm>
              <a:off x="4411779" y="2279937"/>
              <a:ext cx="2942" cy="46711"/>
            </a:xfrm>
            <a:custGeom>
              <a:rect b="b" l="l" r="r" t="t"/>
              <a:pathLst>
                <a:path extrusionOk="0" h="1286" w="81">
                  <a:moveTo>
                    <a:pt x="0" y="1"/>
                  </a:moveTo>
                  <a:lnTo>
                    <a:pt x="0" y="1286"/>
                  </a:lnTo>
                  <a:lnTo>
                    <a:pt x="81" y="1286"/>
                  </a:lnTo>
                  <a:lnTo>
                    <a:pt x="8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170"/>
            <p:cNvSpPr/>
            <p:nvPr/>
          </p:nvSpPr>
          <p:spPr>
            <a:xfrm>
              <a:off x="4402045" y="2325957"/>
              <a:ext cx="22084" cy="36"/>
            </a:xfrm>
            <a:custGeom>
              <a:rect b="b" l="l" r="r" t="t"/>
              <a:pathLst>
                <a:path extrusionOk="0" h="1" w="608">
                  <a:moveTo>
                    <a:pt x="1" y="1"/>
                  </a:moveTo>
                  <a:lnTo>
                    <a:pt x="607" y="1"/>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170"/>
            <p:cNvSpPr/>
            <p:nvPr/>
          </p:nvSpPr>
          <p:spPr>
            <a:xfrm>
              <a:off x="4402045" y="2324358"/>
              <a:ext cx="22084" cy="2942"/>
            </a:xfrm>
            <a:custGeom>
              <a:rect b="b" l="l" r="r" t="t"/>
              <a:pathLst>
                <a:path extrusionOk="0" h="81" w="608">
                  <a:moveTo>
                    <a:pt x="1" y="0"/>
                  </a:moveTo>
                  <a:lnTo>
                    <a:pt x="1" y="80"/>
                  </a:lnTo>
                  <a:lnTo>
                    <a:pt x="607" y="80"/>
                  </a:lnTo>
                  <a:lnTo>
                    <a:pt x="6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170"/>
            <p:cNvSpPr/>
            <p:nvPr/>
          </p:nvSpPr>
          <p:spPr>
            <a:xfrm>
              <a:off x="4460704" y="2236207"/>
              <a:ext cx="21757" cy="43769"/>
            </a:xfrm>
            <a:custGeom>
              <a:rect b="b" l="l" r="r" t="t"/>
              <a:pathLst>
                <a:path extrusionOk="0" h="1205" w="599">
                  <a:moveTo>
                    <a:pt x="0" y="1"/>
                  </a:moveTo>
                  <a:lnTo>
                    <a:pt x="0" y="911"/>
                  </a:lnTo>
                  <a:cubicBezTo>
                    <a:pt x="0" y="1071"/>
                    <a:pt x="134" y="1205"/>
                    <a:pt x="295" y="1205"/>
                  </a:cubicBezTo>
                  <a:cubicBezTo>
                    <a:pt x="464" y="1205"/>
                    <a:pt x="598" y="1071"/>
                    <a:pt x="598" y="911"/>
                  </a:cubicBezTo>
                  <a:lnTo>
                    <a:pt x="5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170"/>
            <p:cNvSpPr/>
            <p:nvPr/>
          </p:nvSpPr>
          <p:spPr>
            <a:xfrm>
              <a:off x="4459070" y="2234572"/>
              <a:ext cx="24990" cy="47038"/>
            </a:xfrm>
            <a:custGeom>
              <a:rect b="b" l="l" r="r" t="t"/>
              <a:pathLst>
                <a:path extrusionOk="0" h="1295" w="688">
                  <a:moveTo>
                    <a:pt x="598" y="81"/>
                  </a:moveTo>
                  <a:lnTo>
                    <a:pt x="598" y="956"/>
                  </a:lnTo>
                  <a:cubicBezTo>
                    <a:pt x="598" y="1098"/>
                    <a:pt x="482" y="1214"/>
                    <a:pt x="340" y="1214"/>
                  </a:cubicBezTo>
                  <a:cubicBezTo>
                    <a:pt x="197" y="1214"/>
                    <a:pt x="81" y="1098"/>
                    <a:pt x="81" y="956"/>
                  </a:cubicBezTo>
                  <a:lnTo>
                    <a:pt x="81" y="81"/>
                  </a:lnTo>
                  <a:close/>
                  <a:moveTo>
                    <a:pt x="1" y="1"/>
                  </a:moveTo>
                  <a:lnTo>
                    <a:pt x="1" y="956"/>
                  </a:lnTo>
                  <a:cubicBezTo>
                    <a:pt x="1" y="1143"/>
                    <a:pt x="152" y="1295"/>
                    <a:pt x="340" y="1295"/>
                  </a:cubicBezTo>
                  <a:cubicBezTo>
                    <a:pt x="527" y="1295"/>
                    <a:pt x="688" y="1143"/>
                    <a:pt x="688" y="956"/>
                  </a:cubicBezTo>
                  <a:lnTo>
                    <a:pt x="68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170"/>
            <p:cNvSpPr/>
            <p:nvPr/>
          </p:nvSpPr>
          <p:spPr>
            <a:xfrm>
              <a:off x="4471383" y="2279937"/>
              <a:ext cx="36" cy="46711"/>
            </a:xfrm>
            <a:custGeom>
              <a:rect b="b" l="l" r="r" t="t"/>
              <a:pathLst>
                <a:path extrusionOk="0" h="1286" w="1">
                  <a:moveTo>
                    <a:pt x="1" y="1"/>
                  </a:moveTo>
                  <a:lnTo>
                    <a:pt x="1" y="1286"/>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170"/>
            <p:cNvSpPr/>
            <p:nvPr/>
          </p:nvSpPr>
          <p:spPr>
            <a:xfrm>
              <a:off x="4470111" y="2279937"/>
              <a:ext cx="2942" cy="46711"/>
            </a:xfrm>
            <a:custGeom>
              <a:rect b="b" l="l" r="r" t="t"/>
              <a:pathLst>
                <a:path extrusionOk="0" h="1286" w="81">
                  <a:moveTo>
                    <a:pt x="0" y="1"/>
                  </a:moveTo>
                  <a:lnTo>
                    <a:pt x="0" y="1286"/>
                  </a:lnTo>
                  <a:lnTo>
                    <a:pt x="80" y="1286"/>
                  </a:lnTo>
                  <a:lnTo>
                    <a:pt x="8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170"/>
            <p:cNvSpPr/>
            <p:nvPr/>
          </p:nvSpPr>
          <p:spPr>
            <a:xfrm>
              <a:off x="4460377" y="2325957"/>
              <a:ext cx="22084" cy="36"/>
            </a:xfrm>
            <a:custGeom>
              <a:rect b="b" l="l" r="r" t="t"/>
              <a:pathLst>
                <a:path extrusionOk="0" h="1" w="608">
                  <a:moveTo>
                    <a:pt x="0" y="1"/>
                  </a:moveTo>
                  <a:lnTo>
                    <a:pt x="607" y="1"/>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170"/>
            <p:cNvSpPr/>
            <p:nvPr/>
          </p:nvSpPr>
          <p:spPr>
            <a:xfrm>
              <a:off x="4460377" y="2324358"/>
              <a:ext cx="22084" cy="2942"/>
            </a:xfrm>
            <a:custGeom>
              <a:rect b="b" l="l" r="r" t="t"/>
              <a:pathLst>
                <a:path extrusionOk="0" h="81" w="608">
                  <a:moveTo>
                    <a:pt x="0" y="0"/>
                  </a:moveTo>
                  <a:lnTo>
                    <a:pt x="0" y="80"/>
                  </a:lnTo>
                  <a:lnTo>
                    <a:pt x="607" y="80"/>
                  </a:lnTo>
                  <a:lnTo>
                    <a:pt x="6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7" name="Google Shape;11127;p170"/>
          <p:cNvGrpSpPr/>
          <p:nvPr/>
        </p:nvGrpSpPr>
        <p:grpSpPr>
          <a:xfrm>
            <a:off x="6" y="-563981"/>
            <a:ext cx="2234140" cy="1721439"/>
            <a:chOff x="3363545" y="1191568"/>
            <a:chExt cx="384038" cy="295876"/>
          </a:xfrm>
        </p:grpSpPr>
        <p:sp>
          <p:nvSpPr>
            <p:cNvPr id="11128" name="Google Shape;11128;p170"/>
            <p:cNvSpPr/>
            <p:nvPr/>
          </p:nvSpPr>
          <p:spPr>
            <a:xfrm>
              <a:off x="3363545"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170"/>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170"/>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170"/>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170"/>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170"/>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170"/>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35" name="Google Shape;11135;p170"/>
          <p:cNvSpPr/>
          <p:nvPr/>
        </p:nvSpPr>
        <p:spPr>
          <a:xfrm flipH="1">
            <a:off x="5789030" y="1415776"/>
            <a:ext cx="4663845" cy="1823457"/>
          </a:xfrm>
          <a:custGeom>
            <a:rect b="b" l="l" r="r" t="t"/>
            <a:pathLst>
              <a:path extrusionOk="0" h="7498" w="18102">
                <a:moveTo>
                  <a:pt x="13695" y="1"/>
                </a:moveTo>
                <a:cubicBezTo>
                  <a:pt x="13227" y="1"/>
                  <a:pt x="10064" y="334"/>
                  <a:pt x="10064" y="334"/>
                </a:cubicBezTo>
                <a:lnTo>
                  <a:pt x="7352" y="763"/>
                </a:lnTo>
                <a:lnTo>
                  <a:pt x="4497" y="2056"/>
                </a:lnTo>
                <a:lnTo>
                  <a:pt x="670" y="4420"/>
                </a:lnTo>
                <a:cubicBezTo>
                  <a:pt x="670" y="4420"/>
                  <a:pt x="269" y="5642"/>
                  <a:pt x="135" y="6552"/>
                </a:cubicBezTo>
                <a:cubicBezTo>
                  <a:pt x="1" y="7462"/>
                  <a:pt x="4756" y="7498"/>
                  <a:pt x="4756" y="7498"/>
                </a:cubicBezTo>
                <a:cubicBezTo>
                  <a:pt x="4756" y="7498"/>
                  <a:pt x="6542" y="5062"/>
                  <a:pt x="7773" y="5062"/>
                </a:cubicBezTo>
                <a:cubicBezTo>
                  <a:pt x="7776" y="5062"/>
                  <a:pt x="7778" y="5062"/>
                  <a:pt x="7780" y="5062"/>
                </a:cubicBezTo>
                <a:cubicBezTo>
                  <a:pt x="7810" y="5063"/>
                  <a:pt x="7839" y="5063"/>
                  <a:pt x="7869" y="5063"/>
                </a:cubicBezTo>
                <a:cubicBezTo>
                  <a:pt x="9064" y="5063"/>
                  <a:pt x="10272" y="4719"/>
                  <a:pt x="9323" y="4527"/>
                </a:cubicBezTo>
                <a:cubicBezTo>
                  <a:pt x="8351" y="4331"/>
                  <a:pt x="9609" y="4063"/>
                  <a:pt x="11063" y="3956"/>
                </a:cubicBezTo>
                <a:cubicBezTo>
                  <a:pt x="12508" y="3840"/>
                  <a:pt x="12562" y="3341"/>
                  <a:pt x="11884" y="3287"/>
                </a:cubicBezTo>
                <a:cubicBezTo>
                  <a:pt x="11197" y="3234"/>
                  <a:pt x="11447" y="2913"/>
                  <a:pt x="13275" y="2814"/>
                </a:cubicBezTo>
                <a:cubicBezTo>
                  <a:pt x="15104" y="2707"/>
                  <a:pt x="16228" y="2136"/>
                  <a:pt x="15390" y="2127"/>
                </a:cubicBezTo>
                <a:cubicBezTo>
                  <a:pt x="14551" y="2119"/>
                  <a:pt x="14979" y="1753"/>
                  <a:pt x="15515" y="1628"/>
                </a:cubicBezTo>
                <a:cubicBezTo>
                  <a:pt x="16059" y="1503"/>
                  <a:pt x="16514" y="1369"/>
                  <a:pt x="16023" y="1226"/>
                </a:cubicBezTo>
                <a:cubicBezTo>
                  <a:pt x="15541" y="1084"/>
                  <a:pt x="16656" y="1102"/>
                  <a:pt x="17379" y="789"/>
                </a:cubicBezTo>
                <a:cubicBezTo>
                  <a:pt x="18102" y="468"/>
                  <a:pt x="16888" y="272"/>
                  <a:pt x="16888" y="272"/>
                </a:cubicBezTo>
                <a:cubicBezTo>
                  <a:pt x="16888" y="272"/>
                  <a:pt x="13882" y="49"/>
                  <a:pt x="13748" y="4"/>
                </a:cubicBezTo>
                <a:cubicBezTo>
                  <a:pt x="13741" y="2"/>
                  <a:pt x="13722" y="1"/>
                  <a:pt x="136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170"/>
          <p:cNvSpPr/>
          <p:nvPr/>
        </p:nvSpPr>
        <p:spPr>
          <a:xfrm flipH="1">
            <a:off x="6056834" y="1230804"/>
            <a:ext cx="3179081" cy="1680765"/>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37" name="Google Shape;11137;p170"/>
          <p:cNvGrpSpPr/>
          <p:nvPr/>
        </p:nvGrpSpPr>
        <p:grpSpPr>
          <a:xfrm>
            <a:off x="7163263" y="-717771"/>
            <a:ext cx="2073052" cy="3334299"/>
            <a:chOff x="7163263" y="-717771"/>
            <a:chExt cx="2073052" cy="3334299"/>
          </a:xfrm>
        </p:grpSpPr>
        <p:sp>
          <p:nvSpPr>
            <p:cNvPr id="11138" name="Google Shape;11138;p170"/>
            <p:cNvSpPr/>
            <p:nvPr/>
          </p:nvSpPr>
          <p:spPr>
            <a:xfrm flipH="1">
              <a:off x="7163263" y="-717771"/>
              <a:ext cx="2073052" cy="3334299"/>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170"/>
            <p:cNvSpPr/>
            <p:nvPr/>
          </p:nvSpPr>
          <p:spPr>
            <a:xfrm flipH="1">
              <a:off x="8406586" y="-261395"/>
              <a:ext cx="829728" cy="2877906"/>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170"/>
            <p:cNvSpPr/>
            <p:nvPr/>
          </p:nvSpPr>
          <p:spPr>
            <a:xfrm flipH="1">
              <a:off x="7622547" y="-61921"/>
              <a:ext cx="1161039" cy="1390469"/>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170"/>
            <p:cNvSpPr/>
            <p:nvPr/>
          </p:nvSpPr>
          <p:spPr>
            <a:xfrm flipH="1">
              <a:off x="8490683" y="-717771"/>
              <a:ext cx="745632" cy="801327"/>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170"/>
            <p:cNvSpPr/>
            <p:nvPr/>
          </p:nvSpPr>
          <p:spPr>
            <a:xfrm flipH="1">
              <a:off x="9113251" y="2434282"/>
              <a:ext cx="123064" cy="182128"/>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170"/>
            <p:cNvSpPr/>
            <p:nvPr/>
          </p:nvSpPr>
          <p:spPr>
            <a:xfrm flipH="1">
              <a:off x="8288622" y="1771991"/>
              <a:ext cx="233078" cy="451741"/>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170"/>
            <p:cNvSpPr/>
            <p:nvPr/>
          </p:nvSpPr>
          <p:spPr>
            <a:xfrm flipH="1">
              <a:off x="7844017" y="97659"/>
              <a:ext cx="1169195" cy="1803745"/>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170"/>
            <p:cNvSpPr/>
            <p:nvPr/>
          </p:nvSpPr>
          <p:spPr>
            <a:xfrm flipH="1">
              <a:off x="8167371" y="1500599"/>
              <a:ext cx="323518" cy="598624"/>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170"/>
            <p:cNvSpPr/>
            <p:nvPr/>
          </p:nvSpPr>
          <p:spPr>
            <a:xfrm flipH="1">
              <a:off x="8869121" y="1732096"/>
              <a:ext cx="252290" cy="711873"/>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170"/>
            <p:cNvSpPr/>
            <p:nvPr/>
          </p:nvSpPr>
          <p:spPr>
            <a:xfrm flipH="1">
              <a:off x="8586024" y="1312216"/>
              <a:ext cx="427189" cy="1002598"/>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170"/>
            <p:cNvSpPr/>
            <p:nvPr/>
          </p:nvSpPr>
          <p:spPr>
            <a:xfrm flipH="1">
              <a:off x="7653201" y="1176610"/>
              <a:ext cx="425376" cy="664105"/>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170"/>
            <p:cNvSpPr/>
            <p:nvPr/>
          </p:nvSpPr>
          <p:spPr>
            <a:xfrm flipH="1">
              <a:off x="7530334" y="1519741"/>
              <a:ext cx="92434" cy="191789"/>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170"/>
            <p:cNvSpPr/>
            <p:nvPr/>
          </p:nvSpPr>
          <p:spPr>
            <a:xfrm flipH="1">
              <a:off x="7237631" y="1443172"/>
              <a:ext cx="270233" cy="147062"/>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1" name="Google Shape;11151;p170"/>
          <p:cNvGrpSpPr/>
          <p:nvPr/>
        </p:nvGrpSpPr>
        <p:grpSpPr>
          <a:xfrm>
            <a:off x="6265925" y="857009"/>
            <a:ext cx="897347" cy="659149"/>
            <a:chOff x="6123718" y="525411"/>
            <a:chExt cx="1395563" cy="1024955"/>
          </a:xfrm>
        </p:grpSpPr>
        <p:grpSp>
          <p:nvGrpSpPr>
            <p:cNvPr id="11152" name="Google Shape;11152;p170"/>
            <p:cNvGrpSpPr/>
            <p:nvPr/>
          </p:nvGrpSpPr>
          <p:grpSpPr>
            <a:xfrm flipH="1">
              <a:off x="6123718" y="525411"/>
              <a:ext cx="1395563" cy="1024955"/>
              <a:chOff x="1696430" y="1591394"/>
              <a:chExt cx="279683" cy="208092"/>
            </a:xfrm>
          </p:grpSpPr>
          <p:sp>
            <p:nvSpPr>
              <p:cNvPr id="11153" name="Google Shape;11153;p170"/>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170"/>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170"/>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170"/>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170"/>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170"/>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170"/>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170"/>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170"/>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170"/>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170"/>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64" name="Google Shape;11164;p170"/>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65" name="Google Shape;11165;p170"/>
          <p:cNvSpPr txBox="1"/>
          <p:nvPr>
            <p:ph type="title"/>
          </p:nvPr>
        </p:nvSpPr>
        <p:spPr>
          <a:xfrm>
            <a:off x="713100" y="2281313"/>
            <a:ext cx="3500100" cy="8418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1166" name="Google Shape;11166;p170"/>
          <p:cNvSpPr txBox="1"/>
          <p:nvPr>
            <p:ph hasCustomPrompt="1" idx="2" type="title"/>
          </p:nvPr>
        </p:nvSpPr>
        <p:spPr>
          <a:xfrm>
            <a:off x="1858800" y="1447686"/>
            <a:ext cx="1208700" cy="8418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11167" name="Google Shape;11167;p170"/>
          <p:cNvSpPr txBox="1"/>
          <p:nvPr>
            <p:ph idx="1" type="subTitle"/>
          </p:nvPr>
        </p:nvSpPr>
        <p:spPr>
          <a:xfrm>
            <a:off x="1180075" y="3110238"/>
            <a:ext cx="2565900" cy="659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1600"/>
              </a:spcBef>
              <a:spcAft>
                <a:spcPts val="0"/>
              </a:spcAft>
              <a:buSzPts val="1600"/>
              <a:buNone/>
              <a:defRPr sz="1600"/>
            </a:lvl2pPr>
            <a:lvl3pPr lvl="2" algn="ctr">
              <a:lnSpc>
                <a:spcPct val="100000"/>
              </a:lnSpc>
              <a:spcBef>
                <a:spcPts val="1600"/>
              </a:spcBef>
              <a:spcAft>
                <a:spcPts val="0"/>
              </a:spcAft>
              <a:buSzPts val="1600"/>
              <a:buNone/>
              <a:defRPr sz="1600"/>
            </a:lvl3pPr>
            <a:lvl4pPr lvl="3" algn="ctr">
              <a:lnSpc>
                <a:spcPct val="100000"/>
              </a:lnSpc>
              <a:spcBef>
                <a:spcPts val="1600"/>
              </a:spcBef>
              <a:spcAft>
                <a:spcPts val="0"/>
              </a:spcAft>
              <a:buSzPts val="1600"/>
              <a:buNone/>
              <a:defRPr sz="1600"/>
            </a:lvl4pPr>
            <a:lvl5pPr lvl="4" algn="ctr">
              <a:lnSpc>
                <a:spcPct val="100000"/>
              </a:lnSpc>
              <a:spcBef>
                <a:spcPts val="1600"/>
              </a:spcBef>
              <a:spcAft>
                <a:spcPts val="0"/>
              </a:spcAft>
              <a:buSzPts val="1600"/>
              <a:buNone/>
              <a:defRPr sz="1600"/>
            </a:lvl5pPr>
            <a:lvl6pPr lvl="5" algn="ctr">
              <a:lnSpc>
                <a:spcPct val="100000"/>
              </a:lnSpc>
              <a:spcBef>
                <a:spcPts val="1600"/>
              </a:spcBef>
              <a:spcAft>
                <a:spcPts val="0"/>
              </a:spcAft>
              <a:buSzPts val="1600"/>
              <a:buNone/>
              <a:defRPr sz="1600"/>
            </a:lvl6pPr>
            <a:lvl7pPr lvl="6" algn="ctr">
              <a:lnSpc>
                <a:spcPct val="100000"/>
              </a:lnSpc>
              <a:spcBef>
                <a:spcPts val="1600"/>
              </a:spcBef>
              <a:spcAft>
                <a:spcPts val="0"/>
              </a:spcAft>
              <a:buSzPts val="1600"/>
              <a:buNone/>
              <a:defRPr sz="1600"/>
            </a:lvl7pPr>
            <a:lvl8pPr lvl="7" algn="ctr">
              <a:lnSpc>
                <a:spcPct val="100000"/>
              </a:lnSpc>
              <a:spcBef>
                <a:spcPts val="1600"/>
              </a:spcBef>
              <a:spcAft>
                <a:spcPts val="0"/>
              </a:spcAft>
              <a:buSzPts val="1600"/>
              <a:buNone/>
              <a:defRPr sz="1600"/>
            </a:lvl8pPr>
            <a:lvl9pPr lvl="8" algn="ctr">
              <a:lnSpc>
                <a:spcPct val="100000"/>
              </a:lnSpc>
              <a:spcBef>
                <a:spcPts val="1600"/>
              </a:spcBef>
              <a:spcAft>
                <a:spcPts val="1600"/>
              </a:spcAft>
              <a:buSzPts val="1600"/>
              <a:buNone/>
              <a:defRPr sz="1600"/>
            </a:lvl9pPr>
          </a:lstStyle>
          <a:p/>
        </p:txBody>
      </p:sp>
    </p:spTree>
  </p:cSld>
  <p:clrMapOvr>
    <a:masterClrMapping/>
  </p:clrMapOvr>
</p:sldLayout>
</file>

<file path=ppt/slideLayouts/slideLayout1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1168" name="Shape 11168"/>
        <p:cNvGrpSpPr/>
        <p:nvPr/>
      </p:nvGrpSpPr>
      <p:grpSpPr>
        <a:xfrm>
          <a:off x="0" y="0"/>
          <a:ext cx="0" cy="0"/>
          <a:chOff x="0" y="0"/>
          <a:chExt cx="0" cy="0"/>
        </a:xfrm>
      </p:grpSpPr>
      <p:sp>
        <p:nvSpPr>
          <p:cNvPr id="11169" name="Google Shape;11169;p171"/>
          <p:cNvSpPr/>
          <p:nvPr/>
        </p:nvSpPr>
        <p:spPr>
          <a:xfrm flipH="1">
            <a:off x="-1" y="4762490"/>
            <a:ext cx="9173906"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171"/>
          <p:cNvSpPr/>
          <p:nvPr/>
        </p:nvSpPr>
        <p:spPr>
          <a:xfrm flipH="1" rot="-238332">
            <a:off x="6822298" y="4242312"/>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71" name="Google Shape;11171;p171"/>
          <p:cNvGrpSpPr/>
          <p:nvPr/>
        </p:nvGrpSpPr>
        <p:grpSpPr>
          <a:xfrm flipH="1">
            <a:off x="5788734" y="1911751"/>
            <a:ext cx="3692024" cy="2844763"/>
            <a:chOff x="3331840" y="1191568"/>
            <a:chExt cx="384038" cy="295876"/>
          </a:xfrm>
        </p:grpSpPr>
        <p:sp>
          <p:nvSpPr>
            <p:cNvPr id="11172" name="Google Shape;11172;p171"/>
            <p:cNvSpPr/>
            <p:nvPr/>
          </p:nvSpPr>
          <p:spPr>
            <a:xfrm>
              <a:off x="3331840"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171"/>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171"/>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171"/>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171"/>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171"/>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171"/>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79" name="Google Shape;11179;p171"/>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1180" name="Google Shape;11180;p171"/>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SzPts val="1200"/>
              <a:buAutoNum type="arabicPeriod"/>
              <a:defRPr sz="1200"/>
            </a:lvl1pPr>
            <a:lvl2pPr indent="-304800" lvl="1" marL="914400">
              <a:lnSpc>
                <a:spcPct val="115000"/>
              </a:lnSpc>
              <a:spcBef>
                <a:spcPts val="1600"/>
              </a:spcBef>
              <a:spcAft>
                <a:spcPts val="0"/>
              </a:spcAft>
              <a:buSzPts val="1200"/>
              <a:buFont typeface="Roboto Condensed Light"/>
              <a:buAutoNum type="alphaLcPeriod"/>
              <a:defRPr/>
            </a:lvl2pPr>
            <a:lvl3pPr indent="-304800" lvl="2" marL="1371600">
              <a:lnSpc>
                <a:spcPct val="115000"/>
              </a:lnSpc>
              <a:spcBef>
                <a:spcPts val="1600"/>
              </a:spcBef>
              <a:spcAft>
                <a:spcPts val="0"/>
              </a:spcAft>
              <a:buSzPts val="1200"/>
              <a:buFont typeface="Roboto Condensed Light"/>
              <a:buAutoNum type="romanLcPeriod"/>
              <a:defRPr/>
            </a:lvl3pPr>
            <a:lvl4pPr indent="-304800" lvl="3" marL="1828800">
              <a:lnSpc>
                <a:spcPct val="115000"/>
              </a:lnSpc>
              <a:spcBef>
                <a:spcPts val="1600"/>
              </a:spcBef>
              <a:spcAft>
                <a:spcPts val="0"/>
              </a:spcAft>
              <a:buSzPts val="1200"/>
              <a:buFont typeface="Roboto Condensed Light"/>
              <a:buAutoNum type="arabicPeriod"/>
              <a:defRPr/>
            </a:lvl4pPr>
            <a:lvl5pPr indent="-304800" lvl="4" marL="2286000">
              <a:lnSpc>
                <a:spcPct val="115000"/>
              </a:lnSpc>
              <a:spcBef>
                <a:spcPts val="1600"/>
              </a:spcBef>
              <a:spcAft>
                <a:spcPts val="0"/>
              </a:spcAft>
              <a:buSzPts val="1200"/>
              <a:buFont typeface="Roboto Condensed Light"/>
              <a:buAutoNum type="alphaLcPeriod"/>
              <a:defRPr/>
            </a:lvl5pPr>
            <a:lvl6pPr indent="-304800" lvl="5" marL="2743200">
              <a:lnSpc>
                <a:spcPct val="115000"/>
              </a:lnSpc>
              <a:spcBef>
                <a:spcPts val="1600"/>
              </a:spcBef>
              <a:spcAft>
                <a:spcPts val="0"/>
              </a:spcAft>
              <a:buSzPts val="1200"/>
              <a:buFont typeface="Roboto Condensed Light"/>
              <a:buAutoNum type="romanLcPeriod"/>
              <a:defRPr/>
            </a:lvl6pPr>
            <a:lvl7pPr indent="-304800" lvl="6" marL="3200400">
              <a:lnSpc>
                <a:spcPct val="115000"/>
              </a:lnSpc>
              <a:spcBef>
                <a:spcPts val="1600"/>
              </a:spcBef>
              <a:spcAft>
                <a:spcPts val="0"/>
              </a:spcAft>
              <a:buSzPts val="1200"/>
              <a:buFont typeface="Roboto Condensed Light"/>
              <a:buAutoNum type="arabicPeriod"/>
              <a:defRPr/>
            </a:lvl7pPr>
            <a:lvl8pPr indent="-304800" lvl="7" marL="3657600">
              <a:lnSpc>
                <a:spcPct val="115000"/>
              </a:lnSpc>
              <a:spcBef>
                <a:spcPts val="1600"/>
              </a:spcBef>
              <a:spcAft>
                <a:spcPts val="0"/>
              </a:spcAft>
              <a:buSzPts val="1200"/>
              <a:buFont typeface="Roboto Condensed Light"/>
              <a:buAutoNum type="alphaLcPeriod"/>
              <a:defRPr/>
            </a:lvl8pPr>
            <a:lvl9pPr indent="-304800" lvl="8" marL="4114800">
              <a:lnSpc>
                <a:spcPct val="115000"/>
              </a:lnSpc>
              <a:spcBef>
                <a:spcPts val="1600"/>
              </a:spcBef>
              <a:spcAft>
                <a:spcPts val="1600"/>
              </a:spcAft>
              <a:buSzPts val="1200"/>
              <a:buFont typeface="Roboto Condensed Light"/>
              <a:buAutoNum type="romanLcPeriod"/>
              <a:defRPr/>
            </a:lvl9pPr>
          </a:lstStyle>
          <a:p/>
        </p:txBody>
      </p:sp>
    </p:spTree>
  </p:cSld>
  <p:clrMapOvr>
    <a:masterClrMapping/>
  </p:clrMapOvr>
</p:sldLayout>
</file>

<file path=ppt/slideLayouts/slideLayout1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1181" name="Shape 11181"/>
        <p:cNvGrpSpPr/>
        <p:nvPr/>
      </p:nvGrpSpPr>
      <p:grpSpPr>
        <a:xfrm>
          <a:off x="0" y="0"/>
          <a:ext cx="0" cy="0"/>
          <a:chOff x="0" y="0"/>
          <a:chExt cx="0" cy="0"/>
        </a:xfrm>
      </p:grpSpPr>
      <p:sp>
        <p:nvSpPr>
          <p:cNvPr id="11182" name="Google Shape;11182;p172"/>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172"/>
          <p:cNvSpPr/>
          <p:nvPr/>
        </p:nvSpPr>
        <p:spPr>
          <a:xfrm flipH="1" rot="-238332">
            <a:off x="6971149" y="4242317"/>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172"/>
          <p:cNvSpPr/>
          <p:nvPr/>
        </p:nvSpPr>
        <p:spPr>
          <a:xfrm>
            <a:off x="4" y="4864136"/>
            <a:ext cx="1665423" cy="78539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172"/>
          <p:cNvSpPr/>
          <p:nvPr/>
        </p:nvSpPr>
        <p:spPr>
          <a:xfrm>
            <a:off x="96226" y="4775056"/>
            <a:ext cx="1043455" cy="549114"/>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86" name="Google Shape;11186;p172"/>
          <p:cNvGrpSpPr/>
          <p:nvPr/>
        </p:nvGrpSpPr>
        <p:grpSpPr>
          <a:xfrm>
            <a:off x="-114735" y="3498258"/>
            <a:ext cx="1159291" cy="1855702"/>
            <a:chOff x="1352322" y="1338997"/>
            <a:chExt cx="415457" cy="676942"/>
          </a:xfrm>
        </p:grpSpPr>
        <p:sp>
          <p:nvSpPr>
            <p:cNvPr id="11187" name="Google Shape;11187;p172"/>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172"/>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172"/>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172"/>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172"/>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172"/>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172"/>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172"/>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172"/>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172"/>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172"/>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172"/>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172"/>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0" name="Google Shape;11200;p172"/>
          <p:cNvGrpSpPr/>
          <p:nvPr/>
        </p:nvGrpSpPr>
        <p:grpSpPr>
          <a:xfrm flipH="1">
            <a:off x="939877" y="4497343"/>
            <a:ext cx="746626" cy="545891"/>
            <a:chOff x="6123718" y="525411"/>
            <a:chExt cx="1395563" cy="1024955"/>
          </a:xfrm>
        </p:grpSpPr>
        <p:grpSp>
          <p:nvGrpSpPr>
            <p:cNvPr id="11201" name="Google Shape;11201;p172"/>
            <p:cNvGrpSpPr/>
            <p:nvPr/>
          </p:nvGrpSpPr>
          <p:grpSpPr>
            <a:xfrm flipH="1">
              <a:off x="6123718" y="525411"/>
              <a:ext cx="1395563" cy="1024955"/>
              <a:chOff x="1696430" y="1591394"/>
              <a:chExt cx="279683" cy="208092"/>
            </a:xfrm>
          </p:grpSpPr>
          <p:sp>
            <p:nvSpPr>
              <p:cNvPr id="11202" name="Google Shape;11202;p172"/>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172"/>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172"/>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172"/>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172"/>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172"/>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172"/>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172"/>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172"/>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172"/>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172"/>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13" name="Google Shape;11213;p172"/>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4" name="Google Shape;11214;p172"/>
          <p:cNvGrpSpPr/>
          <p:nvPr/>
        </p:nvGrpSpPr>
        <p:grpSpPr>
          <a:xfrm flipH="1">
            <a:off x="6989366" y="3989002"/>
            <a:ext cx="2154611" cy="785401"/>
            <a:chOff x="3363545" y="1399908"/>
            <a:chExt cx="240164" cy="87537"/>
          </a:xfrm>
        </p:grpSpPr>
        <p:sp>
          <p:nvSpPr>
            <p:cNvPr id="11215" name="Google Shape;11215;p172"/>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172"/>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172"/>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172"/>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172"/>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0" name="Google Shape;11220;p172"/>
          <p:cNvSpPr/>
          <p:nvPr/>
        </p:nvSpPr>
        <p:spPr>
          <a:xfrm flipH="1">
            <a:off x="8527104" y="1855882"/>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172"/>
          <p:cNvSpPr/>
          <p:nvPr/>
        </p:nvSpPr>
        <p:spPr>
          <a:xfrm flipH="1">
            <a:off x="-367166" y="2571757"/>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172"/>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1223" name="Google Shape;11223;p172"/>
          <p:cNvSpPr txBox="1"/>
          <p:nvPr>
            <p:ph idx="2" type="title"/>
          </p:nvPr>
        </p:nvSpPr>
        <p:spPr>
          <a:xfrm>
            <a:off x="1686500" y="1772075"/>
            <a:ext cx="25056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b="0" sz="22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1224" name="Google Shape;11224;p172"/>
          <p:cNvSpPr txBox="1"/>
          <p:nvPr>
            <p:ph idx="3" type="title"/>
          </p:nvPr>
        </p:nvSpPr>
        <p:spPr>
          <a:xfrm>
            <a:off x="4951900" y="1772075"/>
            <a:ext cx="25056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b="0" sz="22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1225" name="Google Shape;11225;p172"/>
          <p:cNvSpPr txBox="1"/>
          <p:nvPr>
            <p:ph idx="1" type="subTitle"/>
          </p:nvPr>
        </p:nvSpPr>
        <p:spPr>
          <a:xfrm>
            <a:off x="4951897" y="2097310"/>
            <a:ext cx="2505600" cy="1010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b="0" sz="14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11226" name="Google Shape;11226;p172"/>
          <p:cNvSpPr txBox="1"/>
          <p:nvPr>
            <p:ph idx="4" type="subTitle"/>
          </p:nvPr>
        </p:nvSpPr>
        <p:spPr>
          <a:xfrm>
            <a:off x="1686500" y="2097310"/>
            <a:ext cx="2505600" cy="1010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b="0" sz="14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Tree>
  </p:cSld>
  <p:clrMapOvr>
    <a:masterClrMapping/>
  </p:clrMapOvr>
</p:sldLayout>
</file>

<file path=ppt/slideLayouts/slideLayout1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1227" name="Shape 11227"/>
        <p:cNvGrpSpPr/>
        <p:nvPr/>
      </p:nvGrpSpPr>
      <p:grpSpPr>
        <a:xfrm>
          <a:off x="0" y="0"/>
          <a:ext cx="0" cy="0"/>
          <a:chOff x="0" y="0"/>
          <a:chExt cx="0" cy="0"/>
        </a:xfrm>
      </p:grpSpPr>
      <p:sp>
        <p:nvSpPr>
          <p:cNvPr id="11228" name="Google Shape;11228;p173"/>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173"/>
          <p:cNvSpPr/>
          <p:nvPr/>
        </p:nvSpPr>
        <p:spPr>
          <a:xfrm flipH="1">
            <a:off x="8452048" y="4570199"/>
            <a:ext cx="2576451" cy="136094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173"/>
          <p:cNvSpPr/>
          <p:nvPr/>
        </p:nvSpPr>
        <p:spPr>
          <a:xfrm>
            <a:off x="0" y="4852503"/>
            <a:ext cx="9144009" cy="289809"/>
          </a:xfrm>
          <a:custGeom>
            <a:rect b="b" l="l" r="r" t="t"/>
            <a:pathLst>
              <a:path extrusionOk="0" h="9234" w="27897">
                <a:moveTo>
                  <a:pt x="14337" y="0"/>
                </a:moveTo>
                <a:cubicBezTo>
                  <a:pt x="14337" y="0"/>
                  <a:pt x="12053" y="402"/>
                  <a:pt x="13222" y="633"/>
                </a:cubicBezTo>
                <a:cubicBezTo>
                  <a:pt x="14391" y="857"/>
                  <a:pt x="13704" y="1276"/>
                  <a:pt x="11001" y="1419"/>
                </a:cubicBezTo>
                <a:cubicBezTo>
                  <a:pt x="8289" y="1561"/>
                  <a:pt x="8164" y="2204"/>
                  <a:pt x="9529" y="2346"/>
                </a:cubicBezTo>
                <a:cubicBezTo>
                  <a:pt x="10885" y="2489"/>
                  <a:pt x="4131" y="3470"/>
                  <a:pt x="5808" y="4006"/>
                </a:cubicBezTo>
                <a:cubicBezTo>
                  <a:pt x="7495" y="4550"/>
                  <a:pt x="4961" y="5040"/>
                  <a:pt x="3257" y="5272"/>
                </a:cubicBezTo>
                <a:cubicBezTo>
                  <a:pt x="1553" y="5504"/>
                  <a:pt x="1375" y="6040"/>
                  <a:pt x="2365" y="6227"/>
                </a:cubicBezTo>
                <a:cubicBezTo>
                  <a:pt x="3355" y="6414"/>
                  <a:pt x="1" y="7271"/>
                  <a:pt x="1" y="7271"/>
                </a:cubicBezTo>
                <a:lnTo>
                  <a:pt x="1" y="9233"/>
                </a:lnTo>
                <a:lnTo>
                  <a:pt x="27897" y="9233"/>
                </a:lnTo>
                <a:lnTo>
                  <a:pt x="27897" y="7137"/>
                </a:lnTo>
                <a:cubicBezTo>
                  <a:pt x="27897" y="7137"/>
                  <a:pt x="23472" y="6361"/>
                  <a:pt x="24445" y="5504"/>
                </a:cubicBezTo>
                <a:cubicBezTo>
                  <a:pt x="25417" y="4648"/>
                  <a:pt x="20171" y="4434"/>
                  <a:pt x="21340" y="3925"/>
                </a:cubicBezTo>
                <a:cubicBezTo>
                  <a:pt x="22500" y="3417"/>
                  <a:pt x="21893" y="2917"/>
                  <a:pt x="20912" y="2721"/>
                </a:cubicBezTo>
                <a:cubicBezTo>
                  <a:pt x="19939" y="2534"/>
                  <a:pt x="18780" y="2034"/>
                  <a:pt x="19422" y="1481"/>
                </a:cubicBezTo>
                <a:cubicBezTo>
                  <a:pt x="20055" y="928"/>
                  <a:pt x="19288" y="732"/>
                  <a:pt x="18512" y="491"/>
                </a:cubicBezTo>
                <a:cubicBezTo>
                  <a:pt x="17727" y="259"/>
                  <a:pt x="18637" y="0"/>
                  <a:pt x="18637"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31" name="Google Shape;11231;p173"/>
          <p:cNvGrpSpPr/>
          <p:nvPr/>
        </p:nvGrpSpPr>
        <p:grpSpPr>
          <a:xfrm>
            <a:off x="-409527" y="3734044"/>
            <a:ext cx="1176845" cy="1035418"/>
            <a:chOff x="3650956" y="1757963"/>
            <a:chExt cx="258943" cy="227815"/>
          </a:xfrm>
        </p:grpSpPr>
        <p:sp>
          <p:nvSpPr>
            <p:cNvPr id="11232" name="Google Shape;11232;p173"/>
            <p:cNvSpPr/>
            <p:nvPr/>
          </p:nvSpPr>
          <p:spPr>
            <a:xfrm>
              <a:off x="3650956" y="1757963"/>
              <a:ext cx="258943" cy="227815"/>
            </a:xfrm>
            <a:custGeom>
              <a:rect b="b" l="l" r="r" t="t"/>
              <a:pathLst>
                <a:path extrusionOk="0" h="6272" w="7129">
                  <a:moveTo>
                    <a:pt x="5416" y="0"/>
                  </a:moveTo>
                  <a:lnTo>
                    <a:pt x="3828" y="411"/>
                  </a:lnTo>
                  <a:lnTo>
                    <a:pt x="3337" y="1499"/>
                  </a:lnTo>
                  <a:lnTo>
                    <a:pt x="2320" y="1945"/>
                  </a:lnTo>
                  <a:lnTo>
                    <a:pt x="1642" y="3016"/>
                  </a:lnTo>
                  <a:lnTo>
                    <a:pt x="1535" y="4095"/>
                  </a:lnTo>
                  <a:lnTo>
                    <a:pt x="1018" y="5219"/>
                  </a:lnTo>
                  <a:lnTo>
                    <a:pt x="1" y="6272"/>
                  </a:lnTo>
                  <a:lnTo>
                    <a:pt x="3846" y="6272"/>
                  </a:lnTo>
                  <a:lnTo>
                    <a:pt x="3417" y="5255"/>
                  </a:lnTo>
                  <a:lnTo>
                    <a:pt x="3623" y="4461"/>
                  </a:lnTo>
                  <a:lnTo>
                    <a:pt x="4390" y="3408"/>
                  </a:lnTo>
                  <a:lnTo>
                    <a:pt x="4898" y="3533"/>
                  </a:lnTo>
                  <a:lnTo>
                    <a:pt x="5327" y="4505"/>
                  </a:lnTo>
                  <a:lnTo>
                    <a:pt x="5077" y="5522"/>
                  </a:lnTo>
                  <a:lnTo>
                    <a:pt x="5228" y="6272"/>
                  </a:lnTo>
                  <a:lnTo>
                    <a:pt x="7129" y="6272"/>
                  </a:lnTo>
                  <a:lnTo>
                    <a:pt x="6745" y="5174"/>
                  </a:lnTo>
                  <a:lnTo>
                    <a:pt x="7066" y="4211"/>
                  </a:lnTo>
                  <a:lnTo>
                    <a:pt x="6593" y="2837"/>
                  </a:lnTo>
                  <a:lnTo>
                    <a:pt x="6308" y="1196"/>
                  </a:lnTo>
                  <a:lnTo>
                    <a:pt x="54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173"/>
            <p:cNvSpPr/>
            <p:nvPr/>
          </p:nvSpPr>
          <p:spPr>
            <a:xfrm>
              <a:off x="3710595" y="1757963"/>
              <a:ext cx="169481" cy="109549"/>
            </a:xfrm>
            <a:custGeom>
              <a:rect b="b" l="l" r="r" t="t"/>
              <a:pathLst>
                <a:path extrusionOk="0" h="3016" w="4666">
                  <a:moveTo>
                    <a:pt x="3774" y="0"/>
                  </a:moveTo>
                  <a:lnTo>
                    <a:pt x="2186" y="411"/>
                  </a:lnTo>
                  <a:lnTo>
                    <a:pt x="1695" y="1499"/>
                  </a:lnTo>
                  <a:lnTo>
                    <a:pt x="678" y="1945"/>
                  </a:lnTo>
                  <a:lnTo>
                    <a:pt x="0" y="3016"/>
                  </a:lnTo>
                  <a:lnTo>
                    <a:pt x="0" y="3016"/>
                  </a:lnTo>
                  <a:lnTo>
                    <a:pt x="794" y="2346"/>
                  </a:lnTo>
                  <a:lnTo>
                    <a:pt x="1401" y="2257"/>
                  </a:lnTo>
                  <a:lnTo>
                    <a:pt x="1918" y="2552"/>
                  </a:lnTo>
                  <a:lnTo>
                    <a:pt x="1570" y="1927"/>
                  </a:lnTo>
                  <a:lnTo>
                    <a:pt x="2186" y="2061"/>
                  </a:lnTo>
                  <a:lnTo>
                    <a:pt x="2025" y="1579"/>
                  </a:lnTo>
                  <a:lnTo>
                    <a:pt x="2560" y="866"/>
                  </a:lnTo>
                  <a:lnTo>
                    <a:pt x="3649" y="803"/>
                  </a:lnTo>
                  <a:lnTo>
                    <a:pt x="4666" y="1196"/>
                  </a:lnTo>
                  <a:lnTo>
                    <a:pt x="3774"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173"/>
            <p:cNvSpPr/>
            <p:nvPr/>
          </p:nvSpPr>
          <p:spPr>
            <a:xfrm>
              <a:off x="3768600" y="1867472"/>
              <a:ext cx="141295" cy="118302"/>
            </a:xfrm>
            <a:custGeom>
              <a:rect b="b" l="l" r="r" t="t"/>
              <a:pathLst>
                <a:path extrusionOk="0" h="3257" w="3890">
                  <a:moveTo>
                    <a:pt x="1534" y="1"/>
                  </a:moveTo>
                  <a:lnTo>
                    <a:pt x="856" y="116"/>
                  </a:lnTo>
                  <a:lnTo>
                    <a:pt x="259" y="1196"/>
                  </a:lnTo>
                  <a:lnTo>
                    <a:pt x="71" y="447"/>
                  </a:lnTo>
                  <a:lnTo>
                    <a:pt x="0" y="1767"/>
                  </a:lnTo>
                  <a:lnTo>
                    <a:pt x="178" y="2240"/>
                  </a:lnTo>
                  <a:lnTo>
                    <a:pt x="384" y="1446"/>
                  </a:lnTo>
                  <a:lnTo>
                    <a:pt x="1151" y="393"/>
                  </a:lnTo>
                  <a:lnTo>
                    <a:pt x="1659" y="518"/>
                  </a:lnTo>
                  <a:lnTo>
                    <a:pt x="2088" y="1490"/>
                  </a:lnTo>
                  <a:lnTo>
                    <a:pt x="1838" y="2507"/>
                  </a:lnTo>
                  <a:lnTo>
                    <a:pt x="1989" y="3257"/>
                  </a:lnTo>
                  <a:lnTo>
                    <a:pt x="3890" y="3257"/>
                  </a:lnTo>
                  <a:lnTo>
                    <a:pt x="3506" y="2159"/>
                  </a:lnTo>
                  <a:lnTo>
                    <a:pt x="3488" y="3087"/>
                  </a:lnTo>
                  <a:lnTo>
                    <a:pt x="2935" y="2820"/>
                  </a:lnTo>
                  <a:lnTo>
                    <a:pt x="2882" y="1767"/>
                  </a:lnTo>
                  <a:lnTo>
                    <a:pt x="2614" y="2820"/>
                  </a:lnTo>
                  <a:lnTo>
                    <a:pt x="2177" y="2382"/>
                  </a:lnTo>
                  <a:lnTo>
                    <a:pt x="2543" y="973"/>
                  </a:lnTo>
                  <a:lnTo>
                    <a:pt x="1534"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173"/>
            <p:cNvSpPr/>
            <p:nvPr/>
          </p:nvSpPr>
          <p:spPr>
            <a:xfrm>
              <a:off x="3722908" y="1895331"/>
              <a:ext cx="23682" cy="90443"/>
            </a:xfrm>
            <a:custGeom>
              <a:rect b="b" l="l" r="r" t="t"/>
              <a:pathLst>
                <a:path extrusionOk="0" h="2490" w="652">
                  <a:moveTo>
                    <a:pt x="179" y="1"/>
                  </a:moveTo>
                  <a:lnTo>
                    <a:pt x="286" y="1856"/>
                  </a:lnTo>
                  <a:lnTo>
                    <a:pt x="0" y="2490"/>
                  </a:lnTo>
                  <a:lnTo>
                    <a:pt x="651" y="2490"/>
                  </a:lnTo>
                  <a:lnTo>
                    <a:pt x="598" y="1910"/>
                  </a:lnTo>
                  <a:lnTo>
                    <a:pt x="598" y="1348"/>
                  </a:lnTo>
                  <a:lnTo>
                    <a:pt x="179"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173"/>
            <p:cNvSpPr/>
            <p:nvPr/>
          </p:nvSpPr>
          <p:spPr>
            <a:xfrm>
              <a:off x="3650956" y="1906663"/>
              <a:ext cx="57390" cy="79110"/>
            </a:xfrm>
            <a:custGeom>
              <a:rect b="b" l="l" r="r" t="t"/>
              <a:pathLst>
                <a:path extrusionOk="0" h="2178" w="1580">
                  <a:moveTo>
                    <a:pt x="1535" y="1"/>
                  </a:moveTo>
                  <a:lnTo>
                    <a:pt x="1018" y="1125"/>
                  </a:lnTo>
                  <a:lnTo>
                    <a:pt x="1" y="2178"/>
                  </a:lnTo>
                  <a:lnTo>
                    <a:pt x="1250" y="2178"/>
                  </a:lnTo>
                  <a:lnTo>
                    <a:pt x="795" y="1839"/>
                  </a:lnTo>
                  <a:lnTo>
                    <a:pt x="1428" y="1303"/>
                  </a:lnTo>
                  <a:lnTo>
                    <a:pt x="1580" y="643"/>
                  </a:lnTo>
                  <a:lnTo>
                    <a:pt x="153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173"/>
            <p:cNvSpPr/>
            <p:nvPr/>
          </p:nvSpPr>
          <p:spPr>
            <a:xfrm>
              <a:off x="3857370" y="1801367"/>
              <a:ext cx="50270" cy="109549"/>
            </a:xfrm>
            <a:custGeom>
              <a:rect b="b" l="l" r="r" t="t"/>
              <a:pathLst>
                <a:path extrusionOk="0" h="3016" w="1384">
                  <a:moveTo>
                    <a:pt x="625" y="1"/>
                  </a:moveTo>
                  <a:lnTo>
                    <a:pt x="580" y="1357"/>
                  </a:lnTo>
                  <a:lnTo>
                    <a:pt x="0" y="402"/>
                  </a:lnTo>
                  <a:lnTo>
                    <a:pt x="411" y="1874"/>
                  </a:lnTo>
                  <a:lnTo>
                    <a:pt x="1383" y="3016"/>
                  </a:lnTo>
                  <a:lnTo>
                    <a:pt x="910" y="1642"/>
                  </a:lnTo>
                  <a:lnTo>
                    <a:pt x="62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8" name="Google Shape;11238;p173"/>
          <p:cNvGrpSpPr/>
          <p:nvPr/>
        </p:nvGrpSpPr>
        <p:grpSpPr>
          <a:xfrm>
            <a:off x="8481443" y="3817100"/>
            <a:ext cx="839321" cy="1035407"/>
            <a:chOff x="4171005" y="1331224"/>
            <a:chExt cx="356505" cy="439757"/>
          </a:xfrm>
        </p:grpSpPr>
        <p:sp>
          <p:nvSpPr>
            <p:cNvPr id="11239" name="Google Shape;11239;p173"/>
            <p:cNvSpPr/>
            <p:nvPr/>
          </p:nvSpPr>
          <p:spPr>
            <a:xfrm>
              <a:off x="4171005" y="1331224"/>
              <a:ext cx="356505" cy="439757"/>
            </a:xfrm>
            <a:custGeom>
              <a:rect b="b" l="l" r="r" t="t"/>
              <a:pathLst>
                <a:path extrusionOk="0" h="12107" w="9815">
                  <a:moveTo>
                    <a:pt x="3337" y="0"/>
                  </a:moveTo>
                  <a:lnTo>
                    <a:pt x="2320" y="464"/>
                  </a:lnTo>
                  <a:lnTo>
                    <a:pt x="2320" y="2525"/>
                  </a:lnTo>
                  <a:lnTo>
                    <a:pt x="1562" y="2257"/>
                  </a:lnTo>
                  <a:lnTo>
                    <a:pt x="964" y="2793"/>
                  </a:lnTo>
                  <a:lnTo>
                    <a:pt x="1152" y="5505"/>
                  </a:lnTo>
                  <a:lnTo>
                    <a:pt x="920" y="7182"/>
                  </a:lnTo>
                  <a:lnTo>
                    <a:pt x="1152" y="9510"/>
                  </a:lnTo>
                  <a:lnTo>
                    <a:pt x="1" y="11152"/>
                  </a:lnTo>
                  <a:lnTo>
                    <a:pt x="3266" y="11152"/>
                  </a:lnTo>
                  <a:lnTo>
                    <a:pt x="4238" y="11571"/>
                  </a:lnTo>
                  <a:lnTo>
                    <a:pt x="5282" y="11571"/>
                  </a:lnTo>
                  <a:lnTo>
                    <a:pt x="5452" y="12106"/>
                  </a:lnTo>
                  <a:lnTo>
                    <a:pt x="6522" y="12106"/>
                  </a:lnTo>
                  <a:lnTo>
                    <a:pt x="7352" y="11036"/>
                  </a:lnTo>
                  <a:lnTo>
                    <a:pt x="9814" y="11036"/>
                  </a:lnTo>
                  <a:lnTo>
                    <a:pt x="9814" y="9831"/>
                  </a:lnTo>
                  <a:lnTo>
                    <a:pt x="9341" y="9394"/>
                  </a:lnTo>
                  <a:lnTo>
                    <a:pt x="9341" y="8404"/>
                  </a:lnTo>
                  <a:lnTo>
                    <a:pt x="8467" y="6530"/>
                  </a:lnTo>
                  <a:lnTo>
                    <a:pt x="8369" y="5005"/>
                  </a:lnTo>
                  <a:lnTo>
                    <a:pt x="7138" y="3515"/>
                  </a:lnTo>
                  <a:lnTo>
                    <a:pt x="5407" y="304"/>
                  </a:lnTo>
                  <a:lnTo>
                    <a:pt x="4595" y="464"/>
                  </a:lnTo>
                  <a:lnTo>
                    <a:pt x="333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173"/>
            <p:cNvSpPr/>
            <p:nvPr/>
          </p:nvSpPr>
          <p:spPr>
            <a:xfrm>
              <a:off x="4345021" y="1403794"/>
              <a:ext cx="149431" cy="367184"/>
            </a:xfrm>
            <a:custGeom>
              <a:rect b="b" l="l" r="r" t="t"/>
              <a:pathLst>
                <a:path extrusionOk="0" h="10109" w="4114">
                  <a:moveTo>
                    <a:pt x="652" y="1"/>
                  </a:moveTo>
                  <a:lnTo>
                    <a:pt x="652" y="1669"/>
                  </a:lnTo>
                  <a:lnTo>
                    <a:pt x="1116" y="2266"/>
                  </a:lnTo>
                  <a:lnTo>
                    <a:pt x="741" y="2882"/>
                  </a:lnTo>
                  <a:lnTo>
                    <a:pt x="910" y="3890"/>
                  </a:lnTo>
                  <a:lnTo>
                    <a:pt x="812" y="5059"/>
                  </a:lnTo>
                  <a:lnTo>
                    <a:pt x="982" y="5862"/>
                  </a:lnTo>
                  <a:lnTo>
                    <a:pt x="812" y="6682"/>
                  </a:lnTo>
                  <a:lnTo>
                    <a:pt x="277" y="7325"/>
                  </a:lnTo>
                  <a:lnTo>
                    <a:pt x="224" y="9038"/>
                  </a:lnTo>
                  <a:lnTo>
                    <a:pt x="1" y="9573"/>
                  </a:lnTo>
                  <a:lnTo>
                    <a:pt x="491" y="9573"/>
                  </a:lnTo>
                  <a:lnTo>
                    <a:pt x="661" y="10108"/>
                  </a:lnTo>
                  <a:lnTo>
                    <a:pt x="1731" y="10108"/>
                  </a:lnTo>
                  <a:lnTo>
                    <a:pt x="2561" y="9038"/>
                  </a:lnTo>
                  <a:lnTo>
                    <a:pt x="4113" y="9038"/>
                  </a:lnTo>
                  <a:lnTo>
                    <a:pt x="3765" y="8172"/>
                  </a:lnTo>
                  <a:lnTo>
                    <a:pt x="3846" y="6798"/>
                  </a:lnTo>
                  <a:cubicBezTo>
                    <a:pt x="3846" y="6798"/>
                    <a:pt x="2855" y="5879"/>
                    <a:pt x="2846" y="5835"/>
                  </a:cubicBezTo>
                  <a:cubicBezTo>
                    <a:pt x="2837" y="5790"/>
                    <a:pt x="2846" y="4961"/>
                    <a:pt x="2846" y="4961"/>
                  </a:cubicBezTo>
                  <a:lnTo>
                    <a:pt x="2418" y="4185"/>
                  </a:lnTo>
                  <a:lnTo>
                    <a:pt x="1990" y="2391"/>
                  </a:lnTo>
                  <a:lnTo>
                    <a:pt x="946" y="1214"/>
                  </a:lnTo>
                  <a:lnTo>
                    <a:pt x="652"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173"/>
            <p:cNvSpPr/>
            <p:nvPr/>
          </p:nvSpPr>
          <p:spPr>
            <a:xfrm>
              <a:off x="4430230" y="1458893"/>
              <a:ext cx="97272" cy="237549"/>
            </a:xfrm>
            <a:custGeom>
              <a:rect b="b" l="l" r="r" t="t"/>
              <a:pathLst>
                <a:path extrusionOk="0" h="6540" w="2678">
                  <a:moveTo>
                    <a:pt x="1" y="0"/>
                  </a:moveTo>
                  <a:lnTo>
                    <a:pt x="661" y="1490"/>
                  </a:lnTo>
                  <a:lnTo>
                    <a:pt x="982" y="1775"/>
                  </a:lnTo>
                  <a:lnTo>
                    <a:pt x="697" y="2926"/>
                  </a:lnTo>
                  <a:lnTo>
                    <a:pt x="1401" y="3872"/>
                  </a:lnTo>
                  <a:lnTo>
                    <a:pt x="1357" y="4505"/>
                  </a:lnTo>
                  <a:lnTo>
                    <a:pt x="1803" y="4844"/>
                  </a:lnTo>
                  <a:lnTo>
                    <a:pt x="2035" y="5879"/>
                  </a:lnTo>
                  <a:lnTo>
                    <a:pt x="1999" y="6405"/>
                  </a:lnTo>
                  <a:lnTo>
                    <a:pt x="2677" y="6539"/>
                  </a:lnTo>
                  <a:lnTo>
                    <a:pt x="2677" y="6316"/>
                  </a:lnTo>
                  <a:lnTo>
                    <a:pt x="2204" y="5879"/>
                  </a:lnTo>
                  <a:lnTo>
                    <a:pt x="2204" y="4889"/>
                  </a:lnTo>
                  <a:lnTo>
                    <a:pt x="1330" y="3015"/>
                  </a:lnTo>
                  <a:lnTo>
                    <a:pt x="1276" y="2257"/>
                  </a:lnTo>
                  <a:lnTo>
                    <a:pt x="1232" y="1490"/>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173"/>
            <p:cNvSpPr/>
            <p:nvPr/>
          </p:nvSpPr>
          <p:spPr>
            <a:xfrm>
              <a:off x="4255270" y="1331224"/>
              <a:ext cx="112164" cy="220042"/>
            </a:xfrm>
            <a:custGeom>
              <a:rect b="b" l="l" r="r" t="t"/>
              <a:pathLst>
                <a:path extrusionOk="0" h="6058" w="3088">
                  <a:moveTo>
                    <a:pt x="1017" y="0"/>
                  </a:moveTo>
                  <a:lnTo>
                    <a:pt x="0" y="464"/>
                  </a:lnTo>
                  <a:lnTo>
                    <a:pt x="330" y="955"/>
                  </a:lnTo>
                  <a:lnTo>
                    <a:pt x="1008" y="1044"/>
                  </a:lnTo>
                  <a:lnTo>
                    <a:pt x="1740" y="2338"/>
                  </a:lnTo>
                  <a:lnTo>
                    <a:pt x="1571" y="3738"/>
                  </a:lnTo>
                  <a:cubicBezTo>
                    <a:pt x="1571" y="3738"/>
                    <a:pt x="2637" y="6058"/>
                    <a:pt x="2641" y="6058"/>
                  </a:cubicBezTo>
                  <a:cubicBezTo>
                    <a:pt x="2641" y="6058"/>
                    <a:pt x="2641" y="6058"/>
                    <a:pt x="2641" y="6058"/>
                  </a:cubicBezTo>
                  <a:cubicBezTo>
                    <a:pt x="2641" y="6040"/>
                    <a:pt x="2043" y="3631"/>
                    <a:pt x="2025" y="3542"/>
                  </a:cubicBezTo>
                  <a:cubicBezTo>
                    <a:pt x="2017" y="3453"/>
                    <a:pt x="2454" y="2320"/>
                    <a:pt x="2454" y="2320"/>
                  </a:cubicBezTo>
                  <a:lnTo>
                    <a:pt x="2382" y="1704"/>
                  </a:lnTo>
                  <a:lnTo>
                    <a:pt x="3087" y="304"/>
                  </a:lnTo>
                  <a:lnTo>
                    <a:pt x="2275" y="464"/>
                  </a:lnTo>
                  <a:lnTo>
                    <a:pt x="1017"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173"/>
            <p:cNvSpPr/>
            <p:nvPr/>
          </p:nvSpPr>
          <p:spPr>
            <a:xfrm>
              <a:off x="4206019" y="1413201"/>
              <a:ext cx="76495" cy="154915"/>
            </a:xfrm>
            <a:custGeom>
              <a:rect b="b" l="l" r="r" t="t"/>
              <a:pathLst>
                <a:path extrusionOk="0" h="4265" w="2106">
                  <a:moveTo>
                    <a:pt x="598" y="0"/>
                  </a:moveTo>
                  <a:lnTo>
                    <a:pt x="0" y="536"/>
                  </a:lnTo>
                  <a:lnTo>
                    <a:pt x="0" y="536"/>
                  </a:lnTo>
                  <a:lnTo>
                    <a:pt x="812" y="393"/>
                  </a:lnTo>
                  <a:lnTo>
                    <a:pt x="1740" y="1767"/>
                  </a:lnTo>
                  <a:lnTo>
                    <a:pt x="2106" y="4265"/>
                  </a:lnTo>
                  <a:lnTo>
                    <a:pt x="2106" y="1883"/>
                  </a:lnTo>
                  <a:lnTo>
                    <a:pt x="1356" y="268"/>
                  </a:lnTo>
                  <a:lnTo>
                    <a:pt x="598"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173"/>
            <p:cNvSpPr/>
            <p:nvPr/>
          </p:nvSpPr>
          <p:spPr>
            <a:xfrm>
              <a:off x="4367394" y="1342229"/>
              <a:ext cx="62874" cy="116704"/>
            </a:xfrm>
            <a:custGeom>
              <a:rect b="b" l="l" r="r" t="t"/>
              <a:pathLst>
                <a:path extrusionOk="0" h="3213" w="1731">
                  <a:moveTo>
                    <a:pt x="0" y="1"/>
                  </a:moveTo>
                  <a:lnTo>
                    <a:pt x="803" y="2605"/>
                  </a:lnTo>
                  <a:lnTo>
                    <a:pt x="1731" y="3212"/>
                  </a:lnTo>
                  <a:lnTo>
                    <a:pt x="0" y="1"/>
                  </a:lnTo>
                  <a:close/>
                  <a:moveTo>
                    <a:pt x="1731" y="3212"/>
                  </a:moveTo>
                  <a:lnTo>
                    <a:pt x="1731" y="3212"/>
                  </a:lnTo>
                  <a:lnTo>
                    <a:pt x="1731" y="3212"/>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173"/>
            <p:cNvSpPr/>
            <p:nvPr/>
          </p:nvSpPr>
          <p:spPr>
            <a:xfrm>
              <a:off x="4362854" y="1675659"/>
              <a:ext cx="11696" cy="95310"/>
            </a:xfrm>
            <a:custGeom>
              <a:rect b="b" l="l" r="r" t="t"/>
              <a:pathLst>
                <a:path extrusionOk="0" h="2624" w="322">
                  <a:moveTo>
                    <a:pt x="321" y="0"/>
                  </a:moveTo>
                  <a:lnTo>
                    <a:pt x="0" y="2088"/>
                  </a:lnTo>
                  <a:lnTo>
                    <a:pt x="170" y="2623"/>
                  </a:lnTo>
                  <a:lnTo>
                    <a:pt x="32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173"/>
            <p:cNvSpPr/>
            <p:nvPr/>
          </p:nvSpPr>
          <p:spPr>
            <a:xfrm>
              <a:off x="4385519" y="1551222"/>
              <a:ext cx="52522" cy="219751"/>
            </a:xfrm>
            <a:custGeom>
              <a:rect b="b" l="l" r="r" t="t"/>
              <a:pathLst>
                <a:path extrusionOk="0" h="6050" w="1446">
                  <a:moveTo>
                    <a:pt x="1" y="1"/>
                  </a:moveTo>
                  <a:lnTo>
                    <a:pt x="331" y="1642"/>
                  </a:lnTo>
                  <a:lnTo>
                    <a:pt x="366" y="2855"/>
                  </a:lnTo>
                  <a:lnTo>
                    <a:pt x="616" y="4880"/>
                  </a:lnTo>
                  <a:lnTo>
                    <a:pt x="545" y="5442"/>
                  </a:lnTo>
                  <a:lnTo>
                    <a:pt x="616" y="6049"/>
                  </a:lnTo>
                  <a:lnTo>
                    <a:pt x="1446" y="4979"/>
                  </a:lnTo>
                  <a:lnTo>
                    <a:pt x="670" y="2748"/>
                  </a:lnTo>
                  <a:lnTo>
                    <a:pt x="670" y="1901"/>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173"/>
            <p:cNvSpPr/>
            <p:nvPr/>
          </p:nvSpPr>
          <p:spPr>
            <a:xfrm>
              <a:off x="4251384" y="1576502"/>
              <a:ext cx="38284" cy="159783"/>
            </a:xfrm>
            <a:custGeom>
              <a:rect b="b" l="l" r="r" t="t"/>
              <a:pathLst>
                <a:path extrusionOk="0" h="4399" w="1054">
                  <a:moveTo>
                    <a:pt x="0" y="0"/>
                  </a:moveTo>
                  <a:lnTo>
                    <a:pt x="366" y="2918"/>
                  </a:lnTo>
                  <a:lnTo>
                    <a:pt x="54" y="4399"/>
                  </a:lnTo>
                  <a:lnTo>
                    <a:pt x="1053" y="4399"/>
                  </a:lnTo>
                  <a:lnTo>
                    <a:pt x="928" y="2730"/>
                  </a:lnTo>
                  <a:lnTo>
                    <a:pt x="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173"/>
            <p:cNvSpPr/>
            <p:nvPr/>
          </p:nvSpPr>
          <p:spPr>
            <a:xfrm>
              <a:off x="4455510" y="1650706"/>
              <a:ext cx="29203" cy="81362"/>
            </a:xfrm>
            <a:custGeom>
              <a:rect b="b" l="l" r="r" t="t"/>
              <a:pathLst>
                <a:path extrusionOk="0" h="2240" w="804">
                  <a:moveTo>
                    <a:pt x="90" y="0"/>
                  </a:moveTo>
                  <a:lnTo>
                    <a:pt x="1" y="1017"/>
                  </a:lnTo>
                  <a:lnTo>
                    <a:pt x="170" y="2240"/>
                  </a:lnTo>
                  <a:lnTo>
                    <a:pt x="804" y="2240"/>
                  </a:lnTo>
                  <a:lnTo>
                    <a:pt x="224" y="1035"/>
                  </a:lnTo>
                  <a:lnTo>
                    <a:pt x="9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173"/>
            <p:cNvSpPr/>
            <p:nvPr/>
          </p:nvSpPr>
          <p:spPr>
            <a:xfrm>
              <a:off x="4171005" y="1592047"/>
              <a:ext cx="82343" cy="144237"/>
            </a:xfrm>
            <a:custGeom>
              <a:rect b="b" l="l" r="r" t="t"/>
              <a:pathLst>
                <a:path extrusionOk="0" h="3971" w="2267">
                  <a:moveTo>
                    <a:pt x="920" y="1"/>
                  </a:moveTo>
                  <a:lnTo>
                    <a:pt x="1152" y="2329"/>
                  </a:lnTo>
                  <a:lnTo>
                    <a:pt x="1" y="3971"/>
                  </a:lnTo>
                  <a:lnTo>
                    <a:pt x="2267" y="3971"/>
                  </a:lnTo>
                  <a:lnTo>
                    <a:pt x="1366" y="3248"/>
                  </a:lnTo>
                  <a:lnTo>
                    <a:pt x="1607" y="2124"/>
                  </a:lnTo>
                  <a:lnTo>
                    <a:pt x="92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173"/>
            <p:cNvSpPr/>
            <p:nvPr/>
          </p:nvSpPr>
          <p:spPr>
            <a:xfrm>
              <a:off x="4289630" y="1649726"/>
              <a:ext cx="38248" cy="101776"/>
            </a:xfrm>
            <a:custGeom>
              <a:rect b="b" l="l" r="r" t="t"/>
              <a:pathLst>
                <a:path extrusionOk="0" h="2802" w="1053">
                  <a:moveTo>
                    <a:pt x="723" y="1"/>
                  </a:moveTo>
                  <a:lnTo>
                    <a:pt x="446" y="1490"/>
                  </a:lnTo>
                  <a:lnTo>
                    <a:pt x="0" y="2383"/>
                  </a:lnTo>
                  <a:lnTo>
                    <a:pt x="972" y="2802"/>
                  </a:lnTo>
                  <a:lnTo>
                    <a:pt x="1053" y="1357"/>
                  </a:lnTo>
                  <a:lnTo>
                    <a:pt x="758" y="2070"/>
                  </a:lnTo>
                  <a:lnTo>
                    <a:pt x="723"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51" name="Google Shape;11251;p173"/>
          <p:cNvSpPr/>
          <p:nvPr/>
        </p:nvSpPr>
        <p:spPr>
          <a:xfrm rot="557657">
            <a:off x="-310305" y="4705705"/>
            <a:ext cx="1351433" cy="380974"/>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173"/>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1253" name="Google Shape;11253;p173"/>
          <p:cNvSpPr/>
          <p:nvPr/>
        </p:nvSpPr>
        <p:spPr>
          <a:xfrm flipH="1">
            <a:off x="-494818" y="616313"/>
            <a:ext cx="1273905" cy="24222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173"/>
          <p:cNvSpPr/>
          <p:nvPr/>
        </p:nvSpPr>
        <p:spPr>
          <a:xfrm flipH="1">
            <a:off x="8488479" y="180342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173"/>
          <p:cNvSpPr/>
          <p:nvPr/>
        </p:nvSpPr>
        <p:spPr>
          <a:xfrm flipH="1">
            <a:off x="-302196" y="283509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1256" name="Shape 11256"/>
        <p:cNvGrpSpPr/>
        <p:nvPr/>
      </p:nvGrpSpPr>
      <p:grpSpPr>
        <a:xfrm>
          <a:off x="0" y="0"/>
          <a:ext cx="0" cy="0"/>
          <a:chOff x="0" y="0"/>
          <a:chExt cx="0" cy="0"/>
        </a:xfrm>
      </p:grpSpPr>
      <p:grpSp>
        <p:nvGrpSpPr>
          <p:cNvPr id="11257" name="Google Shape;11257;p174"/>
          <p:cNvGrpSpPr/>
          <p:nvPr/>
        </p:nvGrpSpPr>
        <p:grpSpPr>
          <a:xfrm>
            <a:off x="3" y="539392"/>
            <a:ext cx="1519945" cy="1171138"/>
            <a:chOff x="3363545" y="1191568"/>
            <a:chExt cx="384038" cy="295876"/>
          </a:xfrm>
        </p:grpSpPr>
        <p:sp>
          <p:nvSpPr>
            <p:cNvPr id="11258" name="Google Shape;11258;p174"/>
            <p:cNvSpPr/>
            <p:nvPr/>
          </p:nvSpPr>
          <p:spPr>
            <a:xfrm>
              <a:off x="3363545"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174"/>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174"/>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174"/>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174"/>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174"/>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174"/>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65" name="Google Shape;11265;p174"/>
          <p:cNvSpPr/>
          <p:nvPr/>
        </p:nvSpPr>
        <p:spPr>
          <a:xfrm>
            <a:off x="0" y="1690722"/>
            <a:ext cx="9144017" cy="3452722"/>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174"/>
          <p:cNvSpPr/>
          <p:nvPr/>
        </p:nvSpPr>
        <p:spPr>
          <a:xfrm flipH="1">
            <a:off x="-479041" y="2121950"/>
            <a:ext cx="5269441" cy="3021487"/>
          </a:xfrm>
          <a:custGeom>
            <a:rect b="b" l="l" r="r" t="t"/>
            <a:pathLst>
              <a:path extrusionOk="0" h="10225" w="22134">
                <a:moveTo>
                  <a:pt x="15068" y="1"/>
                </a:moveTo>
                <a:cubicBezTo>
                  <a:pt x="15068" y="1"/>
                  <a:pt x="10937" y="170"/>
                  <a:pt x="11678" y="813"/>
                </a:cubicBezTo>
                <a:cubicBezTo>
                  <a:pt x="12427" y="1464"/>
                  <a:pt x="10554" y="1615"/>
                  <a:pt x="9662" y="1714"/>
                </a:cubicBezTo>
                <a:cubicBezTo>
                  <a:pt x="8779" y="1812"/>
                  <a:pt x="6245" y="2240"/>
                  <a:pt x="7405" y="2739"/>
                </a:cubicBezTo>
                <a:cubicBezTo>
                  <a:pt x="8564" y="3230"/>
                  <a:pt x="5585" y="3525"/>
                  <a:pt x="4487" y="3551"/>
                </a:cubicBezTo>
                <a:cubicBezTo>
                  <a:pt x="3381" y="3578"/>
                  <a:pt x="0" y="3837"/>
                  <a:pt x="1080" y="5068"/>
                </a:cubicBezTo>
                <a:cubicBezTo>
                  <a:pt x="2150" y="6299"/>
                  <a:pt x="6281" y="10224"/>
                  <a:pt x="6281" y="10224"/>
                </a:cubicBezTo>
                <a:lnTo>
                  <a:pt x="8966" y="10224"/>
                </a:lnTo>
                <a:cubicBezTo>
                  <a:pt x="8966" y="10224"/>
                  <a:pt x="8368" y="8672"/>
                  <a:pt x="10536" y="8413"/>
                </a:cubicBezTo>
                <a:cubicBezTo>
                  <a:pt x="12695" y="8146"/>
                  <a:pt x="11446" y="7432"/>
                  <a:pt x="10786" y="7093"/>
                </a:cubicBezTo>
                <a:cubicBezTo>
                  <a:pt x="10126" y="6754"/>
                  <a:pt x="8734" y="6040"/>
                  <a:pt x="11972" y="5443"/>
                </a:cubicBezTo>
                <a:cubicBezTo>
                  <a:pt x="15211" y="4845"/>
                  <a:pt x="17735" y="4203"/>
                  <a:pt x="16415" y="3373"/>
                </a:cubicBezTo>
                <a:cubicBezTo>
                  <a:pt x="15095" y="2543"/>
                  <a:pt x="18859" y="2802"/>
                  <a:pt x="18351" y="2249"/>
                </a:cubicBezTo>
                <a:cubicBezTo>
                  <a:pt x="17842" y="1705"/>
                  <a:pt x="19555" y="1660"/>
                  <a:pt x="20670" y="1553"/>
                </a:cubicBezTo>
                <a:cubicBezTo>
                  <a:pt x="21785" y="1437"/>
                  <a:pt x="22133" y="884"/>
                  <a:pt x="21018" y="554"/>
                </a:cubicBezTo>
                <a:cubicBezTo>
                  <a:pt x="20233" y="323"/>
                  <a:pt x="18557" y="289"/>
                  <a:pt x="17617" y="289"/>
                </a:cubicBezTo>
                <a:cubicBezTo>
                  <a:pt x="17210" y="289"/>
                  <a:pt x="16941" y="295"/>
                  <a:pt x="16941" y="295"/>
                </a:cubicBezTo>
                <a:lnTo>
                  <a:pt x="15068"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174"/>
          <p:cNvSpPr/>
          <p:nvPr/>
        </p:nvSpPr>
        <p:spPr>
          <a:xfrm flipH="1">
            <a:off x="183754" y="2409469"/>
            <a:ext cx="3933393" cy="1949414"/>
          </a:xfrm>
          <a:custGeom>
            <a:rect b="b" l="l" r="r" t="t"/>
            <a:pathLst>
              <a:path extrusionOk="0" h="6597" w="16522">
                <a:moveTo>
                  <a:pt x="11294" y="0"/>
                </a:moveTo>
                <a:cubicBezTo>
                  <a:pt x="11294" y="0"/>
                  <a:pt x="9260" y="303"/>
                  <a:pt x="10126" y="491"/>
                </a:cubicBezTo>
                <a:cubicBezTo>
                  <a:pt x="10991" y="678"/>
                  <a:pt x="10839" y="1071"/>
                  <a:pt x="9207" y="1383"/>
                </a:cubicBezTo>
                <a:cubicBezTo>
                  <a:pt x="7565" y="1695"/>
                  <a:pt x="5638" y="1954"/>
                  <a:pt x="7021" y="2284"/>
                </a:cubicBezTo>
                <a:cubicBezTo>
                  <a:pt x="8395" y="2623"/>
                  <a:pt x="6254" y="3283"/>
                  <a:pt x="4443" y="3569"/>
                </a:cubicBezTo>
                <a:cubicBezTo>
                  <a:pt x="2641" y="3863"/>
                  <a:pt x="678" y="4309"/>
                  <a:pt x="2346" y="4746"/>
                </a:cubicBezTo>
                <a:cubicBezTo>
                  <a:pt x="4006" y="5183"/>
                  <a:pt x="0" y="5665"/>
                  <a:pt x="1401" y="6182"/>
                </a:cubicBezTo>
                <a:cubicBezTo>
                  <a:pt x="2073" y="6428"/>
                  <a:pt x="3408" y="6597"/>
                  <a:pt x="4495" y="6597"/>
                </a:cubicBezTo>
                <a:cubicBezTo>
                  <a:pt x="5658" y="6597"/>
                  <a:pt x="6538" y="6404"/>
                  <a:pt x="6022" y="5906"/>
                </a:cubicBezTo>
                <a:cubicBezTo>
                  <a:pt x="5032" y="4942"/>
                  <a:pt x="5085" y="3997"/>
                  <a:pt x="8118" y="3337"/>
                </a:cubicBezTo>
                <a:cubicBezTo>
                  <a:pt x="11160" y="2668"/>
                  <a:pt x="12989" y="2676"/>
                  <a:pt x="12088" y="2114"/>
                </a:cubicBezTo>
                <a:cubicBezTo>
                  <a:pt x="11187" y="1552"/>
                  <a:pt x="11294" y="1267"/>
                  <a:pt x="13203" y="1062"/>
                </a:cubicBezTo>
                <a:cubicBezTo>
                  <a:pt x="15112" y="848"/>
                  <a:pt x="15416" y="839"/>
                  <a:pt x="14747" y="535"/>
                </a:cubicBezTo>
                <a:cubicBezTo>
                  <a:pt x="14087" y="232"/>
                  <a:pt x="16522" y="0"/>
                  <a:pt x="1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8" name="Google Shape;11268;p174"/>
          <p:cNvGrpSpPr/>
          <p:nvPr/>
        </p:nvGrpSpPr>
        <p:grpSpPr>
          <a:xfrm>
            <a:off x="171" y="2384955"/>
            <a:ext cx="3193244" cy="2759461"/>
            <a:chOff x="3460777" y="2171409"/>
            <a:chExt cx="376544" cy="325374"/>
          </a:xfrm>
        </p:grpSpPr>
        <p:sp>
          <p:nvSpPr>
            <p:cNvPr id="11269" name="Google Shape;11269;p174"/>
            <p:cNvSpPr/>
            <p:nvPr/>
          </p:nvSpPr>
          <p:spPr>
            <a:xfrm>
              <a:off x="3467569" y="2171409"/>
              <a:ext cx="12677" cy="111510"/>
            </a:xfrm>
            <a:custGeom>
              <a:rect b="b" l="l" r="r" t="t"/>
              <a:pathLst>
                <a:path extrusionOk="0" h="3070" w="349">
                  <a:moveTo>
                    <a:pt x="348" y="0"/>
                  </a:moveTo>
                  <a:cubicBezTo>
                    <a:pt x="348" y="0"/>
                    <a:pt x="304" y="45"/>
                    <a:pt x="313" y="116"/>
                  </a:cubicBezTo>
                  <a:cubicBezTo>
                    <a:pt x="322" y="179"/>
                    <a:pt x="259" y="197"/>
                    <a:pt x="286" y="250"/>
                  </a:cubicBezTo>
                  <a:cubicBezTo>
                    <a:pt x="313" y="304"/>
                    <a:pt x="232" y="322"/>
                    <a:pt x="268" y="393"/>
                  </a:cubicBezTo>
                  <a:cubicBezTo>
                    <a:pt x="304" y="455"/>
                    <a:pt x="214" y="536"/>
                    <a:pt x="250" y="607"/>
                  </a:cubicBezTo>
                  <a:cubicBezTo>
                    <a:pt x="277" y="678"/>
                    <a:pt x="206" y="714"/>
                    <a:pt x="241" y="777"/>
                  </a:cubicBezTo>
                  <a:cubicBezTo>
                    <a:pt x="277" y="839"/>
                    <a:pt x="161" y="910"/>
                    <a:pt x="214" y="1017"/>
                  </a:cubicBezTo>
                  <a:cubicBezTo>
                    <a:pt x="268" y="1116"/>
                    <a:pt x="170" y="1169"/>
                    <a:pt x="206" y="1249"/>
                  </a:cubicBezTo>
                  <a:cubicBezTo>
                    <a:pt x="232" y="1321"/>
                    <a:pt x="107" y="1410"/>
                    <a:pt x="170" y="1490"/>
                  </a:cubicBezTo>
                  <a:cubicBezTo>
                    <a:pt x="223" y="1579"/>
                    <a:pt x="116" y="1651"/>
                    <a:pt x="152" y="1713"/>
                  </a:cubicBezTo>
                  <a:cubicBezTo>
                    <a:pt x="188" y="1776"/>
                    <a:pt x="90" y="1865"/>
                    <a:pt x="143" y="1936"/>
                  </a:cubicBezTo>
                  <a:cubicBezTo>
                    <a:pt x="197" y="2008"/>
                    <a:pt x="72" y="2088"/>
                    <a:pt x="116" y="2186"/>
                  </a:cubicBezTo>
                  <a:cubicBezTo>
                    <a:pt x="152" y="2284"/>
                    <a:pt x="54" y="2391"/>
                    <a:pt x="107" y="2480"/>
                  </a:cubicBezTo>
                  <a:cubicBezTo>
                    <a:pt x="152" y="2561"/>
                    <a:pt x="36" y="2587"/>
                    <a:pt x="90" y="2677"/>
                  </a:cubicBezTo>
                  <a:cubicBezTo>
                    <a:pt x="143" y="2775"/>
                    <a:pt x="0" y="2891"/>
                    <a:pt x="0" y="3069"/>
                  </a:cubicBezTo>
                  <a:lnTo>
                    <a:pt x="348" y="3069"/>
                  </a:lnTo>
                  <a:lnTo>
                    <a:pt x="3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174"/>
            <p:cNvSpPr/>
            <p:nvPr/>
          </p:nvSpPr>
          <p:spPr>
            <a:xfrm>
              <a:off x="3480209" y="2171409"/>
              <a:ext cx="13003" cy="111510"/>
            </a:xfrm>
            <a:custGeom>
              <a:rect b="b" l="l" r="r" t="t"/>
              <a:pathLst>
                <a:path extrusionOk="0" h="3070" w="358">
                  <a:moveTo>
                    <a:pt x="0" y="0"/>
                  </a:moveTo>
                  <a:lnTo>
                    <a:pt x="0" y="3069"/>
                  </a:lnTo>
                  <a:lnTo>
                    <a:pt x="357" y="3069"/>
                  </a:lnTo>
                  <a:cubicBezTo>
                    <a:pt x="357" y="2891"/>
                    <a:pt x="214" y="2775"/>
                    <a:pt x="268" y="2677"/>
                  </a:cubicBezTo>
                  <a:cubicBezTo>
                    <a:pt x="321" y="2587"/>
                    <a:pt x="205" y="2561"/>
                    <a:pt x="250" y="2480"/>
                  </a:cubicBezTo>
                  <a:cubicBezTo>
                    <a:pt x="304" y="2391"/>
                    <a:pt x="205" y="2284"/>
                    <a:pt x="241" y="2186"/>
                  </a:cubicBezTo>
                  <a:cubicBezTo>
                    <a:pt x="286" y="2088"/>
                    <a:pt x="161" y="2008"/>
                    <a:pt x="214" y="1936"/>
                  </a:cubicBezTo>
                  <a:cubicBezTo>
                    <a:pt x="268" y="1865"/>
                    <a:pt x="170" y="1776"/>
                    <a:pt x="205" y="1713"/>
                  </a:cubicBezTo>
                  <a:cubicBezTo>
                    <a:pt x="241" y="1651"/>
                    <a:pt x="134" y="1579"/>
                    <a:pt x="188" y="1490"/>
                  </a:cubicBezTo>
                  <a:cubicBezTo>
                    <a:pt x="250" y="1410"/>
                    <a:pt x="125" y="1321"/>
                    <a:pt x="152" y="1249"/>
                  </a:cubicBezTo>
                  <a:cubicBezTo>
                    <a:pt x="188" y="1169"/>
                    <a:pt x="89" y="1116"/>
                    <a:pt x="143" y="1017"/>
                  </a:cubicBezTo>
                  <a:cubicBezTo>
                    <a:pt x="197" y="910"/>
                    <a:pt x="81" y="839"/>
                    <a:pt x="116" y="777"/>
                  </a:cubicBezTo>
                  <a:cubicBezTo>
                    <a:pt x="152" y="714"/>
                    <a:pt x="81" y="678"/>
                    <a:pt x="107" y="607"/>
                  </a:cubicBezTo>
                  <a:cubicBezTo>
                    <a:pt x="143" y="536"/>
                    <a:pt x="54" y="455"/>
                    <a:pt x="89" y="393"/>
                  </a:cubicBezTo>
                  <a:cubicBezTo>
                    <a:pt x="125" y="322"/>
                    <a:pt x="45" y="304"/>
                    <a:pt x="72" y="250"/>
                  </a:cubicBezTo>
                  <a:cubicBezTo>
                    <a:pt x="98" y="197"/>
                    <a:pt x="36" y="179"/>
                    <a:pt x="45" y="116"/>
                  </a:cubicBezTo>
                  <a:cubicBezTo>
                    <a:pt x="54" y="45"/>
                    <a:pt x="0" y="0"/>
                    <a:pt x="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174"/>
            <p:cNvSpPr/>
            <p:nvPr/>
          </p:nvSpPr>
          <p:spPr>
            <a:xfrm>
              <a:off x="3560879" y="2222586"/>
              <a:ext cx="13003" cy="111510"/>
            </a:xfrm>
            <a:custGeom>
              <a:rect b="b" l="l" r="r" t="t"/>
              <a:pathLst>
                <a:path extrusionOk="0" h="3070" w="358">
                  <a:moveTo>
                    <a:pt x="357" y="1"/>
                  </a:moveTo>
                  <a:cubicBezTo>
                    <a:pt x="357" y="1"/>
                    <a:pt x="304" y="54"/>
                    <a:pt x="313" y="117"/>
                  </a:cubicBezTo>
                  <a:cubicBezTo>
                    <a:pt x="322" y="179"/>
                    <a:pt x="259" y="206"/>
                    <a:pt x="286" y="251"/>
                  </a:cubicBezTo>
                  <a:cubicBezTo>
                    <a:pt x="313" y="304"/>
                    <a:pt x="233" y="331"/>
                    <a:pt x="268" y="393"/>
                  </a:cubicBezTo>
                  <a:cubicBezTo>
                    <a:pt x="304" y="456"/>
                    <a:pt x="215" y="536"/>
                    <a:pt x="250" y="608"/>
                  </a:cubicBezTo>
                  <a:cubicBezTo>
                    <a:pt x="277" y="688"/>
                    <a:pt x="206" y="715"/>
                    <a:pt x="241" y="777"/>
                  </a:cubicBezTo>
                  <a:cubicBezTo>
                    <a:pt x="277" y="839"/>
                    <a:pt x="161" y="911"/>
                    <a:pt x="215" y="1018"/>
                  </a:cubicBezTo>
                  <a:cubicBezTo>
                    <a:pt x="268" y="1125"/>
                    <a:pt x="170" y="1178"/>
                    <a:pt x="206" y="1250"/>
                  </a:cubicBezTo>
                  <a:cubicBezTo>
                    <a:pt x="233" y="1321"/>
                    <a:pt x="108" y="1410"/>
                    <a:pt x="170" y="1491"/>
                  </a:cubicBezTo>
                  <a:cubicBezTo>
                    <a:pt x="224" y="1580"/>
                    <a:pt x="117" y="1651"/>
                    <a:pt x="152" y="1714"/>
                  </a:cubicBezTo>
                  <a:cubicBezTo>
                    <a:pt x="188" y="1776"/>
                    <a:pt x="90" y="1865"/>
                    <a:pt x="143" y="1937"/>
                  </a:cubicBezTo>
                  <a:cubicBezTo>
                    <a:pt x="197" y="2008"/>
                    <a:pt x="72" y="2097"/>
                    <a:pt x="117" y="2187"/>
                  </a:cubicBezTo>
                  <a:cubicBezTo>
                    <a:pt x="152" y="2285"/>
                    <a:pt x="54" y="2392"/>
                    <a:pt x="108" y="2481"/>
                  </a:cubicBezTo>
                  <a:cubicBezTo>
                    <a:pt x="152" y="2561"/>
                    <a:pt x="36" y="2588"/>
                    <a:pt x="90" y="2677"/>
                  </a:cubicBezTo>
                  <a:cubicBezTo>
                    <a:pt x="143" y="2775"/>
                    <a:pt x="1" y="2900"/>
                    <a:pt x="1" y="3070"/>
                  </a:cubicBezTo>
                  <a:lnTo>
                    <a:pt x="357" y="3070"/>
                  </a:lnTo>
                  <a:lnTo>
                    <a:pt x="35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174"/>
            <p:cNvSpPr/>
            <p:nvPr/>
          </p:nvSpPr>
          <p:spPr>
            <a:xfrm>
              <a:off x="3573845" y="2222586"/>
              <a:ext cx="12677" cy="111510"/>
            </a:xfrm>
            <a:custGeom>
              <a:rect b="b" l="l" r="r" t="t"/>
              <a:pathLst>
                <a:path extrusionOk="0" h="3070" w="349">
                  <a:moveTo>
                    <a:pt x="0" y="1"/>
                  </a:moveTo>
                  <a:lnTo>
                    <a:pt x="0" y="3070"/>
                  </a:lnTo>
                  <a:lnTo>
                    <a:pt x="348" y="3070"/>
                  </a:lnTo>
                  <a:cubicBezTo>
                    <a:pt x="348" y="2900"/>
                    <a:pt x="206" y="2775"/>
                    <a:pt x="259" y="2677"/>
                  </a:cubicBezTo>
                  <a:cubicBezTo>
                    <a:pt x="313" y="2588"/>
                    <a:pt x="197" y="2561"/>
                    <a:pt x="241" y="2481"/>
                  </a:cubicBezTo>
                  <a:cubicBezTo>
                    <a:pt x="295" y="2392"/>
                    <a:pt x="197" y="2285"/>
                    <a:pt x="232" y="2187"/>
                  </a:cubicBezTo>
                  <a:cubicBezTo>
                    <a:pt x="277" y="2097"/>
                    <a:pt x="152" y="2008"/>
                    <a:pt x="206" y="1937"/>
                  </a:cubicBezTo>
                  <a:cubicBezTo>
                    <a:pt x="259" y="1865"/>
                    <a:pt x="161" y="1776"/>
                    <a:pt x="197" y="1714"/>
                  </a:cubicBezTo>
                  <a:cubicBezTo>
                    <a:pt x="232" y="1651"/>
                    <a:pt x="125" y="1580"/>
                    <a:pt x="188" y="1491"/>
                  </a:cubicBezTo>
                  <a:cubicBezTo>
                    <a:pt x="241" y="1410"/>
                    <a:pt x="116" y="1321"/>
                    <a:pt x="143" y="1250"/>
                  </a:cubicBezTo>
                  <a:cubicBezTo>
                    <a:pt x="179" y="1178"/>
                    <a:pt x="81" y="1125"/>
                    <a:pt x="134" y="1018"/>
                  </a:cubicBezTo>
                  <a:cubicBezTo>
                    <a:pt x="188" y="911"/>
                    <a:pt x="72" y="839"/>
                    <a:pt x="108" y="777"/>
                  </a:cubicBezTo>
                  <a:cubicBezTo>
                    <a:pt x="143" y="715"/>
                    <a:pt x="72" y="688"/>
                    <a:pt x="99" y="608"/>
                  </a:cubicBezTo>
                  <a:cubicBezTo>
                    <a:pt x="134" y="536"/>
                    <a:pt x="45" y="456"/>
                    <a:pt x="81" y="393"/>
                  </a:cubicBezTo>
                  <a:cubicBezTo>
                    <a:pt x="116" y="331"/>
                    <a:pt x="45" y="304"/>
                    <a:pt x="63" y="251"/>
                  </a:cubicBezTo>
                  <a:cubicBezTo>
                    <a:pt x="90" y="206"/>
                    <a:pt x="27" y="179"/>
                    <a:pt x="36" y="117"/>
                  </a:cubicBezTo>
                  <a:cubicBezTo>
                    <a:pt x="45" y="54"/>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174"/>
            <p:cNvSpPr/>
            <p:nvPr/>
          </p:nvSpPr>
          <p:spPr>
            <a:xfrm>
              <a:off x="3487001" y="2207367"/>
              <a:ext cx="12677" cy="111183"/>
            </a:xfrm>
            <a:custGeom>
              <a:rect b="b" l="l" r="r" t="t"/>
              <a:pathLst>
                <a:path extrusionOk="0" h="3061" w="349">
                  <a:moveTo>
                    <a:pt x="349" y="1"/>
                  </a:moveTo>
                  <a:cubicBezTo>
                    <a:pt x="349" y="1"/>
                    <a:pt x="304" y="45"/>
                    <a:pt x="313" y="108"/>
                  </a:cubicBezTo>
                  <a:cubicBezTo>
                    <a:pt x="322" y="170"/>
                    <a:pt x="259" y="197"/>
                    <a:pt x="286" y="250"/>
                  </a:cubicBezTo>
                  <a:cubicBezTo>
                    <a:pt x="304" y="304"/>
                    <a:pt x="224" y="322"/>
                    <a:pt x="268" y="384"/>
                  </a:cubicBezTo>
                  <a:cubicBezTo>
                    <a:pt x="304" y="456"/>
                    <a:pt x="215" y="527"/>
                    <a:pt x="241" y="607"/>
                  </a:cubicBezTo>
                  <a:cubicBezTo>
                    <a:pt x="277" y="679"/>
                    <a:pt x="206" y="714"/>
                    <a:pt x="241" y="777"/>
                  </a:cubicBezTo>
                  <a:cubicBezTo>
                    <a:pt x="268" y="839"/>
                    <a:pt x="161" y="911"/>
                    <a:pt x="215" y="1009"/>
                  </a:cubicBezTo>
                  <a:cubicBezTo>
                    <a:pt x="268" y="1116"/>
                    <a:pt x="170" y="1169"/>
                    <a:pt x="197" y="1241"/>
                  </a:cubicBezTo>
                  <a:cubicBezTo>
                    <a:pt x="233" y="1321"/>
                    <a:pt x="108" y="1401"/>
                    <a:pt x="161" y="1490"/>
                  </a:cubicBezTo>
                  <a:cubicBezTo>
                    <a:pt x="224" y="1571"/>
                    <a:pt x="117" y="1642"/>
                    <a:pt x="152" y="1705"/>
                  </a:cubicBezTo>
                  <a:cubicBezTo>
                    <a:pt x="188" y="1776"/>
                    <a:pt x="90" y="1865"/>
                    <a:pt x="143" y="1936"/>
                  </a:cubicBezTo>
                  <a:cubicBezTo>
                    <a:pt x="197" y="2008"/>
                    <a:pt x="72" y="2088"/>
                    <a:pt x="108" y="2186"/>
                  </a:cubicBezTo>
                  <a:cubicBezTo>
                    <a:pt x="152" y="2284"/>
                    <a:pt x="54" y="2391"/>
                    <a:pt x="99" y="2472"/>
                  </a:cubicBezTo>
                  <a:cubicBezTo>
                    <a:pt x="152" y="2561"/>
                    <a:pt x="36" y="2579"/>
                    <a:pt x="90" y="2677"/>
                  </a:cubicBezTo>
                  <a:cubicBezTo>
                    <a:pt x="143" y="2766"/>
                    <a:pt x="1" y="2891"/>
                    <a:pt x="1" y="3061"/>
                  </a:cubicBezTo>
                  <a:lnTo>
                    <a:pt x="349" y="3061"/>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174"/>
            <p:cNvSpPr/>
            <p:nvPr/>
          </p:nvSpPr>
          <p:spPr>
            <a:xfrm>
              <a:off x="3499641" y="2207367"/>
              <a:ext cx="12677" cy="111183"/>
            </a:xfrm>
            <a:custGeom>
              <a:rect b="b" l="l" r="r" t="t"/>
              <a:pathLst>
                <a:path extrusionOk="0" h="3061" w="349">
                  <a:moveTo>
                    <a:pt x="1" y="1"/>
                  </a:moveTo>
                  <a:lnTo>
                    <a:pt x="1" y="3061"/>
                  </a:lnTo>
                  <a:lnTo>
                    <a:pt x="348" y="3061"/>
                  </a:lnTo>
                  <a:cubicBezTo>
                    <a:pt x="348" y="2891"/>
                    <a:pt x="215" y="2766"/>
                    <a:pt x="268" y="2677"/>
                  </a:cubicBezTo>
                  <a:cubicBezTo>
                    <a:pt x="322" y="2579"/>
                    <a:pt x="197" y="2561"/>
                    <a:pt x="250" y="2472"/>
                  </a:cubicBezTo>
                  <a:cubicBezTo>
                    <a:pt x="304" y="2391"/>
                    <a:pt x="197" y="2284"/>
                    <a:pt x="241" y="2186"/>
                  </a:cubicBezTo>
                  <a:cubicBezTo>
                    <a:pt x="286" y="2088"/>
                    <a:pt x="161" y="2008"/>
                    <a:pt x="215" y="1936"/>
                  </a:cubicBezTo>
                  <a:cubicBezTo>
                    <a:pt x="268" y="1865"/>
                    <a:pt x="170" y="1776"/>
                    <a:pt x="206" y="1705"/>
                  </a:cubicBezTo>
                  <a:cubicBezTo>
                    <a:pt x="241" y="1642"/>
                    <a:pt x="134" y="1571"/>
                    <a:pt x="188" y="1490"/>
                  </a:cubicBezTo>
                  <a:cubicBezTo>
                    <a:pt x="241" y="1401"/>
                    <a:pt x="117" y="1321"/>
                    <a:pt x="152" y="1241"/>
                  </a:cubicBezTo>
                  <a:cubicBezTo>
                    <a:pt x="188" y="1169"/>
                    <a:pt x="81" y="1116"/>
                    <a:pt x="134" y="1009"/>
                  </a:cubicBezTo>
                  <a:cubicBezTo>
                    <a:pt x="188" y="911"/>
                    <a:pt x="81" y="839"/>
                    <a:pt x="117" y="777"/>
                  </a:cubicBezTo>
                  <a:cubicBezTo>
                    <a:pt x="152" y="714"/>
                    <a:pt x="72" y="679"/>
                    <a:pt x="108" y="607"/>
                  </a:cubicBezTo>
                  <a:cubicBezTo>
                    <a:pt x="143" y="527"/>
                    <a:pt x="54" y="456"/>
                    <a:pt x="90" y="384"/>
                  </a:cubicBezTo>
                  <a:cubicBezTo>
                    <a:pt x="125" y="322"/>
                    <a:pt x="45" y="304"/>
                    <a:pt x="72" y="250"/>
                  </a:cubicBezTo>
                  <a:cubicBezTo>
                    <a:pt x="99" y="197"/>
                    <a:pt x="36" y="170"/>
                    <a:pt x="45" y="108"/>
                  </a:cubicBezTo>
                  <a:cubicBezTo>
                    <a:pt x="45" y="45"/>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174"/>
            <p:cNvSpPr/>
            <p:nvPr/>
          </p:nvSpPr>
          <p:spPr>
            <a:xfrm>
              <a:off x="3666174" y="2309104"/>
              <a:ext cx="12677" cy="111510"/>
            </a:xfrm>
            <a:custGeom>
              <a:rect b="b" l="l" r="r" t="t"/>
              <a:pathLst>
                <a:path extrusionOk="0" h="3070" w="349">
                  <a:moveTo>
                    <a:pt x="349" y="1"/>
                  </a:moveTo>
                  <a:cubicBezTo>
                    <a:pt x="349" y="1"/>
                    <a:pt x="304" y="54"/>
                    <a:pt x="304" y="117"/>
                  </a:cubicBezTo>
                  <a:cubicBezTo>
                    <a:pt x="313" y="179"/>
                    <a:pt x="251" y="206"/>
                    <a:pt x="278" y="251"/>
                  </a:cubicBezTo>
                  <a:cubicBezTo>
                    <a:pt x="304" y="304"/>
                    <a:pt x="224" y="322"/>
                    <a:pt x="260" y="393"/>
                  </a:cubicBezTo>
                  <a:cubicBezTo>
                    <a:pt x="295" y="456"/>
                    <a:pt x="206" y="536"/>
                    <a:pt x="242" y="607"/>
                  </a:cubicBezTo>
                  <a:cubicBezTo>
                    <a:pt x="278" y="688"/>
                    <a:pt x="197" y="715"/>
                    <a:pt x="233" y="777"/>
                  </a:cubicBezTo>
                  <a:cubicBezTo>
                    <a:pt x="269" y="839"/>
                    <a:pt x="162" y="911"/>
                    <a:pt x="215" y="1018"/>
                  </a:cubicBezTo>
                  <a:cubicBezTo>
                    <a:pt x="269" y="1125"/>
                    <a:pt x="162" y="1178"/>
                    <a:pt x="197" y="1250"/>
                  </a:cubicBezTo>
                  <a:cubicBezTo>
                    <a:pt x="233" y="1321"/>
                    <a:pt x="108" y="1410"/>
                    <a:pt x="162" y="1491"/>
                  </a:cubicBezTo>
                  <a:cubicBezTo>
                    <a:pt x="215" y="1580"/>
                    <a:pt x="108" y="1651"/>
                    <a:pt x="144" y="1714"/>
                  </a:cubicBezTo>
                  <a:cubicBezTo>
                    <a:pt x="179" y="1776"/>
                    <a:pt x="81" y="1865"/>
                    <a:pt x="135" y="1937"/>
                  </a:cubicBezTo>
                  <a:cubicBezTo>
                    <a:pt x="188" y="2008"/>
                    <a:pt x="63" y="2088"/>
                    <a:pt x="108" y="2186"/>
                  </a:cubicBezTo>
                  <a:cubicBezTo>
                    <a:pt x="153" y="2285"/>
                    <a:pt x="46" y="2392"/>
                    <a:pt x="99" y="2481"/>
                  </a:cubicBezTo>
                  <a:cubicBezTo>
                    <a:pt x="153" y="2561"/>
                    <a:pt x="28" y="2588"/>
                    <a:pt x="81" y="2677"/>
                  </a:cubicBezTo>
                  <a:cubicBezTo>
                    <a:pt x="135" y="2775"/>
                    <a:pt x="1" y="2891"/>
                    <a:pt x="1" y="3070"/>
                  </a:cubicBezTo>
                  <a:lnTo>
                    <a:pt x="349" y="3070"/>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174"/>
            <p:cNvSpPr/>
            <p:nvPr/>
          </p:nvSpPr>
          <p:spPr>
            <a:xfrm>
              <a:off x="3678814" y="2309104"/>
              <a:ext cx="12677" cy="111510"/>
            </a:xfrm>
            <a:custGeom>
              <a:rect b="b" l="l" r="r" t="t"/>
              <a:pathLst>
                <a:path extrusionOk="0" h="3070" w="349">
                  <a:moveTo>
                    <a:pt x="1" y="1"/>
                  </a:moveTo>
                  <a:lnTo>
                    <a:pt x="1" y="3070"/>
                  </a:lnTo>
                  <a:lnTo>
                    <a:pt x="349" y="3070"/>
                  </a:lnTo>
                  <a:cubicBezTo>
                    <a:pt x="349" y="2891"/>
                    <a:pt x="206" y="2775"/>
                    <a:pt x="260" y="2677"/>
                  </a:cubicBezTo>
                  <a:cubicBezTo>
                    <a:pt x="322" y="2588"/>
                    <a:pt x="197" y="2561"/>
                    <a:pt x="251" y="2481"/>
                  </a:cubicBezTo>
                  <a:cubicBezTo>
                    <a:pt x="295" y="2392"/>
                    <a:pt x="197" y="2285"/>
                    <a:pt x="242" y="2186"/>
                  </a:cubicBezTo>
                  <a:cubicBezTo>
                    <a:pt x="277" y="2088"/>
                    <a:pt x="153" y="2008"/>
                    <a:pt x="206" y="1937"/>
                  </a:cubicBezTo>
                  <a:cubicBezTo>
                    <a:pt x="260" y="1865"/>
                    <a:pt x="161" y="1776"/>
                    <a:pt x="197" y="1714"/>
                  </a:cubicBezTo>
                  <a:cubicBezTo>
                    <a:pt x="233" y="1651"/>
                    <a:pt x="135" y="1580"/>
                    <a:pt x="188" y="1491"/>
                  </a:cubicBezTo>
                  <a:cubicBezTo>
                    <a:pt x="242" y="1410"/>
                    <a:pt x="117" y="1321"/>
                    <a:pt x="153" y="1250"/>
                  </a:cubicBezTo>
                  <a:cubicBezTo>
                    <a:pt x="179" y="1178"/>
                    <a:pt x="81" y="1125"/>
                    <a:pt x="135" y="1018"/>
                  </a:cubicBezTo>
                  <a:cubicBezTo>
                    <a:pt x="188" y="911"/>
                    <a:pt x="81" y="839"/>
                    <a:pt x="117" y="777"/>
                  </a:cubicBezTo>
                  <a:cubicBezTo>
                    <a:pt x="144" y="715"/>
                    <a:pt x="72" y="688"/>
                    <a:pt x="108" y="607"/>
                  </a:cubicBezTo>
                  <a:cubicBezTo>
                    <a:pt x="135" y="536"/>
                    <a:pt x="45" y="456"/>
                    <a:pt x="90" y="393"/>
                  </a:cubicBezTo>
                  <a:cubicBezTo>
                    <a:pt x="126" y="322"/>
                    <a:pt x="45" y="304"/>
                    <a:pt x="63" y="251"/>
                  </a:cubicBezTo>
                  <a:cubicBezTo>
                    <a:pt x="90" y="206"/>
                    <a:pt x="28" y="179"/>
                    <a:pt x="37" y="117"/>
                  </a:cubicBezTo>
                  <a:cubicBezTo>
                    <a:pt x="45" y="54"/>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174"/>
            <p:cNvSpPr/>
            <p:nvPr/>
          </p:nvSpPr>
          <p:spPr>
            <a:xfrm>
              <a:off x="3666501" y="2389156"/>
              <a:ext cx="61276" cy="107624"/>
            </a:xfrm>
            <a:custGeom>
              <a:rect b="b" l="l" r="r" t="t"/>
              <a:pathLst>
                <a:path extrusionOk="0" h="2963" w="1687">
                  <a:moveTo>
                    <a:pt x="1" y="0"/>
                  </a:moveTo>
                  <a:lnTo>
                    <a:pt x="1" y="2962"/>
                  </a:lnTo>
                  <a:lnTo>
                    <a:pt x="1687" y="2962"/>
                  </a:lnTo>
                  <a:lnTo>
                    <a:pt x="1687"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174"/>
            <p:cNvSpPr/>
            <p:nvPr/>
          </p:nvSpPr>
          <p:spPr>
            <a:xfrm>
              <a:off x="3652263" y="2374555"/>
              <a:ext cx="14275" cy="122225"/>
            </a:xfrm>
            <a:custGeom>
              <a:rect b="b" l="l" r="r" t="t"/>
              <a:pathLst>
                <a:path extrusionOk="0" h="3365" w="393">
                  <a:moveTo>
                    <a:pt x="0" y="1"/>
                  </a:moveTo>
                  <a:lnTo>
                    <a:pt x="0" y="3364"/>
                  </a:lnTo>
                  <a:lnTo>
                    <a:pt x="393" y="3364"/>
                  </a:lnTo>
                  <a:lnTo>
                    <a:pt x="393" y="402"/>
                  </a:lnTo>
                  <a:lnTo>
                    <a:pt x="0"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174"/>
            <p:cNvSpPr/>
            <p:nvPr/>
          </p:nvSpPr>
          <p:spPr>
            <a:xfrm>
              <a:off x="3710922" y="2399180"/>
              <a:ext cx="7482" cy="13657"/>
            </a:xfrm>
            <a:custGeom>
              <a:rect b="b" l="l" r="r" t="t"/>
              <a:pathLst>
                <a:path extrusionOk="0" h="376" w="206">
                  <a:moveTo>
                    <a:pt x="0" y="1"/>
                  </a:moveTo>
                  <a:lnTo>
                    <a:pt x="0" y="376"/>
                  </a:lnTo>
                  <a:lnTo>
                    <a:pt x="205" y="376"/>
                  </a:lnTo>
                  <a:lnTo>
                    <a:pt x="20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174"/>
            <p:cNvSpPr/>
            <p:nvPr/>
          </p:nvSpPr>
          <p:spPr>
            <a:xfrm>
              <a:off x="3677216" y="2402740"/>
              <a:ext cx="7809" cy="13657"/>
            </a:xfrm>
            <a:custGeom>
              <a:rect b="b" l="l" r="r" t="t"/>
              <a:pathLst>
                <a:path extrusionOk="0" h="376" w="215">
                  <a:moveTo>
                    <a:pt x="0" y="1"/>
                  </a:moveTo>
                  <a:lnTo>
                    <a:pt x="0" y="376"/>
                  </a:lnTo>
                  <a:lnTo>
                    <a:pt x="214" y="376"/>
                  </a:lnTo>
                  <a:lnTo>
                    <a:pt x="21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174"/>
            <p:cNvSpPr/>
            <p:nvPr/>
          </p:nvSpPr>
          <p:spPr>
            <a:xfrm>
              <a:off x="3713828" y="2428673"/>
              <a:ext cx="7809" cy="13657"/>
            </a:xfrm>
            <a:custGeom>
              <a:rect b="b" l="l" r="r" t="t"/>
              <a:pathLst>
                <a:path extrusionOk="0" h="376" w="215">
                  <a:moveTo>
                    <a:pt x="0" y="1"/>
                  </a:moveTo>
                  <a:lnTo>
                    <a:pt x="0" y="375"/>
                  </a:lnTo>
                  <a:lnTo>
                    <a:pt x="214" y="375"/>
                  </a:lnTo>
                  <a:lnTo>
                    <a:pt x="21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174"/>
            <p:cNvSpPr/>
            <p:nvPr/>
          </p:nvSpPr>
          <p:spPr>
            <a:xfrm>
              <a:off x="3691454" y="2433214"/>
              <a:ext cx="7809" cy="13657"/>
            </a:xfrm>
            <a:custGeom>
              <a:rect b="b" l="l" r="r" t="t"/>
              <a:pathLst>
                <a:path extrusionOk="0" h="376" w="215">
                  <a:moveTo>
                    <a:pt x="1" y="1"/>
                  </a:moveTo>
                  <a:lnTo>
                    <a:pt x="1" y="375"/>
                  </a:lnTo>
                  <a:lnTo>
                    <a:pt x="215" y="375"/>
                  </a:lnTo>
                  <a:lnTo>
                    <a:pt x="21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174"/>
            <p:cNvSpPr/>
            <p:nvPr/>
          </p:nvSpPr>
          <p:spPr>
            <a:xfrm>
              <a:off x="3693415" y="2467574"/>
              <a:ext cx="15255" cy="29203"/>
            </a:xfrm>
            <a:custGeom>
              <a:rect b="b" l="l" r="r" t="t"/>
              <a:pathLst>
                <a:path extrusionOk="0" h="804" w="420">
                  <a:moveTo>
                    <a:pt x="0" y="0"/>
                  </a:moveTo>
                  <a:lnTo>
                    <a:pt x="0" y="803"/>
                  </a:lnTo>
                  <a:lnTo>
                    <a:pt x="420" y="803"/>
                  </a:lnTo>
                  <a:lnTo>
                    <a:pt x="42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174"/>
            <p:cNvSpPr/>
            <p:nvPr/>
          </p:nvSpPr>
          <p:spPr>
            <a:xfrm>
              <a:off x="3652263" y="2374555"/>
              <a:ext cx="75514" cy="14638"/>
            </a:xfrm>
            <a:custGeom>
              <a:rect b="b" l="l" r="r" t="t"/>
              <a:pathLst>
                <a:path extrusionOk="0" h="403" w="2079">
                  <a:moveTo>
                    <a:pt x="0" y="1"/>
                  </a:moveTo>
                  <a:lnTo>
                    <a:pt x="393" y="402"/>
                  </a:lnTo>
                  <a:lnTo>
                    <a:pt x="2079" y="402"/>
                  </a:lnTo>
                  <a:lnTo>
                    <a:pt x="16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174"/>
            <p:cNvSpPr/>
            <p:nvPr/>
          </p:nvSpPr>
          <p:spPr>
            <a:xfrm>
              <a:off x="3551471" y="2334056"/>
              <a:ext cx="101812" cy="162725"/>
            </a:xfrm>
            <a:custGeom>
              <a:rect b="b" l="l" r="r" t="t"/>
              <a:pathLst>
                <a:path extrusionOk="0" h="4480" w="2803">
                  <a:moveTo>
                    <a:pt x="1" y="1"/>
                  </a:moveTo>
                  <a:lnTo>
                    <a:pt x="1" y="4479"/>
                  </a:lnTo>
                  <a:lnTo>
                    <a:pt x="2802" y="4479"/>
                  </a:lnTo>
                  <a:lnTo>
                    <a:pt x="2802"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174"/>
            <p:cNvSpPr/>
            <p:nvPr/>
          </p:nvSpPr>
          <p:spPr>
            <a:xfrm>
              <a:off x="3567053" y="2350582"/>
              <a:ext cx="12677" cy="22411"/>
            </a:xfrm>
            <a:custGeom>
              <a:rect b="b" l="l" r="r" t="t"/>
              <a:pathLst>
                <a:path extrusionOk="0" h="617" w="349">
                  <a:moveTo>
                    <a:pt x="0" y="1"/>
                  </a:moveTo>
                  <a:lnTo>
                    <a:pt x="0" y="616"/>
                  </a:lnTo>
                  <a:lnTo>
                    <a:pt x="348" y="616"/>
                  </a:lnTo>
                  <a:lnTo>
                    <a:pt x="34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174"/>
            <p:cNvSpPr/>
            <p:nvPr/>
          </p:nvSpPr>
          <p:spPr>
            <a:xfrm>
              <a:off x="3581291" y="2372956"/>
              <a:ext cx="12677" cy="22702"/>
            </a:xfrm>
            <a:custGeom>
              <a:rect b="b" l="l" r="r" t="t"/>
              <a:pathLst>
                <a:path extrusionOk="0" h="625" w="349">
                  <a:moveTo>
                    <a:pt x="1" y="0"/>
                  </a:moveTo>
                  <a:lnTo>
                    <a:pt x="1" y="625"/>
                  </a:lnTo>
                  <a:lnTo>
                    <a:pt x="349" y="625"/>
                  </a:lnTo>
                  <a:lnTo>
                    <a:pt x="349"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174"/>
            <p:cNvSpPr/>
            <p:nvPr/>
          </p:nvSpPr>
          <p:spPr>
            <a:xfrm>
              <a:off x="3622770" y="2356430"/>
              <a:ext cx="12677" cy="22702"/>
            </a:xfrm>
            <a:custGeom>
              <a:rect b="b" l="l" r="r" t="t"/>
              <a:pathLst>
                <a:path extrusionOk="0" h="625" w="349">
                  <a:moveTo>
                    <a:pt x="1" y="0"/>
                  </a:moveTo>
                  <a:lnTo>
                    <a:pt x="1" y="625"/>
                  </a:lnTo>
                  <a:lnTo>
                    <a:pt x="348" y="625"/>
                  </a:lnTo>
                  <a:lnTo>
                    <a:pt x="34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174"/>
            <p:cNvSpPr/>
            <p:nvPr/>
          </p:nvSpPr>
          <p:spPr>
            <a:xfrm>
              <a:off x="3562186" y="2399180"/>
              <a:ext cx="12677" cy="22738"/>
            </a:xfrm>
            <a:custGeom>
              <a:rect b="b" l="l" r="r" t="t"/>
              <a:pathLst>
                <a:path extrusionOk="0" h="626" w="349">
                  <a:moveTo>
                    <a:pt x="0" y="1"/>
                  </a:moveTo>
                  <a:lnTo>
                    <a:pt x="0" y="625"/>
                  </a:lnTo>
                  <a:lnTo>
                    <a:pt x="348" y="625"/>
                  </a:lnTo>
                  <a:lnTo>
                    <a:pt x="34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174"/>
            <p:cNvSpPr/>
            <p:nvPr/>
          </p:nvSpPr>
          <p:spPr>
            <a:xfrm>
              <a:off x="3618884" y="2405682"/>
              <a:ext cx="12677" cy="22375"/>
            </a:xfrm>
            <a:custGeom>
              <a:rect b="b" l="l" r="r" t="t"/>
              <a:pathLst>
                <a:path extrusionOk="0" h="616" w="349">
                  <a:moveTo>
                    <a:pt x="0" y="0"/>
                  </a:moveTo>
                  <a:lnTo>
                    <a:pt x="0" y="616"/>
                  </a:lnTo>
                  <a:lnTo>
                    <a:pt x="348" y="616"/>
                  </a:lnTo>
                  <a:lnTo>
                    <a:pt x="34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174"/>
            <p:cNvSpPr/>
            <p:nvPr/>
          </p:nvSpPr>
          <p:spPr>
            <a:xfrm>
              <a:off x="3579693" y="2444219"/>
              <a:ext cx="25280" cy="52559"/>
            </a:xfrm>
            <a:custGeom>
              <a:rect b="b" l="l" r="r" t="t"/>
              <a:pathLst>
                <a:path extrusionOk="0" h="1447" w="696">
                  <a:moveTo>
                    <a:pt x="0" y="1"/>
                  </a:moveTo>
                  <a:lnTo>
                    <a:pt x="0" y="1446"/>
                  </a:lnTo>
                  <a:lnTo>
                    <a:pt x="696" y="1446"/>
                  </a:lnTo>
                  <a:lnTo>
                    <a:pt x="69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174"/>
            <p:cNvSpPr/>
            <p:nvPr/>
          </p:nvSpPr>
          <p:spPr>
            <a:xfrm>
              <a:off x="3551471" y="2309430"/>
              <a:ext cx="114743" cy="24663"/>
            </a:xfrm>
            <a:custGeom>
              <a:rect b="b" l="l" r="r" t="t"/>
              <a:pathLst>
                <a:path extrusionOk="0" h="679" w="3159">
                  <a:moveTo>
                    <a:pt x="1" y="1"/>
                  </a:moveTo>
                  <a:lnTo>
                    <a:pt x="1" y="679"/>
                  </a:lnTo>
                  <a:lnTo>
                    <a:pt x="3159" y="679"/>
                  </a:lnTo>
                  <a:lnTo>
                    <a:pt x="248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174"/>
            <p:cNvSpPr/>
            <p:nvPr/>
          </p:nvSpPr>
          <p:spPr>
            <a:xfrm>
              <a:off x="3460777" y="2278339"/>
              <a:ext cx="90734" cy="218444"/>
            </a:xfrm>
            <a:custGeom>
              <a:rect b="b" l="l" r="r" t="t"/>
              <a:pathLst>
                <a:path extrusionOk="0" h="6014" w="2498">
                  <a:moveTo>
                    <a:pt x="0" y="0"/>
                  </a:moveTo>
                  <a:lnTo>
                    <a:pt x="0" y="6013"/>
                  </a:lnTo>
                  <a:lnTo>
                    <a:pt x="2498" y="6013"/>
                  </a:lnTo>
                  <a:lnTo>
                    <a:pt x="2498"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174"/>
            <p:cNvSpPr/>
            <p:nvPr/>
          </p:nvSpPr>
          <p:spPr>
            <a:xfrm>
              <a:off x="3474688" y="2292904"/>
              <a:ext cx="11369" cy="20450"/>
            </a:xfrm>
            <a:custGeom>
              <a:rect b="b" l="l" r="r" t="t"/>
              <a:pathLst>
                <a:path extrusionOk="0" h="563" w="313">
                  <a:moveTo>
                    <a:pt x="1" y="1"/>
                  </a:moveTo>
                  <a:lnTo>
                    <a:pt x="1" y="563"/>
                  </a:lnTo>
                  <a:lnTo>
                    <a:pt x="313" y="563"/>
                  </a:lnTo>
                  <a:lnTo>
                    <a:pt x="31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174"/>
            <p:cNvSpPr/>
            <p:nvPr/>
          </p:nvSpPr>
          <p:spPr>
            <a:xfrm>
              <a:off x="3499641" y="2313317"/>
              <a:ext cx="11369" cy="20123"/>
            </a:xfrm>
            <a:custGeom>
              <a:rect b="b" l="l" r="r" t="t"/>
              <a:pathLst>
                <a:path extrusionOk="0" h="554" w="313">
                  <a:moveTo>
                    <a:pt x="1" y="1"/>
                  </a:moveTo>
                  <a:lnTo>
                    <a:pt x="1" y="554"/>
                  </a:lnTo>
                  <a:lnTo>
                    <a:pt x="313" y="554"/>
                  </a:lnTo>
                  <a:lnTo>
                    <a:pt x="31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174"/>
            <p:cNvSpPr/>
            <p:nvPr/>
          </p:nvSpPr>
          <p:spPr>
            <a:xfrm>
              <a:off x="3524267" y="2298425"/>
              <a:ext cx="11369" cy="20123"/>
            </a:xfrm>
            <a:custGeom>
              <a:rect b="b" l="l" r="r" t="t"/>
              <a:pathLst>
                <a:path extrusionOk="0" h="554" w="313">
                  <a:moveTo>
                    <a:pt x="1" y="0"/>
                  </a:moveTo>
                  <a:lnTo>
                    <a:pt x="1" y="554"/>
                  </a:lnTo>
                  <a:lnTo>
                    <a:pt x="313" y="554"/>
                  </a:lnTo>
                  <a:lnTo>
                    <a:pt x="31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174"/>
            <p:cNvSpPr/>
            <p:nvPr/>
          </p:nvSpPr>
          <p:spPr>
            <a:xfrm>
              <a:off x="3470148" y="2336671"/>
              <a:ext cx="11369" cy="20123"/>
            </a:xfrm>
            <a:custGeom>
              <a:rect b="b" l="l" r="r" t="t"/>
              <a:pathLst>
                <a:path extrusionOk="0" h="554" w="313">
                  <a:moveTo>
                    <a:pt x="1" y="0"/>
                  </a:moveTo>
                  <a:lnTo>
                    <a:pt x="1" y="553"/>
                  </a:lnTo>
                  <a:lnTo>
                    <a:pt x="313" y="553"/>
                  </a:lnTo>
                  <a:lnTo>
                    <a:pt x="31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174"/>
            <p:cNvSpPr/>
            <p:nvPr/>
          </p:nvSpPr>
          <p:spPr>
            <a:xfrm>
              <a:off x="3486020" y="2385596"/>
              <a:ext cx="11405" cy="20123"/>
            </a:xfrm>
            <a:custGeom>
              <a:rect b="b" l="l" r="r" t="t"/>
              <a:pathLst>
                <a:path extrusionOk="0" h="554" w="314">
                  <a:moveTo>
                    <a:pt x="1" y="0"/>
                  </a:moveTo>
                  <a:lnTo>
                    <a:pt x="1" y="553"/>
                  </a:lnTo>
                  <a:lnTo>
                    <a:pt x="313" y="553"/>
                  </a:lnTo>
                  <a:lnTo>
                    <a:pt x="31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174"/>
            <p:cNvSpPr/>
            <p:nvPr/>
          </p:nvSpPr>
          <p:spPr>
            <a:xfrm>
              <a:off x="3469167" y="2415707"/>
              <a:ext cx="11078" cy="20123"/>
            </a:xfrm>
            <a:custGeom>
              <a:rect b="b" l="l" r="r" t="t"/>
              <a:pathLst>
                <a:path extrusionOk="0" h="554" w="305">
                  <a:moveTo>
                    <a:pt x="1" y="1"/>
                  </a:moveTo>
                  <a:lnTo>
                    <a:pt x="1" y="554"/>
                  </a:lnTo>
                  <a:lnTo>
                    <a:pt x="304" y="554"/>
                  </a:lnTo>
                  <a:lnTo>
                    <a:pt x="30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174"/>
            <p:cNvSpPr/>
            <p:nvPr/>
          </p:nvSpPr>
          <p:spPr>
            <a:xfrm>
              <a:off x="3521034" y="2342156"/>
              <a:ext cx="11369" cy="20123"/>
            </a:xfrm>
            <a:custGeom>
              <a:rect b="b" l="l" r="r" t="t"/>
              <a:pathLst>
                <a:path extrusionOk="0" h="554" w="313">
                  <a:moveTo>
                    <a:pt x="0" y="1"/>
                  </a:moveTo>
                  <a:lnTo>
                    <a:pt x="0" y="554"/>
                  </a:lnTo>
                  <a:lnTo>
                    <a:pt x="313" y="554"/>
                  </a:lnTo>
                  <a:lnTo>
                    <a:pt x="31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174"/>
            <p:cNvSpPr/>
            <p:nvPr/>
          </p:nvSpPr>
          <p:spPr>
            <a:xfrm>
              <a:off x="3489289" y="2449740"/>
              <a:ext cx="22702" cy="47038"/>
            </a:xfrm>
            <a:custGeom>
              <a:rect b="b" l="l" r="r" t="t"/>
              <a:pathLst>
                <a:path extrusionOk="0" h="1295" w="625">
                  <a:moveTo>
                    <a:pt x="0" y="1"/>
                  </a:moveTo>
                  <a:lnTo>
                    <a:pt x="0" y="1294"/>
                  </a:lnTo>
                  <a:lnTo>
                    <a:pt x="625" y="1294"/>
                  </a:lnTo>
                  <a:lnTo>
                    <a:pt x="62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174"/>
            <p:cNvSpPr/>
            <p:nvPr/>
          </p:nvSpPr>
          <p:spPr>
            <a:xfrm>
              <a:off x="3460777" y="2469135"/>
              <a:ext cx="39882" cy="27641"/>
            </a:xfrm>
            <a:custGeom>
              <a:rect b="b" l="l" r="r" t="t"/>
              <a:pathLst>
                <a:path extrusionOk="0" h="761" w="1098">
                  <a:moveTo>
                    <a:pt x="32" y="0"/>
                  </a:moveTo>
                  <a:cubicBezTo>
                    <a:pt x="12" y="0"/>
                    <a:pt x="0" y="2"/>
                    <a:pt x="0" y="2"/>
                  </a:cubicBezTo>
                  <a:lnTo>
                    <a:pt x="0" y="760"/>
                  </a:lnTo>
                  <a:lnTo>
                    <a:pt x="1097" y="760"/>
                  </a:lnTo>
                  <a:cubicBezTo>
                    <a:pt x="1061" y="508"/>
                    <a:pt x="901" y="455"/>
                    <a:pt x="771" y="455"/>
                  </a:cubicBezTo>
                  <a:cubicBezTo>
                    <a:pt x="676" y="455"/>
                    <a:pt x="598" y="484"/>
                    <a:pt x="598" y="484"/>
                  </a:cubicBezTo>
                  <a:cubicBezTo>
                    <a:pt x="582" y="355"/>
                    <a:pt x="505" y="329"/>
                    <a:pt x="445" y="329"/>
                  </a:cubicBezTo>
                  <a:cubicBezTo>
                    <a:pt x="406" y="329"/>
                    <a:pt x="375" y="341"/>
                    <a:pt x="375" y="341"/>
                  </a:cubicBezTo>
                  <a:cubicBezTo>
                    <a:pt x="346" y="30"/>
                    <a:pt x="117" y="0"/>
                    <a:pt x="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174"/>
            <p:cNvSpPr/>
            <p:nvPr/>
          </p:nvSpPr>
          <p:spPr>
            <a:xfrm>
              <a:off x="3653244" y="2473966"/>
              <a:ext cx="33090" cy="22811"/>
            </a:xfrm>
            <a:custGeom>
              <a:rect b="b" l="l" r="r" t="t"/>
              <a:pathLst>
                <a:path extrusionOk="0" h="628" w="911">
                  <a:moveTo>
                    <a:pt x="34" y="0"/>
                  </a:moveTo>
                  <a:cubicBezTo>
                    <a:pt x="13" y="0"/>
                    <a:pt x="0" y="3"/>
                    <a:pt x="0" y="3"/>
                  </a:cubicBezTo>
                  <a:lnTo>
                    <a:pt x="0" y="627"/>
                  </a:lnTo>
                  <a:lnTo>
                    <a:pt x="910" y="627"/>
                  </a:lnTo>
                  <a:cubicBezTo>
                    <a:pt x="879" y="417"/>
                    <a:pt x="739" y="374"/>
                    <a:pt x="629" y="374"/>
                  </a:cubicBezTo>
                  <a:cubicBezTo>
                    <a:pt x="553" y="374"/>
                    <a:pt x="491" y="395"/>
                    <a:pt x="491" y="395"/>
                  </a:cubicBezTo>
                  <a:cubicBezTo>
                    <a:pt x="474" y="291"/>
                    <a:pt x="411" y="271"/>
                    <a:pt x="364" y="271"/>
                  </a:cubicBezTo>
                  <a:cubicBezTo>
                    <a:pt x="335" y="271"/>
                    <a:pt x="312" y="279"/>
                    <a:pt x="312" y="279"/>
                  </a:cubicBezTo>
                  <a:cubicBezTo>
                    <a:pt x="284" y="28"/>
                    <a:pt x="109" y="0"/>
                    <a:pt x="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174"/>
            <p:cNvSpPr/>
            <p:nvPr/>
          </p:nvSpPr>
          <p:spPr>
            <a:xfrm>
              <a:off x="3460777" y="2256292"/>
              <a:ext cx="102429" cy="22084"/>
            </a:xfrm>
            <a:custGeom>
              <a:rect b="b" l="l" r="r" t="t"/>
              <a:pathLst>
                <a:path extrusionOk="0" h="608" w="2820">
                  <a:moveTo>
                    <a:pt x="0" y="1"/>
                  </a:moveTo>
                  <a:lnTo>
                    <a:pt x="0" y="607"/>
                  </a:lnTo>
                  <a:lnTo>
                    <a:pt x="2819" y="607"/>
                  </a:lnTo>
                  <a:lnTo>
                    <a:pt x="221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174"/>
            <p:cNvSpPr/>
            <p:nvPr/>
          </p:nvSpPr>
          <p:spPr>
            <a:xfrm>
              <a:off x="3505815" y="2354796"/>
              <a:ext cx="61276" cy="141985"/>
            </a:xfrm>
            <a:custGeom>
              <a:rect b="b" l="l" r="r" t="t"/>
              <a:pathLst>
                <a:path extrusionOk="0" h="3909" w="1687">
                  <a:moveTo>
                    <a:pt x="0" y="1"/>
                  </a:moveTo>
                  <a:lnTo>
                    <a:pt x="0" y="3908"/>
                  </a:lnTo>
                  <a:lnTo>
                    <a:pt x="1686" y="3908"/>
                  </a:lnTo>
                  <a:lnTo>
                    <a:pt x="1686"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174"/>
            <p:cNvSpPr/>
            <p:nvPr/>
          </p:nvSpPr>
          <p:spPr>
            <a:xfrm>
              <a:off x="3567053" y="2340231"/>
              <a:ext cx="14275" cy="156550"/>
            </a:xfrm>
            <a:custGeom>
              <a:rect b="b" l="l" r="r" t="t"/>
              <a:pathLst>
                <a:path extrusionOk="0" h="4310" w="393">
                  <a:moveTo>
                    <a:pt x="393" y="0"/>
                  </a:moveTo>
                  <a:lnTo>
                    <a:pt x="0" y="402"/>
                  </a:lnTo>
                  <a:lnTo>
                    <a:pt x="0" y="4309"/>
                  </a:lnTo>
                  <a:lnTo>
                    <a:pt x="393" y="4309"/>
                  </a:lnTo>
                  <a:lnTo>
                    <a:pt x="393"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174"/>
            <p:cNvSpPr/>
            <p:nvPr/>
          </p:nvSpPr>
          <p:spPr>
            <a:xfrm>
              <a:off x="3515186" y="2364857"/>
              <a:ext cx="7482" cy="13621"/>
            </a:xfrm>
            <a:custGeom>
              <a:rect b="b" l="l" r="r" t="t"/>
              <a:pathLst>
                <a:path extrusionOk="0" h="375" w="206">
                  <a:moveTo>
                    <a:pt x="1" y="0"/>
                  </a:moveTo>
                  <a:lnTo>
                    <a:pt x="1" y="375"/>
                  </a:lnTo>
                  <a:lnTo>
                    <a:pt x="206" y="375"/>
                  </a:lnTo>
                  <a:lnTo>
                    <a:pt x="20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174"/>
            <p:cNvSpPr/>
            <p:nvPr/>
          </p:nvSpPr>
          <p:spPr>
            <a:xfrm>
              <a:off x="3532039" y="2378441"/>
              <a:ext cx="7482" cy="13657"/>
            </a:xfrm>
            <a:custGeom>
              <a:rect b="b" l="l" r="r" t="t"/>
              <a:pathLst>
                <a:path extrusionOk="0" h="376" w="206">
                  <a:moveTo>
                    <a:pt x="1" y="1"/>
                  </a:moveTo>
                  <a:lnTo>
                    <a:pt x="1" y="376"/>
                  </a:lnTo>
                  <a:lnTo>
                    <a:pt x="206" y="376"/>
                  </a:lnTo>
                  <a:lnTo>
                    <a:pt x="20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174"/>
            <p:cNvSpPr/>
            <p:nvPr/>
          </p:nvSpPr>
          <p:spPr>
            <a:xfrm>
              <a:off x="3545006" y="2438734"/>
              <a:ext cx="7482" cy="13621"/>
            </a:xfrm>
            <a:custGeom>
              <a:rect b="b" l="l" r="r" t="t"/>
              <a:pathLst>
                <a:path extrusionOk="0" h="375" w="206">
                  <a:moveTo>
                    <a:pt x="0" y="0"/>
                  </a:moveTo>
                  <a:lnTo>
                    <a:pt x="0" y="375"/>
                  </a:lnTo>
                  <a:lnTo>
                    <a:pt x="206" y="375"/>
                  </a:lnTo>
                  <a:lnTo>
                    <a:pt x="20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174"/>
            <p:cNvSpPr/>
            <p:nvPr/>
          </p:nvSpPr>
          <p:spPr>
            <a:xfrm>
              <a:off x="3548566" y="2368416"/>
              <a:ext cx="7809" cy="13657"/>
            </a:xfrm>
            <a:custGeom>
              <a:rect b="b" l="l" r="r" t="t"/>
              <a:pathLst>
                <a:path extrusionOk="0" h="376" w="215">
                  <a:moveTo>
                    <a:pt x="1" y="0"/>
                  </a:moveTo>
                  <a:lnTo>
                    <a:pt x="1" y="375"/>
                  </a:lnTo>
                  <a:lnTo>
                    <a:pt x="215" y="375"/>
                  </a:lnTo>
                  <a:lnTo>
                    <a:pt x="21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174"/>
            <p:cNvSpPr/>
            <p:nvPr/>
          </p:nvSpPr>
          <p:spPr>
            <a:xfrm>
              <a:off x="3511954" y="2394350"/>
              <a:ext cx="7809" cy="13621"/>
            </a:xfrm>
            <a:custGeom>
              <a:rect b="b" l="l" r="r" t="t"/>
              <a:pathLst>
                <a:path extrusionOk="0" h="375" w="215">
                  <a:moveTo>
                    <a:pt x="1" y="0"/>
                  </a:moveTo>
                  <a:lnTo>
                    <a:pt x="1" y="375"/>
                  </a:lnTo>
                  <a:lnTo>
                    <a:pt x="215" y="375"/>
                  </a:lnTo>
                  <a:lnTo>
                    <a:pt x="21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174"/>
            <p:cNvSpPr/>
            <p:nvPr/>
          </p:nvSpPr>
          <p:spPr>
            <a:xfrm>
              <a:off x="3552452" y="2404701"/>
              <a:ext cx="7809" cy="13984"/>
            </a:xfrm>
            <a:custGeom>
              <a:rect b="b" l="l" r="r" t="t"/>
              <a:pathLst>
                <a:path extrusionOk="0" h="385" w="215">
                  <a:moveTo>
                    <a:pt x="1" y="1"/>
                  </a:moveTo>
                  <a:lnTo>
                    <a:pt x="1" y="384"/>
                  </a:lnTo>
                  <a:lnTo>
                    <a:pt x="215" y="384"/>
                  </a:lnTo>
                  <a:lnTo>
                    <a:pt x="21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174"/>
            <p:cNvSpPr/>
            <p:nvPr/>
          </p:nvSpPr>
          <p:spPr>
            <a:xfrm>
              <a:off x="3521361" y="2421228"/>
              <a:ext cx="7482" cy="13984"/>
            </a:xfrm>
            <a:custGeom>
              <a:rect b="b" l="l" r="r" t="t"/>
              <a:pathLst>
                <a:path extrusionOk="0" h="385" w="206">
                  <a:moveTo>
                    <a:pt x="0" y="0"/>
                  </a:moveTo>
                  <a:lnTo>
                    <a:pt x="0" y="384"/>
                  </a:lnTo>
                  <a:lnTo>
                    <a:pt x="205" y="384"/>
                  </a:lnTo>
                  <a:lnTo>
                    <a:pt x="20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174"/>
            <p:cNvSpPr/>
            <p:nvPr/>
          </p:nvSpPr>
          <p:spPr>
            <a:xfrm>
              <a:off x="3524920" y="2467574"/>
              <a:ext cx="15255" cy="29203"/>
            </a:xfrm>
            <a:custGeom>
              <a:rect b="b" l="l" r="r" t="t"/>
              <a:pathLst>
                <a:path extrusionOk="0" h="804" w="420">
                  <a:moveTo>
                    <a:pt x="0" y="0"/>
                  </a:moveTo>
                  <a:lnTo>
                    <a:pt x="0" y="803"/>
                  </a:lnTo>
                  <a:lnTo>
                    <a:pt x="420" y="803"/>
                  </a:lnTo>
                  <a:lnTo>
                    <a:pt x="42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174"/>
            <p:cNvSpPr/>
            <p:nvPr/>
          </p:nvSpPr>
          <p:spPr>
            <a:xfrm>
              <a:off x="3505815" y="2340231"/>
              <a:ext cx="75514" cy="14602"/>
            </a:xfrm>
            <a:custGeom>
              <a:rect b="b" l="l" r="r" t="t"/>
              <a:pathLst>
                <a:path extrusionOk="0" h="402" w="2079">
                  <a:moveTo>
                    <a:pt x="401" y="0"/>
                  </a:moveTo>
                  <a:lnTo>
                    <a:pt x="0" y="402"/>
                  </a:lnTo>
                  <a:lnTo>
                    <a:pt x="1686" y="402"/>
                  </a:lnTo>
                  <a:lnTo>
                    <a:pt x="207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174"/>
            <p:cNvSpPr/>
            <p:nvPr/>
          </p:nvSpPr>
          <p:spPr>
            <a:xfrm>
              <a:off x="3727739" y="2385596"/>
              <a:ext cx="12677" cy="111183"/>
            </a:xfrm>
            <a:custGeom>
              <a:rect b="b" l="l" r="r" t="t"/>
              <a:pathLst>
                <a:path extrusionOk="0" h="3061" w="349">
                  <a:moveTo>
                    <a:pt x="349" y="0"/>
                  </a:moveTo>
                  <a:cubicBezTo>
                    <a:pt x="349" y="0"/>
                    <a:pt x="304" y="45"/>
                    <a:pt x="313" y="107"/>
                  </a:cubicBezTo>
                  <a:cubicBezTo>
                    <a:pt x="322" y="179"/>
                    <a:pt x="260" y="196"/>
                    <a:pt x="286" y="250"/>
                  </a:cubicBezTo>
                  <a:cubicBezTo>
                    <a:pt x="304" y="303"/>
                    <a:pt x="224" y="321"/>
                    <a:pt x="269" y="393"/>
                  </a:cubicBezTo>
                  <a:cubicBezTo>
                    <a:pt x="304" y="455"/>
                    <a:pt x="215" y="535"/>
                    <a:pt x="251" y="607"/>
                  </a:cubicBezTo>
                  <a:cubicBezTo>
                    <a:pt x="278" y="678"/>
                    <a:pt x="206" y="714"/>
                    <a:pt x="242" y="776"/>
                  </a:cubicBezTo>
                  <a:cubicBezTo>
                    <a:pt x="269" y="839"/>
                    <a:pt x="162" y="910"/>
                    <a:pt x="215" y="1017"/>
                  </a:cubicBezTo>
                  <a:cubicBezTo>
                    <a:pt x="269" y="1115"/>
                    <a:pt x="170" y="1169"/>
                    <a:pt x="197" y="1249"/>
                  </a:cubicBezTo>
                  <a:cubicBezTo>
                    <a:pt x="233" y="1320"/>
                    <a:pt x="108" y="1410"/>
                    <a:pt x="162" y="1490"/>
                  </a:cubicBezTo>
                  <a:cubicBezTo>
                    <a:pt x="224" y="1579"/>
                    <a:pt x="117" y="1651"/>
                    <a:pt x="153" y="1713"/>
                  </a:cubicBezTo>
                  <a:cubicBezTo>
                    <a:pt x="188" y="1775"/>
                    <a:pt x="90" y="1865"/>
                    <a:pt x="144" y="1936"/>
                  </a:cubicBezTo>
                  <a:cubicBezTo>
                    <a:pt x="197" y="2007"/>
                    <a:pt x="72" y="2088"/>
                    <a:pt x="108" y="2186"/>
                  </a:cubicBezTo>
                  <a:cubicBezTo>
                    <a:pt x="153" y="2284"/>
                    <a:pt x="54" y="2391"/>
                    <a:pt x="99" y="2480"/>
                  </a:cubicBezTo>
                  <a:cubicBezTo>
                    <a:pt x="153" y="2561"/>
                    <a:pt x="37" y="2587"/>
                    <a:pt x="90" y="2676"/>
                  </a:cubicBezTo>
                  <a:cubicBezTo>
                    <a:pt x="144" y="2775"/>
                    <a:pt x="1" y="2891"/>
                    <a:pt x="1" y="3060"/>
                  </a:cubicBezTo>
                  <a:lnTo>
                    <a:pt x="349" y="3060"/>
                  </a:lnTo>
                  <a:lnTo>
                    <a:pt x="349" y="0"/>
                  </a:ln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174"/>
            <p:cNvSpPr/>
            <p:nvPr/>
          </p:nvSpPr>
          <p:spPr>
            <a:xfrm>
              <a:off x="3740379" y="2385596"/>
              <a:ext cx="12677" cy="111183"/>
            </a:xfrm>
            <a:custGeom>
              <a:rect b="b" l="l" r="r" t="t"/>
              <a:pathLst>
                <a:path extrusionOk="0" h="3061" w="349">
                  <a:moveTo>
                    <a:pt x="1" y="0"/>
                  </a:moveTo>
                  <a:lnTo>
                    <a:pt x="1" y="3060"/>
                  </a:lnTo>
                  <a:lnTo>
                    <a:pt x="349" y="3060"/>
                  </a:lnTo>
                  <a:cubicBezTo>
                    <a:pt x="349" y="2891"/>
                    <a:pt x="215" y="2775"/>
                    <a:pt x="269" y="2676"/>
                  </a:cubicBezTo>
                  <a:cubicBezTo>
                    <a:pt x="322" y="2587"/>
                    <a:pt x="206" y="2561"/>
                    <a:pt x="251" y="2480"/>
                  </a:cubicBezTo>
                  <a:cubicBezTo>
                    <a:pt x="304" y="2391"/>
                    <a:pt x="206" y="2284"/>
                    <a:pt x="242" y="2186"/>
                  </a:cubicBezTo>
                  <a:cubicBezTo>
                    <a:pt x="286" y="2088"/>
                    <a:pt x="161" y="2007"/>
                    <a:pt x="215" y="1936"/>
                  </a:cubicBezTo>
                  <a:cubicBezTo>
                    <a:pt x="269" y="1865"/>
                    <a:pt x="170" y="1775"/>
                    <a:pt x="206" y="1713"/>
                  </a:cubicBezTo>
                  <a:cubicBezTo>
                    <a:pt x="242" y="1651"/>
                    <a:pt x="135" y="1579"/>
                    <a:pt x="188" y="1490"/>
                  </a:cubicBezTo>
                  <a:cubicBezTo>
                    <a:pt x="251" y="1410"/>
                    <a:pt x="117" y="1320"/>
                    <a:pt x="153" y="1249"/>
                  </a:cubicBezTo>
                  <a:cubicBezTo>
                    <a:pt x="188" y="1169"/>
                    <a:pt x="81" y="1115"/>
                    <a:pt x="144" y="1017"/>
                  </a:cubicBezTo>
                  <a:cubicBezTo>
                    <a:pt x="197" y="910"/>
                    <a:pt x="81" y="839"/>
                    <a:pt x="117" y="776"/>
                  </a:cubicBezTo>
                  <a:cubicBezTo>
                    <a:pt x="153" y="714"/>
                    <a:pt x="72" y="678"/>
                    <a:pt x="108" y="607"/>
                  </a:cubicBezTo>
                  <a:cubicBezTo>
                    <a:pt x="144" y="535"/>
                    <a:pt x="54" y="455"/>
                    <a:pt x="90" y="393"/>
                  </a:cubicBezTo>
                  <a:cubicBezTo>
                    <a:pt x="126" y="321"/>
                    <a:pt x="45" y="303"/>
                    <a:pt x="72" y="250"/>
                  </a:cubicBezTo>
                  <a:cubicBezTo>
                    <a:pt x="99" y="196"/>
                    <a:pt x="37" y="179"/>
                    <a:pt x="45" y="107"/>
                  </a:cubicBezTo>
                  <a:cubicBezTo>
                    <a:pt x="54" y="45"/>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174"/>
            <p:cNvSpPr/>
            <p:nvPr/>
          </p:nvSpPr>
          <p:spPr>
            <a:xfrm>
              <a:off x="3811678" y="2385596"/>
              <a:ext cx="12677" cy="111183"/>
            </a:xfrm>
            <a:custGeom>
              <a:rect b="b" l="l" r="r" t="t"/>
              <a:pathLst>
                <a:path extrusionOk="0" h="3061" w="349">
                  <a:moveTo>
                    <a:pt x="348" y="0"/>
                  </a:moveTo>
                  <a:cubicBezTo>
                    <a:pt x="348" y="0"/>
                    <a:pt x="304" y="45"/>
                    <a:pt x="313" y="107"/>
                  </a:cubicBezTo>
                  <a:cubicBezTo>
                    <a:pt x="322" y="179"/>
                    <a:pt x="259" y="196"/>
                    <a:pt x="286" y="250"/>
                  </a:cubicBezTo>
                  <a:cubicBezTo>
                    <a:pt x="304" y="303"/>
                    <a:pt x="232" y="321"/>
                    <a:pt x="268" y="393"/>
                  </a:cubicBezTo>
                  <a:cubicBezTo>
                    <a:pt x="304" y="455"/>
                    <a:pt x="215" y="535"/>
                    <a:pt x="250" y="607"/>
                  </a:cubicBezTo>
                  <a:cubicBezTo>
                    <a:pt x="277" y="678"/>
                    <a:pt x="206" y="714"/>
                    <a:pt x="241" y="776"/>
                  </a:cubicBezTo>
                  <a:cubicBezTo>
                    <a:pt x="277" y="839"/>
                    <a:pt x="161" y="910"/>
                    <a:pt x="215" y="1017"/>
                  </a:cubicBezTo>
                  <a:cubicBezTo>
                    <a:pt x="268" y="1115"/>
                    <a:pt x="170" y="1169"/>
                    <a:pt x="206" y="1249"/>
                  </a:cubicBezTo>
                  <a:cubicBezTo>
                    <a:pt x="232" y="1320"/>
                    <a:pt x="108" y="1410"/>
                    <a:pt x="161" y="1490"/>
                  </a:cubicBezTo>
                  <a:cubicBezTo>
                    <a:pt x="224" y="1579"/>
                    <a:pt x="116" y="1651"/>
                    <a:pt x="152" y="1713"/>
                  </a:cubicBezTo>
                  <a:cubicBezTo>
                    <a:pt x="188" y="1775"/>
                    <a:pt x="90" y="1865"/>
                    <a:pt x="143" y="1936"/>
                  </a:cubicBezTo>
                  <a:cubicBezTo>
                    <a:pt x="197" y="2007"/>
                    <a:pt x="72" y="2088"/>
                    <a:pt x="116" y="2186"/>
                  </a:cubicBezTo>
                  <a:cubicBezTo>
                    <a:pt x="152" y="2284"/>
                    <a:pt x="54" y="2391"/>
                    <a:pt x="108" y="2480"/>
                  </a:cubicBezTo>
                  <a:cubicBezTo>
                    <a:pt x="152" y="2561"/>
                    <a:pt x="36" y="2587"/>
                    <a:pt x="90" y="2676"/>
                  </a:cubicBezTo>
                  <a:cubicBezTo>
                    <a:pt x="143" y="2775"/>
                    <a:pt x="1" y="2891"/>
                    <a:pt x="1" y="3060"/>
                  </a:cubicBezTo>
                  <a:lnTo>
                    <a:pt x="348" y="3060"/>
                  </a:lnTo>
                  <a:lnTo>
                    <a:pt x="3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174"/>
            <p:cNvSpPr/>
            <p:nvPr/>
          </p:nvSpPr>
          <p:spPr>
            <a:xfrm>
              <a:off x="3824317" y="2385596"/>
              <a:ext cx="13003" cy="111183"/>
            </a:xfrm>
            <a:custGeom>
              <a:rect b="b" l="l" r="r" t="t"/>
              <a:pathLst>
                <a:path extrusionOk="0" h="3061" w="358">
                  <a:moveTo>
                    <a:pt x="0" y="0"/>
                  </a:moveTo>
                  <a:lnTo>
                    <a:pt x="0" y="3060"/>
                  </a:lnTo>
                  <a:lnTo>
                    <a:pt x="357" y="3060"/>
                  </a:lnTo>
                  <a:cubicBezTo>
                    <a:pt x="357" y="2891"/>
                    <a:pt x="215" y="2775"/>
                    <a:pt x="268" y="2676"/>
                  </a:cubicBezTo>
                  <a:cubicBezTo>
                    <a:pt x="322" y="2587"/>
                    <a:pt x="206" y="2561"/>
                    <a:pt x="250" y="2480"/>
                  </a:cubicBezTo>
                  <a:cubicBezTo>
                    <a:pt x="304" y="2391"/>
                    <a:pt x="206" y="2284"/>
                    <a:pt x="241" y="2186"/>
                  </a:cubicBezTo>
                  <a:cubicBezTo>
                    <a:pt x="286" y="2088"/>
                    <a:pt x="161" y="2007"/>
                    <a:pt x="215" y="1936"/>
                  </a:cubicBezTo>
                  <a:cubicBezTo>
                    <a:pt x="268" y="1865"/>
                    <a:pt x="170" y="1775"/>
                    <a:pt x="206" y="1713"/>
                  </a:cubicBezTo>
                  <a:cubicBezTo>
                    <a:pt x="241" y="1651"/>
                    <a:pt x="134" y="1579"/>
                    <a:pt x="188" y="1490"/>
                  </a:cubicBezTo>
                  <a:cubicBezTo>
                    <a:pt x="250" y="1410"/>
                    <a:pt x="125" y="1320"/>
                    <a:pt x="152" y="1249"/>
                  </a:cubicBezTo>
                  <a:cubicBezTo>
                    <a:pt x="188" y="1169"/>
                    <a:pt x="90" y="1115"/>
                    <a:pt x="143" y="1017"/>
                  </a:cubicBezTo>
                  <a:cubicBezTo>
                    <a:pt x="197" y="910"/>
                    <a:pt x="81" y="839"/>
                    <a:pt x="116" y="776"/>
                  </a:cubicBezTo>
                  <a:cubicBezTo>
                    <a:pt x="152" y="714"/>
                    <a:pt x="81" y="678"/>
                    <a:pt x="107" y="607"/>
                  </a:cubicBezTo>
                  <a:cubicBezTo>
                    <a:pt x="143" y="535"/>
                    <a:pt x="54" y="455"/>
                    <a:pt x="90" y="393"/>
                  </a:cubicBezTo>
                  <a:cubicBezTo>
                    <a:pt x="125" y="321"/>
                    <a:pt x="45" y="303"/>
                    <a:pt x="72" y="250"/>
                  </a:cubicBezTo>
                  <a:cubicBezTo>
                    <a:pt x="99" y="196"/>
                    <a:pt x="36" y="179"/>
                    <a:pt x="45" y="107"/>
                  </a:cubicBezTo>
                  <a:cubicBezTo>
                    <a:pt x="54" y="45"/>
                    <a:pt x="0" y="0"/>
                    <a:pt x="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174"/>
            <p:cNvSpPr/>
            <p:nvPr/>
          </p:nvSpPr>
          <p:spPr>
            <a:xfrm>
              <a:off x="3783492" y="2418649"/>
              <a:ext cx="8790" cy="78130"/>
            </a:xfrm>
            <a:custGeom>
              <a:rect b="b" l="l" r="r" t="t"/>
              <a:pathLst>
                <a:path extrusionOk="0" h="2151" w="242">
                  <a:moveTo>
                    <a:pt x="241" y="0"/>
                  </a:moveTo>
                  <a:cubicBezTo>
                    <a:pt x="241" y="0"/>
                    <a:pt x="214" y="27"/>
                    <a:pt x="214" y="71"/>
                  </a:cubicBezTo>
                  <a:cubicBezTo>
                    <a:pt x="223" y="116"/>
                    <a:pt x="179" y="134"/>
                    <a:pt x="197" y="170"/>
                  </a:cubicBezTo>
                  <a:cubicBezTo>
                    <a:pt x="214" y="205"/>
                    <a:pt x="161" y="223"/>
                    <a:pt x="188" y="268"/>
                  </a:cubicBezTo>
                  <a:cubicBezTo>
                    <a:pt x="206" y="312"/>
                    <a:pt x="143" y="375"/>
                    <a:pt x="170" y="419"/>
                  </a:cubicBezTo>
                  <a:cubicBezTo>
                    <a:pt x="197" y="473"/>
                    <a:pt x="143" y="500"/>
                    <a:pt x="161" y="544"/>
                  </a:cubicBezTo>
                  <a:cubicBezTo>
                    <a:pt x="188" y="589"/>
                    <a:pt x="107" y="634"/>
                    <a:pt x="152" y="714"/>
                  </a:cubicBezTo>
                  <a:cubicBezTo>
                    <a:pt x="188" y="785"/>
                    <a:pt x="116" y="821"/>
                    <a:pt x="143" y="874"/>
                  </a:cubicBezTo>
                  <a:cubicBezTo>
                    <a:pt x="161" y="928"/>
                    <a:pt x="72" y="990"/>
                    <a:pt x="116" y="1044"/>
                  </a:cubicBezTo>
                  <a:cubicBezTo>
                    <a:pt x="152" y="1106"/>
                    <a:pt x="81" y="1160"/>
                    <a:pt x="99" y="1204"/>
                  </a:cubicBezTo>
                  <a:cubicBezTo>
                    <a:pt x="125" y="1249"/>
                    <a:pt x="63" y="1312"/>
                    <a:pt x="99" y="1356"/>
                  </a:cubicBezTo>
                  <a:cubicBezTo>
                    <a:pt x="134" y="1410"/>
                    <a:pt x="45" y="1472"/>
                    <a:pt x="72" y="1535"/>
                  </a:cubicBezTo>
                  <a:cubicBezTo>
                    <a:pt x="107" y="1606"/>
                    <a:pt x="36" y="1677"/>
                    <a:pt x="72" y="1740"/>
                  </a:cubicBezTo>
                  <a:cubicBezTo>
                    <a:pt x="107" y="1802"/>
                    <a:pt x="18" y="1820"/>
                    <a:pt x="63" y="1882"/>
                  </a:cubicBezTo>
                  <a:cubicBezTo>
                    <a:pt x="99" y="1945"/>
                    <a:pt x="0" y="2034"/>
                    <a:pt x="0" y="2150"/>
                  </a:cubicBezTo>
                  <a:lnTo>
                    <a:pt x="241" y="2150"/>
                  </a:lnTo>
                  <a:lnTo>
                    <a:pt x="2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174"/>
            <p:cNvSpPr/>
            <p:nvPr/>
          </p:nvSpPr>
          <p:spPr>
            <a:xfrm>
              <a:off x="3792246" y="2418649"/>
              <a:ext cx="9117" cy="78130"/>
            </a:xfrm>
            <a:custGeom>
              <a:rect b="b" l="l" r="r" t="t"/>
              <a:pathLst>
                <a:path extrusionOk="0" h="2151" w="251">
                  <a:moveTo>
                    <a:pt x="0" y="0"/>
                  </a:moveTo>
                  <a:lnTo>
                    <a:pt x="0" y="2150"/>
                  </a:lnTo>
                  <a:lnTo>
                    <a:pt x="250" y="2150"/>
                  </a:lnTo>
                  <a:cubicBezTo>
                    <a:pt x="250" y="2034"/>
                    <a:pt x="152" y="1945"/>
                    <a:pt x="188" y="1882"/>
                  </a:cubicBezTo>
                  <a:cubicBezTo>
                    <a:pt x="232" y="1820"/>
                    <a:pt x="143" y="1802"/>
                    <a:pt x="179" y="1740"/>
                  </a:cubicBezTo>
                  <a:cubicBezTo>
                    <a:pt x="214" y="1677"/>
                    <a:pt x="143" y="1606"/>
                    <a:pt x="170" y="1535"/>
                  </a:cubicBezTo>
                  <a:cubicBezTo>
                    <a:pt x="205" y="1472"/>
                    <a:pt x="116" y="1410"/>
                    <a:pt x="152" y="1356"/>
                  </a:cubicBezTo>
                  <a:cubicBezTo>
                    <a:pt x="188" y="1312"/>
                    <a:pt x="125" y="1249"/>
                    <a:pt x="143" y="1204"/>
                  </a:cubicBezTo>
                  <a:cubicBezTo>
                    <a:pt x="170" y="1160"/>
                    <a:pt x="98" y="1106"/>
                    <a:pt x="134" y="1044"/>
                  </a:cubicBezTo>
                  <a:cubicBezTo>
                    <a:pt x="179" y="990"/>
                    <a:pt x="89" y="928"/>
                    <a:pt x="107" y="874"/>
                  </a:cubicBezTo>
                  <a:cubicBezTo>
                    <a:pt x="134" y="821"/>
                    <a:pt x="63" y="785"/>
                    <a:pt x="98" y="714"/>
                  </a:cubicBezTo>
                  <a:cubicBezTo>
                    <a:pt x="134" y="634"/>
                    <a:pt x="63" y="589"/>
                    <a:pt x="81" y="544"/>
                  </a:cubicBezTo>
                  <a:cubicBezTo>
                    <a:pt x="107" y="500"/>
                    <a:pt x="54" y="473"/>
                    <a:pt x="81" y="419"/>
                  </a:cubicBezTo>
                  <a:cubicBezTo>
                    <a:pt x="98" y="375"/>
                    <a:pt x="36" y="312"/>
                    <a:pt x="63" y="268"/>
                  </a:cubicBezTo>
                  <a:cubicBezTo>
                    <a:pt x="89" y="223"/>
                    <a:pt x="36" y="205"/>
                    <a:pt x="54" y="170"/>
                  </a:cubicBezTo>
                  <a:cubicBezTo>
                    <a:pt x="72" y="134"/>
                    <a:pt x="27" y="116"/>
                    <a:pt x="27" y="71"/>
                  </a:cubicBezTo>
                  <a:cubicBezTo>
                    <a:pt x="36" y="27"/>
                    <a:pt x="0" y="0"/>
                    <a:pt x="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2" name="Google Shape;11322;p174"/>
          <p:cNvGrpSpPr/>
          <p:nvPr/>
        </p:nvGrpSpPr>
        <p:grpSpPr>
          <a:xfrm>
            <a:off x="1625044" y="817756"/>
            <a:ext cx="2727215" cy="4882361"/>
            <a:chOff x="3812879" y="2405538"/>
            <a:chExt cx="723975" cy="1296087"/>
          </a:xfrm>
        </p:grpSpPr>
        <p:sp>
          <p:nvSpPr>
            <p:cNvPr id="11323" name="Google Shape;11323;p174"/>
            <p:cNvSpPr/>
            <p:nvPr/>
          </p:nvSpPr>
          <p:spPr>
            <a:xfrm>
              <a:off x="4165461" y="2658422"/>
              <a:ext cx="79464" cy="1039936"/>
            </a:xfrm>
            <a:custGeom>
              <a:rect b="b" l="l" r="r" t="t"/>
              <a:pathLst>
                <a:path extrusionOk="0" h="19735" w="1508">
                  <a:moveTo>
                    <a:pt x="357" y="1"/>
                  </a:moveTo>
                  <a:cubicBezTo>
                    <a:pt x="357" y="1"/>
                    <a:pt x="0" y="982"/>
                    <a:pt x="357" y="3088"/>
                  </a:cubicBezTo>
                  <a:cubicBezTo>
                    <a:pt x="634" y="4720"/>
                    <a:pt x="357" y="19734"/>
                    <a:pt x="357" y="19734"/>
                  </a:cubicBezTo>
                  <a:lnTo>
                    <a:pt x="1151" y="19734"/>
                  </a:lnTo>
                  <a:cubicBezTo>
                    <a:pt x="1151" y="19734"/>
                    <a:pt x="874" y="4720"/>
                    <a:pt x="1151" y="3088"/>
                  </a:cubicBezTo>
                  <a:cubicBezTo>
                    <a:pt x="1508" y="982"/>
                    <a:pt x="1151" y="1"/>
                    <a:pt x="1151"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174"/>
            <p:cNvSpPr/>
            <p:nvPr/>
          </p:nvSpPr>
          <p:spPr>
            <a:xfrm>
              <a:off x="4201188" y="2658422"/>
              <a:ext cx="43737" cy="1039936"/>
            </a:xfrm>
            <a:custGeom>
              <a:rect b="b" l="l" r="r" t="t"/>
              <a:pathLst>
                <a:path extrusionOk="0" h="19735" w="830">
                  <a:moveTo>
                    <a:pt x="277" y="1"/>
                  </a:moveTo>
                  <a:cubicBezTo>
                    <a:pt x="277" y="1"/>
                    <a:pt x="634" y="982"/>
                    <a:pt x="277" y="3088"/>
                  </a:cubicBezTo>
                  <a:cubicBezTo>
                    <a:pt x="0" y="4720"/>
                    <a:pt x="277" y="19734"/>
                    <a:pt x="277" y="19734"/>
                  </a:cubicBezTo>
                  <a:lnTo>
                    <a:pt x="473" y="19734"/>
                  </a:lnTo>
                  <a:cubicBezTo>
                    <a:pt x="473" y="19734"/>
                    <a:pt x="196" y="4720"/>
                    <a:pt x="473" y="3088"/>
                  </a:cubicBezTo>
                  <a:cubicBezTo>
                    <a:pt x="830" y="982"/>
                    <a:pt x="473" y="1"/>
                    <a:pt x="473"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174"/>
            <p:cNvSpPr/>
            <p:nvPr/>
          </p:nvSpPr>
          <p:spPr>
            <a:xfrm>
              <a:off x="3954365" y="2405538"/>
              <a:ext cx="501656" cy="392578"/>
            </a:xfrm>
            <a:custGeom>
              <a:rect b="b" l="l" r="r" t="t"/>
              <a:pathLst>
                <a:path extrusionOk="0" h="7450" w="9520">
                  <a:moveTo>
                    <a:pt x="3712" y="0"/>
                  </a:moveTo>
                  <a:lnTo>
                    <a:pt x="3712" y="0"/>
                  </a:lnTo>
                  <a:cubicBezTo>
                    <a:pt x="3944" y="830"/>
                    <a:pt x="4042" y="1481"/>
                    <a:pt x="4042" y="1481"/>
                  </a:cubicBezTo>
                  <a:cubicBezTo>
                    <a:pt x="3426" y="456"/>
                    <a:pt x="2436" y="125"/>
                    <a:pt x="2436" y="125"/>
                  </a:cubicBezTo>
                  <a:lnTo>
                    <a:pt x="2436" y="125"/>
                  </a:lnTo>
                  <a:cubicBezTo>
                    <a:pt x="3533" y="884"/>
                    <a:pt x="3748" y="1945"/>
                    <a:pt x="3748" y="1945"/>
                  </a:cubicBezTo>
                  <a:cubicBezTo>
                    <a:pt x="2998" y="937"/>
                    <a:pt x="1562" y="919"/>
                    <a:pt x="1562" y="919"/>
                  </a:cubicBezTo>
                  <a:lnTo>
                    <a:pt x="1562" y="919"/>
                  </a:lnTo>
                  <a:cubicBezTo>
                    <a:pt x="2481" y="1214"/>
                    <a:pt x="3087" y="2017"/>
                    <a:pt x="3087" y="2017"/>
                  </a:cubicBezTo>
                  <a:cubicBezTo>
                    <a:pt x="3087" y="2017"/>
                    <a:pt x="2561" y="1597"/>
                    <a:pt x="1758" y="1526"/>
                  </a:cubicBezTo>
                  <a:cubicBezTo>
                    <a:pt x="1614" y="1513"/>
                    <a:pt x="1482" y="1508"/>
                    <a:pt x="1362" y="1508"/>
                  </a:cubicBezTo>
                  <a:cubicBezTo>
                    <a:pt x="826" y="1508"/>
                    <a:pt x="545" y="1615"/>
                    <a:pt x="545" y="1615"/>
                  </a:cubicBezTo>
                  <a:cubicBezTo>
                    <a:pt x="1954" y="1651"/>
                    <a:pt x="2436" y="2302"/>
                    <a:pt x="2436" y="2302"/>
                  </a:cubicBezTo>
                  <a:cubicBezTo>
                    <a:pt x="2107" y="2194"/>
                    <a:pt x="1771" y="2170"/>
                    <a:pt x="1534" y="2170"/>
                  </a:cubicBezTo>
                  <a:cubicBezTo>
                    <a:pt x="1340" y="2170"/>
                    <a:pt x="1214" y="2186"/>
                    <a:pt x="1214" y="2186"/>
                  </a:cubicBezTo>
                  <a:cubicBezTo>
                    <a:pt x="2186" y="2347"/>
                    <a:pt x="2606" y="2837"/>
                    <a:pt x="2606" y="2837"/>
                  </a:cubicBezTo>
                  <a:cubicBezTo>
                    <a:pt x="2606" y="2837"/>
                    <a:pt x="2146" y="2706"/>
                    <a:pt x="1646" y="2706"/>
                  </a:cubicBezTo>
                  <a:cubicBezTo>
                    <a:pt x="1396" y="2706"/>
                    <a:pt x="1137" y="2739"/>
                    <a:pt x="920" y="2837"/>
                  </a:cubicBezTo>
                  <a:cubicBezTo>
                    <a:pt x="259" y="3132"/>
                    <a:pt x="134" y="3720"/>
                    <a:pt x="134" y="3720"/>
                  </a:cubicBezTo>
                  <a:cubicBezTo>
                    <a:pt x="439" y="3339"/>
                    <a:pt x="929" y="3103"/>
                    <a:pt x="1520" y="3103"/>
                  </a:cubicBezTo>
                  <a:cubicBezTo>
                    <a:pt x="1552" y="3103"/>
                    <a:pt x="1583" y="3104"/>
                    <a:pt x="1615" y="3105"/>
                  </a:cubicBezTo>
                  <a:cubicBezTo>
                    <a:pt x="2168" y="3123"/>
                    <a:pt x="2436" y="3364"/>
                    <a:pt x="2436" y="3364"/>
                  </a:cubicBezTo>
                  <a:cubicBezTo>
                    <a:pt x="2436" y="3364"/>
                    <a:pt x="2270" y="3337"/>
                    <a:pt x="2019" y="3337"/>
                  </a:cubicBezTo>
                  <a:cubicBezTo>
                    <a:pt x="1709" y="3337"/>
                    <a:pt x="1271" y="3378"/>
                    <a:pt x="857" y="3560"/>
                  </a:cubicBezTo>
                  <a:cubicBezTo>
                    <a:pt x="108" y="3890"/>
                    <a:pt x="1" y="4488"/>
                    <a:pt x="1" y="4488"/>
                  </a:cubicBezTo>
                  <a:cubicBezTo>
                    <a:pt x="500" y="3935"/>
                    <a:pt x="1383" y="3828"/>
                    <a:pt x="1383" y="3828"/>
                  </a:cubicBezTo>
                  <a:lnTo>
                    <a:pt x="1383" y="3828"/>
                  </a:lnTo>
                  <a:cubicBezTo>
                    <a:pt x="242" y="4390"/>
                    <a:pt x="63" y="5362"/>
                    <a:pt x="63" y="5362"/>
                  </a:cubicBezTo>
                  <a:cubicBezTo>
                    <a:pt x="429" y="4969"/>
                    <a:pt x="1134" y="4755"/>
                    <a:pt x="1134" y="4755"/>
                  </a:cubicBezTo>
                  <a:lnTo>
                    <a:pt x="1134" y="4755"/>
                  </a:lnTo>
                  <a:cubicBezTo>
                    <a:pt x="384" y="5335"/>
                    <a:pt x="152" y="6156"/>
                    <a:pt x="152" y="6156"/>
                  </a:cubicBezTo>
                  <a:cubicBezTo>
                    <a:pt x="652" y="5469"/>
                    <a:pt x="1544" y="5157"/>
                    <a:pt x="1544" y="5157"/>
                  </a:cubicBezTo>
                  <a:lnTo>
                    <a:pt x="1544" y="5157"/>
                  </a:lnTo>
                  <a:cubicBezTo>
                    <a:pt x="1160" y="5630"/>
                    <a:pt x="1044" y="6272"/>
                    <a:pt x="1044" y="6272"/>
                  </a:cubicBezTo>
                  <a:cubicBezTo>
                    <a:pt x="1624" y="4961"/>
                    <a:pt x="2659" y="4755"/>
                    <a:pt x="2659" y="4755"/>
                  </a:cubicBezTo>
                  <a:lnTo>
                    <a:pt x="2659" y="4755"/>
                  </a:lnTo>
                  <a:cubicBezTo>
                    <a:pt x="1642" y="5273"/>
                    <a:pt x="1473" y="6647"/>
                    <a:pt x="1473" y="6647"/>
                  </a:cubicBezTo>
                  <a:cubicBezTo>
                    <a:pt x="1963" y="5362"/>
                    <a:pt x="2891" y="4969"/>
                    <a:pt x="2891" y="4969"/>
                  </a:cubicBezTo>
                  <a:lnTo>
                    <a:pt x="2891" y="4969"/>
                  </a:lnTo>
                  <a:cubicBezTo>
                    <a:pt x="1892" y="6067"/>
                    <a:pt x="2284" y="7316"/>
                    <a:pt x="2284" y="7316"/>
                  </a:cubicBezTo>
                  <a:cubicBezTo>
                    <a:pt x="2284" y="6236"/>
                    <a:pt x="2802" y="5674"/>
                    <a:pt x="2802" y="5674"/>
                  </a:cubicBezTo>
                  <a:lnTo>
                    <a:pt x="2802" y="5674"/>
                  </a:lnTo>
                  <a:cubicBezTo>
                    <a:pt x="2579" y="6272"/>
                    <a:pt x="2686" y="6780"/>
                    <a:pt x="2686" y="6780"/>
                  </a:cubicBezTo>
                  <a:cubicBezTo>
                    <a:pt x="2900" y="5630"/>
                    <a:pt x="3533" y="5166"/>
                    <a:pt x="3533" y="5166"/>
                  </a:cubicBezTo>
                  <a:lnTo>
                    <a:pt x="3533" y="5166"/>
                  </a:lnTo>
                  <a:cubicBezTo>
                    <a:pt x="3150" y="5853"/>
                    <a:pt x="3221" y="6896"/>
                    <a:pt x="3221" y="6896"/>
                  </a:cubicBezTo>
                  <a:cubicBezTo>
                    <a:pt x="3408" y="5701"/>
                    <a:pt x="4015" y="5023"/>
                    <a:pt x="4015" y="5023"/>
                  </a:cubicBezTo>
                  <a:lnTo>
                    <a:pt x="4015" y="5023"/>
                  </a:lnTo>
                  <a:cubicBezTo>
                    <a:pt x="3542" y="6192"/>
                    <a:pt x="4033" y="7449"/>
                    <a:pt x="4033" y="7449"/>
                  </a:cubicBezTo>
                  <a:cubicBezTo>
                    <a:pt x="3872" y="5415"/>
                    <a:pt x="4756" y="4800"/>
                    <a:pt x="4756" y="4800"/>
                  </a:cubicBezTo>
                  <a:cubicBezTo>
                    <a:pt x="4756" y="4800"/>
                    <a:pt x="5639" y="5415"/>
                    <a:pt x="5487" y="7449"/>
                  </a:cubicBezTo>
                  <a:cubicBezTo>
                    <a:pt x="5487" y="7449"/>
                    <a:pt x="5978" y="6192"/>
                    <a:pt x="5505" y="5023"/>
                  </a:cubicBezTo>
                  <a:lnTo>
                    <a:pt x="5505" y="5023"/>
                  </a:lnTo>
                  <a:cubicBezTo>
                    <a:pt x="5505" y="5023"/>
                    <a:pt x="6103" y="5701"/>
                    <a:pt x="6299" y="6896"/>
                  </a:cubicBezTo>
                  <a:cubicBezTo>
                    <a:pt x="6299" y="6896"/>
                    <a:pt x="6361" y="5853"/>
                    <a:pt x="5987" y="5166"/>
                  </a:cubicBezTo>
                  <a:lnTo>
                    <a:pt x="5987" y="5166"/>
                  </a:lnTo>
                  <a:cubicBezTo>
                    <a:pt x="5987" y="5166"/>
                    <a:pt x="6620" y="5630"/>
                    <a:pt x="6834" y="6780"/>
                  </a:cubicBezTo>
                  <a:cubicBezTo>
                    <a:pt x="6834" y="6780"/>
                    <a:pt x="6941" y="6272"/>
                    <a:pt x="6718" y="5674"/>
                  </a:cubicBezTo>
                  <a:lnTo>
                    <a:pt x="6718" y="5674"/>
                  </a:lnTo>
                  <a:cubicBezTo>
                    <a:pt x="6718" y="5674"/>
                    <a:pt x="7236" y="6236"/>
                    <a:pt x="7236" y="7316"/>
                  </a:cubicBezTo>
                  <a:cubicBezTo>
                    <a:pt x="7236" y="7316"/>
                    <a:pt x="7628" y="6067"/>
                    <a:pt x="6629" y="4969"/>
                  </a:cubicBezTo>
                  <a:lnTo>
                    <a:pt x="6629" y="4969"/>
                  </a:lnTo>
                  <a:cubicBezTo>
                    <a:pt x="6629" y="4969"/>
                    <a:pt x="7557" y="5362"/>
                    <a:pt x="8047" y="6647"/>
                  </a:cubicBezTo>
                  <a:cubicBezTo>
                    <a:pt x="8047" y="6647"/>
                    <a:pt x="7878" y="5273"/>
                    <a:pt x="6861" y="4755"/>
                  </a:cubicBezTo>
                  <a:lnTo>
                    <a:pt x="6861" y="4755"/>
                  </a:lnTo>
                  <a:cubicBezTo>
                    <a:pt x="6861" y="4755"/>
                    <a:pt x="7896" y="4961"/>
                    <a:pt x="8467" y="6272"/>
                  </a:cubicBezTo>
                  <a:cubicBezTo>
                    <a:pt x="8467" y="6272"/>
                    <a:pt x="8351" y="5630"/>
                    <a:pt x="7976" y="5157"/>
                  </a:cubicBezTo>
                  <a:lnTo>
                    <a:pt x="7976" y="5157"/>
                  </a:lnTo>
                  <a:cubicBezTo>
                    <a:pt x="7976" y="5157"/>
                    <a:pt x="8868" y="5469"/>
                    <a:pt x="9368" y="6156"/>
                  </a:cubicBezTo>
                  <a:cubicBezTo>
                    <a:pt x="9368" y="6156"/>
                    <a:pt x="9136" y="5335"/>
                    <a:pt x="8386" y="4755"/>
                  </a:cubicBezTo>
                  <a:lnTo>
                    <a:pt x="8386" y="4755"/>
                  </a:lnTo>
                  <a:cubicBezTo>
                    <a:pt x="8387" y="4755"/>
                    <a:pt x="9091" y="4969"/>
                    <a:pt x="9457" y="5362"/>
                  </a:cubicBezTo>
                  <a:cubicBezTo>
                    <a:pt x="9457" y="5362"/>
                    <a:pt x="9270" y="4390"/>
                    <a:pt x="8128" y="3828"/>
                  </a:cubicBezTo>
                  <a:lnTo>
                    <a:pt x="8128" y="3828"/>
                  </a:lnTo>
                  <a:cubicBezTo>
                    <a:pt x="8128" y="3828"/>
                    <a:pt x="9020" y="3935"/>
                    <a:pt x="9519" y="4488"/>
                  </a:cubicBezTo>
                  <a:cubicBezTo>
                    <a:pt x="9519" y="4488"/>
                    <a:pt x="9412" y="3890"/>
                    <a:pt x="8663" y="3560"/>
                  </a:cubicBezTo>
                  <a:cubicBezTo>
                    <a:pt x="8249" y="3378"/>
                    <a:pt x="7811" y="3337"/>
                    <a:pt x="7501" y="3337"/>
                  </a:cubicBezTo>
                  <a:cubicBezTo>
                    <a:pt x="7250" y="3337"/>
                    <a:pt x="7084" y="3364"/>
                    <a:pt x="7084" y="3364"/>
                  </a:cubicBezTo>
                  <a:cubicBezTo>
                    <a:pt x="7084" y="3364"/>
                    <a:pt x="7352" y="3123"/>
                    <a:pt x="7905" y="3105"/>
                  </a:cubicBezTo>
                  <a:cubicBezTo>
                    <a:pt x="7937" y="3104"/>
                    <a:pt x="7968" y="3103"/>
                    <a:pt x="8000" y="3103"/>
                  </a:cubicBezTo>
                  <a:cubicBezTo>
                    <a:pt x="8590" y="3103"/>
                    <a:pt x="9072" y="3339"/>
                    <a:pt x="9386" y="3720"/>
                  </a:cubicBezTo>
                  <a:cubicBezTo>
                    <a:pt x="9386" y="3720"/>
                    <a:pt x="9261" y="3132"/>
                    <a:pt x="8601" y="2837"/>
                  </a:cubicBezTo>
                  <a:cubicBezTo>
                    <a:pt x="8383" y="2739"/>
                    <a:pt x="8123" y="2706"/>
                    <a:pt x="7872" y="2706"/>
                  </a:cubicBezTo>
                  <a:cubicBezTo>
                    <a:pt x="7369" y="2706"/>
                    <a:pt x="6906" y="2837"/>
                    <a:pt x="6906" y="2837"/>
                  </a:cubicBezTo>
                  <a:cubicBezTo>
                    <a:pt x="6906" y="2837"/>
                    <a:pt x="7334" y="2347"/>
                    <a:pt x="8306" y="2186"/>
                  </a:cubicBezTo>
                  <a:cubicBezTo>
                    <a:pt x="8306" y="2186"/>
                    <a:pt x="8180" y="2170"/>
                    <a:pt x="7985" y="2170"/>
                  </a:cubicBezTo>
                  <a:cubicBezTo>
                    <a:pt x="7748" y="2170"/>
                    <a:pt x="7409" y="2194"/>
                    <a:pt x="7075" y="2302"/>
                  </a:cubicBezTo>
                  <a:cubicBezTo>
                    <a:pt x="7075" y="2302"/>
                    <a:pt x="7566" y="1651"/>
                    <a:pt x="8975" y="1615"/>
                  </a:cubicBezTo>
                  <a:cubicBezTo>
                    <a:pt x="8975" y="1615"/>
                    <a:pt x="8689" y="1508"/>
                    <a:pt x="8149" y="1508"/>
                  </a:cubicBezTo>
                  <a:cubicBezTo>
                    <a:pt x="8030" y="1508"/>
                    <a:pt x="7897" y="1513"/>
                    <a:pt x="7753" y="1526"/>
                  </a:cubicBezTo>
                  <a:cubicBezTo>
                    <a:pt x="6959" y="1597"/>
                    <a:pt x="6433" y="2017"/>
                    <a:pt x="6433" y="2017"/>
                  </a:cubicBezTo>
                  <a:cubicBezTo>
                    <a:pt x="6433" y="2017"/>
                    <a:pt x="7030" y="1214"/>
                    <a:pt x="7958" y="919"/>
                  </a:cubicBezTo>
                  <a:lnTo>
                    <a:pt x="7958" y="919"/>
                  </a:lnTo>
                  <a:cubicBezTo>
                    <a:pt x="7958" y="919"/>
                    <a:pt x="6522" y="937"/>
                    <a:pt x="5773" y="1945"/>
                  </a:cubicBezTo>
                  <a:cubicBezTo>
                    <a:pt x="5773" y="1945"/>
                    <a:pt x="5978" y="884"/>
                    <a:pt x="7084" y="125"/>
                  </a:cubicBezTo>
                  <a:lnTo>
                    <a:pt x="7084" y="125"/>
                  </a:lnTo>
                  <a:cubicBezTo>
                    <a:pt x="7084" y="125"/>
                    <a:pt x="6094" y="456"/>
                    <a:pt x="5469" y="1481"/>
                  </a:cubicBezTo>
                  <a:cubicBezTo>
                    <a:pt x="5469" y="1481"/>
                    <a:pt x="5576" y="830"/>
                    <a:pt x="5808" y="0"/>
                  </a:cubicBezTo>
                  <a:lnTo>
                    <a:pt x="5808" y="0"/>
                  </a:lnTo>
                  <a:cubicBezTo>
                    <a:pt x="5808" y="1"/>
                    <a:pt x="5014" y="518"/>
                    <a:pt x="4756" y="1633"/>
                  </a:cubicBezTo>
                  <a:cubicBezTo>
                    <a:pt x="4506" y="518"/>
                    <a:pt x="3712" y="1"/>
                    <a:pt x="37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174"/>
            <p:cNvSpPr/>
            <p:nvPr/>
          </p:nvSpPr>
          <p:spPr>
            <a:xfrm>
              <a:off x="4055434" y="2498123"/>
              <a:ext cx="299518" cy="234177"/>
            </a:xfrm>
            <a:custGeom>
              <a:rect b="b" l="l" r="r" t="t"/>
              <a:pathLst>
                <a:path extrusionOk="0" h="4444" w="5684">
                  <a:moveTo>
                    <a:pt x="2213" y="1"/>
                  </a:moveTo>
                  <a:lnTo>
                    <a:pt x="2213" y="1"/>
                  </a:lnTo>
                  <a:cubicBezTo>
                    <a:pt x="2356" y="492"/>
                    <a:pt x="2418" y="884"/>
                    <a:pt x="2418" y="884"/>
                  </a:cubicBezTo>
                  <a:cubicBezTo>
                    <a:pt x="2044" y="269"/>
                    <a:pt x="1455" y="72"/>
                    <a:pt x="1455" y="72"/>
                  </a:cubicBezTo>
                  <a:lnTo>
                    <a:pt x="1455" y="72"/>
                  </a:lnTo>
                  <a:cubicBezTo>
                    <a:pt x="2115" y="527"/>
                    <a:pt x="2231" y="1161"/>
                    <a:pt x="2231" y="1161"/>
                  </a:cubicBezTo>
                  <a:cubicBezTo>
                    <a:pt x="1794" y="554"/>
                    <a:pt x="938" y="545"/>
                    <a:pt x="937" y="545"/>
                  </a:cubicBezTo>
                  <a:lnTo>
                    <a:pt x="937" y="545"/>
                  </a:lnTo>
                  <a:cubicBezTo>
                    <a:pt x="1482" y="715"/>
                    <a:pt x="1847" y="1205"/>
                    <a:pt x="1847" y="1205"/>
                  </a:cubicBezTo>
                  <a:cubicBezTo>
                    <a:pt x="1847" y="1205"/>
                    <a:pt x="1526" y="955"/>
                    <a:pt x="1053" y="911"/>
                  </a:cubicBezTo>
                  <a:cubicBezTo>
                    <a:pt x="966" y="903"/>
                    <a:pt x="886" y="899"/>
                    <a:pt x="814" y="899"/>
                  </a:cubicBezTo>
                  <a:cubicBezTo>
                    <a:pt x="497" y="899"/>
                    <a:pt x="331" y="964"/>
                    <a:pt x="331" y="964"/>
                  </a:cubicBezTo>
                  <a:cubicBezTo>
                    <a:pt x="1169" y="982"/>
                    <a:pt x="1455" y="1366"/>
                    <a:pt x="1455" y="1366"/>
                  </a:cubicBezTo>
                  <a:cubicBezTo>
                    <a:pt x="1241" y="1302"/>
                    <a:pt x="1020" y="1289"/>
                    <a:pt x="878" y="1289"/>
                  </a:cubicBezTo>
                  <a:cubicBezTo>
                    <a:pt x="783" y="1289"/>
                    <a:pt x="723" y="1294"/>
                    <a:pt x="723" y="1294"/>
                  </a:cubicBezTo>
                  <a:cubicBezTo>
                    <a:pt x="1303" y="1393"/>
                    <a:pt x="1562" y="1687"/>
                    <a:pt x="1562" y="1687"/>
                  </a:cubicBezTo>
                  <a:cubicBezTo>
                    <a:pt x="1562" y="1687"/>
                    <a:pt x="1284" y="1612"/>
                    <a:pt x="983" y="1612"/>
                  </a:cubicBezTo>
                  <a:cubicBezTo>
                    <a:pt x="832" y="1612"/>
                    <a:pt x="676" y="1630"/>
                    <a:pt x="545" y="1687"/>
                  </a:cubicBezTo>
                  <a:cubicBezTo>
                    <a:pt x="161" y="1865"/>
                    <a:pt x="81" y="2213"/>
                    <a:pt x="81" y="2213"/>
                  </a:cubicBezTo>
                  <a:cubicBezTo>
                    <a:pt x="267" y="1994"/>
                    <a:pt x="556" y="1846"/>
                    <a:pt x="905" y="1846"/>
                  </a:cubicBezTo>
                  <a:cubicBezTo>
                    <a:pt x="924" y="1846"/>
                    <a:pt x="944" y="1847"/>
                    <a:pt x="964" y="1848"/>
                  </a:cubicBezTo>
                  <a:cubicBezTo>
                    <a:pt x="1294" y="1856"/>
                    <a:pt x="1455" y="2008"/>
                    <a:pt x="1455" y="2008"/>
                  </a:cubicBezTo>
                  <a:cubicBezTo>
                    <a:pt x="1455" y="2008"/>
                    <a:pt x="1349" y="1989"/>
                    <a:pt x="1189" y="1989"/>
                  </a:cubicBezTo>
                  <a:cubicBezTo>
                    <a:pt x="1006" y="1989"/>
                    <a:pt x="753" y="2014"/>
                    <a:pt x="509" y="2124"/>
                  </a:cubicBezTo>
                  <a:cubicBezTo>
                    <a:pt x="63" y="2320"/>
                    <a:pt x="1" y="2677"/>
                    <a:pt x="1" y="2677"/>
                  </a:cubicBezTo>
                  <a:cubicBezTo>
                    <a:pt x="295" y="2347"/>
                    <a:pt x="830" y="2276"/>
                    <a:pt x="830" y="2276"/>
                  </a:cubicBezTo>
                  <a:lnTo>
                    <a:pt x="830" y="2276"/>
                  </a:lnTo>
                  <a:cubicBezTo>
                    <a:pt x="152" y="2615"/>
                    <a:pt x="36" y="3195"/>
                    <a:pt x="36" y="3195"/>
                  </a:cubicBezTo>
                  <a:cubicBezTo>
                    <a:pt x="259" y="2963"/>
                    <a:pt x="679" y="2829"/>
                    <a:pt x="679" y="2829"/>
                  </a:cubicBezTo>
                  <a:lnTo>
                    <a:pt x="679" y="2829"/>
                  </a:lnTo>
                  <a:cubicBezTo>
                    <a:pt x="233" y="3177"/>
                    <a:pt x="90" y="3667"/>
                    <a:pt x="90" y="3667"/>
                  </a:cubicBezTo>
                  <a:cubicBezTo>
                    <a:pt x="393" y="3266"/>
                    <a:pt x="919" y="3079"/>
                    <a:pt x="920" y="3079"/>
                  </a:cubicBezTo>
                  <a:lnTo>
                    <a:pt x="920" y="3079"/>
                  </a:lnTo>
                  <a:cubicBezTo>
                    <a:pt x="697" y="3355"/>
                    <a:pt x="625" y="3739"/>
                    <a:pt x="625" y="3739"/>
                  </a:cubicBezTo>
                  <a:cubicBezTo>
                    <a:pt x="973" y="2954"/>
                    <a:pt x="1589" y="2829"/>
                    <a:pt x="1589" y="2829"/>
                  </a:cubicBezTo>
                  <a:lnTo>
                    <a:pt x="1589" y="2829"/>
                  </a:lnTo>
                  <a:cubicBezTo>
                    <a:pt x="982" y="3141"/>
                    <a:pt x="884" y="3962"/>
                    <a:pt x="884" y="3962"/>
                  </a:cubicBezTo>
                  <a:cubicBezTo>
                    <a:pt x="1169" y="3195"/>
                    <a:pt x="1722" y="2963"/>
                    <a:pt x="1722" y="2963"/>
                  </a:cubicBezTo>
                  <a:lnTo>
                    <a:pt x="1722" y="2963"/>
                  </a:lnTo>
                  <a:cubicBezTo>
                    <a:pt x="1125" y="3614"/>
                    <a:pt x="1366" y="4363"/>
                    <a:pt x="1366" y="4363"/>
                  </a:cubicBezTo>
                  <a:cubicBezTo>
                    <a:pt x="1366" y="3712"/>
                    <a:pt x="1669" y="3382"/>
                    <a:pt x="1669" y="3382"/>
                  </a:cubicBezTo>
                  <a:lnTo>
                    <a:pt x="1669" y="3382"/>
                  </a:lnTo>
                  <a:cubicBezTo>
                    <a:pt x="1544" y="3739"/>
                    <a:pt x="1606" y="4042"/>
                    <a:pt x="1606" y="4042"/>
                  </a:cubicBezTo>
                  <a:cubicBezTo>
                    <a:pt x="1731" y="3355"/>
                    <a:pt x="2106" y="3079"/>
                    <a:pt x="2106" y="3079"/>
                  </a:cubicBezTo>
                  <a:lnTo>
                    <a:pt x="2106" y="3079"/>
                  </a:lnTo>
                  <a:cubicBezTo>
                    <a:pt x="1883" y="3489"/>
                    <a:pt x="1919" y="4113"/>
                    <a:pt x="1919" y="4113"/>
                  </a:cubicBezTo>
                  <a:cubicBezTo>
                    <a:pt x="2035" y="3400"/>
                    <a:pt x="2391" y="2990"/>
                    <a:pt x="2392" y="2989"/>
                  </a:cubicBezTo>
                  <a:lnTo>
                    <a:pt x="2392" y="2989"/>
                  </a:lnTo>
                  <a:cubicBezTo>
                    <a:pt x="2115" y="3694"/>
                    <a:pt x="2409" y="4444"/>
                    <a:pt x="2409" y="4444"/>
                  </a:cubicBezTo>
                  <a:cubicBezTo>
                    <a:pt x="2311" y="3230"/>
                    <a:pt x="2838" y="2856"/>
                    <a:pt x="2838" y="2856"/>
                  </a:cubicBezTo>
                  <a:cubicBezTo>
                    <a:pt x="2838" y="2856"/>
                    <a:pt x="3364" y="3230"/>
                    <a:pt x="3275" y="4444"/>
                  </a:cubicBezTo>
                  <a:cubicBezTo>
                    <a:pt x="3275" y="4444"/>
                    <a:pt x="3569" y="3694"/>
                    <a:pt x="3284" y="2989"/>
                  </a:cubicBezTo>
                  <a:lnTo>
                    <a:pt x="3284" y="2989"/>
                  </a:lnTo>
                  <a:cubicBezTo>
                    <a:pt x="3284" y="2990"/>
                    <a:pt x="3649" y="3400"/>
                    <a:pt x="3756" y="4113"/>
                  </a:cubicBezTo>
                  <a:cubicBezTo>
                    <a:pt x="3756" y="4113"/>
                    <a:pt x="3801" y="3489"/>
                    <a:pt x="3578" y="3079"/>
                  </a:cubicBezTo>
                  <a:lnTo>
                    <a:pt x="3578" y="3079"/>
                  </a:lnTo>
                  <a:cubicBezTo>
                    <a:pt x="3578" y="3079"/>
                    <a:pt x="3953" y="3355"/>
                    <a:pt x="4078" y="4042"/>
                  </a:cubicBezTo>
                  <a:cubicBezTo>
                    <a:pt x="4078" y="4042"/>
                    <a:pt x="4140" y="3739"/>
                    <a:pt x="4006" y="3382"/>
                  </a:cubicBezTo>
                  <a:lnTo>
                    <a:pt x="4006" y="3382"/>
                  </a:lnTo>
                  <a:cubicBezTo>
                    <a:pt x="4006" y="3382"/>
                    <a:pt x="4318" y="3712"/>
                    <a:pt x="4318" y="4363"/>
                  </a:cubicBezTo>
                  <a:cubicBezTo>
                    <a:pt x="4318" y="4363"/>
                    <a:pt x="4550" y="3614"/>
                    <a:pt x="3953" y="2963"/>
                  </a:cubicBezTo>
                  <a:lnTo>
                    <a:pt x="3953" y="2963"/>
                  </a:lnTo>
                  <a:cubicBezTo>
                    <a:pt x="3953" y="2963"/>
                    <a:pt x="4515" y="3195"/>
                    <a:pt x="4800" y="3962"/>
                  </a:cubicBezTo>
                  <a:cubicBezTo>
                    <a:pt x="4800" y="3962"/>
                    <a:pt x="4702" y="3141"/>
                    <a:pt x="4095" y="2829"/>
                  </a:cubicBezTo>
                  <a:lnTo>
                    <a:pt x="4095" y="2829"/>
                  </a:lnTo>
                  <a:cubicBezTo>
                    <a:pt x="4096" y="2829"/>
                    <a:pt x="4711" y="2954"/>
                    <a:pt x="5059" y="3739"/>
                  </a:cubicBezTo>
                  <a:cubicBezTo>
                    <a:pt x="5059" y="3739"/>
                    <a:pt x="4988" y="3355"/>
                    <a:pt x="4765" y="3079"/>
                  </a:cubicBezTo>
                  <a:lnTo>
                    <a:pt x="4765" y="3079"/>
                  </a:lnTo>
                  <a:cubicBezTo>
                    <a:pt x="4765" y="3079"/>
                    <a:pt x="5291" y="3266"/>
                    <a:pt x="5585" y="3667"/>
                  </a:cubicBezTo>
                  <a:cubicBezTo>
                    <a:pt x="5585" y="3667"/>
                    <a:pt x="5451" y="3177"/>
                    <a:pt x="5005" y="2829"/>
                  </a:cubicBezTo>
                  <a:lnTo>
                    <a:pt x="5005" y="2829"/>
                  </a:lnTo>
                  <a:cubicBezTo>
                    <a:pt x="5006" y="2829"/>
                    <a:pt x="5425" y="2963"/>
                    <a:pt x="5648" y="3195"/>
                  </a:cubicBezTo>
                  <a:cubicBezTo>
                    <a:pt x="5648" y="3195"/>
                    <a:pt x="5532" y="2615"/>
                    <a:pt x="4854" y="2276"/>
                  </a:cubicBezTo>
                  <a:lnTo>
                    <a:pt x="4854" y="2276"/>
                  </a:lnTo>
                  <a:cubicBezTo>
                    <a:pt x="4854" y="2276"/>
                    <a:pt x="5389" y="2347"/>
                    <a:pt x="5683" y="2677"/>
                  </a:cubicBezTo>
                  <a:cubicBezTo>
                    <a:pt x="5683" y="2677"/>
                    <a:pt x="5621" y="2320"/>
                    <a:pt x="5166" y="2124"/>
                  </a:cubicBezTo>
                  <a:cubicBezTo>
                    <a:pt x="4927" y="2014"/>
                    <a:pt x="4676" y="1989"/>
                    <a:pt x="4494" y="1989"/>
                  </a:cubicBezTo>
                  <a:cubicBezTo>
                    <a:pt x="4335" y="1989"/>
                    <a:pt x="4229" y="2008"/>
                    <a:pt x="4229" y="2008"/>
                  </a:cubicBezTo>
                  <a:cubicBezTo>
                    <a:pt x="4229" y="2008"/>
                    <a:pt x="4390" y="1856"/>
                    <a:pt x="4720" y="1848"/>
                  </a:cubicBezTo>
                  <a:cubicBezTo>
                    <a:pt x="4740" y="1847"/>
                    <a:pt x="4760" y="1846"/>
                    <a:pt x="4779" y="1846"/>
                  </a:cubicBezTo>
                  <a:cubicBezTo>
                    <a:pt x="5128" y="1846"/>
                    <a:pt x="5417" y="1994"/>
                    <a:pt x="5603" y="2213"/>
                  </a:cubicBezTo>
                  <a:cubicBezTo>
                    <a:pt x="5603" y="2213"/>
                    <a:pt x="5523" y="1865"/>
                    <a:pt x="5130" y="1687"/>
                  </a:cubicBezTo>
                  <a:cubicBezTo>
                    <a:pt x="5002" y="1630"/>
                    <a:pt x="4848" y="1612"/>
                    <a:pt x="4698" y="1612"/>
                  </a:cubicBezTo>
                  <a:cubicBezTo>
                    <a:pt x="4400" y="1612"/>
                    <a:pt x="4122" y="1687"/>
                    <a:pt x="4122" y="1687"/>
                  </a:cubicBezTo>
                  <a:cubicBezTo>
                    <a:pt x="4122" y="1687"/>
                    <a:pt x="4381" y="1393"/>
                    <a:pt x="4961" y="1294"/>
                  </a:cubicBezTo>
                  <a:cubicBezTo>
                    <a:pt x="4961" y="1294"/>
                    <a:pt x="4901" y="1289"/>
                    <a:pt x="4806" y="1289"/>
                  </a:cubicBezTo>
                  <a:cubicBezTo>
                    <a:pt x="4664" y="1289"/>
                    <a:pt x="4443" y="1302"/>
                    <a:pt x="4229" y="1366"/>
                  </a:cubicBezTo>
                  <a:cubicBezTo>
                    <a:pt x="4229" y="1366"/>
                    <a:pt x="4515" y="982"/>
                    <a:pt x="5353" y="964"/>
                  </a:cubicBezTo>
                  <a:cubicBezTo>
                    <a:pt x="5353" y="964"/>
                    <a:pt x="5187" y="899"/>
                    <a:pt x="4870" y="899"/>
                  </a:cubicBezTo>
                  <a:cubicBezTo>
                    <a:pt x="4798" y="899"/>
                    <a:pt x="4718" y="903"/>
                    <a:pt x="4631" y="911"/>
                  </a:cubicBezTo>
                  <a:cubicBezTo>
                    <a:pt x="4158" y="955"/>
                    <a:pt x="3837" y="1205"/>
                    <a:pt x="3837" y="1205"/>
                  </a:cubicBezTo>
                  <a:cubicBezTo>
                    <a:pt x="3837" y="1205"/>
                    <a:pt x="4203" y="715"/>
                    <a:pt x="4747" y="545"/>
                  </a:cubicBezTo>
                  <a:lnTo>
                    <a:pt x="4747" y="545"/>
                  </a:lnTo>
                  <a:cubicBezTo>
                    <a:pt x="4747" y="545"/>
                    <a:pt x="3890" y="554"/>
                    <a:pt x="3444" y="1161"/>
                  </a:cubicBezTo>
                  <a:cubicBezTo>
                    <a:pt x="3444" y="1161"/>
                    <a:pt x="3569" y="527"/>
                    <a:pt x="4229" y="72"/>
                  </a:cubicBezTo>
                  <a:lnTo>
                    <a:pt x="4229" y="72"/>
                  </a:lnTo>
                  <a:cubicBezTo>
                    <a:pt x="4229" y="72"/>
                    <a:pt x="3640" y="269"/>
                    <a:pt x="3266" y="884"/>
                  </a:cubicBezTo>
                  <a:cubicBezTo>
                    <a:pt x="3266" y="884"/>
                    <a:pt x="3328" y="492"/>
                    <a:pt x="3462" y="1"/>
                  </a:cubicBezTo>
                  <a:lnTo>
                    <a:pt x="3462" y="1"/>
                  </a:lnTo>
                  <a:cubicBezTo>
                    <a:pt x="3462" y="1"/>
                    <a:pt x="2989" y="304"/>
                    <a:pt x="2838" y="973"/>
                  </a:cubicBezTo>
                  <a:cubicBezTo>
                    <a:pt x="2686" y="304"/>
                    <a:pt x="2213" y="1"/>
                    <a:pt x="2213"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174"/>
            <p:cNvSpPr/>
            <p:nvPr/>
          </p:nvSpPr>
          <p:spPr>
            <a:xfrm>
              <a:off x="3956262" y="2952724"/>
              <a:ext cx="54592" cy="707536"/>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174"/>
            <p:cNvSpPr/>
            <p:nvPr/>
          </p:nvSpPr>
          <p:spPr>
            <a:xfrm>
              <a:off x="3979290" y="2952724"/>
              <a:ext cx="31564" cy="707536"/>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174"/>
            <p:cNvSpPr/>
            <p:nvPr/>
          </p:nvSpPr>
          <p:spPr>
            <a:xfrm>
              <a:off x="3812879" y="2781148"/>
              <a:ext cx="341358" cy="266584"/>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174"/>
            <p:cNvSpPr/>
            <p:nvPr/>
          </p:nvSpPr>
          <p:spPr>
            <a:xfrm>
              <a:off x="3881962" y="2843645"/>
              <a:ext cx="203139" cy="159455"/>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174"/>
            <p:cNvSpPr/>
            <p:nvPr/>
          </p:nvSpPr>
          <p:spPr>
            <a:xfrm>
              <a:off x="4372762" y="3113022"/>
              <a:ext cx="45160" cy="588603"/>
            </a:xfrm>
            <a:custGeom>
              <a:rect b="b" l="l" r="r" t="t"/>
              <a:pathLst>
                <a:path extrusionOk="0" h="11170" w="857">
                  <a:moveTo>
                    <a:pt x="206" y="1"/>
                  </a:moveTo>
                  <a:cubicBezTo>
                    <a:pt x="206" y="1"/>
                    <a:pt x="0" y="563"/>
                    <a:pt x="206" y="1749"/>
                  </a:cubicBezTo>
                  <a:cubicBezTo>
                    <a:pt x="357" y="2677"/>
                    <a:pt x="206" y="11170"/>
                    <a:pt x="206" y="11170"/>
                  </a:cubicBezTo>
                  <a:lnTo>
                    <a:pt x="652" y="11170"/>
                  </a:lnTo>
                  <a:cubicBezTo>
                    <a:pt x="652" y="11170"/>
                    <a:pt x="500" y="2677"/>
                    <a:pt x="652" y="1749"/>
                  </a:cubicBezTo>
                  <a:cubicBezTo>
                    <a:pt x="857" y="563"/>
                    <a:pt x="652" y="1"/>
                    <a:pt x="652"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174"/>
            <p:cNvSpPr/>
            <p:nvPr/>
          </p:nvSpPr>
          <p:spPr>
            <a:xfrm>
              <a:off x="4392048" y="3113022"/>
              <a:ext cx="25873" cy="588603"/>
            </a:xfrm>
            <a:custGeom>
              <a:rect b="b" l="l" r="r" t="t"/>
              <a:pathLst>
                <a:path extrusionOk="0" h="11170" w="491">
                  <a:moveTo>
                    <a:pt x="161" y="1"/>
                  </a:moveTo>
                  <a:cubicBezTo>
                    <a:pt x="161" y="1"/>
                    <a:pt x="357" y="563"/>
                    <a:pt x="161" y="1749"/>
                  </a:cubicBezTo>
                  <a:cubicBezTo>
                    <a:pt x="0" y="2677"/>
                    <a:pt x="161" y="11170"/>
                    <a:pt x="161" y="11170"/>
                  </a:cubicBezTo>
                  <a:lnTo>
                    <a:pt x="286" y="11170"/>
                  </a:lnTo>
                  <a:cubicBezTo>
                    <a:pt x="286" y="11170"/>
                    <a:pt x="134" y="2677"/>
                    <a:pt x="286" y="1749"/>
                  </a:cubicBezTo>
                  <a:cubicBezTo>
                    <a:pt x="491" y="563"/>
                    <a:pt x="286" y="1"/>
                    <a:pt x="286"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174"/>
            <p:cNvSpPr/>
            <p:nvPr/>
          </p:nvSpPr>
          <p:spPr>
            <a:xfrm>
              <a:off x="4253356" y="2970113"/>
              <a:ext cx="283499" cy="221951"/>
            </a:xfrm>
            <a:custGeom>
              <a:rect b="b" l="l" r="r" t="t"/>
              <a:pathLst>
                <a:path extrusionOk="0" h="4212" w="5380">
                  <a:moveTo>
                    <a:pt x="2106" y="1"/>
                  </a:moveTo>
                  <a:cubicBezTo>
                    <a:pt x="2231" y="473"/>
                    <a:pt x="2293" y="839"/>
                    <a:pt x="2293" y="839"/>
                  </a:cubicBezTo>
                  <a:cubicBezTo>
                    <a:pt x="1936" y="259"/>
                    <a:pt x="1374" y="72"/>
                    <a:pt x="1374" y="72"/>
                  </a:cubicBezTo>
                  <a:lnTo>
                    <a:pt x="1374" y="72"/>
                  </a:lnTo>
                  <a:cubicBezTo>
                    <a:pt x="1999" y="500"/>
                    <a:pt x="2115" y="1098"/>
                    <a:pt x="2115" y="1098"/>
                  </a:cubicBezTo>
                  <a:cubicBezTo>
                    <a:pt x="1695" y="527"/>
                    <a:pt x="884" y="527"/>
                    <a:pt x="884" y="527"/>
                  </a:cubicBezTo>
                  <a:lnTo>
                    <a:pt x="884" y="527"/>
                  </a:lnTo>
                  <a:cubicBezTo>
                    <a:pt x="1410" y="687"/>
                    <a:pt x="1749" y="1142"/>
                    <a:pt x="1749" y="1142"/>
                  </a:cubicBezTo>
                  <a:cubicBezTo>
                    <a:pt x="1749" y="1142"/>
                    <a:pt x="1446" y="902"/>
                    <a:pt x="1000" y="866"/>
                  </a:cubicBezTo>
                  <a:cubicBezTo>
                    <a:pt x="909" y="857"/>
                    <a:pt x="827" y="853"/>
                    <a:pt x="753" y="853"/>
                  </a:cubicBezTo>
                  <a:cubicBezTo>
                    <a:pt x="461" y="853"/>
                    <a:pt x="313" y="910"/>
                    <a:pt x="313" y="910"/>
                  </a:cubicBezTo>
                  <a:cubicBezTo>
                    <a:pt x="1107" y="937"/>
                    <a:pt x="1383" y="1303"/>
                    <a:pt x="1383" y="1303"/>
                  </a:cubicBezTo>
                  <a:cubicBezTo>
                    <a:pt x="1174" y="1239"/>
                    <a:pt x="966" y="1226"/>
                    <a:pt x="832" y="1226"/>
                  </a:cubicBezTo>
                  <a:cubicBezTo>
                    <a:pt x="743" y="1226"/>
                    <a:pt x="687" y="1232"/>
                    <a:pt x="687" y="1232"/>
                  </a:cubicBezTo>
                  <a:cubicBezTo>
                    <a:pt x="1232" y="1330"/>
                    <a:pt x="1481" y="1606"/>
                    <a:pt x="1481" y="1606"/>
                  </a:cubicBezTo>
                  <a:cubicBezTo>
                    <a:pt x="1481" y="1606"/>
                    <a:pt x="1220" y="1531"/>
                    <a:pt x="934" y="1531"/>
                  </a:cubicBezTo>
                  <a:cubicBezTo>
                    <a:pt x="791" y="1531"/>
                    <a:pt x="643" y="1550"/>
                    <a:pt x="518" y="1606"/>
                  </a:cubicBezTo>
                  <a:cubicBezTo>
                    <a:pt x="152" y="1776"/>
                    <a:pt x="81" y="2106"/>
                    <a:pt x="81" y="2106"/>
                  </a:cubicBezTo>
                  <a:cubicBezTo>
                    <a:pt x="249" y="1895"/>
                    <a:pt x="521" y="1756"/>
                    <a:pt x="851" y="1756"/>
                  </a:cubicBezTo>
                  <a:cubicBezTo>
                    <a:pt x="870" y="1756"/>
                    <a:pt x="890" y="1757"/>
                    <a:pt x="910" y="1758"/>
                  </a:cubicBezTo>
                  <a:cubicBezTo>
                    <a:pt x="1223" y="1767"/>
                    <a:pt x="1374" y="1910"/>
                    <a:pt x="1374" y="1910"/>
                  </a:cubicBezTo>
                  <a:cubicBezTo>
                    <a:pt x="1374" y="1910"/>
                    <a:pt x="1275" y="1893"/>
                    <a:pt x="1127" y="1893"/>
                  </a:cubicBezTo>
                  <a:cubicBezTo>
                    <a:pt x="954" y="1893"/>
                    <a:pt x="713" y="1916"/>
                    <a:pt x="482" y="2017"/>
                  </a:cubicBezTo>
                  <a:cubicBezTo>
                    <a:pt x="63" y="2204"/>
                    <a:pt x="0" y="2543"/>
                    <a:pt x="0" y="2543"/>
                  </a:cubicBezTo>
                  <a:cubicBezTo>
                    <a:pt x="277" y="2231"/>
                    <a:pt x="785" y="2168"/>
                    <a:pt x="786" y="2168"/>
                  </a:cubicBezTo>
                  <a:lnTo>
                    <a:pt x="786" y="2168"/>
                  </a:lnTo>
                  <a:cubicBezTo>
                    <a:pt x="143" y="2481"/>
                    <a:pt x="36" y="3034"/>
                    <a:pt x="36" y="3034"/>
                  </a:cubicBezTo>
                  <a:cubicBezTo>
                    <a:pt x="241" y="2811"/>
                    <a:pt x="643" y="2686"/>
                    <a:pt x="643" y="2686"/>
                  </a:cubicBezTo>
                  <a:lnTo>
                    <a:pt x="643" y="2686"/>
                  </a:lnTo>
                  <a:cubicBezTo>
                    <a:pt x="215" y="3016"/>
                    <a:pt x="90" y="3489"/>
                    <a:pt x="90" y="3489"/>
                  </a:cubicBezTo>
                  <a:cubicBezTo>
                    <a:pt x="366" y="3096"/>
                    <a:pt x="875" y="2918"/>
                    <a:pt x="875" y="2918"/>
                  </a:cubicBezTo>
                  <a:lnTo>
                    <a:pt x="875" y="2918"/>
                  </a:lnTo>
                  <a:cubicBezTo>
                    <a:pt x="661" y="3185"/>
                    <a:pt x="598" y="3551"/>
                    <a:pt x="598" y="3551"/>
                  </a:cubicBezTo>
                  <a:cubicBezTo>
                    <a:pt x="919" y="2802"/>
                    <a:pt x="1508" y="2686"/>
                    <a:pt x="1508" y="2686"/>
                  </a:cubicBezTo>
                  <a:lnTo>
                    <a:pt x="1508" y="2686"/>
                  </a:lnTo>
                  <a:cubicBezTo>
                    <a:pt x="928" y="2980"/>
                    <a:pt x="839" y="3756"/>
                    <a:pt x="839" y="3756"/>
                  </a:cubicBezTo>
                  <a:cubicBezTo>
                    <a:pt x="1107" y="3034"/>
                    <a:pt x="1633" y="2811"/>
                    <a:pt x="1633" y="2811"/>
                  </a:cubicBezTo>
                  <a:lnTo>
                    <a:pt x="1633" y="2811"/>
                  </a:lnTo>
                  <a:cubicBezTo>
                    <a:pt x="1071" y="3426"/>
                    <a:pt x="1294" y="4140"/>
                    <a:pt x="1294" y="4140"/>
                  </a:cubicBezTo>
                  <a:cubicBezTo>
                    <a:pt x="1294" y="3524"/>
                    <a:pt x="1588" y="3212"/>
                    <a:pt x="1588" y="3212"/>
                  </a:cubicBezTo>
                  <a:lnTo>
                    <a:pt x="1588" y="3212"/>
                  </a:lnTo>
                  <a:cubicBezTo>
                    <a:pt x="1464" y="3551"/>
                    <a:pt x="1517" y="3837"/>
                    <a:pt x="1517" y="3837"/>
                  </a:cubicBezTo>
                  <a:cubicBezTo>
                    <a:pt x="1642" y="3185"/>
                    <a:pt x="1999" y="2918"/>
                    <a:pt x="1999" y="2918"/>
                  </a:cubicBezTo>
                  <a:lnTo>
                    <a:pt x="1999" y="2918"/>
                  </a:lnTo>
                  <a:cubicBezTo>
                    <a:pt x="1785" y="3310"/>
                    <a:pt x="1820" y="3899"/>
                    <a:pt x="1820" y="3899"/>
                  </a:cubicBezTo>
                  <a:cubicBezTo>
                    <a:pt x="1927" y="3230"/>
                    <a:pt x="2266" y="2838"/>
                    <a:pt x="2266" y="2837"/>
                  </a:cubicBezTo>
                  <a:lnTo>
                    <a:pt x="2266" y="2837"/>
                  </a:lnTo>
                  <a:cubicBezTo>
                    <a:pt x="2008" y="3507"/>
                    <a:pt x="2284" y="4211"/>
                    <a:pt x="2284" y="4211"/>
                  </a:cubicBezTo>
                  <a:cubicBezTo>
                    <a:pt x="2195" y="3069"/>
                    <a:pt x="2695" y="2713"/>
                    <a:pt x="2695" y="2713"/>
                  </a:cubicBezTo>
                  <a:cubicBezTo>
                    <a:pt x="2695" y="2713"/>
                    <a:pt x="3194" y="3069"/>
                    <a:pt x="3105" y="4211"/>
                  </a:cubicBezTo>
                  <a:cubicBezTo>
                    <a:pt x="3105" y="4211"/>
                    <a:pt x="3382" y="3507"/>
                    <a:pt x="3114" y="2837"/>
                  </a:cubicBezTo>
                  <a:lnTo>
                    <a:pt x="3114" y="2837"/>
                  </a:lnTo>
                  <a:cubicBezTo>
                    <a:pt x="3114" y="2838"/>
                    <a:pt x="3453" y="3230"/>
                    <a:pt x="3560" y="3899"/>
                  </a:cubicBezTo>
                  <a:cubicBezTo>
                    <a:pt x="3560" y="3899"/>
                    <a:pt x="3605" y="3310"/>
                    <a:pt x="3390" y="2918"/>
                  </a:cubicBezTo>
                  <a:lnTo>
                    <a:pt x="3390" y="2918"/>
                  </a:lnTo>
                  <a:cubicBezTo>
                    <a:pt x="3391" y="2918"/>
                    <a:pt x="3747" y="3185"/>
                    <a:pt x="3872" y="3837"/>
                  </a:cubicBezTo>
                  <a:cubicBezTo>
                    <a:pt x="3872" y="3837"/>
                    <a:pt x="3926" y="3551"/>
                    <a:pt x="3801" y="3212"/>
                  </a:cubicBezTo>
                  <a:lnTo>
                    <a:pt x="3801" y="3212"/>
                  </a:lnTo>
                  <a:cubicBezTo>
                    <a:pt x="3801" y="3212"/>
                    <a:pt x="4095" y="3524"/>
                    <a:pt x="4095" y="4140"/>
                  </a:cubicBezTo>
                  <a:cubicBezTo>
                    <a:pt x="4095" y="4140"/>
                    <a:pt x="4318" y="3426"/>
                    <a:pt x="3747" y="2811"/>
                  </a:cubicBezTo>
                  <a:lnTo>
                    <a:pt x="3747" y="2811"/>
                  </a:lnTo>
                  <a:cubicBezTo>
                    <a:pt x="3747" y="2811"/>
                    <a:pt x="4274" y="3034"/>
                    <a:pt x="4550" y="3756"/>
                  </a:cubicBezTo>
                  <a:cubicBezTo>
                    <a:pt x="4550" y="3756"/>
                    <a:pt x="4452" y="2980"/>
                    <a:pt x="3881" y="2686"/>
                  </a:cubicBezTo>
                  <a:lnTo>
                    <a:pt x="3881" y="2686"/>
                  </a:lnTo>
                  <a:cubicBezTo>
                    <a:pt x="3881" y="2686"/>
                    <a:pt x="4470" y="2802"/>
                    <a:pt x="4791" y="3551"/>
                  </a:cubicBezTo>
                  <a:cubicBezTo>
                    <a:pt x="4791" y="3551"/>
                    <a:pt x="4729" y="3185"/>
                    <a:pt x="4515" y="2918"/>
                  </a:cubicBezTo>
                  <a:lnTo>
                    <a:pt x="4515" y="2918"/>
                  </a:lnTo>
                  <a:cubicBezTo>
                    <a:pt x="4515" y="2918"/>
                    <a:pt x="5014" y="3096"/>
                    <a:pt x="5300" y="3489"/>
                  </a:cubicBezTo>
                  <a:cubicBezTo>
                    <a:pt x="5300" y="3489"/>
                    <a:pt x="5166" y="3016"/>
                    <a:pt x="4746" y="2686"/>
                  </a:cubicBezTo>
                  <a:lnTo>
                    <a:pt x="4746" y="2686"/>
                  </a:lnTo>
                  <a:cubicBezTo>
                    <a:pt x="4747" y="2686"/>
                    <a:pt x="5139" y="2811"/>
                    <a:pt x="5353" y="3034"/>
                  </a:cubicBezTo>
                  <a:cubicBezTo>
                    <a:pt x="5353" y="3034"/>
                    <a:pt x="5246" y="2481"/>
                    <a:pt x="4604" y="2168"/>
                  </a:cubicBezTo>
                  <a:lnTo>
                    <a:pt x="4604" y="2168"/>
                  </a:lnTo>
                  <a:cubicBezTo>
                    <a:pt x="4604" y="2168"/>
                    <a:pt x="5103" y="2231"/>
                    <a:pt x="5380" y="2543"/>
                  </a:cubicBezTo>
                  <a:cubicBezTo>
                    <a:pt x="5380" y="2543"/>
                    <a:pt x="5326" y="2204"/>
                    <a:pt x="4898" y="2017"/>
                  </a:cubicBezTo>
                  <a:cubicBezTo>
                    <a:pt x="4672" y="1916"/>
                    <a:pt x="4431" y="1893"/>
                    <a:pt x="4256" y="1893"/>
                  </a:cubicBezTo>
                  <a:cubicBezTo>
                    <a:pt x="4107" y="1893"/>
                    <a:pt x="4006" y="1910"/>
                    <a:pt x="4006" y="1910"/>
                  </a:cubicBezTo>
                  <a:cubicBezTo>
                    <a:pt x="4006" y="1910"/>
                    <a:pt x="4158" y="1767"/>
                    <a:pt x="4470" y="1758"/>
                  </a:cubicBezTo>
                  <a:cubicBezTo>
                    <a:pt x="4490" y="1757"/>
                    <a:pt x="4510" y="1756"/>
                    <a:pt x="4530" y="1756"/>
                  </a:cubicBezTo>
                  <a:cubicBezTo>
                    <a:pt x="4861" y="1756"/>
                    <a:pt x="5140" y="1895"/>
                    <a:pt x="5308" y="2106"/>
                  </a:cubicBezTo>
                  <a:cubicBezTo>
                    <a:pt x="5308" y="2106"/>
                    <a:pt x="5237" y="1776"/>
                    <a:pt x="4871" y="1606"/>
                  </a:cubicBezTo>
                  <a:cubicBezTo>
                    <a:pt x="4746" y="1550"/>
                    <a:pt x="4598" y="1531"/>
                    <a:pt x="4455" y="1531"/>
                  </a:cubicBezTo>
                  <a:cubicBezTo>
                    <a:pt x="4170" y="1531"/>
                    <a:pt x="3908" y="1606"/>
                    <a:pt x="3908" y="1606"/>
                  </a:cubicBezTo>
                  <a:cubicBezTo>
                    <a:pt x="3908" y="1606"/>
                    <a:pt x="4149" y="1330"/>
                    <a:pt x="4702" y="1232"/>
                  </a:cubicBezTo>
                  <a:cubicBezTo>
                    <a:pt x="4702" y="1232"/>
                    <a:pt x="4645" y="1226"/>
                    <a:pt x="4555" y="1226"/>
                  </a:cubicBezTo>
                  <a:cubicBezTo>
                    <a:pt x="4419" y="1226"/>
                    <a:pt x="4209" y="1239"/>
                    <a:pt x="4006" y="1303"/>
                  </a:cubicBezTo>
                  <a:cubicBezTo>
                    <a:pt x="4006" y="1303"/>
                    <a:pt x="4283" y="937"/>
                    <a:pt x="5077" y="910"/>
                  </a:cubicBezTo>
                  <a:cubicBezTo>
                    <a:pt x="5077" y="910"/>
                    <a:pt x="4922" y="853"/>
                    <a:pt x="4632" y="853"/>
                  </a:cubicBezTo>
                  <a:cubicBezTo>
                    <a:pt x="4560" y="853"/>
                    <a:pt x="4479" y="857"/>
                    <a:pt x="4390" y="866"/>
                  </a:cubicBezTo>
                  <a:cubicBezTo>
                    <a:pt x="3935" y="902"/>
                    <a:pt x="3640" y="1142"/>
                    <a:pt x="3640" y="1142"/>
                  </a:cubicBezTo>
                  <a:cubicBezTo>
                    <a:pt x="3640" y="1142"/>
                    <a:pt x="3979" y="687"/>
                    <a:pt x="4506" y="527"/>
                  </a:cubicBezTo>
                  <a:lnTo>
                    <a:pt x="4506" y="527"/>
                  </a:lnTo>
                  <a:cubicBezTo>
                    <a:pt x="4505" y="527"/>
                    <a:pt x="3685" y="527"/>
                    <a:pt x="3266" y="1098"/>
                  </a:cubicBezTo>
                  <a:cubicBezTo>
                    <a:pt x="3266" y="1098"/>
                    <a:pt x="3382" y="500"/>
                    <a:pt x="4006" y="72"/>
                  </a:cubicBezTo>
                  <a:lnTo>
                    <a:pt x="4006" y="72"/>
                  </a:lnTo>
                  <a:cubicBezTo>
                    <a:pt x="4006" y="72"/>
                    <a:pt x="3444" y="259"/>
                    <a:pt x="3096" y="839"/>
                  </a:cubicBezTo>
                  <a:cubicBezTo>
                    <a:pt x="3096" y="839"/>
                    <a:pt x="3159" y="473"/>
                    <a:pt x="3283" y="1"/>
                  </a:cubicBezTo>
                  <a:lnTo>
                    <a:pt x="3283" y="1"/>
                  </a:lnTo>
                  <a:cubicBezTo>
                    <a:pt x="3283" y="1"/>
                    <a:pt x="2837" y="295"/>
                    <a:pt x="2695" y="919"/>
                  </a:cubicBezTo>
                  <a:cubicBezTo>
                    <a:pt x="2552" y="295"/>
                    <a:pt x="2106" y="1"/>
                    <a:pt x="2106" y="1"/>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174"/>
            <p:cNvSpPr/>
            <p:nvPr/>
          </p:nvSpPr>
          <p:spPr>
            <a:xfrm>
              <a:off x="4310688" y="3022281"/>
              <a:ext cx="169309" cy="132633"/>
            </a:xfrm>
            <a:custGeom>
              <a:rect b="b" l="l" r="r" t="t"/>
              <a:pathLst>
                <a:path extrusionOk="0" h="2517" w="3213">
                  <a:moveTo>
                    <a:pt x="1955" y="1"/>
                  </a:moveTo>
                  <a:cubicBezTo>
                    <a:pt x="1954" y="1"/>
                    <a:pt x="1687" y="179"/>
                    <a:pt x="1607" y="554"/>
                  </a:cubicBezTo>
                  <a:cubicBezTo>
                    <a:pt x="1517" y="179"/>
                    <a:pt x="1250" y="1"/>
                    <a:pt x="1250" y="1"/>
                  </a:cubicBezTo>
                  <a:lnTo>
                    <a:pt x="1250" y="1"/>
                  </a:lnTo>
                  <a:cubicBezTo>
                    <a:pt x="1330" y="286"/>
                    <a:pt x="1366" y="500"/>
                    <a:pt x="1366" y="500"/>
                  </a:cubicBezTo>
                  <a:cubicBezTo>
                    <a:pt x="1152" y="161"/>
                    <a:pt x="822" y="45"/>
                    <a:pt x="822" y="45"/>
                  </a:cubicBezTo>
                  <a:lnTo>
                    <a:pt x="822" y="45"/>
                  </a:lnTo>
                  <a:cubicBezTo>
                    <a:pt x="1196" y="304"/>
                    <a:pt x="1259" y="661"/>
                    <a:pt x="1259" y="661"/>
                  </a:cubicBezTo>
                  <a:cubicBezTo>
                    <a:pt x="1009" y="322"/>
                    <a:pt x="527" y="313"/>
                    <a:pt x="527" y="313"/>
                  </a:cubicBezTo>
                  <a:lnTo>
                    <a:pt x="527" y="313"/>
                  </a:lnTo>
                  <a:cubicBezTo>
                    <a:pt x="839" y="411"/>
                    <a:pt x="1045" y="688"/>
                    <a:pt x="1045" y="688"/>
                  </a:cubicBezTo>
                  <a:cubicBezTo>
                    <a:pt x="1045" y="688"/>
                    <a:pt x="866" y="545"/>
                    <a:pt x="590" y="518"/>
                  </a:cubicBezTo>
                  <a:cubicBezTo>
                    <a:pt x="536" y="513"/>
                    <a:pt x="488" y="511"/>
                    <a:pt x="444" y="511"/>
                  </a:cubicBezTo>
                  <a:cubicBezTo>
                    <a:pt x="271" y="511"/>
                    <a:pt x="179" y="545"/>
                    <a:pt x="179" y="545"/>
                  </a:cubicBezTo>
                  <a:cubicBezTo>
                    <a:pt x="661" y="563"/>
                    <a:pt x="822" y="777"/>
                    <a:pt x="822" y="777"/>
                  </a:cubicBezTo>
                  <a:cubicBezTo>
                    <a:pt x="711" y="743"/>
                    <a:pt x="601" y="736"/>
                    <a:pt x="522" y="736"/>
                  </a:cubicBezTo>
                  <a:cubicBezTo>
                    <a:pt x="455" y="736"/>
                    <a:pt x="411" y="741"/>
                    <a:pt x="411" y="741"/>
                  </a:cubicBezTo>
                  <a:cubicBezTo>
                    <a:pt x="732" y="795"/>
                    <a:pt x="875" y="964"/>
                    <a:pt x="875" y="964"/>
                  </a:cubicBezTo>
                  <a:cubicBezTo>
                    <a:pt x="875" y="964"/>
                    <a:pt x="720" y="917"/>
                    <a:pt x="551" y="917"/>
                  </a:cubicBezTo>
                  <a:cubicBezTo>
                    <a:pt x="467" y="917"/>
                    <a:pt x="378" y="929"/>
                    <a:pt x="304" y="964"/>
                  </a:cubicBezTo>
                  <a:cubicBezTo>
                    <a:pt x="90" y="1062"/>
                    <a:pt x="45" y="1259"/>
                    <a:pt x="45" y="1259"/>
                  </a:cubicBezTo>
                  <a:cubicBezTo>
                    <a:pt x="147" y="1132"/>
                    <a:pt x="313" y="1053"/>
                    <a:pt x="513" y="1053"/>
                  </a:cubicBezTo>
                  <a:cubicBezTo>
                    <a:pt x="523" y="1053"/>
                    <a:pt x="534" y="1053"/>
                    <a:pt x="545" y="1053"/>
                  </a:cubicBezTo>
                  <a:cubicBezTo>
                    <a:pt x="732" y="1053"/>
                    <a:pt x="822" y="1143"/>
                    <a:pt x="822" y="1143"/>
                  </a:cubicBezTo>
                  <a:cubicBezTo>
                    <a:pt x="822" y="1143"/>
                    <a:pt x="758" y="1130"/>
                    <a:pt x="663" y="1130"/>
                  </a:cubicBezTo>
                  <a:cubicBezTo>
                    <a:pt x="560" y="1130"/>
                    <a:pt x="421" y="1145"/>
                    <a:pt x="286" y="1205"/>
                  </a:cubicBezTo>
                  <a:cubicBezTo>
                    <a:pt x="37" y="1312"/>
                    <a:pt x="1" y="1517"/>
                    <a:pt x="1" y="1517"/>
                  </a:cubicBezTo>
                  <a:cubicBezTo>
                    <a:pt x="170" y="1330"/>
                    <a:pt x="465" y="1294"/>
                    <a:pt x="465" y="1294"/>
                  </a:cubicBezTo>
                  <a:lnTo>
                    <a:pt x="465" y="1294"/>
                  </a:lnTo>
                  <a:cubicBezTo>
                    <a:pt x="81" y="1482"/>
                    <a:pt x="19" y="1812"/>
                    <a:pt x="19" y="1812"/>
                  </a:cubicBezTo>
                  <a:cubicBezTo>
                    <a:pt x="144" y="1678"/>
                    <a:pt x="384" y="1607"/>
                    <a:pt x="384" y="1607"/>
                  </a:cubicBezTo>
                  <a:lnTo>
                    <a:pt x="384" y="1607"/>
                  </a:lnTo>
                  <a:cubicBezTo>
                    <a:pt x="126" y="1803"/>
                    <a:pt x="54" y="2079"/>
                    <a:pt x="54" y="2079"/>
                  </a:cubicBezTo>
                  <a:cubicBezTo>
                    <a:pt x="215" y="1847"/>
                    <a:pt x="518" y="1740"/>
                    <a:pt x="518" y="1740"/>
                  </a:cubicBezTo>
                  <a:lnTo>
                    <a:pt x="518" y="1740"/>
                  </a:lnTo>
                  <a:cubicBezTo>
                    <a:pt x="393" y="1901"/>
                    <a:pt x="349" y="2115"/>
                    <a:pt x="349" y="2115"/>
                  </a:cubicBezTo>
                  <a:cubicBezTo>
                    <a:pt x="545" y="1678"/>
                    <a:pt x="893" y="1607"/>
                    <a:pt x="893" y="1607"/>
                  </a:cubicBezTo>
                  <a:lnTo>
                    <a:pt x="893" y="1607"/>
                  </a:lnTo>
                  <a:cubicBezTo>
                    <a:pt x="554" y="1785"/>
                    <a:pt x="500" y="2249"/>
                    <a:pt x="500" y="2249"/>
                  </a:cubicBezTo>
                  <a:cubicBezTo>
                    <a:pt x="661" y="1812"/>
                    <a:pt x="973" y="1678"/>
                    <a:pt x="973" y="1678"/>
                  </a:cubicBezTo>
                  <a:lnTo>
                    <a:pt x="973" y="1678"/>
                  </a:lnTo>
                  <a:cubicBezTo>
                    <a:pt x="634" y="2053"/>
                    <a:pt x="768" y="2472"/>
                    <a:pt x="768" y="2472"/>
                  </a:cubicBezTo>
                  <a:cubicBezTo>
                    <a:pt x="768" y="2106"/>
                    <a:pt x="946" y="1919"/>
                    <a:pt x="946" y="1919"/>
                  </a:cubicBezTo>
                  <a:lnTo>
                    <a:pt x="946" y="1919"/>
                  </a:lnTo>
                  <a:cubicBezTo>
                    <a:pt x="866" y="2124"/>
                    <a:pt x="902" y="2293"/>
                    <a:pt x="902" y="2293"/>
                  </a:cubicBezTo>
                  <a:cubicBezTo>
                    <a:pt x="973" y="1901"/>
                    <a:pt x="1187" y="1749"/>
                    <a:pt x="1187" y="1749"/>
                  </a:cubicBezTo>
                  <a:lnTo>
                    <a:pt x="1187" y="1749"/>
                  </a:lnTo>
                  <a:cubicBezTo>
                    <a:pt x="1062" y="1972"/>
                    <a:pt x="1089" y="2329"/>
                    <a:pt x="1089" y="2329"/>
                  </a:cubicBezTo>
                  <a:cubicBezTo>
                    <a:pt x="1152" y="1928"/>
                    <a:pt x="1357" y="1696"/>
                    <a:pt x="1357" y="1696"/>
                  </a:cubicBezTo>
                  <a:lnTo>
                    <a:pt x="1357" y="1696"/>
                  </a:lnTo>
                  <a:cubicBezTo>
                    <a:pt x="1196" y="2088"/>
                    <a:pt x="1357" y="2517"/>
                    <a:pt x="1357" y="2517"/>
                  </a:cubicBezTo>
                  <a:cubicBezTo>
                    <a:pt x="1303" y="1830"/>
                    <a:pt x="1607" y="1624"/>
                    <a:pt x="1607" y="1624"/>
                  </a:cubicBezTo>
                  <a:cubicBezTo>
                    <a:pt x="1607" y="1624"/>
                    <a:pt x="1901" y="1830"/>
                    <a:pt x="1847" y="2517"/>
                  </a:cubicBezTo>
                  <a:cubicBezTo>
                    <a:pt x="1847" y="2517"/>
                    <a:pt x="2017" y="2088"/>
                    <a:pt x="1856" y="1696"/>
                  </a:cubicBezTo>
                  <a:lnTo>
                    <a:pt x="1856" y="1696"/>
                  </a:lnTo>
                  <a:cubicBezTo>
                    <a:pt x="1856" y="1696"/>
                    <a:pt x="2062" y="1928"/>
                    <a:pt x="2124" y="2329"/>
                  </a:cubicBezTo>
                  <a:cubicBezTo>
                    <a:pt x="2124" y="2329"/>
                    <a:pt x="2151" y="1972"/>
                    <a:pt x="2017" y="1749"/>
                  </a:cubicBezTo>
                  <a:lnTo>
                    <a:pt x="2017" y="1749"/>
                  </a:lnTo>
                  <a:cubicBezTo>
                    <a:pt x="2017" y="1749"/>
                    <a:pt x="2231" y="1901"/>
                    <a:pt x="2302" y="2293"/>
                  </a:cubicBezTo>
                  <a:cubicBezTo>
                    <a:pt x="2302" y="2293"/>
                    <a:pt x="2338" y="2124"/>
                    <a:pt x="2267" y="1919"/>
                  </a:cubicBezTo>
                  <a:lnTo>
                    <a:pt x="2267" y="1919"/>
                  </a:lnTo>
                  <a:cubicBezTo>
                    <a:pt x="2267" y="1919"/>
                    <a:pt x="2436" y="2106"/>
                    <a:pt x="2436" y="2472"/>
                  </a:cubicBezTo>
                  <a:cubicBezTo>
                    <a:pt x="2436" y="2472"/>
                    <a:pt x="2570" y="2053"/>
                    <a:pt x="2240" y="1678"/>
                  </a:cubicBezTo>
                  <a:lnTo>
                    <a:pt x="2240" y="1678"/>
                  </a:lnTo>
                  <a:cubicBezTo>
                    <a:pt x="2240" y="1678"/>
                    <a:pt x="2552" y="1812"/>
                    <a:pt x="2713" y="2249"/>
                  </a:cubicBezTo>
                  <a:cubicBezTo>
                    <a:pt x="2713" y="2249"/>
                    <a:pt x="2659" y="1785"/>
                    <a:pt x="2311" y="1607"/>
                  </a:cubicBezTo>
                  <a:lnTo>
                    <a:pt x="2311" y="1607"/>
                  </a:lnTo>
                  <a:cubicBezTo>
                    <a:pt x="2311" y="1607"/>
                    <a:pt x="2668" y="1678"/>
                    <a:pt x="2856" y="2115"/>
                  </a:cubicBezTo>
                  <a:cubicBezTo>
                    <a:pt x="2856" y="2115"/>
                    <a:pt x="2820" y="1901"/>
                    <a:pt x="2695" y="1740"/>
                  </a:cubicBezTo>
                  <a:lnTo>
                    <a:pt x="2695" y="1740"/>
                  </a:lnTo>
                  <a:cubicBezTo>
                    <a:pt x="2695" y="1740"/>
                    <a:pt x="2989" y="1847"/>
                    <a:pt x="3159" y="2079"/>
                  </a:cubicBezTo>
                  <a:cubicBezTo>
                    <a:pt x="3159" y="2079"/>
                    <a:pt x="3079" y="1803"/>
                    <a:pt x="2829" y="1607"/>
                  </a:cubicBezTo>
                  <a:lnTo>
                    <a:pt x="2829" y="1607"/>
                  </a:lnTo>
                  <a:cubicBezTo>
                    <a:pt x="2829" y="1607"/>
                    <a:pt x="3070" y="1678"/>
                    <a:pt x="3195" y="1812"/>
                  </a:cubicBezTo>
                  <a:cubicBezTo>
                    <a:pt x="3195" y="1812"/>
                    <a:pt x="3132" y="1482"/>
                    <a:pt x="2740" y="1294"/>
                  </a:cubicBezTo>
                  <a:lnTo>
                    <a:pt x="2740" y="1294"/>
                  </a:lnTo>
                  <a:cubicBezTo>
                    <a:pt x="2740" y="1294"/>
                    <a:pt x="3043" y="1330"/>
                    <a:pt x="3212" y="1517"/>
                  </a:cubicBezTo>
                  <a:cubicBezTo>
                    <a:pt x="3212" y="1517"/>
                    <a:pt x="3177" y="1312"/>
                    <a:pt x="2927" y="1205"/>
                  </a:cubicBezTo>
                  <a:cubicBezTo>
                    <a:pt x="2792" y="1145"/>
                    <a:pt x="2653" y="1130"/>
                    <a:pt x="2550" y="1130"/>
                  </a:cubicBezTo>
                  <a:cubicBezTo>
                    <a:pt x="2455" y="1130"/>
                    <a:pt x="2392" y="1143"/>
                    <a:pt x="2392" y="1143"/>
                  </a:cubicBezTo>
                  <a:cubicBezTo>
                    <a:pt x="2392" y="1143"/>
                    <a:pt x="2481" y="1053"/>
                    <a:pt x="2668" y="1053"/>
                  </a:cubicBezTo>
                  <a:cubicBezTo>
                    <a:pt x="2679" y="1053"/>
                    <a:pt x="2690" y="1053"/>
                    <a:pt x="2700" y="1053"/>
                  </a:cubicBezTo>
                  <a:cubicBezTo>
                    <a:pt x="2900" y="1053"/>
                    <a:pt x="3066" y="1132"/>
                    <a:pt x="3168" y="1259"/>
                  </a:cubicBezTo>
                  <a:cubicBezTo>
                    <a:pt x="3168" y="1259"/>
                    <a:pt x="3123" y="1062"/>
                    <a:pt x="2900" y="964"/>
                  </a:cubicBezTo>
                  <a:cubicBezTo>
                    <a:pt x="2826" y="929"/>
                    <a:pt x="2738" y="917"/>
                    <a:pt x="2653" y="917"/>
                  </a:cubicBezTo>
                  <a:cubicBezTo>
                    <a:pt x="2484" y="917"/>
                    <a:pt x="2329" y="964"/>
                    <a:pt x="2329" y="964"/>
                  </a:cubicBezTo>
                  <a:cubicBezTo>
                    <a:pt x="2329" y="964"/>
                    <a:pt x="2472" y="795"/>
                    <a:pt x="2802" y="741"/>
                  </a:cubicBezTo>
                  <a:cubicBezTo>
                    <a:pt x="2802" y="741"/>
                    <a:pt x="2756" y="736"/>
                    <a:pt x="2688" y="736"/>
                  </a:cubicBezTo>
                  <a:cubicBezTo>
                    <a:pt x="2608" y="736"/>
                    <a:pt x="2497" y="743"/>
                    <a:pt x="2392" y="777"/>
                  </a:cubicBezTo>
                  <a:cubicBezTo>
                    <a:pt x="2392" y="777"/>
                    <a:pt x="2552" y="563"/>
                    <a:pt x="3025" y="545"/>
                  </a:cubicBezTo>
                  <a:cubicBezTo>
                    <a:pt x="3025" y="545"/>
                    <a:pt x="2934" y="511"/>
                    <a:pt x="2760" y="511"/>
                  </a:cubicBezTo>
                  <a:cubicBezTo>
                    <a:pt x="2717" y="511"/>
                    <a:pt x="2668" y="513"/>
                    <a:pt x="2615" y="518"/>
                  </a:cubicBezTo>
                  <a:cubicBezTo>
                    <a:pt x="2347" y="545"/>
                    <a:pt x="2169" y="688"/>
                    <a:pt x="2169" y="688"/>
                  </a:cubicBezTo>
                  <a:cubicBezTo>
                    <a:pt x="2169" y="688"/>
                    <a:pt x="2374" y="411"/>
                    <a:pt x="2686" y="313"/>
                  </a:cubicBezTo>
                  <a:lnTo>
                    <a:pt x="2686" y="313"/>
                  </a:lnTo>
                  <a:cubicBezTo>
                    <a:pt x="2686" y="313"/>
                    <a:pt x="2195" y="322"/>
                    <a:pt x="1946" y="661"/>
                  </a:cubicBezTo>
                  <a:cubicBezTo>
                    <a:pt x="1946" y="661"/>
                    <a:pt x="2017" y="304"/>
                    <a:pt x="2392" y="45"/>
                  </a:cubicBezTo>
                  <a:lnTo>
                    <a:pt x="2392" y="45"/>
                  </a:lnTo>
                  <a:cubicBezTo>
                    <a:pt x="2392" y="45"/>
                    <a:pt x="2053" y="161"/>
                    <a:pt x="1847" y="500"/>
                  </a:cubicBezTo>
                  <a:cubicBezTo>
                    <a:pt x="1847" y="500"/>
                    <a:pt x="1883" y="286"/>
                    <a:pt x="1955"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5" name="Google Shape;11335;p174"/>
          <p:cNvGrpSpPr/>
          <p:nvPr/>
        </p:nvGrpSpPr>
        <p:grpSpPr>
          <a:xfrm>
            <a:off x="5596745" y="4042879"/>
            <a:ext cx="3640486" cy="1607892"/>
            <a:chOff x="5913356" y="2221642"/>
            <a:chExt cx="537881" cy="237545"/>
          </a:xfrm>
        </p:grpSpPr>
        <p:sp>
          <p:nvSpPr>
            <p:cNvPr id="11336" name="Google Shape;11336;p174"/>
            <p:cNvSpPr/>
            <p:nvPr/>
          </p:nvSpPr>
          <p:spPr>
            <a:xfrm>
              <a:off x="6119392" y="2269913"/>
              <a:ext cx="175329" cy="148777"/>
            </a:xfrm>
            <a:custGeom>
              <a:rect b="b" l="l" r="r" t="t"/>
              <a:pathLst>
                <a:path extrusionOk="0" h="4096" w="4827">
                  <a:moveTo>
                    <a:pt x="3381" y="0"/>
                  </a:moveTo>
                  <a:lnTo>
                    <a:pt x="3381" y="0"/>
                  </a:lnTo>
                  <a:cubicBezTo>
                    <a:pt x="3381" y="0"/>
                    <a:pt x="2757" y="322"/>
                    <a:pt x="2605" y="1356"/>
                  </a:cubicBezTo>
                  <a:cubicBezTo>
                    <a:pt x="2605" y="1356"/>
                    <a:pt x="2418" y="616"/>
                    <a:pt x="2436" y="223"/>
                  </a:cubicBezTo>
                  <a:lnTo>
                    <a:pt x="2436" y="223"/>
                  </a:lnTo>
                  <a:cubicBezTo>
                    <a:pt x="2436" y="224"/>
                    <a:pt x="2204" y="589"/>
                    <a:pt x="2239" y="1321"/>
                  </a:cubicBezTo>
                  <a:cubicBezTo>
                    <a:pt x="1874" y="687"/>
                    <a:pt x="1481" y="500"/>
                    <a:pt x="1481" y="500"/>
                  </a:cubicBezTo>
                  <a:lnTo>
                    <a:pt x="1481" y="500"/>
                  </a:lnTo>
                  <a:cubicBezTo>
                    <a:pt x="1713" y="821"/>
                    <a:pt x="1954" y="1553"/>
                    <a:pt x="1954" y="1553"/>
                  </a:cubicBezTo>
                  <a:cubicBezTo>
                    <a:pt x="1360" y="867"/>
                    <a:pt x="760" y="820"/>
                    <a:pt x="608" y="820"/>
                  </a:cubicBezTo>
                  <a:cubicBezTo>
                    <a:pt x="584" y="820"/>
                    <a:pt x="571" y="821"/>
                    <a:pt x="571" y="821"/>
                  </a:cubicBezTo>
                  <a:cubicBezTo>
                    <a:pt x="1249" y="1267"/>
                    <a:pt x="1544" y="1731"/>
                    <a:pt x="1544" y="1731"/>
                  </a:cubicBezTo>
                  <a:cubicBezTo>
                    <a:pt x="1318" y="1609"/>
                    <a:pt x="1073" y="1569"/>
                    <a:pt x="851" y="1569"/>
                  </a:cubicBezTo>
                  <a:cubicBezTo>
                    <a:pt x="441" y="1569"/>
                    <a:pt x="107" y="1704"/>
                    <a:pt x="107" y="1704"/>
                  </a:cubicBezTo>
                  <a:cubicBezTo>
                    <a:pt x="126" y="1704"/>
                    <a:pt x="144" y="1703"/>
                    <a:pt x="163" y="1703"/>
                  </a:cubicBezTo>
                  <a:cubicBezTo>
                    <a:pt x="716" y="1703"/>
                    <a:pt x="1276" y="1954"/>
                    <a:pt x="1276" y="1954"/>
                  </a:cubicBezTo>
                  <a:cubicBezTo>
                    <a:pt x="455" y="2017"/>
                    <a:pt x="0" y="2471"/>
                    <a:pt x="0" y="2471"/>
                  </a:cubicBezTo>
                  <a:cubicBezTo>
                    <a:pt x="609" y="2283"/>
                    <a:pt x="1035" y="2265"/>
                    <a:pt x="1174" y="2265"/>
                  </a:cubicBezTo>
                  <a:cubicBezTo>
                    <a:pt x="1206" y="2265"/>
                    <a:pt x="1222" y="2266"/>
                    <a:pt x="1222" y="2266"/>
                  </a:cubicBezTo>
                  <a:cubicBezTo>
                    <a:pt x="553" y="2543"/>
                    <a:pt x="411" y="3042"/>
                    <a:pt x="411" y="3042"/>
                  </a:cubicBezTo>
                  <a:cubicBezTo>
                    <a:pt x="687" y="2784"/>
                    <a:pt x="1329" y="2534"/>
                    <a:pt x="1329" y="2534"/>
                  </a:cubicBezTo>
                  <a:lnTo>
                    <a:pt x="1329" y="2534"/>
                  </a:lnTo>
                  <a:cubicBezTo>
                    <a:pt x="812" y="3007"/>
                    <a:pt x="616" y="3569"/>
                    <a:pt x="616" y="3569"/>
                  </a:cubicBezTo>
                  <a:cubicBezTo>
                    <a:pt x="865" y="3221"/>
                    <a:pt x="1436" y="2811"/>
                    <a:pt x="1436" y="2810"/>
                  </a:cubicBezTo>
                  <a:lnTo>
                    <a:pt x="1436" y="2810"/>
                  </a:lnTo>
                  <a:cubicBezTo>
                    <a:pt x="1026" y="3337"/>
                    <a:pt x="1026" y="4095"/>
                    <a:pt x="1026" y="4095"/>
                  </a:cubicBezTo>
                  <a:cubicBezTo>
                    <a:pt x="1205" y="3747"/>
                    <a:pt x="1606" y="3489"/>
                    <a:pt x="1606" y="3488"/>
                  </a:cubicBezTo>
                  <a:lnTo>
                    <a:pt x="1606" y="3488"/>
                  </a:lnTo>
                  <a:cubicBezTo>
                    <a:pt x="1445" y="3783"/>
                    <a:pt x="1401" y="4086"/>
                    <a:pt x="1401" y="4086"/>
                  </a:cubicBezTo>
                  <a:cubicBezTo>
                    <a:pt x="1793" y="3390"/>
                    <a:pt x="2266" y="3158"/>
                    <a:pt x="2266" y="3158"/>
                  </a:cubicBezTo>
                  <a:lnTo>
                    <a:pt x="2266" y="3158"/>
                  </a:lnTo>
                  <a:cubicBezTo>
                    <a:pt x="2168" y="3444"/>
                    <a:pt x="2204" y="3926"/>
                    <a:pt x="2204" y="3926"/>
                  </a:cubicBezTo>
                  <a:cubicBezTo>
                    <a:pt x="2284" y="3381"/>
                    <a:pt x="2766" y="3105"/>
                    <a:pt x="2766" y="3105"/>
                  </a:cubicBezTo>
                  <a:cubicBezTo>
                    <a:pt x="2766" y="3105"/>
                    <a:pt x="2773" y="3105"/>
                    <a:pt x="2787" y="3105"/>
                  </a:cubicBezTo>
                  <a:cubicBezTo>
                    <a:pt x="2891" y="3105"/>
                    <a:pt x="3361" y="3125"/>
                    <a:pt x="3685" y="3488"/>
                  </a:cubicBezTo>
                  <a:cubicBezTo>
                    <a:pt x="3685" y="3488"/>
                    <a:pt x="3453" y="3069"/>
                    <a:pt x="3221" y="2882"/>
                  </a:cubicBezTo>
                  <a:cubicBezTo>
                    <a:pt x="3221" y="2882"/>
                    <a:pt x="3254" y="2878"/>
                    <a:pt x="3316" y="2878"/>
                  </a:cubicBezTo>
                  <a:cubicBezTo>
                    <a:pt x="3497" y="2878"/>
                    <a:pt x="3920" y="2913"/>
                    <a:pt x="4452" y="3185"/>
                  </a:cubicBezTo>
                  <a:cubicBezTo>
                    <a:pt x="4452" y="3185"/>
                    <a:pt x="4247" y="2953"/>
                    <a:pt x="3952" y="2793"/>
                  </a:cubicBezTo>
                  <a:lnTo>
                    <a:pt x="3952" y="2793"/>
                  </a:lnTo>
                  <a:cubicBezTo>
                    <a:pt x="3952" y="2793"/>
                    <a:pt x="4425" y="2793"/>
                    <a:pt x="4764" y="2989"/>
                  </a:cubicBezTo>
                  <a:cubicBezTo>
                    <a:pt x="4764" y="2989"/>
                    <a:pt x="4363" y="2364"/>
                    <a:pt x="3720" y="2132"/>
                  </a:cubicBezTo>
                  <a:lnTo>
                    <a:pt x="3720" y="2132"/>
                  </a:lnTo>
                  <a:cubicBezTo>
                    <a:pt x="3720" y="2133"/>
                    <a:pt x="4434" y="2177"/>
                    <a:pt x="4826" y="2338"/>
                  </a:cubicBezTo>
                  <a:cubicBezTo>
                    <a:pt x="4826" y="2338"/>
                    <a:pt x="4354" y="1963"/>
                    <a:pt x="3658" y="1847"/>
                  </a:cubicBezTo>
                  <a:cubicBezTo>
                    <a:pt x="3658" y="1847"/>
                    <a:pt x="4086" y="1764"/>
                    <a:pt x="4451" y="1764"/>
                  </a:cubicBezTo>
                  <a:cubicBezTo>
                    <a:pt x="4548" y="1764"/>
                    <a:pt x="4641" y="1770"/>
                    <a:pt x="4719" y="1785"/>
                  </a:cubicBezTo>
                  <a:cubicBezTo>
                    <a:pt x="4719" y="1785"/>
                    <a:pt x="4443" y="1540"/>
                    <a:pt x="3933" y="1540"/>
                  </a:cubicBezTo>
                  <a:cubicBezTo>
                    <a:pt x="3835" y="1540"/>
                    <a:pt x="3728" y="1549"/>
                    <a:pt x="3613" y="1570"/>
                  </a:cubicBezTo>
                  <a:cubicBezTo>
                    <a:pt x="3613" y="1570"/>
                    <a:pt x="3997" y="1285"/>
                    <a:pt x="4746" y="1071"/>
                  </a:cubicBezTo>
                  <a:cubicBezTo>
                    <a:pt x="4746" y="1071"/>
                    <a:pt x="4642" y="1049"/>
                    <a:pt x="4471" y="1049"/>
                  </a:cubicBezTo>
                  <a:cubicBezTo>
                    <a:pt x="4219" y="1049"/>
                    <a:pt x="3823" y="1096"/>
                    <a:pt x="3399" y="1330"/>
                  </a:cubicBezTo>
                  <a:cubicBezTo>
                    <a:pt x="3399" y="1330"/>
                    <a:pt x="3756" y="777"/>
                    <a:pt x="4247" y="482"/>
                  </a:cubicBezTo>
                  <a:lnTo>
                    <a:pt x="4247" y="482"/>
                  </a:lnTo>
                  <a:cubicBezTo>
                    <a:pt x="4246" y="482"/>
                    <a:pt x="3408" y="652"/>
                    <a:pt x="3051" y="1294"/>
                  </a:cubicBezTo>
                  <a:cubicBezTo>
                    <a:pt x="3051" y="1294"/>
                    <a:pt x="3051" y="732"/>
                    <a:pt x="338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174"/>
            <p:cNvSpPr/>
            <p:nvPr/>
          </p:nvSpPr>
          <p:spPr>
            <a:xfrm>
              <a:off x="6167009" y="2322397"/>
              <a:ext cx="91424" cy="77476"/>
            </a:xfrm>
            <a:custGeom>
              <a:rect b="b" l="l" r="r" t="t"/>
              <a:pathLst>
                <a:path extrusionOk="0" h="2133" w="2517">
                  <a:moveTo>
                    <a:pt x="1758" y="1"/>
                  </a:moveTo>
                  <a:cubicBezTo>
                    <a:pt x="1758" y="1"/>
                    <a:pt x="1437" y="170"/>
                    <a:pt x="1357" y="705"/>
                  </a:cubicBezTo>
                  <a:cubicBezTo>
                    <a:pt x="1357" y="705"/>
                    <a:pt x="1258" y="313"/>
                    <a:pt x="1267" y="108"/>
                  </a:cubicBezTo>
                  <a:lnTo>
                    <a:pt x="1267" y="108"/>
                  </a:lnTo>
                  <a:cubicBezTo>
                    <a:pt x="1267" y="108"/>
                    <a:pt x="1151" y="304"/>
                    <a:pt x="1169" y="687"/>
                  </a:cubicBezTo>
                  <a:cubicBezTo>
                    <a:pt x="973" y="357"/>
                    <a:pt x="777" y="259"/>
                    <a:pt x="777" y="259"/>
                  </a:cubicBezTo>
                  <a:lnTo>
                    <a:pt x="777" y="259"/>
                  </a:lnTo>
                  <a:cubicBezTo>
                    <a:pt x="893" y="420"/>
                    <a:pt x="1018" y="803"/>
                    <a:pt x="1018" y="803"/>
                  </a:cubicBezTo>
                  <a:cubicBezTo>
                    <a:pt x="714" y="454"/>
                    <a:pt x="410" y="428"/>
                    <a:pt x="326" y="428"/>
                  </a:cubicBezTo>
                  <a:cubicBezTo>
                    <a:pt x="312" y="428"/>
                    <a:pt x="304" y="429"/>
                    <a:pt x="304" y="429"/>
                  </a:cubicBezTo>
                  <a:cubicBezTo>
                    <a:pt x="652" y="661"/>
                    <a:pt x="803" y="902"/>
                    <a:pt x="803" y="902"/>
                  </a:cubicBezTo>
                  <a:cubicBezTo>
                    <a:pt x="686" y="835"/>
                    <a:pt x="557" y="813"/>
                    <a:pt x="440" y="813"/>
                  </a:cubicBezTo>
                  <a:cubicBezTo>
                    <a:pt x="228" y="813"/>
                    <a:pt x="54" y="884"/>
                    <a:pt x="54" y="884"/>
                  </a:cubicBezTo>
                  <a:cubicBezTo>
                    <a:pt x="63" y="883"/>
                    <a:pt x="72" y="883"/>
                    <a:pt x="81" y="883"/>
                  </a:cubicBezTo>
                  <a:cubicBezTo>
                    <a:pt x="367" y="883"/>
                    <a:pt x="661" y="1018"/>
                    <a:pt x="661" y="1018"/>
                  </a:cubicBezTo>
                  <a:cubicBezTo>
                    <a:pt x="241" y="1044"/>
                    <a:pt x="1" y="1285"/>
                    <a:pt x="1" y="1285"/>
                  </a:cubicBezTo>
                  <a:cubicBezTo>
                    <a:pt x="341" y="1185"/>
                    <a:pt x="574" y="1178"/>
                    <a:pt x="630" y="1178"/>
                  </a:cubicBezTo>
                  <a:cubicBezTo>
                    <a:pt x="638" y="1178"/>
                    <a:pt x="643" y="1178"/>
                    <a:pt x="643" y="1178"/>
                  </a:cubicBezTo>
                  <a:cubicBezTo>
                    <a:pt x="286" y="1321"/>
                    <a:pt x="215" y="1589"/>
                    <a:pt x="215" y="1589"/>
                  </a:cubicBezTo>
                  <a:cubicBezTo>
                    <a:pt x="357" y="1446"/>
                    <a:pt x="696" y="1312"/>
                    <a:pt x="696" y="1312"/>
                  </a:cubicBezTo>
                  <a:lnTo>
                    <a:pt x="696" y="1312"/>
                  </a:lnTo>
                  <a:cubicBezTo>
                    <a:pt x="429" y="1562"/>
                    <a:pt x="322" y="1856"/>
                    <a:pt x="322" y="1856"/>
                  </a:cubicBezTo>
                  <a:cubicBezTo>
                    <a:pt x="447" y="1678"/>
                    <a:pt x="750" y="1464"/>
                    <a:pt x="750" y="1464"/>
                  </a:cubicBezTo>
                  <a:lnTo>
                    <a:pt x="750" y="1464"/>
                  </a:lnTo>
                  <a:cubicBezTo>
                    <a:pt x="536" y="1740"/>
                    <a:pt x="536" y="2133"/>
                    <a:pt x="536" y="2133"/>
                  </a:cubicBezTo>
                  <a:cubicBezTo>
                    <a:pt x="625" y="1945"/>
                    <a:pt x="839" y="1812"/>
                    <a:pt x="839" y="1812"/>
                  </a:cubicBezTo>
                  <a:lnTo>
                    <a:pt x="839" y="1812"/>
                  </a:lnTo>
                  <a:cubicBezTo>
                    <a:pt x="750" y="1963"/>
                    <a:pt x="732" y="2124"/>
                    <a:pt x="732" y="2124"/>
                  </a:cubicBezTo>
                  <a:cubicBezTo>
                    <a:pt x="937" y="1767"/>
                    <a:pt x="1178" y="1642"/>
                    <a:pt x="1178" y="1642"/>
                  </a:cubicBezTo>
                  <a:lnTo>
                    <a:pt x="1178" y="1642"/>
                  </a:lnTo>
                  <a:cubicBezTo>
                    <a:pt x="1134" y="1794"/>
                    <a:pt x="1151" y="2043"/>
                    <a:pt x="1151" y="2043"/>
                  </a:cubicBezTo>
                  <a:cubicBezTo>
                    <a:pt x="1196" y="1758"/>
                    <a:pt x="1446" y="1615"/>
                    <a:pt x="1446" y="1615"/>
                  </a:cubicBezTo>
                  <a:cubicBezTo>
                    <a:pt x="1446" y="1615"/>
                    <a:pt x="1452" y="1615"/>
                    <a:pt x="1462" y="1615"/>
                  </a:cubicBezTo>
                  <a:cubicBezTo>
                    <a:pt x="1525" y="1615"/>
                    <a:pt x="1758" y="1628"/>
                    <a:pt x="1919" y="1812"/>
                  </a:cubicBezTo>
                  <a:cubicBezTo>
                    <a:pt x="1919" y="1812"/>
                    <a:pt x="1803" y="1597"/>
                    <a:pt x="1678" y="1499"/>
                  </a:cubicBezTo>
                  <a:cubicBezTo>
                    <a:pt x="1678" y="1499"/>
                    <a:pt x="1697" y="1497"/>
                    <a:pt x="1732" y="1497"/>
                  </a:cubicBezTo>
                  <a:cubicBezTo>
                    <a:pt x="1828" y="1497"/>
                    <a:pt x="2045" y="1516"/>
                    <a:pt x="2320" y="1660"/>
                  </a:cubicBezTo>
                  <a:cubicBezTo>
                    <a:pt x="2320" y="1660"/>
                    <a:pt x="2213" y="1535"/>
                    <a:pt x="2061" y="1455"/>
                  </a:cubicBezTo>
                  <a:lnTo>
                    <a:pt x="2061" y="1455"/>
                  </a:lnTo>
                  <a:cubicBezTo>
                    <a:pt x="2061" y="1455"/>
                    <a:pt x="2311" y="1455"/>
                    <a:pt x="2481" y="1553"/>
                  </a:cubicBezTo>
                  <a:cubicBezTo>
                    <a:pt x="2481" y="1553"/>
                    <a:pt x="2275" y="1223"/>
                    <a:pt x="1945" y="1107"/>
                  </a:cubicBezTo>
                  <a:lnTo>
                    <a:pt x="1945" y="1107"/>
                  </a:lnTo>
                  <a:cubicBezTo>
                    <a:pt x="1945" y="1107"/>
                    <a:pt x="2311" y="1134"/>
                    <a:pt x="2516" y="1214"/>
                  </a:cubicBezTo>
                  <a:cubicBezTo>
                    <a:pt x="2516" y="1214"/>
                    <a:pt x="2267" y="1018"/>
                    <a:pt x="1910" y="955"/>
                  </a:cubicBezTo>
                  <a:cubicBezTo>
                    <a:pt x="1910" y="955"/>
                    <a:pt x="2117" y="914"/>
                    <a:pt x="2298" y="914"/>
                  </a:cubicBezTo>
                  <a:cubicBezTo>
                    <a:pt x="2355" y="914"/>
                    <a:pt x="2409" y="918"/>
                    <a:pt x="2454" y="928"/>
                  </a:cubicBezTo>
                  <a:cubicBezTo>
                    <a:pt x="2454" y="928"/>
                    <a:pt x="2315" y="796"/>
                    <a:pt x="2049" y="796"/>
                  </a:cubicBezTo>
                  <a:cubicBezTo>
                    <a:pt x="1998" y="796"/>
                    <a:pt x="1943" y="801"/>
                    <a:pt x="1883" y="812"/>
                  </a:cubicBezTo>
                  <a:cubicBezTo>
                    <a:pt x="1883" y="812"/>
                    <a:pt x="2079" y="670"/>
                    <a:pt x="2472" y="554"/>
                  </a:cubicBezTo>
                  <a:cubicBezTo>
                    <a:pt x="2472" y="554"/>
                    <a:pt x="2416" y="542"/>
                    <a:pt x="2325" y="542"/>
                  </a:cubicBezTo>
                  <a:cubicBezTo>
                    <a:pt x="2195" y="542"/>
                    <a:pt x="1992" y="566"/>
                    <a:pt x="1776" y="687"/>
                  </a:cubicBezTo>
                  <a:cubicBezTo>
                    <a:pt x="1776" y="687"/>
                    <a:pt x="1963" y="402"/>
                    <a:pt x="2213" y="250"/>
                  </a:cubicBezTo>
                  <a:lnTo>
                    <a:pt x="2213" y="250"/>
                  </a:lnTo>
                  <a:cubicBezTo>
                    <a:pt x="2213" y="250"/>
                    <a:pt x="1776" y="340"/>
                    <a:pt x="1589" y="670"/>
                  </a:cubicBezTo>
                  <a:cubicBezTo>
                    <a:pt x="1589" y="670"/>
                    <a:pt x="1589" y="384"/>
                    <a:pt x="17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174"/>
            <p:cNvSpPr/>
            <p:nvPr/>
          </p:nvSpPr>
          <p:spPr>
            <a:xfrm>
              <a:off x="6297584" y="2236533"/>
              <a:ext cx="139043" cy="121862"/>
            </a:xfrm>
            <a:custGeom>
              <a:rect b="b" l="l" r="r" t="t"/>
              <a:pathLst>
                <a:path extrusionOk="0" h="3355" w="3828">
                  <a:moveTo>
                    <a:pt x="2570" y="1"/>
                  </a:moveTo>
                  <a:lnTo>
                    <a:pt x="2570" y="1"/>
                  </a:lnTo>
                  <a:cubicBezTo>
                    <a:pt x="2570" y="1"/>
                    <a:pt x="2097" y="286"/>
                    <a:pt x="2017" y="1116"/>
                  </a:cubicBezTo>
                  <a:cubicBezTo>
                    <a:pt x="2017" y="1116"/>
                    <a:pt x="1839" y="527"/>
                    <a:pt x="1830" y="215"/>
                  </a:cubicBezTo>
                  <a:cubicBezTo>
                    <a:pt x="1830" y="215"/>
                    <a:pt x="1669" y="518"/>
                    <a:pt x="1731" y="1098"/>
                  </a:cubicBezTo>
                  <a:cubicBezTo>
                    <a:pt x="1410" y="616"/>
                    <a:pt x="1089" y="482"/>
                    <a:pt x="1089" y="482"/>
                  </a:cubicBezTo>
                  <a:lnTo>
                    <a:pt x="1089" y="482"/>
                  </a:lnTo>
                  <a:cubicBezTo>
                    <a:pt x="1285" y="723"/>
                    <a:pt x="1517" y="1294"/>
                    <a:pt x="1517" y="1294"/>
                  </a:cubicBezTo>
                  <a:cubicBezTo>
                    <a:pt x="1055" y="831"/>
                    <a:pt x="620" y="782"/>
                    <a:pt x="454" y="782"/>
                  </a:cubicBezTo>
                  <a:cubicBezTo>
                    <a:pt x="409" y="782"/>
                    <a:pt x="384" y="786"/>
                    <a:pt x="384" y="786"/>
                  </a:cubicBezTo>
                  <a:cubicBezTo>
                    <a:pt x="937" y="1107"/>
                    <a:pt x="1196" y="1464"/>
                    <a:pt x="1196" y="1464"/>
                  </a:cubicBezTo>
                  <a:cubicBezTo>
                    <a:pt x="1036" y="1388"/>
                    <a:pt x="867" y="1361"/>
                    <a:pt x="709" y="1361"/>
                  </a:cubicBezTo>
                  <a:cubicBezTo>
                    <a:pt x="348" y="1361"/>
                    <a:pt x="45" y="1499"/>
                    <a:pt x="45" y="1499"/>
                  </a:cubicBezTo>
                  <a:cubicBezTo>
                    <a:pt x="85" y="1496"/>
                    <a:pt x="125" y="1495"/>
                    <a:pt x="165" y="1495"/>
                  </a:cubicBezTo>
                  <a:cubicBezTo>
                    <a:pt x="582" y="1495"/>
                    <a:pt x="991" y="1651"/>
                    <a:pt x="991" y="1651"/>
                  </a:cubicBezTo>
                  <a:cubicBezTo>
                    <a:pt x="349" y="1731"/>
                    <a:pt x="1" y="2115"/>
                    <a:pt x="1" y="2115"/>
                  </a:cubicBezTo>
                  <a:cubicBezTo>
                    <a:pt x="589" y="1901"/>
                    <a:pt x="964" y="1901"/>
                    <a:pt x="964" y="1901"/>
                  </a:cubicBezTo>
                  <a:lnTo>
                    <a:pt x="964" y="1901"/>
                  </a:lnTo>
                  <a:cubicBezTo>
                    <a:pt x="438" y="2150"/>
                    <a:pt x="349" y="2552"/>
                    <a:pt x="349" y="2552"/>
                  </a:cubicBezTo>
                  <a:cubicBezTo>
                    <a:pt x="563" y="2338"/>
                    <a:pt x="1062" y="2106"/>
                    <a:pt x="1062" y="2106"/>
                  </a:cubicBezTo>
                  <a:lnTo>
                    <a:pt x="1062" y="2106"/>
                  </a:lnTo>
                  <a:cubicBezTo>
                    <a:pt x="670" y="2498"/>
                    <a:pt x="536" y="2962"/>
                    <a:pt x="536" y="2962"/>
                  </a:cubicBezTo>
                  <a:cubicBezTo>
                    <a:pt x="714" y="2677"/>
                    <a:pt x="1160" y="2320"/>
                    <a:pt x="1161" y="2320"/>
                  </a:cubicBezTo>
                  <a:lnTo>
                    <a:pt x="1161" y="2320"/>
                  </a:lnTo>
                  <a:cubicBezTo>
                    <a:pt x="857" y="2757"/>
                    <a:pt x="884" y="3355"/>
                    <a:pt x="884" y="3355"/>
                  </a:cubicBezTo>
                  <a:cubicBezTo>
                    <a:pt x="1009" y="3078"/>
                    <a:pt x="1321" y="2855"/>
                    <a:pt x="1321" y="2855"/>
                  </a:cubicBezTo>
                  <a:lnTo>
                    <a:pt x="1321" y="2855"/>
                  </a:lnTo>
                  <a:cubicBezTo>
                    <a:pt x="1205" y="3087"/>
                    <a:pt x="1178" y="3337"/>
                    <a:pt x="1178" y="3337"/>
                  </a:cubicBezTo>
                  <a:cubicBezTo>
                    <a:pt x="1464" y="2766"/>
                    <a:pt x="1829" y="2561"/>
                    <a:pt x="1830" y="2561"/>
                  </a:cubicBezTo>
                  <a:lnTo>
                    <a:pt x="1830" y="2561"/>
                  </a:lnTo>
                  <a:cubicBezTo>
                    <a:pt x="1767" y="2793"/>
                    <a:pt x="1821" y="3176"/>
                    <a:pt x="1821" y="3176"/>
                  </a:cubicBezTo>
                  <a:cubicBezTo>
                    <a:pt x="1856" y="2739"/>
                    <a:pt x="2222" y="2489"/>
                    <a:pt x="2222" y="2489"/>
                  </a:cubicBezTo>
                  <a:cubicBezTo>
                    <a:pt x="2222" y="2489"/>
                    <a:pt x="2244" y="2487"/>
                    <a:pt x="2282" y="2487"/>
                  </a:cubicBezTo>
                  <a:cubicBezTo>
                    <a:pt x="2413" y="2487"/>
                    <a:pt x="2736" y="2514"/>
                    <a:pt x="2971" y="2757"/>
                  </a:cubicBezTo>
                  <a:cubicBezTo>
                    <a:pt x="2971" y="2757"/>
                    <a:pt x="2766" y="2436"/>
                    <a:pt x="2570" y="2302"/>
                  </a:cubicBezTo>
                  <a:cubicBezTo>
                    <a:pt x="2570" y="2302"/>
                    <a:pt x="2629" y="2291"/>
                    <a:pt x="2733" y="2291"/>
                  </a:cubicBezTo>
                  <a:cubicBezTo>
                    <a:pt x="2907" y="2291"/>
                    <a:pt x="3207" y="2322"/>
                    <a:pt x="3569" y="2489"/>
                  </a:cubicBezTo>
                  <a:cubicBezTo>
                    <a:pt x="3569" y="2489"/>
                    <a:pt x="3391" y="2311"/>
                    <a:pt x="3159" y="2195"/>
                  </a:cubicBezTo>
                  <a:cubicBezTo>
                    <a:pt x="3159" y="2195"/>
                    <a:pt x="3174" y="2194"/>
                    <a:pt x="3200" y="2194"/>
                  </a:cubicBezTo>
                  <a:cubicBezTo>
                    <a:pt x="3305" y="2194"/>
                    <a:pt x="3589" y="2206"/>
                    <a:pt x="3810" y="2320"/>
                  </a:cubicBezTo>
                  <a:cubicBezTo>
                    <a:pt x="3810" y="2320"/>
                    <a:pt x="3453" y="1829"/>
                    <a:pt x="2945" y="1687"/>
                  </a:cubicBezTo>
                  <a:lnTo>
                    <a:pt x="2945" y="1687"/>
                  </a:lnTo>
                  <a:cubicBezTo>
                    <a:pt x="2945" y="1687"/>
                    <a:pt x="3507" y="1687"/>
                    <a:pt x="3828" y="1794"/>
                  </a:cubicBezTo>
                  <a:cubicBezTo>
                    <a:pt x="3828" y="1794"/>
                    <a:pt x="3435" y="1517"/>
                    <a:pt x="2882" y="1455"/>
                  </a:cubicBezTo>
                  <a:cubicBezTo>
                    <a:pt x="2882" y="1455"/>
                    <a:pt x="3299" y="1350"/>
                    <a:pt x="3599" y="1350"/>
                  </a:cubicBezTo>
                  <a:cubicBezTo>
                    <a:pt x="3639" y="1350"/>
                    <a:pt x="3677" y="1352"/>
                    <a:pt x="3712" y="1357"/>
                  </a:cubicBezTo>
                  <a:cubicBezTo>
                    <a:pt x="3712" y="1357"/>
                    <a:pt x="3515" y="1198"/>
                    <a:pt x="3159" y="1198"/>
                  </a:cubicBezTo>
                  <a:cubicBezTo>
                    <a:pt x="3061" y="1198"/>
                    <a:pt x="2950" y="1210"/>
                    <a:pt x="2829" y="1241"/>
                  </a:cubicBezTo>
                  <a:cubicBezTo>
                    <a:pt x="2829" y="1241"/>
                    <a:pt x="3123" y="1000"/>
                    <a:pt x="3712" y="794"/>
                  </a:cubicBezTo>
                  <a:cubicBezTo>
                    <a:pt x="3712" y="794"/>
                    <a:pt x="3661" y="786"/>
                    <a:pt x="3574" y="786"/>
                  </a:cubicBezTo>
                  <a:cubicBezTo>
                    <a:pt x="3386" y="786"/>
                    <a:pt x="3029" y="824"/>
                    <a:pt x="2650" y="1062"/>
                  </a:cubicBezTo>
                  <a:cubicBezTo>
                    <a:pt x="2650" y="1062"/>
                    <a:pt x="2909" y="607"/>
                    <a:pt x="3284" y="348"/>
                  </a:cubicBezTo>
                  <a:lnTo>
                    <a:pt x="3284" y="348"/>
                  </a:lnTo>
                  <a:cubicBezTo>
                    <a:pt x="3284" y="348"/>
                    <a:pt x="2624" y="518"/>
                    <a:pt x="2374" y="1044"/>
                  </a:cubicBezTo>
                  <a:cubicBezTo>
                    <a:pt x="2374" y="1044"/>
                    <a:pt x="2347" y="598"/>
                    <a:pt x="257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174"/>
            <p:cNvSpPr/>
            <p:nvPr/>
          </p:nvSpPr>
          <p:spPr>
            <a:xfrm>
              <a:off x="5913356" y="2295530"/>
              <a:ext cx="265735" cy="136137"/>
            </a:xfrm>
            <a:custGeom>
              <a:rect b="b" l="l" r="r" t="t"/>
              <a:pathLst>
                <a:path extrusionOk="0" h="3748" w="7316">
                  <a:moveTo>
                    <a:pt x="3658" y="1"/>
                  </a:moveTo>
                  <a:cubicBezTo>
                    <a:pt x="3310" y="54"/>
                    <a:pt x="3292" y="723"/>
                    <a:pt x="3292" y="723"/>
                  </a:cubicBezTo>
                  <a:cubicBezTo>
                    <a:pt x="3292" y="723"/>
                    <a:pt x="3013" y="188"/>
                    <a:pt x="2773" y="188"/>
                  </a:cubicBezTo>
                  <a:cubicBezTo>
                    <a:pt x="2756" y="188"/>
                    <a:pt x="2738" y="191"/>
                    <a:pt x="2721" y="197"/>
                  </a:cubicBezTo>
                  <a:cubicBezTo>
                    <a:pt x="2472" y="286"/>
                    <a:pt x="2525" y="1062"/>
                    <a:pt x="2525" y="1062"/>
                  </a:cubicBezTo>
                  <a:cubicBezTo>
                    <a:pt x="2525" y="1062"/>
                    <a:pt x="2182" y="572"/>
                    <a:pt x="1964" y="572"/>
                  </a:cubicBezTo>
                  <a:cubicBezTo>
                    <a:pt x="1941" y="572"/>
                    <a:pt x="1920" y="578"/>
                    <a:pt x="1901" y="589"/>
                  </a:cubicBezTo>
                  <a:cubicBezTo>
                    <a:pt x="1687" y="705"/>
                    <a:pt x="1901" y="1473"/>
                    <a:pt x="1901" y="1473"/>
                  </a:cubicBezTo>
                  <a:cubicBezTo>
                    <a:pt x="1901" y="1473"/>
                    <a:pt x="1501" y="1158"/>
                    <a:pt x="1274" y="1158"/>
                  </a:cubicBezTo>
                  <a:cubicBezTo>
                    <a:pt x="1237" y="1158"/>
                    <a:pt x="1204" y="1167"/>
                    <a:pt x="1178" y="1187"/>
                  </a:cubicBezTo>
                  <a:cubicBezTo>
                    <a:pt x="991" y="1330"/>
                    <a:pt x="1330" y="2177"/>
                    <a:pt x="1330" y="2177"/>
                  </a:cubicBezTo>
                  <a:cubicBezTo>
                    <a:pt x="1330" y="2177"/>
                    <a:pt x="902" y="1809"/>
                    <a:pt x="643" y="1809"/>
                  </a:cubicBezTo>
                  <a:cubicBezTo>
                    <a:pt x="618" y="1809"/>
                    <a:pt x="593" y="1812"/>
                    <a:pt x="572" y="1821"/>
                  </a:cubicBezTo>
                  <a:cubicBezTo>
                    <a:pt x="340" y="1910"/>
                    <a:pt x="795" y="2980"/>
                    <a:pt x="795" y="2980"/>
                  </a:cubicBezTo>
                  <a:cubicBezTo>
                    <a:pt x="795" y="2980"/>
                    <a:pt x="518" y="2721"/>
                    <a:pt x="312" y="2721"/>
                  </a:cubicBezTo>
                  <a:cubicBezTo>
                    <a:pt x="262" y="2721"/>
                    <a:pt x="216" y="2737"/>
                    <a:pt x="179" y="2775"/>
                  </a:cubicBezTo>
                  <a:cubicBezTo>
                    <a:pt x="1" y="2971"/>
                    <a:pt x="438" y="3748"/>
                    <a:pt x="438" y="3748"/>
                  </a:cubicBezTo>
                  <a:lnTo>
                    <a:pt x="6879" y="3748"/>
                  </a:lnTo>
                  <a:cubicBezTo>
                    <a:pt x="6879" y="3748"/>
                    <a:pt x="7316" y="2971"/>
                    <a:pt x="7137" y="2775"/>
                  </a:cubicBezTo>
                  <a:cubicBezTo>
                    <a:pt x="7101" y="2737"/>
                    <a:pt x="7055" y="2721"/>
                    <a:pt x="7004" y="2721"/>
                  </a:cubicBezTo>
                  <a:cubicBezTo>
                    <a:pt x="6798" y="2721"/>
                    <a:pt x="6522" y="2980"/>
                    <a:pt x="6522" y="2980"/>
                  </a:cubicBezTo>
                  <a:cubicBezTo>
                    <a:pt x="6522" y="2980"/>
                    <a:pt x="6977" y="1910"/>
                    <a:pt x="6745" y="1821"/>
                  </a:cubicBezTo>
                  <a:cubicBezTo>
                    <a:pt x="6724" y="1812"/>
                    <a:pt x="6700" y="1809"/>
                    <a:pt x="6675" y="1809"/>
                  </a:cubicBezTo>
                  <a:cubicBezTo>
                    <a:pt x="6422" y="1809"/>
                    <a:pt x="5987" y="2177"/>
                    <a:pt x="5987" y="2177"/>
                  </a:cubicBezTo>
                  <a:cubicBezTo>
                    <a:pt x="5987" y="2177"/>
                    <a:pt x="6326" y="1330"/>
                    <a:pt x="6147" y="1187"/>
                  </a:cubicBezTo>
                  <a:cubicBezTo>
                    <a:pt x="6120" y="1167"/>
                    <a:pt x="6086" y="1158"/>
                    <a:pt x="6048" y="1158"/>
                  </a:cubicBezTo>
                  <a:cubicBezTo>
                    <a:pt x="5815" y="1158"/>
                    <a:pt x="5416" y="1473"/>
                    <a:pt x="5416" y="1473"/>
                  </a:cubicBezTo>
                  <a:cubicBezTo>
                    <a:pt x="5416" y="1473"/>
                    <a:pt x="5630" y="705"/>
                    <a:pt x="5416" y="589"/>
                  </a:cubicBezTo>
                  <a:cubicBezTo>
                    <a:pt x="5396" y="578"/>
                    <a:pt x="5375" y="572"/>
                    <a:pt x="5352" y="572"/>
                  </a:cubicBezTo>
                  <a:cubicBezTo>
                    <a:pt x="5136" y="572"/>
                    <a:pt x="4800" y="1062"/>
                    <a:pt x="4800" y="1062"/>
                  </a:cubicBezTo>
                  <a:cubicBezTo>
                    <a:pt x="4800" y="1062"/>
                    <a:pt x="4845" y="286"/>
                    <a:pt x="4595" y="197"/>
                  </a:cubicBezTo>
                  <a:cubicBezTo>
                    <a:pt x="4578" y="191"/>
                    <a:pt x="4561" y="188"/>
                    <a:pt x="4543" y="188"/>
                  </a:cubicBezTo>
                  <a:cubicBezTo>
                    <a:pt x="4303" y="188"/>
                    <a:pt x="4024" y="723"/>
                    <a:pt x="4024" y="723"/>
                  </a:cubicBezTo>
                  <a:cubicBezTo>
                    <a:pt x="4024" y="723"/>
                    <a:pt x="4006" y="54"/>
                    <a:pt x="3658" y="1"/>
                  </a:cubicBezTo>
                  <a:close/>
                </a:path>
              </a:pathLst>
            </a:custGeom>
            <a:solidFill>
              <a:srgbClr val="8E8E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174"/>
            <p:cNvSpPr/>
            <p:nvPr/>
          </p:nvSpPr>
          <p:spPr>
            <a:xfrm>
              <a:off x="5956760" y="2339914"/>
              <a:ext cx="178925" cy="91751"/>
            </a:xfrm>
            <a:custGeom>
              <a:rect b="b" l="l" r="r" t="t"/>
              <a:pathLst>
                <a:path extrusionOk="0" h="2526" w="4926">
                  <a:moveTo>
                    <a:pt x="2463" y="1"/>
                  </a:moveTo>
                  <a:cubicBezTo>
                    <a:pt x="2231" y="45"/>
                    <a:pt x="2222" y="492"/>
                    <a:pt x="2222" y="492"/>
                  </a:cubicBezTo>
                  <a:cubicBezTo>
                    <a:pt x="2222" y="492"/>
                    <a:pt x="2030" y="137"/>
                    <a:pt x="1874" y="137"/>
                  </a:cubicBezTo>
                  <a:cubicBezTo>
                    <a:pt x="1862" y="137"/>
                    <a:pt x="1850" y="139"/>
                    <a:pt x="1839" y="144"/>
                  </a:cubicBezTo>
                  <a:cubicBezTo>
                    <a:pt x="1669" y="197"/>
                    <a:pt x="1696" y="723"/>
                    <a:pt x="1696" y="723"/>
                  </a:cubicBezTo>
                  <a:cubicBezTo>
                    <a:pt x="1696" y="723"/>
                    <a:pt x="1467" y="392"/>
                    <a:pt x="1319" y="392"/>
                  </a:cubicBezTo>
                  <a:cubicBezTo>
                    <a:pt x="1304" y="392"/>
                    <a:pt x="1290" y="395"/>
                    <a:pt x="1277" y="402"/>
                  </a:cubicBezTo>
                  <a:cubicBezTo>
                    <a:pt x="1143" y="483"/>
                    <a:pt x="1277" y="1000"/>
                    <a:pt x="1277" y="1000"/>
                  </a:cubicBezTo>
                  <a:cubicBezTo>
                    <a:pt x="1277" y="1000"/>
                    <a:pt x="1015" y="784"/>
                    <a:pt x="861" y="784"/>
                  </a:cubicBezTo>
                  <a:cubicBezTo>
                    <a:pt x="835" y="784"/>
                    <a:pt x="813" y="790"/>
                    <a:pt x="795" y="804"/>
                  </a:cubicBezTo>
                  <a:cubicBezTo>
                    <a:pt x="670" y="902"/>
                    <a:pt x="902" y="1464"/>
                    <a:pt x="902" y="1464"/>
                  </a:cubicBezTo>
                  <a:cubicBezTo>
                    <a:pt x="902" y="1464"/>
                    <a:pt x="610" y="1223"/>
                    <a:pt x="436" y="1223"/>
                  </a:cubicBezTo>
                  <a:cubicBezTo>
                    <a:pt x="417" y="1223"/>
                    <a:pt x="400" y="1226"/>
                    <a:pt x="385" y="1232"/>
                  </a:cubicBezTo>
                  <a:cubicBezTo>
                    <a:pt x="233" y="1294"/>
                    <a:pt x="536" y="2017"/>
                    <a:pt x="536" y="2017"/>
                  </a:cubicBezTo>
                  <a:cubicBezTo>
                    <a:pt x="536" y="2017"/>
                    <a:pt x="351" y="1838"/>
                    <a:pt x="214" y="1838"/>
                  </a:cubicBezTo>
                  <a:cubicBezTo>
                    <a:pt x="181" y="1838"/>
                    <a:pt x="150" y="1848"/>
                    <a:pt x="126" y="1874"/>
                  </a:cubicBezTo>
                  <a:cubicBezTo>
                    <a:pt x="1" y="2008"/>
                    <a:pt x="304" y="2526"/>
                    <a:pt x="304" y="2526"/>
                  </a:cubicBezTo>
                  <a:lnTo>
                    <a:pt x="4622" y="2526"/>
                  </a:lnTo>
                  <a:cubicBezTo>
                    <a:pt x="4622" y="2526"/>
                    <a:pt x="4925" y="2008"/>
                    <a:pt x="4801" y="1874"/>
                  </a:cubicBezTo>
                  <a:cubicBezTo>
                    <a:pt x="4776" y="1848"/>
                    <a:pt x="4746" y="1838"/>
                    <a:pt x="4713" y="1838"/>
                  </a:cubicBezTo>
                  <a:cubicBezTo>
                    <a:pt x="4575" y="1838"/>
                    <a:pt x="4390" y="2017"/>
                    <a:pt x="4390" y="2017"/>
                  </a:cubicBezTo>
                  <a:cubicBezTo>
                    <a:pt x="4390" y="2017"/>
                    <a:pt x="4693" y="1294"/>
                    <a:pt x="4542" y="1232"/>
                  </a:cubicBezTo>
                  <a:cubicBezTo>
                    <a:pt x="4526" y="1226"/>
                    <a:pt x="4509" y="1223"/>
                    <a:pt x="4491" y="1223"/>
                  </a:cubicBezTo>
                  <a:cubicBezTo>
                    <a:pt x="4316" y="1223"/>
                    <a:pt x="4024" y="1464"/>
                    <a:pt x="4024" y="1464"/>
                  </a:cubicBezTo>
                  <a:cubicBezTo>
                    <a:pt x="4024" y="1464"/>
                    <a:pt x="4256" y="902"/>
                    <a:pt x="4131" y="804"/>
                  </a:cubicBezTo>
                  <a:cubicBezTo>
                    <a:pt x="4114" y="790"/>
                    <a:pt x="4091" y="784"/>
                    <a:pt x="4065" y="784"/>
                  </a:cubicBezTo>
                  <a:cubicBezTo>
                    <a:pt x="3912" y="784"/>
                    <a:pt x="3650" y="1000"/>
                    <a:pt x="3650" y="1000"/>
                  </a:cubicBezTo>
                  <a:cubicBezTo>
                    <a:pt x="3650" y="1000"/>
                    <a:pt x="3792" y="483"/>
                    <a:pt x="3650" y="402"/>
                  </a:cubicBezTo>
                  <a:cubicBezTo>
                    <a:pt x="3637" y="395"/>
                    <a:pt x="3623" y="392"/>
                    <a:pt x="3608" y="392"/>
                  </a:cubicBezTo>
                  <a:cubicBezTo>
                    <a:pt x="3459" y="392"/>
                    <a:pt x="3230" y="723"/>
                    <a:pt x="3230" y="723"/>
                  </a:cubicBezTo>
                  <a:cubicBezTo>
                    <a:pt x="3230" y="723"/>
                    <a:pt x="3257" y="197"/>
                    <a:pt x="3088" y="144"/>
                  </a:cubicBezTo>
                  <a:cubicBezTo>
                    <a:pt x="3076" y="139"/>
                    <a:pt x="3065" y="137"/>
                    <a:pt x="3053" y="137"/>
                  </a:cubicBezTo>
                  <a:cubicBezTo>
                    <a:pt x="2897" y="137"/>
                    <a:pt x="2704" y="492"/>
                    <a:pt x="2704" y="492"/>
                  </a:cubicBezTo>
                  <a:cubicBezTo>
                    <a:pt x="2704" y="492"/>
                    <a:pt x="2695" y="45"/>
                    <a:pt x="24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174"/>
            <p:cNvSpPr/>
            <p:nvPr/>
          </p:nvSpPr>
          <p:spPr>
            <a:xfrm>
              <a:off x="6018927" y="2221642"/>
              <a:ext cx="432310" cy="230721"/>
            </a:xfrm>
            <a:custGeom>
              <a:rect b="b" l="l" r="r" t="t"/>
              <a:pathLst>
                <a:path extrusionOk="0" h="6352" w="11902">
                  <a:moveTo>
                    <a:pt x="11901" y="0"/>
                  </a:moveTo>
                  <a:lnTo>
                    <a:pt x="10501" y="750"/>
                  </a:lnTo>
                  <a:lnTo>
                    <a:pt x="9484" y="1865"/>
                  </a:lnTo>
                  <a:lnTo>
                    <a:pt x="8181" y="2061"/>
                  </a:lnTo>
                  <a:lnTo>
                    <a:pt x="7423" y="2560"/>
                  </a:lnTo>
                  <a:lnTo>
                    <a:pt x="6335" y="2560"/>
                  </a:lnTo>
                  <a:lnTo>
                    <a:pt x="5523" y="3060"/>
                  </a:lnTo>
                  <a:lnTo>
                    <a:pt x="4586" y="4309"/>
                  </a:lnTo>
                  <a:lnTo>
                    <a:pt x="4015" y="4389"/>
                  </a:lnTo>
                  <a:lnTo>
                    <a:pt x="3177" y="4853"/>
                  </a:lnTo>
                  <a:lnTo>
                    <a:pt x="2204" y="4817"/>
                  </a:lnTo>
                  <a:lnTo>
                    <a:pt x="1" y="6352"/>
                  </a:lnTo>
                  <a:lnTo>
                    <a:pt x="1" y="6352"/>
                  </a:lnTo>
                  <a:lnTo>
                    <a:pt x="11901" y="4541"/>
                  </a:lnTo>
                  <a:lnTo>
                    <a:pt x="1190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174"/>
            <p:cNvSpPr/>
            <p:nvPr/>
          </p:nvSpPr>
          <p:spPr>
            <a:xfrm>
              <a:off x="6045841" y="2365184"/>
              <a:ext cx="343829" cy="94003"/>
            </a:xfrm>
            <a:custGeom>
              <a:rect b="b" l="l" r="r" t="t"/>
              <a:pathLst>
                <a:path extrusionOk="0" h="2588" w="9466">
                  <a:moveTo>
                    <a:pt x="6111" y="0"/>
                  </a:moveTo>
                  <a:lnTo>
                    <a:pt x="5888" y="687"/>
                  </a:lnTo>
                  <a:lnTo>
                    <a:pt x="5968" y="1240"/>
                  </a:lnTo>
                  <a:lnTo>
                    <a:pt x="5576" y="1303"/>
                  </a:lnTo>
                  <a:lnTo>
                    <a:pt x="5041" y="1401"/>
                  </a:lnTo>
                  <a:lnTo>
                    <a:pt x="4782" y="785"/>
                  </a:lnTo>
                  <a:lnTo>
                    <a:pt x="4514" y="1517"/>
                  </a:lnTo>
                  <a:lnTo>
                    <a:pt x="3934" y="1579"/>
                  </a:lnTo>
                  <a:lnTo>
                    <a:pt x="3702" y="1249"/>
                  </a:lnTo>
                  <a:lnTo>
                    <a:pt x="3649" y="1633"/>
                  </a:lnTo>
                  <a:lnTo>
                    <a:pt x="2159" y="1882"/>
                  </a:lnTo>
                  <a:lnTo>
                    <a:pt x="1900" y="1651"/>
                  </a:lnTo>
                  <a:lnTo>
                    <a:pt x="1829" y="1945"/>
                  </a:lnTo>
                  <a:lnTo>
                    <a:pt x="1535" y="1990"/>
                  </a:lnTo>
                  <a:lnTo>
                    <a:pt x="1436" y="1820"/>
                  </a:lnTo>
                  <a:lnTo>
                    <a:pt x="1508" y="1552"/>
                  </a:lnTo>
                  <a:lnTo>
                    <a:pt x="0" y="2266"/>
                  </a:lnTo>
                  <a:lnTo>
                    <a:pt x="571" y="2587"/>
                  </a:lnTo>
                  <a:cubicBezTo>
                    <a:pt x="571" y="2587"/>
                    <a:pt x="3024" y="2436"/>
                    <a:pt x="3131" y="2427"/>
                  </a:cubicBezTo>
                  <a:cubicBezTo>
                    <a:pt x="3230" y="2409"/>
                    <a:pt x="9028" y="1633"/>
                    <a:pt x="9251" y="1615"/>
                  </a:cubicBezTo>
                  <a:cubicBezTo>
                    <a:pt x="9465" y="1597"/>
                    <a:pt x="7797" y="928"/>
                    <a:pt x="7797" y="928"/>
                  </a:cubicBezTo>
                  <a:lnTo>
                    <a:pt x="7431" y="0"/>
                  </a:lnTo>
                  <a:lnTo>
                    <a:pt x="7262" y="1062"/>
                  </a:lnTo>
                  <a:lnTo>
                    <a:pt x="6691" y="1115"/>
                  </a:lnTo>
                  <a:lnTo>
                    <a:pt x="6343" y="973"/>
                  </a:lnTo>
                  <a:lnTo>
                    <a:pt x="611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174"/>
            <p:cNvSpPr/>
            <p:nvPr/>
          </p:nvSpPr>
          <p:spPr>
            <a:xfrm>
              <a:off x="6018927" y="2221642"/>
              <a:ext cx="432310" cy="230721"/>
            </a:xfrm>
            <a:custGeom>
              <a:rect b="b" l="l" r="r" t="t"/>
              <a:pathLst>
                <a:path extrusionOk="0" h="6352" w="11902">
                  <a:moveTo>
                    <a:pt x="11901" y="0"/>
                  </a:moveTo>
                  <a:lnTo>
                    <a:pt x="10501" y="750"/>
                  </a:lnTo>
                  <a:lnTo>
                    <a:pt x="9484" y="1865"/>
                  </a:lnTo>
                  <a:lnTo>
                    <a:pt x="8181" y="2061"/>
                  </a:lnTo>
                  <a:lnTo>
                    <a:pt x="7423" y="2560"/>
                  </a:lnTo>
                  <a:lnTo>
                    <a:pt x="6335" y="2560"/>
                  </a:lnTo>
                  <a:lnTo>
                    <a:pt x="5523" y="3060"/>
                  </a:lnTo>
                  <a:lnTo>
                    <a:pt x="4586" y="4309"/>
                  </a:lnTo>
                  <a:lnTo>
                    <a:pt x="4015" y="4389"/>
                  </a:lnTo>
                  <a:lnTo>
                    <a:pt x="3177" y="4853"/>
                  </a:lnTo>
                  <a:lnTo>
                    <a:pt x="2204" y="4817"/>
                  </a:lnTo>
                  <a:lnTo>
                    <a:pt x="1" y="6352"/>
                  </a:lnTo>
                  <a:lnTo>
                    <a:pt x="1" y="6352"/>
                  </a:lnTo>
                  <a:lnTo>
                    <a:pt x="2329" y="5156"/>
                  </a:lnTo>
                  <a:lnTo>
                    <a:pt x="3221" y="5380"/>
                  </a:lnTo>
                  <a:cubicBezTo>
                    <a:pt x="3221" y="5380"/>
                    <a:pt x="3346" y="5049"/>
                    <a:pt x="3489" y="4880"/>
                  </a:cubicBezTo>
                  <a:cubicBezTo>
                    <a:pt x="3547" y="4802"/>
                    <a:pt x="3775" y="4780"/>
                    <a:pt x="4015" y="4780"/>
                  </a:cubicBezTo>
                  <a:cubicBezTo>
                    <a:pt x="4327" y="4780"/>
                    <a:pt x="4657" y="4817"/>
                    <a:pt x="4657" y="4817"/>
                  </a:cubicBezTo>
                  <a:lnTo>
                    <a:pt x="5077" y="4220"/>
                  </a:lnTo>
                  <a:lnTo>
                    <a:pt x="6192" y="4880"/>
                  </a:lnTo>
                  <a:lnTo>
                    <a:pt x="5853" y="4309"/>
                  </a:lnTo>
                  <a:lnTo>
                    <a:pt x="6103" y="3176"/>
                  </a:lnTo>
                  <a:lnTo>
                    <a:pt x="7209" y="3533"/>
                  </a:lnTo>
                  <a:lnTo>
                    <a:pt x="8101" y="2418"/>
                  </a:lnTo>
                  <a:lnTo>
                    <a:pt x="9270" y="2123"/>
                  </a:lnTo>
                  <a:lnTo>
                    <a:pt x="10304" y="2534"/>
                  </a:lnTo>
                  <a:lnTo>
                    <a:pt x="10367" y="1793"/>
                  </a:lnTo>
                  <a:lnTo>
                    <a:pt x="10697" y="1071"/>
                  </a:lnTo>
                  <a:lnTo>
                    <a:pt x="11232" y="1713"/>
                  </a:lnTo>
                  <a:lnTo>
                    <a:pt x="11098" y="865"/>
                  </a:lnTo>
                  <a:lnTo>
                    <a:pt x="1190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44" name="Google Shape;11344;p174"/>
          <p:cNvSpPr/>
          <p:nvPr/>
        </p:nvSpPr>
        <p:spPr>
          <a:xfrm>
            <a:off x="8033056" y="626579"/>
            <a:ext cx="1826264" cy="289825"/>
          </a:xfrm>
          <a:custGeom>
            <a:rect b="b" l="l" r="r" t="t"/>
            <a:pathLst>
              <a:path extrusionOk="0" h="769" w="4846">
                <a:moveTo>
                  <a:pt x="2481" y="1"/>
                </a:moveTo>
                <a:cubicBezTo>
                  <a:pt x="1937" y="1"/>
                  <a:pt x="1660" y="384"/>
                  <a:pt x="1660" y="384"/>
                </a:cubicBezTo>
                <a:cubicBezTo>
                  <a:pt x="1598" y="361"/>
                  <a:pt x="1541" y="351"/>
                  <a:pt x="1490" y="351"/>
                </a:cubicBezTo>
                <a:cubicBezTo>
                  <a:pt x="1272" y="351"/>
                  <a:pt x="1161" y="527"/>
                  <a:pt x="1161" y="527"/>
                </a:cubicBezTo>
                <a:cubicBezTo>
                  <a:pt x="1000" y="456"/>
                  <a:pt x="854" y="428"/>
                  <a:pt x="723" y="428"/>
                </a:cubicBezTo>
                <a:cubicBezTo>
                  <a:pt x="265" y="428"/>
                  <a:pt x="1" y="768"/>
                  <a:pt x="1" y="768"/>
                </a:cubicBezTo>
                <a:lnTo>
                  <a:pt x="4845" y="768"/>
                </a:lnTo>
                <a:cubicBezTo>
                  <a:pt x="4678" y="498"/>
                  <a:pt x="4438" y="428"/>
                  <a:pt x="4235" y="428"/>
                </a:cubicBezTo>
                <a:cubicBezTo>
                  <a:pt x="4015" y="428"/>
                  <a:pt x="3837" y="509"/>
                  <a:pt x="3837" y="509"/>
                </a:cubicBezTo>
                <a:cubicBezTo>
                  <a:pt x="3739" y="387"/>
                  <a:pt x="3623" y="350"/>
                  <a:pt x="3519" y="350"/>
                </a:cubicBezTo>
                <a:cubicBezTo>
                  <a:pt x="3366" y="350"/>
                  <a:pt x="3239" y="429"/>
                  <a:pt x="3239" y="429"/>
                </a:cubicBezTo>
                <a:cubicBezTo>
                  <a:pt x="3239" y="429"/>
                  <a:pt x="3025" y="1"/>
                  <a:pt x="24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174"/>
          <p:cNvSpPr txBox="1"/>
          <p:nvPr>
            <p:ph idx="1" type="body"/>
          </p:nvPr>
        </p:nvSpPr>
        <p:spPr>
          <a:xfrm>
            <a:off x="4790400" y="1711314"/>
            <a:ext cx="3640500" cy="2285100"/>
          </a:xfrm>
          <a:prstGeom prst="rect">
            <a:avLst/>
          </a:prstGeom>
        </p:spPr>
        <p:txBody>
          <a:bodyPr anchorCtr="0" anchor="t" bIns="91425" lIns="91425" spcFirstLastPara="1" rIns="91425" wrap="square" tIns="91425">
            <a:noAutofit/>
          </a:bodyPr>
          <a:lstStyle>
            <a:lvl1pPr indent="-317500" lvl="0" marL="457200">
              <a:lnSpc>
                <a:spcPct val="100000"/>
              </a:lnSpc>
              <a:spcBef>
                <a:spcPts val="0"/>
              </a:spcBef>
              <a:spcAft>
                <a:spcPts val="0"/>
              </a:spcAft>
              <a:buSzPts val="1400"/>
              <a:buChar char="●"/>
              <a:defRPr/>
            </a:lvl1pPr>
            <a:lvl2pPr indent="-317500" lvl="1" marL="914400">
              <a:lnSpc>
                <a:spcPct val="115000"/>
              </a:lnSpc>
              <a:spcBef>
                <a:spcPts val="0"/>
              </a:spcBef>
              <a:spcAft>
                <a:spcPts val="0"/>
              </a:spcAft>
              <a:buSzPts val="1400"/>
              <a:buChar char="○"/>
              <a:defRPr/>
            </a:lvl2pPr>
            <a:lvl3pPr indent="-317500" lvl="2" marL="1371600">
              <a:lnSpc>
                <a:spcPct val="115000"/>
              </a:lnSpc>
              <a:spcBef>
                <a:spcPts val="1600"/>
              </a:spcBef>
              <a:spcAft>
                <a:spcPts val="0"/>
              </a:spcAft>
              <a:buSzPts val="1400"/>
              <a:buChar char="■"/>
              <a:defRPr/>
            </a:lvl3pPr>
            <a:lvl4pPr indent="-317500" lvl="3" marL="1828800">
              <a:lnSpc>
                <a:spcPct val="115000"/>
              </a:lnSpc>
              <a:spcBef>
                <a:spcPts val="1600"/>
              </a:spcBef>
              <a:spcAft>
                <a:spcPts val="0"/>
              </a:spcAft>
              <a:buSzPts val="1400"/>
              <a:buChar char="●"/>
              <a:defRPr/>
            </a:lvl4pPr>
            <a:lvl5pPr indent="-317500" lvl="4" marL="2286000">
              <a:lnSpc>
                <a:spcPct val="115000"/>
              </a:lnSpc>
              <a:spcBef>
                <a:spcPts val="1600"/>
              </a:spcBef>
              <a:spcAft>
                <a:spcPts val="0"/>
              </a:spcAft>
              <a:buSzPts val="1400"/>
              <a:buChar char="○"/>
              <a:defRPr/>
            </a:lvl5pPr>
            <a:lvl6pPr indent="-317500" lvl="5" marL="2743200">
              <a:lnSpc>
                <a:spcPct val="115000"/>
              </a:lnSpc>
              <a:spcBef>
                <a:spcPts val="1600"/>
              </a:spcBef>
              <a:spcAft>
                <a:spcPts val="0"/>
              </a:spcAft>
              <a:buSzPts val="1400"/>
              <a:buChar char="■"/>
              <a:defRPr/>
            </a:lvl6pPr>
            <a:lvl7pPr indent="-317500" lvl="6" marL="3200400">
              <a:lnSpc>
                <a:spcPct val="115000"/>
              </a:lnSpc>
              <a:spcBef>
                <a:spcPts val="1600"/>
              </a:spcBef>
              <a:spcAft>
                <a:spcPts val="0"/>
              </a:spcAft>
              <a:buSzPts val="1400"/>
              <a:buChar char="●"/>
              <a:defRPr/>
            </a:lvl7pPr>
            <a:lvl8pPr indent="-317500" lvl="7" marL="3657600">
              <a:lnSpc>
                <a:spcPct val="115000"/>
              </a:lnSpc>
              <a:spcBef>
                <a:spcPts val="1600"/>
              </a:spcBef>
              <a:spcAft>
                <a:spcPts val="0"/>
              </a:spcAft>
              <a:buSzPts val="1400"/>
              <a:buChar char="○"/>
              <a:defRPr/>
            </a:lvl8pPr>
            <a:lvl9pPr indent="-317500" lvl="8" marL="4114800">
              <a:lnSpc>
                <a:spcPct val="115000"/>
              </a:lnSpc>
              <a:spcBef>
                <a:spcPts val="1600"/>
              </a:spcBef>
              <a:spcAft>
                <a:spcPts val="1600"/>
              </a:spcAft>
              <a:buSzPts val="1400"/>
              <a:buChar char="■"/>
              <a:defRPr/>
            </a:lvl9pPr>
          </a:lstStyle>
          <a:p/>
        </p:txBody>
      </p:sp>
      <p:sp>
        <p:nvSpPr>
          <p:cNvPr id="11346" name="Google Shape;11346;p174"/>
          <p:cNvSpPr txBox="1"/>
          <p:nvPr>
            <p:ph type="title"/>
          </p:nvPr>
        </p:nvSpPr>
        <p:spPr>
          <a:xfrm>
            <a:off x="4790400" y="1112089"/>
            <a:ext cx="3497100" cy="5229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Tree>
  </p:cSld>
  <p:clrMapOvr>
    <a:masterClrMapping/>
  </p:clrMapOvr>
</p:sldLayout>
</file>

<file path=ppt/slideLayouts/slideLayout1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1347" name="Shape 11347"/>
        <p:cNvGrpSpPr/>
        <p:nvPr/>
      </p:nvGrpSpPr>
      <p:grpSpPr>
        <a:xfrm>
          <a:off x="0" y="0"/>
          <a:ext cx="0" cy="0"/>
          <a:chOff x="0" y="0"/>
          <a:chExt cx="0" cy="0"/>
        </a:xfrm>
      </p:grpSpPr>
      <p:grpSp>
        <p:nvGrpSpPr>
          <p:cNvPr id="11348" name="Google Shape;11348;p175"/>
          <p:cNvGrpSpPr/>
          <p:nvPr/>
        </p:nvGrpSpPr>
        <p:grpSpPr>
          <a:xfrm>
            <a:off x="-487100" y="2708672"/>
            <a:ext cx="9631141" cy="3077307"/>
            <a:chOff x="-487100" y="2708672"/>
            <a:chExt cx="9631141" cy="3077307"/>
          </a:xfrm>
        </p:grpSpPr>
        <p:sp>
          <p:nvSpPr>
            <p:cNvPr id="11349" name="Google Shape;11349;p175"/>
            <p:cNvSpPr/>
            <p:nvPr/>
          </p:nvSpPr>
          <p:spPr>
            <a:xfrm>
              <a:off x="25" y="2708672"/>
              <a:ext cx="9138617" cy="2458691"/>
            </a:xfrm>
            <a:custGeom>
              <a:rect b="b" l="l" r="r" t="t"/>
              <a:pathLst>
                <a:path extrusionOk="0" h="10831" w="30422">
                  <a:moveTo>
                    <a:pt x="1" y="1"/>
                  </a:moveTo>
                  <a:lnTo>
                    <a:pt x="1" y="10831"/>
                  </a:lnTo>
                  <a:lnTo>
                    <a:pt x="30422" y="10831"/>
                  </a:lnTo>
                  <a:lnTo>
                    <a:pt x="3042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175"/>
            <p:cNvSpPr/>
            <p:nvPr/>
          </p:nvSpPr>
          <p:spPr>
            <a:xfrm rot="-452031">
              <a:off x="-434959" y="3829110"/>
              <a:ext cx="8885158" cy="1380354"/>
            </a:xfrm>
            <a:custGeom>
              <a:rect b="b" l="l" r="r" t="t"/>
              <a:pathLst>
                <a:path extrusionOk="0" h="4392" w="19699">
                  <a:moveTo>
                    <a:pt x="4995" y="1"/>
                  </a:moveTo>
                  <a:cubicBezTo>
                    <a:pt x="3919" y="1"/>
                    <a:pt x="4301" y="735"/>
                    <a:pt x="4568" y="1249"/>
                  </a:cubicBezTo>
                  <a:cubicBezTo>
                    <a:pt x="4660" y="1423"/>
                    <a:pt x="4631" y="1480"/>
                    <a:pt x="4542" y="1480"/>
                  </a:cubicBezTo>
                  <a:cubicBezTo>
                    <a:pt x="4369" y="1480"/>
                    <a:pt x="3971" y="1264"/>
                    <a:pt x="3803" y="1264"/>
                  </a:cubicBezTo>
                  <a:cubicBezTo>
                    <a:pt x="3706" y="1264"/>
                    <a:pt x="3685" y="1335"/>
                    <a:pt x="3828" y="1562"/>
                  </a:cubicBezTo>
                  <a:cubicBezTo>
                    <a:pt x="4013" y="1864"/>
                    <a:pt x="3581" y="1960"/>
                    <a:pt x="2958" y="1960"/>
                  </a:cubicBezTo>
                  <a:cubicBezTo>
                    <a:pt x="1873" y="1960"/>
                    <a:pt x="206" y="1669"/>
                    <a:pt x="206" y="1669"/>
                  </a:cubicBezTo>
                  <a:lnTo>
                    <a:pt x="0" y="3239"/>
                  </a:lnTo>
                  <a:cubicBezTo>
                    <a:pt x="0" y="3239"/>
                    <a:pt x="3194" y="3845"/>
                    <a:pt x="3667" y="4104"/>
                  </a:cubicBezTo>
                  <a:cubicBezTo>
                    <a:pt x="3878" y="4221"/>
                    <a:pt x="4325" y="4236"/>
                    <a:pt x="4971" y="4236"/>
                  </a:cubicBezTo>
                  <a:cubicBezTo>
                    <a:pt x="5183" y="4236"/>
                    <a:pt x="5415" y="4234"/>
                    <a:pt x="5667" y="4234"/>
                  </a:cubicBezTo>
                  <a:cubicBezTo>
                    <a:pt x="6343" y="4234"/>
                    <a:pt x="7159" y="4246"/>
                    <a:pt x="8092" y="4327"/>
                  </a:cubicBezTo>
                  <a:cubicBezTo>
                    <a:pt x="8653" y="4374"/>
                    <a:pt x="9403" y="4392"/>
                    <a:pt x="10220" y="4392"/>
                  </a:cubicBezTo>
                  <a:cubicBezTo>
                    <a:pt x="12820" y="4392"/>
                    <a:pt x="16094" y="4211"/>
                    <a:pt x="16094" y="4211"/>
                  </a:cubicBezTo>
                  <a:lnTo>
                    <a:pt x="19698" y="2570"/>
                  </a:lnTo>
                  <a:cubicBezTo>
                    <a:pt x="19698" y="2570"/>
                    <a:pt x="16180" y="926"/>
                    <a:pt x="15253" y="926"/>
                  </a:cubicBezTo>
                  <a:cubicBezTo>
                    <a:pt x="15086" y="926"/>
                    <a:pt x="15003" y="979"/>
                    <a:pt x="15041" y="1107"/>
                  </a:cubicBezTo>
                  <a:cubicBezTo>
                    <a:pt x="15079" y="1237"/>
                    <a:pt x="14995" y="1289"/>
                    <a:pt x="14829" y="1289"/>
                  </a:cubicBezTo>
                  <a:cubicBezTo>
                    <a:pt x="14138" y="1289"/>
                    <a:pt x="12020" y="387"/>
                    <a:pt x="11225" y="387"/>
                  </a:cubicBezTo>
                  <a:cubicBezTo>
                    <a:pt x="10990" y="387"/>
                    <a:pt x="10871" y="465"/>
                    <a:pt x="10938" y="669"/>
                  </a:cubicBezTo>
                  <a:cubicBezTo>
                    <a:pt x="11018" y="915"/>
                    <a:pt x="10974" y="1008"/>
                    <a:pt x="10851" y="1008"/>
                  </a:cubicBezTo>
                  <a:cubicBezTo>
                    <a:pt x="10476" y="1008"/>
                    <a:pt x="9368" y="142"/>
                    <a:pt x="8865" y="142"/>
                  </a:cubicBezTo>
                  <a:cubicBezTo>
                    <a:pt x="8823" y="142"/>
                    <a:pt x="8785" y="148"/>
                    <a:pt x="8752" y="161"/>
                  </a:cubicBezTo>
                  <a:cubicBezTo>
                    <a:pt x="8380" y="305"/>
                    <a:pt x="9122" y="760"/>
                    <a:pt x="8659" y="760"/>
                  </a:cubicBezTo>
                  <a:cubicBezTo>
                    <a:pt x="8434" y="760"/>
                    <a:pt x="7924" y="652"/>
                    <a:pt x="6861" y="348"/>
                  </a:cubicBezTo>
                  <a:cubicBezTo>
                    <a:pt x="5988" y="101"/>
                    <a:pt x="5392" y="1"/>
                    <a:pt x="49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175"/>
            <p:cNvSpPr/>
            <p:nvPr/>
          </p:nvSpPr>
          <p:spPr>
            <a:xfrm>
              <a:off x="938150" y="2885827"/>
              <a:ext cx="8200483" cy="2281538"/>
            </a:xfrm>
            <a:custGeom>
              <a:rect b="b" l="l" r="r" t="t"/>
              <a:pathLst>
                <a:path extrusionOk="0" h="7595" w="27299">
                  <a:moveTo>
                    <a:pt x="25426" y="1"/>
                  </a:moveTo>
                  <a:cubicBezTo>
                    <a:pt x="24848" y="1"/>
                    <a:pt x="24465" y="94"/>
                    <a:pt x="24765" y="288"/>
                  </a:cubicBezTo>
                  <a:cubicBezTo>
                    <a:pt x="25372" y="672"/>
                    <a:pt x="24551" y="449"/>
                    <a:pt x="22624" y="1082"/>
                  </a:cubicBezTo>
                  <a:cubicBezTo>
                    <a:pt x="20706" y="1725"/>
                    <a:pt x="21429" y="2206"/>
                    <a:pt x="22044" y="2715"/>
                  </a:cubicBezTo>
                  <a:cubicBezTo>
                    <a:pt x="22651" y="3223"/>
                    <a:pt x="22437" y="4678"/>
                    <a:pt x="20322" y="4838"/>
                  </a:cubicBezTo>
                  <a:cubicBezTo>
                    <a:pt x="20162" y="4851"/>
                    <a:pt x="20008" y="4857"/>
                    <a:pt x="19860" y="4857"/>
                  </a:cubicBezTo>
                  <a:cubicBezTo>
                    <a:pt x="18181" y="4857"/>
                    <a:pt x="17351" y="4087"/>
                    <a:pt x="16901" y="4087"/>
                  </a:cubicBezTo>
                  <a:cubicBezTo>
                    <a:pt x="16871" y="4087"/>
                    <a:pt x="16843" y="4091"/>
                    <a:pt x="16817" y="4098"/>
                  </a:cubicBezTo>
                  <a:cubicBezTo>
                    <a:pt x="16516" y="4179"/>
                    <a:pt x="17028" y="4589"/>
                    <a:pt x="16349" y="4589"/>
                  </a:cubicBezTo>
                  <a:cubicBezTo>
                    <a:pt x="15979" y="4589"/>
                    <a:pt x="15258" y="4468"/>
                    <a:pt x="13864" y="4107"/>
                  </a:cubicBezTo>
                  <a:cubicBezTo>
                    <a:pt x="12777" y="3828"/>
                    <a:pt x="12007" y="3716"/>
                    <a:pt x="11472" y="3716"/>
                  </a:cubicBezTo>
                  <a:cubicBezTo>
                    <a:pt x="10053" y="3716"/>
                    <a:pt x="10292" y="4510"/>
                    <a:pt x="10688" y="5106"/>
                  </a:cubicBezTo>
                  <a:cubicBezTo>
                    <a:pt x="10962" y="5527"/>
                    <a:pt x="10990" y="5704"/>
                    <a:pt x="10575" y="5704"/>
                  </a:cubicBezTo>
                  <a:cubicBezTo>
                    <a:pt x="10181" y="5704"/>
                    <a:pt x="9388" y="5545"/>
                    <a:pt x="8029" y="5284"/>
                  </a:cubicBezTo>
                  <a:cubicBezTo>
                    <a:pt x="7400" y="5163"/>
                    <a:pt x="6920" y="5111"/>
                    <a:pt x="6559" y="5111"/>
                  </a:cubicBezTo>
                  <a:cubicBezTo>
                    <a:pt x="5325" y="5111"/>
                    <a:pt x="5493" y="5717"/>
                    <a:pt x="5879" y="6221"/>
                  </a:cubicBezTo>
                  <a:cubicBezTo>
                    <a:pt x="6057" y="6452"/>
                    <a:pt x="5590" y="6512"/>
                    <a:pt x="4875" y="6512"/>
                  </a:cubicBezTo>
                  <a:cubicBezTo>
                    <a:pt x="4094" y="6512"/>
                    <a:pt x="3016" y="6440"/>
                    <a:pt x="2156" y="6440"/>
                  </a:cubicBezTo>
                  <a:cubicBezTo>
                    <a:pt x="1585" y="6440"/>
                    <a:pt x="1111" y="6472"/>
                    <a:pt x="884" y="6578"/>
                  </a:cubicBezTo>
                  <a:cubicBezTo>
                    <a:pt x="0" y="6997"/>
                    <a:pt x="705" y="7595"/>
                    <a:pt x="705" y="7595"/>
                  </a:cubicBezTo>
                  <a:lnTo>
                    <a:pt x="27299" y="7595"/>
                  </a:lnTo>
                  <a:lnTo>
                    <a:pt x="27299" y="288"/>
                  </a:lnTo>
                  <a:cubicBezTo>
                    <a:pt x="26816" y="99"/>
                    <a:pt x="26018" y="1"/>
                    <a:pt x="254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175"/>
            <p:cNvSpPr/>
            <p:nvPr/>
          </p:nvSpPr>
          <p:spPr>
            <a:xfrm>
              <a:off x="900601" y="3153183"/>
              <a:ext cx="8243440" cy="2014182"/>
            </a:xfrm>
            <a:custGeom>
              <a:rect b="b" l="l" r="r" t="t"/>
              <a:pathLst>
                <a:path extrusionOk="0" h="6705" w="27442">
                  <a:moveTo>
                    <a:pt x="25753" y="1"/>
                  </a:moveTo>
                  <a:cubicBezTo>
                    <a:pt x="24111" y="1"/>
                    <a:pt x="21945" y="237"/>
                    <a:pt x="22544" y="1548"/>
                  </a:cubicBezTo>
                  <a:cubicBezTo>
                    <a:pt x="23231" y="3054"/>
                    <a:pt x="22540" y="4266"/>
                    <a:pt x="19414" y="4266"/>
                  </a:cubicBezTo>
                  <a:cubicBezTo>
                    <a:pt x="18279" y="4266"/>
                    <a:pt x="16824" y="4106"/>
                    <a:pt x="14997" y="3743"/>
                  </a:cubicBezTo>
                  <a:cubicBezTo>
                    <a:pt x="13658" y="3477"/>
                    <a:pt x="12755" y="3370"/>
                    <a:pt x="12154" y="3370"/>
                  </a:cubicBezTo>
                  <a:cubicBezTo>
                    <a:pt x="9709" y="3370"/>
                    <a:pt x="12256" y="5136"/>
                    <a:pt x="10787" y="5136"/>
                  </a:cubicBezTo>
                  <a:cubicBezTo>
                    <a:pt x="10764" y="5136"/>
                    <a:pt x="10740" y="5135"/>
                    <a:pt x="10715" y="5135"/>
                  </a:cubicBezTo>
                  <a:cubicBezTo>
                    <a:pt x="9570" y="5099"/>
                    <a:pt x="8141" y="4903"/>
                    <a:pt x="7295" y="4903"/>
                  </a:cubicBezTo>
                  <a:cubicBezTo>
                    <a:pt x="6651" y="4903"/>
                    <a:pt x="6346" y="5017"/>
                    <a:pt x="6763" y="5402"/>
                  </a:cubicBezTo>
                  <a:cubicBezTo>
                    <a:pt x="7753" y="6330"/>
                    <a:pt x="0" y="5215"/>
                    <a:pt x="1463" y="6705"/>
                  </a:cubicBezTo>
                  <a:lnTo>
                    <a:pt x="27442" y="6705"/>
                  </a:lnTo>
                  <a:lnTo>
                    <a:pt x="27442" y="76"/>
                  </a:lnTo>
                  <a:cubicBezTo>
                    <a:pt x="27442" y="76"/>
                    <a:pt x="26681" y="1"/>
                    <a:pt x="25753" y="1"/>
                  </a:cubicBez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175"/>
            <p:cNvSpPr/>
            <p:nvPr/>
          </p:nvSpPr>
          <p:spPr>
            <a:xfrm>
              <a:off x="897897" y="3158590"/>
              <a:ext cx="8240736" cy="2008775"/>
            </a:xfrm>
            <a:custGeom>
              <a:rect b="b" l="l" r="r" t="t"/>
              <a:pathLst>
                <a:path extrusionOk="0" h="6687" w="27433">
                  <a:moveTo>
                    <a:pt x="25738" y="0"/>
                  </a:moveTo>
                  <a:cubicBezTo>
                    <a:pt x="24099" y="0"/>
                    <a:pt x="21943" y="236"/>
                    <a:pt x="22535" y="1539"/>
                  </a:cubicBezTo>
                  <a:cubicBezTo>
                    <a:pt x="23222" y="3045"/>
                    <a:pt x="22536" y="4257"/>
                    <a:pt x="19409" y="4257"/>
                  </a:cubicBezTo>
                  <a:cubicBezTo>
                    <a:pt x="18274" y="4257"/>
                    <a:pt x="16817" y="4097"/>
                    <a:pt x="14988" y="3734"/>
                  </a:cubicBezTo>
                  <a:cubicBezTo>
                    <a:pt x="13650" y="3468"/>
                    <a:pt x="12747" y="3361"/>
                    <a:pt x="12146" y="3361"/>
                  </a:cubicBezTo>
                  <a:cubicBezTo>
                    <a:pt x="9695" y="3361"/>
                    <a:pt x="12258" y="5135"/>
                    <a:pt x="10770" y="5135"/>
                  </a:cubicBezTo>
                  <a:cubicBezTo>
                    <a:pt x="10749" y="5135"/>
                    <a:pt x="10728" y="5135"/>
                    <a:pt x="10706" y="5134"/>
                  </a:cubicBezTo>
                  <a:cubicBezTo>
                    <a:pt x="9564" y="5094"/>
                    <a:pt x="8132" y="4894"/>
                    <a:pt x="7287" y="4894"/>
                  </a:cubicBezTo>
                  <a:cubicBezTo>
                    <a:pt x="6647" y="4894"/>
                    <a:pt x="6342" y="5009"/>
                    <a:pt x="6754" y="5393"/>
                  </a:cubicBezTo>
                  <a:cubicBezTo>
                    <a:pt x="7753" y="6321"/>
                    <a:pt x="1" y="5197"/>
                    <a:pt x="1455" y="6687"/>
                  </a:cubicBezTo>
                  <a:lnTo>
                    <a:pt x="1820" y="6687"/>
                  </a:lnTo>
                  <a:cubicBezTo>
                    <a:pt x="1820" y="6687"/>
                    <a:pt x="1185" y="6156"/>
                    <a:pt x="2450" y="6156"/>
                  </a:cubicBezTo>
                  <a:cubicBezTo>
                    <a:pt x="2517" y="6156"/>
                    <a:pt x="2590" y="6157"/>
                    <a:pt x="2668" y="6160"/>
                  </a:cubicBezTo>
                  <a:cubicBezTo>
                    <a:pt x="3352" y="6188"/>
                    <a:pt x="4382" y="6254"/>
                    <a:pt x="5289" y="6254"/>
                  </a:cubicBezTo>
                  <a:cubicBezTo>
                    <a:pt x="6429" y="6254"/>
                    <a:pt x="7375" y="6150"/>
                    <a:pt x="7191" y="5732"/>
                  </a:cubicBezTo>
                  <a:cubicBezTo>
                    <a:pt x="7001" y="5318"/>
                    <a:pt x="7253" y="5119"/>
                    <a:pt x="7793" y="5119"/>
                  </a:cubicBezTo>
                  <a:cubicBezTo>
                    <a:pt x="8220" y="5119"/>
                    <a:pt x="8825" y="5243"/>
                    <a:pt x="9537" y="5482"/>
                  </a:cubicBezTo>
                  <a:cubicBezTo>
                    <a:pt x="10180" y="5695"/>
                    <a:pt x="10722" y="5810"/>
                    <a:pt x="11121" y="5810"/>
                  </a:cubicBezTo>
                  <a:cubicBezTo>
                    <a:pt x="11724" y="5810"/>
                    <a:pt x="11998" y="5548"/>
                    <a:pt x="11794" y="4974"/>
                  </a:cubicBezTo>
                  <a:cubicBezTo>
                    <a:pt x="11510" y="4196"/>
                    <a:pt x="11648" y="3613"/>
                    <a:pt x="12385" y="3613"/>
                  </a:cubicBezTo>
                  <a:cubicBezTo>
                    <a:pt x="12552" y="3613"/>
                    <a:pt x="12750" y="3643"/>
                    <a:pt x="12981" y="3707"/>
                  </a:cubicBezTo>
                  <a:cubicBezTo>
                    <a:pt x="14035" y="4006"/>
                    <a:pt x="16894" y="5183"/>
                    <a:pt x="19604" y="5183"/>
                  </a:cubicBezTo>
                  <a:cubicBezTo>
                    <a:pt x="20128" y="5183"/>
                    <a:pt x="20645" y="5139"/>
                    <a:pt x="21143" y="5036"/>
                  </a:cubicBezTo>
                  <a:cubicBezTo>
                    <a:pt x="24230" y="4403"/>
                    <a:pt x="23374" y="2744"/>
                    <a:pt x="22999" y="1789"/>
                  </a:cubicBezTo>
                  <a:cubicBezTo>
                    <a:pt x="22694" y="1018"/>
                    <a:pt x="22856" y="426"/>
                    <a:pt x="25350" y="426"/>
                  </a:cubicBezTo>
                  <a:cubicBezTo>
                    <a:pt x="25917" y="426"/>
                    <a:pt x="26604" y="456"/>
                    <a:pt x="27433" y="522"/>
                  </a:cubicBezTo>
                  <a:lnTo>
                    <a:pt x="27433" y="76"/>
                  </a:lnTo>
                  <a:cubicBezTo>
                    <a:pt x="27433" y="76"/>
                    <a:pt x="26669" y="0"/>
                    <a:pt x="25738" y="0"/>
                  </a:cubicBez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175"/>
            <p:cNvSpPr/>
            <p:nvPr/>
          </p:nvSpPr>
          <p:spPr>
            <a:xfrm>
              <a:off x="5332899" y="4810791"/>
              <a:ext cx="75399" cy="40254"/>
            </a:xfrm>
            <a:custGeom>
              <a:rect b="b" l="l" r="r" t="t"/>
              <a:pathLst>
                <a:path extrusionOk="0" h="134" w="251">
                  <a:moveTo>
                    <a:pt x="126" y="0"/>
                  </a:moveTo>
                  <a:cubicBezTo>
                    <a:pt x="54" y="0"/>
                    <a:pt x="1" y="27"/>
                    <a:pt x="1" y="63"/>
                  </a:cubicBezTo>
                  <a:cubicBezTo>
                    <a:pt x="1" y="98"/>
                    <a:pt x="54" y="134"/>
                    <a:pt x="126" y="134"/>
                  </a:cubicBezTo>
                  <a:cubicBezTo>
                    <a:pt x="188" y="134"/>
                    <a:pt x="251" y="98"/>
                    <a:pt x="251" y="63"/>
                  </a:cubicBezTo>
                  <a:cubicBezTo>
                    <a:pt x="251" y="27"/>
                    <a:pt x="188" y="0"/>
                    <a:pt x="126" y="0"/>
                  </a:cubicBez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175"/>
            <p:cNvSpPr/>
            <p:nvPr/>
          </p:nvSpPr>
          <p:spPr>
            <a:xfrm>
              <a:off x="5357231" y="4215698"/>
              <a:ext cx="158308" cy="622128"/>
            </a:xfrm>
            <a:custGeom>
              <a:rect b="b" l="l" r="r" t="t"/>
              <a:pathLst>
                <a:path extrusionOk="0" h="2071" w="527">
                  <a:moveTo>
                    <a:pt x="446" y="1"/>
                  </a:moveTo>
                  <a:lnTo>
                    <a:pt x="0" y="2053"/>
                  </a:lnTo>
                  <a:lnTo>
                    <a:pt x="80" y="2070"/>
                  </a:lnTo>
                  <a:lnTo>
                    <a:pt x="526" y="19"/>
                  </a:lnTo>
                  <a:lnTo>
                    <a:pt x="446" y="1"/>
                  </a:ln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175"/>
            <p:cNvSpPr/>
            <p:nvPr/>
          </p:nvSpPr>
          <p:spPr>
            <a:xfrm>
              <a:off x="5019589" y="4202781"/>
              <a:ext cx="876553" cy="324132"/>
            </a:xfrm>
            <a:custGeom>
              <a:rect b="b" l="l" r="r" t="t"/>
              <a:pathLst>
                <a:path extrusionOk="0" h="1079" w="2918">
                  <a:moveTo>
                    <a:pt x="1145" y="0"/>
                  </a:moveTo>
                  <a:cubicBezTo>
                    <a:pt x="385" y="0"/>
                    <a:pt x="0" y="436"/>
                    <a:pt x="0" y="436"/>
                  </a:cubicBezTo>
                  <a:lnTo>
                    <a:pt x="2917" y="1079"/>
                  </a:lnTo>
                  <a:cubicBezTo>
                    <a:pt x="2917" y="1079"/>
                    <a:pt x="2676" y="285"/>
                    <a:pt x="1615" y="53"/>
                  </a:cubicBezTo>
                  <a:cubicBezTo>
                    <a:pt x="1445" y="16"/>
                    <a:pt x="1289" y="0"/>
                    <a:pt x="1145" y="0"/>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175"/>
            <p:cNvSpPr/>
            <p:nvPr/>
          </p:nvSpPr>
          <p:spPr>
            <a:xfrm>
              <a:off x="5166781" y="4211493"/>
              <a:ext cx="579162" cy="280574"/>
            </a:xfrm>
            <a:custGeom>
              <a:rect b="b" l="l" r="r" t="t"/>
              <a:pathLst>
                <a:path extrusionOk="0" h="934" w="1928">
                  <a:moveTo>
                    <a:pt x="911" y="0"/>
                  </a:moveTo>
                  <a:cubicBezTo>
                    <a:pt x="336" y="0"/>
                    <a:pt x="1" y="514"/>
                    <a:pt x="1" y="514"/>
                  </a:cubicBezTo>
                  <a:lnTo>
                    <a:pt x="1928" y="934"/>
                  </a:lnTo>
                  <a:cubicBezTo>
                    <a:pt x="1928" y="934"/>
                    <a:pt x="1830" y="175"/>
                    <a:pt x="1125" y="24"/>
                  </a:cubicBezTo>
                  <a:cubicBezTo>
                    <a:pt x="1050" y="8"/>
                    <a:pt x="979" y="0"/>
                    <a:pt x="9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175"/>
            <p:cNvSpPr/>
            <p:nvPr/>
          </p:nvSpPr>
          <p:spPr>
            <a:xfrm>
              <a:off x="5332899" y="4217200"/>
              <a:ext cx="263146" cy="240020"/>
            </a:xfrm>
            <a:custGeom>
              <a:rect b="b" l="l" r="r" t="t"/>
              <a:pathLst>
                <a:path extrusionOk="0" h="799" w="876">
                  <a:moveTo>
                    <a:pt x="531" y="1"/>
                  </a:moveTo>
                  <a:cubicBezTo>
                    <a:pt x="237" y="1"/>
                    <a:pt x="1" y="620"/>
                    <a:pt x="1" y="620"/>
                  </a:cubicBezTo>
                  <a:lnTo>
                    <a:pt x="831" y="799"/>
                  </a:lnTo>
                  <a:cubicBezTo>
                    <a:pt x="831" y="799"/>
                    <a:pt x="875" y="67"/>
                    <a:pt x="572" y="5"/>
                  </a:cubicBezTo>
                  <a:cubicBezTo>
                    <a:pt x="558" y="2"/>
                    <a:pt x="544" y="1"/>
                    <a:pt x="531" y="1"/>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175"/>
            <p:cNvSpPr/>
            <p:nvPr/>
          </p:nvSpPr>
          <p:spPr>
            <a:xfrm>
              <a:off x="4373744" y="4301613"/>
              <a:ext cx="825485" cy="562950"/>
            </a:xfrm>
            <a:custGeom>
              <a:rect b="b" l="l" r="r" t="t"/>
              <a:pathLst>
                <a:path extrusionOk="0" h="1874" w="2748">
                  <a:moveTo>
                    <a:pt x="1276" y="0"/>
                  </a:moveTo>
                  <a:lnTo>
                    <a:pt x="0" y="321"/>
                  </a:lnTo>
                  <a:lnTo>
                    <a:pt x="1276" y="1874"/>
                  </a:lnTo>
                  <a:lnTo>
                    <a:pt x="2748" y="1205"/>
                  </a:lnTo>
                  <a:lnTo>
                    <a:pt x="1276" y="0"/>
                  </a:ln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175"/>
            <p:cNvSpPr/>
            <p:nvPr/>
          </p:nvSpPr>
          <p:spPr>
            <a:xfrm>
              <a:off x="4389665" y="4264063"/>
              <a:ext cx="825786" cy="562950"/>
            </a:xfrm>
            <a:custGeom>
              <a:rect b="b" l="l" r="r" t="t"/>
              <a:pathLst>
                <a:path extrusionOk="0" h="1874" w="2749">
                  <a:moveTo>
                    <a:pt x="1276" y="0"/>
                  </a:moveTo>
                  <a:lnTo>
                    <a:pt x="1" y="321"/>
                  </a:lnTo>
                  <a:lnTo>
                    <a:pt x="1285" y="1874"/>
                  </a:lnTo>
                  <a:lnTo>
                    <a:pt x="2748" y="1196"/>
                  </a:lnTo>
                  <a:lnTo>
                    <a:pt x="1276" y="0"/>
                  </a:lnTo>
                  <a:close/>
                </a:path>
              </a:pathLst>
            </a:custGeom>
            <a:solidFill>
              <a:srgbClr val="EA9B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175"/>
            <p:cNvSpPr/>
            <p:nvPr/>
          </p:nvSpPr>
          <p:spPr>
            <a:xfrm>
              <a:off x="4505016" y="4322941"/>
              <a:ext cx="450292" cy="442489"/>
            </a:xfrm>
            <a:custGeom>
              <a:rect b="b" l="l" r="r" t="t"/>
              <a:pathLst>
                <a:path extrusionOk="0" h="1473" w="1499">
                  <a:moveTo>
                    <a:pt x="98" y="1"/>
                  </a:moveTo>
                  <a:lnTo>
                    <a:pt x="0" y="27"/>
                  </a:lnTo>
                  <a:lnTo>
                    <a:pt x="1338" y="1473"/>
                  </a:lnTo>
                  <a:lnTo>
                    <a:pt x="1499" y="1401"/>
                  </a:lnTo>
                  <a:lnTo>
                    <a:pt x="98" y="1"/>
                  </a:ln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175"/>
            <p:cNvSpPr/>
            <p:nvPr/>
          </p:nvSpPr>
          <p:spPr>
            <a:xfrm>
              <a:off x="4652208" y="4285391"/>
              <a:ext cx="458703" cy="410346"/>
            </a:xfrm>
            <a:custGeom>
              <a:rect b="b" l="l" r="r" t="t"/>
              <a:pathLst>
                <a:path extrusionOk="0" h="1366" w="1527">
                  <a:moveTo>
                    <a:pt x="117" y="1"/>
                  </a:moveTo>
                  <a:lnTo>
                    <a:pt x="1" y="27"/>
                  </a:lnTo>
                  <a:lnTo>
                    <a:pt x="1357" y="1366"/>
                  </a:lnTo>
                  <a:lnTo>
                    <a:pt x="1526" y="1285"/>
                  </a:lnTo>
                  <a:lnTo>
                    <a:pt x="117" y="1"/>
                  </a:ln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175"/>
            <p:cNvSpPr/>
            <p:nvPr/>
          </p:nvSpPr>
          <p:spPr>
            <a:xfrm>
              <a:off x="5464170" y="4773241"/>
              <a:ext cx="1064299" cy="726367"/>
            </a:xfrm>
            <a:custGeom>
              <a:rect b="b" l="l" r="r" t="t"/>
              <a:pathLst>
                <a:path extrusionOk="0" h="2418" w="3543">
                  <a:moveTo>
                    <a:pt x="1651" y="0"/>
                  </a:moveTo>
                  <a:lnTo>
                    <a:pt x="1" y="420"/>
                  </a:lnTo>
                  <a:lnTo>
                    <a:pt x="1651" y="2418"/>
                  </a:lnTo>
                  <a:lnTo>
                    <a:pt x="3543" y="1553"/>
                  </a:lnTo>
                  <a:lnTo>
                    <a:pt x="1651" y="0"/>
                  </a:ln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175"/>
            <p:cNvSpPr/>
            <p:nvPr/>
          </p:nvSpPr>
          <p:spPr>
            <a:xfrm>
              <a:off x="5485799" y="4724877"/>
              <a:ext cx="1063999" cy="723964"/>
            </a:xfrm>
            <a:custGeom>
              <a:rect b="b" l="l" r="r" t="t"/>
              <a:pathLst>
                <a:path extrusionOk="0" h="2410" w="3542">
                  <a:moveTo>
                    <a:pt x="1651" y="1"/>
                  </a:moveTo>
                  <a:lnTo>
                    <a:pt x="0" y="411"/>
                  </a:lnTo>
                  <a:lnTo>
                    <a:pt x="1651" y="2409"/>
                  </a:lnTo>
                  <a:lnTo>
                    <a:pt x="3542" y="1544"/>
                  </a:lnTo>
                  <a:lnTo>
                    <a:pt x="1651"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175"/>
            <p:cNvSpPr/>
            <p:nvPr/>
          </p:nvSpPr>
          <p:spPr>
            <a:xfrm>
              <a:off x="5633292" y="4799977"/>
              <a:ext cx="581565" cy="571060"/>
            </a:xfrm>
            <a:custGeom>
              <a:rect b="b" l="l" r="r" t="t"/>
              <a:pathLst>
                <a:path extrusionOk="0" h="1901" w="1936">
                  <a:moveTo>
                    <a:pt x="134" y="1"/>
                  </a:moveTo>
                  <a:lnTo>
                    <a:pt x="0" y="36"/>
                  </a:lnTo>
                  <a:lnTo>
                    <a:pt x="1722" y="1901"/>
                  </a:lnTo>
                  <a:lnTo>
                    <a:pt x="1936" y="1803"/>
                  </a:lnTo>
                  <a:lnTo>
                    <a:pt x="134" y="1"/>
                  </a:ln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175"/>
            <p:cNvSpPr/>
            <p:nvPr/>
          </p:nvSpPr>
          <p:spPr>
            <a:xfrm>
              <a:off x="5826144" y="4751612"/>
              <a:ext cx="589675" cy="528404"/>
            </a:xfrm>
            <a:custGeom>
              <a:rect b="b" l="l" r="r" t="t"/>
              <a:pathLst>
                <a:path extrusionOk="0" h="1759" w="1963">
                  <a:moveTo>
                    <a:pt x="143" y="1"/>
                  </a:moveTo>
                  <a:lnTo>
                    <a:pt x="0" y="37"/>
                  </a:lnTo>
                  <a:lnTo>
                    <a:pt x="1740" y="1758"/>
                  </a:lnTo>
                  <a:lnTo>
                    <a:pt x="1963" y="1660"/>
                  </a:lnTo>
                  <a:lnTo>
                    <a:pt x="143" y="1"/>
                  </a:ln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175"/>
            <p:cNvSpPr/>
            <p:nvPr/>
          </p:nvSpPr>
          <p:spPr>
            <a:xfrm>
              <a:off x="4625473" y="4928548"/>
              <a:ext cx="1064299" cy="723964"/>
            </a:xfrm>
            <a:custGeom>
              <a:rect b="b" l="l" r="r" t="t"/>
              <a:pathLst>
                <a:path extrusionOk="0" h="2410" w="3543">
                  <a:moveTo>
                    <a:pt x="1651" y="1"/>
                  </a:moveTo>
                  <a:lnTo>
                    <a:pt x="1" y="411"/>
                  </a:lnTo>
                  <a:lnTo>
                    <a:pt x="1651" y="2409"/>
                  </a:lnTo>
                  <a:lnTo>
                    <a:pt x="3542" y="1544"/>
                  </a:lnTo>
                  <a:lnTo>
                    <a:pt x="1651" y="1"/>
                  </a:ln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175"/>
            <p:cNvSpPr/>
            <p:nvPr/>
          </p:nvSpPr>
          <p:spPr>
            <a:xfrm>
              <a:off x="4647102" y="4877780"/>
              <a:ext cx="1063999" cy="723664"/>
            </a:xfrm>
            <a:custGeom>
              <a:rect b="b" l="l" r="r" t="t"/>
              <a:pathLst>
                <a:path extrusionOk="0" h="2409" w="3542">
                  <a:moveTo>
                    <a:pt x="1650" y="0"/>
                  </a:moveTo>
                  <a:lnTo>
                    <a:pt x="0" y="411"/>
                  </a:lnTo>
                  <a:lnTo>
                    <a:pt x="1650" y="2409"/>
                  </a:lnTo>
                  <a:lnTo>
                    <a:pt x="3542" y="1544"/>
                  </a:lnTo>
                  <a:lnTo>
                    <a:pt x="1650" y="0"/>
                  </a:ln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175"/>
            <p:cNvSpPr/>
            <p:nvPr/>
          </p:nvSpPr>
          <p:spPr>
            <a:xfrm>
              <a:off x="4794294" y="4955283"/>
              <a:ext cx="581865" cy="568657"/>
            </a:xfrm>
            <a:custGeom>
              <a:rect b="b" l="l" r="r" t="t"/>
              <a:pathLst>
                <a:path extrusionOk="0" h="1893" w="1937">
                  <a:moveTo>
                    <a:pt x="135" y="1"/>
                  </a:moveTo>
                  <a:lnTo>
                    <a:pt x="1" y="28"/>
                  </a:lnTo>
                  <a:lnTo>
                    <a:pt x="1722" y="1892"/>
                  </a:lnTo>
                  <a:lnTo>
                    <a:pt x="1937" y="1803"/>
                  </a:lnTo>
                  <a:lnTo>
                    <a:pt x="135" y="1"/>
                  </a:ln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175"/>
            <p:cNvSpPr/>
            <p:nvPr/>
          </p:nvSpPr>
          <p:spPr>
            <a:xfrm>
              <a:off x="4987447" y="4904516"/>
              <a:ext cx="589675" cy="528103"/>
            </a:xfrm>
            <a:custGeom>
              <a:rect b="b" l="l" r="r" t="t"/>
              <a:pathLst>
                <a:path extrusionOk="0" h="1758" w="1963">
                  <a:moveTo>
                    <a:pt x="143" y="0"/>
                  </a:moveTo>
                  <a:lnTo>
                    <a:pt x="0" y="36"/>
                  </a:lnTo>
                  <a:lnTo>
                    <a:pt x="1740" y="1758"/>
                  </a:lnTo>
                  <a:lnTo>
                    <a:pt x="1963" y="1660"/>
                  </a:lnTo>
                  <a:lnTo>
                    <a:pt x="143" y="0"/>
                  </a:ln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175"/>
            <p:cNvSpPr/>
            <p:nvPr/>
          </p:nvSpPr>
          <p:spPr>
            <a:xfrm>
              <a:off x="6230773" y="4802680"/>
              <a:ext cx="161012" cy="78104"/>
            </a:xfrm>
            <a:custGeom>
              <a:rect b="b" l="l" r="r" t="t"/>
              <a:pathLst>
                <a:path extrusionOk="0" h="260" w="536">
                  <a:moveTo>
                    <a:pt x="268" y="0"/>
                  </a:moveTo>
                  <a:cubicBezTo>
                    <a:pt x="116" y="0"/>
                    <a:pt x="0" y="63"/>
                    <a:pt x="0" y="134"/>
                  </a:cubicBezTo>
                  <a:cubicBezTo>
                    <a:pt x="0" y="206"/>
                    <a:pt x="116" y="259"/>
                    <a:pt x="268" y="259"/>
                  </a:cubicBezTo>
                  <a:cubicBezTo>
                    <a:pt x="420" y="259"/>
                    <a:pt x="536" y="206"/>
                    <a:pt x="536" y="134"/>
                  </a:cubicBezTo>
                  <a:cubicBezTo>
                    <a:pt x="536" y="63"/>
                    <a:pt x="420" y="0"/>
                    <a:pt x="268" y="0"/>
                  </a:cubicBez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175"/>
            <p:cNvSpPr/>
            <p:nvPr/>
          </p:nvSpPr>
          <p:spPr>
            <a:xfrm>
              <a:off x="6241587" y="4773241"/>
              <a:ext cx="139383" cy="88618"/>
            </a:xfrm>
            <a:custGeom>
              <a:rect b="b" l="l" r="r" t="t"/>
              <a:pathLst>
                <a:path extrusionOk="0" h="295" w="464">
                  <a:moveTo>
                    <a:pt x="0" y="0"/>
                  </a:moveTo>
                  <a:lnTo>
                    <a:pt x="0" y="179"/>
                  </a:lnTo>
                  <a:cubicBezTo>
                    <a:pt x="0" y="241"/>
                    <a:pt x="107" y="295"/>
                    <a:pt x="232" y="295"/>
                  </a:cubicBezTo>
                  <a:cubicBezTo>
                    <a:pt x="357" y="295"/>
                    <a:pt x="464" y="241"/>
                    <a:pt x="464" y="179"/>
                  </a:cubicBez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175"/>
            <p:cNvSpPr/>
            <p:nvPr/>
          </p:nvSpPr>
          <p:spPr>
            <a:xfrm>
              <a:off x="6241587" y="4741098"/>
              <a:ext cx="139383" cy="67290"/>
            </a:xfrm>
            <a:custGeom>
              <a:rect b="b" l="l" r="r" t="t"/>
              <a:pathLst>
                <a:path extrusionOk="0" h="224" w="464">
                  <a:moveTo>
                    <a:pt x="232" y="0"/>
                  </a:moveTo>
                  <a:cubicBezTo>
                    <a:pt x="107" y="0"/>
                    <a:pt x="0" y="45"/>
                    <a:pt x="0" y="107"/>
                  </a:cubicBezTo>
                  <a:cubicBezTo>
                    <a:pt x="0" y="170"/>
                    <a:pt x="107" y="223"/>
                    <a:pt x="232" y="223"/>
                  </a:cubicBezTo>
                  <a:cubicBezTo>
                    <a:pt x="357" y="223"/>
                    <a:pt x="464" y="170"/>
                    <a:pt x="464" y="107"/>
                  </a:cubicBezTo>
                  <a:cubicBezTo>
                    <a:pt x="464" y="45"/>
                    <a:pt x="357" y="0"/>
                    <a:pt x="2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175"/>
            <p:cNvSpPr/>
            <p:nvPr/>
          </p:nvSpPr>
          <p:spPr>
            <a:xfrm>
              <a:off x="6254805" y="4746505"/>
              <a:ext cx="112949" cy="53772"/>
            </a:xfrm>
            <a:custGeom>
              <a:rect b="b" l="l" r="r" t="t"/>
              <a:pathLst>
                <a:path extrusionOk="0" h="179" w="376">
                  <a:moveTo>
                    <a:pt x="188" y="0"/>
                  </a:moveTo>
                  <a:cubicBezTo>
                    <a:pt x="90" y="0"/>
                    <a:pt x="1" y="45"/>
                    <a:pt x="1" y="89"/>
                  </a:cubicBezTo>
                  <a:cubicBezTo>
                    <a:pt x="1" y="143"/>
                    <a:pt x="90" y="179"/>
                    <a:pt x="188" y="179"/>
                  </a:cubicBezTo>
                  <a:cubicBezTo>
                    <a:pt x="286" y="179"/>
                    <a:pt x="375" y="143"/>
                    <a:pt x="375" y="89"/>
                  </a:cubicBezTo>
                  <a:cubicBezTo>
                    <a:pt x="375" y="45"/>
                    <a:pt x="286" y="0"/>
                    <a:pt x="188" y="0"/>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175"/>
            <p:cNvSpPr/>
            <p:nvPr/>
          </p:nvSpPr>
          <p:spPr>
            <a:xfrm>
              <a:off x="5552786" y="4657887"/>
              <a:ext cx="161012" cy="80808"/>
            </a:xfrm>
            <a:custGeom>
              <a:rect b="b" l="l" r="r" t="t"/>
              <a:pathLst>
                <a:path extrusionOk="0" h="269" w="536">
                  <a:moveTo>
                    <a:pt x="268" y="1"/>
                  </a:moveTo>
                  <a:cubicBezTo>
                    <a:pt x="125" y="1"/>
                    <a:pt x="0" y="63"/>
                    <a:pt x="0" y="135"/>
                  </a:cubicBezTo>
                  <a:cubicBezTo>
                    <a:pt x="0" y="206"/>
                    <a:pt x="125" y="268"/>
                    <a:pt x="268" y="268"/>
                  </a:cubicBezTo>
                  <a:cubicBezTo>
                    <a:pt x="420" y="268"/>
                    <a:pt x="536" y="206"/>
                    <a:pt x="536" y="135"/>
                  </a:cubicBezTo>
                  <a:cubicBezTo>
                    <a:pt x="536" y="63"/>
                    <a:pt x="420" y="1"/>
                    <a:pt x="268" y="1"/>
                  </a:cubicBezTo>
                  <a:close/>
                </a:path>
              </a:pathLst>
            </a:custGeom>
            <a:solidFill>
              <a:srgbClr val="DDB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175"/>
            <p:cNvSpPr/>
            <p:nvPr/>
          </p:nvSpPr>
          <p:spPr>
            <a:xfrm>
              <a:off x="5563601" y="4631152"/>
              <a:ext cx="139383" cy="85914"/>
            </a:xfrm>
            <a:custGeom>
              <a:rect b="b" l="l" r="r" t="t"/>
              <a:pathLst>
                <a:path extrusionOk="0" h="286" w="464">
                  <a:moveTo>
                    <a:pt x="0" y="0"/>
                  </a:moveTo>
                  <a:lnTo>
                    <a:pt x="0" y="170"/>
                  </a:lnTo>
                  <a:cubicBezTo>
                    <a:pt x="0" y="232"/>
                    <a:pt x="107" y="286"/>
                    <a:pt x="232" y="286"/>
                  </a:cubicBezTo>
                  <a:cubicBezTo>
                    <a:pt x="366" y="286"/>
                    <a:pt x="464" y="232"/>
                    <a:pt x="464" y="170"/>
                  </a:cubicBez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175"/>
            <p:cNvSpPr/>
            <p:nvPr/>
          </p:nvSpPr>
          <p:spPr>
            <a:xfrm>
              <a:off x="5563601" y="4596305"/>
              <a:ext cx="139383" cy="67290"/>
            </a:xfrm>
            <a:custGeom>
              <a:rect b="b" l="l" r="r" t="t"/>
              <a:pathLst>
                <a:path extrusionOk="0" h="224" w="464">
                  <a:moveTo>
                    <a:pt x="232" y="1"/>
                  </a:moveTo>
                  <a:cubicBezTo>
                    <a:pt x="107" y="1"/>
                    <a:pt x="0" y="54"/>
                    <a:pt x="0" y="116"/>
                  </a:cubicBezTo>
                  <a:cubicBezTo>
                    <a:pt x="0" y="170"/>
                    <a:pt x="107" y="224"/>
                    <a:pt x="232" y="224"/>
                  </a:cubicBezTo>
                  <a:cubicBezTo>
                    <a:pt x="366" y="224"/>
                    <a:pt x="464" y="170"/>
                    <a:pt x="464" y="116"/>
                  </a:cubicBezTo>
                  <a:cubicBezTo>
                    <a:pt x="464" y="54"/>
                    <a:pt x="366" y="1"/>
                    <a:pt x="2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175"/>
            <p:cNvSpPr/>
            <p:nvPr/>
          </p:nvSpPr>
          <p:spPr>
            <a:xfrm>
              <a:off x="5579521" y="4604416"/>
              <a:ext cx="110245" cy="53772"/>
            </a:xfrm>
            <a:custGeom>
              <a:rect b="b" l="l" r="r" t="t"/>
              <a:pathLst>
                <a:path extrusionOk="0" h="179" w="367">
                  <a:moveTo>
                    <a:pt x="179" y="0"/>
                  </a:moveTo>
                  <a:cubicBezTo>
                    <a:pt x="81" y="0"/>
                    <a:pt x="1" y="36"/>
                    <a:pt x="1" y="89"/>
                  </a:cubicBezTo>
                  <a:cubicBezTo>
                    <a:pt x="1" y="134"/>
                    <a:pt x="81" y="179"/>
                    <a:pt x="179" y="179"/>
                  </a:cubicBezTo>
                  <a:cubicBezTo>
                    <a:pt x="286" y="179"/>
                    <a:pt x="366" y="134"/>
                    <a:pt x="366" y="89"/>
                  </a:cubicBezTo>
                  <a:cubicBezTo>
                    <a:pt x="366" y="36"/>
                    <a:pt x="286" y="0"/>
                    <a:pt x="179" y="0"/>
                  </a:cubicBezTo>
                  <a:close/>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9" name="Google Shape;11379;p175"/>
          <p:cNvGrpSpPr/>
          <p:nvPr/>
        </p:nvGrpSpPr>
        <p:grpSpPr>
          <a:xfrm>
            <a:off x="-38101" y="1206786"/>
            <a:ext cx="2987614" cy="3307599"/>
            <a:chOff x="-2668226" y="994036"/>
            <a:chExt cx="2987614" cy="3307599"/>
          </a:xfrm>
        </p:grpSpPr>
        <p:sp>
          <p:nvSpPr>
            <p:cNvPr id="11380" name="Google Shape;11380;p175"/>
            <p:cNvSpPr/>
            <p:nvPr/>
          </p:nvSpPr>
          <p:spPr>
            <a:xfrm>
              <a:off x="-2633319" y="2890875"/>
              <a:ext cx="2952708" cy="1223018"/>
            </a:xfrm>
            <a:custGeom>
              <a:rect b="b" l="l" r="r" t="t"/>
              <a:pathLst>
                <a:path extrusionOk="0" h="7498" w="18102">
                  <a:moveTo>
                    <a:pt x="13695" y="1"/>
                  </a:moveTo>
                  <a:cubicBezTo>
                    <a:pt x="13227" y="1"/>
                    <a:pt x="10064" y="334"/>
                    <a:pt x="10064" y="334"/>
                  </a:cubicBezTo>
                  <a:lnTo>
                    <a:pt x="7352" y="763"/>
                  </a:lnTo>
                  <a:lnTo>
                    <a:pt x="4497" y="2056"/>
                  </a:lnTo>
                  <a:lnTo>
                    <a:pt x="670" y="4420"/>
                  </a:lnTo>
                  <a:cubicBezTo>
                    <a:pt x="670" y="4420"/>
                    <a:pt x="269" y="5642"/>
                    <a:pt x="135" y="6552"/>
                  </a:cubicBezTo>
                  <a:cubicBezTo>
                    <a:pt x="1" y="7462"/>
                    <a:pt x="4756" y="7498"/>
                    <a:pt x="4756" y="7498"/>
                  </a:cubicBezTo>
                  <a:cubicBezTo>
                    <a:pt x="4756" y="7498"/>
                    <a:pt x="6542" y="5062"/>
                    <a:pt x="7773" y="5062"/>
                  </a:cubicBezTo>
                  <a:cubicBezTo>
                    <a:pt x="7776" y="5062"/>
                    <a:pt x="7778" y="5062"/>
                    <a:pt x="7780" y="5062"/>
                  </a:cubicBezTo>
                  <a:cubicBezTo>
                    <a:pt x="7810" y="5063"/>
                    <a:pt x="7839" y="5063"/>
                    <a:pt x="7869" y="5063"/>
                  </a:cubicBezTo>
                  <a:cubicBezTo>
                    <a:pt x="9064" y="5063"/>
                    <a:pt x="10272" y="4719"/>
                    <a:pt x="9323" y="4527"/>
                  </a:cubicBezTo>
                  <a:cubicBezTo>
                    <a:pt x="8351" y="4331"/>
                    <a:pt x="9609" y="4063"/>
                    <a:pt x="11063" y="3956"/>
                  </a:cubicBezTo>
                  <a:cubicBezTo>
                    <a:pt x="12508" y="3840"/>
                    <a:pt x="12562" y="3341"/>
                    <a:pt x="11884" y="3287"/>
                  </a:cubicBezTo>
                  <a:cubicBezTo>
                    <a:pt x="11197" y="3234"/>
                    <a:pt x="11447" y="2913"/>
                    <a:pt x="13275" y="2814"/>
                  </a:cubicBezTo>
                  <a:cubicBezTo>
                    <a:pt x="15104" y="2707"/>
                    <a:pt x="16228" y="2136"/>
                    <a:pt x="15390" y="2127"/>
                  </a:cubicBezTo>
                  <a:cubicBezTo>
                    <a:pt x="14551" y="2119"/>
                    <a:pt x="14979" y="1753"/>
                    <a:pt x="15515" y="1628"/>
                  </a:cubicBezTo>
                  <a:cubicBezTo>
                    <a:pt x="16059" y="1503"/>
                    <a:pt x="16514" y="1369"/>
                    <a:pt x="16023" y="1226"/>
                  </a:cubicBezTo>
                  <a:cubicBezTo>
                    <a:pt x="15541" y="1084"/>
                    <a:pt x="16656" y="1102"/>
                    <a:pt x="17379" y="789"/>
                  </a:cubicBezTo>
                  <a:cubicBezTo>
                    <a:pt x="18102" y="468"/>
                    <a:pt x="16888" y="272"/>
                    <a:pt x="16888" y="272"/>
                  </a:cubicBezTo>
                  <a:cubicBezTo>
                    <a:pt x="16888" y="272"/>
                    <a:pt x="13882" y="49"/>
                    <a:pt x="13748" y="4"/>
                  </a:cubicBezTo>
                  <a:cubicBezTo>
                    <a:pt x="13741" y="2"/>
                    <a:pt x="13722" y="1"/>
                    <a:pt x="13695" y="1"/>
                  </a:cubicBez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175"/>
            <p:cNvSpPr/>
            <p:nvPr/>
          </p:nvSpPr>
          <p:spPr>
            <a:xfrm>
              <a:off x="-2668226" y="2770661"/>
              <a:ext cx="2861037" cy="1530974"/>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38A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175"/>
            <p:cNvSpPr/>
            <p:nvPr/>
          </p:nvSpPr>
          <p:spPr>
            <a:xfrm>
              <a:off x="-1122879" y="2127507"/>
              <a:ext cx="1255986" cy="933004"/>
            </a:xfrm>
            <a:custGeom>
              <a:rect b="b" l="l" r="r" t="t"/>
              <a:pathLst>
                <a:path extrusionOk="0" h="5720" w="7700">
                  <a:moveTo>
                    <a:pt x="2535" y="1"/>
                  </a:moveTo>
                  <a:lnTo>
                    <a:pt x="1758" y="215"/>
                  </a:lnTo>
                  <a:lnTo>
                    <a:pt x="1758" y="1187"/>
                  </a:lnTo>
                  <a:lnTo>
                    <a:pt x="1179" y="1062"/>
                  </a:lnTo>
                  <a:lnTo>
                    <a:pt x="732" y="1312"/>
                  </a:lnTo>
                  <a:lnTo>
                    <a:pt x="875" y="2597"/>
                  </a:lnTo>
                  <a:lnTo>
                    <a:pt x="697" y="3391"/>
                  </a:lnTo>
                  <a:lnTo>
                    <a:pt x="875" y="4488"/>
                  </a:lnTo>
                  <a:lnTo>
                    <a:pt x="1" y="5264"/>
                  </a:lnTo>
                  <a:lnTo>
                    <a:pt x="2481" y="5264"/>
                  </a:lnTo>
                  <a:lnTo>
                    <a:pt x="3221" y="5469"/>
                  </a:lnTo>
                  <a:lnTo>
                    <a:pt x="4015" y="5469"/>
                  </a:lnTo>
                  <a:lnTo>
                    <a:pt x="4140" y="5719"/>
                  </a:lnTo>
                  <a:lnTo>
                    <a:pt x="4952" y="5719"/>
                  </a:lnTo>
                  <a:lnTo>
                    <a:pt x="5586" y="5211"/>
                  </a:lnTo>
                  <a:lnTo>
                    <a:pt x="7700" y="5211"/>
                  </a:lnTo>
                  <a:lnTo>
                    <a:pt x="7700" y="4782"/>
                  </a:lnTo>
                  <a:lnTo>
                    <a:pt x="7102" y="4434"/>
                  </a:lnTo>
                  <a:lnTo>
                    <a:pt x="7102" y="3971"/>
                  </a:lnTo>
                  <a:lnTo>
                    <a:pt x="6433" y="3087"/>
                  </a:lnTo>
                  <a:lnTo>
                    <a:pt x="6362" y="2365"/>
                  </a:lnTo>
                  <a:lnTo>
                    <a:pt x="5425" y="1660"/>
                  </a:lnTo>
                  <a:lnTo>
                    <a:pt x="4105" y="143"/>
                  </a:lnTo>
                  <a:lnTo>
                    <a:pt x="3489" y="215"/>
                  </a:lnTo>
                  <a:lnTo>
                    <a:pt x="253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175"/>
            <p:cNvSpPr/>
            <p:nvPr/>
          </p:nvSpPr>
          <p:spPr>
            <a:xfrm>
              <a:off x="-529143" y="2281812"/>
              <a:ext cx="509571" cy="778699"/>
            </a:xfrm>
            <a:custGeom>
              <a:rect b="b" l="l" r="r" t="t"/>
              <a:pathLst>
                <a:path extrusionOk="0" h="4774" w="3124">
                  <a:moveTo>
                    <a:pt x="500" y="0"/>
                  </a:moveTo>
                  <a:lnTo>
                    <a:pt x="500" y="785"/>
                  </a:lnTo>
                  <a:lnTo>
                    <a:pt x="848" y="1071"/>
                  </a:lnTo>
                  <a:lnTo>
                    <a:pt x="563" y="1356"/>
                  </a:lnTo>
                  <a:lnTo>
                    <a:pt x="688" y="1829"/>
                  </a:lnTo>
                  <a:lnTo>
                    <a:pt x="616" y="2382"/>
                  </a:lnTo>
                  <a:lnTo>
                    <a:pt x="741" y="2766"/>
                  </a:lnTo>
                  <a:lnTo>
                    <a:pt x="616" y="3149"/>
                  </a:lnTo>
                  <a:lnTo>
                    <a:pt x="206" y="3453"/>
                  </a:lnTo>
                  <a:lnTo>
                    <a:pt x="170" y="4265"/>
                  </a:lnTo>
                  <a:lnTo>
                    <a:pt x="1" y="4523"/>
                  </a:lnTo>
                  <a:lnTo>
                    <a:pt x="375" y="4523"/>
                  </a:lnTo>
                  <a:lnTo>
                    <a:pt x="500" y="4773"/>
                  </a:lnTo>
                  <a:lnTo>
                    <a:pt x="1312" y="4773"/>
                  </a:lnTo>
                  <a:lnTo>
                    <a:pt x="1946" y="4265"/>
                  </a:lnTo>
                  <a:lnTo>
                    <a:pt x="3123" y="4265"/>
                  </a:lnTo>
                  <a:lnTo>
                    <a:pt x="2864" y="3854"/>
                  </a:lnTo>
                  <a:lnTo>
                    <a:pt x="2927" y="3203"/>
                  </a:lnTo>
                  <a:cubicBezTo>
                    <a:pt x="2927" y="3203"/>
                    <a:pt x="2177" y="2775"/>
                    <a:pt x="2169" y="2748"/>
                  </a:cubicBezTo>
                  <a:cubicBezTo>
                    <a:pt x="2160" y="2730"/>
                    <a:pt x="2169" y="2338"/>
                    <a:pt x="2169" y="2338"/>
                  </a:cubicBezTo>
                  <a:lnTo>
                    <a:pt x="1838" y="1972"/>
                  </a:lnTo>
                  <a:lnTo>
                    <a:pt x="1508" y="1124"/>
                  </a:lnTo>
                  <a:lnTo>
                    <a:pt x="714" y="571"/>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175"/>
            <p:cNvSpPr/>
            <p:nvPr/>
          </p:nvSpPr>
          <p:spPr>
            <a:xfrm>
              <a:off x="-238147" y="2398274"/>
              <a:ext cx="371250" cy="509400"/>
            </a:xfrm>
            <a:custGeom>
              <a:rect b="b" l="l" r="r" t="t"/>
              <a:pathLst>
                <a:path extrusionOk="0" h="3123" w="2276">
                  <a:moveTo>
                    <a:pt x="1" y="0"/>
                  </a:moveTo>
                  <a:lnTo>
                    <a:pt x="501" y="705"/>
                  </a:lnTo>
                  <a:lnTo>
                    <a:pt x="750" y="839"/>
                  </a:lnTo>
                  <a:lnTo>
                    <a:pt x="527" y="1383"/>
                  </a:lnTo>
                  <a:lnTo>
                    <a:pt x="1063" y="1829"/>
                  </a:lnTo>
                  <a:lnTo>
                    <a:pt x="1036" y="2123"/>
                  </a:lnTo>
                  <a:lnTo>
                    <a:pt x="1366" y="2284"/>
                  </a:lnTo>
                  <a:lnTo>
                    <a:pt x="1553" y="2774"/>
                  </a:lnTo>
                  <a:lnTo>
                    <a:pt x="1518" y="3024"/>
                  </a:lnTo>
                  <a:lnTo>
                    <a:pt x="2276" y="3122"/>
                  </a:lnTo>
                  <a:lnTo>
                    <a:pt x="1678" y="2774"/>
                  </a:lnTo>
                  <a:lnTo>
                    <a:pt x="1678" y="2311"/>
                  </a:lnTo>
                  <a:lnTo>
                    <a:pt x="1009" y="1427"/>
                  </a:lnTo>
                  <a:lnTo>
                    <a:pt x="938" y="705"/>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175"/>
            <p:cNvSpPr/>
            <p:nvPr/>
          </p:nvSpPr>
          <p:spPr>
            <a:xfrm>
              <a:off x="-836124" y="2127507"/>
              <a:ext cx="382831" cy="465849"/>
            </a:xfrm>
            <a:custGeom>
              <a:rect b="b" l="l" r="r" t="t"/>
              <a:pathLst>
                <a:path extrusionOk="0" h="2856" w="2347">
                  <a:moveTo>
                    <a:pt x="777" y="1"/>
                  </a:moveTo>
                  <a:lnTo>
                    <a:pt x="0" y="215"/>
                  </a:lnTo>
                  <a:lnTo>
                    <a:pt x="250" y="447"/>
                  </a:lnTo>
                  <a:lnTo>
                    <a:pt x="768" y="491"/>
                  </a:lnTo>
                  <a:lnTo>
                    <a:pt x="1330" y="1098"/>
                  </a:lnTo>
                  <a:lnTo>
                    <a:pt x="1196" y="1767"/>
                  </a:lnTo>
                  <a:cubicBezTo>
                    <a:pt x="1196" y="1767"/>
                    <a:pt x="2001" y="2856"/>
                    <a:pt x="2008" y="2856"/>
                  </a:cubicBezTo>
                  <a:cubicBezTo>
                    <a:pt x="2008" y="2856"/>
                    <a:pt x="2008" y="2855"/>
                    <a:pt x="2008" y="2855"/>
                  </a:cubicBezTo>
                  <a:cubicBezTo>
                    <a:pt x="2008" y="2855"/>
                    <a:pt x="1553" y="1714"/>
                    <a:pt x="1544" y="1669"/>
                  </a:cubicBezTo>
                  <a:cubicBezTo>
                    <a:pt x="1535" y="1633"/>
                    <a:pt x="1865" y="1089"/>
                    <a:pt x="1865" y="1089"/>
                  </a:cubicBezTo>
                  <a:lnTo>
                    <a:pt x="1811" y="804"/>
                  </a:lnTo>
                  <a:lnTo>
                    <a:pt x="2347" y="143"/>
                  </a:lnTo>
                  <a:lnTo>
                    <a:pt x="1731" y="215"/>
                  </a:lnTo>
                  <a:lnTo>
                    <a:pt x="777"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175"/>
            <p:cNvSpPr/>
            <p:nvPr/>
          </p:nvSpPr>
          <p:spPr>
            <a:xfrm>
              <a:off x="-1003480" y="2300733"/>
              <a:ext cx="260658" cy="328998"/>
            </a:xfrm>
            <a:custGeom>
              <a:rect b="b" l="l" r="r" t="t"/>
              <a:pathLst>
                <a:path extrusionOk="0" h="2017" w="1598">
                  <a:moveTo>
                    <a:pt x="447" y="0"/>
                  </a:moveTo>
                  <a:lnTo>
                    <a:pt x="0" y="250"/>
                  </a:lnTo>
                  <a:lnTo>
                    <a:pt x="616" y="188"/>
                  </a:lnTo>
                  <a:lnTo>
                    <a:pt x="1321" y="839"/>
                  </a:lnTo>
                  <a:lnTo>
                    <a:pt x="1597" y="2016"/>
                  </a:lnTo>
                  <a:lnTo>
                    <a:pt x="1597" y="892"/>
                  </a:lnTo>
                  <a:lnTo>
                    <a:pt x="1026" y="125"/>
                  </a:lnTo>
                  <a:lnTo>
                    <a:pt x="447"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175"/>
            <p:cNvSpPr/>
            <p:nvPr/>
          </p:nvSpPr>
          <p:spPr>
            <a:xfrm>
              <a:off x="-453458" y="2150832"/>
              <a:ext cx="215475" cy="247605"/>
            </a:xfrm>
            <a:custGeom>
              <a:rect b="b" l="l" r="r" t="t"/>
              <a:pathLst>
                <a:path extrusionOk="0" h="1518" w="1321">
                  <a:moveTo>
                    <a:pt x="1" y="0"/>
                  </a:moveTo>
                  <a:lnTo>
                    <a:pt x="616" y="1232"/>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175"/>
            <p:cNvSpPr/>
            <p:nvPr/>
          </p:nvSpPr>
          <p:spPr>
            <a:xfrm>
              <a:off x="-467975" y="2858089"/>
              <a:ext cx="39474" cy="202423"/>
            </a:xfrm>
            <a:custGeom>
              <a:rect b="b" l="l" r="r" t="t"/>
              <a:pathLst>
                <a:path extrusionOk="0" h="1241" w="242">
                  <a:moveTo>
                    <a:pt x="241" y="0"/>
                  </a:moveTo>
                  <a:lnTo>
                    <a:pt x="0" y="990"/>
                  </a:lnTo>
                  <a:lnTo>
                    <a:pt x="125" y="1240"/>
                  </a:lnTo>
                  <a:lnTo>
                    <a:pt x="24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175"/>
            <p:cNvSpPr/>
            <p:nvPr/>
          </p:nvSpPr>
          <p:spPr>
            <a:xfrm>
              <a:off x="-390822" y="2593194"/>
              <a:ext cx="179100" cy="467317"/>
            </a:xfrm>
            <a:custGeom>
              <a:rect b="b" l="l" r="r" t="t"/>
              <a:pathLst>
                <a:path extrusionOk="0" h="2865" w="1098">
                  <a:moveTo>
                    <a:pt x="0" y="0"/>
                  </a:moveTo>
                  <a:lnTo>
                    <a:pt x="250" y="777"/>
                  </a:lnTo>
                  <a:lnTo>
                    <a:pt x="277" y="1356"/>
                  </a:lnTo>
                  <a:lnTo>
                    <a:pt x="464" y="2311"/>
                  </a:lnTo>
                  <a:lnTo>
                    <a:pt x="411" y="2579"/>
                  </a:lnTo>
                  <a:lnTo>
                    <a:pt x="464" y="2864"/>
                  </a:lnTo>
                  <a:lnTo>
                    <a:pt x="1098"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175"/>
            <p:cNvSpPr/>
            <p:nvPr/>
          </p:nvSpPr>
          <p:spPr>
            <a:xfrm>
              <a:off x="-849173" y="2647021"/>
              <a:ext cx="130981" cy="339274"/>
            </a:xfrm>
            <a:custGeom>
              <a:rect b="b" l="l" r="r" t="t"/>
              <a:pathLst>
                <a:path extrusionOk="0" h="2080" w="803">
                  <a:moveTo>
                    <a:pt x="0" y="1"/>
                  </a:moveTo>
                  <a:lnTo>
                    <a:pt x="277"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175"/>
            <p:cNvSpPr/>
            <p:nvPr/>
          </p:nvSpPr>
          <p:spPr>
            <a:xfrm>
              <a:off x="-152185" y="2805567"/>
              <a:ext cx="100479" cy="171921"/>
            </a:xfrm>
            <a:custGeom>
              <a:rect b="b" l="l" r="r" t="t"/>
              <a:pathLst>
                <a:path extrusionOk="0" h="1054" w="616">
                  <a:moveTo>
                    <a:pt x="72" y="1"/>
                  </a:moveTo>
                  <a:lnTo>
                    <a:pt x="0" y="483"/>
                  </a:lnTo>
                  <a:lnTo>
                    <a:pt x="134" y="1054"/>
                  </a:lnTo>
                  <a:lnTo>
                    <a:pt x="616" y="1054"/>
                  </a:lnTo>
                  <a:lnTo>
                    <a:pt x="170" y="483"/>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175"/>
            <p:cNvSpPr/>
            <p:nvPr/>
          </p:nvSpPr>
          <p:spPr>
            <a:xfrm>
              <a:off x="-1122879" y="2680460"/>
              <a:ext cx="281047" cy="305836"/>
            </a:xfrm>
            <a:custGeom>
              <a:rect b="b" l="l" r="r" t="t"/>
              <a:pathLst>
                <a:path extrusionOk="0" h="1875" w="1723">
                  <a:moveTo>
                    <a:pt x="697" y="1"/>
                  </a:moveTo>
                  <a:lnTo>
                    <a:pt x="875" y="1098"/>
                  </a:lnTo>
                  <a:lnTo>
                    <a:pt x="1" y="1874"/>
                  </a:lnTo>
                  <a:lnTo>
                    <a:pt x="1723" y="1874"/>
                  </a:lnTo>
                  <a:lnTo>
                    <a:pt x="1036" y="1535"/>
                  </a:lnTo>
                  <a:lnTo>
                    <a:pt x="1214" y="1009"/>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175"/>
            <p:cNvSpPr/>
            <p:nvPr/>
          </p:nvSpPr>
          <p:spPr>
            <a:xfrm>
              <a:off x="-718356" y="2802794"/>
              <a:ext cx="131144" cy="216940"/>
            </a:xfrm>
            <a:custGeom>
              <a:rect b="b" l="l" r="r" t="t"/>
              <a:pathLst>
                <a:path extrusionOk="0" h="1330" w="804">
                  <a:moveTo>
                    <a:pt x="554" y="0"/>
                  </a:moveTo>
                  <a:lnTo>
                    <a:pt x="340" y="705"/>
                  </a:lnTo>
                  <a:lnTo>
                    <a:pt x="1" y="1124"/>
                  </a:lnTo>
                  <a:lnTo>
                    <a:pt x="741" y="1329"/>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175"/>
            <p:cNvSpPr/>
            <p:nvPr/>
          </p:nvSpPr>
          <p:spPr>
            <a:xfrm>
              <a:off x="-2668226" y="994036"/>
              <a:ext cx="1864241" cy="3038460"/>
            </a:xfrm>
            <a:custGeom>
              <a:rect b="b" l="l" r="r" t="t"/>
              <a:pathLst>
                <a:path extrusionOk="0" h="18628" w="11429">
                  <a:moveTo>
                    <a:pt x="1" y="0"/>
                  </a:moveTo>
                  <a:lnTo>
                    <a:pt x="1" y="18627"/>
                  </a:lnTo>
                  <a:lnTo>
                    <a:pt x="670" y="17931"/>
                  </a:lnTo>
                  <a:lnTo>
                    <a:pt x="1419" y="17664"/>
                  </a:lnTo>
                  <a:lnTo>
                    <a:pt x="2026" y="17664"/>
                  </a:lnTo>
                  <a:lnTo>
                    <a:pt x="2356" y="17298"/>
                  </a:lnTo>
                  <a:lnTo>
                    <a:pt x="2740" y="16941"/>
                  </a:lnTo>
                  <a:lnTo>
                    <a:pt x="3587" y="16941"/>
                  </a:lnTo>
                  <a:lnTo>
                    <a:pt x="5175" y="16121"/>
                  </a:lnTo>
                  <a:lnTo>
                    <a:pt x="5220" y="15737"/>
                  </a:lnTo>
                  <a:lnTo>
                    <a:pt x="5898" y="15398"/>
                  </a:lnTo>
                  <a:lnTo>
                    <a:pt x="5898" y="14970"/>
                  </a:lnTo>
                  <a:lnTo>
                    <a:pt x="6692" y="14631"/>
                  </a:lnTo>
                  <a:lnTo>
                    <a:pt x="7682" y="14631"/>
                  </a:lnTo>
                  <a:lnTo>
                    <a:pt x="8619" y="14292"/>
                  </a:lnTo>
                  <a:lnTo>
                    <a:pt x="8735" y="13810"/>
                  </a:lnTo>
                  <a:lnTo>
                    <a:pt x="9243" y="13569"/>
                  </a:lnTo>
                  <a:lnTo>
                    <a:pt x="9413" y="13186"/>
                  </a:lnTo>
                  <a:lnTo>
                    <a:pt x="9966" y="13186"/>
                  </a:lnTo>
                  <a:lnTo>
                    <a:pt x="10519" y="12900"/>
                  </a:lnTo>
                  <a:lnTo>
                    <a:pt x="11027" y="12900"/>
                  </a:lnTo>
                  <a:lnTo>
                    <a:pt x="11429" y="12704"/>
                  </a:lnTo>
                  <a:lnTo>
                    <a:pt x="11027" y="12365"/>
                  </a:lnTo>
                  <a:lnTo>
                    <a:pt x="10519" y="12053"/>
                  </a:lnTo>
                  <a:lnTo>
                    <a:pt x="9939" y="11910"/>
                  </a:lnTo>
                  <a:lnTo>
                    <a:pt x="9484" y="11285"/>
                  </a:lnTo>
                  <a:lnTo>
                    <a:pt x="8904" y="11428"/>
                  </a:lnTo>
                  <a:lnTo>
                    <a:pt x="8520" y="10973"/>
                  </a:lnTo>
                  <a:lnTo>
                    <a:pt x="8520" y="10349"/>
                  </a:lnTo>
                  <a:lnTo>
                    <a:pt x="8208" y="10179"/>
                  </a:lnTo>
                  <a:lnTo>
                    <a:pt x="7682" y="9885"/>
                  </a:lnTo>
                  <a:lnTo>
                    <a:pt x="7486" y="9403"/>
                  </a:lnTo>
                  <a:lnTo>
                    <a:pt x="6959" y="9019"/>
                  </a:lnTo>
                  <a:lnTo>
                    <a:pt x="6254" y="8279"/>
                  </a:lnTo>
                  <a:lnTo>
                    <a:pt x="5416" y="6905"/>
                  </a:lnTo>
                  <a:lnTo>
                    <a:pt x="5006" y="5942"/>
                  </a:lnTo>
                  <a:lnTo>
                    <a:pt x="4863" y="5656"/>
                  </a:lnTo>
                  <a:lnTo>
                    <a:pt x="4452" y="5148"/>
                  </a:lnTo>
                  <a:lnTo>
                    <a:pt x="4113" y="4470"/>
                  </a:lnTo>
                  <a:lnTo>
                    <a:pt x="3391" y="3827"/>
                  </a:lnTo>
                  <a:lnTo>
                    <a:pt x="2454" y="3176"/>
                  </a:lnTo>
                  <a:lnTo>
                    <a:pt x="1874" y="2186"/>
                  </a:lnTo>
                  <a:lnTo>
                    <a:pt x="991" y="1419"/>
                  </a:lnTo>
                  <a:lnTo>
                    <a:pt x="599" y="937"/>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175"/>
            <p:cNvSpPr/>
            <p:nvPr/>
          </p:nvSpPr>
          <p:spPr>
            <a:xfrm>
              <a:off x="-2668226" y="1408669"/>
              <a:ext cx="746740" cy="2623828"/>
            </a:xfrm>
            <a:custGeom>
              <a:rect b="b" l="l" r="r" t="t"/>
              <a:pathLst>
                <a:path extrusionOk="0" h="16086" w="4578">
                  <a:moveTo>
                    <a:pt x="1" y="1"/>
                  </a:moveTo>
                  <a:lnTo>
                    <a:pt x="1" y="16085"/>
                  </a:lnTo>
                  <a:lnTo>
                    <a:pt x="670" y="15389"/>
                  </a:lnTo>
                  <a:lnTo>
                    <a:pt x="1419" y="15122"/>
                  </a:lnTo>
                  <a:lnTo>
                    <a:pt x="2026" y="15122"/>
                  </a:lnTo>
                  <a:lnTo>
                    <a:pt x="2356" y="14756"/>
                  </a:lnTo>
                  <a:lnTo>
                    <a:pt x="2740" y="14399"/>
                  </a:lnTo>
                  <a:lnTo>
                    <a:pt x="3587" y="14399"/>
                  </a:lnTo>
                  <a:lnTo>
                    <a:pt x="4577" y="13891"/>
                  </a:lnTo>
                  <a:lnTo>
                    <a:pt x="2802" y="11143"/>
                  </a:lnTo>
                  <a:lnTo>
                    <a:pt x="2802" y="10197"/>
                  </a:lnTo>
                  <a:lnTo>
                    <a:pt x="2409" y="8886"/>
                  </a:lnTo>
                  <a:lnTo>
                    <a:pt x="2802" y="7387"/>
                  </a:lnTo>
                  <a:lnTo>
                    <a:pt x="2615" y="5541"/>
                  </a:lnTo>
                  <a:lnTo>
                    <a:pt x="1937" y="5353"/>
                  </a:lnTo>
                  <a:lnTo>
                    <a:pt x="1669" y="4943"/>
                  </a:lnTo>
                  <a:lnTo>
                    <a:pt x="1669" y="4167"/>
                  </a:lnTo>
                  <a:lnTo>
                    <a:pt x="634" y="3007"/>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175"/>
            <p:cNvSpPr/>
            <p:nvPr/>
          </p:nvSpPr>
          <p:spPr>
            <a:xfrm>
              <a:off x="-2260766" y="1590540"/>
              <a:ext cx="1044915" cy="1267710"/>
            </a:xfrm>
            <a:custGeom>
              <a:rect b="b" l="l" r="r" t="t"/>
              <a:pathLst>
                <a:path extrusionOk="0" h="7772" w="6406">
                  <a:moveTo>
                    <a:pt x="652" y="1"/>
                  </a:moveTo>
                  <a:lnTo>
                    <a:pt x="1" y="679"/>
                  </a:lnTo>
                  <a:lnTo>
                    <a:pt x="1009" y="1152"/>
                  </a:lnTo>
                  <a:lnTo>
                    <a:pt x="1250" y="1705"/>
                  </a:lnTo>
                  <a:lnTo>
                    <a:pt x="1892" y="2088"/>
                  </a:lnTo>
                  <a:lnTo>
                    <a:pt x="2454" y="3275"/>
                  </a:lnTo>
                  <a:lnTo>
                    <a:pt x="3034" y="4702"/>
                  </a:lnTo>
                  <a:lnTo>
                    <a:pt x="3640" y="5478"/>
                  </a:lnTo>
                  <a:lnTo>
                    <a:pt x="4399" y="5648"/>
                  </a:lnTo>
                  <a:lnTo>
                    <a:pt x="4765" y="5844"/>
                  </a:lnTo>
                  <a:lnTo>
                    <a:pt x="5032" y="6478"/>
                  </a:lnTo>
                  <a:lnTo>
                    <a:pt x="5657" y="6781"/>
                  </a:lnTo>
                  <a:lnTo>
                    <a:pt x="5657" y="7459"/>
                  </a:lnTo>
                  <a:lnTo>
                    <a:pt x="6406" y="7771"/>
                  </a:lnTo>
                  <a:lnTo>
                    <a:pt x="6022" y="7316"/>
                  </a:lnTo>
                  <a:lnTo>
                    <a:pt x="6022" y="6692"/>
                  </a:lnTo>
                  <a:lnTo>
                    <a:pt x="5710" y="6522"/>
                  </a:lnTo>
                  <a:lnTo>
                    <a:pt x="5184" y="6228"/>
                  </a:lnTo>
                  <a:lnTo>
                    <a:pt x="4988" y="5746"/>
                  </a:lnTo>
                  <a:lnTo>
                    <a:pt x="4461" y="5362"/>
                  </a:lnTo>
                  <a:lnTo>
                    <a:pt x="3756" y="4622"/>
                  </a:lnTo>
                  <a:lnTo>
                    <a:pt x="2918" y="3248"/>
                  </a:lnTo>
                  <a:lnTo>
                    <a:pt x="2508" y="2285"/>
                  </a:lnTo>
                  <a:lnTo>
                    <a:pt x="2365" y="1999"/>
                  </a:lnTo>
                  <a:lnTo>
                    <a:pt x="1954" y="1491"/>
                  </a:lnTo>
                  <a:lnTo>
                    <a:pt x="1615" y="813"/>
                  </a:lnTo>
                  <a:lnTo>
                    <a:pt x="893" y="170"/>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175"/>
            <p:cNvSpPr/>
            <p:nvPr/>
          </p:nvSpPr>
          <p:spPr>
            <a:xfrm>
              <a:off x="-2668226" y="994036"/>
              <a:ext cx="671055" cy="729113"/>
            </a:xfrm>
            <a:custGeom>
              <a:rect b="b" l="l" r="r" t="t"/>
              <a:pathLst>
                <a:path extrusionOk="0" h="4470" w="4114">
                  <a:moveTo>
                    <a:pt x="1" y="0"/>
                  </a:moveTo>
                  <a:lnTo>
                    <a:pt x="518" y="1918"/>
                  </a:lnTo>
                  <a:lnTo>
                    <a:pt x="973" y="2347"/>
                  </a:lnTo>
                  <a:lnTo>
                    <a:pt x="1517" y="3702"/>
                  </a:lnTo>
                  <a:lnTo>
                    <a:pt x="2499" y="4336"/>
                  </a:lnTo>
                  <a:lnTo>
                    <a:pt x="4113" y="4470"/>
                  </a:lnTo>
                  <a:lnTo>
                    <a:pt x="3391" y="3827"/>
                  </a:lnTo>
                  <a:lnTo>
                    <a:pt x="2454" y="3176"/>
                  </a:lnTo>
                  <a:lnTo>
                    <a:pt x="1874" y="2186"/>
                  </a:lnTo>
                  <a:lnTo>
                    <a:pt x="991" y="1419"/>
                  </a:lnTo>
                  <a:lnTo>
                    <a:pt x="599" y="93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175"/>
            <p:cNvSpPr/>
            <p:nvPr/>
          </p:nvSpPr>
          <p:spPr>
            <a:xfrm>
              <a:off x="-2467432" y="1736036"/>
              <a:ext cx="1052255" cy="1644500"/>
            </a:xfrm>
            <a:custGeom>
              <a:rect b="b" l="l" r="r" t="t"/>
              <a:pathLst>
                <a:path extrusionOk="0" h="10082" w="6451">
                  <a:moveTo>
                    <a:pt x="1" y="1"/>
                  </a:moveTo>
                  <a:lnTo>
                    <a:pt x="1178" y="1589"/>
                  </a:lnTo>
                  <a:lnTo>
                    <a:pt x="1964" y="1839"/>
                  </a:lnTo>
                  <a:lnTo>
                    <a:pt x="3212" y="4185"/>
                  </a:lnTo>
                  <a:lnTo>
                    <a:pt x="3212" y="7379"/>
                  </a:lnTo>
                  <a:lnTo>
                    <a:pt x="4310" y="8271"/>
                  </a:lnTo>
                  <a:lnTo>
                    <a:pt x="4702" y="9038"/>
                  </a:lnTo>
                  <a:lnTo>
                    <a:pt x="5461" y="10082"/>
                  </a:lnTo>
                  <a:lnTo>
                    <a:pt x="6451" y="10082"/>
                  </a:lnTo>
                  <a:lnTo>
                    <a:pt x="5487" y="8306"/>
                  </a:lnTo>
                  <a:lnTo>
                    <a:pt x="3980" y="7227"/>
                  </a:lnTo>
                  <a:lnTo>
                    <a:pt x="3810" y="4720"/>
                  </a:lnTo>
                  <a:lnTo>
                    <a:pt x="2088"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175"/>
            <p:cNvSpPr/>
            <p:nvPr/>
          </p:nvSpPr>
          <p:spPr>
            <a:xfrm>
              <a:off x="-1997336" y="3015167"/>
              <a:ext cx="291160" cy="545774"/>
            </a:xfrm>
            <a:custGeom>
              <a:rect b="b" l="l" r="r" t="t"/>
              <a:pathLst>
                <a:path extrusionOk="0" h="3346" w="1785">
                  <a:moveTo>
                    <a:pt x="0" y="1"/>
                  </a:moveTo>
                  <a:lnTo>
                    <a:pt x="1107" y="3346"/>
                  </a:lnTo>
                  <a:lnTo>
                    <a:pt x="1785" y="3007"/>
                  </a:lnTo>
                  <a:lnTo>
                    <a:pt x="1785" y="2579"/>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175"/>
            <p:cNvSpPr/>
            <p:nvPr/>
          </p:nvSpPr>
          <p:spPr>
            <a:xfrm>
              <a:off x="-2467432" y="2844877"/>
              <a:ext cx="384462" cy="912614"/>
            </a:xfrm>
            <a:custGeom>
              <a:rect b="b" l="l" r="r" t="t"/>
              <a:pathLst>
                <a:path extrusionOk="0" h="5595" w="2357">
                  <a:moveTo>
                    <a:pt x="1" y="1"/>
                  </a:moveTo>
                  <a:lnTo>
                    <a:pt x="1509" y="5594"/>
                  </a:lnTo>
                  <a:lnTo>
                    <a:pt x="2356" y="5594"/>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175"/>
            <p:cNvSpPr/>
            <p:nvPr/>
          </p:nvSpPr>
          <p:spPr>
            <a:xfrm>
              <a:off x="-1626251" y="2719770"/>
              <a:ext cx="382831" cy="605474"/>
            </a:xfrm>
            <a:custGeom>
              <a:rect b="b" l="l" r="r" t="t"/>
              <a:pathLst>
                <a:path extrusionOk="0" h="3712" w="2347">
                  <a:moveTo>
                    <a:pt x="0" y="1"/>
                  </a:moveTo>
                  <a:lnTo>
                    <a:pt x="652" y="1196"/>
                  </a:lnTo>
                  <a:lnTo>
                    <a:pt x="1481" y="2088"/>
                  </a:lnTo>
                  <a:lnTo>
                    <a:pt x="1570" y="2909"/>
                  </a:lnTo>
                  <a:lnTo>
                    <a:pt x="2231" y="3712"/>
                  </a:lnTo>
                  <a:lnTo>
                    <a:pt x="2347" y="3230"/>
                  </a:lnTo>
                  <a:lnTo>
                    <a:pt x="1838" y="1687"/>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175"/>
            <p:cNvSpPr/>
            <p:nvPr/>
          </p:nvSpPr>
          <p:spPr>
            <a:xfrm>
              <a:off x="-1215855" y="3034088"/>
              <a:ext cx="83026" cy="173389"/>
            </a:xfrm>
            <a:custGeom>
              <a:rect b="b" l="l" r="r" t="t"/>
              <a:pathLst>
                <a:path extrusionOk="0" h="1063" w="509">
                  <a:moveTo>
                    <a:pt x="0" y="1"/>
                  </a:moveTo>
                  <a:lnTo>
                    <a:pt x="339" y="1062"/>
                  </a:lnTo>
                  <a:lnTo>
                    <a:pt x="509" y="679"/>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175"/>
            <p:cNvSpPr/>
            <p:nvPr/>
          </p:nvSpPr>
          <p:spPr>
            <a:xfrm>
              <a:off x="-1112603" y="2962808"/>
              <a:ext cx="243204" cy="135546"/>
            </a:xfrm>
            <a:custGeom>
              <a:rect b="b" l="l" r="r" t="t"/>
              <a:pathLst>
                <a:path extrusionOk="0" h="831" w="1491">
                  <a:moveTo>
                    <a:pt x="0" y="0"/>
                  </a:moveTo>
                  <a:lnTo>
                    <a:pt x="982" y="830"/>
                  </a:lnTo>
                  <a:lnTo>
                    <a:pt x="1490" y="830"/>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04" name="Google Shape;11404;p175"/>
          <p:cNvSpPr txBox="1"/>
          <p:nvPr>
            <p:ph type="title"/>
          </p:nvPr>
        </p:nvSpPr>
        <p:spPr>
          <a:xfrm>
            <a:off x="2187325" y="539400"/>
            <a:ext cx="4769400" cy="22761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72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1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1405" name="Shape 11405"/>
        <p:cNvGrpSpPr/>
        <p:nvPr/>
      </p:nvGrpSpPr>
      <p:grpSpPr>
        <a:xfrm>
          <a:off x="0" y="0"/>
          <a:ext cx="0" cy="0"/>
          <a:chOff x="0" y="0"/>
          <a:chExt cx="0" cy="0"/>
        </a:xfrm>
      </p:grpSpPr>
      <p:sp>
        <p:nvSpPr>
          <p:cNvPr id="11406" name="Google Shape;11406;p176"/>
          <p:cNvSpPr txBox="1"/>
          <p:nvPr>
            <p:ph type="title"/>
          </p:nvPr>
        </p:nvSpPr>
        <p:spPr>
          <a:xfrm>
            <a:off x="2241450" y="468750"/>
            <a:ext cx="4661100" cy="705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45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1407" name="Google Shape;11407;p176"/>
          <p:cNvSpPr txBox="1"/>
          <p:nvPr>
            <p:ph idx="1" type="subTitle"/>
          </p:nvPr>
        </p:nvSpPr>
        <p:spPr>
          <a:xfrm>
            <a:off x="2241550" y="1174483"/>
            <a:ext cx="4661100" cy="1057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1600"/>
              </a:spcBef>
              <a:spcAft>
                <a:spcPts val="0"/>
              </a:spcAft>
              <a:buSzPts val="1600"/>
              <a:buNone/>
              <a:defRPr sz="1600"/>
            </a:lvl3pPr>
            <a:lvl4pPr lvl="3" algn="ctr">
              <a:lnSpc>
                <a:spcPct val="100000"/>
              </a:lnSpc>
              <a:spcBef>
                <a:spcPts val="1600"/>
              </a:spcBef>
              <a:spcAft>
                <a:spcPts val="0"/>
              </a:spcAft>
              <a:buSzPts val="1600"/>
              <a:buNone/>
              <a:defRPr sz="1600"/>
            </a:lvl4pPr>
            <a:lvl5pPr lvl="4" algn="ctr">
              <a:lnSpc>
                <a:spcPct val="100000"/>
              </a:lnSpc>
              <a:spcBef>
                <a:spcPts val="1600"/>
              </a:spcBef>
              <a:spcAft>
                <a:spcPts val="0"/>
              </a:spcAft>
              <a:buSzPts val="1600"/>
              <a:buNone/>
              <a:defRPr sz="1600"/>
            </a:lvl5pPr>
            <a:lvl6pPr lvl="5" algn="ctr">
              <a:lnSpc>
                <a:spcPct val="100000"/>
              </a:lnSpc>
              <a:spcBef>
                <a:spcPts val="1600"/>
              </a:spcBef>
              <a:spcAft>
                <a:spcPts val="0"/>
              </a:spcAft>
              <a:buSzPts val="1600"/>
              <a:buNone/>
              <a:defRPr sz="1600"/>
            </a:lvl6pPr>
            <a:lvl7pPr lvl="6" algn="ctr">
              <a:lnSpc>
                <a:spcPct val="100000"/>
              </a:lnSpc>
              <a:spcBef>
                <a:spcPts val="1600"/>
              </a:spcBef>
              <a:spcAft>
                <a:spcPts val="0"/>
              </a:spcAft>
              <a:buSzPts val="1600"/>
              <a:buNone/>
              <a:defRPr sz="1600"/>
            </a:lvl7pPr>
            <a:lvl8pPr lvl="7" algn="ctr">
              <a:lnSpc>
                <a:spcPct val="100000"/>
              </a:lnSpc>
              <a:spcBef>
                <a:spcPts val="1600"/>
              </a:spcBef>
              <a:spcAft>
                <a:spcPts val="0"/>
              </a:spcAft>
              <a:buSzPts val="1600"/>
              <a:buNone/>
              <a:defRPr sz="1600"/>
            </a:lvl8pPr>
            <a:lvl9pPr lvl="8" algn="ctr">
              <a:lnSpc>
                <a:spcPct val="100000"/>
              </a:lnSpc>
              <a:spcBef>
                <a:spcPts val="1600"/>
              </a:spcBef>
              <a:spcAft>
                <a:spcPts val="1600"/>
              </a:spcAft>
              <a:buSzPts val="1600"/>
              <a:buNone/>
              <a:defRPr sz="1600"/>
            </a:lvl9pPr>
          </a:lstStyle>
          <a:p/>
        </p:txBody>
      </p:sp>
      <p:grpSp>
        <p:nvGrpSpPr>
          <p:cNvPr id="11408" name="Google Shape;11408;p176"/>
          <p:cNvGrpSpPr/>
          <p:nvPr/>
        </p:nvGrpSpPr>
        <p:grpSpPr>
          <a:xfrm flipH="1">
            <a:off x="5999814" y="1145449"/>
            <a:ext cx="3922876" cy="3010780"/>
            <a:chOff x="-675270" y="-663276"/>
            <a:chExt cx="3564955" cy="3010780"/>
          </a:xfrm>
        </p:grpSpPr>
        <p:sp>
          <p:nvSpPr>
            <p:cNvPr id="11409" name="Google Shape;11409;p176"/>
            <p:cNvSpPr/>
            <p:nvPr/>
          </p:nvSpPr>
          <p:spPr>
            <a:xfrm>
              <a:off x="-675270" y="-663276"/>
              <a:ext cx="3564955" cy="3010780"/>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176"/>
            <p:cNvSpPr/>
            <p:nvPr/>
          </p:nvSpPr>
          <p:spPr>
            <a:xfrm>
              <a:off x="-394641" y="-320127"/>
              <a:ext cx="2150090" cy="2042707"/>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1" name="Google Shape;11411;p176"/>
          <p:cNvGrpSpPr/>
          <p:nvPr/>
        </p:nvGrpSpPr>
        <p:grpSpPr>
          <a:xfrm>
            <a:off x="-782526" y="1145449"/>
            <a:ext cx="3564955" cy="3010780"/>
            <a:chOff x="-782526" y="-663276"/>
            <a:chExt cx="3564955" cy="3010780"/>
          </a:xfrm>
        </p:grpSpPr>
        <p:sp>
          <p:nvSpPr>
            <p:cNvPr id="11412" name="Google Shape;11412;p176"/>
            <p:cNvSpPr/>
            <p:nvPr/>
          </p:nvSpPr>
          <p:spPr>
            <a:xfrm>
              <a:off x="-782526" y="-663276"/>
              <a:ext cx="3564955" cy="3010780"/>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176"/>
            <p:cNvSpPr/>
            <p:nvPr/>
          </p:nvSpPr>
          <p:spPr>
            <a:xfrm>
              <a:off x="-76302" y="-258327"/>
              <a:ext cx="2150090" cy="2042707"/>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4" name="Google Shape;11414;p176"/>
          <p:cNvGrpSpPr/>
          <p:nvPr/>
        </p:nvGrpSpPr>
        <p:grpSpPr>
          <a:xfrm>
            <a:off x="4075012" y="2534446"/>
            <a:ext cx="1095122" cy="1096793"/>
            <a:chOff x="3992801" y="1928374"/>
            <a:chExt cx="1783297" cy="1786017"/>
          </a:xfrm>
        </p:grpSpPr>
        <p:sp>
          <p:nvSpPr>
            <p:cNvPr id="11415" name="Google Shape;11415;p176"/>
            <p:cNvSpPr/>
            <p:nvPr/>
          </p:nvSpPr>
          <p:spPr>
            <a:xfrm>
              <a:off x="3992801" y="1928374"/>
              <a:ext cx="1783297" cy="1786017"/>
            </a:xfrm>
            <a:custGeom>
              <a:rect b="b" l="l" r="r" t="t"/>
              <a:pathLst>
                <a:path extrusionOk="0" h="5942" w="5933">
                  <a:moveTo>
                    <a:pt x="2971" y="0"/>
                  </a:moveTo>
                  <a:cubicBezTo>
                    <a:pt x="1330" y="0"/>
                    <a:pt x="0" y="1330"/>
                    <a:pt x="0" y="2971"/>
                  </a:cubicBezTo>
                  <a:cubicBezTo>
                    <a:pt x="0" y="4612"/>
                    <a:pt x="1330" y="5942"/>
                    <a:pt x="2971" y="5942"/>
                  </a:cubicBezTo>
                  <a:cubicBezTo>
                    <a:pt x="4604" y="5942"/>
                    <a:pt x="5933" y="4612"/>
                    <a:pt x="5933" y="2971"/>
                  </a:cubicBezTo>
                  <a:cubicBezTo>
                    <a:pt x="5933" y="1330"/>
                    <a:pt x="4604" y="0"/>
                    <a:pt x="29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176"/>
            <p:cNvSpPr/>
            <p:nvPr/>
          </p:nvSpPr>
          <p:spPr>
            <a:xfrm>
              <a:off x="4118741" y="2057021"/>
              <a:ext cx="1531417" cy="1528724"/>
            </a:xfrm>
            <a:custGeom>
              <a:rect b="b" l="l" r="r" t="t"/>
              <a:pathLst>
                <a:path extrusionOk="0" h="5086" w="5095">
                  <a:moveTo>
                    <a:pt x="2552" y="1"/>
                  </a:moveTo>
                  <a:cubicBezTo>
                    <a:pt x="1142" y="1"/>
                    <a:pt x="1" y="1142"/>
                    <a:pt x="1" y="2543"/>
                  </a:cubicBezTo>
                  <a:cubicBezTo>
                    <a:pt x="1" y="3953"/>
                    <a:pt x="1142" y="5085"/>
                    <a:pt x="2552" y="5085"/>
                  </a:cubicBezTo>
                  <a:cubicBezTo>
                    <a:pt x="3953" y="5085"/>
                    <a:pt x="5095" y="3953"/>
                    <a:pt x="5095" y="2543"/>
                  </a:cubicBezTo>
                  <a:cubicBezTo>
                    <a:pt x="5095" y="1142"/>
                    <a:pt x="3953" y="1"/>
                    <a:pt x="25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17" name="Google Shape;11417;p176"/>
          <p:cNvSpPr/>
          <p:nvPr/>
        </p:nvSpPr>
        <p:spPr>
          <a:xfrm>
            <a:off x="2" y="3089503"/>
            <a:ext cx="9144017" cy="2775510"/>
          </a:xfrm>
          <a:custGeom>
            <a:rect b="b" l="l" r="r" t="t"/>
            <a:pathLst>
              <a:path extrusionOk="0" h="9234" w="30422">
                <a:moveTo>
                  <a:pt x="1" y="0"/>
                </a:moveTo>
                <a:lnTo>
                  <a:pt x="1" y="9233"/>
                </a:lnTo>
                <a:lnTo>
                  <a:pt x="30422" y="9233"/>
                </a:lnTo>
                <a:lnTo>
                  <a:pt x="30422" y="0"/>
                </a:lnTo>
                <a:close/>
              </a:path>
            </a:pathLst>
          </a:custGeom>
          <a:solidFill>
            <a:srgbClr val="38A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176"/>
          <p:cNvSpPr/>
          <p:nvPr/>
        </p:nvSpPr>
        <p:spPr>
          <a:xfrm>
            <a:off x="2" y="3089503"/>
            <a:ext cx="8385071" cy="2775510"/>
          </a:xfrm>
          <a:custGeom>
            <a:rect b="b" l="l" r="r" t="t"/>
            <a:pathLst>
              <a:path extrusionOk="0" h="9234" w="27897">
                <a:moveTo>
                  <a:pt x="14337" y="0"/>
                </a:moveTo>
                <a:cubicBezTo>
                  <a:pt x="14337" y="0"/>
                  <a:pt x="12053" y="402"/>
                  <a:pt x="13222" y="633"/>
                </a:cubicBezTo>
                <a:cubicBezTo>
                  <a:pt x="14391" y="857"/>
                  <a:pt x="13704" y="1276"/>
                  <a:pt x="11001" y="1419"/>
                </a:cubicBezTo>
                <a:cubicBezTo>
                  <a:pt x="8289" y="1561"/>
                  <a:pt x="8164" y="2204"/>
                  <a:pt x="9529" y="2346"/>
                </a:cubicBezTo>
                <a:cubicBezTo>
                  <a:pt x="10885" y="2489"/>
                  <a:pt x="4131" y="3470"/>
                  <a:pt x="5808" y="4006"/>
                </a:cubicBezTo>
                <a:cubicBezTo>
                  <a:pt x="7495" y="4550"/>
                  <a:pt x="4961" y="5040"/>
                  <a:pt x="3257" y="5272"/>
                </a:cubicBezTo>
                <a:cubicBezTo>
                  <a:pt x="1553" y="5504"/>
                  <a:pt x="1375" y="6040"/>
                  <a:pt x="2365" y="6227"/>
                </a:cubicBezTo>
                <a:cubicBezTo>
                  <a:pt x="3355" y="6414"/>
                  <a:pt x="1" y="7271"/>
                  <a:pt x="1" y="7271"/>
                </a:cubicBezTo>
                <a:lnTo>
                  <a:pt x="1" y="9233"/>
                </a:lnTo>
                <a:lnTo>
                  <a:pt x="27897" y="9233"/>
                </a:lnTo>
                <a:lnTo>
                  <a:pt x="27897" y="7137"/>
                </a:lnTo>
                <a:cubicBezTo>
                  <a:pt x="27897" y="7137"/>
                  <a:pt x="23472" y="6361"/>
                  <a:pt x="24445" y="5504"/>
                </a:cubicBezTo>
                <a:cubicBezTo>
                  <a:pt x="25417" y="4648"/>
                  <a:pt x="20171" y="4434"/>
                  <a:pt x="21340" y="3925"/>
                </a:cubicBezTo>
                <a:cubicBezTo>
                  <a:pt x="22500" y="3417"/>
                  <a:pt x="21893" y="2917"/>
                  <a:pt x="20912" y="2721"/>
                </a:cubicBezTo>
                <a:cubicBezTo>
                  <a:pt x="19939" y="2534"/>
                  <a:pt x="18780" y="2034"/>
                  <a:pt x="19422" y="1481"/>
                </a:cubicBezTo>
                <a:cubicBezTo>
                  <a:pt x="20055" y="928"/>
                  <a:pt x="19288" y="732"/>
                  <a:pt x="18512" y="491"/>
                </a:cubicBezTo>
                <a:cubicBezTo>
                  <a:pt x="17727" y="259"/>
                  <a:pt x="18637" y="0"/>
                  <a:pt x="18637"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176"/>
          <p:cNvSpPr/>
          <p:nvPr/>
        </p:nvSpPr>
        <p:spPr>
          <a:xfrm>
            <a:off x="482720" y="3237687"/>
            <a:ext cx="6006641" cy="2627326"/>
          </a:xfrm>
          <a:custGeom>
            <a:rect b="b" l="l" r="r" t="t"/>
            <a:pathLst>
              <a:path extrusionOk="0" h="8741" w="19984">
                <a:moveTo>
                  <a:pt x="15406" y="1"/>
                </a:moveTo>
                <a:cubicBezTo>
                  <a:pt x="14566" y="1"/>
                  <a:pt x="13350" y="213"/>
                  <a:pt x="13953" y="506"/>
                </a:cubicBezTo>
                <a:cubicBezTo>
                  <a:pt x="14604" y="818"/>
                  <a:pt x="15033" y="1452"/>
                  <a:pt x="12722" y="1711"/>
                </a:cubicBezTo>
                <a:cubicBezTo>
                  <a:pt x="10420" y="1960"/>
                  <a:pt x="10304" y="2683"/>
                  <a:pt x="12347" y="3111"/>
                </a:cubicBezTo>
                <a:cubicBezTo>
                  <a:pt x="13739" y="3406"/>
                  <a:pt x="11669" y="4512"/>
                  <a:pt x="9635" y="4512"/>
                </a:cubicBezTo>
                <a:cubicBezTo>
                  <a:pt x="7601" y="4512"/>
                  <a:pt x="7245" y="4994"/>
                  <a:pt x="8413" y="5315"/>
                </a:cubicBezTo>
                <a:cubicBezTo>
                  <a:pt x="9350" y="5573"/>
                  <a:pt x="8922" y="6100"/>
                  <a:pt x="4827" y="6358"/>
                </a:cubicBezTo>
                <a:cubicBezTo>
                  <a:pt x="723" y="6617"/>
                  <a:pt x="3069" y="7670"/>
                  <a:pt x="4060" y="7866"/>
                </a:cubicBezTo>
                <a:cubicBezTo>
                  <a:pt x="4390" y="7929"/>
                  <a:pt x="4747" y="8125"/>
                  <a:pt x="3319" y="8339"/>
                </a:cubicBezTo>
                <a:cubicBezTo>
                  <a:pt x="1892" y="8544"/>
                  <a:pt x="1" y="8740"/>
                  <a:pt x="1" y="8740"/>
                </a:cubicBezTo>
                <a:lnTo>
                  <a:pt x="19984" y="8740"/>
                </a:lnTo>
                <a:cubicBezTo>
                  <a:pt x="19984" y="8740"/>
                  <a:pt x="17985" y="8464"/>
                  <a:pt x="18895" y="8000"/>
                </a:cubicBezTo>
                <a:cubicBezTo>
                  <a:pt x="19805" y="7527"/>
                  <a:pt x="19181" y="7393"/>
                  <a:pt x="17174" y="7143"/>
                </a:cubicBezTo>
                <a:cubicBezTo>
                  <a:pt x="15158" y="6903"/>
                  <a:pt x="15728" y="6358"/>
                  <a:pt x="17638" y="5877"/>
                </a:cubicBezTo>
                <a:cubicBezTo>
                  <a:pt x="19556" y="5395"/>
                  <a:pt x="18173" y="4735"/>
                  <a:pt x="16888" y="4512"/>
                </a:cubicBezTo>
                <a:cubicBezTo>
                  <a:pt x="15604" y="4289"/>
                  <a:pt x="15363" y="4084"/>
                  <a:pt x="16826" y="3513"/>
                </a:cubicBezTo>
                <a:cubicBezTo>
                  <a:pt x="18298" y="2951"/>
                  <a:pt x="17495" y="2344"/>
                  <a:pt x="16576" y="2121"/>
                </a:cubicBezTo>
                <a:cubicBezTo>
                  <a:pt x="15648" y="1898"/>
                  <a:pt x="15273" y="1532"/>
                  <a:pt x="16166" y="1211"/>
                </a:cubicBezTo>
                <a:cubicBezTo>
                  <a:pt x="17067" y="890"/>
                  <a:pt x="15639" y="604"/>
                  <a:pt x="15282" y="435"/>
                </a:cubicBezTo>
                <a:cubicBezTo>
                  <a:pt x="14926" y="274"/>
                  <a:pt x="16451" y="51"/>
                  <a:pt x="15630" y="7"/>
                </a:cubicBezTo>
                <a:cubicBezTo>
                  <a:pt x="15560" y="3"/>
                  <a:pt x="15485" y="1"/>
                  <a:pt x="15406" y="1"/>
                </a:cubicBezTo>
                <a:close/>
              </a:path>
            </a:pathLst>
          </a:custGeom>
          <a:solidFill>
            <a:srgbClr val="6BC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176"/>
          <p:cNvSpPr/>
          <p:nvPr/>
        </p:nvSpPr>
        <p:spPr>
          <a:xfrm flipH="1">
            <a:off x="8929401" y="4662505"/>
            <a:ext cx="521499" cy="499422"/>
          </a:xfrm>
          <a:custGeom>
            <a:rect b="b" l="l" r="r" t="t"/>
            <a:pathLst>
              <a:path extrusionOk="0" h="2286" w="2667">
                <a:moveTo>
                  <a:pt x="2001" y="0"/>
                </a:moveTo>
                <a:lnTo>
                  <a:pt x="0" y="2286"/>
                </a:lnTo>
                <a:lnTo>
                  <a:pt x="2667" y="2238"/>
                </a:lnTo>
                <a:close/>
              </a:path>
            </a:pathLst>
          </a:custGeom>
          <a:solidFill>
            <a:srgbClr val="CC946E"/>
          </a:solidFill>
          <a:ln>
            <a:noFill/>
          </a:ln>
        </p:spPr>
      </p:sp>
      <p:sp>
        <p:nvSpPr>
          <p:cNvPr id="11421" name="Google Shape;11421;p176"/>
          <p:cNvSpPr/>
          <p:nvPr/>
        </p:nvSpPr>
        <p:spPr>
          <a:xfrm>
            <a:off x="-301725" y="4662505"/>
            <a:ext cx="541821" cy="499422"/>
          </a:xfrm>
          <a:custGeom>
            <a:rect b="b" l="l" r="r" t="t"/>
            <a:pathLst>
              <a:path extrusionOk="0" h="2286" w="2667">
                <a:moveTo>
                  <a:pt x="2001" y="0"/>
                </a:moveTo>
                <a:lnTo>
                  <a:pt x="0" y="2286"/>
                </a:lnTo>
                <a:lnTo>
                  <a:pt x="2667" y="2238"/>
                </a:lnTo>
                <a:close/>
              </a:path>
            </a:pathLst>
          </a:custGeom>
          <a:solidFill>
            <a:srgbClr val="CC946E"/>
          </a:solidFill>
          <a:ln>
            <a:noFill/>
          </a:ln>
        </p:spPr>
      </p:sp>
      <p:sp>
        <p:nvSpPr>
          <p:cNvPr id="11422" name="Google Shape;11422;p176"/>
          <p:cNvSpPr/>
          <p:nvPr/>
        </p:nvSpPr>
        <p:spPr>
          <a:xfrm>
            <a:off x="69041" y="4651473"/>
            <a:ext cx="8979662" cy="510440"/>
          </a:xfrm>
          <a:custGeom>
            <a:rect b="b" l="l" r="r" t="t"/>
            <a:pathLst>
              <a:path extrusionOk="0" h="1491" w="30422">
                <a:moveTo>
                  <a:pt x="1" y="0"/>
                </a:moveTo>
                <a:lnTo>
                  <a:pt x="1" y="1490"/>
                </a:lnTo>
                <a:lnTo>
                  <a:pt x="30422" y="1490"/>
                </a:lnTo>
                <a:lnTo>
                  <a:pt x="3042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176"/>
          <p:cNvSpPr/>
          <p:nvPr/>
        </p:nvSpPr>
        <p:spPr>
          <a:xfrm>
            <a:off x="-336500" y="4637799"/>
            <a:ext cx="9817059" cy="540024"/>
          </a:xfrm>
          <a:custGeom>
            <a:rect b="b" l="l" r="r" t="t"/>
            <a:pathLst>
              <a:path extrusionOk="0" h="1776" w="33259">
                <a:moveTo>
                  <a:pt x="31769" y="81"/>
                </a:moveTo>
                <a:lnTo>
                  <a:pt x="33089" y="1696"/>
                </a:lnTo>
                <a:lnTo>
                  <a:pt x="170" y="1696"/>
                </a:lnTo>
                <a:lnTo>
                  <a:pt x="1482" y="81"/>
                </a:lnTo>
                <a:close/>
                <a:moveTo>
                  <a:pt x="1446" y="1"/>
                </a:moveTo>
                <a:lnTo>
                  <a:pt x="1" y="1776"/>
                </a:lnTo>
                <a:lnTo>
                  <a:pt x="33259" y="1776"/>
                </a:lnTo>
                <a:lnTo>
                  <a:pt x="318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176"/>
          <p:cNvSpPr/>
          <p:nvPr/>
        </p:nvSpPr>
        <p:spPr>
          <a:xfrm>
            <a:off x="1114495" y="4637799"/>
            <a:ext cx="6912586" cy="540024"/>
          </a:xfrm>
          <a:custGeom>
            <a:rect b="b" l="l" r="r" t="t"/>
            <a:pathLst>
              <a:path extrusionOk="0" h="1776" w="23419">
                <a:moveTo>
                  <a:pt x="22357" y="81"/>
                </a:moveTo>
                <a:lnTo>
                  <a:pt x="23275" y="1696"/>
                </a:lnTo>
                <a:lnTo>
                  <a:pt x="143" y="1696"/>
                </a:lnTo>
                <a:lnTo>
                  <a:pt x="1071" y="81"/>
                </a:lnTo>
                <a:close/>
                <a:moveTo>
                  <a:pt x="1026" y="1"/>
                </a:moveTo>
                <a:lnTo>
                  <a:pt x="0" y="1776"/>
                </a:lnTo>
                <a:lnTo>
                  <a:pt x="23418" y="1776"/>
                </a:lnTo>
                <a:lnTo>
                  <a:pt x="22401"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176"/>
          <p:cNvSpPr/>
          <p:nvPr/>
        </p:nvSpPr>
        <p:spPr>
          <a:xfrm>
            <a:off x="2438868" y="4637799"/>
            <a:ext cx="4266092" cy="540024"/>
          </a:xfrm>
          <a:custGeom>
            <a:rect b="b" l="l" r="r" t="t"/>
            <a:pathLst>
              <a:path extrusionOk="0" h="1776" w="14453">
                <a:moveTo>
                  <a:pt x="13766" y="81"/>
                </a:moveTo>
                <a:lnTo>
                  <a:pt x="14337" y="1696"/>
                </a:lnTo>
                <a:lnTo>
                  <a:pt x="117" y="1696"/>
                </a:lnTo>
                <a:lnTo>
                  <a:pt x="688" y="81"/>
                </a:lnTo>
                <a:close/>
                <a:moveTo>
                  <a:pt x="625" y="1"/>
                </a:moveTo>
                <a:lnTo>
                  <a:pt x="1" y="1776"/>
                </a:lnTo>
                <a:lnTo>
                  <a:pt x="14453" y="1776"/>
                </a:lnTo>
                <a:lnTo>
                  <a:pt x="13819"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176"/>
          <p:cNvSpPr/>
          <p:nvPr/>
        </p:nvSpPr>
        <p:spPr>
          <a:xfrm>
            <a:off x="3805448" y="4637799"/>
            <a:ext cx="1530161" cy="540024"/>
          </a:xfrm>
          <a:custGeom>
            <a:rect b="b" l="l" r="r" t="t"/>
            <a:pathLst>
              <a:path extrusionOk="0" h="1776" w="5184">
                <a:moveTo>
                  <a:pt x="4890" y="81"/>
                </a:moveTo>
                <a:lnTo>
                  <a:pt x="5095" y="1696"/>
                </a:lnTo>
                <a:lnTo>
                  <a:pt x="99" y="1696"/>
                </a:lnTo>
                <a:lnTo>
                  <a:pt x="295" y="81"/>
                </a:lnTo>
                <a:close/>
                <a:moveTo>
                  <a:pt x="224" y="1"/>
                </a:moveTo>
                <a:lnTo>
                  <a:pt x="1" y="1776"/>
                </a:lnTo>
                <a:lnTo>
                  <a:pt x="5184" y="1776"/>
                </a:lnTo>
                <a:lnTo>
                  <a:pt x="4961"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27" name="Google Shape;11427;p176"/>
          <p:cNvGrpSpPr/>
          <p:nvPr/>
        </p:nvGrpSpPr>
        <p:grpSpPr>
          <a:xfrm>
            <a:off x="-138200" y="3248800"/>
            <a:ext cx="9401995" cy="1473275"/>
            <a:chOff x="-138200" y="2987850"/>
            <a:chExt cx="9401995" cy="1473275"/>
          </a:xfrm>
        </p:grpSpPr>
        <p:sp>
          <p:nvSpPr>
            <p:cNvPr id="11428" name="Google Shape;11428;p176"/>
            <p:cNvSpPr/>
            <p:nvPr/>
          </p:nvSpPr>
          <p:spPr>
            <a:xfrm>
              <a:off x="-138200" y="2987850"/>
              <a:ext cx="9401995" cy="139927"/>
            </a:xfrm>
            <a:custGeom>
              <a:rect b="b" l="l" r="r" t="t"/>
              <a:pathLst>
                <a:path extrusionOk="0" h="616" w="30422">
                  <a:moveTo>
                    <a:pt x="1" y="0"/>
                  </a:moveTo>
                  <a:lnTo>
                    <a:pt x="1" y="616"/>
                  </a:lnTo>
                  <a:lnTo>
                    <a:pt x="30422" y="616"/>
                  </a:lnTo>
                  <a:lnTo>
                    <a:pt x="30422"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176"/>
            <p:cNvSpPr/>
            <p:nvPr/>
          </p:nvSpPr>
          <p:spPr>
            <a:xfrm>
              <a:off x="-138200" y="3076891"/>
              <a:ext cx="9401995" cy="50882"/>
            </a:xfrm>
            <a:custGeom>
              <a:rect b="b" l="l" r="r" t="t"/>
              <a:pathLst>
                <a:path extrusionOk="0" h="224" w="30422">
                  <a:moveTo>
                    <a:pt x="1" y="1"/>
                  </a:moveTo>
                  <a:lnTo>
                    <a:pt x="1" y="224"/>
                  </a:lnTo>
                  <a:lnTo>
                    <a:pt x="30422" y="224"/>
                  </a:lnTo>
                  <a:lnTo>
                    <a:pt x="3042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176"/>
            <p:cNvSpPr/>
            <p:nvPr/>
          </p:nvSpPr>
          <p:spPr>
            <a:xfrm>
              <a:off x="-138200" y="4313024"/>
              <a:ext cx="9401995" cy="138110"/>
            </a:xfrm>
            <a:custGeom>
              <a:rect b="b" l="l" r="r" t="t"/>
              <a:pathLst>
                <a:path extrusionOk="0" h="608" w="30422">
                  <a:moveTo>
                    <a:pt x="1" y="1"/>
                  </a:moveTo>
                  <a:lnTo>
                    <a:pt x="1" y="607"/>
                  </a:lnTo>
                  <a:lnTo>
                    <a:pt x="30422" y="607"/>
                  </a:lnTo>
                  <a:lnTo>
                    <a:pt x="30422"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176"/>
            <p:cNvSpPr/>
            <p:nvPr/>
          </p:nvSpPr>
          <p:spPr>
            <a:xfrm>
              <a:off x="-138200" y="4313024"/>
              <a:ext cx="9401995" cy="30666"/>
            </a:xfrm>
            <a:custGeom>
              <a:rect b="b" l="l" r="r" t="t"/>
              <a:pathLst>
                <a:path extrusionOk="0" h="135" w="30422">
                  <a:moveTo>
                    <a:pt x="1" y="1"/>
                  </a:moveTo>
                  <a:lnTo>
                    <a:pt x="1" y="135"/>
                  </a:lnTo>
                  <a:lnTo>
                    <a:pt x="30422" y="135"/>
                  </a:lnTo>
                  <a:lnTo>
                    <a:pt x="3042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176"/>
            <p:cNvSpPr/>
            <p:nvPr/>
          </p:nvSpPr>
          <p:spPr>
            <a:xfrm>
              <a:off x="-138200" y="4402292"/>
              <a:ext cx="9401995" cy="48838"/>
            </a:xfrm>
            <a:custGeom>
              <a:rect b="b" l="l" r="r" t="t"/>
              <a:pathLst>
                <a:path extrusionOk="0" h="215" w="30422">
                  <a:moveTo>
                    <a:pt x="1" y="0"/>
                  </a:moveTo>
                  <a:lnTo>
                    <a:pt x="1" y="214"/>
                  </a:lnTo>
                  <a:lnTo>
                    <a:pt x="30422" y="214"/>
                  </a:lnTo>
                  <a:lnTo>
                    <a:pt x="30422" y="0"/>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33" name="Google Shape;11433;p176"/>
            <p:cNvGrpSpPr/>
            <p:nvPr/>
          </p:nvGrpSpPr>
          <p:grpSpPr>
            <a:xfrm>
              <a:off x="1190934" y="3127728"/>
              <a:ext cx="389354" cy="1185780"/>
              <a:chOff x="1491295" y="3180738"/>
              <a:chExt cx="354635" cy="1080043"/>
            </a:xfrm>
          </p:grpSpPr>
          <p:sp>
            <p:nvSpPr>
              <p:cNvPr id="11434" name="Google Shape;11434;p176"/>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176"/>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176"/>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176"/>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176"/>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176"/>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40" name="Google Shape;11440;p176"/>
            <p:cNvSpPr/>
            <p:nvPr/>
          </p:nvSpPr>
          <p:spPr>
            <a:xfrm>
              <a:off x="1802734"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176"/>
            <p:cNvSpPr/>
            <p:nvPr/>
          </p:nvSpPr>
          <p:spPr>
            <a:xfrm>
              <a:off x="1768436"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176"/>
            <p:cNvSpPr/>
            <p:nvPr/>
          </p:nvSpPr>
          <p:spPr>
            <a:xfrm>
              <a:off x="1855430"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176"/>
            <p:cNvSpPr/>
            <p:nvPr/>
          </p:nvSpPr>
          <p:spPr>
            <a:xfrm>
              <a:off x="1855430" y="3255194"/>
              <a:ext cx="107667" cy="928382"/>
            </a:xfrm>
            <a:custGeom>
              <a:rect b="b" l="l" r="r" t="t"/>
              <a:pathLst>
                <a:path extrusionOk="0" h="4087" w="474">
                  <a:moveTo>
                    <a:pt x="1" y="1"/>
                  </a:moveTo>
                  <a:lnTo>
                    <a:pt x="1"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176"/>
            <p:cNvSpPr/>
            <p:nvPr/>
          </p:nvSpPr>
          <p:spPr>
            <a:xfrm>
              <a:off x="1802734"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176"/>
            <p:cNvSpPr/>
            <p:nvPr/>
          </p:nvSpPr>
          <p:spPr>
            <a:xfrm>
              <a:off x="1768436"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176"/>
            <p:cNvSpPr/>
            <p:nvPr/>
          </p:nvSpPr>
          <p:spPr>
            <a:xfrm>
              <a:off x="2380345"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176"/>
            <p:cNvSpPr/>
            <p:nvPr/>
          </p:nvSpPr>
          <p:spPr>
            <a:xfrm>
              <a:off x="2345820"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176"/>
            <p:cNvSpPr/>
            <p:nvPr/>
          </p:nvSpPr>
          <p:spPr>
            <a:xfrm>
              <a:off x="2433041"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176"/>
            <p:cNvSpPr/>
            <p:nvPr/>
          </p:nvSpPr>
          <p:spPr>
            <a:xfrm>
              <a:off x="2433041" y="3255194"/>
              <a:ext cx="107440" cy="928382"/>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176"/>
            <p:cNvSpPr/>
            <p:nvPr/>
          </p:nvSpPr>
          <p:spPr>
            <a:xfrm>
              <a:off x="2380345"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176"/>
            <p:cNvSpPr/>
            <p:nvPr/>
          </p:nvSpPr>
          <p:spPr>
            <a:xfrm>
              <a:off x="2345820"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176"/>
            <p:cNvSpPr/>
            <p:nvPr/>
          </p:nvSpPr>
          <p:spPr>
            <a:xfrm>
              <a:off x="2959773" y="3190456"/>
              <a:ext cx="316413" cy="64966"/>
            </a:xfrm>
            <a:custGeom>
              <a:rect b="b" l="l" r="r" t="t"/>
              <a:pathLst>
                <a:path extrusionOk="0" h="286" w="1393">
                  <a:moveTo>
                    <a:pt x="1" y="0"/>
                  </a:moveTo>
                  <a:lnTo>
                    <a:pt x="1"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176"/>
            <p:cNvSpPr/>
            <p:nvPr/>
          </p:nvSpPr>
          <p:spPr>
            <a:xfrm>
              <a:off x="2923431"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176"/>
            <p:cNvSpPr/>
            <p:nvPr/>
          </p:nvSpPr>
          <p:spPr>
            <a:xfrm>
              <a:off x="3012469" y="3255194"/>
              <a:ext cx="211018" cy="928382"/>
            </a:xfrm>
            <a:custGeom>
              <a:rect b="b" l="l" r="r" t="t"/>
              <a:pathLst>
                <a:path extrusionOk="0" h="4087" w="929">
                  <a:moveTo>
                    <a:pt x="1" y="1"/>
                  </a:moveTo>
                  <a:lnTo>
                    <a:pt x="1" y="4087"/>
                  </a:lnTo>
                  <a:lnTo>
                    <a:pt x="928" y="4087"/>
                  </a:lnTo>
                  <a:lnTo>
                    <a:pt x="92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176"/>
            <p:cNvSpPr/>
            <p:nvPr/>
          </p:nvSpPr>
          <p:spPr>
            <a:xfrm>
              <a:off x="3012469"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176"/>
            <p:cNvSpPr/>
            <p:nvPr/>
          </p:nvSpPr>
          <p:spPr>
            <a:xfrm>
              <a:off x="2959773" y="4183320"/>
              <a:ext cx="316413" cy="65193"/>
            </a:xfrm>
            <a:custGeom>
              <a:rect b="b" l="l" r="r" t="t"/>
              <a:pathLst>
                <a:path extrusionOk="0" h="287" w="1393">
                  <a:moveTo>
                    <a:pt x="1" y="1"/>
                  </a:moveTo>
                  <a:lnTo>
                    <a:pt x="1"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176"/>
            <p:cNvSpPr/>
            <p:nvPr/>
          </p:nvSpPr>
          <p:spPr>
            <a:xfrm>
              <a:off x="2923431"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176"/>
            <p:cNvSpPr/>
            <p:nvPr/>
          </p:nvSpPr>
          <p:spPr>
            <a:xfrm>
              <a:off x="3537384" y="3190456"/>
              <a:ext cx="316186" cy="64966"/>
            </a:xfrm>
            <a:custGeom>
              <a:rect b="b" l="l" r="r" t="t"/>
              <a:pathLst>
                <a:path extrusionOk="0" h="286" w="1392">
                  <a:moveTo>
                    <a:pt x="0" y="0"/>
                  </a:moveTo>
                  <a:lnTo>
                    <a:pt x="0"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176"/>
            <p:cNvSpPr/>
            <p:nvPr/>
          </p:nvSpPr>
          <p:spPr>
            <a:xfrm>
              <a:off x="3500815"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176"/>
            <p:cNvSpPr/>
            <p:nvPr/>
          </p:nvSpPr>
          <p:spPr>
            <a:xfrm>
              <a:off x="3590080" y="3255194"/>
              <a:ext cx="210791" cy="928382"/>
            </a:xfrm>
            <a:custGeom>
              <a:rect b="b" l="l" r="r" t="t"/>
              <a:pathLst>
                <a:path extrusionOk="0" h="4087" w="928">
                  <a:moveTo>
                    <a:pt x="0" y="1"/>
                  </a:moveTo>
                  <a:lnTo>
                    <a:pt x="0" y="4087"/>
                  </a:lnTo>
                  <a:lnTo>
                    <a:pt x="928" y="4087"/>
                  </a:lnTo>
                  <a:lnTo>
                    <a:pt x="92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176"/>
            <p:cNvSpPr/>
            <p:nvPr/>
          </p:nvSpPr>
          <p:spPr>
            <a:xfrm>
              <a:off x="3590080" y="3255194"/>
              <a:ext cx="105395" cy="928382"/>
            </a:xfrm>
            <a:custGeom>
              <a:rect b="b" l="l" r="r" t="t"/>
              <a:pathLst>
                <a:path extrusionOk="0" h="4087" w="464">
                  <a:moveTo>
                    <a:pt x="0" y="1"/>
                  </a:moveTo>
                  <a:lnTo>
                    <a:pt x="0"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176"/>
            <p:cNvSpPr/>
            <p:nvPr/>
          </p:nvSpPr>
          <p:spPr>
            <a:xfrm>
              <a:off x="3537384" y="4183320"/>
              <a:ext cx="316186" cy="65193"/>
            </a:xfrm>
            <a:custGeom>
              <a:rect b="b" l="l" r="r" t="t"/>
              <a:pathLst>
                <a:path extrusionOk="0" h="287" w="1392">
                  <a:moveTo>
                    <a:pt x="0" y="1"/>
                  </a:moveTo>
                  <a:lnTo>
                    <a:pt x="0"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176"/>
            <p:cNvSpPr/>
            <p:nvPr/>
          </p:nvSpPr>
          <p:spPr>
            <a:xfrm>
              <a:off x="3500815"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176"/>
            <p:cNvSpPr/>
            <p:nvPr/>
          </p:nvSpPr>
          <p:spPr>
            <a:xfrm>
              <a:off x="4114768" y="3190456"/>
              <a:ext cx="316413" cy="64966"/>
            </a:xfrm>
            <a:custGeom>
              <a:rect b="b" l="l" r="r" t="t"/>
              <a:pathLst>
                <a:path extrusionOk="0" h="286" w="1393">
                  <a:moveTo>
                    <a:pt x="1" y="0"/>
                  </a:moveTo>
                  <a:lnTo>
                    <a:pt x="1"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176"/>
            <p:cNvSpPr/>
            <p:nvPr/>
          </p:nvSpPr>
          <p:spPr>
            <a:xfrm>
              <a:off x="4078426"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176"/>
            <p:cNvSpPr/>
            <p:nvPr/>
          </p:nvSpPr>
          <p:spPr>
            <a:xfrm>
              <a:off x="4167464" y="3255194"/>
              <a:ext cx="211018" cy="928382"/>
            </a:xfrm>
            <a:custGeom>
              <a:rect b="b" l="l" r="r" t="t"/>
              <a:pathLst>
                <a:path extrusionOk="0" h="4087" w="929">
                  <a:moveTo>
                    <a:pt x="1" y="1"/>
                  </a:moveTo>
                  <a:lnTo>
                    <a:pt x="1" y="4087"/>
                  </a:lnTo>
                  <a:lnTo>
                    <a:pt x="928" y="4087"/>
                  </a:lnTo>
                  <a:lnTo>
                    <a:pt x="92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176"/>
            <p:cNvSpPr/>
            <p:nvPr/>
          </p:nvSpPr>
          <p:spPr>
            <a:xfrm>
              <a:off x="4167464"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176"/>
            <p:cNvSpPr/>
            <p:nvPr/>
          </p:nvSpPr>
          <p:spPr>
            <a:xfrm>
              <a:off x="4114768" y="4183320"/>
              <a:ext cx="316413" cy="65193"/>
            </a:xfrm>
            <a:custGeom>
              <a:rect b="b" l="l" r="r" t="t"/>
              <a:pathLst>
                <a:path extrusionOk="0" h="287" w="1393">
                  <a:moveTo>
                    <a:pt x="1" y="1"/>
                  </a:moveTo>
                  <a:lnTo>
                    <a:pt x="1"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176"/>
            <p:cNvSpPr/>
            <p:nvPr/>
          </p:nvSpPr>
          <p:spPr>
            <a:xfrm>
              <a:off x="4078426"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176"/>
            <p:cNvSpPr/>
            <p:nvPr/>
          </p:nvSpPr>
          <p:spPr>
            <a:xfrm>
              <a:off x="4692379"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176"/>
            <p:cNvSpPr/>
            <p:nvPr/>
          </p:nvSpPr>
          <p:spPr>
            <a:xfrm>
              <a:off x="4655809"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176"/>
            <p:cNvSpPr/>
            <p:nvPr/>
          </p:nvSpPr>
          <p:spPr>
            <a:xfrm>
              <a:off x="4745074"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176"/>
            <p:cNvSpPr/>
            <p:nvPr/>
          </p:nvSpPr>
          <p:spPr>
            <a:xfrm>
              <a:off x="4745074" y="3255194"/>
              <a:ext cx="105395" cy="928382"/>
            </a:xfrm>
            <a:custGeom>
              <a:rect b="b" l="l" r="r" t="t"/>
              <a:pathLst>
                <a:path extrusionOk="0" h="4087" w="464">
                  <a:moveTo>
                    <a:pt x="0" y="1"/>
                  </a:moveTo>
                  <a:lnTo>
                    <a:pt x="0"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176"/>
            <p:cNvSpPr/>
            <p:nvPr/>
          </p:nvSpPr>
          <p:spPr>
            <a:xfrm>
              <a:off x="4692379"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176"/>
            <p:cNvSpPr/>
            <p:nvPr/>
          </p:nvSpPr>
          <p:spPr>
            <a:xfrm>
              <a:off x="4655809"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176"/>
            <p:cNvSpPr/>
            <p:nvPr/>
          </p:nvSpPr>
          <p:spPr>
            <a:xfrm>
              <a:off x="5269762"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176"/>
            <p:cNvSpPr/>
            <p:nvPr/>
          </p:nvSpPr>
          <p:spPr>
            <a:xfrm>
              <a:off x="5233420"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176"/>
            <p:cNvSpPr/>
            <p:nvPr/>
          </p:nvSpPr>
          <p:spPr>
            <a:xfrm>
              <a:off x="5322458"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176"/>
            <p:cNvSpPr/>
            <p:nvPr/>
          </p:nvSpPr>
          <p:spPr>
            <a:xfrm>
              <a:off x="5322458"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176"/>
            <p:cNvSpPr/>
            <p:nvPr/>
          </p:nvSpPr>
          <p:spPr>
            <a:xfrm>
              <a:off x="5269762"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176"/>
            <p:cNvSpPr/>
            <p:nvPr/>
          </p:nvSpPr>
          <p:spPr>
            <a:xfrm>
              <a:off x="5233420"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176"/>
            <p:cNvSpPr/>
            <p:nvPr/>
          </p:nvSpPr>
          <p:spPr>
            <a:xfrm>
              <a:off x="5847373"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176"/>
            <p:cNvSpPr/>
            <p:nvPr/>
          </p:nvSpPr>
          <p:spPr>
            <a:xfrm>
              <a:off x="5810804"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176"/>
            <p:cNvSpPr/>
            <p:nvPr/>
          </p:nvSpPr>
          <p:spPr>
            <a:xfrm>
              <a:off x="5900069"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176"/>
            <p:cNvSpPr/>
            <p:nvPr/>
          </p:nvSpPr>
          <p:spPr>
            <a:xfrm>
              <a:off x="5900069" y="3255194"/>
              <a:ext cx="105395" cy="928382"/>
            </a:xfrm>
            <a:custGeom>
              <a:rect b="b" l="l" r="r" t="t"/>
              <a:pathLst>
                <a:path extrusionOk="0" h="4087" w="464">
                  <a:moveTo>
                    <a:pt x="0" y="1"/>
                  </a:moveTo>
                  <a:lnTo>
                    <a:pt x="0"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176"/>
            <p:cNvSpPr/>
            <p:nvPr/>
          </p:nvSpPr>
          <p:spPr>
            <a:xfrm>
              <a:off x="5847373"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176"/>
            <p:cNvSpPr/>
            <p:nvPr/>
          </p:nvSpPr>
          <p:spPr>
            <a:xfrm>
              <a:off x="5810804"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176"/>
            <p:cNvSpPr/>
            <p:nvPr/>
          </p:nvSpPr>
          <p:spPr>
            <a:xfrm>
              <a:off x="6424757"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176"/>
            <p:cNvSpPr/>
            <p:nvPr/>
          </p:nvSpPr>
          <p:spPr>
            <a:xfrm>
              <a:off x="6388415"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176"/>
            <p:cNvSpPr/>
            <p:nvPr/>
          </p:nvSpPr>
          <p:spPr>
            <a:xfrm>
              <a:off x="6477453"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176"/>
            <p:cNvSpPr/>
            <p:nvPr/>
          </p:nvSpPr>
          <p:spPr>
            <a:xfrm>
              <a:off x="6477453"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176"/>
            <p:cNvSpPr/>
            <p:nvPr/>
          </p:nvSpPr>
          <p:spPr>
            <a:xfrm>
              <a:off x="6424757"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176"/>
            <p:cNvSpPr/>
            <p:nvPr/>
          </p:nvSpPr>
          <p:spPr>
            <a:xfrm>
              <a:off x="6388415"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176"/>
            <p:cNvSpPr/>
            <p:nvPr/>
          </p:nvSpPr>
          <p:spPr>
            <a:xfrm>
              <a:off x="7002368"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176"/>
            <p:cNvSpPr/>
            <p:nvPr/>
          </p:nvSpPr>
          <p:spPr>
            <a:xfrm>
              <a:off x="6967843" y="3127536"/>
              <a:ext cx="389327" cy="63149"/>
            </a:xfrm>
            <a:custGeom>
              <a:rect b="b" l="l" r="r" t="t"/>
              <a:pathLst>
                <a:path extrusionOk="0" h="278" w="1714">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176"/>
            <p:cNvSpPr/>
            <p:nvPr/>
          </p:nvSpPr>
          <p:spPr>
            <a:xfrm>
              <a:off x="7055064"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176"/>
            <p:cNvSpPr/>
            <p:nvPr/>
          </p:nvSpPr>
          <p:spPr>
            <a:xfrm>
              <a:off x="7055064" y="3255194"/>
              <a:ext cx="107440" cy="928382"/>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176"/>
            <p:cNvSpPr/>
            <p:nvPr/>
          </p:nvSpPr>
          <p:spPr>
            <a:xfrm>
              <a:off x="7002368"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176"/>
            <p:cNvSpPr/>
            <p:nvPr/>
          </p:nvSpPr>
          <p:spPr>
            <a:xfrm>
              <a:off x="6967843" y="4248285"/>
              <a:ext cx="389327" cy="64966"/>
            </a:xfrm>
            <a:custGeom>
              <a:rect b="b" l="l" r="r" t="t"/>
              <a:pathLst>
                <a:path extrusionOk="0" h="286" w="1714">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176"/>
            <p:cNvSpPr/>
            <p:nvPr/>
          </p:nvSpPr>
          <p:spPr>
            <a:xfrm>
              <a:off x="7579752"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176"/>
            <p:cNvSpPr/>
            <p:nvPr/>
          </p:nvSpPr>
          <p:spPr>
            <a:xfrm>
              <a:off x="7545227" y="3127536"/>
              <a:ext cx="389327" cy="63149"/>
            </a:xfrm>
            <a:custGeom>
              <a:rect b="b" l="l" r="r" t="t"/>
              <a:pathLst>
                <a:path extrusionOk="0" h="278" w="1714">
                  <a:moveTo>
                    <a:pt x="1" y="1"/>
                  </a:moveTo>
                  <a:lnTo>
                    <a:pt x="1" y="277"/>
                  </a:lnTo>
                  <a:lnTo>
                    <a:pt x="1714" y="277"/>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176"/>
            <p:cNvSpPr/>
            <p:nvPr/>
          </p:nvSpPr>
          <p:spPr>
            <a:xfrm>
              <a:off x="7632448"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176"/>
            <p:cNvSpPr/>
            <p:nvPr/>
          </p:nvSpPr>
          <p:spPr>
            <a:xfrm>
              <a:off x="7632448" y="3255194"/>
              <a:ext cx="107667" cy="928382"/>
            </a:xfrm>
            <a:custGeom>
              <a:rect b="b" l="l" r="r" t="t"/>
              <a:pathLst>
                <a:path extrusionOk="0" h="4087" w="474">
                  <a:moveTo>
                    <a:pt x="1" y="1"/>
                  </a:moveTo>
                  <a:lnTo>
                    <a:pt x="1"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176"/>
            <p:cNvSpPr/>
            <p:nvPr/>
          </p:nvSpPr>
          <p:spPr>
            <a:xfrm>
              <a:off x="7579752"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176"/>
            <p:cNvSpPr/>
            <p:nvPr/>
          </p:nvSpPr>
          <p:spPr>
            <a:xfrm>
              <a:off x="7545227" y="4248285"/>
              <a:ext cx="389327" cy="64966"/>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176"/>
            <p:cNvSpPr/>
            <p:nvPr/>
          </p:nvSpPr>
          <p:spPr>
            <a:xfrm>
              <a:off x="5625306" y="4376851"/>
              <a:ext cx="1574796" cy="84275"/>
            </a:xfrm>
            <a:custGeom>
              <a:rect b="b" l="l" r="r" t="t"/>
              <a:pathLst>
                <a:path extrusionOk="0" h="371" w="6933">
                  <a:moveTo>
                    <a:pt x="1854" y="1"/>
                  </a:moveTo>
                  <a:cubicBezTo>
                    <a:pt x="1640" y="1"/>
                    <a:pt x="1437" y="14"/>
                    <a:pt x="1437" y="14"/>
                  </a:cubicBezTo>
                  <a:cubicBezTo>
                    <a:pt x="1437" y="14"/>
                    <a:pt x="1306" y="26"/>
                    <a:pt x="1193" y="26"/>
                  </a:cubicBezTo>
                  <a:cubicBezTo>
                    <a:pt x="1136" y="26"/>
                    <a:pt x="1083" y="23"/>
                    <a:pt x="1054" y="14"/>
                  </a:cubicBezTo>
                  <a:cubicBezTo>
                    <a:pt x="1049" y="13"/>
                    <a:pt x="1044" y="12"/>
                    <a:pt x="1039" y="12"/>
                  </a:cubicBezTo>
                  <a:cubicBezTo>
                    <a:pt x="966" y="12"/>
                    <a:pt x="911" y="130"/>
                    <a:pt x="911" y="130"/>
                  </a:cubicBezTo>
                  <a:lnTo>
                    <a:pt x="813" y="112"/>
                  </a:lnTo>
                  <a:cubicBezTo>
                    <a:pt x="813" y="112"/>
                    <a:pt x="608" y="148"/>
                    <a:pt x="590" y="157"/>
                  </a:cubicBezTo>
                  <a:cubicBezTo>
                    <a:pt x="572" y="157"/>
                    <a:pt x="509" y="193"/>
                    <a:pt x="509" y="193"/>
                  </a:cubicBezTo>
                  <a:lnTo>
                    <a:pt x="1" y="371"/>
                  </a:lnTo>
                  <a:lnTo>
                    <a:pt x="6933" y="317"/>
                  </a:lnTo>
                  <a:lnTo>
                    <a:pt x="6522" y="157"/>
                  </a:lnTo>
                  <a:lnTo>
                    <a:pt x="5942" y="139"/>
                  </a:lnTo>
                  <a:lnTo>
                    <a:pt x="5487" y="228"/>
                  </a:lnTo>
                  <a:cubicBezTo>
                    <a:pt x="5487" y="228"/>
                    <a:pt x="5077" y="228"/>
                    <a:pt x="4818" y="193"/>
                  </a:cubicBezTo>
                  <a:cubicBezTo>
                    <a:pt x="4551" y="157"/>
                    <a:pt x="4515" y="184"/>
                    <a:pt x="4354" y="112"/>
                  </a:cubicBezTo>
                  <a:cubicBezTo>
                    <a:pt x="4258" y="72"/>
                    <a:pt x="4161" y="65"/>
                    <a:pt x="4104" y="65"/>
                  </a:cubicBezTo>
                  <a:cubicBezTo>
                    <a:pt x="4071" y="65"/>
                    <a:pt x="4051" y="68"/>
                    <a:pt x="4051" y="68"/>
                  </a:cubicBezTo>
                  <a:lnTo>
                    <a:pt x="3846" y="68"/>
                  </a:lnTo>
                  <a:lnTo>
                    <a:pt x="3569" y="77"/>
                  </a:lnTo>
                  <a:lnTo>
                    <a:pt x="3346" y="68"/>
                  </a:lnTo>
                  <a:lnTo>
                    <a:pt x="2963" y="94"/>
                  </a:lnTo>
                  <a:lnTo>
                    <a:pt x="2650" y="193"/>
                  </a:lnTo>
                  <a:cubicBezTo>
                    <a:pt x="2650" y="193"/>
                    <a:pt x="2436" y="175"/>
                    <a:pt x="2338" y="68"/>
                  </a:cubicBezTo>
                  <a:cubicBezTo>
                    <a:pt x="2294" y="14"/>
                    <a:pt x="2068" y="1"/>
                    <a:pt x="18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07" name="Google Shape;11507;p176"/>
            <p:cNvGrpSpPr/>
            <p:nvPr/>
          </p:nvGrpSpPr>
          <p:grpSpPr>
            <a:xfrm>
              <a:off x="613339" y="3127728"/>
              <a:ext cx="389354" cy="1185780"/>
              <a:chOff x="1491295" y="3180738"/>
              <a:chExt cx="354635" cy="1080043"/>
            </a:xfrm>
          </p:grpSpPr>
          <p:sp>
            <p:nvSpPr>
              <p:cNvPr id="11508" name="Google Shape;11508;p176"/>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176"/>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176"/>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176"/>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176"/>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176"/>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4" name="Google Shape;11514;p176"/>
            <p:cNvGrpSpPr/>
            <p:nvPr/>
          </p:nvGrpSpPr>
          <p:grpSpPr>
            <a:xfrm>
              <a:off x="35745" y="3127728"/>
              <a:ext cx="389354" cy="1185780"/>
              <a:chOff x="1491295" y="3180738"/>
              <a:chExt cx="354635" cy="1080043"/>
            </a:xfrm>
          </p:grpSpPr>
          <p:sp>
            <p:nvSpPr>
              <p:cNvPr id="11515" name="Google Shape;11515;p176"/>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176"/>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176"/>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176"/>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176"/>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176"/>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1" name="Google Shape;11521;p176"/>
            <p:cNvGrpSpPr/>
            <p:nvPr/>
          </p:nvGrpSpPr>
          <p:grpSpPr>
            <a:xfrm>
              <a:off x="8122725" y="3127728"/>
              <a:ext cx="389354" cy="1185780"/>
              <a:chOff x="1491295" y="3180738"/>
              <a:chExt cx="354635" cy="1080043"/>
            </a:xfrm>
          </p:grpSpPr>
          <p:sp>
            <p:nvSpPr>
              <p:cNvPr id="11522" name="Google Shape;11522;p176"/>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176"/>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176"/>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176"/>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176"/>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176"/>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8" name="Google Shape;11528;p176"/>
            <p:cNvGrpSpPr/>
            <p:nvPr/>
          </p:nvGrpSpPr>
          <p:grpSpPr>
            <a:xfrm>
              <a:off x="8700100" y="3127728"/>
              <a:ext cx="389354" cy="1185780"/>
              <a:chOff x="1491295" y="3180738"/>
              <a:chExt cx="354635" cy="1080043"/>
            </a:xfrm>
          </p:grpSpPr>
          <p:sp>
            <p:nvSpPr>
              <p:cNvPr id="11529" name="Google Shape;11529;p176"/>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176"/>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176"/>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176"/>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176"/>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176"/>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535" name="Google Shape;11535;p176"/>
          <p:cNvSpPr/>
          <p:nvPr/>
        </p:nvSpPr>
        <p:spPr>
          <a:xfrm>
            <a:off x="1850546" y="4519646"/>
            <a:ext cx="2045463" cy="127457"/>
          </a:xfrm>
          <a:custGeom>
            <a:rect b="b" l="l" r="r" t="t"/>
            <a:pathLst>
              <a:path extrusionOk="0" h="616" w="9886">
                <a:moveTo>
                  <a:pt x="2418" y="0"/>
                </a:moveTo>
                <a:lnTo>
                  <a:pt x="2142" y="99"/>
                </a:lnTo>
                <a:lnTo>
                  <a:pt x="1919" y="188"/>
                </a:lnTo>
                <a:lnTo>
                  <a:pt x="1740" y="295"/>
                </a:lnTo>
                <a:cubicBezTo>
                  <a:pt x="1740" y="295"/>
                  <a:pt x="1571" y="188"/>
                  <a:pt x="1339" y="161"/>
                </a:cubicBezTo>
                <a:cubicBezTo>
                  <a:pt x="1290" y="155"/>
                  <a:pt x="1256" y="153"/>
                  <a:pt x="1234" y="153"/>
                </a:cubicBezTo>
                <a:cubicBezTo>
                  <a:pt x="1210" y="153"/>
                  <a:pt x="1199" y="156"/>
                  <a:pt x="1194" y="158"/>
                </a:cubicBezTo>
                <a:lnTo>
                  <a:pt x="1194" y="158"/>
                </a:lnTo>
                <a:cubicBezTo>
                  <a:pt x="1194" y="158"/>
                  <a:pt x="1194" y="158"/>
                  <a:pt x="1194" y="158"/>
                </a:cubicBezTo>
                <a:cubicBezTo>
                  <a:pt x="1108" y="158"/>
                  <a:pt x="558" y="327"/>
                  <a:pt x="483" y="402"/>
                </a:cubicBezTo>
                <a:lnTo>
                  <a:pt x="1" y="616"/>
                </a:lnTo>
                <a:lnTo>
                  <a:pt x="9885" y="616"/>
                </a:lnTo>
                <a:lnTo>
                  <a:pt x="9537" y="473"/>
                </a:lnTo>
                <a:lnTo>
                  <a:pt x="9261" y="402"/>
                </a:lnTo>
                <a:cubicBezTo>
                  <a:pt x="9261" y="402"/>
                  <a:pt x="9100" y="429"/>
                  <a:pt x="8833" y="473"/>
                </a:cubicBezTo>
                <a:cubicBezTo>
                  <a:pt x="8791" y="480"/>
                  <a:pt x="8757" y="483"/>
                  <a:pt x="8729" y="483"/>
                </a:cubicBezTo>
                <a:cubicBezTo>
                  <a:pt x="8584" y="483"/>
                  <a:pt x="8610" y="402"/>
                  <a:pt x="8610" y="402"/>
                </a:cubicBezTo>
                <a:cubicBezTo>
                  <a:pt x="8610" y="402"/>
                  <a:pt x="8306" y="188"/>
                  <a:pt x="8199" y="188"/>
                </a:cubicBezTo>
                <a:cubicBezTo>
                  <a:pt x="8083" y="188"/>
                  <a:pt x="7949" y="188"/>
                  <a:pt x="7816" y="206"/>
                </a:cubicBezTo>
                <a:cubicBezTo>
                  <a:pt x="7682" y="223"/>
                  <a:pt x="7575" y="295"/>
                  <a:pt x="7486" y="295"/>
                </a:cubicBezTo>
                <a:cubicBezTo>
                  <a:pt x="7396" y="287"/>
                  <a:pt x="7306" y="203"/>
                  <a:pt x="7154" y="203"/>
                </a:cubicBezTo>
                <a:cubicBezTo>
                  <a:pt x="7140" y="203"/>
                  <a:pt x="7126" y="204"/>
                  <a:pt x="7111" y="206"/>
                </a:cubicBezTo>
                <a:cubicBezTo>
                  <a:pt x="7048" y="212"/>
                  <a:pt x="6995" y="213"/>
                  <a:pt x="6951" y="213"/>
                </a:cubicBezTo>
                <a:cubicBezTo>
                  <a:pt x="6864" y="213"/>
                  <a:pt x="6816" y="206"/>
                  <a:pt x="6816" y="206"/>
                </a:cubicBezTo>
                <a:lnTo>
                  <a:pt x="6486" y="295"/>
                </a:lnTo>
                <a:lnTo>
                  <a:pt x="6147" y="473"/>
                </a:lnTo>
                <a:lnTo>
                  <a:pt x="5853" y="402"/>
                </a:lnTo>
                <a:lnTo>
                  <a:pt x="5425" y="206"/>
                </a:lnTo>
                <a:lnTo>
                  <a:pt x="4863" y="99"/>
                </a:lnTo>
                <a:cubicBezTo>
                  <a:pt x="4863" y="99"/>
                  <a:pt x="4435" y="161"/>
                  <a:pt x="4256" y="161"/>
                </a:cubicBezTo>
                <a:cubicBezTo>
                  <a:pt x="4078" y="161"/>
                  <a:pt x="4033" y="206"/>
                  <a:pt x="4033" y="206"/>
                </a:cubicBezTo>
                <a:cubicBezTo>
                  <a:pt x="4033" y="206"/>
                  <a:pt x="3699" y="297"/>
                  <a:pt x="3514" y="297"/>
                </a:cubicBezTo>
                <a:cubicBezTo>
                  <a:pt x="3498" y="297"/>
                  <a:pt x="3484" y="296"/>
                  <a:pt x="3471" y="295"/>
                </a:cubicBezTo>
                <a:cubicBezTo>
                  <a:pt x="3293" y="268"/>
                  <a:pt x="3159" y="99"/>
                  <a:pt x="3159" y="99"/>
                </a:cubicBezTo>
                <a:cubicBezTo>
                  <a:pt x="3159" y="99"/>
                  <a:pt x="3111" y="138"/>
                  <a:pt x="3050" y="138"/>
                </a:cubicBezTo>
                <a:cubicBezTo>
                  <a:pt x="3020" y="138"/>
                  <a:pt x="2986" y="128"/>
                  <a:pt x="2954" y="99"/>
                </a:cubicBezTo>
                <a:cubicBezTo>
                  <a:pt x="2919" y="67"/>
                  <a:pt x="2890" y="57"/>
                  <a:pt x="2864" y="57"/>
                </a:cubicBezTo>
                <a:cubicBezTo>
                  <a:pt x="2815" y="57"/>
                  <a:pt x="2774" y="93"/>
                  <a:pt x="2722" y="99"/>
                </a:cubicBezTo>
                <a:cubicBezTo>
                  <a:pt x="2718" y="99"/>
                  <a:pt x="2714" y="99"/>
                  <a:pt x="2710" y="99"/>
                </a:cubicBezTo>
                <a:cubicBezTo>
                  <a:pt x="2616" y="99"/>
                  <a:pt x="2418" y="0"/>
                  <a:pt x="2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6" name="Google Shape;11536;p176"/>
          <p:cNvGrpSpPr/>
          <p:nvPr/>
        </p:nvGrpSpPr>
        <p:grpSpPr>
          <a:xfrm>
            <a:off x="-440352" y="4372550"/>
            <a:ext cx="2183372" cy="583072"/>
            <a:chOff x="379848" y="4111600"/>
            <a:chExt cx="2183372" cy="583072"/>
          </a:xfrm>
        </p:grpSpPr>
        <p:sp>
          <p:nvSpPr>
            <p:cNvPr id="11537" name="Google Shape;11537;p176"/>
            <p:cNvSpPr/>
            <p:nvPr/>
          </p:nvSpPr>
          <p:spPr>
            <a:xfrm>
              <a:off x="379848" y="4111600"/>
              <a:ext cx="2183372" cy="583072"/>
            </a:xfrm>
            <a:custGeom>
              <a:rect b="b" l="l" r="r" t="t"/>
              <a:pathLst>
                <a:path extrusionOk="0" h="2818" w="7397">
                  <a:moveTo>
                    <a:pt x="1584" y="1"/>
                  </a:moveTo>
                  <a:cubicBezTo>
                    <a:pt x="1376" y="1"/>
                    <a:pt x="1196" y="52"/>
                    <a:pt x="1196" y="52"/>
                  </a:cubicBezTo>
                  <a:lnTo>
                    <a:pt x="0" y="2817"/>
                  </a:lnTo>
                  <a:lnTo>
                    <a:pt x="7396" y="2817"/>
                  </a:lnTo>
                  <a:cubicBezTo>
                    <a:pt x="7292" y="2500"/>
                    <a:pt x="7094" y="2422"/>
                    <a:pt x="6924" y="2422"/>
                  </a:cubicBezTo>
                  <a:cubicBezTo>
                    <a:pt x="6759" y="2422"/>
                    <a:pt x="6620" y="2496"/>
                    <a:pt x="6620" y="2496"/>
                  </a:cubicBezTo>
                  <a:cubicBezTo>
                    <a:pt x="6496" y="2241"/>
                    <a:pt x="6327" y="2167"/>
                    <a:pt x="6172" y="2167"/>
                  </a:cubicBezTo>
                  <a:cubicBezTo>
                    <a:pt x="5959" y="2167"/>
                    <a:pt x="5772" y="2309"/>
                    <a:pt x="5772" y="2309"/>
                  </a:cubicBezTo>
                  <a:cubicBezTo>
                    <a:pt x="5688" y="1947"/>
                    <a:pt x="5515" y="1848"/>
                    <a:pt x="5351" y="1848"/>
                  </a:cubicBezTo>
                  <a:cubicBezTo>
                    <a:pt x="5149" y="1848"/>
                    <a:pt x="4961" y="1996"/>
                    <a:pt x="4961" y="1996"/>
                  </a:cubicBezTo>
                  <a:cubicBezTo>
                    <a:pt x="4890" y="1622"/>
                    <a:pt x="4712" y="1517"/>
                    <a:pt x="4537" y="1517"/>
                  </a:cubicBezTo>
                  <a:cubicBezTo>
                    <a:pt x="4315" y="1517"/>
                    <a:pt x="4095" y="1684"/>
                    <a:pt x="4095" y="1684"/>
                  </a:cubicBezTo>
                  <a:cubicBezTo>
                    <a:pt x="4067" y="1207"/>
                    <a:pt x="3877" y="1076"/>
                    <a:pt x="3676" y="1076"/>
                  </a:cubicBezTo>
                  <a:cubicBezTo>
                    <a:pt x="3430" y="1076"/>
                    <a:pt x="3167" y="1274"/>
                    <a:pt x="3167" y="1274"/>
                  </a:cubicBezTo>
                  <a:cubicBezTo>
                    <a:pt x="3202" y="765"/>
                    <a:pt x="2976" y="633"/>
                    <a:pt x="2733" y="633"/>
                  </a:cubicBezTo>
                  <a:cubicBezTo>
                    <a:pt x="2473" y="633"/>
                    <a:pt x="2195" y="783"/>
                    <a:pt x="2195" y="783"/>
                  </a:cubicBezTo>
                  <a:cubicBezTo>
                    <a:pt x="2315" y="128"/>
                    <a:pt x="1914" y="1"/>
                    <a:pt x="1584"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176"/>
            <p:cNvSpPr/>
            <p:nvPr/>
          </p:nvSpPr>
          <p:spPr>
            <a:xfrm>
              <a:off x="514145" y="4335678"/>
              <a:ext cx="1340662" cy="358989"/>
            </a:xfrm>
            <a:custGeom>
              <a:rect b="b" l="l" r="r" t="t"/>
              <a:pathLst>
                <a:path extrusionOk="0" h="1735" w="4542">
                  <a:moveTo>
                    <a:pt x="974" y="0"/>
                  </a:moveTo>
                  <a:cubicBezTo>
                    <a:pt x="848" y="0"/>
                    <a:pt x="741" y="30"/>
                    <a:pt x="741" y="30"/>
                  </a:cubicBezTo>
                  <a:lnTo>
                    <a:pt x="0" y="1734"/>
                  </a:lnTo>
                  <a:lnTo>
                    <a:pt x="4541" y="1734"/>
                  </a:lnTo>
                  <a:cubicBezTo>
                    <a:pt x="4478" y="1540"/>
                    <a:pt x="4358" y="1492"/>
                    <a:pt x="4254" y="1492"/>
                  </a:cubicBezTo>
                  <a:cubicBezTo>
                    <a:pt x="4153" y="1492"/>
                    <a:pt x="4068" y="1538"/>
                    <a:pt x="4068" y="1538"/>
                  </a:cubicBezTo>
                  <a:cubicBezTo>
                    <a:pt x="3994" y="1381"/>
                    <a:pt x="3889" y="1335"/>
                    <a:pt x="3792" y="1335"/>
                  </a:cubicBezTo>
                  <a:cubicBezTo>
                    <a:pt x="3659" y="1335"/>
                    <a:pt x="3542" y="1422"/>
                    <a:pt x="3542" y="1422"/>
                  </a:cubicBezTo>
                  <a:cubicBezTo>
                    <a:pt x="3494" y="1202"/>
                    <a:pt x="3391" y="1142"/>
                    <a:pt x="3292" y="1142"/>
                  </a:cubicBezTo>
                  <a:cubicBezTo>
                    <a:pt x="3169" y="1142"/>
                    <a:pt x="3051" y="1235"/>
                    <a:pt x="3051" y="1235"/>
                  </a:cubicBezTo>
                  <a:cubicBezTo>
                    <a:pt x="3004" y="1001"/>
                    <a:pt x="2893" y="936"/>
                    <a:pt x="2785" y="936"/>
                  </a:cubicBezTo>
                  <a:cubicBezTo>
                    <a:pt x="2649" y="936"/>
                    <a:pt x="2516" y="1038"/>
                    <a:pt x="2516" y="1038"/>
                  </a:cubicBezTo>
                  <a:cubicBezTo>
                    <a:pt x="2500" y="747"/>
                    <a:pt x="2384" y="666"/>
                    <a:pt x="2261" y="666"/>
                  </a:cubicBezTo>
                  <a:cubicBezTo>
                    <a:pt x="2108" y="666"/>
                    <a:pt x="1945" y="789"/>
                    <a:pt x="1945" y="789"/>
                  </a:cubicBezTo>
                  <a:cubicBezTo>
                    <a:pt x="1967" y="474"/>
                    <a:pt x="1828" y="392"/>
                    <a:pt x="1679" y="392"/>
                  </a:cubicBezTo>
                  <a:cubicBezTo>
                    <a:pt x="1519" y="392"/>
                    <a:pt x="1348" y="485"/>
                    <a:pt x="1348" y="485"/>
                  </a:cubicBezTo>
                  <a:cubicBezTo>
                    <a:pt x="1425" y="78"/>
                    <a:pt x="1176" y="0"/>
                    <a:pt x="9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9" name="Google Shape;11539;p176"/>
          <p:cNvGrpSpPr/>
          <p:nvPr/>
        </p:nvGrpSpPr>
        <p:grpSpPr>
          <a:xfrm>
            <a:off x="7400797" y="4372550"/>
            <a:ext cx="2183077" cy="583072"/>
            <a:chOff x="6551897" y="4111600"/>
            <a:chExt cx="2183077" cy="583072"/>
          </a:xfrm>
        </p:grpSpPr>
        <p:sp>
          <p:nvSpPr>
            <p:cNvPr id="11540" name="Google Shape;11540;p176"/>
            <p:cNvSpPr/>
            <p:nvPr/>
          </p:nvSpPr>
          <p:spPr>
            <a:xfrm>
              <a:off x="6551897" y="4111600"/>
              <a:ext cx="2183077" cy="583072"/>
            </a:xfrm>
            <a:custGeom>
              <a:rect b="b" l="l" r="r" t="t"/>
              <a:pathLst>
                <a:path extrusionOk="0" h="2818" w="7396">
                  <a:moveTo>
                    <a:pt x="5812" y="1"/>
                  </a:moveTo>
                  <a:cubicBezTo>
                    <a:pt x="5483" y="1"/>
                    <a:pt x="5081" y="128"/>
                    <a:pt x="5201" y="783"/>
                  </a:cubicBezTo>
                  <a:cubicBezTo>
                    <a:pt x="5201" y="783"/>
                    <a:pt x="4925" y="633"/>
                    <a:pt x="4667" y="633"/>
                  </a:cubicBezTo>
                  <a:cubicBezTo>
                    <a:pt x="4425" y="633"/>
                    <a:pt x="4199" y="765"/>
                    <a:pt x="4229" y="1274"/>
                  </a:cubicBezTo>
                  <a:cubicBezTo>
                    <a:pt x="4229" y="1274"/>
                    <a:pt x="3966" y="1076"/>
                    <a:pt x="3720" y="1076"/>
                  </a:cubicBezTo>
                  <a:cubicBezTo>
                    <a:pt x="3519" y="1076"/>
                    <a:pt x="3329" y="1207"/>
                    <a:pt x="3301" y="1684"/>
                  </a:cubicBezTo>
                  <a:cubicBezTo>
                    <a:pt x="3301" y="1684"/>
                    <a:pt x="3082" y="1517"/>
                    <a:pt x="2860" y="1517"/>
                  </a:cubicBezTo>
                  <a:cubicBezTo>
                    <a:pt x="2684" y="1517"/>
                    <a:pt x="2507" y="1622"/>
                    <a:pt x="2436" y="1996"/>
                  </a:cubicBezTo>
                  <a:cubicBezTo>
                    <a:pt x="2436" y="1996"/>
                    <a:pt x="2247" y="1848"/>
                    <a:pt x="2047" y="1848"/>
                  </a:cubicBezTo>
                  <a:cubicBezTo>
                    <a:pt x="1884" y="1848"/>
                    <a:pt x="1713" y="1947"/>
                    <a:pt x="1633" y="2309"/>
                  </a:cubicBezTo>
                  <a:cubicBezTo>
                    <a:pt x="1633" y="2309"/>
                    <a:pt x="1444" y="2167"/>
                    <a:pt x="1227" y="2167"/>
                  </a:cubicBezTo>
                  <a:cubicBezTo>
                    <a:pt x="1071" y="2167"/>
                    <a:pt x="900" y="2241"/>
                    <a:pt x="777" y="2496"/>
                  </a:cubicBezTo>
                  <a:cubicBezTo>
                    <a:pt x="777" y="2496"/>
                    <a:pt x="640" y="2422"/>
                    <a:pt x="476" y="2422"/>
                  </a:cubicBezTo>
                  <a:cubicBezTo>
                    <a:pt x="307" y="2422"/>
                    <a:pt x="109" y="2500"/>
                    <a:pt x="0" y="2817"/>
                  </a:cubicBezTo>
                  <a:lnTo>
                    <a:pt x="7396" y="2817"/>
                  </a:lnTo>
                  <a:lnTo>
                    <a:pt x="6201" y="52"/>
                  </a:lnTo>
                  <a:cubicBezTo>
                    <a:pt x="6201" y="52"/>
                    <a:pt x="6021" y="1"/>
                    <a:pt x="5812"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176"/>
            <p:cNvSpPr/>
            <p:nvPr/>
          </p:nvSpPr>
          <p:spPr>
            <a:xfrm>
              <a:off x="7260276" y="4335678"/>
              <a:ext cx="1340367" cy="358989"/>
            </a:xfrm>
            <a:custGeom>
              <a:rect b="b" l="l" r="r" t="t"/>
              <a:pathLst>
                <a:path extrusionOk="0" h="1735" w="4541">
                  <a:moveTo>
                    <a:pt x="3574" y="0"/>
                  </a:moveTo>
                  <a:cubicBezTo>
                    <a:pt x="3369" y="0"/>
                    <a:pt x="3117" y="78"/>
                    <a:pt x="3194" y="485"/>
                  </a:cubicBezTo>
                  <a:cubicBezTo>
                    <a:pt x="3194" y="485"/>
                    <a:pt x="3023" y="392"/>
                    <a:pt x="2863" y="392"/>
                  </a:cubicBezTo>
                  <a:cubicBezTo>
                    <a:pt x="2714" y="392"/>
                    <a:pt x="2575" y="474"/>
                    <a:pt x="2596" y="789"/>
                  </a:cubicBezTo>
                  <a:cubicBezTo>
                    <a:pt x="2596" y="789"/>
                    <a:pt x="2433" y="666"/>
                    <a:pt x="2281" y="666"/>
                  </a:cubicBezTo>
                  <a:cubicBezTo>
                    <a:pt x="2157" y="666"/>
                    <a:pt x="2041" y="747"/>
                    <a:pt x="2025" y="1038"/>
                  </a:cubicBezTo>
                  <a:cubicBezTo>
                    <a:pt x="2025" y="1038"/>
                    <a:pt x="1893" y="936"/>
                    <a:pt x="1758" y="936"/>
                  </a:cubicBezTo>
                  <a:cubicBezTo>
                    <a:pt x="1651" y="936"/>
                    <a:pt x="1542" y="1001"/>
                    <a:pt x="1499" y="1235"/>
                  </a:cubicBezTo>
                  <a:cubicBezTo>
                    <a:pt x="1499" y="1235"/>
                    <a:pt x="1379" y="1142"/>
                    <a:pt x="1254" y="1142"/>
                  </a:cubicBezTo>
                  <a:cubicBezTo>
                    <a:pt x="1152" y="1142"/>
                    <a:pt x="1047" y="1202"/>
                    <a:pt x="999" y="1422"/>
                  </a:cubicBezTo>
                  <a:cubicBezTo>
                    <a:pt x="999" y="1422"/>
                    <a:pt x="885" y="1335"/>
                    <a:pt x="753" y="1335"/>
                  </a:cubicBezTo>
                  <a:cubicBezTo>
                    <a:pt x="657" y="1335"/>
                    <a:pt x="552" y="1381"/>
                    <a:pt x="473" y="1538"/>
                  </a:cubicBezTo>
                  <a:cubicBezTo>
                    <a:pt x="473" y="1538"/>
                    <a:pt x="388" y="1492"/>
                    <a:pt x="287" y="1492"/>
                  </a:cubicBezTo>
                  <a:cubicBezTo>
                    <a:pt x="184" y="1492"/>
                    <a:pt x="63" y="1540"/>
                    <a:pt x="0" y="1734"/>
                  </a:cubicBezTo>
                  <a:lnTo>
                    <a:pt x="4541" y="1734"/>
                  </a:lnTo>
                  <a:lnTo>
                    <a:pt x="3809" y="30"/>
                  </a:lnTo>
                  <a:cubicBezTo>
                    <a:pt x="3809" y="30"/>
                    <a:pt x="3701" y="0"/>
                    <a:pt x="35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2" name="Google Shape;11542;p176"/>
          <p:cNvGrpSpPr/>
          <p:nvPr/>
        </p:nvGrpSpPr>
        <p:grpSpPr>
          <a:xfrm>
            <a:off x="-301731" y="2688291"/>
            <a:ext cx="942613" cy="2225784"/>
            <a:chOff x="1214466" y="2918796"/>
            <a:chExt cx="786428" cy="1856987"/>
          </a:xfrm>
        </p:grpSpPr>
        <p:sp>
          <p:nvSpPr>
            <p:cNvPr id="11543" name="Google Shape;11543;p176"/>
            <p:cNvSpPr/>
            <p:nvPr/>
          </p:nvSpPr>
          <p:spPr>
            <a:xfrm>
              <a:off x="1718262" y="3276741"/>
              <a:ext cx="282632" cy="1052344"/>
            </a:xfrm>
            <a:custGeom>
              <a:rect b="b" l="l" r="r" t="t"/>
              <a:pathLst>
                <a:path extrusionOk="0" h="5086" w="1366">
                  <a:moveTo>
                    <a:pt x="1366" y="1"/>
                  </a:moveTo>
                  <a:lnTo>
                    <a:pt x="1" y="5005"/>
                  </a:lnTo>
                  <a:lnTo>
                    <a:pt x="99" y="5086"/>
                  </a:lnTo>
                  <a:cubicBezTo>
                    <a:pt x="1294" y="2321"/>
                    <a:pt x="1366" y="1"/>
                    <a:pt x="13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176"/>
            <p:cNvSpPr/>
            <p:nvPr/>
          </p:nvSpPr>
          <p:spPr>
            <a:xfrm>
              <a:off x="1696123" y="3276741"/>
              <a:ext cx="304771" cy="1035791"/>
            </a:xfrm>
            <a:custGeom>
              <a:rect b="b" l="l" r="r" t="t"/>
              <a:pathLst>
                <a:path extrusionOk="0" h="5006" w="1473">
                  <a:moveTo>
                    <a:pt x="1473" y="1"/>
                  </a:moveTo>
                  <a:cubicBezTo>
                    <a:pt x="1473" y="1"/>
                    <a:pt x="483" y="1553"/>
                    <a:pt x="1" y="4916"/>
                  </a:cubicBezTo>
                  <a:lnTo>
                    <a:pt x="108" y="5005"/>
                  </a:lnTo>
                  <a:lnTo>
                    <a:pt x="1473"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176"/>
            <p:cNvSpPr/>
            <p:nvPr/>
          </p:nvSpPr>
          <p:spPr>
            <a:xfrm>
              <a:off x="1687020" y="3134598"/>
              <a:ext cx="227182" cy="1069104"/>
            </a:xfrm>
            <a:custGeom>
              <a:rect b="b" l="l" r="r" t="t"/>
              <a:pathLst>
                <a:path extrusionOk="0" h="5167" w="1098">
                  <a:moveTo>
                    <a:pt x="999" y="1"/>
                  </a:moveTo>
                  <a:lnTo>
                    <a:pt x="0" y="5086"/>
                  </a:lnTo>
                  <a:lnTo>
                    <a:pt x="107" y="5166"/>
                  </a:lnTo>
                  <a:cubicBezTo>
                    <a:pt x="1097" y="2321"/>
                    <a:pt x="999" y="1"/>
                    <a:pt x="9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176"/>
            <p:cNvSpPr/>
            <p:nvPr/>
          </p:nvSpPr>
          <p:spPr>
            <a:xfrm>
              <a:off x="1664882" y="3134598"/>
              <a:ext cx="229044" cy="1052344"/>
            </a:xfrm>
            <a:custGeom>
              <a:rect b="b" l="l" r="r" t="t"/>
              <a:pathLst>
                <a:path extrusionOk="0" h="5086" w="1107">
                  <a:moveTo>
                    <a:pt x="1106" y="1"/>
                  </a:moveTo>
                  <a:cubicBezTo>
                    <a:pt x="1106" y="1"/>
                    <a:pt x="232" y="1625"/>
                    <a:pt x="0" y="5014"/>
                  </a:cubicBezTo>
                  <a:lnTo>
                    <a:pt x="107" y="5086"/>
                  </a:lnTo>
                  <a:lnTo>
                    <a:pt x="1106"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176"/>
            <p:cNvSpPr/>
            <p:nvPr/>
          </p:nvSpPr>
          <p:spPr>
            <a:xfrm>
              <a:off x="1648123" y="3007352"/>
              <a:ext cx="171938" cy="1118762"/>
            </a:xfrm>
            <a:custGeom>
              <a:rect b="b" l="l" r="r" t="t"/>
              <a:pathLst>
                <a:path extrusionOk="0" h="5407" w="831">
                  <a:moveTo>
                    <a:pt x="527" y="0"/>
                  </a:moveTo>
                  <a:lnTo>
                    <a:pt x="1" y="5362"/>
                  </a:lnTo>
                  <a:lnTo>
                    <a:pt x="108" y="5406"/>
                  </a:lnTo>
                  <a:cubicBezTo>
                    <a:pt x="830" y="2258"/>
                    <a:pt x="527" y="1"/>
                    <a:pt x="5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176"/>
            <p:cNvSpPr/>
            <p:nvPr/>
          </p:nvSpPr>
          <p:spPr>
            <a:xfrm>
              <a:off x="1609434" y="3007352"/>
              <a:ext cx="147937" cy="1109451"/>
            </a:xfrm>
            <a:custGeom>
              <a:rect b="b" l="l" r="r" t="t"/>
              <a:pathLst>
                <a:path extrusionOk="0" h="5362" w="715">
                  <a:moveTo>
                    <a:pt x="714" y="0"/>
                  </a:moveTo>
                  <a:lnTo>
                    <a:pt x="714" y="0"/>
                  </a:lnTo>
                  <a:cubicBezTo>
                    <a:pt x="714" y="1"/>
                    <a:pt x="1" y="1910"/>
                    <a:pt x="72" y="5326"/>
                  </a:cubicBezTo>
                  <a:lnTo>
                    <a:pt x="188" y="5362"/>
                  </a:lnTo>
                  <a:lnTo>
                    <a:pt x="71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176"/>
            <p:cNvSpPr/>
            <p:nvPr/>
          </p:nvSpPr>
          <p:spPr>
            <a:xfrm>
              <a:off x="1607571" y="2918796"/>
              <a:ext cx="109039" cy="1127866"/>
            </a:xfrm>
            <a:custGeom>
              <a:rect b="b" l="l" r="r" t="t"/>
              <a:pathLst>
                <a:path extrusionOk="0" h="5451" w="527">
                  <a:moveTo>
                    <a:pt x="1" y="0"/>
                  </a:moveTo>
                  <a:lnTo>
                    <a:pt x="1" y="5451"/>
                  </a:lnTo>
                  <a:lnTo>
                    <a:pt x="117" y="5451"/>
                  </a:lnTo>
                  <a:cubicBezTo>
                    <a:pt x="527" y="2114"/>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176"/>
            <p:cNvSpPr/>
            <p:nvPr/>
          </p:nvSpPr>
          <p:spPr>
            <a:xfrm>
              <a:off x="1500605" y="2918796"/>
              <a:ext cx="107177" cy="1127866"/>
            </a:xfrm>
            <a:custGeom>
              <a:rect b="b" l="l" r="r" t="t"/>
              <a:pathLst>
                <a:path extrusionOk="0" h="5451" w="518">
                  <a:moveTo>
                    <a:pt x="518" y="0"/>
                  </a:moveTo>
                  <a:cubicBezTo>
                    <a:pt x="518" y="0"/>
                    <a:pt x="0" y="2114"/>
                    <a:pt x="402" y="5451"/>
                  </a:cubicBezTo>
                  <a:lnTo>
                    <a:pt x="518" y="5451"/>
                  </a:lnTo>
                  <a:lnTo>
                    <a:pt x="51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176"/>
            <p:cNvSpPr/>
            <p:nvPr/>
          </p:nvSpPr>
          <p:spPr>
            <a:xfrm>
              <a:off x="1214466" y="3276741"/>
              <a:ext cx="284494" cy="1052344"/>
            </a:xfrm>
            <a:custGeom>
              <a:rect b="b" l="l" r="r" t="t"/>
              <a:pathLst>
                <a:path extrusionOk="0" h="5086" w="1375">
                  <a:moveTo>
                    <a:pt x="0" y="1"/>
                  </a:moveTo>
                  <a:cubicBezTo>
                    <a:pt x="0" y="1"/>
                    <a:pt x="72" y="2321"/>
                    <a:pt x="1276" y="5086"/>
                  </a:cubicBezTo>
                  <a:lnTo>
                    <a:pt x="1374" y="5005"/>
                  </a:lnTo>
                  <a:lnTo>
                    <a:pt x="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176"/>
            <p:cNvSpPr/>
            <p:nvPr/>
          </p:nvSpPr>
          <p:spPr>
            <a:xfrm>
              <a:off x="1214466" y="3276741"/>
              <a:ext cx="304771" cy="1035791"/>
            </a:xfrm>
            <a:custGeom>
              <a:rect b="b" l="l" r="r" t="t"/>
              <a:pathLst>
                <a:path extrusionOk="0" h="5006" w="1473">
                  <a:moveTo>
                    <a:pt x="0" y="1"/>
                  </a:moveTo>
                  <a:lnTo>
                    <a:pt x="1374" y="5005"/>
                  </a:lnTo>
                  <a:lnTo>
                    <a:pt x="1472" y="4916"/>
                  </a:lnTo>
                  <a:cubicBezTo>
                    <a:pt x="1000" y="1553"/>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176"/>
            <p:cNvSpPr/>
            <p:nvPr/>
          </p:nvSpPr>
          <p:spPr>
            <a:xfrm>
              <a:off x="1301156" y="3134598"/>
              <a:ext cx="229044" cy="1069104"/>
            </a:xfrm>
            <a:custGeom>
              <a:rect b="b" l="l" r="r" t="t"/>
              <a:pathLst>
                <a:path extrusionOk="0" h="5167" w="1107">
                  <a:moveTo>
                    <a:pt x="108" y="1"/>
                  </a:moveTo>
                  <a:cubicBezTo>
                    <a:pt x="108" y="1"/>
                    <a:pt x="1" y="2321"/>
                    <a:pt x="1000" y="5166"/>
                  </a:cubicBezTo>
                  <a:lnTo>
                    <a:pt x="1107" y="5086"/>
                  </a:lnTo>
                  <a:lnTo>
                    <a:pt x="10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176"/>
            <p:cNvSpPr/>
            <p:nvPr/>
          </p:nvSpPr>
          <p:spPr>
            <a:xfrm>
              <a:off x="1323294" y="3134598"/>
              <a:ext cx="229044" cy="1052344"/>
            </a:xfrm>
            <a:custGeom>
              <a:rect b="b" l="l" r="r" t="t"/>
              <a:pathLst>
                <a:path extrusionOk="0" h="5086" w="1107">
                  <a:moveTo>
                    <a:pt x="1" y="1"/>
                  </a:moveTo>
                  <a:lnTo>
                    <a:pt x="1000" y="5086"/>
                  </a:lnTo>
                  <a:lnTo>
                    <a:pt x="1107" y="5014"/>
                  </a:lnTo>
                  <a:cubicBezTo>
                    <a:pt x="875" y="1625"/>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176"/>
            <p:cNvSpPr/>
            <p:nvPr/>
          </p:nvSpPr>
          <p:spPr>
            <a:xfrm>
              <a:off x="1395295" y="3007352"/>
              <a:ext cx="173800" cy="1118762"/>
            </a:xfrm>
            <a:custGeom>
              <a:rect b="b" l="l" r="r" t="t"/>
              <a:pathLst>
                <a:path extrusionOk="0" h="5407" w="840">
                  <a:moveTo>
                    <a:pt x="313" y="0"/>
                  </a:moveTo>
                  <a:cubicBezTo>
                    <a:pt x="313" y="1"/>
                    <a:pt x="1" y="2258"/>
                    <a:pt x="723" y="5406"/>
                  </a:cubicBezTo>
                  <a:lnTo>
                    <a:pt x="839" y="5362"/>
                  </a:lnTo>
                  <a:lnTo>
                    <a:pt x="313"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176"/>
            <p:cNvSpPr/>
            <p:nvPr/>
          </p:nvSpPr>
          <p:spPr>
            <a:xfrm>
              <a:off x="1459847" y="3007352"/>
              <a:ext cx="147937" cy="1109451"/>
            </a:xfrm>
            <a:custGeom>
              <a:rect b="b" l="l" r="r" t="t"/>
              <a:pathLst>
                <a:path extrusionOk="0" h="5362" w="715">
                  <a:moveTo>
                    <a:pt x="1" y="0"/>
                  </a:moveTo>
                  <a:lnTo>
                    <a:pt x="527" y="5362"/>
                  </a:lnTo>
                  <a:lnTo>
                    <a:pt x="634" y="5326"/>
                  </a:lnTo>
                  <a:cubicBezTo>
                    <a:pt x="715" y="1910"/>
                    <a:pt x="1" y="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176"/>
            <p:cNvSpPr/>
            <p:nvPr/>
          </p:nvSpPr>
          <p:spPr>
            <a:xfrm>
              <a:off x="1268053" y="3994907"/>
              <a:ext cx="681131" cy="86902"/>
            </a:xfrm>
            <a:custGeom>
              <a:rect b="b" l="l" r="r" t="t"/>
              <a:pathLst>
                <a:path extrusionOk="0" h="420" w="3292">
                  <a:moveTo>
                    <a:pt x="0" y="0"/>
                  </a:moveTo>
                  <a:lnTo>
                    <a:pt x="0" y="419"/>
                  </a:lnTo>
                  <a:lnTo>
                    <a:pt x="3292" y="419"/>
                  </a:lnTo>
                  <a:lnTo>
                    <a:pt x="3292"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176"/>
            <p:cNvSpPr/>
            <p:nvPr/>
          </p:nvSpPr>
          <p:spPr>
            <a:xfrm>
              <a:off x="1308605" y="4081600"/>
              <a:ext cx="598162" cy="694183"/>
            </a:xfrm>
            <a:custGeom>
              <a:rect b="b" l="l" r="r" t="t"/>
              <a:pathLst>
                <a:path extrusionOk="0" h="3355" w="2891">
                  <a:moveTo>
                    <a:pt x="0" y="0"/>
                  </a:moveTo>
                  <a:lnTo>
                    <a:pt x="250" y="3355"/>
                  </a:lnTo>
                  <a:lnTo>
                    <a:pt x="2650" y="3355"/>
                  </a:lnTo>
                  <a:lnTo>
                    <a:pt x="289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176"/>
            <p:cNvSpPr/>
            <p:nvPr/>
          </p:nvSpPr>
          <p:spPr>
            <a:xfrm>
              <a:off x="1308605" y="4081600"/>
              <a:ext cx="598162" cy="51934"/>
            </a:xfrm>
            <a:custGeom>
              <a:rect b="b" l="l" r="r" t="t"/>
              <a:pathLst>
                <a:path extrusionOk="0" h="251" w="2891">
                  <a:moveTo>
                    <a:pt x="0" y="0"/>
                  </a:moveTo>
                  <a:lnTo>
                    <a:pt x="18" y="250"/>
                  </a:lnTo>
                  <a:lnTo>
                    <a:pt x="2873" y="250"/>
                  </a:lnTo>
                  <a:lnTo>
                    <a:pt x="289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60" name="Google Shape;11560;p176"/>
          <p:cNvSpPr/>
          <p:nvPr/>
        </p:nvSpPr>
        <p:spPr>
          <a:xfrm>
            <a:off x="3335900" y="4668671"/>
            <a:ext cx="638923" cy="98075"/>
          </a:xfrm>
          <a:custGeom>
            <a:rect b="b" l="l" r="r" t="t"/>
            <a:pathLst>
              <a:path extrusionOk="0" h="474" w="3088">
                <a:moveTo>
                  <a:pt x="1544" y="1"/>
                </a:moveTo>
                <a:cubicBezTo>
                  <a:pt x="688" y="1"/>
                  <a:pt x="1" y="108"/>
                  <a:pt x="1" y="233"/>
                </a:cubicBezTo>
                <a:cubicBezTo>
                  <a:pt x="1" y="366"/>
                  <a:pt x="688" y="474"/>
                  <a:pt x="1544" y="474"/>
                </a:cubicBezTo>
                <a:cubicBezTo>
                  <a:pt x="2400" y="474"/>
                  <a:pt x="3087" y="366"/>
                  <a:pt x="3087" y="233"/>
                </a:cubicBezTo>
                <a:cubicBezTo>
                  <a:pt x="3087" y="108"/>
                  <a:pt x="2400" y="1"/>
                  <a:pt x="1544" y="1"/>
                </a:cubicBez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1" name="Google Shape;11561;p176"/>
          <p:cNvGrpSpPr/>
          <p:nvPr/>
        </p:nvGrpSpPr>
        <p:grpSpPr>
          <a:xfrm>
            <a:off x="3281612" y="2848135"/>
            <a:ext cx="769416" cy="1873929"/>
            <a:chOff x="3455165" y="2902037"/>
            <a:chExt cx="635198" cy="1547039"/>
          </a:xfrm>
        </p:grpSpPr>
        <p:sp>
          <p:nvSpPr>
            <p:cNvPr id="11562" name="Google Shape;11562;p176"/>
            <p:cNvSpPr/>
            <p:nvPr/>
          </p:nvSpPr>
          <p:spPr>
            <a:xfrm>
              <a:off x="3477303" y="2902037"/>
              <a:ext cx="590921" cy="956338"/>
            </a:xfrm>
            <a:custGeom>
              <a:rect b="b" l="l" r="r" t="t"/>
              <a:pathLst>
                <a:path extrusionOk="0" h="4622" w="2856">
                  <a:moveTo>
                    <a:pt x="1428" y="1"/>
                  </a:moveTo>
                  <a:cubicBezTo>
                    <a:pt x="1428" y="1"/>
                    <a:pt x="1330" y="90"/>
                    <a:pt x="1339" y="144"/>
                  </a:cubicBezTo>
                  <a:cubicBezTo>
                    <a:pt x="1348" y="206"/>
                    <a:pt x="1383" y="277"/>
                    <a:pt x="1330" y="295"/>
                  </a:cubicBezTo>
                  <a:cubicBezTo>
                    <a:pt x="1285" y="304"/>
                    <a:pt x="1285" y="331"/>
                    <a:pt x="1214" y="358"/>
                  </a:cubicBezTo>
                  <a:cubicBezTo>
                    <a:pt x="1143" y="376"/>
                    <a:pt x="1214" y="456"/>
                    <a:pt x="1214" y="509"/>
                  </a:cubicBezTo>
                  <a:cubicBezTo>
                    <a:pt x="1214" y="563"/>
                    <a:pt x="1107" y="857"/>
                    <a:pt x="1107" y="857"/>
                  </a:cubicBezTo>
                  <a:lnTo>
                    <a:pt x="1027" y="973"/>
                  </a:lnTo>
                  <a:cubicBezTo>
                    <a:pt x="1027" y="973"/>
                    <a:pt x="812" y="1152"/>
                    <a:pt x="812" y="1232"/>
                  </a:cubicBezTo>
                  <a:cubicBezTo>
                    <a:pt x="812" y="1312"/>
                    <a:pt x="830" y="1312"/>
                    <a:pt x="857" y="1410"/>
                  </a:cubicBezTo>
                  <a:cubicBezTo>
                    <a:pt x="884" y="1517"/>
                    <a:pt x="848" y="1491"/>
                    <a:pt x="812" y="1553"/>
                  </a:cubicBezTo>
                  <a:cubicBezTo>
                    <a:pt x="777" y="1616"/>
                    <a:pt x="465" y="1767"/>
                    <a:pt x="465" y="1767"/>
                  </a:cubicBezTo>
                  <a:cubicBezTo>
                    <a:pt x="465" y="1767"/>
                    <a:pt x="366" y="1856"/>
                    <a:pt x="366" y="1883"/>
                  </a:cubicBezTo>
                  <a:cubicBezTo>
                    <a:pt x="366" y="1910"/>
                    <a:pt x="465" y="2106"/>
                    <a:pt x="465" y="2106"/>
                  </a:cubicBezTo>
                  <a:lnTo>
                    <a:pt x="491" y="2222"/>
                  </a:lnTo>
                  <a:lnTo>
                    <a:pt x="366" y="2347"/>
                  </a:lnTo>
                  <a:cubicBezTo>
                    <a:pt x="366" y="2347"/>
                    <a:pt x="313" y="2410"/>
                    <a:pt x="313" y="2454"/>
                  </a:cubicBezTo>
                  <a:cubicBezTo>
                    <a:pt x="322" y="2499"/>
                    <a:pt x="313" y="2454"/>
                    <a:pt x="420" y="2659"/>
                  </a:cubicBezTo>
                  <a:cubicBezTo>
                    <a:pt x="483" y="2786"/>
                    <a:pt x="465" y="2809"/>
                    <a:pt x="444" y="2809"/>
                  </a:cubicBezTo>
                  <a:cubicBezTo>
                    <a:pt x="432" y="2809"/>
                    <a:pt x="420" y="2802"/>
                    <a:pt x="420" y="2802"/>
                  </a:cubicBezTo>
                  <a:lnTo>
                    <a:pt x="90" y="2963"/>
                  </a:lnTo>
                  <a:cubicBezTo>
                    <a:pt x="90" y="2963"/>
                    <a:pt x="126" y="3016"/>
                    <a:pt x="126" y="3034"/>
                  </a:cubicBezTo>
                  <a:cubicBezTo>
                    <a:pt x="134" y="3052"/>
                    <a:pt x="188" y="3114"/>
                    <a:pt x="250" y="3177"/>
                  </a:cubicBezTo>
                  <a:cubicBezTo>
                    <a:pt x="304" y="3239"/>
                    <a:pt x="152" y="3328"/>
                    <a:pt x="152" y="3328"/>
                  </a:cubicBezTo>
                  <a:lnTo>
                    <a:pt x="1" y="3605"/>
                  </a:lnTo>
                  <a:lnTo>
                    <a:pt x="90" y="3783"/>
                  </a:lnTo>
                  <a:lnTo>
                    <a:pt x="215" y="3953"/>
                  </a:lnTo>
                  <a:cubicBezTo>
                    <a:pt x="215" y="3953"/>
                    <a:pt x="188" y="3989"/>
                    <a:pt x="188" y="4042"/>
                  </a:cubicBezTo>
                  <a:cubicBezTo>
                    <a:pt x="188" y="4105"/>
                    <a:pt x="250" y="4399"/>
                    <a:pt x="250" y="4399"/>
                  </a:cubicBezTo>
                  <a:lnTo>
                    <a:pt x="366" y="4622"/>
                  </a:lnTo>
                  <a:lnTo>
                    <a:pt x="1428" y="4595"/>
                  </a:lnTo>
                  <a:lnTo>
                    <a:pt x="2490" y="4622"/>
                  </a:lnTo>
                  <a:lnTo>
                    <a:pt x="2606" y="4399"/>
                  </a:lnTo>
                  <a:cubicBezTo>
                    <a:pt x="2606" y="4399"/>
                    <a:pt x="2668" y="4105"/>
                    <a:pt x="2668" y="4042"/>
                  </a:cubicBezTo>
                  <a:cubicBezTo>
                    <a:pt x="2668" y="3989"/>
                    <a:pt x="2641" y="3953"/>
                    <a:pt x="2641" y="3953"/>
                  </a:cubicBezTo>
                  <a:lnTo>
                    <a:pt x="2766" y="3783"/>
                  </a:lnTo>
                  <a:lnTo>
                    <a:pt x="2855" y="3605"/>
                  </a:lnTo>
                  <a:lnTo>
                    <a:pt x="2704" y="3328"/>
                  </a:lnTo>
                  <a:cubicBezTo>
                    <a:pt x="2704" y="3328"/>
                    <a:pt x="2552" y="3239"/>
                    <a:pt x="2606" y="3177"/>
                  </a:cubicBezTo>
                  <a:cubicBezTo>
                    <a:pt x="2668" y="3114"/>
                    <a:pt x="2722" y="3052"/>
                    <a:pt x="2730" y="3034"/>
                  </a:cubicBezTo>
                  <a:cubicBezTo>
                    <a:pt x="2730" y="3016"/>
                    <a:pt x="2766" y="2963"/>
                    <a:pt x="2766" y="2963"/>
                  </a:cubicBezTo>
                  <a:lnTo>
                    <a:pt x="2436" y="2802"/>
                  </a:lnTo>
                  <a:cubicBezTo>
                    <a:pt x="2436" y="2802"/>
                    <a:pt x="2424" y="2809"/>
                    <a:pt x="2412" y="2809"/>
                  </a:cubicBezTo>
                  <a:cubicBezTo>
                    <a:pt x="2391" y="2809"/>
                    <a:pt x="2373" y="2786"/>
                    <a:pt x="2436" y="2659"/>
                  </a:cubicBezTo>
                  <a:cubicBezTo>
                    <a:pt x="2543" y="2454"/>
                    <a:pt x="2534" y="2499"/>
                    <a:pt x="2543" y="2454"/>
                  </a:cubicBezTo>
                  <a:cubicBezTo>
                    <a:pt x="2543" y="2410"/>
                    <a:pt x="2490" y="2347"/>
                    <a:pt x="2490" y="2347"/>
                  </a:cubicBezTo>
                  <a:lnTo>
                    <a:pt x="2365" y="2222"/>
                  </a:lnTo>
                  <a:lnTo>
                    <a:pt x="2391" y="2106"/>
                  </a:lnTo>
                  <a:cubicBezTo>
                    <a:pt x="2391" y="2106"/>
                    <a:pt x="2490" y="1910"/>
                    <a:pt x="2490" y="1883"/>
                  </a:cubicBezTo>
                  <a:cubicBezTo>
                    <a:pt x="2490" y="1856"/>
                    <a:pt x="2391" y="1767"/>
                    <a:pt x="2391" y="1767"/>
                  </a:cubicBezTo>
                  <a:cubicBezTo>
                    <a:pt x="2391" y="1767"/>
                    <a:pt x="2079" y="1616"/>
                    <a:pt x="2044" y="1553"/>
                  </a:cubicBezTo>
                  <a:cubicBezTo>
                    <a:pt x="2008" y="1491"/>
                    <a:pt x="1972" y="1517"/>
                    <a:pt x="1999" y="1410"/>
                  </a:cubicBezTo>
                  <a:cubicBezTo>
                    <a:pt x="2026" y="1312"/>
                    <a:pt x="2044" y="1312"/>
                    <a:pt x="2044" y="1232"/>
                  </a:cubicBezTo>
                  <a:cubicBezTo>
                    <a:pt x="2044" y="1152"/>
                    <a:pt x="1829" y="973"/>
                    <a:pt x="1829" y="973"/>
                  </a:cubicBezTo>
                  <a:lnTo>
                    <a:pt x="1749" y="857"/>
                  </a:lnTo>
                  <a:cubicBezTo>
                    <a:pt x="1749" y="857"/>
                    <a:pt x="1642" y="563"/>
                    <a:pt x="1642" y="509"/>
                  </a:cubicBezTo>
                  <a:cubicBezTo>
                    <a:pt x="1642" y="456"/>
                    <a:pt x="1713" y="376"/>
                    <a:pt x="1642" y="358"/>
                  </a:cubicBezTo>
                  <a:cubicBezTo>
                    <a:pt x="1571" y="331"/>
                    <a:pt x="1571" y="304"/>
                    <a:pt x="1526" y="295"/>
                  </a:cubicBezTo>
                  <a:cubicBezTo>
                    <a:pt x="1473" y="277"/>
                    <a:pt x="1508" y="206"/>
                    <a:pt x="1517" y="144"/>
                  </a:cubicBezTo>
                  <a:cubicBezTo>
                    <a:pt x="1526" y="90"/>
                    <a:pt x="1428" y="1"/>
                    <a:pt x="142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176"/>
            <p:cNvSpPr/>
            <p:nvPr/>
          </p:nvSpPr>
          <p:spPr>
            <a:xfrm>
              <a:off x="3584476" y="3249016"/>
              <a:ext cx="376567" cy="609350"/>
            </a:xfrm>
            <a:custGeom>
              <a:rect b="b" l="l" r="r" t="t"/>
              <a:pathLst>
                <a:path extrusionOk="0" h="2945" w="1820">
                  <a:moveTo>
                    <a:pt x="910" y="1"/>
                  </a:moveTo>
                  <a:cubicBezTo>
                    <a:pt x="910" y="1"/>
                    <a:pt x="848" y="63"/>
                    <a:pt x="856" y="99"/>
                  </a:cubicBezTo>
                  <a:cubicBezTo>
                    <a:pt x="856" y="135"/>
                    <a:pt x="883" y="179"/>
                    <a:pt x="848" y="188"/>
                  </a:cubicBezTo>
                  <a:cubicBezTo>
                    <a:pt x="821" y="197"/>
                    <a:pt x="821" y="215"/>
                    <a:pt x="776" y="233"/>
                  </a:cubicBezTo>
                  <a:cubicBezTo>
                    <a:pt x="732" y="242"/>
                    <a:pt x="776" y="286"/>
                    <a:pt x="776" y="322"/>
                  </a:cubicBezTo>
                  <a:cubicBezTo>
                    <a:pt x="776" y="358"/>
                    <a:pt x="705" y="545"/>
                    <a:pt x="705" y="545"/>
                  </a:cubicBezTo>
                  <a:lnTo>
                    <a:pt x="651" y="625"/>
                  </a:lnTo>
                  <a:cubicBezTo>
                    <a:pt x="651" y="625"/>
                    <a:pt x="517" y="741"/>
                    <a:pt x="517" y="786"/>
                  </a:cubicBezTo>
                  <a:cubicBezTo>
                    <a:pt x="517" y="840"/>
                    <a:pt x="526" y="840"/>
                    <a:pt x="544" y="902"/>
                  </a:cubicBezTo>
                  <a:cubicBezTo>
                    <a:pt x="562" y="964"/>
                    <a:pt x="544" y="947"/>
                    <a:pt x="517" y="991"/>
                  </a:cubicBezTo>
                  <a:cubicBezTo>
                    <a:pt x="500" y="1027"/>
                    <a:pt x="294" y="1125"/>
                    <a:pt x="294" y="1125"/>
                  </a:cubicBezTo>
                  <a:cubicBezTo>
                    <a:pt x="294" y="1125"/>
                    <a:pt x="241" y="1179"/>
                    <a:pt x="241" y="1196"/>
                  </a:cubicBezTo>
                  <a:cubicBezTo>
                    <a:pt x="241" y="1214"/>
                    <a:pt x="294" y="1348"/>
                    <a:pt x="294" y="1348"/>
                  </a:cubicBezTo>
                  <a:lnTo>
                    <a:pt x="312" y="1419"/>
                  </a:lnTo>
                  <a:lnTo>
                    <a:pt x="232" y="1491"/>
                  </a:lnTo>
                  <a:cubicBezTo>
                    <a:pt x="232" y="1491"/>
                    <a:pt x="196" y="1535"/>
                    <a:pt x="205" y="1562"/>
                  </a:cubicBezTo>
                  <a:cubicBezTo>
                    <a:pt x="205" y="1598"/>
                    <a:pt x="205" y="1562"/>
                    <a:pt x="268" y="1696"/>
                  </a:cubicBezTo>
                  <a:cubicBezTo>
                    <a:pt x="307" y="1775"/>
                    <a:pt x="297" y="1790"/>
                    <a:pt x="283" y="1790"/>
                  </a:cubicBezTo>
                  <a:cubicBezTo>
                    <a:pt x="276" y="1790"/>
                    <a:pt x="268" y="1785"/>
                    <a:pt x="268" y="1785"/>
                  </a:cubicBezTo>
                  <a:lnTo>
                    <a:pt x="62" y="1883"/>
                  </a:lnTo>
                  <a:cubicBezTo>
                    <a:pt x="62" y="1883"/>
                    <a:pt x="80" y="1919"/>
                    <a:pt x="80" y="1937"/>
                  </a:cubicBezTo>
                  <a:cubicBezTo>
                    <a:pt x="89" y="1946"/>
                    <a:pt x="116" y="1990"/>
                    <a:pt x="161" y="2026"/>
                  </a:cubicBezTo>
                  <a:cubicBezTo>
                    <a:pt x="196" y="2071"/>
                    <a:pt x="98" y="2124"/>
                    <a:pt x="98" y="2124"/>
                  </a:cubicBezTo>
                  <a:lnTo>
                    <a:pt x="0" y="2303"/>
                  </a:lnTo>
                  <a:lnTo>
                    <a:pt x="62" y="2410"/>
                  </a:lnTo>
                  <a:lnTo>
                    <a:pt x="134" y="2517"/>
                  </a:lnTo>
                  <a:cubicBezTo>
                    <a:pt x="134" y="2517"/>
                    <a:pt x="116" y="2543"/>
                    <a:pt x="116" y="2579"/>
                  </a:cubicBezTo>
                  <a:cubicBezTo>
                    <a:pt x="116" y="2615"/>
                    <a:pt x="161" y="2802"/>
                    <a:pt x="161" y="2802"/>
                  </a:cubicBezTo>
                  <a:lnTo>
                    <a:pt x="232" y="2945"/>
                  </a:lnTo>
                  <a:lnTo>
                    <a:pt x="910" y="2927"/>
                  </a:lnTo>
                  <a:lnTo>
                    <a:pt x="1588" y="2945"/>
                  </a:lnTo>
                  <a:lnTo>
                    <a:pt x="1659" y="2802"/>
                  </a:lnTo>
                  <a:cubicBezTo>
                    <a:pt x="1659" y="2802"/>
                    <a:pt x="1704" y="2615"/>
                    <a:pt x="1704" y="2579"/>
                  </a:cubicBezTo>
                  <a:cubicBezTo>
                    <a:pt x="1704" y="2543"/>
                    <a:pt x="1686" y="2517"/>
                    <a:pt x="1686" y="2517"/>
                  </a:cubicBezTo>
                  <a:lnTo>
                    <a:pt x="1757" y="2410"/>
                  </a:lnTo>
                  <a:lnTo>
                    <a:pt x="1820" y="2303"/>
                  </a:lnTo>
                  <a:lnTo>
                    <a:pt x="1722" y="2124"/>
                  </a:lnTo>
                  <a:cubicBezTo>
                    <a:pt x="1722" y="2124"/>
                    <a:pt x="1624" y="2071"/>
                    <a:pt x="1659" y="2026"/>
                  </a:cubicBezTo>
                  <a:cubicBezTo>
                    <a:pt x="1704" y="1990"/>
                    <a:pt x="1731" y="1946"/>
                    <a:pt x="1740" y="1937"/>
                  </a:cubicBezTo>
                  <a:cubicBezTo>
                    <a:pt x="1740" y="1919"/>
                    <a:pt x="1757" y="1883"/>
                    <a:pt x="1757" y="1883"/>
                  </a:cubicBezTo>
                  <a:lnTo>
                    <a:pt x="1552" y="1785"/>
                  </a:lnTo>
                  <a:cubicBezTo>
                    <a:pt x="1552" y="1785"/>
                    <a:pt x="1544" y="1790"/>
                    <a:pt x="1537" y="1790"/>
                  </a:cubicBezTo>
                  <a:cubicBezTo>
                    <a:pt x="1523" y="1790"/>
                    <a:pt x="1513" y="1775"/>
                    <a:pt x="1552" y="1696"/>
                  </a:cubicBezTo>
                  <a:cubicBezTo>
                    <a:pt x="1615" y="1562"/>
                    <a:pt x="1615" y="1598"/>
                    <a:pt x="1615" y="1562"/>
                  </a:cubicBezTo>
                  <a:cubicBezTo>
                    <a:pt x="1624" y="1535"/>
                    <a:pt x="1588" y="1491"/>
                    <a:pt x="1588" y="1491"/>
                  </a:cubicBezTo>
                  <a:lnTo>
                    <a:pt x="1508" y="1419"/>
                  </a:lnTo>
                  <a:lnTo>
                    <a:pt x="1526" y="1348"/>
                  </a:lnTo>
                  <a:cubicBezTo>
                    <a:pt x="1526" y="1348"/>
                    <a:pt x="1579" y="1214"/>
                    <a:pt x="1579" y="1196"/>
                  </a:cubicBezTo>
                  <a:cubicBezTo>
                    <a:pt x="1579" y="1179"/>
                    <a:pt x="1526" y="1125"/>
                    <a:pt x="1526" y="1125"/>
                  </a:cubicBezTo>
                  <a:cubicBezTo>
                    <a:pt x="1526" y="1125"/>
                    <a:pt x="1320" y="1027"/>
                    <a:pt x="1303" y="991"/>
                  </a:cubicBezTo>
                  <a:cubicBezTo>
                    <a:pt x="1276" y="947"/>
                    <a:pt x="1258" y="964"/>
                    <a:pt x="1276" y="902"/>
                  </a:cubicBezTo>
                  <a:cubicBezTo>
                    <a:pt x="1294" y="840"/>
                    <a:pt x="1303" y="840"/>
                    <a:pt x="1303" y="786"/>
                  </a:cubicBezTo>
                  <a:cubicBezTo>
                    <a:pt x="1303" y="741"/>
                    <a:pt x="1169" y="625"/>
                    <a:pt x="1169" y="625"/>
                  </a:cubicBezTo>
                  <a:lnTo>
                    <a:pt x="1115" y="545"/>
                  </a:lnTo>
                  <a:cubicBezTo>
                    <a:pt x="1115" y="545"/>
                    <a:pt x="1044" y="358"/>
                    <a:pt x="1044" y="322"/>
                  </a:cubicBezTo>
                  <a:cubicBezTo>
                    <a:pt x="1044" y="286"/>
                    <a:pt x="1088" y="242"/>
                    <a:pt x="1044" y="233"/>
                  </a:cubicBezTo>
                  <a:cubicBezTo>
                    <a:pt x="999" y="215"/>
                    <a:pt x="999" y="197"/>
                    <a:pt x="972" y="188"/>
                  </a:cubicBezTo>
                  <a:cubicBezTo>
                    <a:pt x="937" y="179"/>
                    <a:pt x="964" y="135"/>
                    <a:pt x="964" y="99"/>
                  </a:cubicBezTo>
                  <a:cubicBezTo>
                    <a:pt x="972" y="63"/>
                    <a:pt x="91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176"/>
            <p:cNvSpPr/>
            <p:nvPr/>
          </p:nvSpPr>
          <p:spPr>
            <a:xfrm>
              <a:off x="3468200" y="3647721"/>
              <a:ext cx="234423" cy="129733"/>
            </a:xfrm>
            <a:custGeom>
              <a:rect b="b" l="l" r="r" t="t"/>
              <a:pathLst>
                <a:path extrusionOk="0" h="627" w="1133">
                  <a:moveTo>
                    <a:pt x="800" y="503"/>
                  </a:moveTo>
                  <a:lnTo>
                    <a:pt x="785" y="518"/>
                  </a:lnTo>
                  <a:cubicBezTo>
                    <a:pt x="785" y="518"/>
                    <a:pt x="808" y="505"/>
                    <a:pt x="800" y="503"/>
                  </a:cubicBezTo>
                  <a:close/>
                  <a:moveTo>
                    <a:pt x="696" y="1"/>
                  </a:moveTo>
                  <a:cubicBezTo>
                    <a:pt x="624" y="1"/>
                    <a:pt x="277" y="117"/>
                    <a:pt x="170" y="117"/>
                  </a:cubicBezTo>
                  <a:cubicBezTo>
                    <a:pt x="54" y="117"/>
                    <a:pt x="0" y="224"/>
                    <a:pt x="0" y="224"/>
                  </a:cubicBezTo>
                  <a:lnTo>
                    <a:pt x="0" y="349"/>
                  </a:lnTo>
                  <a:lnTo>
                    <a:pt x="71" y="518"/>
                  </a:lnTo>
                  <a:lnTo>
                    <a:pt x="205" y="518"/>
                  </a:lnTo>
                  <a:lnTo>
                    <a:pt x="294" y="590"/>
                  </a:lnTo>
                  <a:cubicBezTo>
                    <a:pt x="294" y="590"/>
                    <a:pt x="390" y="627"/>
                    <a:pt x="448" y="627"/>
                  </a:cubicBezTo>
                  <a:cubicBezTo>
                    <a:pt x="454" y="627"/>
                    <a:pt x="459" y="626"/>
                    <a:pt x="464" y="625"/>
                  </a:cubicBezTo>
                  <a:cubicBezTo>
                    <a:pt x="517" y="616"/>
                    <a:pt x="491" y="616"/>
                    <a:pt x="509" y="599"/>
                  </a:cubicBezTo>
                  <a:cubicBezTo>
                    <a:pt x="535" y="581"/>
                    <a:pt x="616" y="545"/>
                    <a:pt x="732" y="518"/>
                  </a:cubicBezTo>
                  <a:cubicBezTo>
                    <a:pt x="770" y="506"/>
                    <a:pt x="789" y="502"/>
                    <a:pt x="797" y="502"/>
                  </a:cubicBezTo>
                  <a:cubicBezTo>
                    <a:pt x="799" y="502"/>
                    <a:pt x="800" y="503"/>
                    <a:pt x="800" y="503"/>
                  </a:cubicBezTo>
                  <a:lnTo>
                    <a:pt x="800" y="503"/>
                  </a:lnTo>
                  <a:lnTo>
                    <a:pt x="865" y="438"/>
                  </a:lnTo>
                  <a:cubicBezTo>
                    <a:pt x="865" y="438"/>
                    <a:pt x="869" y="439"/>
                    <a:pt x="875" y="439"/>
                  </a:cubicBezTo>
                  <a:cubicBezTo>
                    <a:pt x="891" y="439"/>
                    <a:pt x="923" y="434"/>
                    <a:pt x="955" y="402"/>
                  </a:cubicBezTo>
                  <a:cubicBezTo>
                    <a:pt x="999" y="367"/>
                    <a:pt x="955" y="313"/>
                    <a:pt x="955" y="313"/>
                  </a:cubicBezTo>
                  <a:cubicBezTo>
                    <a:pt x="955" y="313"/>
                    <a:pt x="981" y="313"/>
                    <a:pt x="1053" y="269"/>
                  </a:cubicBezTo>
                  <a:cubicBezTo>
                    <a:pt x="1133" y="233"/>
                    <a:pt x="1106" y="215"/>
                    <a:pt x="1106" y="215"/>
                  </a:cubicBezTo>
                  <a:lnTo>
                    <a:pt x="1106" y="170"/>
                  </a:lnTo>
                  <a:lnTo>
                    <a:pt x="1053" y="126"/>
                  </a:lnTo>
                  <a:cubicBezTo>
                    <a:pt x="1053" y="126"/>
                    <a:pt x="767" y="1"/>
                    <a:pt x="696"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176"/>
            <p:cNvSpPr/>
            <p:nvPr/>
          </p:nvSpPr>
          <p:spPr>
            <a:xfrm>
              <a:off x="3800270" y="3535165"/>
              <a:ext cx="206284" cy="138837"/>
            </a:xfrm>
            <a:custGeom>
              <a:rect b="b" l="l" r="r" t="t"/>
              <a:pathLst>
                <a:path extrusionOk="0" h="671" w="997">
                  <a:moveTo>
                    <a:pt x="643" y="1"/>
                  </a:moveTo>
                  <a:lnTo>
                    <a:pt x="411" y="152"/>
                  </a:lnTo>
                  <a:cubicBezTo>
                    <a:pt x="411" y="152"/>
                    <a:pt x="277" y="206"/>
                    <a:pt x="161" y="206"/>
                  </a:cubicBezTo>
                  <a:cubicBezTo>
                    <a:pt x="150" y="205"/>
                    <a:pt x="140" y="205"/>
                    <a:pt x="130" y="205"/>
                  </a:cubicBezTo>
                  <a:cubicBezTo>
                    <a:pt x="49" y="205"/>
                    <a:pt x="25" y="236"/>
                    <a:pt x="1" y="268"/>
                  </a:cubicBezTo>
                  <a:lnTo>
                    <a:pt x="1" y="465"/>
                  </a:lnTo>
                  <a:lnTo>
                    <a:pt x="197" y="545"/>
                  </a:lnTo>
                  <a:lnTo>
                    <a:pt x="340" y="652"/>
                  </a:lnTo>
                  <a:cubicBezTo>
                    <a:pt x="340" y="652"/>
                    <a:pt x="453" y="671"/>
                    <a:pt x="525" y="671"/>
                  </a:cubicBezTo>
                  <a:cubicBezTo>
                    <a:pt x="552" y="671"/>
                    <a:pt x="573" y="668"/>
                    <a:pt x="581" y="661"/>
                  </a:cubicBezTo>
                  <a:cubicBezTo>
                    <a:pt x="599" y="643"/>
                    <a:pt x="670" y="482"/>
                    <a:pt x="670" y="482"/>
                  </a:cubicBezTo>
                  <a:cubicBezTo>
                    <a:pt x="670" y="482"/>
                    <a:pt x="741" y="420"/>
                    <a:pt x="902" y="268"/>
                  </a:cubicBezTo>
                  <a:cubicBezTo>
                    <a:pt x="987" y="178"/>
                    <a:pt x="996" y="158"/>
                    <a:pt x="988" y="158"/>
                  </a:cubicBezTo>
                  <a:cubicBezTo>
                    <a:pt x="981" y="158"/>
                    <a:pt x="964" y="170"/>
                    <a:pt x="964" y="170"/>
                  </a:cubicBezTo>
                  <a:lnTo>
                    <a:pt x="902" y="54"/>
                  </a:lnTo>
                  <a:lnTo>
                    <a:pt x="643" y="1"/>
                  </a:ln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176"/>
            <p:cNvSpPr/>
            <p:nvPr/>
          </p:nvSpPr>
          <p:spPr>
            <a:xfrm>
              <a:off x="3554890" y="3458610"/>
              <a:ext cx="181042" cy="95179"/>
            </a:xfrm>
            <a:custGeom>
              <a:rect b="b" l="l" r="r" t="t"/>
              <a:pathLst>
                <a:path extrusionOk="0" h="460" w="875">
                  <a:moveTo>
                    <a:pt x="450" y="0"/>
                  </a:moveTo>
                  <a:cubicBezTo>
                    <a:pt x="415" y="0"/>
                    <a:pt x="386" y="7"/>
                    <a:pt x="366" y="23"/>
                  </a:cubicBezTo>
                  <a:cubicBezTo>
                    <a:pt x="313" y="59"/>
                    <a:pt x="277" y="192"/>
                    <a:pt x="277" y="192"/>
                  </a:cubicBezTo>
                  <a:lnTo>
                    <a:pt x="134" y="210"/>
                  </a:lnTo>
                  <a:cubicBezTo>
                    <a:pt x="134" y="210"/>
                    <a:pt x="126" y="209"/>
                    <a:pt x="113" y="209"/>
                  </a:cubicBezTo>
                  <a:cubicBezTo>
                    <a:pt x="94" y="209"/>
                    <a:pt x="66" y="212"/>
                    <a:pt x="45" y="228"/>
                  </a:cubicBezTo>
                  <a:cubicBezTo>
                    <a:pt x="0" y="255"/>
                    <a:pt x="0" y="371"/>
                    <a:pt x="0" y="371"/>
                  </a:cubicBezTo>
                  <a:lnTo>
                    <a:pt x="90" y="415"/>
                  </a:lnTo>
                  <a:lnTo>
                    <a:pt x="455" y="460"/>
                  </a:lnTo>
                  <a:lnTo>
                    <a:pt x="634" y="371"/>
                  </a:lnTo>
                  <a:lnTo>
                    <a:pt x="812" y="308"/>
                  </a:lnTo>
                  <a:cubicBezTo>
                    <a:pt x="812" y="308"/>
                    <a:pt x="875" y="237"/>
                    <a:pt x="839" y="201"/>
                  </a:cubicBezTo>
                  <a:cubicBezTo>
                    <a:pt x="803" y="166"/>
                    <a:pt x="741" y="76"/>
                    <a:pt x="741" y="76"/>
                  </a:cubicBezTo>
                  <a:cubicBezTo>
                    <a:pt x="741" y="76"/>
                    <a:pt x="687" y="59"/>
                    <a:pt x="598" y="32"/>
                  </a:cubicBezTo>
                  <a:cubicBezTo>
                    <a:pt x="548" y="12"/>
                    <a:pt x="495" y="0"/>
                    <a:pt x="450"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176"/>
            <p:cNvSpPr/>
            <p:nvPr/>
          </p:nvSpPr>
          <p:spPr>
            <a:xfrm>
              <a:off x="3785580" y="3225222"/>
              <a:ext cx="251183" cy="118146"/>
            </a:xfrm>
            <a:custGeom>
              <a:rect b="b" l="l" r="r" t="t"/>
              <a:pathLst>
                <a:path extrusionOk="0" h="571" w="1214">
                  <a:moveTo>
                    <a:pt x="794" y="0"/>
                  </a:moveTo>
                  <a:cubicBezTo>
                    <a:pt x="794" y="0"/>
                    <a:pt x="696" y="0"/>
                    <a:pt x="500" y="80"/>
                  </a:cubicBezTo>
                  <a:cubicBezTo>
                    <a:pt x="397" y="116"/>
                    <a:pt x="351" y="125"/>
                    <a:pt x="329" y="125"/>
                  </a:cubicBezTo>
                  <a:cubicBezTo>
                    <a:pt x="308" y="125"/>
                    <a:pt x="313" y="116"/>
                    <a:pt x="313" y="116"/>
                  </a:cubicBezTo>
                  <a:lnTo>
                    <a:pt x="313" y="116"/>
                  </a:lnTo>
                  <a:lnTo>
                    <a:pt x="250" y="196"/>
                  </a:lnTo>
                  <a:lnTo>
                    <a:pt x="0" y="303"/>
                  </a:lnTo>
                  <a:lnTo>
                    <a:pt x="72" y="544"/>
                  </a:lnTo>
                  <a:cubicBezTo>
                    <a:pt x="72" y="544"/>
                    <a:pt x="99" y="535"/>
                    <a:pt x="215" y="526"/>
                  </a:cubicBezTo>
                  <a:cubicBezTo>
                    <a:pt x="227" y="525"/>
                    <a:pt x="240" y="525"/>
                    <a:pt x="252" y="525"/>
                  </a:cubicBezTo>
                  <a:cubicBezTo>
                    <a:pt x="347" y="525"/>
                    <a:pt x="411" y="553"/>
                    <a:pt x="411" y="553"/>
                  </a:cubicBezTo>
                  <a:lnTo>
                    <a:pt x="598" y="571"/>
                  </a:lnTo>
                  <a:cubicBezTo>
                    <a:pt x="598" y="571"/>
                    <a:pt x="705" y="437"/>
                    <a:pt x="803" y="393"/>
                  </a:cubicBezTo>
                  <a:cubicBezTo>
                    <a:pt x="839" y="375"/>
                    <a:pt x="862" y="369"/>
                    <a:pt x="882" y="369"/>
                  </a:cubicBezTo>
                  <a:cubicBezTo>
                    <a:pt x="923" y="369"/>
                    <a:pt x="955" y="393"/>
                    <a:pt x="1062" y="393"/>
                  </a:cubicBezTo>
                  <a:cubicBezTo>
                    <a:pt x="1214" y="384"/>
                    <a:pt x="1196" y="285"/>
                    <a:pt x="1196" y="285"/>
                  </a:cubicBezTo>
                  <a:lnTo>
                    <a:pt x="1196" y="205"/>
                  </a:lnTo>
                  <a:cubicBezTo>
                    <a:pt x="1196" y="205"/>
                    <a:pt x="1124" y="62"/>
                    <a:pt x="1124" y="62"/>
                  </a:cubicBezTo>
                  <a:cubicBezTo>
                    <a:pt x="1124" y="62"/>
                    <a:pt x="973" y="27"/>
                    <a:pt x="973" y="27"/>
                  </a:cubicBezTo>
                  <a:lnTo>
                    <a:pt x="794" y="0"/>
                  </a:ln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176"/>
            <p:cNvSpPr/>
            <p:nvPr/>
          </p:nvSpPr>
          <p:spPr>
            <a:xfrm>
              <a:off x="3586131" y="3105217"/>
              <a:ext cx="214354" cy="86902"/>
            </a:xfrm>
            <a:custGeom>
              <a:rect b="b" l="l" r="r" t="t"/>
              <a:pathLst>
                <a:path extrusionOk="0" h="420" w="1036">
                  <a:moveTo>
                    <a:pt x="583" y="1"/>
                  </a:moveTo>
                  <a:cubicBezTo>
                    <a:pt x="570" y="1"/>
                    <a:pt x="554" y="3"/>
                    <a:pt x="536" y="9"/>
                  </a:cubicBezTo>
                  <a:cubicBezTo>
                    <a:pt x="438" y="45"/>
                    <a:pt x="278" y="63"/>
                    <a:pt x="278" y="63"/>
                  </a:cubicBezTo>
                  <a:lnTo>
                    <a:pt x="126" y="63"/>
                  </a:lnTo>
                  <a:cubicBezTo>
                    <a:pt x="126" y="63"/>
                    <a:pt x="1" y="152"/>
                    <a:pt x="28" y="223"/>
                  </a:cubicBezTo>
                  <a:cubicBezTo>
                    <a:pt x="54" y="295"/>
                    <a:pt x="126" y="366"/>
                    <a:pt x="126" y="366"/>
                  </a:cubicBezTo>
                  <a:cubicBezTo>
                    <a:pt x="126" y="366"/>
                    <a:pt x="518" y="411"/>
                    <a:pt x="536" y="411"/>
                  </a:cubicBezTo>
                  <a:cubicBezTo>
                    <a:pt x="563" y="411"/>
                    <a:pt x="732" y="419"/>
                    <a:pt x="732" y="419"/>
                  </a:cubicBezTo>
                  <a:lnTo>
                    <a:pt x="964" y="366"/>
                  </a:lnTo>
                  <a:lnTo>
                    <a:pt x="1036" y="286"/>
                  </a:lnTo>
                  <a:lnTo>
                    <a:pt x="822" y="143"/>
                  </a:lnTo>
                  <a:cubicBezTo>
                    <a:pt x="759" y="107"/>
                    <a:pt x="670" y="63"/>
                    <a:pt x="670" y="63"/>
                  </a:cubicBezTo>
                  <a:cubicBezTo>
                    <a:pt x="670" y="63"/>
                    <a:pt x="651" y="1"/>
                    <a:pt x="583"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176"/>
            <p:cNvSpPr/>
            <p:nvPr/>
          </p:nvSpPr>
          <p:spPr>
            <a:xfrm>
              <a:off x="3847649" y="3360331"/>
              <a:ext cx="159524" cy="73660"/>
            </a:xfrm>
            <a:custGeom>
              <a:rect b="b" l="l" r="r" t="t"/>
              <a:pathLst>
                <a:path extrusionOk="0" h="356" w="771">
                  <a:moveTo>
                    <a:pt x="370" y="0"/>
                  </a:moveTo>
                  <a:cubicBezTo>
                    <a:pt x="352" y="0"/>
                    <a:pt x="331" y="4"/>
                    <a:pt x="298" y="16"/>
                  </a:cubicBezTo>
                  <a:cubicBezTo>
                    <a:pt x="200" y="61"/>
                    <a:pt x="164" y="25"/>
                    <a:pt x="129" y="87"/>
                  </a:cubicBezTo>
                  <a:cubicBezTo>
                    <a:pt x="102" y="150"/>
                    <a:pt x="48" y="239"/>
                    <a:pt x="48" y="239"/>
                  </a:cubicBezTo>
                  <a:cubicBezTo>
                    <a:pt x="48" y="239"/>
                    <a:pt x="41" y="238"/>
                    <a:pt x="34" y="238"/>
                  </a:cubicBezTo>
                  <a:cubicBezTo>
                    <a:pt x="19" y="238"/>
                    <a:pt x="1" y="242"/>
                    <a:pt x="31" y="266"/>
                  </a:cubicBezTo>
                  <a:cubicBezTo>
                    <a:pt x="66" y="310"/>
                    <a:pt x="218" y="355"/>
                    <a:pt x="218" y="355"/>
                  </a:cubicBezTo>
                  <a:lnTo>
                    <a:pt x="414" y="346"/>
                  </a:lnTo>
                  <a:lnTo>
                    <a:pt x="610" y="328"/>
                  </a:lnTo>
                  <a:lnTo>
                    <a:pt x="753" y="239"/>
                  </a:lnTo>
                  <a:lnTo>
                    <a:pt x="771" y="141"/>
                  </a:lnTo>
                  <a:lnTo>
                    <a:pt x="762" y="52"/>
                  </a:lnTo>
                  <a:cubicBezTo>
                    <a:pt x="726" y="43"/>
                    <a:pt x="628" y="16"/>
                    <a:pt x="512" y="16"/>
                  </a:cubicBezTo>
                  <a:cubicBezTo>
                    <a:pt x="429" y="16"/>
                    <a:pt x="405" y="0"/>
                    <a:pt x="370" y="0"/>
                  </a:cubicBez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176"/>
            <p:cNvSpPr/>
            <p:nvPr/>
          </p:nvSpPr>
          <p:spPr>
            <a:xfrm>
              <a:off x="3541855" y="3438954"/>
              <a:ext cx="118350" cy="72418"/>
            </a:xfrm>
            <a:custGeom>
              <a:rect b="b" l="l" r="r" t="t"/>
              <a:pathLst>
                <a:path extrusionOk="0" h="350" w="572">
                  <a:moveTo>
                    <a:pt x="379" y="1"/>
                  </a:moveTo>
                  <a:cubicBezTo>
                    <a:pt x="371" y="1"/>
                    <a:pt x="364" y="1"/>
                    <a:pt x="358" y="2"/>
                  </a:cubicBezTo>
                  <a:cubicBezTo>
                    <a:pt x="286" y="11"/>
                    <a:pt x="197" y="11"/>
                    <a:pt x="197" y="11"/>
                  </a:cubicBezTo>
                  <a:cubicBezTo>
                    <a:pt x="170" y="11"/>
                    <a:pt x="54" y="29"/>
                    <a:pt x="37" y="55"/>
                  </a:cubicBezTo>
                  <a:cubicBezTo>
                    <a:pt x="19" y="82"/>
                    <a:pt x="1" y="91"/>
                    <a:pt x="10" y="145"/>
                  </a:cubicBezTo>
                  <a:cubicBezTo>
                    <a:pt x="28" y="198"/>
                    <a:pt x="81" y="269"/>
                    <a:pt x="81" y="269"/>
                  </a:cubicBezTo>
                  <a:lnTo>
                    <a:pt x="233" y="323"/>
                  </a:lnTo>
                  <a:lnTo>
                    <a:pt x="376" y="350"/>
                  </a:lnTo>
                  <a:cubicBezTo>
                    <a:pt x="376" y="350"/>
                    <a:pt x="518" y="252"/>
                    <a:pt x="536" y="198"/>
                  </a:cubicBezTo>
                  <a:cubicBezTo>
                    <a:pt x="554" y="136"/>
                    <a:pt x="572" y="64"/>
                    <a:pt x="572" y="64"/>
                  </a:cubicBezTo>
                  <a:lnTo>
                    <a:pt x="563" y="38"/>
                  </a:lnTo>
                  <a:cubicBezTo>
                    <a:pt x="563" y="38"/>
                    <a:pt x="452" y="1"/>
                    <a:pt x="379"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176"/>
            <p:cNvSpPr/>
            <p:nvPr/>
          </p:nvSpPr>
          <p:spPr>
            <a:xfrm>
              <a:off x="3536476" y="3616272"/>
              <a:ext cx="201319" cy="104076"/>
            </a:xfrm>
            <a:custGeom>
              <a:rect b="b" l="l" r="r" t="t"/>
              <a:pathLst>
                <a:path extrusionOk="0" h="503" w="973">
                  <a:moveTo>
                    <a:pt x="455" y="0"/>
                  </a:moveTo>
                  <a:cubicBezTo>
                    <a:pt x="446" y="0"/>
                    <a:pt x="437" y="0"/>
                    <a:pt x="428" y="1"/>
                  </a:cubicBezTo>
                  <a:cubicBezTo>
                    <a:pt x="330" y="10"/>
                    <a:pt x="205" y="73"/>
                    <a:pt x="205" y="73"/>
                  </a:cubicBezTo>
                  <a:lnTo>
                    <a:pt x="89" y="108"/>
                  </a:lnTo>
                  <a:cubicBezTo>
                    <a:pt x="89" y="108"/>
                    <a:pt x="73" y="100"/>
                    <a:pt x="58" y="100"/>
                  </a:cubicBezTo>
                  <a:cubicBezTo>
                    <a:pt x="50" y="100"/>
                    <a:pt x="42" y="102"/>
                    <a:pt x="36" y="108"/>
                  </a:cubicBezTo>
                  <a:cubicBezTo>
                    <a:pt x="18" y="117"/>
                    <a:pt x="0" y="206"/>
                    <a:pt x="0" y="206"/>
                  </a:cubicBezTo>
                  <a:lnTo>
                    <a:pt x="89" y="305"/>
                  </a:lnTo>
                  <a:cubicBezTo>
                    <a:pt x="89" y="305"/>
                    <a:pt x="98" y="314"/>
                    <a:pt x="134" y="340"/>
                  </a:cubicBezTo>
                  <a:cubicBezTo>
                    <a:pt x="156" y="362"/>
                    <a:pt x="171" y="401"/>
                    <a:pt x="205" y="401"/>
                  </a:cubicBezTo>
                  <a:cubicBezTo>
                    <a:pt x="213" y="401"/>
                    <a:pt x="222" y="399"/>
                    <a:pt x="232" y="394"/>
                  </a:cubicBezTo>
                  <a:cubicBezTo>
                    <a:pt x="286" y="367"/>
                    <a:pt x="321" y="358"/>
                    <a:pt x="321" y="358"/>
                  </a:cubicBezTo>
                  <a:cubicBezTo>
                    <a:pt x="321" y="358"/>
                    <a:pt x="375" y="403"/>
                    <a:pt x="410" y="438"/>
                  </a:cubicBezTo>
                  <a:cubicBezTo>
                    <a:pt x="446" y="474"/>
                    <a:pt x="428" y="465"/>
                    <a:pt x="518" y="483"/>
                  </a:cubicBezTo>
                  <a:cubicBezTo>
                    <a:pt x="566" y="499"/>
                    <a:pt x="601" y="502"/>
                    <a:pt x="622" y="502"/>
                  </a:cubicBezTo>
                  <a:cubicBezTo>
                    <a:pt x="635" y="502"/>
                    <a:pt x="642" y="501"/>
                    <a:pt x="642" y="501"/>
                  </a:cubicBezTo>
                  <a:lnTo>
                    <a:pt x="776" y="474"/>
                  </a:lnTo>
                  <a:lnTo>
                    <a:pt x="865" y="367"/>
                  </a:lnTo>
                  <a:cubicBezTo>
                    <a:pt x="865" y="367"/>
                    <a:pt x="972" y="305"/>
                    <a:pt x="919" y="251"/>
                  </a:cubicBezTo>
                  <a:cubicBezTo>
                    <a:pt x="874" y="189"/>
                    <a:pt x="794" y="126"/>
                    <a:pt x="758" y="108"/>
                  </a:cubicBezTo>
                  <a:cubicBezTo>
                    <a:pt x="723" y="90"/>
                    <a:pt x="625" y="37"/>
                    <a:pt x="625" y="37"/>
                  </a:cubicBezTo>
                  <a:cubicBezTo>
                    <a:pt x="625" y="37"/>
                    <a:pt x="543" y="0"/>
                    <a:pt x="455"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176"/>
            <p:cNvSpPr/>
            <p:nvPr/>
          </p:nvSpPr>
          <p:spPr>
            <a:xfrm>
              <a:off x="3815166" y="3716207"/>
              <a:ext cx="252424" cy="97868"/>
            </a:xfrm>
            <a:custGeom>
              <a:rect b="b" l="l" r="r" t="t"/>
              <a:pathLst>
                <a:path extrusionOk="0" h="473" w="1220">
                  <a:moveTo>
                    <a:pt x="170" y="0"/>
                  </a:moveTo>
                  <a:lnTo>
                    <a:pt x="54" y="80"/>
                  </a:lnTo>
                  <a:lnTo>
                    <a:pt x="0" y="250"/>
                  </a:lnTo>
                  <a:lnTo>
                    <a:pt x="54" y="339"/>
                  </a:lnTo>
                  <a:lnTo>
                    <a:pt x="107" y="410"/>
                  </a:lnTo>
                  <a:lnTo>
                    <a:pt x="286" y="446"/>
                  </a:lnTo>
                  <a:cubicBezTo>
                    <a:pt x="286" y="446"/>
                    <a:pt x="354" y="472"/>
                    <a:pt x="422" y="472"/>
                  </a:cubicBezTo>
                  <a:cubicBezTo>
                    <a:pt x="443" y="472"/>
                    <a:pt x="463" y="470"/>
                    <a:pt x="482" y="464"/>
                  </a:cubicBezTo>
                  <a:cubicBezTo>
                    <a:pt x="527" y="455"/>
                    <a:pt x="571" y="453"/>
                    <a:pt x="605" y="453"/>
                  </a:cubicBezTo>
                  <a:cubicBezTo>
                    <a:pt x="638" y="453"/>
                    <a:pt x="660" y="455"/>
                    <a:pt x="660" y="455"/>
                  </a:cubicBezTo>
                  <a:cubicBezTo>
                    <a:pt x="660" y="455"/>
                    <a:pt x="750" y="401"/>
                    <a:pt x="999" y="330"/>
                  </a:cubicBezTo>
                  <a:cubicBezTo>
                    <a:pt x="1211" y="264"/>
                    <a:pt x="1220" y="258"/>
                    <a:pt x="1216" y="258"/>
                  </a:cubicBezTo>
                  <a:cubicBezTo>
                    <a:pt x="1215" y="258"/>
                    <a:pt x="1213" y="259"/>
                    <a:pt x="1213" y="259"/>
                  </a:cubicBezTo>
                  <a:lnTo>
                    <a:pt x="1053" y="187"/>
                  </a:lnTo>
                  <a:cubicBezTo>
                    <a:pt x="1053" y="187"/>
                    <a:pt x="999" y="161"/>
                    <a:pt x="928" y="143"/>
                  </a:cubicBezTo>
                  <a:cubicBezTo>
                    <a:pt x="857" y="125"/>
                    <a:pt x="830" y="18"/>
                    <a:pt x="830" y="18"/>
                  </a:cubicBezTo>
                  <a:lnTo>
                    <a:pt x="687" y="0"/>
                  </a:lnTo>
                  <a:lnTo>
                    <a:pt x="455" y="62"/>
                  </a:lnTo>
                  <a:lnTo>
                    <a:pt x="170" y="0"/>
                  </a:ln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176"/>
            <p:cNvSpPr/>
            <p:nvPr/>
          </p:nvSpPr>
          <p:spPr>
            <a:xfrm>
              <a:off x="3763442" y="3300742"/>
              <a:ext cx="179180" cy="87109"/>
            </a:xfrm>
            <a:custGeom>
              <a:rect b="b" l="l" r="r" t="t"/>
              <a:pathLst>
                <a:path extrusionOk="0" h="421" w="866">
                  <a:moveTo>
                    <a:pt x="732" y="1"/>
                  </a:moveTo>
                  <a:lnTo>
                    <a:pt x="598" y="19"/>
                  </a:lnTo>
                  <a:cubicBezTo>
                    <a:pt x="598" y="19"/>
                    <a:pt x="523" y="34"/>
                    <a:pt x="474" y="34"/>
                  </a:cubicBezTo>
                  <a:cubicBezTo>
                    <a:pt x="458" y="34"/>
                    <a:pt x="444" y="32"/>
                    <a:pt x="438" y="28"/>
                  </a:cubicBezTo>
                  <a:cubicBezTo>
                    <a:pt x="432" y="22"/>
                    <a:pt x="419" y="20"/>
                    <a:pt x="401" y="20"/>
                  </a:cubicBezTo>
                  <a:cubicBezTo>
                    <a:pt x="330" y="20"/>
                    <a:pt x="188" y="54"/>
                    <a:pt x="188" y="54"/>
                  </a:cubicBezTo>
                  <a:cubicBezTo>
                    <a:pt x="188" y="54"/>
                    <a:pt x="63" y="170"/>
                    <a:pt x="45" y="215"/>
                  </a:cubicBezTo>
                  <a:lnTo>
                    <a:pt x="0" y="322"/>
                  </a:lnTo>
                  <a:lnTo>
                    <a:pt x="45" y="402"/>
                  </a:lnTo>
                  <a:lnTo>
                    <a:pt x="268" y="420"/>
                  </a:lnTo>
                  <a:cubicBezTo>
                    <a:pt x="268" y="420"/>
                    <a:pt x="375" y="411"/>
                    <a:pt x="420" y="367"/>
                  </a:cubicBezTo>
                  <a:cubicBezTo>
                    <a:pt x="441" y="345"/>
                    <a:pt x="468" y="336"/>
                    <a:pt x="506" y="336"/>
                  </a:cubicBezTo>
                  <a:cubicBezTo>
                    <a:pt x="548" y="336"/>
                    <a:pt x="603" y="348"/>
                    <a:pt x="678" y="367"/>
                  </a:cubicBezTo>
                  <a:cubicBezTo>
                    <a:pt x="702" y="371"/>
                    <a:pt x="723" y="373"/>
                    <a:pt x="741" y="373"/>
                  </a:cubicBezTo>
                  <a:cubicBezTo>
                    <a:pt x="827" y="373"/>
                    <a:pt x="857" y="331"/>
                    <a:pt x="857" y="331"/>
                  </a:cubicBezTo>
                  <a:cubicBezTo>
                    <a:pt x="857" y="331"/>
                    <a:pt x="866" y="170"/>
                    <a:pt x="857" y="144"/>
                  </a:cubicBezTo>
                  <a:cubicBezTo>
                    <a:pt x="839" y="117"/>
                    <a:pt x="732" y="1"/>
                    <a:pt x="732"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176"/>
            <p:cNvSpPr/>
            <p:nvPr/>
          </p:nvSpPr>
          <p:spPr>
            <a:xfrm>
              <a:off x="3455165" y="3852764"/>
              <a:ext cx="635198" cy="64763"/>
            </a:xfrm>
            <a:custGeom>
              <a:rect b="b" l="l" r="r" t="t"/>
              <a:pathLst>
                <a:path extrusionOk="0" h="313" w="3070">
                  <a:moveTo>
                    <a:pt x="1" y="0"/>
                  </a:moveTo>
                  <a:lnTo>
                    <a:pt x="1" y="312"/>
                  </a:lnTo>
                  <a:lnTo>
                    <a:pt x="3069" y="312"/>
                  </a:lnTo>
                  <a:lnTo>
                    <a:pt x="3069"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176"/>
            <p:cNvSpPr/>
            <p:nvPr/>
          </p:nvSpPr>
          <p:spPr>
            <a:xfrm>
              <a:off x="3493855" y="3917318"/>
              <a:ext cx="557816" cy="531759"/>
            </a:xfrm>
            <a:custGeom>
              <a:rect b="b" l="l" r="r" t="t"/>
              <a:pathLst>
                <a:path extrusionOk="0" h="2570" w="2696">
                  <a:moveTo>
                    <a:pt x="1" y="0"/>
                  </a:moveTo>
                  <a:lnTo>
                    <a:pt x="233" y="2570"/>
                  </a:lnTo>
                  <a:lnTo>
                    <a:pt x="2463" y="2570"/>
                  </a:lnTo>
                  <a:lnTo>
                    <a:pt x="269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176"/>
            <p:cNvSpPr/>
            <p:nvPr/>
          </p:nvSpPr>
          <p:spPr>
            <a:xfrm>
              <a:off x="3493855" y="3917318"/>
              <a:ext cx="557816" cy="40761"/>
            </a:xfrm>
            <a:custGeom>
              <a:rect b="b" l="l" r="r" t="t"/>
              <a:pathLst>
                <a:path extrusionOk="0" h="197" w="2696">
                  <a:moveTo>
                    <a:pt x="1" y="0"/>
                  </a:moveTo>
                  <a:lnTo>
                    <a:pt x="19" y="197"/>
                  </a:lnTo>
                  <a:lnTo>
                    <a:pt x="2677" y="197"/>
                  </a:lnTo>
                  <a:lnTo>
                    <a:pt x="269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7" name="Google Shape;11577;p176"/>
          <p:cNvSpPr/>
          <p:nvPr/>
        </p:nvSpPr>
        <p:spPr>
          <a:xfrm>
            <a:off x="5161992" y="4675538"/>
            <a:ext cx="638716" cy="98075"/>
          </a:xfrm>
          <a:custGeom>
            <a:rect b="b" l="l" r="r" t="t"/>
            <a:pathLst>
              <a:path extrusionOk="0" h="474" w="3087">
                <a:moveTo>
                  <a:pt x="1543" y="1"/>
                </a:moveTo>
                <a:cubicBezTo>
                  <a:pt x="696" y="1"/>
                  <a:pt x="0" y="108"/>
                  <a:pt x="0" y="233"/>
                </a:cubicBezTo>
                <a:cubicBezTo>
                  <a:pt x="0" y="366"/>
                  <a:pt x="696" y="474"/>
                  <a:pt x="1543" y="474"/>
                </a:cubicBezTo>
                <a:cubicBezTo>
                  <a:pt x="2400" y="474"/>
                  <a:pt x="3087" y="366"/>
                  <a:pt x="3087" y="233"/>
                </a:cubicBezTo>
                <a:cubicBezTo>
                  <a:pt x="3087" y="108"/>
                  <a:pt x="2400" y="1"/>
                  <a:pt x="1543" y="1"/>
                </a:cubicBez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8" name="Google Shape;11578;p176"/>
          <p:cNvGrpSpPr/>
          <p:nvPr/>
        </p:nvGrpSpPr>
        <p:grpSpPr>
          <a:xfrm>
            <a:off x="5105677" y="2848135"/>
            <a:ext cx="769165" cy="1873929"/>
            <a:chOff x="5033378" y="2902037"/>
            <a:chExt cx="634991" cy="1547039"/>
          </a:xfrm>
        </p:grpSpPr>
        <p:sp>
          <p:nvSpPr>
            <p:cNvPr id="11579" name="Google Shape;11579;p176"/>
            <p:cNvSpPr/>
            <p:nvPr/>
          </p:nvSpPr>
          <p:spPr>
            <a:xfrm>
              <a:off x="5055516" y="2902037"/>
              <a:ext cx="592576" cy="956338"/>
            </a:xfrm>
            <a:custGeom>
              <a:rect b="b" l="l" r="r" t="t"/>
              <a:pathLst>
                <a:path extrusionOk="0" h="4622" w="2864">
                  <a:moveTo>
                    <a:pt x="1427" y="1"/>
                  </a:moveTo>
                  <a:cubicBezTo>
                    <a:pt x="1427" y="1"/>
                    <a:pt x="1329" y="90"/>
                    <a:pt x="1338" y="144"/>
                  </a:cubicBezTo>
                  <a:cubicBezTo>
                    <a:pt x="1347" y="206"/>
                    <a:pt x="1383" y="277"/>
                    <a:pt x="1338" y="295"/>
                  </a:cubicBezTo>
                  <a:cubicBezTo>
                    <a:pt x="1285" y="304"/>
                    <a:pt x="1285" y="331"/>
                    <a:pt x="1213" y="358"/>
                  </a:cubicBezTo>
                  <a:cubicBezTo>
                    <a:pt x="1142" y="376"/>
                    <a:pt x="1213" y="456"/>
                    <a:pt x="1213" y="509"/>
                  </a:cubicBezTo>
                  <a:cubicBezTo>
                    <a:pt x="1213" y="563"/>
                    <a:pt x="1115" y="857"/>
                    <a:pt x="1115" y="857"/>
                  </a:cubicBezTo>
                  <a:lnTo>
                    <a:pt x="1026" y="973"/>
                  </a:lnTo>
                  <a:cubicBezTo>
                    <a:pt x="1026" y="973"/>
                    <a:pt x="812" y="1152"/>
                    <a:pt x="812" y="1232"/>
                  </a:cubicBezTo>
                  <a:cubicBezTo>
                    <a:pt x="821" y="1312"/>
                    <a:pt x="830" y="1312"/>
                    <a:pt x="857" y="1410"/>
                  </a:cubicBezTo>
                  <a:cubicBezTo>
                    <a:pt x="883" y="1517"/>
                    <a:pt x="848" y="1491"/>
                    <a:pt x="812" y="1553"/>
                  </a:cubicBezTo>
                  <a:cubicBezTo>
                    <a:pt x="776" y="1616"/>
                    <a:pt x="464" y="1767"/>
                    <a:pt x="464" y="1767"/>
                  </a:cubicBezTo>
                  <a:cubicBezTo>
                    <a:pt x="464" y="1767"/>
                    <a:pt x="375" y="1856"/>
                    <a:pt x="375" y="1883"/>
                  </a:cubicBezTo>
                  <a:cubicBezTo>
                    <a:pt x="375" y="1910"/>
                    <a:pt x="464" y="2106"/>
                    <a:pt x="464" y="2106"/>
                  </a:cubicBezTo>
                  <a:lnTo>
                    <a:pt x="500" y="2222"/>
                  </a:lnTo>
                  <a:lnTo>
                    <a:pt x="366" y="2347"/>
                  </a:lnTo>
                  <a:cubicBezTo>
                    <a:pt x="366" y="2347"/>
                    <a:pt x="312" y="2410"/>
                    <a:pt x="321" y="2454"/>
                  </a:cubicBezTo>
                  <a:cubicBezTo>
                    <a:pt x="321" y="2499"/>
                    <a:pt x="321" y="2454"/>
                    <a:pt x="419" y="2659"/>
                  </a:cubicBezTo>
                  <a:cubicBezTo>
                    <a:pt x="489" y="2786"/>
                    <a:pt x="468" y="2809"/>
                    <a:pt x="445" y="2809"/>
                  </a:cubicBezTo>
                  <a:cubicBezTo>
                    <a:pt x="433" y="2809"/>
                    <a:pt x="419" y="2802"/>
                    <a:pt x="419" y="2802"/>
                  </a:cubicBezTo>
                  <a:lnTo>
                    <a:pt x="89" y="2963"/>
                  </a:lnTo>
                  <a:cubicBezTo>
                    <a:pt x="89" y="2963"/>
                    <a:pt x="125" y="3016"/>
                    <a:pt x="134" y="3034"/>
                  </a:cubicBezTo>
                  <a:cubicBezTo>
                    <a:pt x="134" y="3052"/>
                    <a:pt x="187" y="3114"/>
                    <a:pt x="250" y="3177"/>
                  </a:cubicBezTo>
                  <a:cubicBezTo>
                    <a:pt x="312" y="3239"/>
                    <a:pt x="152" y="3328"/>
                    <a:pt x="152" y="3328"/>
                  </a:cubicBezTo>
                  <a:lnTo>
                    <a:pt x="0" y="3605"/>
                  </a:lnTo>
                  <a:lnTo>
                    <a:pt x="89" y="3783"/>
                  </a:lnTo>
                  <a:lnTo>
                    <a:pt x="214" y="3953"/>
                  </a:lnTo>
                  <a:cubicBezTo>
                    <a:pt x="214" y="3953"/>
                    <a:pt x="187" y="3989"/>
                    <a:pt x="187" y="4042"/>
                  </a:cubicBezTo>
                  <a:cubicBezTo>
                    <a:pt x="187" y="4105"/>
                    <a:pt x="250" y="4399"/>
                    <a:pt x="250" y="4399"/>
                  </a:cubicBezTo>
                  <a:lnTo>
                    <a:pt x="366" y="4622"/>
                  </a:lnTo>
                  <a:lnTo>
                    <a:pt x="1427" y="4595"/>
                  </a:lnTo>
                  <a:lnTo>
                    <a:pt x="2498" y="4622"/>
                  </a:lnTo>
                  <a:lnTo>
                    <a:pt x="2614" y="4399"/>
                  </a:lnTo>
                  <a:cubicBezTo>
                    <a:pt x="2614" y="4399"/>
                    <a:pt x="2676" y="4105"/>
                    <a:pt x="2676" y="4042"/>
                  </a:cubicBezTo>
                  <a:cubicBezTo>
                    <a:pt x="2676" y="3989"/>
                    <a:pt x="2650" y="3953"/>
                    <a:pt x="2650" y="3953"/>
                  </a:cubicBezTo>
                  <a:lnTo>
                    <a:pt x="2766" y="3783"/>
                  </a:lnTo>
                  <a:lnTo>
                    <a:pt x="2864" y="3605"/>
                  </a:lnTo>
                  <a:lnTo>
                    <a:pt x="2712" y="3328"/>
                  </a:lnTo>
                  <a:cubicBezTo>
                    <a:pt x="2712" y="3328"/>
                    <a:pt x="2552" y="3239"/>
                    <a:pt x="2614" y="3177"/>
                  </a:cubicBezTo>
                  <a:cubicBezTo>
                    <a:pt x="2676" y="3114"/>
                    <a:pt x="2721" y="3052"/>
                    <a:pt x="2730" y="3034"/>
                  </a:cubicBezTo>
                  <a:cubicBezTo>
                    <a:pt x="2739" y="3016"/>
                    <a:pt x="2766" y="2963"/>
                    <a:pt x="2766" y="2963"/>
                  </a:cubicBezTo>
                  <a:lnTo>
                    <a:pt x="2436" y="2802"/>
                  </a:lnTo>
                  <a:cubicBezTo>
                    <a:pt x="2436" y="2802"/>
                    <a:pt x="2423" y="2809"/>
                    <a:pt x="2412" y="2809"/>
                  </a:cubicBezTo>
                  <a:cubicBezTo>
                    <a:pt x="2391" y="2809"/>
                    <a:pt x="2372" y="2786"/>
                    <a:pt x="2436" y="2659"/>
                  </a:cubicBezTo>
                  <a:cubicBezTo>
                    <a:pt x="2543" y="2454"/>
                    <a:pt x="2534" y="2499"/>
                    <a:pt x="2543" y="2454"/>
                  </a:cubicBezTo>
                  <a:cubicBezTo>
                    <a:pt x="2552" y="2410"/>
                    <a:pt x="2498" y="2347"/>
                    <a:pt x="2498" y="2347"/>
                  </a:cubicBezTo>
                  <a:lnTo>
                    <a:pt x="2364" y="2222"/>
                  </a:lnTo>
                  <a:lnTo>
                    <a:pt x="2391" y="2106"/>
                  </a:lnTo>
                  <a:cubicBezTo>
                    <a:pt x="2391" y="2106"/>
                    <a:pt x="2489" y="1910"/>
                    <a:pt x="2489" y="1883"/>
                  </a:cubicBezTo>
                  <a:cubicBezTo>
                    <a:pt x="2489" y="1856"/>
                    <a:pt x="2391" y="1767"/>
                    <a:pt x="2391" y="1767"/>
                  </a:cubicBezTo>
                  <a:cubicBezTo>
                    <a:pt x="2391" y="1767"/>
                    <a:pt x="2079" y="1616"/>
                    <a:pt x="2043" y="1553"/>
                  </a:cubicBezTo>
                  <a:cubicBezTo>
                    <a:pt x="2007" y="1491"/>
                    <a:pt x="1981" y="1517"/>
                    <a:pt x="2007" y="1410"/>
                  </a:cubicBezTo>
                  <a:cubicBezTo>
                    <a:pt x="2034" y="1312"/>
                    <a:pt x="2043" y="1312"/>
                    <a:pt x="2043" y="1232"/>
                  </a:cubicBezTo>
                  <a:cubicBezTo>
                    <a:pt x="2052" y="1152"/>
                    <a:pt x="1829" y="973"/>
                    <a:pt x="1829" y="973"/>
                  </a:cubicBezTo>
                  <a:lnTo>
                    <a:pt x="1749" y="857"/>
                  </a:lnTo>
                  <a:cubicBezTo>
                    <a:pt x="1749" y="857"/>
                    <a:pt x="1642" y="563"/>
                    <a:pt x="1642" y="509"/>
                  </a:cubicBezTo>
                  <a:cubicBezTo>
                    <a:pt x="1642" y="456"/>
                    <a:pt x="1713" y="376"/>
                    <a:pt x="1642" y="358"/>
                  </a:cubicBezTo>
                  <a:cubicBezTo>
                    <a:pt x="1579" y="331"/>
                    <a:pt x="1570" y="304"/>
                    <a:pt x="1526" y="295"/>
                  </a:cubicBezTo>
                  <a:cubicBezTo>
                    <a:pt x="1481" y="277"/>
                    <a:pt x="1517" y="206"/>
                    <a:pt x="1517" y="144"/>
                  </a:cubicBezTo>
                  <a:cubicBezTo>
                    <a:pt x="1526" y="90"/>
                    <a:pt x="1427" y="1"/>
                    <a:pt x="1427"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176"/>
            <p:cNvSpPr/>
            <p:nvPr/>
          </p:nvSpPr>
          <p:spPr>
            <a:xfrm>
              <a:off x="5162482" y="3249016"/>
              <a:ext cx="376774" cy="609350"/>
            </a:xfrm>
            <a:custGeom>
              <a:rect b="b" l="l" r="r" t="t"/>
              <a:pathLst>
                <a:path extrusionOk="0" h="2945" w="1821">
                  <a:moveTo>
                    <a:pt x="910" y="1"/>
                  </a:moveTo>
                  <a:cubicBezTo>
                    <a:pt x="910" y="1"/>
                    <a:pt x="848" y="63"/>
                    <a:pt x="857" y="99"/>
                  </a:cubicBezTo>
                  <a:cubicBezTo>
                    <a:pt x="857" y="135"/>
                    <a:pt x="884" y="179"/>
                    <a:pt x="848" y="188"/>
                  </a:cubicBezTo>
                  <a:cubicBezTo>
                    <a:pt x="821" y="197"/>
                    <a:pt x="821" y="215"/>
                    <a:pt x="777" y="233"/>
                  </a:cubicBezTo>
                  <a:cubicBezTo>
                    <a:pt x="732" y="242"/>
                    <a:pt x="777" y="286"/>
                    <a:pt x="777" y="322"/>
                  </a:cubicBezTo>
                  <a:cubicBezTo>
                    <a:pt x="777" y="358"/>
                    <a:pt x="714" y="545"/>
                    <a:pt x="714" y="545"/>
                  </a:cubicBezTo>
                  <a:lnTo>
                    <a:pt x="661" y="625"/>
                  </a:lnTo>
                  <a:cubicBezTo>
                    <a:pt x="661" y="625"/>
                    <a:pt x="518" y="741"/>
                    <a:pt x="518" y="786"/>
                  </a:cubicBezTo>
                  <a:cubicBezTo>
                    <a:pt x="527" y="840"/>
                    <a:pt x="527" y="840"/>
                    <a:pt x="545" y="902"/>
                  </a:cubicBezTo>
                  <a:cubicBezTo>
                    <a:pt x="563" y="964"/>
                    <a:pt x="545" y="947"/>
                    <a:pt x="518" y="991"/>
                  </a:cubicBezTo>
                  <a:cubicBezTo>
                    <a:pt x="500" y="1027"/>
                    <a:pt x="295" y="1125"/>
                    <a:pt x="295" y="1125"/>
                  </a:cubicBezTo>
                  <a:cubicBezTo>
                    <a:pt x="295" y="1125"/>
                    <a:pt x="241" y="1179"/>
                    <a:pt x="241" y="1196"/>
                  </a:cubicBezTo>
                  <a:cubicBezTo>
                    <a:pt x="241" y="1214"/>
                    <a:pt x="295" y="1348"/>
                    <a:pt x="295" y="1348"/>
                  </a:cubicBezTo>
                  <a:lnTo>
                    <a:pt x="322" y="1419"/>
                  </a:lnTo>
                  <a:lnTo>
                    <a:pt x="232" y="1491"/>
                  </a:lnTo>
                  <a:cubicBezTo>
                    <a:pt x="232" y="1491"/>
                    <a:pt x="197" y="1535"/>
                    <a:pt x="206" y="1562"/>
                  </a:cubicBezTo>
                  <a:cubicBezTo>
                    <a:pt x="206" y="1598"/>
                    <a:pt x="206" y="1562"/>
                    <a:pt x="268" y="1696"/>
                  </a:cubicBezTo>
                  <a:cubicBezTo>
                    <a:pt x="314" y="1775"/>
                    <a:pt x="301" y="1790"/>
                    <a:pt x="286" y="1790"/>
                  </a:cubicBezTo>
                  <a:cubicBezTo>
                    <a:pt x="278" y="1790"/>
                    <a:pt x="268" y="1785"/>
                    <a:pt x="268" y="1785"/>
                  </a:cubicBezTo>
                  <a:lnTo>
                    <a:pt x="63" y="1883"/>
                  </a:lnTo>
                  <a:cubicBezTo>
                    <a:pt x="63" y="1883"/>
                    <a:pt x="81" y="1919"/>
                    <a:pt x="90" y="1937"/>
                  </a:cubicBezTo>
                  <a:cubicBezTo>
                    <a:pt x="90" y="1946"/>
                    <a:pt x="125" y="1990"/>
                    <a:pt x="161" y="2026"/>
                  </a:cubicBezTo>
                  <a:cubicBezTo>
                    <a:pt x="197" y="2071"/>
                    <a:pt x="99" y="2124"/>
                    <a:pt x="99" y="2124"/>
                  </a:cubicBezTo>
                  <a:lnTo>
                    <a:pt x="1" y="2303"/>
                  </a:lnTo>
                  <a:lnTo>
                    <a:pt x="63" y="2410"/>
                  </a:lnTo>
                  <a:lnTo>
                    <a:pt x="134" y="2517"/>
                  </a:lnTo>
                  <a:cubicBezTo>
                    <a:pt x="134" y="2517"/>
                    <a:pt x="125" y="2543"/>
                    <a:pt x="125" y="2579"/>
                  </a:cubicBezTo>
                  <a:cubicBezTo>
                    <a:pt x="125" y="2615"/>
                    <a:pt x="161" y="2802"/>
                    <a:pt x="161" y="2802"/>
                  </a:cubicBezTo>
                  <a:lnTo>
                    <a:pt x="232" y="2945"/>
                  </a:lnTo>
                  <a:lnTo>
                    <a:pt x="910" y="2927"/>
                  </a:lnTo>
                  <a:lnTo>
                    <a:pt x="1588" y="2945"/>
                  </a:lnTo>
                  <a:lnTo>
                    <a:pt x="1669" y="2802"/>
                  </a:lnTo>
                  <a:cubicBezTo>
                    <a:pt x="1669" y="2802"/>
                    <a:pt x="1704" y="2615"/>
                    <a:pt x="1704" y="2579"/>
                  </a:cubicBezTo>
                  <a:cubicBezTo>
                    <a:pt x="1704" y="2543"/>
                    <a:pt x="1687" y="2517"/>
                    <a:pt x="1687" y="2517"/>
                  </a:cubicBezTo>
                  <a:lnTo>
                    <a:pt x="1767" y="2410"/>
                  </a:lnTo>
                  <a:lnTo>
                    <a:pt x="1820" y="2303"/>
                  </a:lnTo>
                  <a:lnTo>
                    <a:pt x="1731" y="2124"/>
                  </a:lnTo>
                  <a:cubicBezTo>
                    <a:pt x="1731" y="2124"/>
                    <a:pt x="1624" y="2071"/>
                    <a:pt x="1669" y="2026"/>
                  </a:cubicBezTo>
                  <a:cubicBezTo>
                    <a:pt x="1704" y="1990"/>
                    <a:pt x="1731" y="1946"/>
                    <a:pt x="1740" y="1937"/>
                  </a:cubicBezTo>
                  <a:cubicBezTo>
                    <a:pt x="1740" y="1919"/>
                    <a:pt x="1767" y="1883"/>
                    <a:pt x="1767" y="1883"/>
                  </a:cubicBezTo>
                  <a:lnTo>
                    <a:pt x="1553" y="1785"/>
                  </a:lnTo>
                  <a:cubicBezTo>
                    <a:pt x="1553" y="1785"/>
                    <a:pt x="1545" y="1790"/>
                    <a:pt x="1537" y="1790"/>
                  </a:cubicBezTo>
                  <a:cubicBezTo>
                    <a:pt x="1524" y="1790"/>
                    <a:pt x="1513" y="1775"/>
                    <a:pt x="1553" y="1696"/>
                  </a:cubicBezTo>
                  <a:cubicBezTo>
                    <a:pt x="1624" y="1562"/>
                    <a:pt x="1615" y="1598"/>
                    <a:pt x="1624" y="1562"/>
                  </a:cubicBezTo>
                  <a:cubicBezTo>
                    <a:pt x="1624" y="1535"/>
                    <a:pt x="1588" y="1491"/>
                    <a:pt x="1588" y="1491"/>
                  </a:cubicBezTo>
                  <a:lnTo>
                    <a:pt x="1508" y="1419"/>
                  </a:lnTo>
                  <a:lnTo>
                    <a:pt x="1526" y="1348"/>
                  </a:lnTo>
                  <a:cubicBezTo>
                    <a:pt x="1526" y="1348"/>
                    <a:pt x="1588" y="1214"/>
                    <a:pt x="1588" y="1196"/>
                  </a:cubicBezTo>
                  <a:cubicBezTo>
                    <a:pt x="1588" y="1179"/>
                    <a:pt x="1526" y="1125"/>
                    <a:pt x="1526" y="1125"/>
                  </a:cubicBezTo>
                  <a:cubicBezTo>
                    <a:pt x="1526" y="1125"/>
                    <a:pt x="1330" y="1027"/>
                    <a:pt x="1303" y="991"/>
                  </a:cubicBezTo>
                  <a:cubicBezTo>
                    <a:pt x="1285" y="947"/>
                    <a:pt x="1258" y="964"/>
                    <a:pt x="1276" y="902"/>
                  </a:cubicBezTo>
                  <a:cubicBezTo>
                    <a:pt x="1294" y="840"/>
                    <a:pt x="1303" y="840"/>
                    <a:pt x="1303" y="786"/>
                  </a:cubicBezTo>
                  <a:cubicBezTo>
                    <a:pt x="1303" y="741"/>
                    <a:pt x="1169" y="625"/>
                    <a:pt x="1169" y="625"/>
                  </a:cubicBezTo>
                  <a:lnTo>
                    <a:pt x="1116" y="545"/>
                  </a:lnTo>
                  <a:cubicBezTo>
                    <a:pt x="1116" y="545"/>
                    <a:pt x="1053" y="358"/>
                    <a:pt x="1053" y="322"/>
                  </a:cubicBezTo>
                  <a:cubicBezTo>
                    <a:pt x="1053" y="286"/>
                    <a:pt x="1098" y="242"/>
                    <a:pt x="1053" y="233"/>
                  </a:cubicBezTo>
                  <a:cubicBezTo>
                    <a:pt x="1009" y="215"/>
                    <a:pt x="1000" y="197"/>
                    <a:pt x="973" y="188"/>
                  </a:cubicBezTo>
                  <a:cubicBezTo>
                    <a:pt x="946" y="179"/>
                    <a:pt x="964" y="135"/>
                    <a:pt x="973" y="99"/>
                  </a:cubicBezTo>
                  <a:cubicBezTo>
                    <a:pt x="973" y="63"/>
                    <a:pt x="91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176"/>
            <p:cNvSpPr/>
            <p:nvPr/>
          </p:nvSpPr>
          <p:spPr>
            <a:xfrm>
              <a:off x="5046206" y="3647721"/>
              <a:ext cx="234630" cy="129733"/>
            </a:xfrm>
            <a:custGeom>
              <a:rect b="b" l="l" r="r" t="t"/>
              <a:pathLst>
                <a:path extrusionOk="0" h="627" w="1134">
                  <a:moveTo>
                    <a:pt x="801" y="502"/>
                  </a:moveTo>
                  <a:lnTo>
                    <a:pt x="786" y="518"/>
                  </a:lnTo>
                  <a:cubicBezTo>
                    <a:pt x="786" y="518"/>
                    <a:pt x="817" y="502"/>
                    <a:pt x="801" y="502"/>
                  </a:cubicBezTo>
                  <a:close/>
                  <a:moveTo>
                    <a:pt x="696" y="1"/>
                  </a:moveTo>
                  <a:cubicBezTo>
                    <a:pt x="625" y="1"/>
                    <a:pt x="277" y="117"/>
                    <a:pt x="170" y="117"/>
                  </a:cubicBezTo>
                  <a:cubicBezTo>
                    <a:pt x="63" y="117"/>
                    <a:pt x="1" y="224"/>
                    <a:pt x="1" y="224"/>
                  </a:cubicBezTo>
                  <a:lnTo>
                    <a:pt x="1" y="349"/>
                  </a:lnTo>
                  <a:lnTo>
                    <a:pt x="72" y="518"/>
                  </a:lnTo>
                  <a:lnTo>
                    <a:pt x="206" y="518"/>
                  </a:lnTo>
                  <a:lnTo>
                    <a:pt x="304" y="590"/>
                  </a:lnTo>
                  <a:cubicBezTo>
                    <a:pt x="304" y="590"/>
                    <a:pt x="392" y="627"/>
                    <a:pt x="449" y="627"/>
                  </a:cubicBezTo>
                  <a:cubicBezTo>
                    <a:pt x="454" y="627"/>
                    <a:pt x="460" y="626"/>
                    <a:pt x="464" y="625"/>
                  </a:cubicBezTo>
                  <a:cubicBezTo>
                    <a:pt x="518" y="616"/>
                    <a:pt x="491" y="616"/>
                    <a:pt x="518" y="599"/>
                  </a:cubicBezTo>
                  <a:cubicBezTo>
                    <a:pt x="536" y="581"/>
                    <a:pt x="616" y="545"/>
                    <a:pt x="732" y="518"/>
                  </a:cubicBezTo>
                  <a:cubicBezTo>
                    <a:pt x="774" y="506"/>
                    <a:pt x="793" y="502"/>
                    <a:pt x="801" y="502"/>
                  </a:cubicBezTo>
                  <a:lnTo>
                    <a:pt x="866" y="438"/>
                  </a:lnTo>
                  <a:cubicBezTo>
                    <a:pt x="866" y="438"/>
                    <a:pt x="869" y="439"/>
                    <a:pt x="876" y="439"/>
                  </a:cubicBezTo>
                  <a:cubicBezTo>
                    <a:pt x="891" y="439"/>
                    <a:pt x="923" y="434"/>
                    <a:pt x="955" y="402"/>
                  </a:cubicBezTo>
                  <a:cubicBezTo>
                    <a:pt x="1000" y="367"/>
                    <a:pt x="955" y="313"/>
                    <a:pt x="955" y="313"/>
                  </a:cubicBezTo>
                  <a:cubicBezTo>
                    <a:pt x="955" y="313"/>
                    <a:pt x="982" y="313"/>
                    <a:pt x="1062" y="269"/>
                  </a:cubicBezTo>
                  <a:cubicBezTo>
                    <a:pt x="1133" y="233"/>
                    <a:pt x="1107" y="215"/>
                    <a:pt x="1107" y="215"/>
                  </a:cubicBezTo>
                  <a:lnTo>
                    <a:pt x="1107" y="170"/>
                  </a:lnTo>
                  <a:lnTo>
                    <a:pt x="1053" y="126"/>
                  </a:lnTo>
                  <a:cubicBezTo>
                    <a:pt x="1053" y="126"/>
                    <a:pt x="768" y="1"/>
                    <a:pt x="696"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176"/>
            <p:cNvSpPr/>
            <p:nvPr/>
          </p:nvSpPr>
          <p:spPr>
            <a:xfrm>
              <a:off x="5380345" y="3535165"/>
              <a:ext cx="204215" cy="138837"/>
            </a:xfrm>
            <a:custGeom>
              <a:rect b="b" l="l" r="r" t="t"/>
              <a:pathLst>
                <a:path extrusionOk="0" h="671" w="987">
                  <a:moveTo>
                    <a:pt x="643" y="1"/>
                  </a:moveTo>
                  <a:lnTo>
                    <a:pt x="402" y="152"/>
                  </a:lnTo>
                  <a:cubicBezTo>
                    <a:pt x="402" y="152"/>
                    <a:pt x="268" y="206"/>
                    <a:pt x="152" y="206"/>
                  </a:cubicBezTo>
                  <a:cubicBezTo>
                    <a:pt x="141" y="205"/>
                    <a:pt x="130" y="205"/>
                    <a:pt x="121" y="205"/>
                  </a:cubicBezTo>
                  <a:cubicBezTo>
                    <a:pt x="41" y="205"/>
                    <a:pt x="24" y="236"/>
                    <a:pt x="0" y="268"/>
                  </a:cubicBezTo>
                  <a:lnTo>
                    <a:pt x="0" y="465"/>
                  </a:lnTo>
                  <a:lnTo>
                    <a:pt x="188" y="545"/>
                  </a:lnTo>
                  <a:lnTo>
                    <a:pt x="330" y="652"/>
                  </a:lnTo>
                  <a:cubicBezTo>
                    <a:pt x="330" y="652"/>
                    <a:pt x="448" y="671"/>
                    <a:pt x="519" y="671"/>
                  </a:cubicBezTo>
                  <a:cubicBezTo>
                    <a:pt x="546" y="671"/>
                    <a:pt x="566" y="668"/>
                    <a:pt x="571" y="661"/>
                  </a:cubicBezTo>
                  <a:cubicBezTo>
                    <a:pt x="589" y="643"/>
                    <a:pt x="660" y="482"/>
                    <a:pt x="660" y="482"/>
                  </a:cubicBezTo>
                  <a:cubicBezTo>
                    <a:pt x="660" y="482"/>
                    <a:pt x="732" y="420"/>
                    <a:pt x="892" y="268"/>
                  </a:cubicBezTo>
                  <a:cubicBezTo>
                    <a:pt x="978" y="178"/>
                    <a:pt x="987" y="158"/>
                    <a:pt x="978" y="158"/>
                  </a:cubicBezTo>
                  <a:cubicBezTo>
                    <a:pt x="972" y="158"/>
                    <a:pt x="955" y="170"/>
                    <a:pt x="955" y="170"/>
                  </a:cubicBezTo>
                  <a:lnTo>
                    <a:pt x="892" y="54"/>
                  </a:lnTo>
                  <a:lnTo>
                    <a:pt x="643" y="1"/>
                  </a:ln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176"/>
            <p:cNvSpPr/>
            <p:nvPr/>
          </p:nvSpPr>
          <p:spPr>
            <a:xfrm>
              <a:off x="5134758" y="3458610"/>
              <a:ext cx="179387" cy="95179"/>
            </a:xfrm>
            <a:custGeom>
              <a:rect b="b" l="l" r="r" t="t"/>
              <a:pathLst>
                <a:path extrusionOk="0" h="460" w="867">
                  <a:moveTo>
                    <a:pt x="442" y="0"/>
                  </a:moveTo>
                  <a:cubicBezTo>
                    <a:pt x="407" y="0"/>
                    <a:pt x="377" y="7"/>
                    <a:pt x="358" y="23"/>
                  </a:cubicBezTo>
                  <a:cubicBezTo>
                    <a:pt x="304" y="59"/>
                    <a:pt x="268" y="192"/>
                    <a:pt x="268" y="192"/>
                  </a:cubicBezTo>
                  <a:lnTo>
                    <a:pt x="126" y="210"/>
                  </a:lnTo>
                  <a:cubicBezTo>
                    <a:pt x="126" y="210"/>
                    <a:pt x="118" y="209"/>
                    <a:pt x="107" y="209"/>
                  </a:cubicBezTo>
                  <a:cubicBezTo>
                    <a:pt x="90" y="209"/>
                    <a:pt x="63" y="212"/>
                    <a:pt x="36" y="228"/>
                  </a:cubicBezTo>
                  <a:cubicBezTo>
                    <a:pt x="1" y="255"/>
                    <a:pt x="1" y="371"/>
                    <a:pt x="1" y="371"/>
                  </a:cubicBezTo>
                  <a:lnTo>
                    <a:pt x="90" y="415"/>
                  </a:lnTo>
                  <a:lnTo>
                    <a:pt x="456" y="460"/>
                  </a:lnTo>
                  <a:lnTo>
                    <a:pt x="625" y="371"/>
                  </a:lnTo>
                  <a:lnTo>
                    <a:pt x="804" y="308"/>
                  </a:lnTo>
                  <a:cubicBezTo>
                    <a:pt x="804" y="308"/>
                    <a:pt x="866" y="237"/>
                    <a:pt x="830" y="201"/>
                  </a:cubicBezTo>
                  <a:cubicBezTo>
                    <a:pt x="795" y="166"/>
                    <a:pt x="732" y="76"/>
                    <a:pt x="732" y="76"/>
                  </a:cubicBezTo>
                  <a:cubicBezTo>
                    <a:pt x="732" y="76"/>
                    <a:pt x="679" y="59"/>
                    <a:pt x="590" y="32"/>
                  </a:cubicBezTo>
                  <a:cubicBezTo>
                    <a:pt x="539" y="12"/>
                    <a:pt x="487" y="0"/>
                    <a:pt x="442"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176"/>
            <p:cNvSpPr/>
            <p:nvPr/>
          </p:nvSpPr>
          <p:spPr>
            <a:xfrm>
              <a:off x="5363586" y="3225222"/>
              <a:ext cx="253252" cy="118146"/>
            </a:xfrm>
            <a:custGeom>
              <a:rect b="b" l="l" r="r" t="t"/>
              <a:pathLst>
                <a:path extrusionOk="0" h="571" w="1224">
                  <a:moveTo>
                    <a:pt x="795" y="0"/>
                  </a:moveTo>
                  <a:cubicBezTo>
                    <a:pt x="795" y="0"/>
                    <a:pt x="697" y="0"/>
                    <a:pt x="501" y="80"/>
                  </a:cubicBezTo>
                  <a:cubicBezTo>
                    <a:pt x="398" y="116"/>
                    <a:pt x="351" y="125"/>
                    <a:pt x="330" y="125"/>
                  </a:cubicBezTo>
                  <a:cubicBezTo>
                    <a:pt x="309" y="125"/>
                    <a:pt x="313" y="116"/>
                    <a:pt x="313" y="116"/>
                  </a:cubicBezTo>
                  <a:lnTo>
                    <a:pt x="313" y="116"/>
                  </a:lnTo>
                  <a:lnTo>
                    <a:pt x="251" y="196"/>
                  </a:lnTo>
                  <a:lnTo>
                    <a:pt x="1" y="303"/>
                  </a:lnTo>
                  <a:lnTo>
                    <a:pt x="81" y="544"/>
                  </a:lnTo>
                  <a:cubicBezTo>
                    <a:pt x="81" y="544"/>
                    <a:pt x="99" y="535"/>
                    <a:pt x="215" y="526"/>
                  </a:cubicBezTo>
                  <a:cubicBezTo>
                    <a:pt x="228" y="525"/>
                    <a:pt x="240" y="525"/>
                    <a:pt x="253" y="525"/>
                  </a:cubicBezTo>
                  <a:cubicBezTo>
                    <a:pt x="350" y="525"/>
                    <a:pt x="420" y="553"/>
                    <a:pt x="420" y="553"/>
                  </a:cubicBezTo>
                  <a:lnTo>
                    <a:pt x="599" y="571"/>
                  </a:lnTo>
                  <a:cubicBezTo>
                    <a:pt x="599" y="571"/>
                    <a:pt x="706" y="437"/>
                    <a:pt x="813" y="393"/>
                  </a:cubicBezTo>
                  <a:cubicBezTo>
                    <a:pt x="845" y="375"/>
                    <a:pt x="867" y="369"/>
                    <a:pt x="887" y="369"/>
                  </a:cubicBezTo>
                  <a:cubicBezTo>
                    <a:pt x="928" y="369"/>
                    <a:pt x="961" y="393"/>
                    <a:pt x="1063" y="393"/>
                  </a:cubicBezTo>
                  <a:cubicBezTo>
                    <a:pt x="1223" y="384"/>
                    <a:pt x="1196" y="285"/>
                    <a:pt x="1196" y="285"/>
                  </a:cubicBezTo>
                  <a:lnTo>
                    <a:pt x="1196" y="205"/>
                  </a:lnTo>
                  <a:cubicBezTo>
                    <a:pt x="1196" y="205"/>
                    <a:pt x="1125" y="62"/>
                    <a:pt x="1125" y="62"/>
                  </a:cubicBezTo>
                  <a:cubicBezTo>
                    <a:pt x="1125" y="62"/>
                    <a:pt x="973" y="27"/>
                    <a:pt x="973" y="27"/>
                  </a:cubicBezTo>
                  <a:lnTo>
                    <a:pt x="795" y="0"/>
                  </a:ln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176"/>
            <p:cNvSpPr/>
            <p:nvPr/>
          </p:nvSpPr>
          <p:spPr>
            <a:xfrm>
              <a:off x="5164344" y="3105217"/>
              <a:ext cx="216216" cy="86902"/>
            </a:xfrm>
            <a:custGeom>
              <a:rect b="b" l="l" r="r" t="t"/>
              <a:pathLst>
                <a:path extrusionOk="0" h="420" w="1045">
                  <a:moveTo>
                    <a:pt x="588" y="1"/>
                  </a:moveTo>
                  <a:cubicBezTo>
                    <a:pt x="575" y="1"/>
                    <a:pt x="561" y="3"/>
                    <a:pt x="545" y="9"/>
                  </a:cubicBezTo>
                  <a:cubicBezTo>
                    <a:pt x="447" y="45"/>
                    <a:pt x="277" y="63"/>
                    <a:pt x="277" y="63"/>
                  </a:cubicBezTo>
                  <a:lnTo>
                    <a:pt x="125" y="63"/>
                  </a:lnTo>
                  <a:cubicBezTo>
                    <a:pt x="125" y="63"/>
                    <a:pt x="0" y="152"/>
                    <a:pt x="27" y="223"/>
                  </a:cubicBezTo>
                  <a:cubicBezTo>
                    <a:pt x="54" y="295"/>
                    <a:pt x="125" y="366"/>
                    <a:pt x="125" y="366"/>
                  </a:cubicBezTo>
                  <a:cubicBezTo>
                    <a:pt x="125" y="366"/>
                    <a:pt x="518" y="411"/>
                    <a:pt x="545" y="411"/>
                  </a:cubicBezTo>
                  <a:cubicBezTo>
                    <a:pt x="562" y="411"/>
                    <a:pt x="732" y="419"/>
                    <a:pt x="732" y="419"/>
                  </a:cubicBezTo>
                  <a:lnTo>
                    <a:pt x="964" y="366"/>
                  </a:lnTo>
                  <a:lnTo>
                    <a:pt x="1044" y="286"/>
                  </a:lnTo>
                  <a:lnTo>
                    <a:pt x="830" y="143"/>
                  </a:lnTo>
                  <a:cubicBezTo>
                    <a:pt x="759" y="107"/>
                    <a:pt x="670" y="63"/>
                    <a:pt x="670" y="63"/>
                  </a:cubicBezTo>
                  <a:cubicBezTo>
                    <a:pt x="670" y="63"/>
                    <a:pt x="651" y="1"/>
                    <a:pt x="588"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176"/>
            <p:cNvSpPr/>
            <p:nvPr/>
          </p:nvSpPr>
          <p:spPr>
            <a:xfrm>
              <a:off x="5425863" y="3360331"/>
              <a:ext cx="159524" cy="73660"/>
            </a:xfrm>
            <a:custGeom>
              <a:rect b="b" l="l" r="r" t="t"/>
              <a:pathLst>
                <a:path extrusionOk="0" h="356" w="771">
                  <a:moveTo>
                    <a:pt x="369" y="0"/>
                  </a:moveTo>
                  <a:cubicBezTo>
                    <a:pt x="351" y="0"/>
                    <a:pt x="330" y="4"/>
                    <a:pt x="298" y="16"/>
                  </a:cubicBezTo>
                  <a:cubicBezTo>
                    <a:pt x="200" y="61"/>
                    <a:pt x="164" y="25"/>
                    <a:pt x="137" y="87"/>
                  </a:cubicBezTo>
                  <a:cubicBezTo>
                    <a:pt x="101" y="150"/>
                    <a:pt x="48" y="239"/>
                    <a:pt x="48" y="239"/>
                  </a:cubicBezTo>
                  <a:cubicBezTo>
                    <a:pt x="48" y="239"/>
                    <a:pt x="41" y="238"/>
                    <a:pt x="33" y="238"/>
                  </a:cubicBezTo>
                  <a:cubicBezTo>
                    <a:pt x="18" y="238"/>
                    <a:pt x="0" y="242"/>
                    <a:pt x="30" y="266"/>
                  </a:cubicBezTo>
                  <a:cubicBezTo>
                    <a:pt x="75" y="310"/>
                    <a:pt x="226" y="355"/>
                    <a:pt x="226" y="355"/>
                  </a:cubicBezTo>
                  <a:lnTo>
                    <a:pt x="414" y="346"/>
                  </a:lnTo>
                  <a:lnTo>
                    <a:pt x="610" y="328"/>
                  </a:lnTo>
                  <a:lnTo>
                    <a:pt x="753" y="239"/>
                  </a:lnTo>
                  <a:lnTo>
                    <a:pt x="770" y="141"/>
                  </a:lnTo>
                  <a:lnTo>
                    <a:pt x="762" y="52"/>
                  </a:lnTo>
                  <a:cubicBezTo>
                    <a:pt x="726" y="43"/>
                    <a:pt x="637" y="16"/>
                    <a:pt x="512" y="16"/>
                  </a:cubicBezTo>
                  <a:cubicBezTo>
                    <a:pt x="428" y="16"/>
                    <a:pt x="405" y="0"/>
                    <a:pt x="369" y="0"/>
                  </a:cubicBez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176"/>
            <p:cNvSpPr/>
            <p:nvPr/>
          </p:nvSpPr>
          <p:spPr>
            <a:xfrm>
              <a:off x="5120068" y="3438954"/>
              <a:ext cx="118350" cy="72418"/>
            </a:xfrm>
            <a:custGeom>
              <a:rect b="b" l="l" r="r" t="t"/>
              <a:pathLst>
                <a:path extrusionOk="0" h="350" w="572">
                  <a:moveTo>
                    <a:pt x="378" y="1"/>
                  </a:moveTo>
                  <a:cubicBezTo>
                    <a:pt x="371" y="1"/>
                    <a:pt x="364" y="1"/>
                    <a:pt x="357" y="2"/>
                  </a:cubicBezTo>
                  <a:cubicBezTo>
                    <a:pt x="286" y="11"/>
                    <a:pt x="197" y="11"/>
                    <a:pt x="197" y="11"/>
                  </a:cubicBezTo>
                  <a:cubicBezTo>
                    <a:pt x="170" y="11"/>
                    <a:pt x="54" y="29"/>
                    <a:pt x="36" y="55"/>
                  </a:cubicBezTo>
                  <a:cubicBezTo>
                    <a:pt x="27" y="82"/>
                    <a:pt x="0" y="91"/>
                    <a:pt x="18" y="145"/>
                  </a:cubicBezTo>
                  <a:cubicBezTo>
                    <a:pt x="27" y="198"/>
                    <a:pt x="81" y="269"/>
                    <a:pt x="81" y="269"/>
                  </a:cubicBezTo>
                  <a:lnTo>
                    <a:pt x="232" y="323"/>
                  </a:lnTo>
                  <a:lnTo>
                    <a:pt x="384" y="350"/>
                  </a:lnTo>
                  <a:cubicBezTo>
                    <a:pt x="384" y="350"/>
                    <a:pt x="527" y="252"/>
                    <a:pt x="536" y="198"/>
                  </a:cubicBezTo>
                  <a:cubicBezTo>
                    <a:pt x="553" y="136"/>
                    <a:pt x="571" y="64"/>
                    <a:pt x="571" y="64"/>
                  </a:cubicBezTo>
                  <a:lnTo>
                    <a:pt x="571" y="38"/>
                  </a:lnTo>
                  <a:cubicBezTo>
                    <a:pt x="571" y="38"/>
                    <a:pt x="453" y="1"/>
                    <a:pt x="378"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176"/>
            <p:cNvSpPr/>
            <p:nvPr/>
          </p:nvSpPr>
          <p:spPr>
            <a:xfrm>
              <a:off x="5114482" y="3616272"/>
              <a:ext cx="201319" cy="104076"/>
            </a:xfrm>
            <a:custGeom>
              <a:rect b="b" l="l" r="r" t="t"/>
              <a:pathLst>
                <a:path extrusionOk="0" h="503" w="973">
                  <a:moveTo>
                    <a:pt x="456" y="0"/>
                  </a:moveTo>
                  <a:cubicBezTo>
                    <a:pt x="447" y="0"/>
                    <a:pt x="438" y="0"/>
                    <a:pt x="429" y="1"/>
                  </a:cubicBezTo>
                  <a:cubicBezTo>
                    <a:pt x="331" y="10"/>
                    <a:pt x="206" y="73"/>
                    <a:pt x="206" y="73"/>
                  </a:cubicBezTo>
                  <a:lnTo>
                    <a:pt x="99" y="108"/>
                  </a:lnTo>
                  <a:cubicBezTo>
                    <a:pt x="99" y="108"/>
                    <a:pt x="79" y="100"/>
                    <a:pt x="60" y="100"/>
                  </a:cubicBezTo>
                  <a:cubicBezTo>
                    <a:pt x="51" y="100"/>
                    <a:pt x="42" y="102"/>
                    <a:pt x="36" y="108"/>
                  </a:cubicBezTo>
                  <a:cubicBezTo>
                    <a:pt x="18" y="117"/>
                    <a:pt x="1" y="206"/>
                    <a:pt x="1" y="206"/>
                  </a:cubicBezTo>
                  <a:lnTo>
                    <a:pt x="99" y="305"/>
                  </a:lnTo>
                  <a:cubicBezTo>
                    <a:pt x="99" y="305"/>
                    <a:pt x="108" y="314"/>
                    <a:pt x="134" y="340"/>
                  </a:cubicBezTo>
                  <a:cubicBezTo>
                    <a:pt x="163" y="362"/>
                    <a:pt x="175" y="401"/>
                    <a:pt x="206" y="401"/>
                  </a:cubicBezTo>
                  <a:cubicBezTo>
                    <a:pt x="214" y="401"/>
                    <a:pt x="222" y="399"/>
                    <a:pt x="233" y="394"/>
                  </a:cubicBezTo>
                  <a:cubicBezTo>
                    <a:pt x="286" y="367"/>
                    <a:pt x="322" y="358"/>
                    <a:pt x="322" y="358"/>
                  </a:cubicBezTo>
                  <a:cubicBezTo>
                    <a:pt x="322" y="358"/>
                    <a:pt x="375" y="403"/>
                    <a:pt x="411" y="438"/>
                  </a:cubicBezTo>
                  <a:cubicBezTo>
                    <a:pt x="447" y="474"/>
                    <a:pt x="438" y="465"/>
                    <a:pt x="518" y="483"/>
                  </a:cubicBezTo>
                  <a:cubicBezTo>
                    <a:pt x="566" y="499"/>
                    <a:pt x="602" y="502"/>
                    <a:pt x="622" y="502"/>
                  </a:cubicBezTo>
                  <a:cubicBezTo>
                    <a:pt x="636" y="502"/>
                    <a:pt x="643" y="501"/>
                    <a:pt x="643" y="501"/>
                  </a:cubicBezTo>
                  <a:lnTo>
                    <a:pt x="786" y="474"/>
                  </a:lnTo>
                  <a:lnTo>
                    <a:pt x="875" y="367"/>
                  </a:lnTo>
                  <a:cubicBezTo>
                    <a:pt x="875" y="367"/>
                    <a:pt x="973" y="305"/>
                    <a:pt x="928" y="251"/>
                  </a:cubicBezTo>
                  <a:cubicBezTo>
                    <a:pt x="875" y="189"/>
                    <a:pt x="795" y="126"/>
                    <a:pt x="759" y="108"/>
                  </a:cubicBezTo>
                  <a:cubicBezTo>
                    <a:pt x="723" y="90"/>
                    <a:pt x="634" y="37"/>
                    <a:pt x="634" y="37"/>
                  </a:cubicBezTo>
                  <a:cubicBezTo>
                    <a:pt x="634" y="37"/>
                    <a:pt x="546" y="0"/>
                    <a:pt x="456"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176"/>
            <p:cNvSpPr/>
            <p:nvPr/>
          </p:nvSpPr>
          <p:spPr>
            <a:xfrm>
              <a:off x="5393173" y="3716207"/>
              <a:ext cx="252631" cy="97868"/>
            </a:xfrm>
            <a:custGeom>
              <a:rect b="b" l="l" r="r" t="t"/>
              <a:pathLst>
                <a:path extrusionOk="0" h="473" w="1221">
                  <a:moveTo>
                    <a:pt x="170" y="0"/>
                  </a:moveTo>
                  <a:lnTo>
                    <a:pt x="54" y="80"/>
                  </a:lnTo>
                  <a:lnTo>
                    <a:pt x="1" y="250"/>
                  </a:lnTo>
                  <a:lnTo>
                    <a:pt x="54" y="339"/>
                  </a:lnTo>
                  <a:lnTo>
                    <a:pt x="108" y="410"/>
                  </a:lnTo>
                  <a:lnTo>
                    <a:pt x="295" y="446"/>
                  </a:lnTo>
                  <a:cubicBezTo>
                    <a:pt x="295" y="446"/>
                    <a:pt x="358" y="472"/>
                    <a:pt x="428" y="472"/>
                  </a:cubicBezTo>
                  <a:cubicBezTo>
                    <a:pt x="449" y="472"/>
                    <a:pt x="471" y="470"/>
                    <a:pt x="491" y="464"/>
                  </a:cubicBezTo>
                  <a:cubicBezTo>
                    <a:pt x="531" y="455"/>
                    <a:pt x="574" y="453"/>
                    <a:pt x="606" y="453"/>
                  </a:cubicBezTo>
                  <a:cubicBezTo>
                    <a:pt x="639" y="453"/>
                    <a:pt x="661" y="455"/>
                    <a:pt x="661" y="455"/>
                  </a:cubicBezTo>
                  <a:cubicBezTo>
                    <a:pt x="661" y="455"/>
                    <a:pt x="750" y="401"/>
                    <a:pt x="1009" y="330"/>
                  </a:cubicBezTo>
                  <a:cubicBezTo>
                    <a:pt x="1213" y="264"/>
                    <a:pt x="1220" y="258"/>
                    <a:pt x="1216" y="258"/>
                  </a:cubicBezTo>
                  <a:cubicBezTo>
                    <a:pt x="1215" y="258"/>
                    <a:pt x="1214" y="259"/>
                    <a:pt x="1214" y="259"/>
                  </a:cubicBezTo>
                  <a:lnTo>
                    <a:pt x="1053" y="187"/>
                  </a:lnTo>
                  <a:cubicBezTo>
                    <a:pt x="1053" y="187"/>
                    <a:pt x="1000" y="161"/>
                    <a:pt x="928" y="143"/>
                  </a:cubicBezTo>
                  <a:cubicBezTo>
                    <a:pt x="866" y="125"/>
                    <a:pt x="830" y="18"/>
                    <a:pt x="830" y="18"/>
                  </a:cubicBezTo>
                  <a:lnTo>
                    <a:pt x="688" y="0"/>
                  </a:lnTo>
                  <a:lnTo>
                    <a:pt x="456" y="62"/>
                  </a:lnTo>
                  <a:lnTo>
                    <a:pt x="170" y="0"/>
                  </a:ln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176"/>
            <p:cNvSpPr/>
            <p:nvPr/>
          </p:nvSpPr>
          <p:spPr>
            <a:xfrm>
              <a:off x="5341448" y="3300742"/>
              <a:ext cx="179387" cy="87109"/>
            </a:xfrm>
            <a:custGeom>
              <a:rect b="b" l="l" r="r" t="t"/>
              <a:pathLst>
                <a:path extrusionOk="0" h="421" w="867">
                  <a:moveTo>
                    <a:pt x="732" y="1"/>
                  </a:moveTo>
                  <a:lnTo>
                    <a:pt x="608" y="19"/>
                  </a:lnTo>
                  <a:cubicBezTo>
                    <a:pt x="608" y="19"/>
                    <a:pt x="527" y="34"/>
                    <a:pt x="476" y="34"/>
                  </a:cubicBezTo>
                  <a:cubicBezTo>
                    <a:pt x="459" y="34"/>
                    <a:pt x="445" y="32"/>
                    <a:pt x="438" y="28"/>
                  </a:cubicBezTo>
                  <a:cubicBezTo>
                    <a:pt x="433" y="22"/>
                    <a:pt x="419" y="20"/>
                    <a:pt x="402" y="20"/>
                  </a:cubicBezTo>
                  <a:cubicBezTo>
                    <a:pt x="331" y="20"/>
                    <a:pt x="188" y="54"/>
                    <a:pt x="188" y="54"/>
                  </a:cubicBezTo>
                  <a:cubicBezTo>
                    <a:pt x="188" y="54"/>
                    <a:pt x="63" y="170"/>
                    <a:pt x="45" y="215"/>
                  </a:cubicBezTo>
                  <a:lnTo>
                    <a:pt x="1" y="322"/>
                  </a:lnTo>
                  <a:lnTo>
                    <a:pt x="45" y="402"/>
                  </a:lnTo>
                  <a:lnTo>
                    <a:pt x="269" y="420"/>
                  </a:lnTo>
                  <a:cubicBezTo>
                    <a:pt x="269" y="420"/>
                    <a:pt x="384" y="411"/>
                    <a:pt x="429" y="367"/>
                  </a:cubicBezTo>
                  <a:cubicBezTo>
                    <a:pt x="450" y="345"/>
                    <a:pt x="475" y="336"/>
                    <a:pt x="511" y="336"/>
                  </a:cubicBezTo>
                  <a:cubicBezTo>
                    <a:pt x="551" y="336"/>
                    <a:pt x="604" y="348"/>
                    <a:pt x="679" y="367"/>
                  </a:cubicBezTo>
                  <a:cubicBezTo>
                    <a:pt x="704" y="371"/>
                    <a:pt x="726" y="373"/>
                    <a:pt x="745" y="373"/>
                  </a:cubicBezTo>
                  <a:cubicBezTo>
                    <a:pt x="833" y="373"/>
                    <a:pt x="857" y="331"/>
                    <a:pt x="857" y="331"/>
                  </a:cubicBezTo>
                  <a:cubicBezTo>
                    <a:pt x="857" y="331"/>
                    <a:pt x="866" y="170"/>
                    <a:pt x="857" y="144"/>
                  </a:cubicBezTo>
                  <a:cubicBezTo>
                    <a:pt x="848" y="117"/>
                    <a:pt x="732" y="1"/>
                    <a:pt x="732"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176"/>
            <p:cNvSpPr/>
            <p:nvPr/>
          </p:nvSpPr>
          <p:spPr>
            <a:xfrm>
              <a:off x="5033378" y="3852764"/>
              <a:ext cx="634991" cy="64763"/>
            </a:xfrm>
            <a:custGeom>
              <a:rect b="b" l="l" r="r" t="t"/>
              <a:pathLst>
                <a:path extrusionOk="0" h="313" w="3069">
                  <a:moveTo>
                    <a:pt x="0" y="0"/>
                  </a:moveTo>
                  <a:lnTo>
                    <a:pt x="0" y="312"/>
                  </a:lnTo>
                  <a:lnTo>
                    <a:pt x="3069" y="312"/>
                  </a:lnTo>
                  <a:lnTo>
                    <a:pt x="3069"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176"/>
            <p:cNvSpPr/>
            <p:nvPr/>
          </p:nvSpPr>
          <p:spPr>
            <a:xfrm>
              <a:off x="5072068" y="3917318"/>
              <a:ext cx="557609" cy="531759"/>
            </a:xfrm>
            <a:custGeom>
              <a:rect b="b" l="l" r="r" t="t"/>
              <a:pathLst>
                <a:path extrusionOk="0" h="2570" w="2695">
                  <a:moveTo>
                    <a:pt x="0" y="0"/>
                  </a:moveTo>
                  <a:lnTo>
                    <a:pt x="232" y="2570"/>
                  </a:lnTo>
                  <a:lnTo>
                    <a:pt x="2472" y="2570"/>
                  </a:lnTo>
                  <a:lnTo>
                    <a:pt x="269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176"/>
            <p:cNvSpPr/>
            <p:nvPr/>
          </p:nvSpPr>
          <p:spPr>
            <a:xfrm>
              <a:off x="5072068" y="3917318"/>
              <a:ext cx="557609" cy="40761"/>
            </a:xfrm>
            <a:custGeom>
              <a:rect b="b" l="l" r="r" t="t"/>
              <a:pathLst>
                <a:path extrusionOk="0" h="197" w="2695">
                  <a:moveTo>
                    <a:pt x="0" y="0"/>
                  </a:moveTo>
                  <a:lnTo>
                    <a:pt x="18" y="197"/>
                  </a:lnTo>
                  <a:lnTo>
                    <a:pt x="2677" y="197"/>
                  </a:lnTo>
                  <a:lnTo>
                    <a:pt x="269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4" name="Google Shape;11594;p176"/>
          <p:cNvGrpSpPr/>
          <p:nvPr/>
        </p:nvGrpSpPr>
        <p:grpSpPr>
          <a:xfrm>
            <a:off x="8430894" y="2688291"/>
            <a:ext cx="942613" cy="2225784"/>
            <a:chOff x="1214466" y="2918796"/>
            <a:chExt cx="786428" cy="1856987"/>
          </a:xfrm>
        </p:grpSpPr>
        <p:sp>
          <p:nvSpPr>
            <p:cNvPr id="11595" name="Google Shape;11595;p176"/>
            <p:cNvSpPr/>
            <p:nvPr/>
          </p:nvSpPr>
          <p:spPr>
            <a:xfrm>
              <a:off x="1718262" y="3276741"/>
              <a:ext cx="282632" cy="1052344"/>
            </a:xfrm>
            <a:custGeom>
              <a:rect b="b" l="l" r="r" t="t"/>
              <a:pathLst>
                <a:path extrusionOk="0" h="5086" w="1366">
                  <a:moveTo>
                    <a:pt x="1366" y="1"/>
                  </a:moveTo>
                  <a:lnTo>
                    <a:pt x="1" y="5005"/>
                  </a:lnTo>
                  <a:lnTo>
                    <a:pt x="99" y="5086"/>
                  </a:lnTo>
                  <a:cubicBezTo>
                    <a:pt x="1294" y="2321"/>
                    <a:pt x="1366" y="1"/>
                    <a:pt x="13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176"/>
            <p:cNvSpPr/>
            <p:nvPr/>
          </p:nvSpPr>
          <p:spPr>
            <a:xfrm>
              <a:off x="1696123" y="3276741"/>
              <a:ext cx="304771" cy="1035791"/>
            </a:xfrm>
            <a:custGeom>
              <a:rect b="b" l="l" r="r" t="t"/>
              <a:pathLst>
                <a:path extrusionOk="0" h="5006" w="1473">
                  <a:moveTo>
                    <a:pt x="1473" y="1"/>
                  </a:moveTo>
                  <a:cubicBezTo>
                    <a:pt x="1473" y="1"/>
                    <a:pt x="483" y="1553"/>
                    <a:pt x="1" y="4916"/>
                  </a:cubicBezTo>
                  <a:lnTo>
                    <a:pt x="108" y="5005"/>
                  </a:lnTo>
                  <a:lnTo>
                    <a:pt x="1473"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176"/>
            <p:cNvSpPr/>
            <p:nvPr/>
          </p:nvSpPr>
          <p:spPr>
            <a:xfrm>
              <a:off x="1687020" y="3134598"/>
              <a:ext cx="227182" cy="1069104"/>
            </a:xfrm>
            <a:custGeom>
              <a:rect b="b" l="l" r="r" t="t"/>
              <a:pathLst>
                <a:path extrusionOk="0" h="5167" w="1098">
                  <a:moveTo>
                    <a:pt x="999" y="1"/>
                  </a:moveTo>
                  <a:lnTo>
                    <a:pt x="0" y="5086"/>
                  </a:lnTo>
                  <a:lnTo>
                    <a:pt x="107" y="5166"/>
                  </a:lnTo>
                  <a:cubicBezTo>
                    <a:pt x="1097" y="2321"/>
                    <a:pt x="999" y="1"/>
                    <a:pt x="9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176"/>
            <p:cNvSpPr/>
            <p:nvPr/>
          </p:nvSpPr>
          <p:spPr>
            <a:xfrm>
              <a:off x="1664882" y="3134598"/>
              <a:ext cx="229044" cy="1052344"/>
            </a:xfrm>
            <a:custGeom>
              <a:rect b="b" l="l" r="r" t="t"/>
              <a:pathLst>
                <a:path extrusionOk="0" h="5086" w="1107">
                  <a:moveTo>
                    <a:pt x="1106" y="1"/>
                  </a:moveTo>
                  <a:cubicBezTo>
                    <a:pt x="1106" y="1"/>
                    <a:pt x="232" y="1625"/>
                    <a:pt x="0" y="5014"/>
                  </a:cubicBezTo>
                  <a:lnTo>
                    <a:pt x="107" y="5086"/>
                  </a:lnTo>
                  <a:lnTo>
                    <a:pt x="1106"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176"/>
            <p:cNvSpPr/>
            <p:nvPr/>
          </p:nvSpPr>
          <p:spPr>
            <a:xfrm>
              <a:off x="1648123" y="3007352"/>
              <a:ext cx="171938" cy="1118762"/>
            </a:xfrm>
            <a:custGeom>
              <a:rect b="b" l="l" r="r" t="t"/>
              <a:pathLst>
                <a:path extrusionOk="0" h="5407" w="831">
                  <a:moveTo>
                    <a:pt x="527" y="0"/>
                  </a:moveTo>
                  <a:lnTo>
                    <a:pt x="1" y="5362"/>
                  </a:lnTo>
                  <a:lnTo>
                    <a:pt x="108" y="5406"/>
                  </a:lnTo>
                  <a:cubicBezTo>
                    <a:pt x="830" y="2258"/>
                    <a:pt x="527" y="1"/>
                    <a:pt x="5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176"/>
            <p:cNvSpPr/>
            <p:nvPr/>
          </p:nvSpPr>
          <p:spPr>
            <a:xfrm>
              <a:off x="1609434" y="3007352"/>
              <a:ext cx="147937" cy="1109451"/>
            </a:xfrm>
            <a:custGeom>
              <a:rect b="b" l="l" r="r" t="t"/>
              <a:pathLst>
                <a:path extrusionOk="0" h="5362" w="715">
                  <a:moveTo>
                    <a:pt x="714" y="0"/>
                  </a:moveTo>
                  <a:lnTo>
                    <a:pt x="714" y="0"/>
                  </a:lnTo>
                  <a:cubicBezTo>
                    <a:pt x="714" y="1"/>
                    <a:pt x="1" y="1910"/>
                    <a:pt x="72" y="5326"/>
                  </a:cubicBezTo>
                  <a:lnTo>
                    <a:pt x="188" y="5362"/>
                  </a:lnTo>
                  <a:lnTo>
                    <a:pt x="71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176"/>
            <p:cNvSpPr/>
            <p:nvPr/>
          </p:nvSpPr>
          <p:spPr>
            <a:xfrm>
              <a:off x="1607571" y="2918796"/>
              <a:ext cx="109039" cy="1127866"/>
            </a:xfrm>
            <a:custGeom>
              <a:rect b="b" l="l" r="r" t="t"/>
              <a:pathLst>
                <a:path extrusionOk="0" h="5451" w="527">
                  <a:moveTo>
                    <a:pt x="1" y="0"/>
                  </a:moveTo>
                  <a:lnTo>
                    <a:pt x="1" y="5451"/>
                  </a:lnTo>
                  <a:lnTo>
                    <a:pt x="117" y="5451"/>
                  </a:lnTo>
                  <a:cubicBezTo>
                    <a:pt x="527" y="2114"/>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176"/>
            <p:cNvSpPr/>
            <p:nvPr/>
          </p:nvSpPr>
          <p:spPr>
            <a:xfrm>
              <a:off x="1500605" y="2918796"/>
              <a:ext cx="107177" cy="1127866"/>
            </a:xfrm>
            <a:custGeom>
              <a:rect b="b" l="l" r="r" t="t"/>
              <a:pathLst>
                <a:path extrusionOk="0" h="5451" w="518">
                  <a:moveTo>
                    <a:pt x="518" y="0"/>
                  </a:moveTo>
                  <a:cubicBezTo>
                    <a:pt x="518" y="0"/>
                    <a:pt x="0" y="2114"/>
                    <a:pt x="402" y="5451"/>
                  </a:cubicBezTo>
                  <a:lnTo>
                    <a:pt x="518" y="5451"/>
                  </a:lnTo>
                  <a:lnTo>
                    <a:pt x="51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176"/>
            <p:cNvSpPr/>
            <p:nvPr/>
          </p:nvSpPr>
          <p:spPr>
            <a:xfrm>
              <a:off x="1214466" y="3276741"/>
              <a:ext cx="284494" cy="1052344"/>
            </a:xfrm>
            <a:custGeom>
              <a:rect b="b" l="l" r="r" t="t"/>
              <a:pathLst>
                <a:path extrusionOk="0" h="5086" w="1375">
                  <a:moveTo>
                    <a:pt x="0" y="1"/>
                  </a:moveTo>
                  <a:cubicBezTo>
                    <a:pt x="0" y="1"/>
                    <a:pt x="72" y="2321"/>
                    <a:pt x="1276" y="5086"/>
                  </a:cubicBezTo>
                  <a:lnTo>
                    <a:pt x="1374" y="5005"/>
                  </a:lnTo>
                  <a:lnTo>
                    <a:pt x="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176"/>
            <p:cNvSpPr/>
            <p:nvPr/>
          </p:nvSpPr>
          <p:spPr>
            <a:xfrm>
              <a:off x="1214466" y="3276741"/>
              <a:ext cx="304771" cy="1035791"/>
            </a:xfrm>
            <a:custGeom>
              <a:rect b="b" l="l" r="r" t="t"/>
              <a:pathLst>
                <a:path extrusionOk="0" h="5006" w="1473">
                  <a:moveTo>
                    <a:pt x="0" y="1"/>
                  </a:moveTo>
                  <a:lnTo>
                    <a:pt x="1374" y="5005"/>
                  </a:lnTo>
                  <a:lnTo>
                    <a:pt x="1472" y="4916"/>
                  </a:lnTo>
                  <a:cubicBezTo>
                    <a:pt x="1000" y="1553"/>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176"/>
            <p:cNvSpPr/>
            <p:nvPr/>
          </p:nvSpPr>
          <p:spPr>
            <a:xfrm>
              <a:off x="1301156" y="3134598"/>
              <a:ext cx="229044" cy="1069104"/>
            </a:xfrm>
            <a:custGeom>
              <a:rect b="b" l="l" r="r" t="t"/>
              <a:pathLst>
                <a:path extrusionOk="0" h="5167" w="1107">
                  <a:moveTo>
                    <a:pt x="108" y="1"/>
                  </a:moveTo>
                  <a:cubicBezTo>
                    <a:pt x="108" y="1"/>
                    <a:pt x="1" y="2321"/>
                    <a:pt x="1000" y="5166"/>
                  </a:cubicBezTo>
                  <a:lnTo>
                    <a:pt x="1107" y="5086"/>
                  </a:lnTo>
                  <a:lnTo>
                    <a:pt x="10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176"/>
            <p:cNvSpPr/>
            <p:nvPr/>
          </p:nvSpPr>
          <p:spPr>
            <a:xfrm>
              <a:off x="1323294" y="3134598"/>
              <a:ext cx="229044" cy="1052344"/>
            </a:xfrm>
            <a:custGeom>
              <a:rect b="b" l="l" r="r" t="t"/>
              <a:pathLst>
                <a:path extrusionOk="0" h="5086" w="1107">
                  <a:moveTo>
                    <a:pt x="1" y="1"/>
                  </a:moveTo>
                  <a:lnTo>
                    <a:pt x="1000" y="5086"/>
                  </a:lnTo>
                  <a:lnTo>
                    <a:pt x="1107" y="5014"/>
                  </a:lnTo>
                  <a:cubicBezTo>
                    <a:pt x="875" y="1625"/>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176"/>
            <p:cNvSpPr/>
            <p:nvPr/>
          </p:nvSpPr>
          <p:spPr>
            <a:xfrm>
              <a:off x="1395295" y="3007352"/>
              <a:ext cx="173800" cy="1118762"/>
            </a:xfrm>
            <a:custGeom>
              <a:rect b="b" l="l" r="r" t="t"/>
              <a:pathLst>
                <a:path extrusionOk="0" h="5407" w="840">
                  <a:moveTo>
                    <a:pt x="313" y="0"/>
                  </a:moveTo>
                  <a:cubicBezTo>
                    <a:pt x="313" y="1"/>
                    <a:pt x="1" y="2258"/>
                    <a:pt x="723" y="5406"/>
                  </a:cubicBezTo>
                  <a:lnTo>
                    <a:pt x="839" y="5362"/>
                  </a:lnTo>
                  <a:lnTo>
                    <a:pt x="313"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176"/>
            <p:cNvSpPr/>
            <p:nvPr/>
          </p:nvSpPr>
          <p:spPr>
            <a:xfrm>
              <a:off x="1459847" y="3007352"/>
              <a:ext cx="147937" cy="1109451"/>
            </a:xfrm>
            <a:custGeom>
              <a:rect b="b" l="l" r="r" t="t"/>
              <a:pathLst>
                <a:path extrusionOk="0" h="5362" w="715">
                  <a:moveTo>
                    <a:pt x="1" y="0"/>
                  </a:moveTo>
                  <a:lnTo>
                    <a:pt x="527" y="5362"/>
                  </a:lnTo>
                  <a:lnTo>
                    <a:pt x="634" y="5326"/>
                  </a:lnTo>
                  <a:cubicBezTo>
                    <a:pt x="715" y="1910"/>
                    <a:pt x="1" y="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176"/>
            <p:cNvSpPr/>
            <p:nvPr/>
          </p:nvSpPr>
          <p:spPr>
            <a:xfrm>
              <a:off x="1268053" y="3994907"/>
              <a:ext cx="681131" cy="86902"/>
            </a:xfrm>
            <a:custGeom>
              <a:rect b="b" l="l" r="r" t="t"/>
              <a:pathLst>
                <a:path extrusionOk="0" h="420" w="3292">
                  <a:moveTo>
                    <a:pt x="0" y="0"/>
                  </a:moveTo>
                  <a:lnTo>
                    <a:pt x="0" y="419"/>
                  </a:lnTo>
                  <a:lnTo>
                    <a:pt x="3292" y="419"/>
                  </a:lnTo>
                  <a:lnTo>
                    <a:pt x="3292"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176"/>
            <p:cNvSpPr/>
            <p:nvPr/>
          </p:nvSpPr>
          <p:spPr>
            <a:xfrm>
              <a:off x="1308605" y="4081600"/>
              <a:ext cx="598162" cy="694183"/>
            </a:xfrm>
            <a:custGeom>
              <a:rect b="b" l="l" r="r" t="t"/>
              <a:pathLst>
                <a:path extrusionOk="0" h="3355" w="2891">
                  <a:moveTo>
                    <a:pt x="0" y="0"/>
                  </a:moveTo>
                  <a:lnTo>
                    <a:pt x="250" y="3355"/>
                  </a:lnTo>
                  <a:lnTo>
                    <a:pt x="2650" y="3355"/>
                  </a:lnTo>
                  <a:lnTo>
                    <a:pt x="289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176"/>
            <p:cNvSpPr/>
            <p:nvPr/>
          </p:nvSpPr>
          <p:spPr>
            <a:xfrm>
              <a:off x="1308605" y="4081600"/>
              <a:ext cx="598162" cy="51934"/>
            </a:xfrm>
            <a:custGeom>
              <a:rect b="b" l="l" r="r" t="t"/>
              <a:pathLst>
                <a:path extrusionOk="0" h="251" w="2891">
                  <a:moveTo>
                    <a:pt x="0" y="0"/>
                  </a:moveTo>
                  <a:lnTo>
                    <a:pt x="18" y="250"/>
                  </a:lnTo>
                  <a:lnTo>
                    <a:pt x="2873" y="250"/>
                  </a:lnTo>
                  <a:lnTo>
                    <a:pt x="289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12" name="Google Shape;11612;p176"/>
          <p:cNvSpPr/>
          <p:nvPr/>
        </p:nvSpPr>
        <p:spPr>
          <a:xfrm>
            <a:off x="8274941" y="294388"/>
            <a:ext cx="1254515" cy="174375"/>
          </a:xfrm>
          <a:custGeom>
            <a:rect b="b" l="l" r="r" t="t"/>
            <a:pathLst>
              <a:path extrusionOk="0" h="759" w="5461">
                <a:moveTo>
                  <a:pt x="2793" y="0"/>
                </a:moveTo>
                <a:cubicBezTo>
                  <a:pt x="2177" y="0"/>
                  <a:pt x="1865" y="375"/>
                  <a:pt x="1865" y="375"/>
                </a:cubicBezTo>
                <a:cubicBezTo>
                  <a:pt x="1798" y="352"/>
                  <a:pt x="1736" y="342"/>
                  <a:pt x="1680" y="342"/>
                </a:cubicBezTo>
                <a:cubicBezTo>
                  <a:pt x="1433" y="342"/>
                  <a:pt x="1303" y="526"/>
                  <a:pt x="1303" y="526"/>
                </a:cubicBezTo>
                <a:cubicBezTo>
                  <a:pt x="1120" y="454"/>
                  <a:pt x="954" y="426"/>
                  <a:pt x="806" y="426"/>
                </a:cubicBezTo>
                <a:cubicBezTo>
                  <a:pt x="295" y="426"/>
                  <a:pt x="0" y="758"/>
                  <a:pt x="0" y="758"/>
                </a:cubicBezTo>
                <a:lnTo>
                  <a:pt x="5460" y="758"/>
                </a:lnTo>
                <a:cubicBezTo>
                  <a:pt x="5270" y="491"/>
                  <a:pt x="4996" y="421"/>
                  <a:pt x="4764" y="421"/>
                </a:cubicBezTo>
                <a:cubicBezTo>
                  <a:pt x="4517" y="421"/>
                  <a:pt x="4318" y="500"/>
                  <a:pt x="4318" y="500"/>
                </a:cubicBezTo>
                <a:cubicBezTo>
                  <a:pt x="4212" y="383"/>
                  <a:pt x="4084" y="347"/>
                  <a:pt x="3969" y="347"/>
                </a:cubicBezTo>
                <a:cubicBezTo>
                  <a:pt x="3795" y="347"/>
                  <a:pt x="3649" y="428"/>
                  <a:pt x="3649" y="428"/>
                </a:cubicBezTo>
                <a:cubicBezTo>
                  <a:pt x="3649" y="428"/>
                  <a:pt x="3408" y="0"/>
                  <a:pt x="27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1613" name="Shape 11613"/>
        <p:cNvGrpSpPr/>
        <p:nvPr/>
      </p:nvGrpSpPr>
      <p:grpSpPr>
        <a:xfrm>
          <a:off x="0" y="0"/>
          <a:ext cx="0" cy="0"/>
          <a:chOff x="0" y="0"/>
          <a:chExt cx="0" cy="0"/>
        </a:xfrm>
      </p:grpSpPr>
      <p:grpSp>
        <p:nvGrpSpPr>
          <p:cNvPr id="11614" name="Google Shape;11614;p177"/>
          <p:cNvGrpSpPr/>
          <p:nvPr/>
        </p:nvGrpSpPr>
        <p:grpSpPr>
          <a:xfrm flipH="1">
            <a:off x="5956691" y="-100015"/>
            <a:ext cx="4267658" cy="3288312"/>
            <a:chOff x="3266327" y="1191568"/>
            <a:chExt cx="384038" cy="295876"/>
          </a:xfrm>
        </p:grpSpPr>
        <p:sp>
          <p:nvSpPr>
            <p:cNvPr id="11615" name="Google Shape;11615;p177"/>
            <p:cNvSpPr/>
            <p:nvPr/>
          </p:nvSpPr>
          <p:spPr>
            <a:xfrm>
              <a:off x="3266327"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177"/>
            <p:cNvSpPr/>
            <p:nvPr/>
          </p:nvSpPr>
          <p:spPr>
            <a:xfrm>
              <a:off x="3303116" y="1291670"/>
              <a:ext cx="314495"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177"/>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177"/>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177"/>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177"/>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177"/>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2" name="Google Shape;11622;p177"/>
          <p:cNvGrpSpPr/>
          <p:nvPr/>
        </p:nvGrpSpPr>
        <p:grpSpPr>
          <a:xfrm flipH="1">
            <a:off x="-201641" y="1888044"/>
            <a:ext cx="1496588" cy="1312418"/>
            <a:chOff x="3650956" y="1757963"/>
            <a:chExt cx="258943" cy="227815"/>
          </a:xfrm>
        </p:grpSpPr>
        <p:sp>
          <p:nvSpPr>
            <p:cNvPr id="11623" name="Google Shape;11623;p177"/>
            <p:cNvSpPr/>
            <p:nvPr/>
          </p:nvSpPr>
          <p:spPr>
            <a:xfrm>
              <a:off x="3650956" y="1757963"/>
              <a:ext cx="258943" cy="227815"/>
            </a:xfrm>
            <a:custGeom>
              <a:rect b="b" l="l" r="r" t="t"/>
              <a:pathLst>
                <a:path extrusionOk="0" h="6272" w="7129">
                  <a:moveTo>
                    <a:pt x="5416" y="0"/>
                  </a:moveTo>
                  <a:lnTo>
                    <a:pt x="3828" y="411"/>
                  </a:lnTo>
                  <a:lnTo>
                    <a:pt x="3337" y="1499"/>
                  </a:lnTo>
                  <a:lnTo>
                    <a:pt x="2320" y="1945"/>
                  </a:lnTo>
                  <a:lnTo>
                    <a:pt x="1642" y="3016"/>
                  </a:lnTo>
                  <a:lnTo>
                    <a:pt x="1535" y="4095"/>
                  </a:lnTo>
                  <a:lnTo>
                    <a:pt x="1018" y="5219"/>
                  </a:lnTo>
                  <a:lnTo>
                    <a:pt x="1" y="6272"/>
                  </a:lnTo>
                  <a:lnTo>
                    <a:pt x="3846" y="6272"/>
                  </a:lnTo>
                  <a:lnTo>
                    <a:pt x="3417" y="5255"/>
                  </a:lnTo>
                  <a:lnTo>
                    <a:pt x="3623" y="4461"/>
                  </a:lnTo>
                  <a:lnTo>
                    <a:pt x="4390" y="3408"/>
                  </a:lnTo>
                  <a:lnTo>
                    <a:pt x="4898" y="3533"/>
                  </a:lnTo>
                  <a:lnTo>
                    <a:pt x="5327" y="4505"/>
                  </a:lnTo>
                  <a:lnTo>
                    <a:pt x="5077" y="5522"/>
                  </a:lnTo>
                  <a:lnTo>
                    <a:pt x="5228" y="6272"/>
                  </a:lnTo>
                  <a:lnTo>
                    <a:pt x="7129" y="6272"/>
                  </a:lnTo>
                  <a:lnTo>
                    <a:pt x="6745" y="5174"/>
                  </a:lnTo>
                  <a:lnTo>
                    <a:pt x="7066" y="4211"/>
                  </a:lnTo>
                  <a:lnTo>
                    <a:pt x="6593" y="2837"/>
                  </a:lnTo>
                  <a:lnTo>
                    <a:pt x="6308" y="1196"/>
                  </a:lnTo>
                  <a:lnTo>
                    <a:pt x="54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177"/>
            <p:cNvSpPr/>
            <p:nvPr/>
          </p:nvSpPr>
          <p:spPr>
            <a:xfrm>
              <a:off x="3710595" y="1757963"/>
              <a:ext cx="169481" cy="109549"/>
            </a:xfrm>
            <a:custGeom>
              <a:rect b="b" l="l" r="r" t="t"/>
              <a:pathLst>
                <a:path extrusionOk="0" h="3016" w="4666">
                  <a:moveTo>
                    <a:pt x="3774" y="0"/>
                  </a:moveTo>
                  <a:lnTo>
                    <a:pt x="2186" y="411"/>
                  </a:lnTo>
                  <a:lnTo>
                    <a:pt x="1695" y="1499"/>
                  </a:lnTo>
                  <a:lnTo>
                    <a:pt x="678" y="1945"/>
                  </a:lnTo>
                  <a:lnTo>
                    <a:pt x="0" y="3016"/>
                  </a:lnTo>
                  <a:lnTo>
                    <a:pt x="0" y="3016"/>
                  </a:lnTo>
                  <a:lnTo>
                    <a:pt x="794" y="2346"/>
                  </a:lnTo>
                  <a:lnTo>
                    <a:pt x="1401" y="2257"/>
                  </a:lnTo>
                  <a:lnTo>
                    <a:pt x="1918" y="2552"/>
                  </a:lnTo>
                  <a:lnTo>
                    <a:pt x="1570" y="1927"/>
                  </a:lnTo>
                  <a:lnTo>
                    <a:pt x="2186" y="2061"/>
                  </a:lnTo>
                  <a:lnTo>
                    <a:pt x="2025" y="1579"/>
                  </a:lnTo>
                  <a:lnTo>
                    <a:pt x="2560" y="866"/>
                  </a:lnTo>
                  <a:lnTo>
                    <a:pt x="3649" y="803"/>
                  </a:lnTo>
                  <a:lnTo>
                    <a:pt x="4666" y="1196"/>
                  </a:lnTo>
                  <a:lnTo>
                    <a:pt x="3774"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177"/>
            <p:cNvSpPr/>
            <p:nvPr/>
          </p:nvSpPr>
          <p:spPr>
            <a:xfrm>
              <a:off x="3768600" y="1867472"/>
              <a:ext cx="141295" cy="118302"/>
            </a:xfrm>
            <a:custGeom>
              <a:rect b="b" l="l" r="r" t="t"/>
              <a:pathLst>
                <a:path extrusionOk="0" h="3257" w="3890">
                  <a:moveTo>
                    <a:pt x="1534" y="1"/>
                  </a:moveTo>
                  <a:lnTo>
                    <a:pt x="856" y="116"/>
                  </a:lnTo>
                  <a:lnTo>
                    <a:pt x="259" y="1196"/>
                  </a:lnTo>
                  <a:lnTo>
                    <a:pt x="71" y="447"/>
                  </a:lnTo>
                  <a:lnTo>
                    <a:pt x="0" y="1767"/>
                  </a:lnTo>
                  <a:lnTo>
                    <a:pt x="178" y="2240"/>
                  </a:lnTo>
                  <a:lnTo>
                    <a:pt x="384" y="1446"/>
                  </a:lnTo>
                  <a:lnTo>
                    <a:pt x="1151" y="393"/>
                  </a:lnTo>
                  <a:lnTo>
                    <a:pt x="1659" y="518"/>
                  </a:lnTo>
                  <a:lnTo>
                    <a:pt x="2088" y="1490"/>
                  </a:lnTo>
                  <a:lnTo>
                    <a:pt x="1838" y="2507"/>
                  </a:lnTo>
                  <a:lnTo>
                    <a:pt x="1989" y="3257"/>
                  </a:lnTo>
                  <a:lnTo>
                    <a:pt x="3890" y="3257"/>
                  </a:lnTo>
                  <a:lnTo>
                    <a:pt x="3506" y="2159"/>
                  </a:lnTo>
                  <a:lnTo>
                    <a:pt x="3488" y="3087"/>
                  </a:lnTo>
                  <a:lnTo>
                    <a:pt x="2935" y="2820"/>
                  </a:lnTo>
                  <a:lnTo>
                    <a:pt x="2882" y="1767"/>
                  </a:lnTo>
                  <a:lnTo>
                    <a:pt x="2614" y="2820"/>
                  </a:lnTo>
                  <a:lnTo>
                    <a:pt x="2177" y="2382"/>
                  </a:lnTo>
                  <a:lnTo>
                    <a:pt x="2543" y="973"/>
                  </a:lnTo>
                  <a:lnTo>
                    <a:pt x="1534"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177"/>
            <p:cNvSpPr/>
            <p:nvPr/>
          </p:nvSpPr>
          <p:spPr>
            <a:xfrm>
              <a:off x="3722908" y="1895331"/>
              <a:ext cx="23682" cy="90443"/>
            </a:xfrm>
            <a:custGeom>
              <a:rect b="b" l="l" r="r" t="t"/>
              <a:pathLst>
                <a:path extrusionOk="0" h="2490" w="652">
                  <a:moveTo>
                    <a:pt x="179" y="1"/>
                  </a:moveTo>
                  <a:lnTo>
                    <a:pt x="286" y="1856"/>
                  </a:lnTo>
                  <a:lnTo>
                    <a:pt x="0" y="2490"/>
                  </a:lnTo>
                  <a:lnTo>
                    <a:pt x="651" y="2490"/>
                  </a:lnTo>
                  <a:lnTo>
                    <a:pt x="598" y="1910"/>
                  </a:lnTo>
                  <a:lnTo>
                    <a:pt x="598" y="1348"/>
                  </a:lnTo>
                  <a:lnTo>
                    <a:pt x="179"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177"/>
            <p:cNvSpPr/>
            <p:nvPr/>
          </p:nvSpPr>
          <p:spPr>
            <a:xfrm>
              <a:off x="3650956" y="1906663"/>
              <a:ext cx="57390" cy="79110"/>
            </a:xfrm>
            <a:custGeom>
              <a:rect b="b" l="l" r="r" t="t"/>
              <a:pathLst>
                <a:path extrusionOk="0" h="2178" w="1580">
                  <a:moveTo>
                    <a:pt x="1535" y="1"/>
                  </a:moveTo>
                  <a:lnTo>
                    <a:pt x="1018" y="1125"/>
                  </a:lnTo>
                  <a:lnTo>
                    <a:pt x="1" y="2178"/>
                  </a:lnTo>
                  <a:lnTo>
                    <a:pt x="1250" y="2178"/>
                  </a:lnTo>
                  <a:lnTo>
                    <a:pt x="795" y="1839"/>
                  </a:lnTo>
                  <a:lnTo>
                    <a:pt x="1428" y="1303"/>
                  </a:lnTo>
                  <a:lnTo>
                    <a:pt x="1580" y="643"/>
                  </a:lnTo>
                  <a:lnTo>
                    <a:pt x="153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177"/>
            <p:cNvSpPr/>
            <p:nvPr/>
          </p:nvSpPr>
          <p:spPr>
            <a:xfrm>
              <a:off x="3857370" y="1801367"/>
              <a:ext cx="50270" cy="109549"/>
            </a:xfrm>
            <a:custGeom>
              <a:rect b="b" l="l" r="r" t="t"/>
              <a:pathLst>
                <a:path extrusionOk="0" h="3016" w="1384">
                  <a:moveTo>
                    <a:pt x="625" y="1"/>
                  </a:moveTo>
                  <a:lnTo>
                    <a:pt x="580" y="1357"/>
                  </a:lnTo>
                  <a:lnTo>
                    <a:pt x="0" y="402"/>
                  </a:lnTo>
                  <a:lnTo>
                    <a:pt x="411" y="1874"/>
                  </a:lnTo>
                  <a:lnTo>
                    <a:pt x="1383" y="3016"/>
                  </a:lnTo>
                  <a:lnTo>
                    <a:pt x="910" y="1642"/>
                  </a:lnTo>
                  <a:lnTo>
                    <a:pt x="62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29" name="Google Shape;11629;p177"/>
          <p:cNvSpPr txBox="1"/>
          <p:nvPr>
            <p:ph type="title"/>
          </p:nvPr>
        </p:nvSpPr>
        <p:spPr>
          <a:xfrm>
            <a:off x="713100" y="539400"/>
            <a:ext cx="3046500" cy="10074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3000"/>
              <a:buNone/>
              <a:defRPr sz="2200">
                <a:solidFill>
                  <a:schemeClr val="lt2"/>
                </a:solidFill>
              </a:defRPr>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Tree>
  </p:cSld>
  <p:clrMapOvr>
    <a:masterClrMapping/>
  </p:clrMapOvr>
</p:sldLayout>
</file>

<file path=ppt/slideLayouts/slideLayout1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1630" name="Shape 11630"/>
        <p:cNvGrpSpPr/>
        <p:nvPr/>
      </p:nvGrpSpPr>
      <p:grpSpPr>
        <a:xfrm>
          <a:off x="0" y="0"/>
          <a:ext cx="0" cy="0"/>
          <a:chOff x="0" y="0"/>
          <a:chExt cx="0" cy="0"/>
        </a:xfrm>
      </p:grpSpPr>
      <p:sp>
        <p:nvSpPr>
          <p:cNvPr id="11631" name="Google Shape;11631;p178"/>
          <p:cNvSpPr/>
          <p:nvPr/>
        </p:nvSpPr>
        <p:spPr>
          <a:xfrm>
            <a:off x="0" y="1168942"/>
            <a:ext cx="9144017" cy="3985219"/>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2" name="Google Shape;11632;p178"/>
          <p:cNvGrpSpPr/>
          <p:nvPr/>
        </p:nvGrpSpPr>
        <p:grpSpPr>
          <a:xfrm flipH="1">
            <a:off x="5965241" y="2384854"/>
            <a:ext cx="3178784" cy="2759461"/>
            <a:chOff x="3460777" y="2171409"/>
            <a:chExt cx="376544" cy="325374"/>
          </a:xfrm>
        </p:grpSpPr>
        <p:sp>
          <p:nvSpPr>
            <p:cNvPr id="11633" name="Google Shape;11633;p178"/>
            <p:cNvSpPr/>
            <p:nvPr/>
          </p:nvSpPr>
          <p:spPr>
            <a:xfrm>
              <a:off x="3467569" y="2171409"/>
              <a:ext cx="12677" cy="111510"/>
            </a:xfrm>
            <a:custGeom>
              <a:rect b="b" l="l" r="r" t="t"/>
              <a:pathLst>
                <a:path extrusionOk="0" h="3070" w="349">
                  <a:moveTo>
                    <a:pt x="348" y="0"/>
                  </a:moveTo>
                  <a:cubicBezTo>
                    <a:pt x="348" y="0"/>
                    <a:pt x="304" y="45"/>
                    <a:pt x="313" y="116"/>
                  </a:cubicBezTo>
                  <a:cubicBezTo>
                    <a:pt x="322" y="179"/>
                    <a:pt x="259" y="197"/>
                    <a:pt x="286" y="250"/>
                  </a:cubicBezTo>
                  <a:cubicBezTo>
                    <a:pt x="313" y="304"/>
                    <a:pt x="232" y="322"/>
                    <a:pt x="268" y="393"/>
                  </a:cubicBezTo>
                  <a:cubicBezTo>
                    <a:pt x="304" y="455"/>
                    <a:pt x="214" y="536"/>
                    <a:pt x="250" y="607"/>
                  </a:cubicBezTo>
                  <a:cubicBezTo>
                    <a:pt x="277" y="678"/>
                    <a:pt x="206" y="714"/>
                    <a:pt x="241" y="777"/>
                  </a:cubicBezTo>
                  <a:cubicBezTo>
                    <a:pt x="277" y="839"/>
                    <a:pt x="161" y="910"/>
                    <a:pt x="214" y="1017"/>
                  </a:cubicBezTo>
                  <a:cubicBezTo>
                    <a:pt x="268" y="1116"/>
                    <a:pt x="170" y="1169"/>
                    <a:pt x="206" y="1249"/>
                  </a:cubicBezTo>
                  <a:cubicBezTo>
                    <a:pt x="232" y="1321"/>
                    <a:pt x="107" y="1410"/>
                    <a:pt x="170" y="1490"/>
                  </a:cubicBezTo>
                  <a:cubicBezTo>
                    <a:pt x="223" y="1579"/>
                    <a:pt x="116" y="1651"/>
                    <a:pt x="152" y="1713"/>
                  </a:cubicBezTo>
                  <a:cubicBezTo>
                    <a:pt x="188" y="1776"/>
                    <a:pt x="90" y="1865"/>
                    <a:pt x="143" y="1936"/>
                  </a:cubicBezTo>
                  <a:cubicBezTo>
                    <a:pt x="197" y="2008"/>
                    <a:pt x="72" y="2088"/>
                    <a:pt x="116" y="2186"/>
                  </a:cubicBezTo>
                  <a:cubicBezTo>
                    <a:pt x="152" y="2284"/>
                    <a:pt x="54" y="2391"/>
                    <a:pt x="107" y="2480"/>
                  </a:cubicBezTo>
                  <a:cubicBezTo>
                    <a:pt x="152" y="2561"/>
                    <a:pt x="36" y="2587"/>
                    <a:pt x="90" y="2677"/>
                  </a:cubicBezTo>
                  <a:cubicBezTo>
                    <a:pt x="143" y="2775"/>
                    <a:pt x="0" y="2891"/>
                    <a:pt x="0" y="3069"/>
                  </a:cubicBezTo>
                  <a:lnTo>
                    <a:pt x="348" y="3069"/>
                  </a:lnTo>
                  <a:lnTo>
                    <a:pt x="3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178"/>
            <p:cNvSpPr/>
            <p:nvPr/>
          </p:nvSpPr>
          <p:spPr>
            <a:xfrm>
              <a:off x="3480209" y="2171409"/>
              <a:ext cx="13003" cy="111510"/>
            </a:xfrm>
            <a:custGeom>
              <a:rect b="b" l="l" r="r" t="t"/>
              <a:pathLst>
                <a:path extrusionOk="0" h="3070" w="358">
                  <a:moveTo>
                    <a:pt x="0" y="0"/>
                  </a:moveTo>
                  <a:lnTo>
                    <a:pt x="0" y="3069"/>
                  </a:lnTo>
                  <a:lnTo>
                    <a:pt x="357" y="3069"/>
                  </a:lnTo>
                  <a:cubicBezTo>
                    <a:pt x="357" y="2891"/>
                    <a:pt x="214" y="2775"/>
                    <a:pt x="268" y="2677"/>
                  </a:cubicBezTo>
                  <a:cubicBezTo>
                    <a:pt x="321" y="2587"/>
                    <a:pt x="205" y="2561"/>
                    <a:pt x="250" y="2480"/>
                  </a:cubicBezTo>
                  <a:cubicBezTo>
                    <a:pt x="304" y="2391"/>
                    <a:pt x="205" y="2284"/>
                    <a:pt x="241" y="2186"/>
                  </a:cubicBezTo>
                  <a:cubicBezTo>
                    <a:pt x="286" y="2088"/>
                    <a:pt x="161" y="2008"/>
                    <a:pt x="214" y="1936"/>
                  </a:cubicBezTo>
                  <a:cubicBezTo>
                    <a:pt x="268" y="1865"/>
                    <a:pt x="170" y="1776"/>
                    <a:pt x="205" y="1713"/>
                  </a:cubicBezTo>
                  <a:cubicBezTo>
                    <a:pt x="241" y="1651"/>
                    <a:pt x="134" y="1579"/>
                    <a:pt x="188" y="1490"/>
                  </a:cubicBezTo>
                  <a:cubicBezTo>
                    <a:pt x="250" y="1410"/>
                    <a:pt x="125" y="1321"/>
                    <a:pt x="152" y="1249"/>
                  </a:cubicBezTo>
                  <a:cubicBezTo>
                    <a:pt x="188" y="1169"/>
                    <a:pt x="89" y="1116"/>
                    <a:pt x="143" y="1017"/>
                  </a:cubicBezTo>
                  <a:cubicBezTo>
                    <a:pt x="197" y="910"/>
                    <a:pt x="81" y="839"/>
                    <a:pt x="116" y="777"/>
                  </a:cubicBezTo>
                  <a:cubicBezTo>
                    <a:pt x="152" y="714"/>
                    <a:pt x="81" y="678"/>
                    <a:pt x="107" y="607"/>
                  </a:cubicBezTo>
                  <a:cubicBezTo>
                    <a:pt x="143" y="536"/>
                    <a:pt x="54" y="455"/>
                    <a:pt x="89" y="393"/>
                  </a:cubicBezTo>
                  <a:cubicBezTo>
                    <a:pt x="125" y="322"/>
                    <a:pt x="45" y="304"/>
                    <a:pt x="72" y="250"/>
                  </a:cubicBezTo>
                  <a:cubicBezTo>
                    <a:pt x="98" y="197"/>
                    <a:pt x="36" y="179"/>
                    <a:pt x="45" y="116"/>
                  </a:cubicBezTo>
                  <a:cubicBezTo>
                    <a:pt x="54" y="45"/>
                    <a:pt x="0" y="0"/>
                    <a:pt x="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178"/>
            <p:cNvSpPr/>
            <p:nvPr/>
          </p:nvSpPr>
          <p:spPr>
            <a:xfrm>
              <a:off x="3560879" y="2222586"/>
              <a:ext cx="13003" cy="111510"/>
            </a:xfrm>
            <a:custGeom>
              <a:rect b="b" l="l" r="r" t="t"/>
              <a:pathLst>
                <a:path extrusionOk="0" h="3070" w="358">
                  <a:moveTo>
                    <a:pt x="357" y="1"/>
                  </a:moveTo>
                  <a:cubicBezTo>
                    <a:pt x="357" y="1"/>
                    <a:pt x="304" y="54"/>
                    <a:pt x="313" y="117"/>
                  </a:cubicBezTo>
                  <a:cubicBezTo>
                    <a:pt x="322" y="179"/>
                    <a:pt x="259" y="206"/>
                    <a:pt x="286" y="251"/>
                  </a:cubicBezTo>
                  <a:cubicBezTo>
                    <a:pt x="313" y="304"/>
                    <a:pt x="233" y="331"/>
                    <a:pt x="268" y="393"/>
                  </a:cubicBezTo>
                  <a:cubicBezTo>
                    <a:pt x="304" y="456"/>
                    <a:pt x="215" y="536"/>
                    <a:pt x="250" y="608"/>
                  </a:cubicBezTo>
                  <a:cubicBezTo>
                    <a:pt x="277" y="688"/>
                    <a:pt x="206" y="715"/>
                    <a:pt x="241" y="777"/>
                  </a:cubicBezTo>
                  <a:cubicBezTo>
                    <a:pt x="277" y="839"/>
                    <a:pt x="161" y="911"/>
                    <a:pt x="215" y="1018"/>
                  </a:cubicBezTo>
                  <a:cubicBezTo>
                    <a:pt x="268" y="1125"/>
                    <a:pt x="170" y="1178"/>
                    <a:pt x="206" y="1250"/>
                  </a:cubicBezTo>
                  <a:cubicBezTo>
                    <a:pt x="233" y="1321"/>
                    <a:pt x="108" y="1410"/>
                    <a:pt x="170" y="1491"/>
                  </a:cubicBezTo>
                  <a:cubicBezTo>
                    <a:pt x="224" y="1580"/>
                    <a:pt x="117" y="1651"/>
                    <a:pt x="152" y="1714"/>
                  </a:cubicBezTo>
                  <a:cubicBezTo>
                    <a:pt x="188" y="1776"/>
                    <a:pt x="90" y="1865"/>
                    <a:pt x="143" y="1937"/>
                  </a:cubicBezTo>
                  <a:cubicBezTo>
                    <a:pt x="197" y="2008"/>
                    <a:pt x="72" y="2097"/>
                    <a:pt x="117" y="2187"/>
                  </a:cubicBezTo>
                  <a:cubicBezTo>
                    <a:pt x="152" y="2285"/>
                    <a:pt x="54" y="2392"/>
                    <a:pt x="108" y="2481"/>
                  </a:cubicBezTo>
                  <a:cubicBezTo>
                    <a:pt x="152" y="2561"/>
                    <a:pt x="36" y="2588"/>
                    <a:pt x="90" y="2677"/>
                  </a:cubicBezTo>
                  <a:cubicBezTo>
                    <a:pt x="143" y="2775"/>
                    <a:pt x="1" y="2900"/>
                    <a:pt x="1" y="3070"/>
                  </a:cubicBezTo>
                  <a:lnTo>
                    <a:pt x="357" y="3070"/>
                  </a:lnTo>
                  <a:lnTo>
                    <a:pt x="35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178"/>
            <p:cNvSpPr/>
            <p:nvPr/>
          </p:nvSpPr>
          <p:spPr>
            <a:xfrm>
              <a:off x="3573845" y="2222586"/>
              <a:ext cx="12677" cy="111510"/>
            </a:xfrm>
            <a:custGeom>
              <a:rect b="b" l="l" r="r" t="t"/>
              <a:pathLst>
                <a:path extrusionOk="0" h="3070" w="349">
                  <a:moveTo>
                    <a:pt x="0" y="1"/>
                  </a:moveTo>
                  <a:lnTo>
                    <a:pt x="0" y="3070"/>
                  </a:lnTo>
                  <a:lnTo>
                    <a:pt x="348" y="3070"/>
                  </a:lnTo>
                  <a:cubicBezTo>
                    <a:pt x="348" y="2900"/>
                    <a:pt x="206" y="2775"/>
                    <a:pt x="259" y="2677"/>
                  </a:cubicBezTo>
                  <a:cubicBezTo>
                    <a:pt x="313" y="2588"/>
                    <a:pt x="197" y="2561"/>
                    <a:pt x="241" y="2481"/>
                  </a:cubicBezTo>
                  <a:cubicBezTo>
                    <a:pt x="295" y="2392"/>
                    <a:pt x="197" y="2285"/>
                    <a:pt x="232" y="2187"/>
                  </a:cubicBezTo>
                  <a:cubicBezTo>
                    <a:pt x="277" y="2097"/>
                    <a:pt x="152" y="2008"/>
                    <a:pt x="206" y="1937"/>
                  </a:cubicBezTo>
                  <a:cubicBezTo>
                    <a:pt x="259" y="1865"/>
                    <a:pt x="161" y="1776"/>
                    <a:pt x="197" y="1714"/>
                  </a:cubicBezTo>
                  <a:cubicBezTo>
                    <a:pt x="232" y="1651"/>
                    <a:pt x="125" y="1580"/>
                    <a:pt x="188" y="1491"/>
                  </a:cubicBezTo>
                  <a:cubicBezTo>
                    <a:pt x="241" y="1410"/>
                    <a:pt x="116" y="1321"/>
                    <a:pt x="143" y="1250"/>
                  </a:cubicBezTo>
                  <a:cubicBezTo>
                    <a:pt x="179" y="1178"/>
                    <a:pt x="81" y="1125"/>
                    <a:pt x="134" y="1018"/>
                  </a:cubicBezTo>
                  <a:cubicBezTo>
                    <a:pt x="188" y="911"/>
                    <a:pt x="72" y="839"/>
                    <a:pt x="108" y="777"/>
                  </a:cubicBezTo>
                  <a:cubicBezTo>
                    <a:pt x="143" y="715"/>
                    <a:pt x="72" y="688"/>
                    <a:pt x="99" y="608"/>
                  </a:cubicBezTo>
                  <a:cubicBezTo>
                    <a:pt x="134" y="536"/>
                    <a:pt x="45" y="456"/>
                    <a:pt x="81" y="393"/>
                  </a:cubicBezTo>
                  <a:cubicBezTo>
                    <a:pt x="116" y="331"/>
                    <a:pt x="45" y="304"/>
                    <a:pt x="63" y="251"/>
                  </a:cubicBezTo>
                  <a:cubicBezTo>
                    <a:pt x="90" y="206"/>
                    <a:pt x="27" y="179"/>
                    <a:pt x="36" y="117"/>
                  </a:cubicBezTo>
                  <a:cubicBezTo>
                    <a:pt x="45" y="54"/>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178"/>
            <p:cNvSpPr/>
            <p:nvPr/>
          </p:nvSpPr>
          <p:spPr>
            <a:xfrm>
              <a:off x="3487001" y="2207367"/>
              <a:ext cx="12677" cy="111183"/>
            </a:xfrm>
            <a:custGeom>
              <a:rect b="b" l="l" r="r" t="t"/>
              <a:pathLst>
                <a:path extrusionOk="0" h="3061" w="349">
                  <a:moveTo>
                    <a:pt x="349" y="1"/>
                  </a:moveTo>
                  <a:cubicBezTo>
                    <a:pt x="349" y="1"/>
                    <a:pt x="304" y="45"/>
                    <a:pt x="313" y="108"/>
                  </a:cubicBezTo>
                  <a:cubicBezTo>
                    <a:pt x="322" y="170"/>
                    <a:pt x="259" y="197"/>
                    <a:pt x="286" y="250"/>
                  </a:cubicBezTo>
                  <a:cubicBezTo>
                    <a:pt x="304" y="304"/>
                    <a:pt x="224" y="322"/>
                    <a:pt x="268" y="384"/>
                  </a:cubicBezTo>
                  <a:cubicBezTo>
                    <a:pt x="304" y="456"/>
                    <a:pt x="215" y="527"/>
                    <a:pt x="241" y="607"/>
                  </a:cubicBezTo>
                  <a:cubicBezTo>
                    <a:pt x="277" y="679"/>
                    <a:pt x="206" y="714"/>
                    <a:pt x="241" y="777"/>
                  </a:cubicBezTo>
                  <a:cubicBezTo>
                    <a:pt x="268" y="839"/>
                    <a:pt x="161" y="911"/>
                    <a:pt x="215" y="1009"/>
                  </a:cubicBezTo>
                  <a:cubicBezTo>
                    <a:pt x="268" y="1116"/>
                    <a:pt x="170" y="1169"/>
                    <a:pt x="197" y="1241"/>
                  </a:cubicBezTo>
                  <a:cubicBezTo>
                    <a:pt x="233" y="1321"/>
                    <a:pt x="108" y="1401"/>
                    <a:pt x="161" y="1490"/>
                  </a:cubicBezTo>
                  <a:cubicBezTo>
                    <a:pt x="224" y="1571"/>
                    <a:pt x="117" y="1642"/>
                    <a:pt x="152" y="1705"/>
                  </a:cubicBezTo>
                  <a:cubicBezTo>
                    <a:pt x="188" y="1776"/>
                    <a:pt x="90" y="1865"/>
                    <a:pt x="143" y="1936"/>
                  </a:cubicBezTo>
                  <a:cubicBezTo>
                    <a:pt x="197" y="2008"/>
                    <a:pt x="72" y="2088"/>
                    <a:pt x="108" y="2186"/>
                  </a:cubicBezTo>
                  <a:cubicBezTo>
                    <a:pt x="152" y="2284"/>
                    <a:pt x="54" y="2391"/>
                    <a:pt x="99" y="2472"/>
                  </a:cubicBezTo>
                  <a:cubicBezTo>
                    <a:pt x="152" y="2561"/>
                    <a:pt x="36" y="2579"/>
                    <a:pt x="90" y="2677"/>
                  </a:cubicBezTo>
                  <a:cubicBezTo>
                    <a:pt x="143" y="2766"/>
                    <a:pt x="1" y="2891"/>
                    <a:pt x="1" y="3061"/>
                  </a:cubicBezTo>
                  <a:lnTo>
                    <a:pt x="349" y="3061"/>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178"/>
            <p:cNvSpPr/>
            <p:nvPr/>
          </p:nvSpPr>
          <p:spPr>
            <a:xfrm>
              <a:off x="3499641" y="2207367"/>
              <a:ext cx="12677" cy="111183"/>
            </a:xfrm>
            <a:custGeom>
              <a:rect b="b" l="l" r="r" t="t"/>
              <a:pathLst>
                <a:path extrusionOk="0" h="3061" w="349">
                  <a:moveTo>
                    <a:pt x="1" y="1"/>
                  </a:moveTo>
                  <a:lnTo>
                    <a:pt x="1" y="3061"/>
                  </a:lnTo>
                  <a:lnTo>
                    <a:pt x="348" y="3061"/>
                  </a:lnTo>
                  <a:cubicBezTo>
                    <a:pt x="348" y="2891"/>
                    <a:pt x="215" y="2766"/>
                    <a:pt x="268" y="2677"/>
                  </a:cubicBezTo>
                  <a:cubicBezTo>
                    <a:pt x="322" y="2579"/>
                    <a:pt x="197" y="2561"/>
                    <a:pt x="250" y="2472"/>
                  </a:cubicBezTo>
                  <a:cubicBezTo>
                    <a:pt x="304" y="2391"/>
                    <a:pt x="197" y="2284"/>
                    <a:pt x="241" y="2186"/>
                  </a:cubicBezTo>
                  <a:cubicBezTo>
                    <a:pt x="286" y="2088"/>
                    <a:pt x="161" y="2008"/>
                    <a:pt x="215" y="1936"/>
                  </a:cubicBezTo>
                  <a:cubicBezTo>
                    <a:pt x="268" y="1865"/>
                    <a:pt x="170" y="1776"/>
                    <a:pt x="206" y="1705"/>
                  </a:cubicBezTo>
                  <a:cubicBezTo>
                    <a:pt x="241" y="1642"/>
                    <a:pt x="134" y="1571"/>
                    <a:pt x="188" y="1490"/>
                  </a:cubicBezTo>
                  <a:cubicBezTo>
                    <a:pt x="241" y="1401"/>
                    <a:pt x="117" y="1321"/>
                    <a:pt x="152" y="1241"/>
                  </a:cubicBezTo>
                  <a:cubicBezTo>
                    <a:pt x="188" y="1169"/>
                    <a:pt x="81" y="1116"/>
                    <a:pt x="134" y="1009"/>
                  </a:cubicBezTo>
                  <a:cubicBezTo>
                    <a:pt x="188" y="911"/>
                    <a:pt x="81" y="839"/>
                    <a:pt x="117" y="777"/>
                  </a:cubicBezTo>
                  <a:cubicBezTo>
                    <a:pt x="152" y="714"/>
                    <a:pt x="72" y="679"/>
                    <a:pt x="108" y="607"/>
                  </a:cubicBezTo>
                  <a:cubicBezTo>
                    <a:pt x="143" y="527"/>
                    <a:pt x="54" y="456"/>
                    <a:pt x="90" y="384"/>
                  </a:cubicBezTo>
                  <a:cubicBezTo>
                    <a:pt x="125" y="322"/>
                    <a:pt x="45" y="304"/>
                    <a:pt x="72" y="250"/>
                  </a:cubicBezTo>
                  <a:cubicBezTo>
                    <a:pt x="99" y="197"/>
                    <a:pt x="36" y="170"/>
                    <a:pt x="45" y="108"/>
                  </a:cubicBezTo>
                  <a:cubicBezTo>
                    <a:pt x="45" y="45"/>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178"/>
            <p:cNvSpPr/>
            <p:nvPr/>
          </p:nvSpPr>
          <p:spPr>
            <a:xfrm>
              <a:off x="3666174" y="2309104"/>
              <a:ext cx="12677" cy="111510"/>
            </a:xfrm>
            <a:custGeom>
              <a:rect b="b" l="l" r="r" t="t"/>
              <a:pathLst>
                <a:path extrusionOk="0" h="3070" w="349">
                  <a:moveTo>
                    <a:pt x="349" y="1"/>
                  </a:moveTo>
                  <a:cubicBezTo>
                    <a:pt x="349" y="1"/>
                    <a:pt x="304" y="54"/>
                    <a:pt x="304" y="117"/>
                  </a:cubicBezTo>
                  <a:cubicBezTo>
                    <a:pt x="313" y="179"/>
                    <a:pt x="251" y="206"/>
                    <a:pt x="278" y="251"/>
                  </a:cubicBezTo>
                  <a:cubicBezTo>
                    <a:pt x="304" y="304"/>
                    <a:pt x="224" y="322"/>
                    <a:pt x="260" y="393"/>
                  </a:cubicBezTo>
                  <a:cubicBezTo>
                    <a:pt x="295" y="456"/>
                    <a:pt x="206" y="536"/>
                    <a:pt x="242" y="607"/>
                  </a:cubicBezTo>
                  <a:cubicBezTo>
                    <a:pt x="278" y="688"/>
                    <a:pt x="197" y="715"/>
                    <a:pt x="233" y="777"/>
                  </a:cubicBezTo>
                  <a:cubicBezTo>
                    <a:pt x="269" y="839"/>
                    <a:pt x="162" y="911"/>
                    <a:pt x="215" y="1018"/>
                  </a:cubicBezTo>
                  <a:cubicBezTo>
                    <a:pt x="269" y="1125"/>
                    <a:pt x="162" y="1178"/>
                    <a:pt x="197" y="1250"/>
                  </a:cubicBezTo>
                  <a:cubicBezTo>
                    <a:pt x="233" y="1321"/>
                    <a:pt x="108" y="1410"/>
                    <a:pt x="162" y="1491"/>
                  </a:cubicBezTo>
                  <a:cubicBezTo>
                    <a:pt x="215" y="1580"/>
                    <a:pt x="108" y="1651"/>
                    <a:pt x="144" y="1714"/>
                  </a:cubicBezTo>
                  <a:cubicBezTo>
                    <a:pt x="179" y="1776"/>
                    <a:pt x="81" y="1865"/>
                    <a:pt x="135" y="1937"/>
                  </a:cubicBezTo>
                  <a:cubicBezTo>
                    <a:pt x="188" y="2008"/>
                    <a:pt x="63" y="2088"/>
                    <a:pt x="108" y="2186"/>
                  </a:cubicBezTo>
                  <a:cubicBezTo>
                    <a:pt x="153" y="2285"/>
                    <a:pt x="46" y="2392"/>
                    <a:pt x="99" y="2481"/>
                  </a:cubicBezTo>
                  <a:cubicBezTo>
                    <a:pt x="153" y="2561"/>
                    <a:pt x="28" y="2588"/>
                    <a:pt x="81" y="2677"/>
                  </a:cubicBezTo>
                  <a:cubicBezTo>
                    <a:pt x="135" y="2775"/>
                    <a:pt x="1" y="2891"/>
                    <a:pt x="1" y="3070"/>
                  </a:cubicBezTo>
                  <a:lnTo>
                    <a:pt x="349" y="3070"/>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178"/>
            <p:cNvSpPr/>
            <p:nvPr/>
          </p:nvSpPr>
          <p:spPr>
            <a:xfrm>
              <a:off x="3678814" y="2309104"/>
              <a:ext cx="12677" cy="111510"/>
            </a:xfrm>
            <a:custGeom>
              <a:rect b="b" l="l" r="r" t="t"/>
              <a:pathLst>
                <a:path extrusionOk="0" h="3070" w="349">
                  <a:moveTo>
                    <a:pt x="1" y="1"/>
                  </a:moveTo>
                  <a:lnTo>
                    <a:pt x="1" y="3070"/>
                  </a:lnTo>
                  <a:lnTo>
                    <a:pt x="349" y="3070"/>
                  </a:lnTo>
                  <a:cubicBezTo>
                    <a:pt x="349" y="2891"/>
                    <a:pt x="206" y="2775"/>
                    <a:pt x="260" y="2677"/>
                  </a:cubicBezTo>
                  <a:cubicBezTo>
                    <a:pt x="322" y="2588"/>
                    <a:pt x="197" y="2561"/>
                    <a:pt x="251" y="2481"/>
                  </a:cubicBezTo>
                  <a:cubicBezTo>
                    <a:pt x="295" y="2392"/>
                    <a:pt x="197" y="2285"/>
                    <a:pt x="242" y="2186"/>
                  </a:cubicBezTo>
                  <a:cubicBezTo>
                    <a:pt x="277" y="2088"/>
                    <a:pt x="153" y="2008"/>
                    <a:pt x="206" y="1937"/>
                  </a:cubicBezTo>
                  <a:cubicBezTo>
                    <a:pt x="260" y="1865"/>
                    <a:pt x="161" y="1776"/>
                    <a:pt x="197" y="1714"/>
                  </a:cubicBezTo>
                  <a:cubicBezTo>
                    <a:pt x="233" y="1651"/>
                    <a:pt x="135" y="1580"/>
                    <a:pt x="188" y="1491"/>
                  </a:cubicBezTo>
                  <a:cubicBezTo>
                    <a:pt x="242" y="1410"/>
                    <a:pt x="117" y="1321"/>
                    <a:pt x="153" y="1250"/>
                  </a:cubicBezTo>
                  <a:cubicBezTo>
                    <a:pt x="179" y="1178"/>
                    <a:pt x="81" y="1125"/>
                    <a:pt x="135" y="1018"/>
                  </a:cubicBezTo>
                  <a:cubicBezTo>
                    <a:pt x="188" y="911"/>
                    <a:pt x="81" y="839"/>
                    <a:pt x="117" y="777"/>
                  </a:cubicBezTo>
                  <a:cubicBezTo>
                    <a:pt x="144" y="715"/>
                    <a:pt x="72" y="688"/>
                    <a:pt x="108" y="607"/>
                  </a:cubicBezTo>
                  <a:cubicBezTo>
                    <a:pt x="135" y="536"/>
                    <a:pt x="45" y="456"/>
                    <a:pt x="90" y="393"/>
                  </a:cubicBezTo>
                  <a:cubicBezTo>
                    <a:pt x="126" y="322"/>
                    <a:pt x="45" y="304"/>
                    <a:pt x="63" y="251"/>
                  </a:cubicBezTo>
                  <a:cubicBezTo>
                    <a:pt x="90" y="206"/>
                    <a:pt x="28" y="179"/>
                    <a:pt x="37" y="117"/>
                  </a:cubicBezTo>
                  <a:cubicBezTo>
                    <a:pt x="45" y="54"/>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178"/>
            <p:cNvSpPr/>
            <p:nvPr/>
          </p:nvSpPr>
          <p:spPr>
            <a:xfrm>
              <a:off x="3666501" y="2389156"/>
              <a:ext cx="61276" cy="107624"/>
            </a:xfrm>
            <a:custGeom>
              <a:rect b="b" l="l" r="r" t="t"/>
              <a:pathLst>
                <a:path extrusionOk="0" h="2963" w="1687">
                  <a:moveTo>
                    <a:pt x="1" y="0"/>
                  </a:moveTo>
                  <a:lnTo>
                    <a:pt x="1" y="2962"/>
                  </a:lnTo>
                  <a:lnTo>
                    <a:pt x="1687" y="2962"/>
                  </a:lnTo>
                  <a:lnTo>
                    <a:pt x="1687"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178"/>
            <p:cNvSpPr/>
            <p:nvPr/>
          </p:nvSpPr>
          <p:spPr>
            <a:xfrm>
              <a:off x="3652263" y="2374555"/>
              <a:ext cx="14275" cy="122225"/>
            </a:xfrm>
            <a:custGeom>
              <a:rect b="b" l="l" r="r" t="t"/>
              <a:pathLst>
                <a:path extrusionOk="0" h="3365" w="393">
                  <a:moveTo>
                    <a:pt x="0" y="1"/>
                  </a:moveTo>
                  <a:lnTo>
                    <a:pt x="0" y="3364"/>
                  </a:lnTo>
                  <a:lnTo>
                    <a:pt x="393" y="3364"/>
                  </a:lnTo>
                  <a:lnTo>
                    <a:pt x="393" y="402"/>
                  </a:lnTo>
                  <a:lnTo>
                    <a:pt x="0"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178"/>
            <p:cNvSpPr/>
            <p:nvPr/>
          </p:nvSpPr>
          <p:spPr>
            <a:xfrm>
              <a:off x="3710922" y="2399180"/>
              <a:ext cx="7482" cy="13657"/>
            </a:xfrm>
            <a:custGeom>
              <a:rect b="b" l="l" r="r" t="t"/>
              <a:pathLst>
                <a:path extrusionOk="0" h="376" w="206">
                  <a:moveTo>
                    <a:pt x="0" y="1"/>
                  </a:moveTo>
                  <a:lnTo>
                    <a:pt x="0" y="376"/>
                  </a:lnTo>
                  <a:lnTo>
                    <a:pt x="205" y="376"/>
                  </a:lnTo>
                  <a:lnTo>
                    <a:pt x="20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178"/>
            <p:cNvSpPr/>
            <p:nvPr/>
          </p:nvSpPr>
          <p:spPr>
            <a:xfrm>
              <a:off x="3677216" y="2402740"/>
              <a:ext cx="7809" cy="13657"/>
            </a:xfrm>
            <a:custGeom>
              <a:rect b="b" l="l" r="r" t="t"/>
              <a:pathLst>
                <a:path extrusionOk="0" h="376" w="215">
                  <a:moveTo>
                    <a:pt x="0" y="1"/>
                  </a:moveTo>
                  <a:lnTo>
                    <a:pt x="0" y="376"/>
                  </a:lnTo>
                  <a:lnTo>
                    <a:pt x="214" y="376"/>
                  </a:lnTo>
                  <a:lnTo>
                    <a:pt x="21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178"/>
            <p:cNvSpPr/>
            <p:nvPr/>
          </p:nvSpPr>
          <p:spPr>
            <a:xfrm>
              <a:off x="3713828" y="2428673"/>
              <a:ext cx="7809" cy="13657"/>
            </a:xfrm>
            <a:custGeom>
              <a:rect b="b" l="l" r="r" t="t"/>
              <a:pathLst>
                <a:path extrusionOk="0" h="376" w="215">
                  <a:moveTo>
                    <a:pt x="0" y="1"/>
                  </a:moveTo>
                  <a:lnTo>
                    <a:pt x="0" y="375"/>
                  </a:lnTo>
                  <a:lnTo>
                    <a:pt x="214" y="375"/>
                  </a:lnTo>
                  <a:lnTo>
                    <a:pt x="21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178"/>
            <p:cNvSpPr/>
            <p:nvPr/>
          </p:nvSpPr>
          <p:spPr>
            <a:xfrm>
              <a:off x="3691454" y="2433214"/>
              <a:ext cx="7809" cy="13657"/>
            </a:xfrm>
            <a:custGeom>
              <a:rect b="b" l="l" r="r" t="t"/>
              <a:pathLst>
                <a:path extrusionOk="0" h="376" w="215">
                  <a:moveTo>
                    <a:pt x="1" y="1"/>
                  </a:moveTo>
                  <a:lnTo>
                    <a:pt x="1" y="375"/>
                  </a:lnTo>
                  <a:lnTo>
                    <a:pt x="215" y="375"/>
                  </a:lnTo>
                  <a:lnTo>
                    <a:pt x="21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178"/>
            <p:cNvSpPr/>
            <p:nvPr/>
          </p:nvSpPr>
          <p:spPr>
            <a:xfrm>
              <a:off x="3693415" y="2467574"/>
              <a:ext cx="15255" cy="29203"/>
            </a:xfrm>
            <a:custGeom>
              <a:rect b="b" l="l" r="r" t="t"/>
              <a:pathLst>
                <a:path extrusionOk="0" h="804" w="420">
                  <a:moveTo>
                    <a:pt x="0" y="0"/>
                  </a:moveTo>
                  <a:lnTo>
                    <a:pt x="0" y="803"/>
                  </a:lnTo>
                  <a:lnTo>
                    <a:pt x="420" y="803"/>
                  </a:lnTo>
                  <a:lnTo>
                    <a:pt x="42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178"/>
            <p:cNvSpPr/>
            <p:nvPr/>
          </p:nvSpPr>
          <p:spPr>
            <a:xfrm>
              <a:off x="3652263" y="2374555"/>
              <a:ext cx="75514" cy="14638"/>
            </a:xfrm>
            <a:custGeom>
              <a:rect b="b" l="l" r="r" t="t"/>
              <a:pathLst>
                <a:path extrusionOk="0" h="403" w="2079">
                  <a:moveTo>
                    <a:pt x="0" y="1"/>
                  </a:moveTo>
                  <a:lnTo>
                    <a:pt x="393" y="402"/>
                  </a:lnTo>
                  <a:lnTo>
                    <a:pt x="2079" y="402"/>
                  </a:lnTo>
                  <a:lnTo>
                    <a:pt x="16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178"/>
            <p:cNvSpPr/>
            <p:nvPr/>
          </p:nvSpPr>
          <p:spPr>
            <a:xfrm>
              <a:off x="3551471" y="2334056"/>
              <a:ext cx="101812" cy="162725"/>
            </a:xfrm>
            <a:custGeom>
              <a:rect b="b" l="l" r="r" t="t"/>
              <a:pathLst>
                <a:path extrusionOk="0" h="4480" w="2803">
                  <a:moveTo>
                    <a:pt x="1" y="1"/>
                  </a:moveTo>
                  <a:lnTo>
                    <a:pt x="1" y="4479"/>
                  </a:lnTo>
                  <a:lnTo>
                    <a:pt x="2802" y="4479"/>
                  </a:lnTo>
                  <a:lnTo>
                    <a:pt x="2802"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178"/>
            <p:cNvSpPr/>
            <p:nvPr/>
          </p:nvSpPr>
          <p:spPr>
            <a:xfrm>
              <a:off x="3567053" y="2350582"/>
              <a:ext cx="12677" cy="22411"/>
            </a:xfrm>
            <a:custGeom>
              <a:rect b="b" l="l" r="r" t="t"/>
              <a:pathLst>
                <a:path extrusionOk="0" h="617" w="349">
                  <a:moveTo>
                    <a:pt x="0" y="1"/>
                  </a:moveTo>
                  <a:lnTo>
                    <a:pt x="0" y="616"/>
                  </a:lnTo>
                  <a:lnTo>
                    <a:pt x="348" y="616"/>
                  </a:lnTo>
                  <a:lnTo>
                    <a:pt x="34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178"/>
            <p:cNvSpPr/>
            <p:nvPr/>
          </p:nvSpPr>
          <p:spPr>
            <a:xfrm>
              <a:off x="3581291" y="2372956"/>
              <a:ext cx="12677" cy="22702"/>
            </a:xfrm>
            <a:custGeom>
              <a:rect b="b" l="l" r="r" t="t"/>
              <a:pathLst>
                <a:path extrusionOk="0" h="625" w="349">
                  <a:moveTo>
                    <a:pt x="1" y="0"/>
                  </a:moveTo>
                  <a:lnTo>
                    <a:pt x="1" y="625"/>
                  </a:lnTo>
                  <a:lnTo>
                    <a:pt x="349" y="625"/>
                  </a:lnTo>
                  <a:lnTo>
                    <a:pt x="349"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178"/>
            <p:cNvSpPr/>
            <p:nvPr/>
          </p:nvSpPr>
          <p:spPr>
            <a:xfrm>
              <a:off x="3622770" y="2356430"/>
              <a:ext cx="12677" cy="22702"/>
            </a:xfrm>
            <a:custGeom>
              <a:rect b="b" l="l" r="r" t="t"/>
              <a:pathLst>
                <a:path extrusionOk="0" h="625" w="349">
                  <a:moveTo>
                    <a:pt x="1" y="0"/>
                  </a:moveTo>
                  <a:lnTo>
                    <a:pt x="1" y="625"/>
                  </a:lnTo>
                  <a:lnTo>
                    <a:pt x="348" y="625"/>
                  </a:lnTo>
                  <a:lnTo>
                    <a:pt x="34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178"/>
            <p:cNvSpPr/>
            <p:nvPr/>
          </p:nvSpPr>
          <p:spPr>
            <a:xfrm>
              <a:off x="3562186" y="2399180"/>
              <a:ext cx="12677" cy="22738"/>
            </a:xfrm>
            <a:custGeom>
              <a:rect b="b" l="l" r="r" t="t"/>
              <a:pathLst>
                <a:path extrusionOk="0" h="626" w="349">
                  <a:moveTo>
                    <a:pt x="0" y="1"/>
                  </a:moveTo>
                  <a:lnTo>
                    <a:pt x="0" y="625"/>
                  </a:lnTo>
                  <a:lnTo>
                    <a:pt x="348" y="625"/>
                  </a:lnTo>
                  <a:lnTo>
                    <a:pt x="34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178"/>
            <p:cNvSpPr/>
            <p:nvPr/>
          </p:nvSpPr>
          <p:spPr>
            <a:xfrm>
              <a:off x="3618884" y="2405682"/>
              <a:ext cx="12677" cy="22375"/>
            </a:xfrm>
            <a:custGeom>
              <a:rect b="b" l="l" r="r" t="t"/>
              <a:pathLst>
                <a:path extrusionOk="0" h="616" w="349">
                  <a:moveTo>
                    <a:pt x="0" y="0"/>
                  </a:moveTo>
                  <a:lnTo>
                    <a:pt x="0" y="616"/>
                  </a:lnTo>
                  <a:lnTo>
                    <a:pt x="348" y="616"/>
                  </a:lnTo>
                  <a:lnTo>
                    <a:pt x="34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178"/>
            <p:cNvSpPr/>
            <p:nvPr/>
          </p:nvSpPr>
          <p:spPr>
            <a:xfrm>
              <a:off x="3579693" y="2444219"/>
              <a:ext cx="25280" cy="52559"/>
            </a:xfrm>
            <a:custGeom>
              <a:rect b="b" l="l" r="r" t="t"/>
              <a:pathLst>
                <a:path extrusionOk="0" h="1447" w="696">
                  <a:moveTo>
                    <a:pt x="0" y="1"/>
                  </a:moveTo>
                  <a:lnTo>
                    <a:pt x="0" y="1446"/>
                  </a:lnTo>
                  <a:lnTo>
                    <a:pt x="696" y="1446"/>
                  </a:lnTo>
                  <a:lnTo>
                    <a:pt x="69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178"/>
            <p:cNvSpPr/>
            <p:nvPr/>
          </p:nvSpPr>
          <p:spPr>
            <a:xfrm>
              <a:off x="3551471" y="2309430"/>
              <a:ext cx="114743" cy="24663"/>
            </a:xfrm>
            <a:custGeom>
              <a:rect b="b" l="l" r="r" t="t"/>
              <a:pathLst>
                <a:path extrusionOk="0" h="679" w="3159">
                  <a:moveTo>
                    <a:pt x="1" y="1"/>
                  </a:moveTo>
                  <a:lnTo>
                    <a:pt x="1" y="679"/>
                  </a:lnTo>
                  <a:lnTo>
                    <a:pt x="3159" y="679"/>
                  </a:lnTo>
                  <a:lnTo>
                    <a:pt x="248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178"/>
            <p:cNvSpPr/>
            <p:nvPr/>
          </p:nvSpPr>
          <p:spPr>
            <a:xfrm>
              <a:off x="3460777" y="2278339"/>
              <a:ext cx="90734" cy="218444"/>
            </a:xfrm>
            <a:custGeom>
              <a:rect b="b" l="l" r="r" t="t"/>
              <a:pathLst>
                <a:path extrusionOk="0" h="6014" w="2498">
                  <a:moveTo>
                    <a:pt x="0" y="0"/>
                  </a:moveTo>
                  <a:lnTo>
                    <a:pt x="0" y="6013"/>
                  </a:lnTo>
                  <a:lnTo>
                    <a:pt x="2498" y="6013"/>
                  </a:lnTo>
                  <a:lnTo>
                    <a:pt x="2498"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178"/>
            <p:cNvSpPr/>
            <p:nvPr/>
          </p:nvSpPr>
          <p:spPr>
            <a:xfrm>
              <a:off x="3474688" y="2292904"/>
              <a:ext cx="11369" cy="20450"/>
            </a:xfrm>
            <a:custGeom>
              <a:rect b="b" l="l" r="r" t="t"/>
              <a:pathLst>
                <a:path extrusionOk="0" h="563" w="313">
                  <a:moveTo>
                    <a:pt x="1" y="1"/>
                  </a:moveTo>
                  <a:lnTo>
                    <a:pt x="1" y="563"/>
                  </a:lnTo>
                  <a:lnTo>
                    <a:pt x="313" y="563"/>
                  </a:lnTo>
                  <a:lnTo>
                    <a:pt x="31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178"/>
            <p:cNvSpPr/>
            <p:nvPr/>
          </p:nvSpPr>
          <p:spPr>
            <a:xfrm>
              <a:off x="3499641" y="2313317"/>
              <a:ext cx="11369" cy="20123"/>
            </a:xfrm>
            <a:custGeom>
              <a:rect b="b" l="l" r="r" t="t"/>
              <a:pathLst>
                <a:path extrusionOk="0" h="554" w="313">
                  <a:moveTo>
                    <a:pt x="1" y="1"/>
                  </a:moveTo>
                  <a:lnTo>
                    <a:pt x="1" y="554"/>
                  </a:lnTo>
                  <a:lnTo>
                    <a:pt x="313" y="554"/>
                  </a:lnTo>
                  <a:lnTo>
                    <a:pt x="31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178"/>
            <p:cNvSpPr/>
            <p:nvPr/>
          </p:nvSpPr>
          <p:spPr>
            <a:xfrm>
              <a:off x="3524267" y="2298425"/>
              <a:ext cx="11369" cy="20123"/>
            </a:xfrm>
            <a:custGeom>
              <a:rect b="b" l="l" r="r" t="t"/>
              <a:pathLst>
                <a:path extrusionOk="0" h="554" w="313">
                  <a:moveTo>
                    <a:pt x="1" y="0"/>
                  </a:moveTo>
                  <a:lnTo>
                    <a:pt x="1" y="554"/>
                  </a:lnTo>
                  <a:lnTo>
                    <a:pt x="313" y="554"/>
                  </a:lnTo>
                  <a:lnTo>
                    <a:pt x="31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178"/>
            <p:cNvSpPr/>
            <p:nvPr/>
          </p:nvSpPr>
          <p:spPr>
            <a:xfrm>
              <a:off x="3470148" y="2336671"/>
              <a:ext cx="11369" cy="20123"/>
            </a:xfrm>
            <a:custGeom>
              <a:rect b="b" l="l" r="r" t="t"/>
              <a:pathLst>
                <a:path extrusionOk="0" h="554" w="313">
                  <a:moveTo>
                    <a:pt x="1" y="0"/>
                  </a:moveTo>
                  <a:lnTo>
                    <a:pt x="1" y="553"/>
                  </a:lnTo>
                  <a:lnTo>
                    <a:pt x="313" y="553"/>
                  </a:lnTo>
                  <a:lnTo>
                    <a:pt x="31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178"/>
            <p:cNvSpPr/>
            <p:nvPr/>
          </p:nvSpPr>
          <p:spPr>
            <a:xfrm>
              <a:off x="3486020" y="2385596"/>
              <a:ext cx="11405" cy="20123"/>
            </a:xfrm>
            <a:custGeom>
              <a:rect b="b" l="l" r="r" t="t"/>
              <a:pathLst>
                <a:path extrusionOk="0" h="554" w="314">
                  <a:moveTo>
                    <a:pt x="1" y="0"/>
                  </a:moveTo>
                  <a:lnTo>
                    <a:pt x="1" y="553"/>
                  </a:lnTo>
                  <a:lnTo>
                    <a:pt x="313" y="553"/>
                  </a:lnTo>
                  <a:lnTo>
                    <a:pt x="31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178"/>
            <p:cNvSpPr/>
            <p:nvPr/>
          </p:nvSpPr>
          <p:spPr>
            <a:xfrm>
              <a:off x="3469167" y="2415707"/>
              <a:ext cx="11078" cy="20123"/>
            </a:xfrm>
            <a:custGeom>
              <a:rect b="b" l="l" r="r" t="t"/>
              <a:pathLst>
                <a:path extrusionOk="0" h="554" w="305">
                  <a:moveTo>
                    <a:pt x="1" y="1"/>
                  </a:moveTo>
                  <a:lnTo>
                    <a:pt x="1" y="554"/>
                  </a:lnTo>
                  <a:lnTo>
                    <a:pt x="304" y="554"/>
                  </a:lnTo>
                  <a:lnTo>
                    <a:pt x="30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178"/>
            <p:cNvSpPr/>
            <p:nvPr/>
          </p:nvSpPr>
          <p:spPr>
            <a:xfrm>
              <a:off x="3521034" y="2342156"/>
              <a:ext cx="11369" cy="20123"/>
            </a:xfrm>
            <a:custGeom>
              <a:rect b="b" l="l" r="r" t="t"/>
              <a:pathLst>
                <a:path extrusionOk="0" h="554" w="313">
                  <a:moveTo>
                    <a:pt x="0" y="1"/>
                  </a:moveTo>
                  <a:lnTo>
                    <a:pt x="0" y="554"/>
                  </a:lnTo>
                  <a:lnTo>
                    <a:pt x="313" y="554"/>
                  </a:lnTo>
                  <a:lnTo>
                    <a:pt x="31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178"/>
            <p:cNvSpPr/>
            <p:nvPr/>
          </p:nvSpPr>
          <p:spPr>
            <a:xfrm>
              <a:off x="3489289" y="2449740"/>
              <a:ext cx="22702" cy="47038"/>
            </a:xfrm>
            <a:custGeom>
              <a:rect b="b" l="l" r="r" t="t"/>
              <a:pathLst>
                <a:path extrusionOk="0" h="1295" w="625">
                  <a:moveTo>
                    <a:pt x="0" y="1"/>
                  </a:moveTo>
                  <a:lnTo>
                    <a:pt x="0" y="1294"/>
                  </a:lnTo>
                  <a:lnTo>
                    <a:pt x="625" y="1294"/>
                  </a:lnTo>
                  <a:lnTo>
                    <a:pt x="62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178"/>
            <p:cNvSpPr/>
            <p:nvPr/>
          </p:nvSpPr>
          <p:spPr>
            <a:xfrm>
              <a:off x="3460777" y="2469135"/>
              <a:ext cx="39882" cy="27641"/>
            </a:xfrm>
            <a:custGeom>
              <a:rect b="b" l="l" r="r" t="t"/>
              <a:pathLst>
                <a:path extrusionOk="0" h="761" w="1098">
                  <a:moveTo>
                    <a:pt x="32" y="0"/>
                  </a:moveTo>
                  <a:cubicBezTo>
                    <a:pt x="12" y="0"/>
                    <a:pt x="0" y="2"/>
                    <a:pt x="0" y="2"/>
                  </a:cubicBezTo>
                  <a:lnTo>
                    <a:pt x="0" y="760"/>
                  </a:lnTo>
                  <a:lnTo>
                    <a:pt x="1097" y="760"/>
                  </a:lnTo>
                  <a:cubicBezTo>
                    <a:pt x="1061" y="508"/>
                    <a:pt x="901" y="455"/>
                    <a:pt x="771" y="455"/>
                  </a:cubicBezTo>
                  <a:cubicBezTo>
                    <a:pt x="676" y="455"/>
                    <a:pt x="598" y="484"/>
                    <a:pt x="598" y="484"/>
                  </a:cubicBezTo>
                  <a:cubicBezTo>
                    <a:pt x="582" y="355"/>
                    <a:pt x="505" y="329"/>
                    <a:pt x="445" y="329"/>
                  </a:cubicBezTo>
                  <a:cubicBezTo>
                    <a:pt x="406" y="329"/>
                    <a:pt x="375" y="341"/>
                    <a:pt x="375" y="341"/>
                  </a:cubicBezTo>
                  <a:cubicBezTo>
                    <a:pt x="346" y="30"/>
                    <a:pt x="117" y="0"/>
                    <a:pt x="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178"/>
            <p:cNvSpPr/>
            <p:nvPr/>
          </p:nvSpPr>
          <p:spPr>
            <a:xfrm>
              <a:off x="3653244" y="2473966"/>
              <a:ext cx="33090" cy="22811"/>
            </a:xfrm>
            <a:custGeom>
              <a:rect b="b" l="l" r="r" t="t"/>
              <a:pathLst>
                <a:path extrusionOk="0" h="628" w="911">
                  <a:moveTo>
                    <a:pt x="34" y="0"/>
                  </a:moveTo>
                  <a:cubicBezTo>
                    <a:pt x="13" y="0"/>
                    <a:pt x="0" y="3"/>
                    <a:pt x="0" y="3"/>
                  </a:cubicBezTo>
                  <a:lnTo>
                    <a:pt x="0" y="627"/>
                  </a:lnTo>
                  <a:lnTo>
                    <a:pt x="910" y="627"/>
                  </a:lnTo>
                  <a:cubicBezTo>
                    <a:pt x="879" y="417"/>
                    <a:pt x="739" y="374"/>
                    <a:pt x="629" y="374"/>
                  </a:cubicBezTo>
                  <a:cubicBezTo>
                    <a:pt x="553" y="374"/>
                    <a:pt x="491" y="395"/>
                    <a:pt x="491" y="395"/>
                  </a:cubicBezTo>
                  <a:cubicBezTo>
                    <a:pt x="474" y="291"/>
                    <a:pt x="411" y="271"/>
                    <a:pt x="364" y="271"/>
                  </a:cubicBezTo>
                  <a:cubicBezTo>
                    <a:pt x="335" y="271"/>
                    <a:pt x="312" y="279"/>
                    <a:pt x="312" y="279"/>
                  </a:cubicBezTo>
                  <a:cubicBezTo>
                    <a:pt x="284" y="28"/>
                    <a:pt x="109" y="0"/>
                    <a:pt x="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178"/>
            <p:cNvSpPr/>
            <p:nvPr/>
          </p:nvSpPr>
          <p:spPr>
            <a:xfrm>
              <a:off x="3460777" y="2256292"/>
              <a:ext cx="102429" cy="22084"/>
            </a:xfrm>
            <a:custGeom>
              <a:rect b="b" l="l" r="r" t="t"/>
              <a:pathLst>
                <a:path extrusionOk="0" h="608" w="2820">
                  <a:moveTo>
                    <a:pt x="0" y="1"/>
                  </a:moveTo>
                  <a:lnTo>
                    <a:pt x="0" y="607"/>
                  </a:lnTo>
                  <a:lnTo>
                    <a:pt x="2819" y="607"/>
                  </a:lnTo>
                  <a:lnTo>
                    <a:pt x="221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178"/>
            <p:cNvSpPr/>
            <p:nvPr/>
          </p:nvSpPr>
          <p:spPr>
            <a:xfrm>
              <a:off x="3505815" y="2354796"/>
              <a:ext cx="61276" cy="141985"/>
            </a:xfrm>
            <a:custGeom>
              <a:rect b="b" l="l" r="r" t="t"/>
              <a:pathLst>
                <a:path extrusionOk="0" h="3909" w="1687">
                  <a:moveTo>
                    <a:pt x="0" y="1"/>
                  </a:moveTo>
                  <a:lnTo>
                    <a:pt x="0" y="3908"/>
                  </a:lnTo>
                  <a:lnTo>
                    <a:pt x="1686" y="3908"/>
                  </a:lnTo>
                  <a:lnTo>
                    <a:pt x="1686"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178"/>
            <p:cNvSpPr/>
            <p:nvPr/>
          </p:nvSpPr>
          <p:spPr>
            <a:xfrm>
              <a:off x="3567053" y="2340231"/>
              <a:ext cx="14275" cy="156550"/>
            </a:xfrm>
            <a:custGeom>
              <a:rect b="b" l="l" r="r" t="t"/>
              <a:pathLst>
                <a:path extrusionOk="0" h="4310" w="393">
                  <a:moveTo>
                    <a:pt x="393" y="0"/>
                  </a:moveTo>
                  <a:lnTo>
                    <a:pt x="0" y="402"/>
                  </a:lnTo>
                  <a:lnTo>
                    <a:pt x="0" y="4309"/>
                  </a:lnTo>
                  <a:lnTo>
                    <a:pt x="393" y="4309"/>
                  </a:lnTo>
                  <a:lnTo>
                    <a:pt x="393"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178"/>
            <p:cNvSpPr/>
            <p:nvPr/>
          </p:nvSpPr>
          <p:spPr>
            <a:xfrm>
              <a:off x="3515186" y="2364857"/>
              <a:ext cx="7482" cy="13621"/>
            </a:xfrm>
            <a:custGeom>
              <a:rect b="b" l="l" r="r" t="t"/>
              <a:pathLst>
                <a:path extrusionOk="0" h="375" w="206">
                  <a:moveTo>
                    <a:pt x="1" y="0"/>
                  </a:moveTo>
                  <a:lnTo>
                    <a:pt x="1" y="375"/>
                  </a:lnTo>
                  <a:lnTo>
                    <a:pt x="206" y="375"/>
                  </a:lnTo>
                  <a:lnTo>
                    <a:pt x="20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178"/>
            <p:cNvSpPr/>
            <p:nvPr/>
          </p:nvSpPr>
          <p:spPr>
            <a:xfrm>
              <a:off x="3532039" y="2378441"/>
              <a:ext cx="7482" cy="13657"/>
            </a:xfrm>
            <a:custGeom>
              <a:rect b="b" l="l" r="r" t="t"/>
              <a:pathLst>
                <a:path extrusionOk="0" h="376" w="206">
                  <a:moveTo>
                    <a:pt x="1" y="1"/>
                  </a:moveTo>
                  <a:lnTo>
                    <a:pt x="1" y="376"/>
                  </a:lnTo>
                  <a:lnTo>
                    <a:pt x="206" y="376"/>
                  </a:lnTo>
                  <a:lnTo>
                    <a:pt x="20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178"/>
            <p:cNvSpPr/>
            <p:nvPr/>
          </p:nvSpPr>
          <p:spPr>
            <a:xfrm>
              <a:off x="3545006" y="2438734"/>
              <a:ext cx="7482" cy="13621"/>
            </a:xfrm>
            <a:custGeom>
              <a:rect b="b" l="l" r="r" t="t"/>
              <a:pathLst>
                <a:path extrusionOk="0" h="375" w="206">
                  <a:moveTo>
                    <a:pt x="0" y="0"/>
                  </a:moveTo>
                  <a:lnTo>
                    <a:pt x="0" y="375"/>
                  </a:lnTo>
                  <a:lnTo>
                    <a:pt x="206" y="375"/>
                  </a:lnTo>
                  <a:lnTo>
                    <a:pt x="20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178"/>
            <p:cNvSpPr/>
            <p:nvPr/>
          </p:nvSpPr>
          <p:spPr>
            <a:xfrm>
              <a:off x="3548566" y="2368416"/>
              <a:ext cx="7809" cy="13657"/>
            </a:xfrm>
            <a:custGeom>
              <a:rect b="b" l="l" r="r" t="t"/>
              <a:pathLst>
                <a:path extrusionOk="0" h="376" w="215">
                  <a:moveTo>
                    <a:pt x="1" y="0"/>
                  </a:moveTo>
                  <a:lnTo>
                    <a:pt x="1" y="375"/>
                  </a:lnTo>
                  <a:lnTo>
                    <a:pt x="215" y="375"/>
                  </a:lnTo>
                  <a:lnTo>
                    <a:pt x="21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178"/>
            <p:cNvSpPr/>
            <p:nvPr/>
          </p:nvSpPr>
          <p:spPr>
            <a:xfrm>
              <a:off x="3511954" y="2394350"/>
              <a:ext cx="7809" cy="13621"/>
            </a:xfrm>
            <a:custGeom>
              <a:rect b="b" l="l" r="r" t="t"/>
              <a:pathLst>
                <a:path extrusionOk="0" h="375" w="215">
                  <a:moveTo>
                    <a:pt x="1" y="0"/>
                  </a:moveTo>
                  <a:lnTo>
                    <a:pt x="1" y="375"/>
                  </a:lnTo>
                  <a:lnTo>
                    <a:pt x="215" y="375"/>
                  </a:lnTo>
                  <a:lnTo>
                    <a:pt x="21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178"/>
            <p:cNvSpPr/>
            <p:nvPr/>
          </p:nvSpPr>
          <p:spPr>
            <a:xfrm>
              <a:off x="3552452" y="2404701"/>
              <a:ext cx="7809" cy="13984"/>
            </a:xfrm>
            <a:custGeom>
              <a:rect b="b" l="l" r="r" t="t"/>
              <a:pathLst>
                <a:path extrusionOk="0" h="385" w="215">
                  <a:moveTo>
                    <a:pt x="1" y="1"/>
                  </a:moveTo>
                  <a:lnTo>
                    <a:pt x="1" y="384"/>
                  </a:lnTo>
                  <a:lnTo>
                    <a:pt x="215" y="384"/>
                  </a:lnTo>
                  <a:lnTo>
                    <a:pt x="215"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178"/>
            <p:cNvSpPr/>
            <p:nvPr/>
          </p:nvSpPr>
          <p:spPr>
            <a:xfrm>
              <a:off x="3521361" y="2421228"/>
              <a:ext cx="7482" cy="13984"/>
            </a:xfrm>
            <a:custGeom>
              <a:rect b="b" l="l" r="r" t="t"/>
              <a:pathLst>
                <a:path extrusionOk="0" h="385" w="206">
                  <a:moveTo>
                    <a:pt x="0" y="0"/>
                  </a:moveTo>
                  <a:lnTo>
                    <a:pt x="0" y="384"/>
                  </a:lnTo>
                  <a:lnTo>
                    <a:pt x="205" y="384"/>
                  </a:lnTo>
                  <a:lnTo>
                    <a:pt x="205"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178"/>
            <p:cNvSpPr/>
            <p:nvPr/>
          </p:nvSpPr>
          <p:spPr>
            <a:xfrm>
              <a:off x="3524920" y="2467574"/>
              <a:ext cx="15255" cy="29203"/>
            </a:xfrm>
            <a:custGeom>
              <a:rect b="b" l="l" r="r" t="t"/>
              <a:pathLst>
                <a:path extrusionOk="0" h="804" w="420">
                  <a:moveTo>
                    <a:pt x="0" y="0"/>
                  </a:moveTo>
                  <a:lnTo>
                    <a:pt x="0" y="803"/>
                  </a:lnTo>
                  <a:lnTo>
                    <a:pt x="420" y="803"/>
                  </a:lnTo>
                  <a:lnTo>
                    <a:pt x="420"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178"/>
            <p:cNvSpPr/>
            <p:nvPr/>
          </p:nvSpPr>
          <p:spPr>
            <a:xfrm>
              <a:off x="3505815" y="2340231"/>
              <a:ext cx="75514" cy="14602"/>
            </a:xfrm>
            <a:custGeom>
              <a:rect b="b" l="l" r="r" t="t"/>
              <a:pathLst>
                <a:path extrusionOk="0" h="402" w="2079">
                  <a:moveTo>
                    <a:pt x="401" y="0"/>
                  </a:moveTo>
                  <a:lnTo>
                    <a:pt x="0" y="402"/>
                  </a:lnTo>
                  <a:lnTo>
                    <a:pt x="1686" y="402"/>
                  </a:lnTo>
                  <a:lnTo>
                    <a:pt x="207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178"/>
            <p:cNvSpPr/>
            <p:nvPr/>
          </p:nvSpPr>
          <p:spPr>
            <a:xfrm>
              <a:off x="3727739" y="2385596"/>
              <a:ext cx="12677" cy="111183"/>
            </a:xfrm>
            <a:custGeom>
              <a:rect b="b" l="l" r="r" t="t"/>
              <a:pathLst>
                <a:path extrusionOk="0" h="3061" w="349">
                  <a:moveTo>
                    <a:pt x="349" y="0"/>
                  </a:moveTo>
                  <a:cubicBezTo>
                    <a:pt x="349" y="0"/>
                    <a:pt x="304" y="45"/>
                    <a:pt x="313" y="107"/>
                  </a:cubicBezTo>
                  <a:cubicBezTo>
                    <a:pt x="322" y="179"/>
                    <a:pt x="260" y="196"/>
                    <a:pt x="286" y="250"/>
                  </a:cubicBezTo>
                  <a:cubicBezTo>
                    <a:pt x="304" y="303"/>
                    <a:pt x="224" y="321"/>
                    <a:pt x="269" y="393"/>
                  </a:cubicBezTo>
                  <a:cubicBezTo>
                    <a:pt x="304" y="455"/>
                    <a:pt x="215" y="535"/>
                    <a:pt x="251" y="607"/>
                  </a:cubicBezTo>
                  <a:cubicBezTo>
                    <a:pt x="278" y="678"/>
                    <a:pt x="206" y="714"/>
                    <a:pt x="242" y="776"/>
                  </a:cubicBezTo>
                  <a:cubicBezTo>
                    <a:pt x="269" y="839"/>
                    <a:pt x="162" y="910"/>
                    <a:pt x="215" y="1017"/>
                  </a:cubicBezTo>
                  <a:cubicBezTo>
                    <a:pt x="269" y="1115"/>
                    <a:pt x="170" y="1169"/>
                    <a:pt x="197" y="1249"/>
                  </a:cubicBezTo>
                  <a:cubicBezTo>
                    <a:pt x="233" y="1320"/>
                    <a:pt x="108" y="1410"/>
                    <a:pt x="162" y="1490"/>
                  </a:cubicBezTo>
                  <a:cubicBezTo>
                    <a:pt x="224" y="1579"/>
                    <a:pt x="117" y="1651"/>
                    <a:pt x="153" y="1713"/>
                  </a:cubicBezTo>
                  <a:cubicBezTo>
                    <a:pt x="188" y="1775"/>
                    <a:pt x="90" y="1865"/>
                    <a:pt x="144" y="1936"/>
                  </a:cubicBezTo>
                  <a:cubicBezTo>
                    <a:pt x="197" y="2007"/>
                    <a:pt x="72" y="2088"/>
                    <a:pt x="108" y="2186"/>
                  </a:cubicBezTo>
                  <a:cubicBezTo>
                    <a:pt x="153" y="2284"/>
                    <a:pt x="54" y="2391"/>
                    <a:pt x="99" y="2480"/>
                  </a:cubicBezTo>
                  <a:cubicBezTo>
                    <a:pt x="153" y="2561"/>
                    <a:pt x="37" y="2587"/>
                    <a:pt x="90" y="2676"/>
                  </a:cubicBezTo>
                  <a:cubicBezTo>
                    <a:pt x="144" y="2775"/>
                    <a:pt x="1" y="2891"/>
                    <a:pt x="1" y="3060"/>
                  </a:cubicBezTo>
                  <a:lnTo>
                    <a:pt x="349" y="3060"/>
                  </a:lnTo>
                  <a:lnTo>
                    <a:pt x="349" y="0"/>
                  </a:ln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178"/>
            <p:cNvSpPr/>
            <p:nvPr/>
          </p:nvSpPr>
          <p:spPr>
            <a:xfrm>
              <a:off x="3740379" y="2385596"/>
              <a:ext cx="12677" cy="111183"/>
            </a:xfrm>
            <a:custGeom>
              <a:rect b="b" l="l" r="r" t="t"/>
              <a:pathLst>
                <a:path extrusionOk="0" h="3061" w="349">
                  <a:moveTo>
                    <a:pt x="1" y="0"/>
                  </a:moveTo>
                  <a:lnTo>
                    <a:pt x="1" y="3060"/>
                  </a:lnTo>
                  <a:lnTo>
                    <a:pt x="349" y="3060"/>
                  </a:lnTo>
                  <a:cubicBezTo>
                    <a:pt x="349" y="2891"/>
                    <a:pt x="215" y="2775"/>
                    <a:pt x="269" y="2676"/>
                  </a:cubicBezTo>
                  <a:cubicBezTo>
                    <a:pt x="322" y="2587"/>
                    <a:pt x="206" y="2561"/>
                    <a:pt x="251" y="2480"/>
                  </a:cubicBezTo>
                  <a:cubicBezTo>
                    <a:pt x="304" y="2391"/>
                    <a:pt x="206" y="2284"/>
                    <a:pt x="242" y="2186"/>
                  </a:cubicBezTo>
                  <a:cubicBezTo>
                    <a:pt x="286" y="2088"/>
                    <a:pt x="161" y="2007"/>
                    <a:pt x="215" y="1936"/>
                  </a:cubicBezTo>
                  <a:cubicBezTo>
                    <a:pt x="269" y="1865"/>
                    <a:pt x="170" y="1775"/>
                    <a:pt x="206" y="1713"/>
                  </a:cubicBezTo>
                  <a:cubicBezTo>
                    <a:pt x="242" y="1651"/>
                    <a:pt x="135" y="1579"/>
                    <a:pt x="188" y="1490"/>
                  </a:cubicBezTo>
                  <a:cubicBezTo>
                    <a:pt x="251" y="1410"/>
                    <a:pt x="117" y="1320"/>
                    <a:pt x="153" y="1249"/>
                  </a:cubicBezTo>
                  <a:cubicBezTo>
                    <a:pt x="188" y="1169"/>
                    <a:pt x="81" y="1115"/>
                    <a:pt x="144" y="1017"/>
                  </a:cubicBezTo>
                  <a:cubicBezTo>
                    <a:pt x="197" y="910"/>
                    <a:pt x="81" y="839"/>
                    <a:pt x="117" y="776"/>
                  </a:cubicBezTo>
                  <a:cubicBezTo>
                    <a:pt x="153" y="714"/>
                    <a:pt x="72" y="678"/>
                    <a:pt x="108" y="607"/>
                  </a:cubicBezTo>
                  <a:cubicBezTo>
                    <a:pt x="144" y="535"/>
                    <a:pt x="54" y="455"/>
                    <a:pt x="90" y="393"/>
                  </a:cubicBezTo>
                  <a:cubicBezTo>
                    <a:pt x="126" y="321"/>
                    <a:pt x="45" y="303"/>
                    <a:pt x="72" y="250"/>
                  </a:cubicBezTo>
                  <a:cubicBezTo>
                    <a:pt x="99" y="196"/>
                    <a:pt x="37" y="179"/>
                    <a:pt x="45" y="107"/>
                  </a:cubicBezTo>
                  <a:cubicBezTo>
                    <a:pt x="54" y="45"/>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178"/>
            <p:cNvSpPr/>
            <p:nvPr/>
          </p:nvSpPr>
          <p:spPr>
            <a:xfrm>
              <a:off x="3811678" y="2385596"/>
              <a:ext cx="12677" cy="111183"/>
            </a:xfrm>
            <a:custGeom>
              <a:rect b="b" l="l" r="r" t="t"/>
              <a:pathLst>
                <a:path extrusionOk="0" h="3061" w="349">
                  <a:moveTo>
                    <a:pt x="348" y="0"/>
                  </a:moveTo>
                  <a:cubicBezTo>
                    <a:pt x="348" y="0"/>
                    <a:pt x="304" y="45"/>
                    <a:pt x="313" y="107"/>
                  </a:cubicBezTo>
                  <a:cubicBezTo>
                    <a:pt x="322" y="179"/>
                    <a:pt x="259" y="196"/>
                    <a:pt x="286" y="250"/>
                  </a:cubicBezTo>
                  <a:cubicBezTo>
                    <a:pt x="304" y="303"/>
                    <a:pt x="232" y="321"/>
                    <a:pt x="268" y="393"/>
                  </a:cubicBezTo>
                  <a:cubicBezTo>
                    <a:pt x="304" y="455"/>
                    <a:pt x="215" y="535"/>
                    <a:pt x="250" y="607"/>
                  </a:cubicBezTo>
                  <a:cubicBezTo>
                    <a:pt x="277" y="678"/>
                    <a:pt x="206" y="714"/>
                    <a:pt x="241" y="776"/>
                  </a:cubicBezTo>
                  <a:cubicBezTo>
                    <a:pt x="277" y="839"/>
                    <a:pt x="161" y="910"/>
                    <a:pt x="215" y="1017"/>
                  </a:cubicBezTo>
                  <a:cubicBezTo>
                    <a:pt x="268" y="1115"/>
                    <a:pt x="170" y="1169"/>
                    <a:pt x="206" y="1249"/>
                  </a:cubicBezTo>
                  <a:cubicBezTo>
                    <a:pt x="232" y="1320"/>
                    <a:pt x="108" y="1410"/>
                    <a:pt x="161" y="1490"/>
                  </a:cubicBezTo>
                  <a:cubicBezTo>
                    <a:pt x="224" y="1579"/>
                    <a:pt x="116" y="1651"/>
                    <a:pt x="152" y="1713"/>
                  </a:cubicBezTo>
                  <a:cubicBezTo>
                    <a:pt x="188" y="1775"/>
                    <a:pt x="90" y="1865"/>
                    <a:pt x="143" y="1936"/>
                  </a:cubicBezTo>
                  <a:cubicBezTo>
                    <a:pt x="197" y="2007"/>
                    <a:pt x="72" y="2088"/>
                    <a:pt x="116" y="2186"/>
                  </a:cubicBezTo>
                  <a:cubicBezTo>
                    <a:pt x="152" y="2284"/>
                    <a:pt x="54" y="2391"/>
                    <a:pt x="108" y="2480"/>
                  </a:cubicBezTo>
                  <a:cubicBezTo>
                    <a:pt x="152" y="2561"/>
                    <a:pt x="36" y="2587"/>
                    <a:pt x="90" y="2676"/>
                  </a:cubicBezTo>
                  <a:cubicBezTo>
                    <a:pt x="143" y="2775"/>
                    <a:pt x="1" y="2891"/>
                    <a:pt x="1" y="3060"/>
                  </a:cubicBezTo>
                  <a:lnTo>
                    <a:pt x="348" y="3060"/>
                  </a:lnTo>
                  <a:lnTo>
                    <a:pt x="3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178"/>
            <p:cNvSpPr/>
            <p:nvPr/>
          </p:nvSpPr>
          <p:spPr>
            <a:xfrm>
              <a:off x="3824317" y="2385596"/>
              <a:ext cx="13003" cy="111183"/>
            </a:xfrm>
            <a:custGeom>
              <a:rect b="b" l="l" r="r" t="t"/>
              <a:pathLst>
                <a:path extrusionOk="0" h="3061" w="358">
                  <a:moveTo>
                    <a:pt x="0" y="0"/>
                  </a:moveTo>
                  <a:lnTo>
                    <a:pt x="0" y="3060"/>
                  </a:lnTo>
                  <a:lnTo>
                    <a:pt x="357" y="3060"/>
                  </a:lnTo>
                  <a:cubicBezTo>
                    <a:pt x="357" y="2891"/>
                    <a:pt x="215" y="2775"/>
                    <a:pt x="268" y="2676"/>
                  </a:cubicBezTo>
                  <a:cubicBezTo>
                    <a:pt x="322" y="2587"/>
                    <a:pt x="206" y="2561"/>
                    <a:pt x="250" y="2480"/>
                  </a:cubicBezTo>
                  <a:cubicBezTo>
                    <a:pt x="304" y="2391"/>
                    <a:pt x="206" y="2284"/>
                    <a:pt x="241" y="2186"/>
                  </a:cubicBezTo>
                  <a:cubicBezTo>
                    <a:pt x="286" y="2088"/>
                    <a:pt x="161" y="2007"/>
                    <a:pt x="215" y="1936"/>
                  </a:cubicBezTo>
                  <a:cubicBezTo>
                    <a:pt x="268" y="1865"/>
                    <a:pt x="170" y="1775"/>
                    <a:pt x="206" y="1713"/>
                  </a:cubicBezTo>
                  <a:cubicBezTo>
                    <a:pt x="241" y="1651"/>
                    <a:pt x="134" y="1579"/>
                    <a:pt x="188" y="1490"/>
                  </a:cubicBezTo>
                  <a:cubicBezTo>
                    <a:pt x="250" y="1410"/>
                    <a:pt x="125" y="1320"/>
                    <a:pt x="152" y="1249"/>
                  </a:cubicBezTo>
                  <a:cubicBezTo>
                    <a:pt x="188" y="1169"/>
                    <a:pt x="90" y="1115"/>
                    <a:pt x="143" y="1017"/>
                  </a:cubicBezTo>
                  <a:cubicBezTo>
                    <a:pt x="197" y="910"/>
                    <a:pt x="81" y="839"/>
                    <a:pt x="116" y="776"/>
                  </a:cubicBezTo>
                  <a:cubicBezTo>
                    <a:pt x="152" y="714"/>
                    <a:pt x="81" y="678"/>
                    <a:pt x="107" y="607"/>
                  </a:cubicBezTo>
                  <a:cubicBezTo>
                    <a:pt x="143" y="535"/>
                    <a:pt x="54" y="455"/>
                    <a:pt x="90" y="393"/>
                  </a:cubicBezTo>
                  <a:cubicBezTo>
                    <a:pt x="125" y="321"/>
                    <a:pt x="45" y="303"/>
                    <a:pt x="72" y="250"/>
                  </a:cubicBezTo>
                  <a:cubicBezTo>
                    <a:pt x="99" y="196"/>
                    <a:pt x="36" y="179"/>
                    <a:pt x="45" y="107"/>
                  </a:cubicBezTo>
                  <a:cubicBezTo>
                    <a:pt x="54" y="45"/>
                    <a:pt x="0" y="0"/>
                    <a:pt x="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178"/>
            <p:cNvSpPr/>
            <p:nvPr/>
          </p:nvSpPr>
          <p:spPr>
            <a:xfrm>
              <a:off x="3783492" y="2418649"/>
              <a:ext cx="8790" cy="78130"/>
            </a:xfrm>
            <a:custGeom>
              <a:rect b="b" l="l" r="r" t="t"/>
              <a:pathLst>
                <a:path extrusionOk="0" h="2151" w="242">
                  <a:moveTo>
                    <a:pt x="241" y="0"/>
                  </a:moveTo>
                  <a:cubicBezTo>
                    <a:pt x="241" y="0"/>
                    <a:pt x="214" y="27"/>
                    <a:pt x="214" y="71"/>
                  </a:cubicBezTo>
                  <a:cubicBezTo>
                    <a:pt x="223" y="116"/>
                    <a:pt x="179" y="134"/>
                    <a:pt x="197" y="170"/>
                  </a:cubicBezTo>
                  <a:cubicBezTo>
                    <a:pt x="214" y="205"/>
                    <a:pt x="161" y="223"/>
                    <a:pt x="188" y="268"/>
                  </a:cubicBezTo>
                  <a:cubicBezTo>
                    <a:pt x="206" y="312"/>
                    <a:pt x="143" y="375"/>
                    <a:pt x="170" y="419"/>
                  </a:cubicBezTo>
                  <a:cubicBezTo>
                    <a:pt x="197" y="473"/>
                    <a:pt x="143" y="500"/>
                    <a:pt x="161" y="544"/>
                  </a:cubicBezTo>
                  <a:cubicBezTo>
                    <a:pt x="188" y="589"/>
                    <a:pt x="107" y="634"/>
                    <a:pt x="152" y="714"/>
                  </a:cubicBezTo>
                  <a:cubicBezTo>
                    <a:pt x="188" y="785"/>
                    <a:pt x="116" y="821"/>
                    <a:pt x="143" y="874"/>
                  </a:cubicBezTo>
                  <a:cubicBezTo>
                    <a:pt x="161" y="928"/>
                    <a:pt x="72" y="990"/>
                    <a:pt x="116" y="1044"/>
                  </a:cubicBezTo>
                  <a:cubicBezTo>
                    <a:pt x="152" y="1106"/>
                    <a:pt x="81" y="1160"/>
                    <a:pt x="99" y="1204"/>
                  </a:cubicBezTo>
                  <a:cubicBezTo>
                    <a:pt x="125" y="1249"/>
                    <a:pt x="63" y="1312"/>
                    <a:pt x="99" y="1356"/>
                  </a:cubicBezTo>
                  <a:cubicBezTo>
                    <a:pt x="134" y="1410"/>
                    <a:pt x="45" y="1472"/>
                    <a:pt x="72" y="1535"/>
                  </a:cubicBezTo>
                  <a:cubicBezTo>
                    <a:pt x="107" y="1606"/>
                    <a:pt x="36" y="1677"/>
                    <a:pt x="72" y="1740"/>
                  </a:cubicBezTo>
                  <a:cubicBezTo>
                    <a:pt x="107" y="1802"/>
                    <a:pt x="18" y="1820"/>
                    <a:pt x="63" y="1882"/>
                  </a:cubicBezTo>
                  <a:cubicBezTo>
                    <a:pt x="99" y="1945"/>
                    <a:pt x="0" y="2034"/>
                    <a:pt x="0" y="2150"/>
                  </a:cubicBezTo>
                  <a:lnTo>
                    <a:pt x="241" y="2150"/>
                  </a:lnTo>
                  <a:lnTo>
                    <a:pt x="2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178"/>
            <p:cNvSpPr/>
            <p:nvPr/>
          </p:nvSpPr>
          <p:spPr>
            <a:xfrm>
              <a:off x="3792246" y="2418649"/>
              <a:ext cx="9117" cy="78130"/>
            </a:xfrm>
            <a:custGeom>
              <a:rect b="b" l="l" r="r" t="t"/>
              <a:pathLst>
                <a:path extrusionOk="0" h="2151" w="251">
                  <a:moveTo>
                    <a:pt x="0" y="0"/>
                  </a:moveTo>
                  <a:lnTo>
                    <a:pt x="0" y="2150"/>
                  </a:lnTo>
                  <a:lnTo>
                    <a:pt x="250" y="2150"/>
                  </a:lnTo>
                  <a:cubicBezTo>
                    <a:pt x="250" y="2034"/>
                    <a:pt x="152" y="1945"/>
                    <a:pt x="188" y="1882"/>
                  </a:cubicBezTo>
                  <a:cubicBezTo>
                    <a:pt x="232" y="1820"/>
                    <a:pt x="143" y="1802"/>
                    <a:pt x="179" y="1740"/>
                  </a:cubicBezTo>
                  <a:cubicBezTo>
                    <a:pt x="214" y="1677"/>
                    <a:pt x="143" y="1606"/>
                    <a:pt x="170" y="1535"/>
                  </a:cubicBezTo>
                  <a:cubicBezTo>
                    <a:pt x="205" y="1472"/>
                    <a:pt x="116" y="1410"/>
                    <a:pt x="152" y="1356"/>
                  </a:cubicBezTo>
                  <a:cubicBezTo>
                    <a:pt x="188" y="1312"/>
                    <a:pt x="125" y="1249"/>
                    <a:pt x="143" y="1204"/>
                  </a:cubicBezTo>
                  <a:cubicBezTo>
                    <a:pt x="170" y="1160"/>
                    <a:pt x="98" y="1106"/>
                    <a:pt x="134" y="1044"/>
                  </a:cubicBezTo>
                  <a:cubicBezTo>
                    <a:pt x="179" y="990"/>
                    <a:pt x="89" y="928"/>
                    <a:pt x="107" y="874"/>
                  </a:cubicBezTo>
                  <a:cubicBezTo>
                    <a:pt x="134" y="821"/>
                    <a:pt x="63" y="785"/>
                    <a:pt x="98" y="714"/>
                  </a:cubicBezTo>
                  <a:cubicBezTo>
                    <a:pt x="134" y="634"/>
                    <a:pt x="63" y="589"/>
                    <a:pt x="81" y="544"/>
                  </a:cubicBezTo>
                  <a:cubicBezTo>
                    <a:pt x="107" y="500"/>
                    <a:pt x="54" y="473"/>
                    <a:pt x="81" y="419"/>
                  </a:cubicBezTo>
                  <a:cubicBezTo>
                    <a:pt x="98" y="375"/>
                    <a:pt x="36" y="312"/>
                    <a:pt x="63" y="268"/>
                  </a:cubicBezTo>
                  <a:cubicBezTo>
                    <a:pt x="89" y="223"/>
                    <a:pt x="36" y="205"/>
                    <a:pt x="54" y="170"/>
                  </a:cubicBezTo>
                  <a:cubicBezTo>
                    <a:pt x="72" y="134"/>
                    <a:pt x="27" y="116"/>
                    <a:pt x="27" y="71"/>
                  </a:cubicBezTo>
                  <a:cubicBezTo>
                    <a:pt x="36" y="27"/>
                    <a:pt x="0" y="0"/>
                    <a:pt x="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6" name="Google Shape;11686;p178"/>
          <p:cNvGrpSpPr/>
          <p:nvPr/>
        </p:nvGrpSpPr>
        <p:grpSpPr>
          <a:xfrm>
            <a:off x="-132569" y="624095"/>
            <a:ext cx="2433354" cy="4356538"/>
            <a:chOff x="3812879" y="2405538"/>
            <a:chExt cx="723975" cy="1296087"/>
          </a:xfrm>
        </p:grpSpPr>
        <p:sp>
          <p:nvSpPr>
            <p:cNvPr id="11687" name="Google Shape;11687;p178"/>
            <p:cNvSpPr/>
            <p:nvPr/>
          </p:nvSpPr>
          <p:spPr>
            <a:xfrm>
              <a:off x="4165461" y="2658422"/>
              <a:ext cx="79464" cy="1039936"/>
            </a:xfrm>
            <a:custGeom>
              <a:rect b="b" l="l" r="r" t="t"/>
              <a:pathLst>
                <a:path extrusionOk="0" h="19735" w="1508">
                  <a:moveTo>
                    <a:pt x="357" y="1"/>
                  </a:moveTo>
                  <a:cubicBezTo>
                    <a:pt x="357" y="1"/>
                    <a:pt x="0" y="982"/>
                    <a:pt x="357" y="3088"/>
                  </a:cubicBezTo>
                  <a:cubicBezTo>
                    <a:pt x="634" y="4720"/>
                    <a:pt x="357" y="19734"/>
                    <a:pt x="357" y="19734"/>
                  </a:cubicBezTo>
                  <a:lnTo>
                    <a:pt x="1151" y="19734"/>
                  </a:lnTo>
                  <a:cubicBezTo>
                    <a:pt x="1151" y="19734"/>
                    <a:pt x="874" y="4720"/>
                    <a:pt x="1151" y="3088"/>
                  </a:cubicBezTo>
                  <a:cubicBezTo>
                    <a:pt x="1508" y="982"/>
                    <a:pt x="1151" y="1"/>
                    <a:pt x="1151"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178"/>
            <p:cNvSpPr/>
            <p:nvPr/>
          </p:nvSpPr>
          <p:spPr>
            <a:xfrm>
              <a:off x="4201188" y="2658422"/>
              <a:ext cx="43737" cy="1039936"/>
            </a:xfrm>
            <a:custGeom>
              <a:rect b="b" l="l" r="r" t="t"/>
              <a:pathLst>
                <a:path extrusionOk="0" h="19735" w="830">
                  <a:moveTo>
                    <a:pt x="277" y="1"/>
                  </a:moveTo>
                  <a:cubicBezTo>
                    <a:pt x="277" y="1"/>
                    <a:pt x="634" y="982"/>
                    <a:pt x="277" y="3088"/>
                  </a:cubicBezTo>
                  <a:cubicBezTo>
                    <a:pt x="0" y="4720"/>
                    <a:pt x="277" y="19734"/>
                    <a:pt x="277" y="19734"/>
                  </a:cubicBezTo>
                  <a:lnTo>
                    <a:pt x="473" y="19734"/>
                  </a:lnTo>
                  <a:cubicBezTo>
                    <a:pt x="473" y="19734"/>
                    <a:pt x="196" y="4720"/>
                    <a:pt x="473" y="3088"/>
                  </a:cubicBezTo>
                  <a:cubicBezTo>
                    <a:pt x="830" y="982"/>
                    <a:pt x="473" y="1"/>
                    <a:pt x="473"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178"/>
            <p:cNvSpPr/>
            <p:nvPr/>
          </p:nvSpPr>
          <p:spPr>
            <a:xfrm>
              <a:off x="3954365" y="2405538"/>
              <a:ext cx="501656" cy="392578"/>
            </a:xfrm>
            <a:custGeom>
              <a:rect b="b" l="l" r="r" t="t"/>
              <a:pathLst>
                <a:path extrusionOk="0" h="7450" w="9520">
                  <a:moveTo>
                    <a:pt x="3712" y="0"/>
                  </a:moveTo>
                  <a:lnTo>
                    <a:pt x="3712" y="0"/>
                  </a:lnTo>
                  <a:cubicBezTo>
                    <a:pt x="3944" y="830"/>
                    <a:pt x="4042" y="1481"/>
                    <a:pt x="4042" y="1481"/>
                  </a:cubicBezTo>
                  <a:cubicBezTo>
                    <a:pt x="3426" y="456"/>
                    <a:pt x="2436" y="125"/>
                    <a:pt x="2436" y="125"/>
                  </a:cubicBezTo>
                  <a:lnTo>
                    <a:pt x="2436" y="125"/>
                  </a:lnTo>
                  <a:cubicBezTo>
                    <a:pt x="3533" y="884"/>
                    <a:pt x="3748" y="1945"/>
                    <a:pt x="3748" y="1945"/>
                  </a:cubicBezTo>
                  <a:cubicBezTo>
                    <a:pt x="2998" y="937"/>
                    <a:pt x="1562" y="919"/>
                    <a:pt x="1562" y="919"/>
                  </a:cubicBezTo>
                  <a:lnTo>
                    <a:pt x="1562" y="919"/>
                  </a:lnTo>
                  <a:cubicBezTo>
                    <a:pt x="2481" y="1214"/>
                    <a:pt x="3087" y="2017"/>
                    <a:pt x="3087" y="2017"/>
                  </a:cubicBezTo>
                  <a:cubicBezTo>
                    <a:pt x="3087" y="2017"/>
                    <a:pt x="2561" y="1597"/>
                    <a:pt x="1758" y="1526"/>
                  </a:cubicBezTo>
                  <a:cubicBezTo>
                    <a:pt x="1614" y="1513"/>
                    <a:pt x="1482" y="1508"/>
                    <a:pt x="1362" y="1508"/>
                  </a:cubicBezTo>
                  <a:cubicBezTo>
                    <a:pt x="826" y="1508"/>
                    <a:pt x="545" y="1615"/>
                    <a:pt x="545" y="1615"/>
                  </a:cubicBezTo>
                  <a:cubicBezTo>
                    <a:pt x="1954" y="1651"/>
                    <a:pt x="2436" y="2302"/>
                    <a:pt x="2436" y="2302"/>
                  </a:cubicBezTo>
                  <a:cubicBezTo>
                    <a:pt x="2107" y="2194"/>
                    <a:pt x="1771" y="2170"/>
                    <a:pt x="1534" y="2170"/>
                  </a:cubicBezTo>
                  <a:cubicBezTo>
                    <a:pt x="1340" y="2170"/>
                    <a:pt x="1214" y="2186"/>
                    <a:pt x="1214" y="2186"/>
                  </a:cubicBezTo>
                  <a:cubicBezTo>
                    <a:pt x="2186" y="2347"/>
                    <a:pt x="2606" y="2837"/>
                    <a:pt x="2606" y="2837"/>
                  </a:cubicBezTo>
                  <a:cubicBezTo>
                    <a:pt x="2606" y="2837"/>
                    <a:pt x="2146" y="2706"/>
                    <a:pt x="1646" y="2706"/>
                  </a:cubicBezTo>
                  <a:cubicBezTo>
                    <a:pt x="1396" y="2706"/>
                    <a:pt x="1137" y="2739"/>
                    <a:pt x="920" y="2837"/>
                  </a:cubicBezTo>
                  <a:cubicBezTo>
                    <a:pt x="259" y="3132"/>
                    <a:pt x="134" y="3720"/>
                    <a:pt x="134" y="3720"/>
                  </a:cubicBezTo>
                  <a:cubicBezTo>
                    <a:pt x="439" y="3339"/>
                    <a:pt x="929" y="3103"/>
                    <a:pt x="1520" y="3103"/>
                  </a:cubicBezTo>
                  <a:cubicBezTo>
                    <a:pt x="1552" y="3103"/>
                    <a:pt x="1583" y="3104"/>
                    <a:pt x="1615" y="3105"/>
                  </a:cubicBezTo>
                  <a:cubicBezTo>
                    <a:pt x="2168" y="3123"/>
                    <a:pt x="2436" y="3364"/>
                    <a:pt x="2436" y="3364"/>
                  </a:cubicBezTo>
                  <a:cubicBezTo>
                    <a:pt x="2436" y="3364"/>
                    <a:pt x="2270" y="3337"/>
                    <a:pt x="2019" y="3337"/>
                  </a:cubicBezTo>
                  <a:cubicBezTo>
                    <a:pt x="1709" y="3337"/>
                    <a:pt x="1271" y="3378"/>
                    <a:pt x="857" y="3560"/>
                  </a:cubicBezTo>
                  <a:cubicBezTo>
                    <a:pt x="108" y="3890"/>
                    <a:pt x="1" y="4488"/>
                    <a:pt x="1" y="4488"/>
                  </a:cubicBezTo>
                  <a:cubicBezTo>
                    <a:pt x="500" y="3935"/>
                    <a:pt x="1383" y="3828"/>
                    <a:pt x="1383" y="3828"/>
                  </a:cubicBezTo>
                  <a:lnTo>
                    <a:pt x="1383" y="3828"/>
                  </a:lnTo>
                  <a:cubicBezTo>
                    <a:pt x="242" y="4390"/>
                    <a:pt x="63" y="5362"/>
                    <a:pt x="63" y="5362"/>
                  </a:cubicBezTo>
                  <a:cubicBezTo>
                    <a:pt x="429" y="4969"/>
                    <a:pt x="1134" y="4755"/>
                    <a:pt x="1134" y="4755"/>
                  </a:cubicBezTo>
                  <a:lnTo>
                    <a:pt x="1134" y="4755"/>
                  </a:lnTo>
                  <a:cubicBezTo>
                    <a:pt x="384" y="5335"/>
                    <a:pt x="152" y="6156"/>
                    <a:pt x="152" y="6156"/>
                  </a:cubicBezTo>
                  <a:cubicBezTo>
                    <a:pt x="652" y="5469"/>
                    <a:pt x="1544" y="5157"/>
                    <a:pt x="1544" y="5157"/>
                  </a:cubicBezTo>
                  <a:lnTo>
                    <a:pt x="1544" y="5157"/>
                  </a:lnTo>
                  <a:cubicBezTo>
                    <a:pt x="1160" y="5630"/>
                    <a:pt x="1044" y="6272"/>
                    <a:pt x="1044" y="6272"/>
                  </a:cubicBezTo>
                  <a:cubicBezTo>
                    <a:pt x="1624" y="4961"/>
                    <a:pt x="2659" y="4755"/>
                    <a:pt x="2659" y="4755"/>
                  </a:cubicBezTo>
                  <a:lnTo>
                    <a:pt x="2659" y="4755"/>
                  </a:lnTo>
                  <a:cubicBezTo>
                    <a:pt x="1642" y="5273"/>
                    <a:pt x="1473" y="6647"/>
                    <a:pt x="1473" y="6647"/>
                  </a:cubicBezTo>
                  <a:cubicBezTo>
                    <a:pt x="1963" y="5362"/>
                    <a:pt x="2891" y="4969"/>
                    <a:pt x="2891" y="4969"/>
                  </a:cubicBezTo>
                  <a:lnTo>
                    <a:pt x="2891" y="4969"/>
                  </a:lnTo>
                  <a:cubicBezTo>
                    <a:pt x="1892" y="6067"/>
                    <a:pt x="2284" y="7316"/>
                    <a:pt x="2284" y="7316"/>
                  </a:cubicBezTo>
                  <a:cubicBezTo>
                    <a:pt x="2284" y="6236"/>
                    <a:pt x="2802" y="5674"/>
                    <a:pt x="2802" y="5674"/>
                  </a:cubicBezTo>
                  <a:lnTo>
                    <a:pt x="2802" y="5674"/>
                  </a:lnTo>
                  <a:cubicBezTo>
                    <a:pt x="2579" y="6272"/>
                    <a:pt x="2686" y="6780"/>
                    <a:pt x="2686" y="6780"/>
                  </a:cubicBezTo>
                  <a:cubicBezTo>
                    <a:pt x="2900" y="5630"/>
                    <a:pt x="3533" y="5166"/>
                    <a:pt x="3533" y="5166"/>
                  </a:cubicBezTo>
                  <a:lnTo>
                    <a:pt x="3533" y="5166"/>
                  </a:lnTo>
                  <a:cubicBezTo>
                    <a:pt x="3150" y="5853"/>
                    <a:pt x="3221" y="6896"/>
                    <a:pt x="3221" y="6896"/>
                  </a:cubicBezTo>
                  <a:cubicBezTo>
                    <a:pt x="3408" y="5701"/>
                    <a:pt x="4015" y="5023"/>
                    <a:pt x="4015" y="5023"/>
                  </a:cubicBezTo>
                  <a:lnTo>
                    <a:pt x="4015" y="5023"/>
                  </a:lnTo>
                  <a:cubicBezTo>
                    <a:pt x="3542" y="6192"/>
                    <a:pt x="4033" y="7449"/>
                    <a:pt x="4033" y="7449"/>
                  </a:cubicBezTo>
                  <a:cubicBezTo>
                    <a:pt x="3872" y="5415"/>
                    <a:pt x="4756" y="4800"/>
                    <a:pt x="4756" y="4800"/>
                  </a:cubicBezTo>
                  <a:cubicBezTo>
                    <a:pt x="4756" y="4800"/>
                    <a:pt x="5639" y="5415"/>
                    <a:pt x="5487" y="7449"/>
                  </a:cubicBezTo>
                  <a:cubicBezTo>
                    <a:pt x="5487" y="7449"/>
                    <a:pt x="5978" y="6192"/>
                    <a:pt x="5505" y="5023"/>
                  </a:cubicBezTo>
                  <a:lnTo>
                    <a:pt x="5505" y="5023"/>
                  </a:lnTo>
                  <a:cubicBezTo>
                    <a:pt x="5505" y="5023"/>
                    <a:pt x="6103" y="5701"/>
                    <a:pt x="6299" y="6896"/>
                  </a:cubicBezTo>
                  <a:cubicBezTo>
                    <a:pt x="6299" y="6896"/>
                    <a:pt x="6361" y="5853"/>
                    <a:pt x="5987" y="5166"/>
                  </a:cubicBezTo>
                  <a:lnTo>
                    <a:pt x="5987" y="5166"/>
                  </a:lnTo>
                  <a:cubicBezTo>
                    <a:pt x="5987" y="5166"/>
                    <a:pt x="6620" y="5630"/>
                    <a:pt x="6834" y="6780"/>
                  </a:cubicBezTo>
                  <a:cubicBezTo>
                    <a:pt x="6834" y="6780"/>
                    <a:pt x="6941" y="6272"/>
                    <a:pt x="6718" y="5674"/>
                  </a:cubicBezTo>
                  <a:lnTo>
                    <a:pt x="6718" y="5674"/>
                  </a:lnTo>
                  <a:cubicBezTo>
                    <a:pt x="6718" y="5674"/>
                    <a:pt x="7236" y="6236"/>
                    <a:pt x="7236" y="7316"/>
                  </a:cubicBezTo>
                  <a:cubicBezTo>
                    <a:pt x="7236" y="7316"/>
                    <a:pt x="7628" y="6067"/>
                    <a:pt x="6629" y="4969"/>
                  </a:cubicBezTo>
                  <a:lnTo>
                    <a:pt x="6629" y="4969"/>
                  </a:lnTo>
                  <a:cubicBezTo>
                    <a:pt x="6629" y="4969"/>
                    <a:pt x="7557" y="5362"/>
                    <a:pt x="8047" y="6647"/>
                  </a:cubicBezTo>
                  <a:cubicBezTo>
                    <a:pt x="8047" y="6647"/>
                    <a:pt x="7878" y="5273"/>
                    <a:pt x="6861" y="4755"/>
                  </a:cubicBezTo>
                  <a:lnTo>
                    <a:pt x="6861" y="4755"/>
                  </a:lnTo>
                  <a:cubicBezTo>
                    <a:pt x="6861" y="4755"/>
                    <a:pt x="7896" y="4961"/>
                    <a:pt x="8467" y="6272"/>
                  </a:cubicBezTo>
                  <a:cubicBezTo>
                    <a:pt x="8467" y="6272"/>
                    <a:pt x="8351" y="5630"/>
                    <a:pt x="7976" y="5157"/>
                  </a:cubicBezTo>
                  <a:lnTo>
                    <a:pt x="7976" y="5157"/>
                  </a:lnTo>
                  <a:cubicBezTo>
                    <a:pt x="7976" y="5157"/>
                    <a:pt x="8868" y="5469"/>
                    <a:pt x="9368" y="6156"/>
                  </a:cubicBezTo>
                  <a:cubicBezTo>
                    <a:pt x="9368" y="6156"/>
                    <a:pt x="9136" y="5335"/>
                    <a:pt x="8386" y="4755"/>
                  </a:cubicBezTo>
                  <a:lnTo>
                    <a:pt x="8386" y="4755"/>
                  </a:lnTo>
                  <a:cubicBezTo>
                    <a:pt x="8387" y="4755"/>
                    <a:pt x="9091" y="4969"/>
                    <a:pt x="9457" y="5362"/>
                  </a:cubicBezTo>
                  <a:cubicBezTo>
                    <a:pt x="9457" y="5362"/>
                    <a:pt x="9270" y="4390"/>
                    <a:pt x="8128" y="3828"/>
                  </a:cubicBezTo>
                  <a:lnTo>
                    <a:pt x="8128" y="3828"/>
                  </a:lnTo>
                  <a:cubicBezTo>
                    <a:pt x="8128" y="3828"/>
                    <a:pt x="9020" y="3935"/>
                    <a:pt x="9519" y="4488"/>
                  </a:cubicBezTo>
                  <a:cubicBezTo>
                    <a:pt x="9519" y="4488"/>
                    <a:pt x="9412" y="3890"/>
                    <a:pt x="8663" y="3560"/>
                  </a:cubicBezTo>
                  <a:cubicBezTo>
                    <a:pt x="8249" y="3378"/>
                    <a:pt x="7811" y="3337"/>
                    <a:pt x="7501" y="3337"/>
                  </a:cubicBezTo>
                  <a:cubicBezTo>
                    <a:pt x="7250" y="3337"/>
                    <a:pt x="7084" y="3364"/>
                    <a:pt x="7084" y="3364"/>
                  </a:cubicBezTo>
                  <a:cubicBezTo>
                    <a:pt x="7084" y="3364"/>
                    <a:pt x="7352" y="3123"/>
                    <a:pt x="7905" y="3105"/>
                  </a:cubicBezTo>
                  <a:cubicBezTo>
                    <a:pt x="7937" y="3104"/>
                    <a:pt x="7968" y="3103"/>
                    <a:pt x="8000" y="3103"/>
                  </a:cubicBezTo>
                  <a:cubicBezTo>
                    <a:pt x="8590" y="3103"/>
                    <a:pt x="9072" y="3339"/>
                    <a:pt x="9386" y="3720"/>
                  </a:cubicBezTo>
                  <a:cubicBezTo>
                    <a:pt x="9386" y="3720"/>
                    <a:pt x="9261" y="3132"/>
                    <a:pt x="8601" y="2837"/>
                  </a:cubicBezTo>
                  <a:cubicBezTo>
                    <a:pt x="8383" y="2739"/>
                    <a:pt x="8123" y="2706"/>
                    <a:pt x="7872" y="2706"/>
                  </a:cubicBezTo>
                  <a:cubicBezTo>
                    <a:pt x="7369" y="2706"/>
                    <a:pt x="6906" y="2837"/>
                    <a:pt x="6906" y="2837"/>
                  </a:cubicBezTo>
                  <a:cubicBezTo>
                    <a:pt x="6906" y="2837"/>
                    <a:pt x="7334" y="2347"/>
                    <a:pt x="8306" y="2186"/>
                  </a:cubicBezTo>
                  <a:cubicBezTo>
                    <a:pt x="8306" y="2186"/>
                    <a:pt x="8180" y="2170"/>
                    <a:pt x="7985" y="2170"/>
                  </a:cubicBezTo>
                  <a:cubicBezTo>
                    <a:pt x="7748" y="2170"/>
                    <a:pt x="7409" y="2194"/>
                    <a:pt x="7075" y="2302"/>
                  </a:cubicBezTo>
                  <a:cubicBezTo>
                    <a:pt x="7075" y="2302"/>
                    <a:pt x="7566" y="1651"/>
                    <a:pt x="8975" y="1615"/>
                  </a:cubicBezTo>
                  <a:cubicBezTo>
                    <a:pt x="8975" y="1615"/>
                    <a:pt x="8689" y="1508"/>
                    <a:pt x="8149" y="1508"/>
                  </a:cubicBezTo>
                  <a:cubicBezTo>
                    <a:pt x="8030" y="1508"/>
                    <a:pt x="7897" y="1513"/>
                    <a:pt x="7753" y="1526"/>
                  </a:cubicBezTo>
                  <a:cubicBezTo>
                    <a:pt x="6959" y="1597"/>
                    <a:pt x="6433" y="2017"/>
                    <a:pt x="6433" y="2017"/>
                  </a:cubicBezTo>
                  <a:cubicBezTo>
                    <a:pt x="6433" y="2017"/>
                    <a:pt x="7030" y="1214"/>
                    <a:pt x="7958" y="919"/>
                  </a:cubicBezTo>
                  <a:lnTo>
                    <a:pt x="7958" y="919"/>
                  </a:lnTo>
                  <a:cubicBezTo>
                    <a:pt x="7958" y="919"/>
                    <a:pt x="6522" y="937"/>
                    <a:pt x="5773" y="1945"/>
                  </a:cubicBezTo>
                  <a:cubicBezTo>
                    <a:pt x="5773" y="1945"/>
                    <a:pt x="5978" y="884"/>
                    <a:pt x="7084" y="125"/>
                  </a:cubicBezTo>
                  <a:lnTo>
                    <a:pt x="7084" y="125"/>
                  </a:lnTo>
                  <a:cubicBezTo>
                    <a:pt x="7084" y="125"/>
                    <a:pt x="6094" y="456"/>
                    <a:pt x="5469" y="1481"/>
                  </a:cubicBezTo>
                  <a:cubicBezTo>
                    <a:pt x="5469" y="1481"/>
                    <a:pt x="5576" y="830"/>
                    <a:pt x="5808" y="0"/>
                  </a:cubicBezTo>
                  <a:lnTo>
                    <a:pt x="5808" y="0"/>
                  </a:lnTo>
                  <a:cubicBezTo>
                    <a:pt x="5808" y="1"/>
                    <a:pt x="5014" y="518"/>
                    <a:pt x="4756" y="1633"/>
                  </a:cubicBezTo>
                  <a:cubicBezTo>
                    <a:pt x="4506" y="518"/>
                    <a:pt x="3712" y="1"/>
                    <a:pt x="37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178"/>
            <p:cNvSpPr/>
            <p:nvPr/>
          </p:nvSpPr>
          <p:spPr>
            <a:xfrm>
              <a:off x="4055434" y="2498123"/>
              <a:ext cx="299518" cy="234177"/>
            </a:xfrm>
            <a:custGeom>
              <a:rect b="b" l="l" r="r" t="t"/>
              <a:pathLst>
                <a:path extrusionOk="0" h="4444" w="5684">
                  <a:moveTo>
                    <a:pt x="2213" y="1"/>
                  </a:moveTo>
                  <a:lnTo>
                    <a:pt x="2213" y="1"/>
                  </a:lnTo>
                  <a:cubicBezTo>
                    <a:pt x="2356" y="492"/>
                    <a:pt x="2418" y="884"/>
                    <a:pt x="2418" y="884"/>
                  </a:cubicBezTo>
                  <a:cubicBezTo>
                    <a:pt x="2044" y="269"/>
                    <a:pt x="1455" y="72"/>
                    <a:pt x="1455" y="72"/>
                  </a:cubicBezTo>
                  <a:lnTo>
                    <a:pt x="1455" y="72"/>
                  </a:lnTo>
                  <a:cubicBezTo>
                    <a:pt x="2115" y="527"/>
                    <a:pt x="2231" y="1161"/>
                    <a:pt x="2231" y="1161"/>
                  </a:cubicBezTo>
                  <a:cubicBezTo>
                    <a:pt x="1794" y="554"/>
                    <a:pt x="938" y="545"/>
                    <a:pt x="937" y="545"/>
                  </a:cubicBezTo>
                  <a:lnTo>
                    <a:pt x="937" y="545"/>
                  </a:lnTo>
                  <a:cubicBezTo>
                    <a:pt x="1482" y="715"/>
                    <a:pt x="1847" y="1205"/>
                    <a:pt x="1847" y="1205"/>
                  </a:cubicBezTo>
                  <a:cubicBezTo>
                    <a:pt x="1847" y="1205"/>
                    <a:pt x="1526" y="955"/>
                    <a:pt x="1053" y="911"/>
                  </a:cubicBezTo>
                  <a:cubicBezTo>
                    <a:pt x="966" y="903"/>
                    <a:pt x="886" y="899"/>
                    <a:pt x="814" y="899"/>
                  </a:cubicBezTo>
                  <a:cubicBezTo>
                    <a:pt x="497" y="899"/>
                    <a:pt x="331" y="964"/>
                    <a:pt x="331" y="964"/>
                  </a:cubicBezTo>
                  <a:cubicBezTo>
                    <a:pt x="1169" y="982"/>
                    <a:pt x="1455" y="1366"/>
                    <a:pt x="1455" y="1366"/>
                  </a:cubicBezTo>
                  <a:cubicBezTo>
                    <a:pt x="1241" y="1302"/>
                    <a:pt x="1020" y="1289"/>
                    <a:pt x="878" y="1289"/>
                  </a:cubicBezTo>
                  <a:cubicBezTo>
                    <a:pt x="783" y="1289"/>
                    <a:pt x="723" y="1294"/>
                    <a:pt x="723" y="1294"/>
                  </a:cubicBezTo>
                  <a:cubicBezTo>
                    <a:pt x="1303" y="1393"/>
                    <a:pt x="1562" y="1687"/>
                    <a:pt x="1562" y="1687"/>
                  </a:cubicBezTo>
                  <a:cubicBezTo>
                    <a:pt x="1562" y="1687"/>
                    <a:pt x="1284" y="1612"/>
                    <a:pt x="983" y="1612"/>
                  </a:cubicBezTo>
                  <a:cubicBezTo>
                    <a:pt x="832" y="1612"/>
                    <a:pt x="676" y="1630"/>
                    <a:pt x="545" y="1687"/>
                  </a:cubicBezTo>
                  <a:cubicBezTo>
                    <a:pt x="161" y="1865"/>
                    <a:pt x="81" y="2213"/>
                    <a:pt x="81" y="2213"/>
                  </a:cubicBezTo>
                  <a:cubicBezTo>
                    <a:pt x="267" y="1994"/>
                    <a:pt x="556" y="1846"/>
                    <a:pt x="905" y="1846"/>
                  </a:cubicBezTo>
                  <a:cubicBezTo>
                    <a:pt x="924" y="1846"/>
                    <a:pt x="944" y="1847"/>
                    <a:pt x="964" y="1848"/>
                  </a:cubicBezTo>
                  <a:cubicBezTo>
                    <a:pt x="1294" y="1856"/>
                    <a:pt x="1455" y="2008"/>
                    <a:pt x="1455" y="2008"/>
                  </a:cubicBezTo>
                  <a:cubicBezTo>
                    <a:pt x="1455" y="2008"/>
                    <a:pt x="1349" y="1989"/>
                    <a:pt x="1189" y="1989"/>
                  </a:cubicBezTo>
                  <a:cubicBezTo>
                    <a:pt x="1006" y="1989"/>
                    <a:pt x="753" y="2014"/>
                    <a:pt x="509" y="2124"/>
                  </a:cubicBezTo>
                  <a:cubicBezTo>
                    <a:pt x="63" y="2320"/>
                    <a:pt x="1" y="2677"/>
                    <a:pt x="1" y="2677"/>
                  </a:cubicBezTo>
                  <a:cubicBezTo>
                    <a:pt x="295" y="2347"/>
                    <a:pt x="830" y="2276"/>
                    <a:pt x="830" y="2276"/>
                  </a:cubicBezTo>
                  <a:lnTo>
                    <a:pt x="830" y="2276"/>
                  </a:lnTo>
                  <a:cubicBezTo>
                    <a:pt x="152" y="2615"/>
                    <a:pt x="36" y="3195"/>
                    <a:pt x="36" y="3195"/>
                  </a:cubicBezTo>
                  <a:cubicBezTo>
                    <a:pt x="259" y="2963"/>
                    <a:pt x="679" y="2829"/>
                    <a:pt x="679" y="2829"/>
                  </a:cubicBezTo>
                  <a:lnTo>
                    <a:pt x="679" y="2829"/>
                  </a:lnTo>
                  <a:cubicBezTo>
                    <a:pt x="233" y="3177"/>
                    <a:pt x="90" y="3667"/>
                    <a:pt x="90" y="3667"/>
                  </a:cubicBezTo>
                  <a:cubicBezTo>
                    <a:pt x="393" y="3266"/>
                    <a:pt x="919" y="3079"/>
                    <a:pt x="920" y="3079"/>
                  </a:cubicBezTo>
                  <a:lnTo>
                    <a:pt x="920" y="3079"/>
                  </a:lnTo>
                  <a:cubicBezTo>
                    <a:pt x="697" y="3355"/>
                    <a:pt x="625" y="3739"/>
                    <a:pt x="625" y="3739"/>
                  </a:cubicBezTo>
                  <a:cubicBezTo>
                    <a:pt x="973" y="2954"/>
                    <a:pt x="1589" y="2829"/>
                    <a:pt x="1589" y="2829"/>
                  </a:cubicBezTo>
                  <a:lnTo>
                    <a:pt x="1589" y="2829"/>
                  </a:lnTo>
                  <a:cubicBezTo>
                    <a:pt x="982" y="3141"/>
                    <a:pt x="884" y="3962"/>
                    <a:pt x="884" y="3962"/>
                  </a:cubicBezTo>
                  <a:cubicBezTo>
                    <a:pt x="1169" y="3195"/>
                    <a:pt x="1722" y="2963"/>
                    <a:pt x="1722" y="2963"/>
                  </a:cubicBezTo>
                  <a:lnTo>
                    <a:pt x="1722" y="2963"/>
                  </a:lnTo>
                  <a:cubicBezTo>
                    <a:pt x="1125" y="3614"/>
                    <a:pt x="1366" y="4363"/>
                    <a:pt x="1366" y="4363"/>
                  </a:cubicBezTo>
                  <a:cubicBezTo>
                    <a:pt x="1366" y="3712"/>
                    <a:pt x="1669" y="3382"/>
                    <a:pt x="1669" y="3382"/>
                  </a:cubicBezTo>
                  <a:lnTo>
                    <a:pt x="1669" y="3382"/>
                  </a:lnTo>
                  <a:cubicBezTo>
                    <a:pt x="1544" y="3739"/>
                    <a:pt x="1606" y="4042"/>
                    <a:pt x="1606" y="4042"/>
                  </a:cubicBezTo>
                  <a:cubicBezTo>
                    <a:pt x="1731" y="3355"/>
                    <a:pt x="2106" y="3079"/>
                    <a:pt x="2106" y="3079"/>
                  </a:cubicBezTo>
                  <a:lnTo>
                    <a:pt x="2106" y="3079"/>
                  </a:lnTo>
                  <a:cubicBezTo>
                    <a:pt x="1883" y="3489"/>
                    <a:pt x="1919" y="4113"/>
                    <a:pt x="1919" y="4113"/>
                  </a:cubicBezTo>
                  <a:cubicBezTo>
                    <a:pt x="2035" y="3400"/>
                    <a:pt x="2391" y="2990"/>
                    <a:pt x="2392" y="2989"/>
                  </a:cubicBezTo>
                  <a:lnTo>
                    <a:pt x="2392" y="2989"/>
                  </a:lnTo>
                  <a:cubicBezTo>
                    <a:pt x="2115" y="3694"/>
                    <a:pt x="2409" y="4444"/>
                    <a:pt x="2409" y="4444"/>
                  </a:cubicBezTo>
                  <a:cubicBezTo>
                    <a:pt x="2311" y="3230"/>
                    <a:pt x="2838" y="2856"/>
                    <a:pt x="2838" y="2856"/>
                  </a:cubicBezTo>
                  <a:cubicBezTo>
                    <a:pt x="2838" y="2856"/>
                    <a:pt x="3364" y="3230"/>
                    <a:pt x="3275" y="4444"/>
                  </a:cubicBezTo>
                  <a:cubicBezTo>
                    <a:pt x="3275" y="4444"/>
                    <a:pt x="3569" y="3694"/>
                    <a:pt x="3284" y="2989"/>
                  </a:cubicBezTo>
                  <a:lnTo>
                    <a:pt x="3284" y="2989"/>
                  </a:lnTo>
                  <a:cubicBezTo>
                    <a:pt x="3284" y="2990"/>
                    <a:pt x="3649" y="3400"/>
                    <a:pt x="3756" y="4113"/>
                  </a:cubicBezTo>
                  <a:cubicBezTo>
                    <a:pt x="3756" y="4113"/>
                    <a:pt x="3801" y="3489"/>
                    <a:pt x="3578" y="3079"/>
                  </a:cubicBezTo>
                  <a:lnTo>
                    <a:pt x="3578" y="3079"/>
                  </a:lnTo>
                  <a:cubicBezTo>
                    <a:pt x="3578" y="3079"/>
                    <a:pt x="3953" y="3355"/>
                    <a:pt x="4078" y="4042"/>
                  </a:cubicBezTo>
                  <a:cubicBezTo>
                    <a:pt x="4078" y="4042"/>
                    <a:pt x="4140" y="3739"/>
                    <a:pt x="4006" y="3382"/>
                  </a:cubicBezTo>
                  <a:lnTo>
                    <a:pt x="4006" y="3382"/>
                  </a:lnTo>
                  <a:cubicBezTo>
                    <a:pt x="4006" y="3382"/>
                    <a:pt x="4318" y="3712"/>
                    <a:pt x="4318" y="4363"/>
                  </a:cubicBezTo>
                  <a:cubicBezTo>
                    <a:pt x="4318" y="4363"/>
                    <a:pt x="4550" y="3614"/>
                    <a:pt x="3953" y="2963"/>
                  </a:cubicBezTo>
                  <a:lnTo>
                    <a:pt x="3953" y="2963"/>
                  </a:lnTo>
                  <a:cubicBezTo>
                    <a:pt x="3953" y="2963"/>
                    <a:pt x="4515" y="3195"/>
                    <a:pt x="4800" y="3962"/>
                  </a:cubicBezTo>
                  <a:cubicBezTo>
                    <a:pt x="4800" y="3962"/>
                    <a:pt x="4702" y="3141"/>
                    <a:pt x="4095" y="2829"/>
                  </a:cubicBezTo>
                  <a:lnTo>
                    <a:pt x="4095" y="2829"/>
                  </a:lnTo>
                  <a:cubicBezTo>
                    <a:pt x="4096" y="2829"/>
                    <a:pt x="4711" y="2954"/>
                    <a:pt x="5059" y="3739"/>
                  </a:cubicBezTo>
                  <a:cubicBezTo>
                    <a:pt x="5059" y="3739"/>
                    <a:pt x="4988" y="3355"/>
                    <a:pt x="4765" y="3079"/>
                  </a:cubicBezTo>
                  <a:lnTo>
                    <a:pt x="4765" y="3079"/>
                  </a:lnTo>
                  <a:cubicBezTo>
                    <a:pt x="4765" y="3079"/>
                    <a:pt x="5291" y="3266"/>
                    <a:pt x="5585" y="3667"/>
                  </a:cubicBezTo>
                  <a:cubicBezTo>
                    <a:pt x="5585" y="3667"/>
                    <a:pt x="5451" y="3177"/>
                    <a:pt x="5005" y="2829"/>
                  </a:cubicBezTo>
                  <a:lnTo>
                    <a:pt x="5005" y="2829"/>
                  </a:lnTo>
                  <a:cubicBezTo>
                    <a:pt x="5006" y="2829"/>
                    <a:pt x="5425" y="2963"/>
                    <a:pt x="5648" y="3195"/>
                  </a:cubicBezTo>
                  <a:cubicBezTo>
                    <a:pt x="5648" y="3195"/>
                    <a:pt x="5532" y="2615"/>
                    <a:pt x="4854" y="2276"/>
                  </a:cubicBezTo>
                  <a:lnTo>
                    <a:pt x="4854" y="2276"/>
                  </a:lnTo>
                  <a:cubicBezTo>
                    <a:pt x="4854" y="2276"/>
                    <a:pt x="5389" y="2347"/>
                    <a:pt x="5683" y="2677"/>
                  </a:cubicBezTo>
                  <a:cubicBezTo>
                    <a:pt x="5683" y="2677"/>
                    <a:pt x="5621" y="2320"/>
                    <a:pt x="5166" y="2124"/>
                  </a:cubicBezTo>
                  <a:cubicBezTo>
                    <a:pt x="4927" y="2014"/>
                    <a:pt x="4676" y="1989"/>
                    <a:pt x="4494" y="1989"/>
                  </a:cubicBezTo>
                  <a:cubicBezTo>
                    <a:pt x="4335" y="1989"/>
                    <a:pt x="4229" y="2008"/>
                    <a:pt x="4229" y="2008"/>
                  </a:cubicBezTo>
                  <a:cubicBezTo>
                    <a:pt x="4229" y="2008"/>
                    <a:pt x="4390" y="1856"/>
                    <a:pt x="4720" y="1848"/>
                  </a:cubicBezTo>
                  <a:cubicBezTo>
                    <a:pt x="4740" y="1847"/>
                    <a:pt x="4760" y="1846"/>
                    <a:pt x="4779" y="1846"/>
                  </a:cubicBezTo>
                  <a:cubicBezTo>
                    <a:pt x="5128" y="1846"/>
                    <a:pt x="5417" y="1994"/>
                    <a:pt x="5603" y="2213"/>
                  </a:cubicBezTo>
                  <a:cubicBezTo>
                    <a:pt x="5603" y="2213"/>
                    <a:pt x="5523" y="1865"/>
                    <a:pt x="5130" y="1687"/>
                  </a:cubicBezTo>
                  <a:cubicBezTo>
                    <a:pt x="5002" y="1630"/>
                    <a:pt x="4848" y="1612"/>
                    <a:pt x="4698" y="1612"/>
                  </a:cubicBezTo>
                  <a:cubicBezTo>
                    <a:pt x="4400" y="1612"/>
                    <a:pt x="4122" y="1687"/>
                    <a:pt x="4122" y="1687"/>
                  </a:cubicBezTo>
                  <a:cubicBezTo>
                    <a:pt x="4122" y="1687"/>
                    <a:pt x="4381" y="1393"/>
                    <a:pt x="4961" y="1294"/>
                  </a:cubicBezTo>
                  <a:cubicBezTo>
                    <a:pt x="4961" y="1294"/>
                    <a:pt x="4901" y="1289"/>
                    <a:pt x="4806" y="1289"/>
                  </a:cubicBezTo>
                  <a:cubicBezTo>
                    <a:pt x="4664" y="1289"/>
                    <a:pt x="4443" y="1302"/>
                    <a:pt x="4229" y="1366"/>
                  </a:cubicBezTo>
                  <a:cubicBezTo>
                    <a:pt x="4229" y="1366"/>
                    <a:pt x="4515" y="982"/>
                    <a:pt x="5353" y="964"/>
                  </a:cubicBezTo>
                  <a:cubicBezTo>
                    <a:pt x="5353" y="964"/>
                    <a:pt x="5187" y="899"/>
                    <a:pt x="4870" y="899"/>
                  </a:cubicBezTo>
                  <a:cubicBezTo>
                    <a:pt x="4798" y="899"/>
                    <a:pt x="4718" y="903"/>
                    <a:pt x="4631" y="911"/>
                  </a:cubicBezTo>
                  <a:cubicBezTo>
                    <a:pt x="4158" y="955"/>
                    <a:pt x="3837" y="1205"/>
                    <a:pt x="3837" y="1205"/>
                  </a:cubicBezTo>
                  <a:cubicBezTo>
                    <a:pt x="3837" y="1205"/>
                    <a:pt x="4203" y="715"/>
                    <a:pt x="4747" y="545"/>
                  </a:cubicBezTo>
                  <a:lnTo>
                    <a:pt x="4747" y="545"/>
                  </a:lnTo>
                  <a:cubicBezTo>
                    <a:pt x="4747" y="545"/>
                    <a:pt x="3890" y="554"/>
                    <a:pt x="3444" y="1161"/>
                  </a:cubicBezTo>
                  <a:cubicBezTo>
                    <a:pt x="3444" y="1161"/>
                    <a:pt x="3569" y="527"/>
                    <a:pt x="4229" y="72"/>
                  </a:cubicBezTo>
                  <a:lnTo>
                    <a:pt x="4229" y="72"/>
                  </a:lnTo>
                  <a:cubicBezTo>
                    <a:pt x="4229" y="72"/>
                    <a:pt x="3640" y="269"/>
                    <a:pt x="3266" y="884"/>
                  </a:cubicBezTo>
                  <a:cubicBezTo>
                    <a:pt x="3266" y="884"/>
                    <a:pt x="3328" y="492"/>
                    <a:pt x="3462" y="1"/>
                  </a:cubicBezTo>
                  <a:lnTo>
                    <a:pt x="3462" y="1"/>
                  </a:lnTo>
                  <a:cubicBezTo>
                    <a:pt x="3462" y="1"/>
                    <a:pt x="2989" y="304"/>
                    <a:pt x="2838" y="973"/>
                  </a:cubicBezTo>
                  <a:cubicBezTo>
                    <a:pt x="2686" y="304"/>
                    <a:pt x="2213" y="1"/>
                    <a:pt x="2213"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178"/>
            <p:cNvSpPr/>
            <p:nvPr/>
          </p:nvSpPr>
          <p:spPr>
            <a:xfrm>
              <a:off x="3956262" y="2952724"/>
              <a:ext cx="54592" cy="707536"/>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178"/>
            <p:cNvSpPr/>
            <p:nvPr/>
          </p:nvSpPr>
          <p:spPr>
            <a:xfrm>
              <a:off x="3979290" y="2952724"/>
              <a:ext cx="31564" cy="707536"/>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178"/>
            <p:cNvSpPr/>
            <p:nvPr/>
          </p:nvSpPr>
          <p:spPr>
            <a:xfrm>
              <a:off x="3812879" y="2781148"/>
              <a:ext cx="341358" cy="266584"/>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178"/>
            <p:cNvSpPr/>
            <p:nvPr/>
          </p:nvSpPr>
          <p:spPr>
            <a:xfrm>
              <a:off x="3881962" y="2843645"/>
              <a:ext cx="203139" cy="159455"/>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178"/>
            <p:cNvSpPr/>
            <p:nvPr/>
          </p:nvSpPr>
          <p:spPr>
            <a:xfrm>
              <a:off x="4372762" y="3113022"/>
              <a:ext cx="45160" cy="588603"/>
            </a:xfrm>
            <a:custGeom>
              <a:rect b="b" l="l" r="r" t="t"/>
              <a:pathLst>
                <a:path extrusionOk="0" h="11170" w="857">
                  <a:moveTo>
                    <a:pt x="206" y="1"/>
                  </a:moveTo>
                  <a:cubicBezTo>
                    <a:pt x="206" y="1"/>
                    <a:pt x="0" y="563"/>
                    <a:pt x="206" y="1749"/>
                  </a:cubicBezTo>
                  <a:cubicBezTo>
                    <a:pt x="357" y="2677"/>
                    <a:pt x="206" y="11170"/>
                    <a:pt x="206" y="11170"/>
                  </a:cubicBezTo>
                  <a:lnTo>
                    <a:pt x="652" y="11170"/>
                  </a:lnTo>
                  <a:cubicBezTo>
                    <a:pt x="652" y="11170"/>
                    <a:pt x="500" y="2677"/>
                    <a:pt x="652" y="1749"/>
                  </a:cubicBezTo>
                  <a:cubicBezTo>
                    <a:pt x="857" y="563"/>
                    <a:pt x="652" y="1"/>
                    <a:pt x="652"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178"/>
            <p:cNvSpPr/>
            <p:nvPr/>
          </p:nvSpPr>
          <p:spPr>
            <a:xfrm>
              <a:off x="4392048" y="3113022"/>
              <a:ext cx="25873" cy="588603"/>
            </a:xfrm>
            <a:custGeom>
              <a:rect b="b" l="l" r="r" t="t"/>
              <a:pathLst>
                <a:path extrusionOk="0" h="11170" w="491">
                  <a:moveTo>
                    <a:pt x="161" y="1"/>
                  </a:moveTo>
                  <a:cubicBezTo>
                    <a:pt x="161" y="1"/>
                    <a:pt x="357" y="563"/>
                    <a:pt x="161" y="1749"/>
                  </a:cubicBezTo>
                  <a:cubicBezTo>
                    <a:pt x="0" y="2677"/>
                    <a:pt x="161" y="11170"/>
                    <a:pt x="161" y="11170"/>
                  </a:cubicBezTo>
                  <a:lnTo>
                    <a:pt x="286" y="11170"/>
                  </a:lnTo>
                  <a:cubicBezTo>
                    <a:pt x="286" y="11170"/>
                    <a:pt x="134" y="2677"/>
                    <a:pt x="286" y="1749"/>
                  </a:cubicBezTo>
                  <a:cubicBezTo>
                    <a:pt x="491" y="563"/>
                    <a:pt x="286" y="1"/>
                    <a:pt x="286"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178"/>
            <p:cNvSpPr/>
            <p:nvPr/>
          </p:nvSpPr>
          <p:spPr>
            <a:xfrm>
              <a:off x="4253356" y="2970113"/>
              <a:ext cx="283499" cy="221951"/>
            </a:xfrm>
            <a:custGeom>
              <a:rect b="b" l="l" r="r" t="t"/>
              <a:pathLst>
                <a:path extrusionOk="0" h="4212" w="5380">
                  <a:moveTo>
                    <a:pt x="2106" y="1"/>
                  </a:moveTo>
                  <a:cubicBezTo>
                    <a:pt x="2231" y="473"/>
                    <a:pt x="2293" y="839"/>
                    <a:pt x="2293" y="839"/>
                  </a:cubicBezTo>
                  <a:cubicBezTo>
                    <a:pt x="1936" y="259"/>
                    <a:pt x="1374" y="72"/>
                    <a:pt x="1374" y="72"/>
                  </a:cubicBezTo>
                  <a:lnTo>
                    <a:pt x="1374" y="72"/>
                  </a:lnTo>
                  <a:cubicBezTo>
                    <a:pt x="1999" y="500"/>
                    <a:pt x="2115" y="1098"/>
                    <a:pt x="2115" y="1098"/>
                  </a:cubicBezTo>
                  <a:cubicBezTo>
                    <a:pt x="1695" y="527"/>
                    <a:pt x="884" y="527"/>
                    <a:pt x="884" y="527"/>
                  </a:cubicBezTo>
                  <a:lnTo>
                    <a:pt x="884" y="527"/>
                  </a:lnTo>
                  <a:cubicBezTo>
                    <a:pt x="1410" y="687"/>
                    <a:pt x="1749" y="1142"/>
                    <a:pt x="1749" y="1142"/>
                  </a:cubicBezTo>
                  <a:cubicBezTo>
                    <a:pt x="1749" y="1142"/>
                    <a:pt x="1446" y="902"/>
                    <a:pt x="1000" y="866"/>
                  </a:cubicBezTo>
                  <a:cubicBezTo>
                    <a:pt x="909" y="857"/>
                    <a:pt x="827" y="853"/>
                    <a:pt x="753" y="853"/>
                  </a:cubicBezTo>
                  <a:cubicBezTo>
                    <a:pt x="461" y="853"/>
                    <a:pt x="313" y="910"/>
                    <a:pt x="313" y="910"/>
                  </a:cubicBezTo>
                  <a:cubicBezTo>
                    <a:pt x="1107" y="937"/>
                    <a:pt x="1383" y="1303"/>
                    <a:pt x="1383" y="1303"/>
                  </a:cubicBezTo>
                  <a:cubicBezTo>
                    <a:pt x="1174" y="1239"/>
                    <a:pt x="966" y="1226"/>
                    <a:pt x="832" y="1226"/>
                  </a:cubicBezTo>
                  <a:cubicBezTo>
                    <a:pt x="743" y="1226"/>
                    <a:pt x="687" y="1232"/>
                    <a:pt x="687" y="1232"/>
                  </a:cubicBezTo>
                  <a:cubicBezTo>
                    <a:pt x="1232" y="1330"/>
                    <a:pt x="1481" y="1606"/>
                    <a:pt x="1481" y="1606"/>
                  </a:cubicBezTo>
                  <a:cubicBezTo>
                    <a:pt x="1481" y="1606"/>
                    <a:pt x="1220" y="1531"/>
                    <a:pt x="934" y="1531"/>
                  </a:cubicBezTo>
                  <a:cubicBezTo>
                    <a:pt x="791" y="1531"/>
                    <a:pt x="643" y="1550"/>
                    <a:pt x="518" y="1606"/>
                  </a:cubicBezTo>
                  <a:cubicBezTo>
                    <a:pt x="152" y="1776"/>
                    <a:pt x="81" y="2106"/>
                    <a:pt x="81" y="2106"/>
                  </a:cubicBezTo>
                  <a:cubicBezTo>
                    <a:pt x="249" y="1895"/>
                    <a:pt x="521" y="1756"/>
                    <a:pt x="851" y="1756"/>
                  </a:cubicBezTo>
                  <a:cubicBezTo>
                    <a:pt x="870" y="1756"/>
                    <a:pt x="890" y="1757"/>
                    <a:pt x="910" y="1758"/>
                  </a:cubicBezTo>
                  <a:cubicBezTo>
                    <a:pt x="1223" y="1767"/>
                    <a:pt x="1374" y="1910"/>
                    <a:pt x="1374" y="1910"/>
                  </a:cubicBezTo>
                  <a:cubicBezTo>
                    <a:pt x="1374" y="1910"/>
                    <a:pt x="1275" y="1893"/>
                    <a:pt x="1127" y="1893"/>
                  </a:cubicBezTo>
                  <a:cubicBezTo>
                    <a:pt x="954" y="1893"/>
                    <a:pt x="713" y="1916"/>
                    <a:pt x="482" y="2017"/>
                  </a:cubicBezTo>
                  <a:cubicBezTo>
                    <a:pt x="63" y="2204"/>
                    <a:pt x="0" y="2543"/>
                    <a:pt x="0" y="2543"/>
                  </a:cubicBezTo>
                  <a:cubicBezTo>
                    <a:pt x="277" y="2231"/>
                    <a:pt x="785" y="2168"/>
                    <a:pt x="786" y="2168"/>
                  </a:cubicBezTo>
                  <a:lnTo>
                    <a:pt x="786" y="2168"/>
                  </a:lnTo>
                  <a:cubicBezTo>
                    <a:pt x="143" y="2481"/>
                    <a:pt x="36" y="3034"/>
                    <a:pt x="36" y="3034"/>
                  </a:cubicBezTo>
                  <a:cubicBezTo>
                    <a:pt x="241" y="2811"/>
                    <a:pt x="643" y="2686"/>
                    <a:pt x="643" y="2686"/>
                  </a:cubicBezTo>
                  <a:lnTo>
                    <a:pt x="643" y="2686"/>
                  </a:lnTo>
                  <a:cubicBezTo>
                    <a:pt x="215" y="3016"/>
                    <a:pt x="90" y="3489"/>
                    <a:pt x="90" y="3489"/>
                  </a:cubicBezTo>
                  <a:cubicBezTo>
                    <a:pt x="366" y="3096"/>
                    <a:pt x="875" y="2918"/>
                    <a:pt x="875" y="2918"/>
                  </a:cubicBezTo>
                  <a:lnTo>
                    <a:pt x="875" y="2918"/>
                  </a:lnTo>
                  <a:cubicBezTo>
                    <a:pt x="661" y="3185"/>
                    <a:pt x="598" y="3551"/>
                    <a:pt x="598" y="3551"/>
                  </a:cubicBezTo>
                  <a:cubicBezTo>
                    <a:pt x="919" y="2802"/>
                    <a:pt x="1508" y="2686"/>
                    <a:pt x="1508" y="2686"/>
                  </a:cubicBezTo>
                  <a:lnTo>
                    <a:pt x="1508" y="2686"/>
                  </a:lnTo>
                  <a:cubicBezTo>
                    <a:pt x="928" y="2980"/>
                    <a:pt x="839" y="3756"/>
                    <a:pt x="839" y="3756"/>
                  </a:cubicBezTo>
                  <a:cubicBezTo>
                    <a:pt x="1107" y="3034"/>
                    <a:pt x="1633" y="2811"/>
                    <a:pt x="1633" y="2811"/>
                  </a:cubicBezTo>
                  <a:lnTo>
                    <a:pt x="1633" y="2811"/>
                  </a:lnTo>
                  <a:cubicBezTo>
                    <a:pt x="1071" y="3426"/>
                    <a:pt x="1294" y="4140"/>
                    <a:pt x="1294" y="4140"/>
                  </a:cubicBezTo>
                  <a:cubicBezTo>
                    <a:pt x="1294" y="3524"/>
                    <a:pt x="1588" y="3212"/>
                    <a:pt x="1588" y="3212"/>
                  </a:cubicBezTo>
                  <a:lnTo>
                    <a:pt x="1588" y="3212"/>
                  </a:lnTo>
                  <a:cubicBezTo>
                    <a:pt x="1464" y="3551"/>
                    <a:pt x="1517" y="3837"/>
                    <a:pt x="1517" y="3837"/>
                  </a:cubicBezTo>
                  <a:cubicBezTo>
                    <a:pt x="1642" y="3185"/>
                    <a:pt x="1999" y="2918"/>
                    <a:pt x="1999" y="2918"/>
                  </a:cubicBezTo>
                  <a:lnTo>
                    <a:pt x="1999" y="2918"/>
                  </a:lnTo>
                  <a:cubicBezTo>
                    <a:pt x="1785" y="3310"/>
                    <a:pt x="1820" y="3899"/>
                    <a:pt x="1820" y="3899"/>
                  </a:cubicBezTo>
                  <a:cubicBezTo>
                    <a:pt x="1927" y="3230"/>
                    <a:pt x="2266" y="2838"/>
                    <a:pt x="2266" y="2837"/>
                  </a:cubicBezTo>
                  <a:lnTo>
                    <a:pt x="2266" y="2837"/>
                  </a:lnTo>
                  <a:cubicBezTo>
                    <a:pt x="2008" y="3507"/>
                    <a:pt x="2284" y="4211"/>
                    <a:pt x="2284" y="4211"/>
                  </a:cubicBezTo>
                  <a:cubicBezTo>
                    <a:pt x="2195" y="3069"/>
                    <a:pt x="2695" y="2713"/>
                    <a:pt x="2695" y="2713"/>
                  </a:cubicBezTo>
                  <a:cubicBezTo>
                    <a:pt x="2695" y="2713"/>
                    <a:pt x="3194" y="3069"/>
                    <a:pt x="3105" y="4211"/>
                  </a:cubicBezTo>
                  <a:cubicBezTo>
                    <a:pt x="3105" y="4211"/>
                    <a:pt x="3382" y="3507"/>
                    <a:pt x="3114" y="2837"/>
                  </a:cubicBezTo>
                  <a:lnTo>
                    <a:pt x="3114" y="2837"/>
                  </a:lnTo>
                  <a:cubicBezTo>
                    <a:pt x="3114" y="2838"/>
                    <a:pt x="3453" y="3230"/>
                    <a:pt x="3560" y="3899"/>
                  </a:cubicBezTo>
                  <a:cubicBezTo>
                    <a:pt x="3560" y="3899"/>
                    <a:pt x="3605" y="3310"/>
                    <a:pt x="3390" y="2918"/>
                  </a:cubicBezTo>
                  <a:lnTo>
                    <a:pt x="3390" y="2918"/>
                  </a:lnTo>
                  <a:cubicBezTo>
                    <a:pt x="3391" y="2918"/>
                    <a:pt x="3747" y="3185"/>
                    <a:pt x="3872" y="3837"/>
                  </a:cubicBezTo>
                  <a:cubicBezTo>
                    <a:pt x="3872" y="3837"/>
                    <a:pt x="3926" y="3551"/>
                    <a:pt x="3801" y="3212"/>
                  </a:cubicBezTo>
                  <a:lnTo>
                    <a:pt x="3801" y="3212"/>
                  </a:lnTo>
                  <a:cubicBezTo>
                    <a:pt x="3801" y="3212"/>
                    <a:pt x="4095" y="3524"/>
                    <a:pt x="4095" y="4140"/>
                  </a:cubicBezTo>
                  <a:cubicBezTo>
                    <a:pt x="4095" y="4140"/>
                    <a:pt x="4318" y="3426"/>
                    <a:pt x="3747" y="2811"/>
                  </a:cubicBezTo>
                  <a:lnTo>
                    <a:pt x="3747" y="2811"/>
                  </a:lnTo>
                  <a:cubicBezTo>
                    <a:pt x="3747" y="2811"/>
                    <a:pt x="4274" y="3034"/>
                    <a:pt x="4550" y="3756"/>
                  </a:cubicBezTo>
                  <a:cubicBezTo>
                    <a:pt x="4550" y="3756"/>
                    <a:pt x="4452" y="2980"/>
                    <a:pt x="3881" y="2686"/>
                  </a:cubicBezTo>
                  <a:lnTo>
                    <a:pt x="3881" y="2686"/>
                  </a:lnTo>
                  <a:cubicBezTo>
                    <a:pt x="3881" y="2686"/>
                    <a:pt x="4470" y="2802"/>
                    <a:pt x="4791" y="3551"/>
                  </a:cubicBezTo>
                  <a:cubicBezTo>
                    <a:pt x="4791" y="3551"/>
                    <a:pt x="4729" y="3185"/>
                    <a:pt x="4515" y="2918"/>
                  </a:cubicBezTo>
                  <a:lnTo>
                    <a:pt x="4515" y="2918"/>
                  </a:lnTo>
                  <a:cubicBezTo>
                    <a:pt x="4515" y="2918"/>
                    <a:pt x="5014" y="3096"/>
                    <a:pt x="5300" y="3489"/>
                  </a:cubicBezTo>
                  <a:cubicBezTo>
                    <a:pt x="5300" y="3489"/>
                    <a:pt x="5166" y="3016"/>
                    <a:pt x="4746" y="2686"/>
                  </a:cubicBezTo>
                  <a:lnTo>
                    <a:pt x="4746" y="2686"/>
                  </a:lnTo>
                  <a:cubicBezTo>
                    <a:pt x="4747" y="2686"/>
                    <a:pt x="5139" y="2811"/>
                    <a:pt x="5353" y="3034"/>
                  </a:cubicBezTo>
                  <a:cubicBezTo>
                    <a:pt x="5353" y="3034"/>
                    <a:pt x="5246" y="2481"/>
                    <a:pt x="4604" y="2168"/>
                  </a:cubicBezTo>
                  <a:lnTo>
                    <a:pt x="4604" y="2168"/>
                  </a:lnTo>
                  <a:cubicBezTo>
                    <a:pt x="4604" y="2168"/>
                    <a:pt x="5103" y="2231"/>
                    <a:pt x="5380" y="2543"/>
                  </a:cubicBezTo>
                  <a:cubicBezTo>
                    <a:pt x="5380" y="2543"/>
                    <a:pt x="5326" y="2204"/>
                    <a:pt x="4898" y="2017"/>
                  </a:cubicBezTo>
                  <a:cubicBezTo>
                    <a:pt x="4672" y="1916"/>
                    <a:pt x="4431" y="1893"/>
                    <a:pt x="4256" y="1893"/>
                  </a:cubicBezTo>
                  <a:cubicBezTo>
                    <a:pt x="4107" y="1893"/>
                    <a:pt x="4006" y="1910"/>
                    <a:pt x="4006" y="1910"/>
                  </a:cubicBezTo>
                  <a:cubicBezTo>
                    <a:pt x="4006" y="1910"/>
                    <a:pt x="4158" y="1767"/>
                    <a:pt x="4470" y="1758"/>
                  </a:cubicBezTo>
                  <a:cubicBezTo>
                    <a:pt x="4490" y="1757"/>
                    <a:pt x="4510" y="1756"/>
                    <a:pt x="4530" y="1756"/>
                  </a:cubicBezTo>
                  <a:cubicBezTo>
                    <a:pt x="4861" y="1756"/>
                    <a:pt x="5140" y="1895"/>
                    <a:pt x="5308" y="2106"/>
                  </a:cubicBezTo>
                  <a:cubicBezTo>
                    <a:pt x="5308" y="2106"/>
                    <a:pt x="5237" y="1776"/>
                    <a:pt x="4871" y="1606"/>
                  </a:cubicBezTo>
                  <a:cubicBezTo>
                    <a:pt x="4746" y="1550"/>
                    <a:pt x="4598" y="1531"/>
                    <a:pt x="4455" y="1531"/>
                  </a:cubicBezTo>
                  <a:cubicBezTo>
                    <a:pt x="4170" y="1531"/>
                    <a:pt x="3908" y="1606"/>
                    <a:pt x="3908" y="1606"/>
                  </a:cubicBezTo>
                  <a:cubicBezTo>
                    <a:pt x="3908" y="1606"/>
                    <a:pt x="4149" y="1330"/>
                    <a:pt x="4702" y="1232"/>
                  </a:cubicBezTo>
                  <a:cubicBezTo>
                    <a:pt x="4702" y="1232"/>
                    <a:pt x="4645" y="1226"/>
                    <a:pt x="4555" y="1226"/>
                  </a:cubicBezTo>
                  <a:cubicBezTo>
                    <a:pt x="4419" y="1226"/>
                    <a:pt x="4209" y="1239"/>
                    <a:pt x="4006" y="1303"/>
                  </a:cubicBezTo>
                  <a:cubicBezTo>
                    <a:pt x="4006" y="1303"/>
                    <a:pt x="4283" y="937"/>
                    <a:pt x="5077" y="910"/>
                  </a:cubicBezTo>
                  <a:cubicBezTo>
                    <a:pt x="5077" y="910"/>
                    <a:pt x="4922" y="853"/>
                    <a:pt x="4632" y="853"/>
                  </a:cubicBezTo>
                  <a:cubicBezTo>
                    <a:pt x="4560" y="853"/>
                    <a:pt x="4479" y="857"/>
                    <a:pt x="4390" y="866"/>
                  </a:cubicBezTo>
                  <a:cubicBezTo>
                    <a:pt x="3935" y="902"/>
                    <a:pt x="3640" y="1142"/>
                    <a:pt x="3640" y="1142"/>
                  </a:cubicBezTo>
                  <a:cubicBezTo>
                    <a:pt x="3640" y="1142"/>
                    <a:pt x="3979" y="687"/>
                    <a:pt x="4506" y="527"/>
                  </a:cubicBezTo>
                  <a:lnTo>
                    <a:pt x="4506" y="527"/>
                  </a:lnTo>
                  <a:cubicBezTo>
                    <a:pt x="4505" y="527"/>
                    <a:pt x="3685" y="527"/>
                    <a:pt x="3266" y="1098"/>
                  </a:cubicBezTo>
                  <a:cubicBezTo>
                    <a:pt x="3266" y="1098"/>
                    <a:pt x="3382" y="500"/>
                    <a:pt x="4006" y="72"/>
                  </a:cubicBezTo>
                  <a:lnTo>
                    <a:pt x="4006" y="72"/>
                  </a:lnTo>
                  <a:cubicBezTo>
                    <a:pt x="4006" y="72"/>
                    <a:pt x="3444" y="259"/>
                    <a:pt x="3096" y="839"/>
                  </a:cubicBezTo>
                  <a:cubicBezTo>
                    <a:pt x="3096" y="839"/>
                    <a:pt x="3159" y="473"/>
                    <a:pt x="3283" y="1"/>
                  </a:cubicBezTo>
                  <a:lnTo>
                    <a:pt x="3283" y="1"/>
                  </a:lnTo>
                  <a:cubicBezTo>
                    <a:pt x="3283" y="1"/>
                    <a:pt x="2837" y="295"/>
                    <a:pt x="2695" y="919"/>
                  </a:cubicBezTo>
                  <a:cubicBezTo>
                    <a:pt x="2552" y="295"/>
                    <a:pt x="2106" y="1"/>
                    <a:pt x="2106" y="1"/>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178"/>
            <p:cNvSpPr/>
            <p:nvPr/>
          </p:nvSpPr>
          <p:spPr>
            <a:xfrm>
              <a:off x="4310688" y="3022281"/>
              <a:ext cx="169309" cy="132633"/>
            </a:xfrm>
            <a:custGeom>
              <a:rect b="b" l="l" r="r" t="t"/>
              <a:pathLst>
                <a:path extrusionOk="0" h="2517" w="3213">
                  <a:moveTo>
                    <a:pt x="1955" y="1"/>
                  </a:moveTo>
                  <a:cubicBezTo>
                    <a:pt x="1954" y="1"/>
                    <a:pt x="1687" y="179"/>
                    <a:pt x="1607" y="554"/>
                  </a:cubicBezTo>
                  <a:cubicBezTo>
                    <a:pt x="1517" y="179"/>
                    <a:pt x="1250" y="1"/>
                    <a:pt x="1250" y="1"/>
                  </a:cubicBezTo>
                  <a:lnTo>
                    <a:pt x="1250" y="1"/>
                  </a:lnTo>
                  <a:cubicBezTo>
                    <a:pt x="1330" y="286"/>
                    <a:pt x="1366" y="500"/>
                    <a:pt x="1366" y="500"/>
                  </a:cubicBezTo>
                  <a:cubicBezTo>
                    <a:pt x="1152" y="161"/>
                    <a:pt x="822" y="45"/>
                    <a:pt x="822" y="45"/>
                  </a:cubicBezTo>
                  <a:lnTo>
                    <a:pt x="822" y="45"/>
                  </a:lnTo>
                  <a:cubicBezTo>
                    <a:pt x="1196" y="304"/>
                    <a:pt x="1259" y="661"/>
                    <a:pt x="1259" y="661"/>
                  </a:cubicBezTo>
                  <a:cubicBezTo>
                    <a:pt x="1009" y="322"/>
                    <a:pt x="527" y="313"/>
                    <a:pt x="527" y="313"/>
                  </a:cubicBezTo>
                  <a:lnTo>
                    <a:pt x="527" y="313"/>
                  </a:lnTo>
                  <a:cubicBezTo>
                    <a:pt x="839" y="411"/>
                    <a:pt x="1045" y="688"/>
                    <a:pt x="1045" y="688"/>
                  </a:cubicBezTo>
                  <a:cubicBezTo>
                    <a:pt x="1045" y="688"/>
                    <a:pt x="866" y="545"/>
                    <a:pt x="590" y="518"/>
                  </a:cubicBezTo>
                  <a:cubicBezTo>
                    <a:pt x="536" y="513"/>
                    <a:pt x="488" y="511"/>
                    <a:pt x="444" y="511"/>
                  </a:cubicBezTo>
                  <a:cubicBezTo>
                    <a:pt x="271" y="511"/>
                    <a:pt x="179" y="545"/>
                    <a:pt x="179" y="545"/>
                  </a:cubicBezTo>
                  <a:cubicBezTo>
                    <a:pt x="661" y="563"/>
                    <a:pt x="822" y="777"/>
                    <a:pt x="822" y="777"/>
                  </a:cubicBezTo>
                  <a:cubicBezTo>
                    <a:pt x="711" y="743"/>
                    <a:pt x="601" y="736"/>
                    <a:pt x="522" y="736"/>
                  </a:cubicBezTo>
                  <a:cubicBezTo>
                    <a:pt x="455" y="736"/>
                    <a:pt x="411" y="741"/>
                    <a:pt x="411" y="741"/>
                  </a:cubicBezTo>
                  <a:cubicBezTo>
                    <a:pt x="732" y="795"/>
                    <a:pt x="875" y="964"/>
                    <a:pt x="875" y="964"/>
                  </a:cubicBezTo>
                  <a:cubicBezTo>
                    <a:pt x="875" y="964"/>
                    <a:pt x="720" y="917"/>
                    <a:pt x="551" y="917"/>
                  </a:cubicBezTo>
                  <a:cubicBezTo>
                    <a:pt x="467" y="917"/>
                    <a:pt x="378" y="929"/>
                    <a:pt x="304" y="964"/>
                  </a:cubicBezTo>
                  <a:cubicBezTo>
                    <a:pt x="90" y="1062"/>
                    <a:pt x="45" y="1259"/>
                    <a:pt x="45" y="1259"/>
                  </a:cubicBezTo>
                  <a:cubicBezTo>
                    <a:pt x="147" y="1132"/>
                    <a:pt x="313" y="1053"/>
                    <a:pt x="513" y="1053"/>
                  </a:cubicBezTo>
                  <a:cubicBezTo>
                    <a:pt x="523" y="1053"/>
                    <a:pt x="534" y="1053"/>
                    <a:pt x="545" y="1053"/>
                  </a:cubicBezTo>
                  <a:cubicBezTo>
                    <a:pt x="732" y="1053"/>
                    <a:pt x="822" y="1143"/>
                    <a:pt x="822" y="1143"/>
                  </a:cubicBezTo>
                  <a:cubicBezTo>
                    <a:pt x="822" y="1143"/>
                    <a:pt x="758" y="1130"/>
                    <a:pt x="663" y="1130"/>
                  </a:cubicBezTo>
                  <a:cubicBezTo>
                    <a:pt x="560" y="1130"/>
                    <a:pt x="421" y="1145"/>
                    <a:pt x="286" y="1205"/>
                  </a:cubicBezTo>
                  <a:cubicBezTo>
                    <a:pt x="37" y="1312"/>
                    <a:pt x="1" y="1517"/>
                    <a:pt x="1" y="1517"/>
                  </a:cubicBezTo>
                  <a:cubicBezTo>
                    <a:pt x="170" y="1330"/>
                    <a:pt x="465" y="1294"/>
                    <a:pt x="465" y="1294"/>
                  </a:cubicBezTo>
                  <a:lnTo>
                    <a:pt x="465" y="1294"/>
                  </a:lnTo>
                  <a:cubicBezTo>
                    <a:pt x="81" y="1482"/>
                    <a:pt x="19" y="1812"/>
                    <a:pt x="19" y="1812"/>
                  </a:cubicBezTo>
                  <a:cubicBezTo>
                    <a:pt x="144" y="1678"/>
                    <a:pt x="384" y="1607"/>
                    <a:pt x="384" y="1607"/>
                  </a:cubicBezTo>
                  <a:lnTo>
                    <a:pt x="384" y="1607"/>
                  </a:lnTo>
                  <a:cubicBezTo>
                    <a:pt x="126" y="1803"/>
                    <a:pt x="54" y="2079"/>
                    <a:pt x="54" y="2079"/>
                  </a:cubicBezTo>
                  <a:cubicBezTo>
                    <a:pt x="215" y="1847"/>
                    <a:pt x="518" y="1740"/>
                    <a:pt x="518" y="1740"/>
                  </a:cubicBezTo>
                  <a:lnTo>
                    <a:pt x="518" y="1740"/>
                  </a:lnTo>
                  <a:cubicBezTo>
                    <a:pt x="393" y="1901"/>
                    <a:pt x="349" y="2115"/>
                    <a:pt x="349" y="2115"/>
                  </a:cubicBezTo>
                  <a:cubicBezTo>
                    <a:pt x="545" y="1678"/>
                    <a:pt x="893" y="1607"/>
                    <a:pt x="893" y="1607"/>
                  </a:cubicBezTo>
                  <a:lnTo>
                    <a:pt x="893" y="1607"/>
                  </a:lnTo>
                  <a:cubicBezTo>
                    <a:pt x="554" y="1785"/>
                    <a:pt x="500" y="2249"/>
                    <a:pt x="500" y="2249"/>
                  </a:cubicBezTo>
                  <a:cubicBezTo>
                    <a:pt x="661" y="1812"/>
                    <a:pt x="973" y="1678"/>
                    <a:pt x="973" y="1678"/>
                  </a:cubicBezTo>
                  <a:lnTo>
                    <a:pt x="973" y="1678"/>
                  </a:lnTo>
                  <a:cubicBezTo>
                    <a:pt x="634" y="2053"/>
                    <a:pt x="768" y="2472"/>
                    <a:pt x="768" y="2472"/>
                  </a:cubicBezTo>
                  <a:cubicBezTo>
                    <a:pt x="768" y="2106"/>
                    <a:pt x="946" y="1919"/>
                    <a:pt x="946" y="1919"/>
                  </a:cubicBezTo>
                  <a:lnTo>
                    <a:pt x="946" y="1919"/>
                  </a:lnTo>
                  <a:cubicBezTo>
                    <a:pt x="866" y="2124"/>
                    <a:pt x="902" y="2293"/>
                    <a:pt x="902" y="2293"/>
                  </a:cubicBezTo>
                  <a:cubicBezTo>
                    <a:pt x="973" y="1901"/>
                    <a:pt x="1187" y="1749"/>
                    <a:pt x="1187" y="1749"/>
                  </a:cubicBezTo>
                  <a:lnTo>
                    <a:pt x="1187" y="1749"/>
                  </a:lnTo>
                  <a:cubicBezTo>
                    <a:pt x="1062" y="1972"/>
                    <a:pt x="1089" y="2329"/>
                    <a:pt x="1089" y="2329"/>
                  </a:cubicBezTo>
                  <a:cubicBezTo>
                    <a:pt x="1152" y="1928"/>
                    <a:pt x="1357" y="1696"/>
                    <a:pt x="1357" y="1696"/>
                  </a:cubicBezTo>
                  <a:lnTo>
                    <a:pt x="1357" y="1696"/>
                  </a:lnTo>
                  <a:cubicBezTo>
                    <a:pt x="1196" y="2088"/>
                    <a:pt x="1357" y="2517"/>
                    <a:pt x="1357" y="2517"/>
                  </a:cubicBezTo>
                  <a:cubicBezTo>
                    <a:pt x="1303" y="1830"/>
                    <a:pt x="1607" y="1624"/>
                    <a:pt x="1607" y="1624"/>
                  </a:cubicBezTo>
                  <a:cubicBezTo>
                    <a:pt x="1607" y="1624"/>
                    <a:pt x="1901" y="1830"/>
                    <a:pt x="1847" y="2517"/>
                  </a:cubicBezTo>
                  <a:cubicBezTo>
                    <a:pt x="1847" y="2517"/>
                    <a:pt x="2017" y="2088"/>
                    <a:pt x="1856" y="1696"/>
                  </a:cubicBezTo>
                  <a:lnTo>
                    <a:pt x="1856" y="1696"/>
                  </a:lnTo>
                  <a:cubicBezTo>
                    <a:pt x="1856" y="1696"/>
                    <a:pt x="2062" y="1928"/>
                    <a:pt x="2124" y="2329"/>
                  </a:cubicBezTo>
                  <a:cubicBezTo>
                    <a:pt x="2124" y="2329"/>
                    <a:pt x="2151" y="1972"/>
                    <a:pt x="2017" y="1749"/>
                  </a:cubicBezTo>
                  <a:lnTo>
                    <a:pt x="2017" y="1749"/>
                  </a:lnTo>
                  <a:cubicBezTo>
                    <a:pt x="2017" y="1749"/>
                    <a:pt x="2231" y="1901"/>
                    <a:pt x="2302" y="2293"/>
                  </a:cubicBezTo>
                  <a:cubicBezTo>
                    <a:pt x="2302" y="2293"/>
                    <a:pt x="2338" y="2124"/>
                    <a:pt x="2267" y="1919"/>
                  </a:cubicBezTo>
                  <a:lnTo>
                    <a:pt x="2267" y="1919"/>
                  </a:lnTo>
                  <a:cubicBezTo>
                    <a:pt x="2267" y="1919"/>
                    <a:pt x="2436" y="2106"/>
                    <a:pt x="2436" y="2472"/>
                  </a:cubicBezTo>
                  <a:cubicBezTo>
                    <a:pt x="2436" y="2472"/>
                    <a:pt x="2570" y="2053"/>
                    <a:pt x="2240" y="1678"/>
                  </a:cubicBezTo>
                  <a:lnTo>
                    <a:pt x="2240" y="1678"/>
                  </a:lnTo>
                  <a:cubicBezTo>
                    <a:pt x="2240" y="1678"/>
                    <a:pt x="2552" y="1812"/>
                    <a:pt x="2713" y="2249"/>
                  </a:cubicBezTo>
                  <a:cubicBezTo>
                    <a:pt x="2713" y="2249"/>
                    <a:pt x="2659" y="1785"/>
                    <a:pt x="2311" y="1607"/>
                  </a:cubicBezTo>
                  <a:lnTo>
                    <a:pt x="2311" y="1607"/>
                  </a:lnTo>
                  <a:cubicBezTo>
                    <a:pt x="2311" y="1607"/>
                    <a:pt x="2668" y="1678"/>
                    <a:pt x="2856" y="2115"/>
                  </a:cubicBezTo>
                  <a:cubicBezTo>
                    <a:pt x="2856" y="2115"/>
                    <a:pt x="2820" y="1901"/>
                    <a:pt x="2695" y="1740"/>
                  </a:cubicBezTo>
                  <a:lnTo>
                    <a:pt x="2695" y="1740"/>
                  </a:lnTo>
                  <a:cubicBezTo>
                    <a:pt x="2695" y="1740"/>
                    <a:pt x="2989" y="1847"/>
                    <a:pt x="3159" y="2079"/>
                  </a:cubicBezTo>
                  <a:cubicBezTo>
                    <a:pt x="3159" y="2079"/>
                    <a:pt x="3079" y="1803"/>
                    <a:pt x="2829" y="1607"/>
                  </a:cubicBezTo>
                  <a:lnTo>
                    <a:pt x="2829" y="1607"/>
                  </a:lnTo>
                  <a:cubicBezTo>
                    <a:pt x="2829" y="1607"/>
                    <a:pt x="3070" y="1678"/>
                    <a:pt x="3195" y="1812"/>
                  </a:cubicBezTo>
                  <a:cubicBezTo>
                    <a:pt x="3195" y="1812"/>
                    <a:pt x="3132" y="1482"/>
                    <a:pt x="2740" y="1294"/>
                  </a:cubicBezTo>
                  <a:lnTo>
                    <a:pt x="2740" y="1294"/>
                  </a:lnTo>
                  <a:cubicBezTo>
                    <a:pt x="2740" y="1294"/>
                    <a:pt x="3043" y="1330"/>
                    <a:pt x="3212" y="1517"/>
                  </a:cubicBezTo>
                  <a:cubicBezTo>
                    <a:pt x="3212" y="1517"/>
                    <a:pt x="3177" y="1312"/>
                    <a:pt x="2927" y="1205"/>
                  </a:cubicBezTo>
                  <a:cubicBezTo>
                    <a:pt x="2792" y="1145"/>
                    <a:pt x="2653" y="1130"/>
                    <a:pt x="2550" y="1130"/>
                  </a:cubicBezTo>
                  <a:cubicBezTo>
                    <a:pt x="2455" y="1130"/>
                    <a:pt x="2392" y="1143"/>
                    <a:pt x="2392" y="1143"/>
                  </a:cubicBezTo>
                  <a:cubicBezTo>
                    <a:pt x="2392" y="1143"/>
                    <a:pt x="2481" y="1053"/>
                    <a:pt x="2668" y="1053"/>
                  </a:cubicBezTo>
                  <a:cubicBezTo>
                    <a:pt x="2679" y="1053"/>
                    <a:pt x="2690" y="1053"/>
                    <a:pt x="2700" y="1053"/>
                  </a:cubicBezTo>
                  <a:cubicBezTo>
                    <a:pt x="2900" y="1053"/>
                    <a:pt x="3066" y="1132"/>
                    <a:pt x="3168" y="1259"/>
                  </a:cubicBezTo>
                  <a:cubicBezTo>
                    <a:pt x="3168" y="1259"/>
                    <a:pt x="3123" y="1062"/>
                    <a:pt x="2900" y="964"/>
                  </a:cubicBezTo>
                  <a:cubicBezTo>
                    <a:pt x="2826" y="929"/>
                    <a:pt x="2738" y="917"/>
                    <a:pt x="2653" y="917"/>
                  </a:cubicBezTo>
                  <a:cubicBezTo>
                    <a:pt x="2484" y="917"/>
                    <a:pt x="2329" y="964"/>
                    <a:pt x="2329" y="964"/>
                  </a:cubicBezTo>
                  <a:cubicBezTo>
                    <a:pt x="2329" y="964"/>
                    <a:pt x="2472" y="795"/>
                    <a:pt x="2802" y="741"/>
                  </a:cubicBezTo>
                  <a:cubicBezTo>
                    <a:pt x="2802" y="741"/>
                    <a:pt x="2756" y="736"/>
                    <a:pt x="2688" y="736"/>
                  </a:cubicBezTo>
                  <a:cubicBezTo>
                    <a:pt x="2608" y="736"/>
                    <a:pt x="2497" y="743"/>
                    <a:pt x="2392" y="777"/>
                  </a:cubicBezTo>
                  <a:cubicBezTo>
                    <a:pt x="2392" y="777"/>
                    <a:pt x="2552" y="563"/>
                    <a:pt x="3025" y="545"/>
                  </a:cubicBezTo>
                  <a:cubicBezTo>
                    <a:pt x="3025" y="545"/>
                    <a:pt x="2934" y="511"/>
                    <a:pt x="2760" y="511"/>
                  </a:cubicBezTo>
                  <a:cubicBezTo>
                    <a:pt x="2717" y="511"/>
                    <a:pt x="2668" y="513"/>
                    <a:pt x="2615" y="518"/>
                  </a:cubicBezTo>
                  <a:cubicBezTo>
                    <a:pt x="2347" y="545"/>
                    <a:pt x="2169" y="688"/>
                    <a:pt x="2169" y="688"/>
                  </a:cubicBezTo>
                  <a:cubicBezTo>
                    <a:pt x="2169" y="688"/>
                    <a:pt x="2374" y="411"/>
                    <a:pt x="2686" y="313"/>
                  </a:cubicBezTo>
                  <a:lnTo>
                    <a:pt x="2686" y="313"/>
                  </a:lnTo>
                  <a:cubicBezTo>
                    <a:pt x="2686" y="313"/>
                    <a:pt x="2195" y="322"/>
                    <a:pt x="1946" y="661"/>
                  </a:cubicBezTo>
                  <a:cubicBezTo>
                    <a:pt x="1946" y="661"/>
                    <a:pt x="2017" y="304"/>
                    <a:pt x="2392" y="45"/>
                  </a:cubicBezTo>
                  <a:lnTo>
                    <a:pt x="2392" y="45"/>
                  </a:lnTo>
                  <a:cubicBezTo>
                    <a:pt x="2392" y="45"/>
                    <a:pt x="2053" y="161"/>
                    <a:pt x="1847" y="500"/>
                  </a:cubicBezTo>
                  <a:cubicBezTo>
                    <a:pt x="1847" y="500"/>
                    <a:pt x="1883" y="286"/>
                    <a:pt x="1955"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9" name="Google Shape;11699;p178"/>
          <p:cNvGrpSpPr/>
          <p:nvPr/>
        </p:nvGrpSpPr>
        <p:grpSpPr>
          <a:xfrm flipH="1">
            <a:off x="-474830" y="3394452"/>
            <a:ext cx="3811271" cy="1774265"/>
            <a:chOff x="3941272" y="2174315"/>
            <a:chExt cx="694107" cy="322470"/>
          </a:xfrm>
        </p:grpSpPr>
        <p:sp>
          <p:nvSpPr>
            <p:cNvPr id="11700" name="Google Shape;11700;p178"/>
            <p:cNvSpPr/>
            <p:nvPr/>
          </p:nvSpPr>
          <p:spPr>
            <a:xfrm>
              <a:off x="3941272" y="2269259"/>
              <a:ext cx="624456" cy="227524"/>
            </a:xfrm>
            <a:custGeom>
              <a:rect b="b" l="l" r="r" t="t"/>
              <a:pathLst>
                <a:path extrusionOk="0" h="6264" w="17192">
                  <a:moveTo>
                    <a:pt x="17192" y="1"/>
                  </a:moveTo>
                  <a:lnTo>
                    <a:pt x="14453" y="1178"/>
                  </a:lnTo>
                  <a:lnTo>
                    <a:pt x="13008" y="2454"/>
                  </a:lnTo>
                  <a:lnTo>
                    <a:pt x="10626" y="2989"/>
                  </a:lnTo>
                  <a:lnTo>
                    <a:pt x="9600" y="3364"/>
                  </a:lnTo>
                  <a:lnTo>
                    <a:pt x="7655" y="3569"/>
                  </a:lnTo>
                  <a:lnTo>
                    <a:pt x="6290" y="4648"/>
                  </a:lnTo>
                  <a:lnTo>
                    <a:pt x="2499" y="5103"/>
                  </a:lnTo>
                  <a:lnTo>
                    <a:pt x="1" y="6263"/>
                  </a:lnTo>
                  <a:lnTo>
                    <a:pt x="17192" y="6263"/>
                  </a:lnTo>
                  <a:lnTo>
                    <a:pt x="1719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178"/>
            <p:cNvSpPr/>
            <p:nvPr/>
          </p:nvSpPr>
          <p:spPr>
            <a:xfrm>
              <a:off x="4064111" y="2380402"/>
              <a:ext cx="501614" cy="116377"/>
            </a:xfrm>
            <a:custGeom>
              <a:rect b="b" l="l" r="r" t="t"/>
              <a:pathLst>
                <a:path extrusionOk="0" h="3204" w="13810">
                  <a:moveTo>
                    <a:pt x="12249" y="0"/>
                  </a:moveTo>
                  <a:lnTo>
                    <a:pt x="10268" y="250"/>
                  </a:lnTo>
                  <a:lnTo>
                    <a:pt x="7565" y="616"/>
                  </a:lnTo>
                  <a:lnTo>
                    <a:pt x="5647" y="1472"/>
                  </a:lnTo>
                  <a:lnTo>
                    <a:pt x="1133" y="2427"/>
                  </a:lnTo>
                  <a:lnTo>
                    <a:pt x="0" y="3203"/>
                  </a:lnTo>
                  <a:lnTo>
                    <a:pt x="3229" y="3203"/>
                  </a:lnTo>
                  <a:lnTo>
                    <a:pt x="5219" y="2704"/>
                  </a:lnTo>
                  <a:lnTo>
                    <a:pt x="6637" y="1927"/>
                  </a:lnTo>
                  <a:lnTo>
                    <a:pt x="7333" y="1687"/>
                  </a:lnTo>
                  <a:lnTo>
                    <a:pt x="7815" y="1472"/>
                  </a:lnTo>
                  <a:lnTo>
                    <a:pt x="9260" y="1954"/>
                  </a:lnTo>
                  <a:lnTo>
                    <a:pt x="10438" y="1838"/>
                  </a:lnTo>
                  <a:lnTo>
                    <a:pt x="10812" y="1767"/>
                  </a:lnTo>
                  <a:lnTo>
                    <a:pt x="11597" y="1472"/>
                  </a:lnTo>
                  <a:lnTo>
                    <a:pt x="13810" y="1562"/>
                  </a:lnTo>
                  <a:lnTo>
                    <a:pt x="13810" y="0"/>
                  </a:lnTo>
                  <a:lnTo>
                    <a:pt x="12989" y="72"/>
                  </a:lnTo>
                  <a:lnTo>
                    <a:pt x="1224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178"/>
            <p:cNvSpPr/>
            <p:nvPr/>
          </p:nvSpPr>
          <p:spPr>
            <a:xfrm>
              <a:off x="3941272" y="2269259"/>
              <a:ext cx="624456" cy="227524"/>
            </a:xfrm>
            <a:custGeom>
              <a:rect b="b" l="l" r="r" t="t"/>
              <a:pathLst>
                <a:path extrusionOk="0" h="6264" w="17192">
                  <a:moveTo>
                    <a:pt x="17192" y="1"/>
                  </a:moveTo>
                  <a:lnTo>
                    <a:pt x="14453" y="1178"/>
                  </a:lnTo>
                  <a:lnTo>
                    <a:pt x="13008" y="2454"/>
                  </a:lnTo>
                  <a:lnTo>
                    <a:pt x="10626" y="2989"/>
                  </a:lnTo>
                  <a:lnTo>
                    <a:pt x="9600" y="3364"/>
                  </a:lnTo>
                  <a:lnTo>
                    <a:pt x="7655" y="3569"/>
                  </a:lnTo>
                  <a:lnTo>
                    <a:pt x="6290" y="4648"/>
                  </a:lnTo>
                  <a:lnTo>
                    <a:pt x="2499" y="5103"/>
                  </a:lnTo>
                  <a:lnTo>
                    <a:pt x="1" y="6263"/>
                  </a:lnTo>
                  <a:lnTo>
                    <a:pt x="3614" y="6263"/>
                  </a:lnTo>
                  <a:lnTo>
                    <a:pt x="7718" y="5701"/>
                  </a:lnTo>
                  <a:lnTo>
                    <a:pt x="10947" y="4354"/>
                  </a:lnTo>
                  <a:lnTo>
                    <a:pt x="13632" y="4604"/>
                  </a:lnTo>
                  <a:lnTo>
                    <a:pt x="14819" y="4229"/>
                  </a:lnTo>
                  <a:lnTo>
                    <a:pt x="17192" y="4622"/>
                  </a:lnTo>
                  <a:lnTo>
                    <a:pt x="1719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178"/>
            <p:cNvSpPr/>
            <p:nvPr/>
          </p:nvSpPr>
          <p:spPr>
            <a:xfrm>
              <a:off x="4072501" y="2392061"/>
              <a:ext cx="493223" cy="104718"/>
            </a:xfrm>
            <a:custGeom>
              <a:rect b="b" l="l" r="r" t="t"/>
              <a:pathLst>
                <a:path extrusionOk="0" h="2883" w="13579">
                  <a:moveTo>
                    <a:pt x="13579" y="1"/>
                  </a:moveTo>
                  <a:lnTo>
                    <a:pt x="12392" y="357"/>
                  </a:lnTo>
                  <a:lnTo>
                    <a:pt x="11108" y="250"/>
                  </a:lnTo>
                  <a:lnTo>
                    <a:pt x="9100" y="848"/>
                  </a:lnTo>
                  <a:lnTo>
                    <a:pt x="7013" y="536"/>
                  </a:lnTo>
                  <a:lnTo>
                    <a:pt x="5354" y="1473"/>
                  </a:lnTo>
                  <a:lnTo>
                    <a:pt x="4105" y="2052"/>
                  </a:lnTo>
                  <a:lnTo>
                    <a:pt x="2499" y="2052"/>
                  </a:lnTo>
                  <a:lnTo>
                    <a:pt x="1" y="2882"/>
                  </a:lnTo>
                  <a:lnTo>
                    <a:pt x="4105" y="2320"/>
                  </a:lnTo>
                  <a:lnTo>
                    <a:pt x="7334" y="973"/>
                  </a:lnTo>
                  <a:lnTo>
                    <a:pt x="10019" y="1223"/>
                  </a:lnTo>
                  <a:lnTo>
                    <a:pt x="11206" y="848"/>
                  </a:lnTo>
                  <a:lnTo>
                    <a:pt x="13579" y="1241"/>
                  </a:lnTo>
                  <a:lnTo>
                    <a:pt x="13579"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178"/>
            <p:cNvSpPr/>
            <p:nvPr/>
          </p:nvSpPr>
          <p:spPr>
            <a:xfrm>
              <a:off x="4314874" y="2449413"/>
              <a:ext cx="207765" cy="47365"/>
            </a:xfrm>
            <a:custGeom>
              <a:rect b="b" l="l" r="r" t="t"/>
              <a:pathLst>
                <a:path extrusionOk="0" h="1304" w="5720">
                  <a:moveTo>
                    <a:pt x="188" y="375"/>
                  </a:moveTo>
                  <a:lnTo>
                    <a:pt x="1" y="1303"/>
                  </a:lnTo>
                  <a:lnTo>
                    <a:pt x="304" y="1303"/>
                  </a:lnTo>
                  <a:lnTo>
                    <a:pt x="188" y="375"/>
                  </a:lnTo>
                  <a:close/>
                  <a:moveTo>
                    <a:pt x="4533" y="1"/>
                  </a:moveTo>
                  <a:lnTo>
                    <a:pt x="4167" y="1303"/>
                  </a:lnTo>
                  <a:lnTo>
                    <a:pt x="5719" y="1303"/>
                  </a:lnTo>
                  <a:lnTo>
                    <a:pt x="4845" y="857"/>
                  </a:lnTo>
                  <a:lnTo>
                    <a:pt x="4533"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178"/>
            <p:cNvSpPr/>
            <p:nvPr/>
          </p:nvSpPr>
          <p:spPr>
            <a:xfrm>
              <a:off x="4120809" y="2209002"/>
              <a:ext cx="444914" cy="22048"/>
            </a:xfrm>
            <a:custGeom>
              <a:rect b="b" l="l" r="r" t="t"/>
              <a:pathLst>
                <a:path extrusionOk="0" h="607" w="12249">
                  <a:moveTo>
                    <a:pt x="0" y="0"/>
                  </a:moveTo>
                  <a:lnTo>
                    <a:pt x="0" y="607"/>
                  </a:lnTo>
                  <a:lnTo>
                    <a:pt x="12249" y="607"/>
                  </a:lnTo>
                  <a:lnTo>
                    <a:pt x="12249"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178"/>
            <p:cNvSpPr/>
            <p:nvPr/>
          </p:nvSpPr>
          <p:spPr>
            <a:xfrm>
              <a:off x="4120809" y="2223240"/>
              <a:ext cx="444914" cy="7809"/>
            </a:xfrm>
            <a:custGeom>
              <a:rect b="b" l="l" r="r" t="t"/>
              <a:pathLst>
                <a:path extrusionOk="0" h="215" w="12249">
                  <a:moveTo>
                    <a:pt x="0" y="1"/>
                  </a:moveTo>
                  <a:lnTo>
                    <a:pt x="0" y="215"/>
                  </a:lnTo>
                  <a:lnTo>
                    <a:pt x="12249" y="215"/>
                  </a:lnTo>
                  <a:lnTo>
                    <a:pt x="12249"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178"/>
            <p:cNvSpPr/>
            <p:nvPr/>
          </p:nvSpPr>
          <p:spPr>
            <a:xfrm>
              <a:off x="4007377" y="2420901"/>
              <a:ext cx="558349" cy="22084"/>
            </a:xfrm>
            <a:custGeom>
              <a:rect b="b" l="l" r="r" t="t"/>
              <a:pathLst>
                <a:path extrusionOk="0" h="608" w="15372">
                  <a:moveTo>
                    <a:pt x="1" y="1"/>
                  </a:moveTo>
                  <a:lnTo>
                    <a:pt x="1" y="607"/>
                  </a:lnTo>
                  <a:lnTo>
                    <a:pt x="15372" y="607"/>
                  </a:lnTo>
                  <a:lnTo>
                    <a:pt x="15372"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178"/>
            <p:cNvSpPr/>
            <p:nvPr/>
          </p:nvSpPr>
          <p:spPr>
            <a:xfrm>
              <a:off x="4007377" y="2420901"/>
              <a:ext cx="558349" cy="4577"/>
            </a:xfrm>
            <a:custGeom>
              <a:rect b="b" l="l" r="r" t="t"/>
              <a:pathLst>
                <a:path extrusionOk="0" h="126" w="15372">
                  <a:moveTo>
                    <a:pt x="1" y="1"/>
                  </a:moveTo>
                  <a:lnTo>
                    <a:pt x="1" y="125"/>
                  </a:lnTo>
                  <a:lnTo>
                    <a:pt x="15372" y="125"/>
                  </a:lnTo>
                  <a:lnTo>
                    <a:pt x="1537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178"/>
            <p:cNvSpPr/>
            <p:nvPr/>
          </p:nvSpPr>
          <p:spPr>
            <a:xfrm>
              <a:off x="4007377" y="2442948"/>
              <a:ext cx="558349" cy="53830"/>
            </a:xfrm>
            <a:custGeom>
              <a:rect b="b" l="l" r="r" t="t"/>
              <a:pathLst>
                <a:path extrusionOk="0" h="1482" w="15372">
                  <a:moveTo>
                    <a:pt x="1" y="0"/>
                  </a:moveTo>
                  <a:lnTo>
                    <a:pt x="1" y="1481"/>
                  </a:lnTo>
                  <a:lnTo>
                    <a:pt x="15372" y="1481"/>
                  </a:lnTo>
                  <a:lnTo>
                    <a:pt x="1537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178"/>
            <p:cNvSpPr/>
            <p:nvPr/>
          </p:nvSpPr>
          <p:spPr>
            <a:xfrm>
              <a:off x="4007377" y="2434848"/>
              <a:ext cx="558349" cy="8136"/>
            </a:xfrm>
            <a:custGeom>
              <a:rect b="b" l="l" r="r" t="t"/>
              <a:pathLst>
                <a:path extrusionOk="0" h="224" w="15372">
                  <a:moveTo>
                    <a:pt x="1" y="0"/>
                  </a:moveTo>
                  <a:lnTo>
                    <a:pt x="1" y="223"/>
                  </a:lnTo>
                  <a:lnTo>
                    <a:pt x="15372" y="223"/>
                  </a:lnTo>
                  <a:lnTo>
                    <a:pt x="15372" y="0"/>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178"/>
            <p:cNvSpPr/>
            <p:nvPr/>
          </p:nvSpPr>
          <p:spPr>
            <a:xfrm>
              <a:off x="4139914" y="2241401"/>
              <a:ext cx="50597" cy="10388"/>
            </a:xfrm>
            <a:custGeom>
              <a:rect b="b" l="l" r="r" t="t"/>
              <a:pathLst>
                <a:path extrusionOk="0" h="286" w="1393">
                  <a:moveTo>
                    <a:pt x="1" y="0"/>
                  </a:moveTo>
                  <a:lnTo>
                    <a:pt x="1"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178"/>
            <p:cNvSpPr/>
            <p:nvPr/>
          </p:nvSpPr>
          <p:spPr>
            <a:xfrm>
              <a:off x="4165193" y="2251752"/>
              <a:ext cx="30801" cy="148450"/>
            </a:xfrm>
            <a:custGeom>
              <a:rect b="b" l="l" r="r" t="t"/>
              <a:pathLst>
                <a:path extrusionOk="0" h="4087" w="848">
                  <a:moveTo>
                    <a:pt x="0" y="1"/>
                  </a:moveTo>
                  <a:lnTo>
                    <a:pt x="0" y="4087"/>
                  </a:lnTo>
                  <a:lnTo>
                    <a:pt x="464" y="4087"/>
                  </a:lnTo>
                  <a:cubicBezTo>
                    <a:pt x="848" y="2927"/>
                    <a:pt x="536" y="2249"/>
                    <a:pt x="384" y="1473"/>
                  </a:cubicBezTo>
                  <a:cubicBezTo>
                    <a:pt x="232" y="706"/>
                    <a:pt x="464" y="1"/>
                    <a:pt x="464"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178"/>
            <p:cNvSpPr/>
            <p:nvPr/>
          </p:nvSpPr>
          <p:spPr>
            <a:xfrm>
              <a:off x="4134393" y="2251752"/>
              <a:ext cx="30838" cy="148450"/>
            </a:xfrm>
            <a:custGeom>
              <a:rect b="b" l="l" r="r" t="t"/>
              <a:pathLst>
                <a:path extrusionOk="0" h="4087" w="849">
                  <a:moveTo>
                    <a:pt x="384" y="1"/>
                  </a:moveTo>
                  <a:cubicBezTo>
                    <a:pt x="384" y="1"/>
                    <a:pt x="616" y="706"/>
                    <a:pt x="465" y="1473"/>
                  </a:cubicBezTo>
                  <a:cubicBezTo>
                    <a:pt x="313" y="2249"/>
                    <a:pt x="1"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178"/>
            <p:cNvSpPr/>
            <p:nvPr/>
          </p:nvSpPr>
          <p:spPr>
            <a:xfrm>
              <a:off x="4134066" y="2231013"/>
              <a:ext cx="62257" cy="10425"/>
            </a:xfrm>
            <a:custGeom>
              <a:rect b="b" l="l" r="r" t="t"/>
              <a:pathLst>
                <a:path extrusionOk="0" h="287" w="1714">
                  <a:moveTo>
                    <a:pt x="1" y="1"/>
                  </a:moveTo>
                  <a:lnTo>
                    <a:pt x="1" y="286"/>
                  </a:lnTo>
                  <a:lnTo>
                    <a:pt x="1714" y="286"/>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178"/>
            <p:cNvSpPr/>
            <p:nvPr/>
          </p:nvSpPr>
          <p:spPr>
            <a:xfrm>
              <a:off x="4013879" y="2174315"/>
              <a:ext cx="100141" cy="10425"/>
            </a:xfrm>
            <a:custGeom>
              <a:rect b="b" l="l" r="r" t="t"/>
              <a:pathLst>
                <a:path extrusionOk="0" h="287" w="2757">
                  <a:moveTo>
                    <a:pt x="0" y="1"/>
                  </a:moveTo>
                  <a:lnTo>
                    <a:pt x="0" y="286"/>
                  </a:lnTo>
                  <a:lnTo>
                    <a:pt x="2757" y="286"/>
                  </a:lnTo>
                  <a:lnTo>
                    <a:pt x="2757"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178"/>
            <p:cNvSpPr/>
            <p:nvPr/>
          </p:nvSpPr>
          <p:spPr>
            <a:xfrm>
              <a:off x="4002837" y="2184703"/>
              <a:ext cx="122552" cy="10388"/>
            </a:xfrm>
            <a:custGeom>
              <a:rect b="b" l="l" r="r" t="t"/>
              <a:pathLst>
                <a:path extrusionOk="0" h="286" w="3374">
                  <a:moveTo>
                    <a:pt x="1" y="0"/>
                  </a:moveTo>
                  <a:lnTo>
                    <a:pt x="1" y="286"/>
                  </a:lnTo>
                  <a:lnTo>
                    <a:pt x="3373" y="286"/>
                  </a:lnTo>
                  <a:lnTo>
                    <a:pt x="3373" y="0"/>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178"/>
            <p:cNvSpPr/>
            <p:nvPr/>
          </p:nvSpPr>
          <p:spPr>
            <a:xfrm>
              <a:off x="4139914" y="2400161"/>
              <a:ext cx="50597" cy="10425"/>
            </a:xfrm>
            <a:custGeom>
              <a:rect b="b" l="l" r="r" t="t"/>
              <a:pathLst>
                <a:path extrusionOk="0" h="287" w="1393">
                  <a:moveTo>
                    <a:pt x="1" y="1"/>
                  </a:moveTo>
                  <a:lnTo>
                    <a:pt x="1"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178"/>
            <p:cNvSpPr/>
            <p:nvPr/>
          </p:nvSpPr>
          <p:spPr>
            <a:xfrm>
              <a:off x="4134066" y="2410549"/>
              <a:ext cx="62257" cy="10388"/>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178"/>
            <p:cNvSpPr/>
            <p:nvPr/>
          </p:nvSpPr>
          <p:spPr>
            <a:xfrm>
              <a:off x="4232279" y="2241401"/>
              <a:ext cx="50561" cy="10388"/>
            </a:xfrm>
            <a:custGeom>
              <a:rect b="b" l="l" r="r" t="t"/>
              <a:pathLst>
                <a:path extrusionOk="0" h="286" w="1392">
                  <a:moveTo>
                    <a:pt x="0" y="0"/>
                  </a:moveTo>
                  <a:lnTo>
                    <a:pt x="0"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178"/>
            <p:cNvSpPr/>
            <p:nvPr/>
          </p:nvSpPr>
          <p:spPr>
            <a:xfrm>
              <a:off x="4257522" y="2251752"/>
              <a:ext cx="30838" cy="148450"/>
            </a:xfrm>
            <a:custGeom>
              <a:rect b="b" l="l" r="r" t="t"/>
              <a:pathLst>
                <a:path extrusionOk="0" h="4087" w="849">
                  <a:moveTo>
                    <a:pt x="1" y="1"/>
                  </a:moveTo>
                  <a:lnTo>
                    <a:pt x="1" y="4087"/>
                  </a:lnTo>
                  <a:lnTo>
                    <a:pt x="465" y="4087"/>
                  </a:lnTo>
                  <a:cubicBezTo>
                    <a:pt x="848" y="2927"/>
                    <a:pt x="536" y="2249"/>
                    <a:pt x="384" y="1473"/>
                  </a:cubicBezTo>
                  <a:cubicBezTo>
                    <a:pt x="233" y="706"/>
                    <a:pt x="465" y="1"/>
                    <a:pt x="465"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178"/>
            <p:cNvSpPr/>
            <p:nvPr/>
          </p:nvSpPr>
          <p:spPr>
            <a:xfrm>
              <a:off x="4226758" y="2251752"/>
              <a:ext cx="30801" cy="148450"/>
            </a:xfrm>
            <a:custGeom>
              <a:rect b="b" l="l" r="r" t="t"/>
              <a:pathLst>
                <a:path extrusionOk="0" h="4087" w="848">
                  <a:moveTo>
                    <a:pt x="384" y="1"/>
                  </a:moveTo>
                  <a:cubicBezTo>
                    <a:pt x="384" y="1"/>
                    <a:pt x="616" y="706"/>
                    <a:pt x="464" y="1473"/>
                  </a:cubicBezTo>
                  <a:cubicBezTo>
                    <a:pt x="313" y="2249"/>
                    <a:pt x="0"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178"/>
            <p:cNvSpPr/>
            <p:nvPr/>
          </p:nvSpPr>
          <p:spPr>
            <a:xfrm>
              <a:off x="4226431" y="2231013"/>
              <a:ext cx="62257" cy="10425"/>
            </a:xfrm>
            <a:custGeom>
              <a:rect b="b" l="l" r="r" t="t"/>
              <a:pathLst>
                <a:path extrusionOk="0" h="287" w="1714">
                  <a:moveTo>
                    <a:pt x="0" y="1"/>
                  </a:moveTo>
                  <a:lnTo>
                    <a:pt x="0" y="286"/>
                  </a:lnTo>
                  <a:lnTo>
                    <a:pt x="1713" y="286"/>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178"/>
            <p:cNvSpPr/>
            <p:nvPr/>
          </p:nvSpPr>
          <p:spPr>
            <a:xfrm>
              <a:off x="4232279" y="2400161"/>
              <a:ext cx="50561" cy="10425"/>
            </a:xfrm>
            <a:custGeom>
              <a:rect b="b" l="l" r="r" t="t"/>
              <a:pathLst>
                <a:path extrusionOk="0" h="287" w="1392">
                  <a:moveTo>
                    <a:pt x="0" y="1"/>
                  </a:moveTo>
                  <a:lnTo>
                    <a:pt x="0"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178"/>
            <p:cNvSpPr/>
            <p:nvPr/>
          </p:nvSpPr>
          <p:spPr>
            <a:xfrm>
              <a:off x="4226431" y="2410549"/>
              <a:ext cx="62257" cy="10388"/>
            </a:xfrm>
            <a:custGeom>
              <a:rect b="b" l="l" r="r" t="t"/>
              <a:pathLst>
                <a:path extrusionOk="0" h="286" w="1714">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178"/>
            <p:cNvSpPr/>
            <p:nvPr/>
          </p:nvSpPr>
          <p:spPr>
            <a:xfrm>
              <a:off x="4324608" y="2241401"/>
              <a:ext cx="50924" cy="10388"/>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178"/>
            <p:cNvSpPr/>
            <p:nvPr/>
          </p:nvSpPr>
          <p:spPr>
            <a:xfrm>
              <a:off x="4349888" y="2251752"/>
              <a:ext cx="31128" cy="148450"/>
            </a:xfrm>
            <a:custGeom>
              <a:rect b="b" l="l" r="r" t="t"/>
              <a:pathLst>
                <a:path extrusionOk="0" h="4087" w="857">
                  <a:moveTo>
                    <a:pt x="0" y="1"/>
                  </a:moveTo>
                  <a:lnTo>
                    <a:pt x="0" y="4087"/>
                  </a:lnTo>
                  <a:lnTo>
                    <a:pt x="473" y="4087"/>
                  </a:lnTo>
                  <a:cubicBezTo>
                    <a:pt x="857" y="2927"/>
                    <a:pt x="536" y="2249"/>
                    <a:pt x="384" y="1473"/>
                  </a:cubicBezTo>
                  <a:cubicBezTo>
                    <a:pt x="232" y="706"/>
                    <a:pt x="473" y="1"/>
                    <a:pt x="473"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178"/>
            <p:cNvSpPr/>
            <p:nvPr/>
          </p:nvSpPr>
          <p:spPr>
            <a:xfrm>
              <a:off x="4319087" y="2251752"/>
              <a:ext cx="30838" cy="148450"/>
            </a:xfrm>
            <a:custGeom>
              <a:rect b="b" l="l" r="r" t="t"/>
              <a:pathLst>
                <a:path extrusionOk="0" h="4087" w="849">
                  <a:moveTo>
                    <a:pt x="384" y="1"/>
                  </a:moveTo>
                  <a:cubicBezTo>
                    <a:pt x="384" y="1"/>
                    <a:pt x="616" y="706"/>
                    <a:pt x="465" y="1473"/>
                  </a:cubicBezTo>
                  <a:cubicBezTo>
                    <a:pt x="313" y="2249"/>
                    <a:pt x="1"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178"/>
            <p:cNvSpPr/>
            <p:nvPr/>
          </p:nvSpPr>
          <p:spPr>
            <a:xfrm>
              <a:off x="4318760" y="2231013"/>
              <a:ext cx="62257" cy="10425"/>
            </a:xfrm>
            <a:custGeom>
              <a:rect b="b" l="l" r="r" t="t"/>
              <a:pathLst>
                <a:path extrusionOk="0" h="287" w="1714">
                  <a:moveTo>
                    <a:pt x="1" y="1"/>
                  </a:moveTo>
                  <a:lnTo>
                    <a:pt x="1" y="286"/>
                  </a:lnTo>
                  <a:lnTo>
                    <a:pt x="1714" y="286"/>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178"/>
            <p:cNvSpPr/>
            <p:nvPr/>
          </p:nvSpPr>
          <p:spPr>
            <a:xfrm>
              <a:off x="4324608" y="2400161"/>
              <a:ext cx="50924" cy="10425"/>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178"/>
            <p:cNvSpPr/>
            <p:nvPr/>
          </p:nvSpPr>
          <p:spPr>
            <a:xfrm>
              <a:off x="4318760" y="2410549"/>
              <a:ext cx="62257" cy="10388"/>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178"/>
            <p:cNvSpPr/>
            <p:nvPr/>
          </p:nvSpPr>
          <p:spPr>
            <a:xfrm>
              <a:off x="4416973" y="2241401"/>
              <a:ext cx="50888" cy="10388"/>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178"/>
            <p:cNvSpPr/>
            <p:nvPr/>
          </p:nvSpPr>
          <p:spPr>
            <a:xfrm>
              <a:off x="4442216" y="2251752"/>
              <a:ext cx="31165" cy="148450"/>
            </a:xfrm>
            <a:custGeom>
              <a:rect b="b" l="l" r="r" t="t"/>
              <a:pathLst>
                <a:path extrusionOk="0" h="4087" w="858">
                  <a:moveTo>
                    <a:pt x="1" y="1"/>
                  </a:moveTo>
                  <a:lnTo>
                    <a:pt x="1" y="4087"/>
                  </a:lnTo>
                  <a:lnTo>
                    <a:pt x="474" y="4087"/>
                  </a:lnTo>
                  <a:cubicBezTo>
                    <a:pt x="857" y="2927"/>
                    <a:pt x="536" y="2249"/>
                    <a:pt x="384" y="1473"/>
                  </a:cubicBezTo>
                  <a:cubicBezTo>
                    <a:pt x="233" y="706"/>
                    <a:pt x="474" y="1"/>
                    <a:pt x="474"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178"/>
            <p:cNvSpPr/>
            <p:nvPr/>
          </p:nvSpPr>
          <p:spPr>
            <a:xfrm>
              <a:off x="4411452" y="2251752"/>
              <a:ext cx="30801" cy="148450"/>
            </a:xfrm>
            <a:custGeom>
              <a:rect b="b" l="l" r="r" t="t"/>
              <a:pathLst>
                <a:path extrusionOk="0" h="4087" w="848">
                  <a:moveTo>
                    <a:pt x="384" y="1"/>
                  </a:moveTo>
                  <a:cubicBezTo>
                    <a:pt x="384" y="1"/>
                    <a:pt x="625" y="706"/>
                    <a:pt x="473" y="1473"/>
                  </a:cubicBezTo>
                  <a:cubicBezTo>
                    <a:pt x="322" y="2249"/>
                    <a:pt x="0"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178"/>
            <p:cNvSpPr/>
            <p:nvPr/>
          </p:nvSpPr>
          <p:spPr>
            <a:xfrm>
              <a:off x="4411125" y="2231013"/>
              <a:ext cx="62257" cy="10425"/>
            </a:xfrm>
            <a:custGeom>
              <a:rect b="b" l="l" r="r" t="t"/>
              <a:pathLst>
                <a:path extrusionOk="0" h="287" w="1714">
                  <a:moveTo>
                    <a:pt x="0" y="1"/>
                  </a:moveTo>
                  <a:lnTo>
                    <a:pt x="0" y="286"/>
                  </a:lnTo>
                  <a:lnTo>
                    <a:pt x="1713" y="286"/>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178"/>
            <p:cNvSpPr/>
            <p:nvPr/>
          </p:nvSpPr>
          <p:spPr>
            <a:xfrm>
              <a:off x="4416973" y="2400161"/>
              <a:ext cx="50888" cy="10425"/>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178"/>
            <p:cNvSpPr/>
            <p:nvPr/>
          </p:nvSpPr>
          <p:spPr>
            <a:xfrm>
              <a:off x="4411125" y="2410549"/>
              <a:ext cx="62257" cy="10388"/>
            </a:xfrm>
            <a:custGeom>
              <a:rect b="b" l="l" r="r" t="t"/>
              <a:pathLst>
                <a:path extrusionOk="0" h="286" w="1714">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178"/>
            <p:cNvSpPr/>
            <p:nvPr/>
          </p:nvSpPr>
          <p:spPr>
            <a:xfrm>
              <a:off x="4509302" y="2241401"/>
              <a:ext cx="50924" cy="10388"/>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178"/>
            <p:cNvSpPr/>
            <p:nvPr/>
          </p:nvSpPr>
          <p:spPr>
            <a:xfrm>
              <a:off x="4534582" y="2251752"/>
              <a:ext cx="31128" cy="148450"/>
            </a:xfrm>
            <a:custGeom>
              <a:rect b="b" l="l" r="r" t="t"/>
              <a:pathLst>
                <a:path extrusionOk="0" h="4087" w="857">
                  <a:moveTo>
                    <a:pt x="0" y="1"/>
                  </a:moveTo>
                  <a:lnTo>
                    <a:pt x="0" y="4087"/>
                  </a:lnTo>
                  <a:lnTo>
                    <a:pt x="473" y="4087"/>
                  </a:lnTo>
                  <a:cubicBezTo>
                    <a:pt x="857" y="2927"/>
                    <a:pt x="536" y="2249"/>
                    <a:pt x="384" y="1473"/>
                  </a:cubicBezTo>
                  <a:cubicBezTo>
                    <a:pt x="232" y="706"/>
                    <a:pt x="473" y="1"/>
                    <a:pt x="473" y="1"/>
                  </a:cubicBez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178"/>
            <p:cNvSpPr/>
            <p:nvPr/>
          </p:nvSpPr>
          <p:spPr>
            <a:xfrm>
              <a:off x="4503781" y="2251752"/>
              <a:ext cx="30838" cy="148450"/>
            </a:xfrm>
            <a:custGeom>
              <a:rect b="b" l="l" r="r" t="t"/>
              <a:pathLst>
                <a:path extrusionOk="0" h="4087" w="849">
                  <a:moveTo>
                    <a:pt x="384" y="1"/>
                  </a:moveTo>
                  <a:cubicBezTo>
                    <a:pt x="384" y="1"/>
                    <a:pt x="625" y="706"/>
                    <a:pt x="474" y="1473"/>
                  </a:cubicBezTo>
                  <a:cubicBezTo>
                    <a:pt x="322" y="2249"/>
                    <a:pt x="1" y="2927"/>
                    <a:pt x="384" y="4087"/>
                  </a:cubicBezTo>
                  <a:lnTo>
                    <a:pt x="848" y="4087"/>
                  </a:lnTo>
                  <a:lnTo>
                    <a:pt x="84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178"/>
            <p:cNvSpPr/>
            <p:nvPr/>
          </p:nvSpPr>
          <p:spPr>
            <a:xfrm>
              <a:off x="4503454" y="2231013"/>
              <a:ext cx="62257" cy="10425"/>
            </a:xfrm>
            <a:custGeom>
              <a:rect b="b" l="l" r="r" t="t"/>
              <a:pathLst>
                <a:path extrusionOk="0" h="287" w="1714">
                  <a:moveTo>
                    <a:pt x="1" y="1"/>
                  </a:moveTo>
                  <a:lnTo>
                    <a:pt x="1" y="286"/>
                  </a:lnTo>
                  <a:lnTo>
                    <a:pt x="1714" y="286"/>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178"/>
            <p:cNvSpPr/>
            <p:nvPr/>
          </p:nvSpPr>
          <p:spPr>
            <a:xfrm>
              <a:off x="4509302" y="2400161"/>
              <a:ext cx="50924" cy="10425"/>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178"/>
            <p:cNvSpPr/>
            <p:nvPr/>
          </p:nvSpPr>
          <p:spPr>
            <a:xfrm>
              <a:off x="4503454" y="2410549"/>
              <a:ext cx="62257" cy="10388"/>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178"/>
            <p:cNvSpPr/>
            <p:nvPr/>
          </p:nvSpPr>
          <p:spPr>
            <a:xfrm>
              <a:off x="4007377" y="2195054"/>
              <a:ext cx="113471" cy="301731"/>
            </a:xfrm>
            <a:custGeom>
              <a:rect b="b" l="l" r="r" t="t"/>
              <a:pathLst>
                <a:path extrusionOk="0" h="8307" w="3124">
                  <a:moveTo>
                    <a:pt x="1" y="1"/>
                  </a:moveTo>
                  <a:lnTo>
                    <a:pt x="1" y="8306"/>
                  </a:lnTo>
                  <a:lnTo>
                    <a:pt x="3123" y="8306"/>
                  </a:lnTo>
                  <a:lnTo>
                    <a:pt x="3123" y="1"/>
                  </a:lnTo>
                  <a:close/>
                </a:path>
              </a:pathLst>
            </a:custGeom>
            <a:solidFill>
              <a:srgbClr val="D8B5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178"/>
            <p:cNvSpPr/>
            <p:nvPr/>
          </p:nvSpPr>
          <p:spPr>
            <a:xfrm>
              <a:off x="4007377" y="2195054"/>
              <a:ext cx="56736" cy="301731"/>
            </a:xfrm>
            <a:custGeom>
              <a:rect b="b" l="l" r="r" t="t"/>
              <a:pathLst>
                <a:path extrusionOk="0" h="8307" w="1562">
                  <a:moveTo>
                    <a:pt x="1" y="1"/>
                  </a:moveTo>
                  <a:lnTo>
                    <a:pt x="1" y="8306"/>
                  </a:lnTo>
                  <a:lnTo>
                    <a:pt x="1562" y="8306"/>
                  </a:lnTo>
                  <a:lnTo>
                    <a:pt x="1562"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178"/>
            <p:cNvSpPr/>
            <p:nvPr/>
          </p:nvSpPr>
          <p:spPr>
            <a:xfrm>
              <a:off x="4190473" y="2289672"/>
              <a:ext cx="375248" cy="65163"/>
            </a:xfrm>
            <a:custGeom>
              <a:rect b="b" l="l" r="r" t="t"/>
              <a:pathLst>
                <a:path extrusionOk="0" h="1794" w="10331">
                  <a:moveTo>
                    <a:pt x="1891" y="1"/>
                  </a:moveTo>
                  <a:lnTo>
                    <a:pt x="0" y="1794"/>
                  </a:lnTo>
                  <a:lnTo>
                    <a:pt x="10331" y="1794"/>
                  </a:lnTo>
                  <a:lnTo>
                    <a:pt x="1033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178"/>
            <p:cNvSpPr/>
            <p:nvPr/>
          </p:nvSpPr>
          <p:spPr>
            <a:xfrm>
              <a:off x="4190473" y="2354796"/>
              <a:ext cx="375248" cy="10425"/>
            </a:xfrm>
            <a:custGeom>
              <a:rect b="b" l="l" r="r" t="t"/>
              <a:pathLst>
                <a:path extrusionOk="0" h="287" w="10331">
                  <a:moveTo>
                    <a:pt x="0" y="1"/>
                  </a:moveTo>
                  <a:lnTo>
                    <a:pt x="0" y="286"/>
                  </a:lnTo>
                  <a:lnTo>
                    <a:pt x="10331" y="286"/>
                  </a:lnTo>
                  <a:lnTo>
                    <a:pt x="1033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178"/>
            <p:cNvSpPr/>
            <p:nvPr/>
          </p:nvSpPr>
          <p:spPr>
            <a:xfrm>
              <a:off x="4463283" y="2429654"/>
              <a:ext cx="15582" cy="67124"/>
            </a:xfrm>
            <a:custGeom>
              <a:rect b="b" l="l" r="r" t="t"/>
              <a:pathLst>
                <a:path extrusionOk="0" h="1848" w="429">
                  <a:moveTo>
                    <a:pt x="1" y="0"/>
                  </a:moveTo>
                  <a:lnTo>
                    <a:pt x="1"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178"/>
            <p:cNvSpPr/>
            <p:nvPr/>
          </p:nvSpPr>
          <p:spPr>
            <a:xfrm>
              <a:off x="4473344" y="2429654"/>
              <a:ext cx="5521" cy="67124"/>
            </a:xfrm>
            <a:custGeom>
              <a:rect b="b" l="l" r="r" t="t"/>
              <a:pathLst>
                <a:path extrusionOk="0" h="1848" w="152">
                  <a:moveTo>
                    <a:pt x="0" y="0"/>
                  </a:moveTo>
                  <a:lnTo>
                    <a:pt x="0" y="1847"/>
                  </a:lnTo>
                  <a:lnTo>
                    <a:pt x="152" y="1847"/>
                  </a:lnTo>
                  <a:lnTo>
                    <a:pt x="152"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178"/>
            <p:cNvSpPr/>
            <p:nvPr/>
          </p:nvSpPr>
          <p:spPr>
            <a:xfrm>
              <a:off x="4457798" y="2415707"/>
              <a:ext cx="177581" cy="42824"/>
            </a:xfrm>
            <a:custGeom>
              <a:rect b="b" l="l" r="r" t="t"/>
              <a:pathLst>
                <a:path extrusionOk="0" h="1179" w="4889">
                  <a:moveTo>
                    <a:pt x="0" y="1"/>
                  </a:moveTo>
                  <a:lnTo>
                    <a:pt x="1240" y="1178"/>
                  </a:lnTo>
                  <a:lnTo>
                    <a:pt x="4889" y="1178"/>
                  </a:lnTo>
                  <a:lnTo>
                    <a:pt x="3649"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178"/>
            <p:cNvSpPr/>
            <p:nvPr/>
          </p:nvSpPr>
          <p:spPr>
            <a:xfrm>
              <a:off x="4605844" y="2469825"/>
              <a:ext cx="15619" cy="26951"/>
            </a:xfrm>
            <a:custGeom>
              <a:rect b="b" l="l" r="r" t="t"/>
              <a:pathLst>
                <a:path extrusionOk="0" h="742" w="430">
                  <a:moveTo>
                    <a:pt x="1" y="1"/>
                  </a:moveTo>
                  <a:lnTo>
                    <a:pt x="1" y="741"/>
                  </a:lnTo>
                  <a:lnTo>
                    <a:pt x="429" y="741"/>
                  </a:lnTo>
                  <a:lnTo>
                    <a:pt x="429"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178"/>
            <p:cNvSpPr/>
            <p:nvPr/>
          </p:nvSpPr>
          <p:spPr>
            <a:xfrm>
              <a:off x="4605844" y="2469825"/>
              <a:ext cx="5557" cy="26951"/>
            </a:xfrm>
            <a:custGeom>
              <a:rect b="b" l="l" r="r" t="t"/>
              <a:pathLst>
                <a:path extrusionOk="0" h="742" w="153">
                  <a:moveTo>
                    <a:pt x="1" y="1"/>
                  </a:moveTo>
                  <a:lnTo>
                    <a:pt x="1" y="741"/>
                  </a:lnTo>
                  <a:lnTo>
                    <a:pt x="153" y="741"/>
                  </a:lnTo>
                  <a:lnTo>
                    <a:pt x="153"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178"/>
            <p:cNvSpPr/>
            <p:nvPr/>
          </p:nvSpPr>
          <p:spPr>
            <a:xfrm>
              <a:off x="4516421" y="2469825"/>
              <a:ext cx="15582" cy="26951"/>
            </a:xfrm>
            <a:custGeom>
              <a:rect b="b" l="l" r="r" t="t"/>
              <a:pathLst>
                <a:path extrusionOk="0" h="742" w="429">
                  <a:moveTo>
                    <a:pt x="1" y="1"/>
                  </a:moveTo>
                  <a:lnTo>
                    <a:pt x="1" y="741"/>
                  </a:lnTo>
                  <a:lnTo>
                    <a:pt x="429" y="741"/>
                  </a:lnTo>
                  <a:lnTo>
                    <a:pt x="429"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178"/>
            <p:cNvSpPr/>
            <p:nvPr/>
          </p:nvSpPr>
          <p:spPr>
            <a:xfrm>
              <a:off x="4526482" y="2469825"/>
              <a:ext cx="5521" cy="26951"/>
            </a:xfrm>
            <a:custGeom>
              <a:rect b="b" l="l" r="r" t="t"/>
              <a:pathLst>
                <a:path extrusionOk="0" h="742" w="152">
                  <a:moveTo>
                    <a:pt x="0" y="1"/>
                  </a:moveTo>
                  <a:lnTo>
                    <a:pt x="0" y="741"/>
                  </a:lnTo>
                  <a:lnTo>
                    <a:pt x="152" y="741"/>
                  </a:lnTo>
                  <a:lnTo>
                    <a:pt x="152"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178"/>
            <p:cNvSpPr/>
            <p:nvPr/>
          </p:nvSpPr>
          <p:spPr>
            <a:xfrm>
              <a:off x="4561133" y="2429654"/>
              <a:ext cx="15619" cy="67124"/>
            </a:xfrm>
            <a:custGeom>
              <a:rect b="b" l="l" r="r" t="t"/>
              <a:pathLst>
                <a:path extrusionOk="0" h="1848" w="430">
                  <a:moveTo>
                    <a:pt x="1" y="0"/>
                  </a:moveTo>
                  <a:lnTo>
                    <a:pt x="1"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178"/>
            <p:cNvSpPr/>
            <p:nvPr/>
          </p:nvSpPr>
          <p:spPr>
            <a:xfrm>
              <a:off x="4571194" y="2429654"/>
              <a:ext cx="5557" cy="67124"/>
            </a:xfrm>
            <a:custGeom>
              <a:rect b="b" l="l" r="r" t="t"/>
              <a:pathLst>
                <a:path extrusionOk="0" h="1848" w="153">
                  <a:moveTo>
                    <a:pt x="0" y="0"/>
                  </a:moveTo>
                  <a:lnTo>
                    <a:pt x="0" y="1847"/>
                  </a:lnTo>
                  <a:lnTo>
                    <a:pt x="152" y="1847"/>
                  </a:lnTo>
                  <a:lnTo>
                    <a:pt x="152"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178"/>
            <p:cNvSpPr/>
            <p:nvPr/>
          </p:nvSpPr>
          <p:spPr>
            <a:xfrm>
              <a:off x="4508975" y="2319491"/>
              <a:ext cx="119937" cy="139043"/>
            </a:xfrm>
            <a:custGeom>
              <a:rect b="b" l="l" r="r" t="t"/>
              <a:pathLst>
                <a:path extrusionOk="0" h="3828" w="3302">
                  <a:moveTo>
                    <a:pt x="1" y="0"/>
                  </a:moveTo>
                  <a:lnTo>
                    <a:pt x="1" y="3827"/>
                  </a:lnTo>
                  <a:lnTo>
                    <a:pt x="3301" y="3827"/>
                  </a:lnTo>
                  <a:lnTo>
                    <a:pt x="3301"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178"/>
            <p:cNvSpPr/>
            <p:nvPr/>
          </p:nvSpPr>
          <p:spPr>
            <a:xfrm>
              <a:off x="4516421" y="2326937"/>
              <a:ext cx="105045" cy="131596"/>
            </a:xfrm>
            <a:custGeom>
              <a:rect b="b" l="l" r="r" t="t"/>
              <a:pathLst>
                <a:path extrusionOk="0" h="3623" w="2892">
                  <a:moveTo>
                    <a:pt x="1" y="0"/>
                  </a:moveTo>
                  <a:lnTo>
                    <a:pt x="1" y="3622"/>
                  </a:lnTo>
                  <a:lnTo>
                    <a:pt x="2891" y="3622"/>
                  </a:lnTo>
                  <a:lnTo>
                    <a:pt x="2891"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178"/>
            <p:cNvSpPr/>
            <p:nvPr/>
          </p:nvSpPr>
          <p:spPr>
            <a:xfrm>
              <a:off x="4502837" y="2458493"/>
              <a:ext cx="132541" cy="12023"/>
            </a:xfrm>
            <a:custGeom>
              <a:rect b="b" l="l" r="r" t="t"/>
              <a:pathLst>
                <a:path extrusionOk="0" h="331" w="3649">
                  <a:moveTo>
                    <a:pt x="0" y="0"/>
                  </a:moveTo>
                  <a:lnTo>
                    <a:pt x="0" y="330"/>
                  </a:lnTo>
                  <a:lnTo>
                    <a:pt x="3649" y="330"/>
                  </a:lnTo>
                  <a:lnTo>
                    <a:pt x="3649"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178"/>
            <p:cNvSpPr/>
            <p:nvPr/>
          </p:nvSpPr>
          <p:spPr>
            <a:xfrm>
              <a:off x="4457798" y="2415707"/>
              <a:ext cx="45076" cy="54811"/>
            </a:xfrm>
            <a:custGeom>
              <a:rect b="b" l="l" r="r" t="t"/>
              <a:pathLst>
                <a:path extrusionOk="0" h="1509" w="1241">
                  <a:moveTo>
                    <a:pt x="0" y="1"/>
                  </a:moveTo>
                  <a:lnTo>
                    <a:pt x="0" y="331"/>
                  </a:lnTo>
                  <a:lnTo>
                    <a:pt x="1240" y="1508"/>
                  </a:lnTo>
                  <a:lnTo>
                    <a:pt x="1240" y="1178"/>
                  </a:lnTo>
                  <a:lnTo>
                    <a:pt x="0"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178"/>
            <p:cNvSpPr/>
            <p:nvPr/>
          </p:nvSpPr>
          <p:spPr>
            <a:xfrm>
              <a:off x="4621426" y="2306198"/>
              <a:ext cx="7482" cy="152337"/>
            </a:xfrm>
            <a:custGeom>
              <a:rect b="b" l="l" r="r" t="t"/>
              <a:pathLst>
                <a:path extrusionOk="0" h="4194" w="206">
                  <a:moveTo>
                    <a:pt x="0" y="1"/>
                  </a:moveTo>
                  <a:lnTo>
                    <a:pt x="0" y="4193"/>
                  </a:lnTo>
                  <a:lnTo>
                    <a:pt x="205" y="4193"/>
                  </a:lnTo>
                  <a:lnTo>
                    <a:pt x="205"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178"/>
            <p:cNvSpPr/>
            <p:nvPr/>
          </p:nvSpPr>
          <p:spPr>
            <a:xfrm>
              <a:off x="4616232" y="2297117"/>
              <a:ext cx="17871" cy="18198"/>
            </a:xfrm>
            <a:custGeom>
              <a:rect b="b" l="l" r="r" t="t"/>
              <a:pathLst>
                <a:path extrusionOk="0" h="501" w="492">
                  <a:moveTo>
                    <a:pt x="241" y="1"/>
                  </a:moveTo>
                  <a:cubicBezTo>
                    <a:pt x="108" y="1"/>
                    <a:pt x="0" y="117"/>
                    <a:pt x="0" y="251"/>
                  </a:cubicBezTo>
                  <a:cubicBezTo>
                    <a:pt x="0" y="384"/>
                    <a:pt x="108" y="500"/>
                    <a:pt x="241" y="500"/>
                  </a:cubicBezTo>
                  <a:cubicBezTo>
                    <a:pt x="384" y="500"/>
                    <a:pt x="491" y="384"/>
                    <a:pt x="491" y="251"/>
                  </a:cubicBezTo>
                  <a:cubicBezTo>
                    <a:pt x="491" y="117"/>
                    <a:pt x="384" y="1"/>
                    <a:pt x="241"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178"/>
            <p:cNvSpPr/>
            <p:nvPr/>
          </p:nvSpPr>
          <p:spPr>
            <a:xfrm>
              <a:off x="4616232" y="2299733"/>
              <a:ext cx="17544" cy="15582"/>
            </a:xfrm>
            <a:custGeom>
              <a:rect b="b" l="l" r="r" t="t"/>
              <a:pathLst>
                <a:path extrusionOk="0" h="429" w="483">
                  <a:moveTo>
                    <a:pt x="72" y="0"/>
                  </a:moveTo>
                  <a:cubicBezTo>
                    <a:pt x="27" y="45"/>
                    <a:pt x="0" y="107"/>
                    <a:pt x="0" y="179"/>
                  </a:cubicBezTo>
                  <a:cubicBezTo>
                    <a:pt x="0" y="312"/>
                    <a:pt x="108" y="428"/>
                    <a:pt x="241" y="428"/>
                  </a:cubicBezTo>
                  <a:cubicBezTo>
                    <a:pt x="366" y="428"/>
                    <a:pt x="464" y="339"/>
                    <a:pt x="482" y="223"/>
                  </a:cubicBezTo>
                  <a:lnTo>
                    <a:pt x="482" y="223"/>
                  </a:lnTo>
                  <a:cubicBezTo>
                    <a:pt x="447" y="268"/>
                    <a:pt x="384" y="295"/>
                    <a:pt x="313" y="295"/>
                  </a:cubicBezTo>
                  <a:cubicBezTo>
                    <a:pt x="179" y="295"/>
                    <a:pt x="72" y="187"/>
                    <a:pt x="72" y="45"/>
                  </a:cubicBezTo>
                  <a:cubicBezTo>
                    <a:pt x="72" y="27"/>
                    <a:pt x="72" y="18"/>
                    <a:pt x="72"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178"/>
            <p:cNvSpPr/>
            <p:nvPr/>
          </p:nvSpPr>
          <p:spPr>
            <a:xfrm>
              <a:off x="4508975" y="2306198"/>
              <a:ext cx="7482" cy="152337"/>
            </a:xfrm>
            <a:custGeom>
              <a:rect b="b" l="l" r="r" t="t"/>
              <a:pathLst>
                <a:path extrusionOk="0" h="4194" w="206">
                  <a:moveTo>
                    <a:pt x="1" y="1"/>
                  </a:moveTo>
                  <a:lnTo>
                    <a:pt x="1" y="4193"/>
                  </a:lnTo>
                  <a:lnTo>
                    <a:pt x="206" y="4193"/>
                  </a:lnTo>
                  <a:lnTo>
                    <a:pt x="206"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178"/>
            <p:cNvSpPr/>
            <p:nvPr/>
          </p:nvSpPr>
          <p:spPr>
            <a:xfrm>
              <a:off x="4503781" y="2297117"/>
              <a:ext cx="17871" cy="18198"/>
            </a:xfrm>
            <a:custGeom>
              <a:rect b="b" l="l" r="r" t="t"/>
              <a:pathLst>
                <a:path extrusionOk="0" h="501" w="492">
                  <a:moveTo>
                    <a:pt x="242" y="1"/>
                  </a:moveTo>
                  <a:cubicBezTo>
                    <a:pt x="108" y="1"/>
                    <a:pt x="1" y="117"/>
                    <a:pt x="1" y="251"/>
                  </a:cubicBezTo>
                  <a:cubicBezTo>
                    <a:pt x="1" y="384"/>
                    <a:pt x="108" y="500"/>
                    <a:pt x="242" y="500"/>
                  </a:cubicBezTo>
                  <a:cubicBezTo>
                    <a:pt x="384" y="500"/>
                    <a:pt x="492" y="384"/>
                    <a:pt x="492" y="251"/>
                  </a:cubicBezTo>
                  <a:cubicBezTo>
                    <a:pt x="492" y="117"/>
                    <a:pt x="384" y="1"/>
                    <a:pt x="242"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178"/>
            <p:cNvSpPr/>
            <p:nvPr/>
          </p:nvSpPr>
          <p:spPr>
            <a:xfrm>
              <a:off x="4503781" y="2299733"/>
              <a:ext cx="17544" cy="15582"/>
            </a:xfrm>
            <a:custGeom>
              <a:rect b="b" l="l" r="r" t="t"/>
              <a:pathLst>
                <a:path extrusionOk="0" h="429" w="483">
                  <a:moveTo>
                    <a:pt x="72" y="0"/>
                  </a:moveTo>
                  <a:cubicBezTo>
                    <a:pt x="28" y="45"/>
                    <a:pt x="1" y="107"/>
                    <a:pt x="1" y="179"/>
                  </a:cubicBezTo>
                  <a:cubicBezTo>
                    <a:pt x="1" y="312"/>
                    <a:pt x="108" y="428"/>
                    <a:pt x="242" y="428"/>
                  </a:cubicBezTo>
                  <a:cubicBezTo>
                    <a:pt x="367" y="428"/>
                    <a:pt x="465" y="339"/>
                    <a:pt x="483" y="223"/>
                  </a:cubicBezTo>
                  <a:lnTo>
                    <a:pt x="483" y="223"/>
                  </a:lnTo>
                  <a:cubicBezTo>
                    <a:pt x="447" y="268"/>
                    <a:pt x="384" y="295"/>
                    <a:pt x="313" y="295"/>
                  </a:cubicBezTo>
                  <a:cubicBezTo>
                    <a:pt x="179" y="295"/>
                    <a:pt x="72" y="187"/>
                    <a:pt x="72" y="45"/>
                  </a:cubicBezTo>
                  <a:cubicBezTo>
                    <a:pt x="72" y="27"/>
                    <a:pt x="72" y="18"/>
                    <a:pt x="72"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178"/>
            <p:cNvSpPr/>
            <p:nvPr/>
          </p:nvSpPr>
          <p:spPr>
            <a:xfrm>
              <a:off x="4410799" y="2429654"/>
              <a:ext cx="15582" cy="67124"/>
            </a:xfrm>
            <a:custGeom>
              <a:rect b="b" l="l" r="r" t="t"/>
              <a:pathLst>
                <a:path extrusionOk="0" h="1848" w="429">
                  <a:moveTo>
                    <a:pt x="1" y="0"/>
                  </a:moveTo>
                  <a:lnTo>
                    <a:pt x="1"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178"/>
            <p:cNvSpPr/>
            <p:nvPr/>
          </p:nvSpPr>
          <p:spPr>
            <a:xfrm>
              <a:off x="4410799" y="2429654"/>
              <a:ext cx="5884" cy="67124"/>
            </a:xfrm>
            <a:custGeom>
              <a:rect b="b" l="l" r="r" t="t"/>
              <a:pathLst>
                <a:path extrusionOk="0" h="1848" w="162">
                  <a:moveTo>
                    <a:pt x="1" y="0"/>
                  </a:moveTo>
                  <a:lnTo>
                    <a:pt x="1" y="1847"/>
                  </a:lnTo>
                  <a:lnTo>
                    <a:pt x="161" y="1847"/>
                  </a:lnTo>
                  <a:lnTo>
                    <a:pt x="161"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178"/>
            <p:cNvSpPr/>
            <p:nvPr/>
          </p:nvSpPr>
          <p:spPr>
            <a:xfrm>
              <a:off x="4254617" y="2415707"/>
              <a:ext cx="177290" cy="42824"/>
            </a:xfrm>
            <a:custGeom>
              <a:rect b="b" l="l" r="r" t="t"/>
              <a:pathLst>
                <a:path extrusionOk="0" h="1179" w="4881">
                  <a:moveTo>
                    <a:pt x="1232" y="1"/>
                  </a:moveTo>
                  <a:lnTo>
                    <a:pt x="1" y="1178"/>
                  </a:lnTo>
                  <a:lnTo>
                    <a:pt x="3649" y="1178"/>
                  </a:lnTo>
                  <a:lnTo>
                    <a:pt x="4880"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178"/>
            <p:cNvSpPr/>
            <p:nvPr/>
          </p:nvSpPr>
          <p:spPr>
            <a:xfrm>
              <a:off x="4268237" y="2469825"/>
              <a:ext cx="15582" cy="26951"/>
            </a:xfrm>
            <a:custGeom>
              <a:rect b="b" l="l" r="r" t="t"/>
              <a:pathLst>
                <a:path extrusionOk="0" h="742" w="429">
                  <a:moveTo>
                    <a:pt x="0" y="1"/>
                  </a:moveTo>
                  <a:lnTo>
                    <a:pt x="0" y="741"/>
                  </a:lnTo>
                  <a:lnTo>
                    <a:pt x="428" y="741"/>
                  </a:lnTo>
                  <a:lnTo>
                    <a:pt x="428"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178"/>
            <p:cNvSpPr/>
            <p:nvPr/>
          </p:nvSpPr>
          <p:spPr>
            <a:xfrm>
              <a:off x="4278262" y="2469825"/>
              <a:ext cx="5557" cy="26951"/>
            </a:xfrm>
            <a:custGeom>
              <a:rect b="b" l="l" r="r" t="t"/>
              <a:pathLst>
                <a:path extrusionOk="0" h="742" w="153">
                  <a:moveTo>
                    <a:pt x="1" y="1"/>
                  </a:moveTo>
                  <a:lnTo>
                    <a:pt x="1" y="741"/>
                  </a:lnTo>
                  <a:lnTo>
                    <a:pt x="152" y="741"/>
                  </a:lnTo>
                  <a:lnTo>
                    <a:pt x="152"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178"/>
            <p:cNvSpPr/>
            <p:nvPr/>
          </p:nvSpPr>
          <p:spPr>
            <a:xfrm>
              <a:off x="4357660" y="2469825"/>
              <a:ext cx="15909" cy="26951"/>
            </a:xfrm>
            <a:custGeom>
              <a:rect b="b" l="l" r="r" t="t"/>
              <a:pathLst>
                <a:path extrusionOk="0" h="742" w="438">
                  <a:moveTo>
                    <a:pt x="0" y="1"/>
                  </a:moveTo>
                  <a:lnTo>
                    <a:pt x="0" y="741"/>
                  </a:lnTo>
                  <a:lnTo>
                    <a:pt x="438" y="741"/>
                  </a:lnTo>
                  <a:lnTo>
                    <a:pt x="438"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178"/>
            <p:cNvSpPr/>
            <p:nvPr/>
          </p:nvSpPr>
          <p:spPr>
            <a:xfrm>
              <a:off x="4357660" y="2469825"/>
              <a:ext cx="5884" cy="26951"/>
            </a:xfrm>
            <a:custGeom>
              <a:rect b="b" l="l" r="r" t="t"/>
              <a:pathLst>
                <a:path extrusionOk="0" h="742" w="162">
                  <a:moveTo>
                    <a:pt x="0" y="1"/>
                  </a:moveTo>
                  <a:lnTo>
                    <a:pt x="0" y="741"/>
                  </a:lnTo>
                  <a:lnTo>
                    <a:pt x="161" y="741"/>
                  </a:lnTo>
                  <a:lnTo>
                    <a:pt x="161"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178"/>
            <p:cNvSpPr/>
            <p:nvPr/>
          </p:nvSpPr>
          <p:spPr>
            <a:xfrm>
              <a:off x="4312949" y="2429654"/>
              <a:ext cx="15582" cy="67124"/>
            </a:xfrm>
            <a:custGeom>
              <a:rect b="b" l="l" r="r" t="t"/>
              <a:pathLst>
                <a:path extrusionOk="0" h="1848" w="429">
                  <a:moveTo>
                    <a:pt x="0" y="0"/>
                  </a:moveTo>
                  <a:lnTo>
                    <a:pt x="0" y="1847"/>
                  </a:lnTo>
                  <a:lnTo>
                    <a:pt x="429" y="1847"/>
                  </a:lnTo>
                  <a:lnTo>
                    <a:pt x="429"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178"/>
            <p:cNvSpPr/>
            <p:nvPr/>
          </p:nvSpPr>
          <p:spPr>
            <a:xfrm>
              <a:off x="4312949" y="2429654"/>
              <a:ext cx="5848" cy="67124"/>
            </a:xfrm>
            <a:custGeom>
              <a:rect b="b" l="l" r="r" t="t"/>
              <a:pathLst>
                <a:path extrusionOk="0" h="1848" w="161">
                  <a:moveTo>
                    <a:pt x="0" y="0"/>
                  </a:moveTo>
                  <a:lnTo>
                    <a:pt x="0" y="1847"/>
                  </a:lnTo>
                  <a:lnTo>
                    <a:pt x="161" y="1847"/>
                  </a:lnTo>
                  <a:lnTo>
                    <a:pt x="161"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178"/>
            <p:cNvSpPr/>
            <p:nvPr/>
          </p:nvSpPr>
          <p:spPr>
            <a:xfrm>
              <a:off x="4261082" y="2319491"/>
              <a:ext cx="119610" cy="139043"/>
            </a:xfrm>
            <a:custGeom>
              <a:rect b="b" l="l" r="r" t="t"/>
              <a:pathLst>
                <a:path extrusionOk="0" h="3828" w="3293">
                  <a:moveTo>
                    <a:pt x="1" y="0"/>
                  </a:moveTo>
                  <a:lnTo>
                    <a:pt x="1" y="3827"/>
                  </a:lnTo>
                  <a:lnTo>
                    <a:pt x="3293" y="3827"/>
                  </a:lnTo>
                  <a:lnTo>
                    <a:pt x="3293"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178"/>
            <p:cNvSpPr/>
            <p:nvPr/>
          </p:nvSpPr>
          <p:spPr>
            <a:xfrm>
              <a:off x="4268237" y="2326937"/>
              <a:ext cx="105335" cy="131596"/>
            </a:xfrm>
            <a:custGeom>
              <a:rect b="b" l="l" r="r" t="t"/>
              <a:pathLst>
                <a:path extrusionOk="0" h="3623" w="2900">
                  <a:moveTo>
                    <a:pt x="0" y="0"/>
                  </a:moveTo>
                  <a:lnTo>
                    <a:pt x="0" y="3622"/>
                  </a:lnTo>
                  <a:lnTo>
                    <a:pt x="2900" y="3622"/>
                  </a:lnTo>
                  <a:lnTo>
                    <a:pt x="2900"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178"/>
            <p:cNvSpPr/>
            <p:nvPr/>
          </p:nvSpPr>
          <p:spPr>
            <a:xfrm>
              <a:off x="4254617" y="2458493"/>
              <a:ext cx="132577" cy="12023"/>
            </a:xfrm>
            <a:custGeom>
              <a:rect b="b" l="l" r="r" t="t"/>
              <a:pathLst>
                <a:path extrusionOk="0" h="331" w="3650">
                  <a:moveTo>
                    <a:pt x="1" y="0"/>
                  </a:moveTo>
                  <a:lnTo>
                    <a:pt x="1" y="330"/>
                  </a:lnTo>
                  <a:lnTo>
                    <a:pt x="3649" y="330"/>
                  </a:lnTo>
                  <a:lnTo>
                    <a:pt x="3649"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178"/>
            <p:cNvSpPr/>
            <p:nvPr/>
          </p:nvSpPr>
          <p:spPr>
            <a:xfrm>
              <a:off x="4387153" y="2415707"/>
              <a:ext cx="44749" cy="54811"/>
            </a:xfrm>
            <a:custGeom>
              <a:rect b="b" l="l" r="r" t="t"/>
              <a:pathLst>
                <a:path extrusionOk="0" h="1509" w="1232">
                  <a:moveTo>
                    <a:pt x="1231" y="1"/>
                  </a:moveTo>
                  <a:lnTo>
                    <a:pt x="0" y="1178"/>
                  </a:lnTo>
                  <a:lnTo>
                    <a:pt x="0" y="1508"/>
                  </a:lnTo>
                  <a:lnTo>
                    <a:pt x="1231" y="331"/>
                  </a:lnTo>
                  <a:lnTo>
                    <a:pt x="1231" y="1"/>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178"/>
            <p:cNvSpPr/>
            <p:nvPr/>
          </p:nvSpPr>
          <p:spPr>
            <a:xfrm>
              <a:off x="4261082" y="2306198"/>
              <a:ext cx="7192" cy="152337"/>
            </a:xfrm>
            <a:custGeom>
              <a:rect b="b" l="l" r="r" t="t"/>
              <a:pathLst>
                <a:path extrusionOk="0" h="4194" w="198">
                  <a:moveTo>
                    <a:pt x="1" y="1"/>
                  </a:moveTo>
                  <a:lnTo>
                    <a:pt x="1" y="4193"/>
                  </a:lnTo>
                  <a:lnTo>
                    <a:pt x="197" y="4193"/>
                  </a:lnTo>
                  <a:lnTo>
                    <a:pt x="197"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178"/>
            <p:cNvSpPr/>
            <p:nvPr/>
          </p:nvSpPr>
          <p:spPr>
            <a:xfrm>
              <a:off x="4255597" y="2297117"/>
              <a:ext cx="18161" cy="18198"/>
            </a:xfrm>
            <a:custGeom>
              <a:rect b="b" l="l" r="r" t="t"/>
              <a:pathLst>
                <a:path extrusionOk="0" h="501" w="500">
                  <a:moveTo>
                    <a:pt x="250" y="1"/>
                  </a:moveTo>
                  <a:cubicBezTo>
                    <a:pt x="116" y="1"/>
                    <a:pt x="0" y="117"/>
                    <a:pt x="0" y="251"/>
                  </a:cubicBezTo>
                  <a:cubicBezTo>
                    <a:pt x="0" y="384"/>
                    <a:pt x="116" y="500"/>
                    <a:pt x="250" y="500"/>
                  </a:cubicBezTo>
                  <a:cubicBezTo>
                    <a:pt x="384" y="500"/>
                    <a:pt x="500" y="384"/>
                    <a:pt x="500" y="251"/>
                  </a:cubicBezTo>
                  <a:cubicBezTo>
                    <a:pt x="500" y="117"/>
                    <a:pt x="384" y="1"/>
                    <a:pt x="250"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178"/>
            <p:cNvSpPr/>
            <p:nvPr/>
          </p:nvSpPr>
          <p:spPr>
            <a:xfrm>
              <a:off x="4255924" y="2299733"/>
              <a:ext cx="17834" cy="15582"/>
            </a:xfrm>
            <a:custGeom>
              <a:rect b="b" l="l" r="r" t="t"/>
              <a:pathLst>
                <a:path extrusionOk="0" h="429" w="491">
                  <a:moveTo>
                    <a:pt x="411" y="0"/>
                  </a:moveTo>
                  <a:cubicBezTo>
                    <a:pt x="411" y="18"/>
                    <a:pt x="420" y="27"/>
                    <a:pt x="420" y="45"/>
                  </a:cubicBezTo>
                  <a:cubicBezTo>
                    <a:pt x="420" y="187"/>
                    <a:pt x="304" y="295"/>
                    <a:pt x="170" y="295"/>
                  </a:cubicBezTo>
                  <a:cubicBezTo>
                    <a:pt x="98" y="295"/>
                    <a:pt x="45" y="268"/>
                    <a:pt x="0" y="223"/>
                  </a:cubicBezTo>
                  <a:lnTo>
                    <a:pt x="0" y="223"/>
                  </a:lnTo>
                  <a:cubicBezTo>
                    <a:pt x="18" y="339"/>
                    <a:pt x="116" y="428"/>
                    <a:pt x="241" y="428"/>
                  </a:cubicBezTo>
                  <a:cubicBezTo>
                    <a:pt x="375" y="428"/>
                    <a:pt x="491" y="312"/>
                    <a:pt x="491" y="179"/>
                  </a:cubicBezTo>
                  <a:cubicBezTo>
                    <a:pt x="491" y="107"/>
                    <a:pt x="455" y="45"/>
                    <a:pt x="411"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178"/>
            <p:cNvSpPr/>
            <p:nvPr/>
          </p:nvSpPr>
          <p:spPr>
            <a:xfrm>
              <a:off x="4373533" y="2306198"/>
              <a:ext cx="7156" cy="152337"/>
            </a:xfrm>
            <a:custGeom>
              <a:rect b="b" l="l" r="r" t="t"/>
              <a:pathLst>
                <a:path extrusionOk="0" h="4194" w="197">
                  <a:moveTo>
                    <a:pt x="1" y="1"/>
                  </a:moveTo>
                  <a:lnTo>
                    <a:pt x="1" y="4193"/>
                  </a:lnTo>
                  <a:lnTo>
                    <a:pt x="197" y="4193"/>
                  </a:lnTo>
                  <a:lnTo>
                    <a:pt x="197" y="1"/>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178"/>
            <p:cNvSpPr/>
            <p:nvPr/>
          </p:nvSpPr>
          <p:spPr>
            <a:xfrm>
              <a:off x="4368012" y="2297117"/>
              <a:ext cx="18198" cy="18198"/>
            </a:xfrm>
            <a:custGeom>
              <a:rect b="b" l="l" r="r" t="t"/>
              <a:pathLst>
                <a:path extrusionOk="0" h="501" w="501">
                  <a:moveTo>
                    <a:pt x="251" y="1"/>
                  </a:moveTo>
                  <a:cubicBezTo>
                    <a:pt x="117" y="1"/>
                    <a:pt x="1" y="117"/>
                    <a:pt x="1" y="251"/>
                  </a:cubicBezTo>
                  <a:cubicBezTo>
                    <a:pt x="1" y="384"/>
                    <a:pt x="117" y="500"/>
                    <a:pt x="251" y="500"/>
                  </a:cubicBezTo>
                  <a:cubicBezTo>
                    <a:pt x="385" y="500"/>
                    <a:pt x="501" y="384"/>
                    <a:pt x="501" y="251"/>
                  </a:cubicBezTo>
                  <a:cubicBezTo>
                    <a:pt x="501" y="117"/>
                    <a:pt x="385" y="1"/>
                    <a:pt x="251" y="1"/>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178"/>
            <p:cNvSpPr/>
            <p:nvPr/>
          </p:nvSpPr>
          <p:spPr>
            <a:xfrm>
              <a:off x="4368339" y="2299733"/>
              <a:ext cx="17871" cy="15582"/>
            </a:xfrm>
            <a:custGeom>
              <a:rect b="b" l="l" r="r" t="t"/>
              <a:pathLst>
                <a:path extrusionOk="0" h="429" w="492">
                  <a:moveTo>
                    <a:pt x="411" y="0"/>
                  </a:moveTo>
                  <a:cubicBezTo>
                    <a:pt x="411" y="18"/>
                    <a:pt x="411" y="27"/>
                    <a:pt x="411" y="45"/>
                  </a:cubicBezTo>
                  <a:cubicBezTo>
                    <a:pt x="411" y="187"/>
                    <a:pt x="304" y="295"/>
                    <a:pt x="170" y="295"/>
                  </a:cubicBezTo>
                  <a:cubicBezTo>
                    <a:pt x="99" y="295"/>
                    <a:pt x="45" y="268"/>
                    <a:pt x="1" y="223"/>
                  </a:cubicBezTo>
                  <a:lnTo>
                    <a:pt x="1" y="223"/>
                  </a:lnTo>
                  <a:cubicBezTo>
                    <a:pt x="19" y="339"/>
                    <a:pt x="117" y="428"/>
                    <a:pt x="242" y="428"/>
                  </a:cubicBezTo>
                  <a:cubicBezTo>
                    <a:pt x="376" y="428"/>
                    <a:pt x="492" y="312"/>
                    <a:pt x="492" y="179"/>
                  </a:cubicBezTo>
                  <a:cubicBezTo>
                    <a:pt x="492" y="107"/>
                    <a:pt x="456" y="45"/>
                    <a:pt x="411"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178"/>
            <p:cNvSpPr/>
            <p:nvPr/>
          </p:nvSpPr>
          <p:spPr>
            <a:xfrm>
              <a:off x="4402372" y="2236207"/>
              <a:ext cx="21757" cy="43769"/>
            </a:xfrm>
            <a:custGeom>
              <a:rect b="b" l="l" r="r" t="t"/>
              <a:pathLst>
                <a:path extrusionOk="0" h="1205" w="599">
                  <a:moveTo>
                    <a:pt x="1" y="1"/>
                  </a:moveTo>
                  <a:lnTo>
                    <a:pt x="1" y="911"/>
                  </a:lnTo>
                  <a:cubicBezTo>
                    <a:pt x="1" y="1071"/>
                    <a:pt x="134" y="1205"/>
                    <a:pt x="304" y="1205"/>
                  </a:cubicBezTo>
                  <a:cubicBezTo>
                    <a:pt x="464" y="1205"/>
                    <a:pt x="598" y="1071"/>
                    <a:pt x="598" y="911"/>
                  </a:cubicBezTo>
                  <a:lnTo>
                    <a:pt x="5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178"/>
            <p:cNvSpPr/>
            <p:nvPr/>
          </p:nvSpPr>
          <p:spPr>
            <a:xfrm>
              <a:off x="4401064" y="2234572"/>
              <a:ext cx="24663" cy="47038"/>
            </a:xfrm>
            <a:custGeom>
              <a:rect b="b" l="l" r="r" t="t"/>
              <a:pathLst>
                <a:path extrusionOk="0" h="1295" w="679">
                  <a:moveTo>
                    <a:pt x="599" y="81"/>
                  </a:moveTo>
                  <a:lnTo>
                    <a:pt x="599" y="956"/>
                  </a:lnTo>
                  <a:cubicBezTo>
                    <a:pt x="599" y="1098"/>
                    <a:pt x="483" y="1214"/>
                    <a:pt x="340" y="1214"/>
                  </a:cubicBezTo>
                  <a:cubicBezTo>
                    <a:pt x="197" y="1214"/>
                    <a:pt x="81" y="1098"/>
                    <a:pt x="81" y="956"/>
                  </a:cubicBezTo>
                  <a:lnTo>
                    <a:pt x="81" y="81"/>
                  </a:lnTo>
                  <a:close/>
                  <a:moveTo>
                    <a:pt x="1" y="1"/>
                  </a:moveTo>
                  <a:lnTo>
                    <a:pt x="1" y="956"/>
                  </a:lnTo>
                  <a:cubicBezTo>
                    <a:pt x="1" y="1143"/>
                    <a:pt x="153" y="1295"/>
                    <a:pt x="340" y="1295"/>
                  </a:cubicBezTo>
                  <a:cubicBezTo>
                    <a:pt x="527" y="1295"/>
                    <a:pt x="679" y="1143"/>
                    <a:pt x="679" y="956"/>
                  </a:cubicBezTo>
                  <a:lnTo>
                    <a:pt x="67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178"/>
            <p:cNvSpPr/>
            <p:nvPr/>
          </p:nvSpPr>
          <p:spPr>
            <a:xfrm>
              <a:off x="4413377" y="2279937"/>
              <a:ext cx="36" cy="46711"/>
            </a:xfrm>
            <a:custGeom>
              <a:rect b="b" l="l" r="r" t="t"/>
              <a:pathLst>
                <a:path extrusionOk="0" h="1286" w="1">
                  <a:moveTo>
                    <a:pt x="1" y="1"/>
                  </a:moveTo>
                  <a:lnTo>
                    <a:pt x="1" y="1286"/>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178"/>
            <p:cNvSpPr/>
            <p:nvPr/>
          </p:nvSpPr>
          <p:spPr>
            <a:xfrm>
              <a:off x="4411779" y="2279937"/>
              <a:ext cx="2942" cy="46711"/>
            </a:xfrm>
            <a:custGeom>
              <a:rect b="b" l="l" r="r" t="t"/>
              <a:pathLst>
                <a:path extrusionOk="0" h="1286" w="81">
                  <a:moveTo>
                    <a:pt x="0" y="1"/>
                  </a:moveTo>
                  <a:lnTo>
                    <a:pt x="0" y="1286"/>
                  </a:lnTo>
                  <a:lnTo>
                    <a:pt x="81" y="1286"/>
                  </a:lnTo>
                  <a:lnTo>
                    <a:pt x="8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178"/>
            <p:cNvSpPr/>
            <p:nvPr/>
          </p:nvSpPr>
          <p:spPr>
            <a:xfrm>
              <a:off x="4402045" y="2325957"/>
              <a:ext cx="22084" cy="36"/>
            </a:xfrm>
            <a:custGeom>
              <a:rect b="b" l="l" r="r" t="t"/>
              <a:pathLst>
                <a:path extrusionOk="0" h="1" w="608">
                  <a:moveTo>
                    <a:pt x="1" y="1"/>
                  </a:moveTo>
                  <a:lnTo>
                    <a:pt x="607" y="1"/>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178"/>
            <p:cNvSpPr/>
            <p:nvPr/>
          </p:nvSpPr>
          <p:spPr>
            <a:xfrm>
              <a:off x="4402045" y="2324358"/>
              <a:ext cx="22084" cy="2942"/>
            </a:xfrm>
            <a:custGeom>
              <a:rect b="b" l="l" r="r" t="t"/>
              <a:pathLst>
                <a:path extrusionOk="0" h="81" w="608">
                  <a:moveTo>
                    <a:pt x="1" y="0"/>
                  </a:moveTo>
                  <a:lnTo>
                    <a:pt x="1" y="80"/>
                  </a:lnTo>
                  <a:lnTo>
                    <a:pt x="607" y="80"/>
                  </a:lnTo>
                  <a:lnTo>
                    <a:pt x="6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178"/>
            <p:cNvSpPr/>
            <p:nvPr/>
          </p:nvSpPr>
          <p:spPr>
            <a:xfrm>
              <a:off x="4460704" y="2236207"/>
              <a:ext cx="21757" cy="43769"/>
            </a:xfrm>
            <a:custGeom>
              <a:rect b="b" l="l" r="r" t="t"/>
              <a:pathLst>
                <a:path extrusionOk="0" h="1205" w="599">
                  <a:moveTo>
                    <a:pt x="0" y="1"/>
                  </a:moveTo>
                  <a:lnTo>
                    <a:pt x="0" y="911"/>
                  </a:lnTo>
                  <a:cubicBezTo>
                    <a:pt x="0" y="1071"/>
                    <a:pt x="134" y="1205"/>
                    <a:pt x="295" y="1205"/>
                  </a:cubicBezTo>
                  <a:cubicBezTo>
                    <a:pt x="464" y="1205"/>
                    <a:pt x="598" y="1071"/>
                    <a:pt x="598" y="911"/>
                  </a:cubicBezTo>
                  <a:lnTo>
                    <a:pt x="5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178"/>
            <p:cNvSpPr/>
            <p:nvPr/>
          </p:nvSpPr>
          <p:spPr>
            <a:xfrm>
              <a:off x="4459070" y="2234572"/>
              <a:ext cx="24990" cy="47038"/>
            </a:xfrm>
            <a:custGeom>
              <a:rect b="b" l="l" r="r" t="t"/>
              <a:pathLst>
                <a:path extrusionOk="0" h="1295" w="688">
                  <a:moveTo>
                    <a:pt x="598" y="81"/>
                  </a:moveTo>
                  <a:lnTo>
                    <a:pt x="598" y="956"/>
                  </a:lnTo>
                  <a:cubicBezTo>
                    <a:pt x="598" y="1098"/>
                    <a:pt x="482" y="1214"/>
                    <a:pt x="340" y="1214"/>
                  </a:cubicBezTo>
                  <a:cubicBezTo>
                    <a:pt x="197" y="1214"/>
                    <a:pt x="81" y="1098"/>
                    <a:pt x="81" y="956"/>
                  </a:cubicBezTo>
                  <a:lnTo>
                    <a:pt x="81" y="81"/>
                  </a:lnTo>
                  <a:close/>
                  <a:moveTo>
                    <a:pt x="1" y="1"/>
                  </a:moveTo>
                  <a:lnTo>
                    <a:pt x="1" y="956"/>
                  </a:lnTo>
                  <a:cubicBezTo>
                    <a:pt x="1" y="1143"/>
                    <a:pt x="152" y="1295"/>
                    <a:pt x="340" y="1295"/>
                  </a:cubicBezTo>
                  <a:cubicBezTo>
                    <a:pt x="527" y="1295"/>
                    <a:pt x="688" y="1143"/>
                    <a:pt x="688" y="956"/>
                  </a:cubicBezTo>
                  <a:lnTo>
                    <a:pt x="68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178"/>
            <p:cNvSpPr/>
            <p:nvPr/>
          </p:nvSpPr>
          <p:spPr>
            <a:xfrm>
              <a:off x="4471383" y="2279937"/>
              <a:ext cx="36" cy="46711"/>
            </a:xfrm>
            <a:custGeom>
              <a:rect b="b" l="l" r="r" t="t"/>
              <a:pathLst>
                <a:path extrusionOk="0" h="1286" w="1">
                  <a:moveTo>
                    <a:pt x="1" y="1"/>
                  </a:moveTo>
                  <a:lnTo>
                    <a:pt x="1" y="1286"/>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178"/>
            <p:cNvSpPr/>
            <p:nvPr/>
          </p:nvSpPr>
          <p:spPr>
            <a:xfrm>
              <a:off x="4470111" y="2279937"/>
              <a:ext cx="2942" cy="46711"/>
            </a:xfrm>
            <a:custGeom>
              <a:rect b="b" l="l" r="r" t="t"/>
              <a:pathLst>
                <a:path extrusionOk="0" h="1286" w="81">
                  <a:moveTo>
                    <a:pt x="0" y="1"/>
                  </a:moveTo>
                  <a:lnTo>
                    <a:pt x="0" y="1286"/>
                  </a:lnTo>
                  <a:lnTo>
                    <a:pt x="80" y="1286"/>
                  </a:lnTo>
                  <a:lnTo>
                    <a:pt x="8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178"/>
            <p:cNvSpPr/>
            <p:nvPr/>
          </p:nvSpPr>
          <p:spPr>
            <a:xfrm>
              <a:off x="4460377" y="2325957"/>
              <a:ext cx="22084" cy="36"/>
            </a:xfrm>
            <a:custGeom>
              <a:rect b="b" l="l" r="r" t="t"/>
              <a:pathLst>
                <a:path extrusionOk="0" h="1" w="608">
                  <a:moveTo>
                    <a:pt x="0" y="1"/>
                  </a:moveTo>
                  <a:lnTo>
                    <a:pt x="607" y="1"/>
                  </a:lnTo>
                </a:path>
              </a:pathLst>
            </a:custGeom>
            <a:solidFill>
              <a:srgbClr val="EDC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178"/>
            <p:cNvSpPr/>
            <p:nvPr/>
          </p:nvSpPr>
          <p:spPr>
            <a:xfrm>
              <a:off x="4460377" y="2324358"/>
              <a:ext cx="22084" cy="2942"/>
            </a:xfrm>
            <a:custGeom>
              <a:rect b="b" l="l" r="r" t="t"/>
              <a:pathLst>
                <a:path extrusionOk="0" h="81" w="608">
                  <a:moveTo>
                    <a:pt x="0" y="0"/>
                  </a:moveTo>
                  <a:lnTo>
                    <a:pt x="0" y="80"/>
                  </a:lnTo>
                  <a:lnTo>
                    <a:pt x="607" y="80"/>
                  </a:lnTo>
                  <a:lnTo>
                    <a:pt x="6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7" name="Google Shape;11797;p178"/>
          <p:cNvGrpSpPr/>
          <p:nvPr/>
        </p:nvGrpSpPr>
        <p:grpSpPr>
          <a:xfrm>
            <a:off x="3720527" y="3355494"/>
            <a:ext cx="1740199" cy="2502755"/>
            <a:chOff x="4025327" y="3355494"/>
            <a:chExt cx="1740199" cy="2502755"/>
          </a:xfrm>
        </p:grpSpPr>
        <p:sp>
          <p:nvSpPr>
            <p:cNvPr id="11798" name="Google Shape;11798;p178"/>
            <p:cNvSpPr/>
            <p:nvPr/>
          </p:nvSpPr>
          <p:spPr>
            <a:xfrm>
              <a:off x="4706126" y="3843812"/>
              <a:ext cx="153439" cy="2008135"/>
            </a:xfrm>
            <a:custGeom>
              <a:rect b="b" l="l" r="r" t="t"/>
              <a:pathLst>
                <a:path extrusionOk="0" h="19735" w="1508">
                  <a:moveTo>
                    <a:pt x="357" y="1"/>
                  </a:moveTo>
                  <a:cubicBezTo>
                    <a:pt x="357" y="1"/>
                    <a:pt x="0" y="982"/>
                    <a:pt x="357" y="3088"/>
                  </a:cubicBezTo>
                  <a:cubicBezTo>
                    <a:pt x="634" y="4720"/>
                    <a:pt x="357" y="19734"/>
                    <a:pt x="357" y="19734"/>
                  </a:cubicBezTo>
                  <a:lnTo>
                    <a:pt x="1151" y="19734"/>
                  </a:lnTo>
                  <a:cubicBezTo>
                    <a:pt x="1151" y="19734"/>
                    <a:pt x="874" y="4720"/>
                    <a:pt x="1151" y="3088"/>
                  </a:cubicBezTo>
                  <a:cubicBezTo>
                    <a:pt x="1508" y="982"/>
                    <a:pt x="1151" y="1"/>
                    <a:pt x="1151"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178"/>
            <p:cNvSpPr/>
            <p:nvPr/>
          </p:nvSpPr>
          <p:spPr>
            <a:xfrm>
              <a:off x="4775111" y="3843812"/>
              <a:ext cx="84453" cy="2008135"/>
            </a:xfrm>
            <a:custGeom>
              <a:rect b="b" l="l" r="r" t="t"/>
              <a:pathLst>
                <a:path extrusionOk="0" h="19735" w="830">
                  <a:moveTo>
                    <a:pt x="277" y="1"/>
                  </a:moveTo>
                  <a:cubicBezTo>
                    <a:pt x="277" y="1"/>
                    <a:pt x="634" y="982"/>
                    <a:pt x="277" y="3088"/>
                  </a:cubicBezTo>
                  <a:cubicBezTo>
                    <a:pt x="0" y="4720"/>
                    <a:pt x="277" y="19734"/>
                    <a:pt x="277" y="19734"/>
                  </a:cubicBezTo>
                  <a:lnTo>
                    <a:pt x="473" y="19734"/>
                  </a:lnTo>
                  <a:cubicBezTo>
                    <a:pt x="473" y="19734"/>
                    <a:pt x="196" y="4720"/>
                    <a:pt x="473" y="3088"/>
                  </a:cubicBezTo>
                  <a:cubicBezTo>
                    <a:pt x="830" y="982"/>
                    <a:pt x="473" y="1"/>
                    <a:pt x="473"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178"/>
            <p:cNvSpPr/>
            <p:nvPr/>
          </p:nvSpPr>
          <p:spPr>
            <a:xfrm>
              <a:off x="4298521" y="3355494"/>
              <a:ext cx="968660" cy="758075"/>
            </a:xfrm>
            <a:custGeom>
              <a:rect b="b" l="l" r="r" t="t"/>
              <a:pathLst>
                <a:path extrusionOk="0" h="7450" w="9520">
                  <a:moveTo>
                    <a:pt x="3712" y="0"/>
                  </a:moveTo>
                  <a:lnTo>
                    <a:pt x="3712" y="0"/>
                  </a:lnTo>
                  <a:cubicBezTo>
                    <a:pt x="3944" y="830"/>
                    <a:pt x="4042" y="1481"/>
                    <a:pt x="4042" y="1481"/>
                  </a:cubicBezTo>
                  <a:cubicBezTo>
                    <a:pt x="3426" y="456"/>
                    <a:pt x="2436" y="125"/>
                    <a:pt x="2436" y="125"/>
                  </a:cubicBezTo>
                  <a:lnTo>
                    <a:pt x="2436" y="125"/>
                  </a:lnTo>
                  <a:cubicBezTo>
                    <a:pt x="3533" y="884"/>
                    <a:pt x="3748" y="1945"/>
                    <a:pt x="3748" y="1945"/>
                  </a:cubicBezTo>
                  <a:cubicBezTo>
                    <a:pt x="2998" y="937"/>
                    <a:pt x="1562" y="919"/>
                    <a:pt x="1562" y="919"/>
                  </a:cubicBezTo>
                  <a:lnTo>
                    <a:pt x="1562" y="919"/>
                  </a:lnTo>
                  <a:cubicBezTo>
                    <a:pt x="2481" y="1214"/>
                    <a:pt x="3087" y="2017"/>
                    <a:pt x="3087" y="2017"/>
                  </a:cubicBezTo>
                  <a:cubicBezTo>
                    <a:pt x="3087" y="2017"/>
                    <a:pt x="2561" y="1597"/>
                    <a:pt x="1758" y="1526"/>
                  </a:cubicBezTo>
                  <a:cubicBezTo>
                    <a:pt x="1614" y="1513"/>
                    <a:pt x="1482" y="1508"/>
                    <a:pt x="1362" y="1508"/>
                  </a:cubicBezTo>
                  <a:cubicBezTo>
                    <a:pt x="826" y="1508"/>
                    <a:pt x="545" y="1615"/>
                    <a:pt x="545" y="1615"/>
                  </a:cubicBezTo>
                  <a:cubicBezTo>
                    <a:pt x="1954" y="1651"/>
                    <a:pt x="2436" y="2302"/>
                    <a:pt x="2436" y="2302"/>
                  </a:cubicBezTo>
                  <a:cubicBezTo>
                    <a:pt x="2107" y="2194"/>
                    <a:pt x="1771" y="2170"/>
                    <a:pt x="1534" y="2170"/>
                  </a:cubicBezTo>
                  <a:cubicBezTo>
                    <a:pt x="1340" y="2170"/>
                    <a:pt x="1214" y="2186"/>
                    <a:pt x="1214" y="2186"/>
                  </a:cubicBezTo>
                  <a:cubicBezTo>
                    <a:pt x="2186" y="2347"/>
                    <a:pt x="2606" y="2837"/>
                    <a:pt x="2606" y="2837"/>
                  </a:cubicBezTo>
                  <a:cubicBezTo>
                    <a:pt x="2606" y="2837"/>
                    <a:pt x="2146" y="2706"/>
                    <a:pt x="1646" y="2706"/>
                  </a:cubicBezTo>
                  <a:cubicBezTo>
                    <a:pt x="1396" y="2706"/>
                    <a:pt x="1137" y="2739"/>
                    <a:pt x="920" y="2837"/>
                  </a:cubicBezTo>
                  <a:cubicBezTo>
                    <a:pt x="259" y="3132"/>
                    <a:pt x="134" y="3720"/>
                    <a:pt x="134" y="3720"/>
                  </a:cubicBezTo>
                  <a:cubicBezTo>
                    <a:pt x="439" y="3339"/>
                    <a:pt x="929" y="3103"/>
                    <a:pt x="1520" y="3103"/>
                  </a:cubicBezTo>
                  <a:cubicBezTo>
                    <a:pt x="1552" y="3103"/>
                    <a:pt x="1583" y="3104"/>
                    <a:pt x="1615" y="3105"/>
                  </a:cubicBezTo>
                  <a:cubicBezTo>
                    <a:pt x="2168" y="3123"/>
                    <a:pt x="2436" y="3364"/>
                    <a:pt x="2436" y="3364"/>
                  </a:cubicBezTo>
                  <a:cubicBezTo>
                    <a:pt x="2436" y="3364"/>
                    <a:pt x="2270" y="3337"/>
                    <a:pt x="2019" y="3337"/>
                  </a:cubicBezTo>
                  <a:cubicBezTo>
                    <a:pt x="1709" y="3337"/>
                    <a:pt x="1271" y="3378"/>
                    <a:pt x="857" y="3560"/>
                  </a:cubicBezTo>
                  <a:cubicBezTo>
                    <a:pt x="108" y="3890"/>
                    <a:pt x="1" y="4488"/>
                    <a:pt x="1" y="4488"/>
                  </a:cubicBezTo>
                  <a:cubicBezTo>
                    <a:pt x="500" y="3935"/>
                    <a:pt x="1383" y="3828"/>
                    <a:pt x="1383" y="3828"/>
                  </a:cubicBezTo>
                  <a:lnTo>
                    <a:pt x="1383" y="3828"/>
                  </a:lnTo>
                  <a:cubicBezTo>
                    <a:pt x="242" y="4390"/>
                    <a:pt x="63" y="5362"/>
                    <a:pt x="63" y="5362"/>
                  </a:cubicBezTo>
                  <a:cubicBezTo>
                    <a:pt x="429" y="4969"/>
                    <a:pt x="1134" y="4755"/>
                    <a:pt x="1134" y="4755"/>
                  </a:cubicBezTo>
                  <a:lnTo>
                    <a:pt x="1134" y="4755"/>
                  </a:lnTo>
                  <a:cubicBezTo>
                    <a:pt x="384" y="5335"/>
                    <a:pt x="152" y="6156"/>
                    <a:pt x="152" y="6156"/>
                  </a:cubicBezTo>
                  <a:cubicBezTo>
                    <a:pt x="652" y="5469"/>
                    <a:pt x="1544" y="5157"/>
                    <a:pt x="1544" y="5157"/>
                  </a:cubicBezTo>
                  <a:lnTo>
                    <a:pt x="1544" y="5157"/>
                  </a:lnTo>
                  <a:cubicBezTo>
                    <a:pt x="1160" y="5630"/>
                    <a:pt x="1044" y="6272"/>
                    <a:pt x="1044" y="6272"/>
                  </a:cubicBezTo>
                  <a:cubicBezTo>
                    <a:pt x="1624" y="4961"/>
                    <a:pt x="2659" y="4755"/>
                    <a:pt x="2659" y="4755"/>
                  </a:cubicBezTo>
                  <a:lnTo>
                    <a:pt x="2659" y="4755"/>
                  </a:lnTo>
                  <a:cubicBezTo>
                    <a:pt x="1642" y="5273"/>
                    <a:pt x="1473" y="6647"/>
                    <a:pt x="1473" y="6647"/>
                  </a:cubicBezTo>
                  <a:cubicBezTo>
                    <a:pt x="1963" y="5362"/>
                    <a:pt x="2891" y="4969"/>
                    <a:pt x="2891" y="4969"/>
                  </a:cubicBezTo>
                  <a:lnTo>
                    <a:pt x="2891" y="4969"/>
                  </a:lnTo>
                  <a:cubicBezTo>
                    <a:pt x="1892" y="6067"/>
                    <a:pt x="2284" y="7316"/>
                    <a:pt x="2284" y="7316"/>
                  </a:cubicBezTo>
                  <a:cubicBezTo>
                    <a:pt x="2284" y="6236"/>
                    <a:pt x="2802" y="5674"/>
                    <a:pt x="2802" y="5674"/>
                  </a:cubicBezTo>
                  <a:lnTo>
                    <a:pt x="2802" y="5674"/>
                  </a:lnTo>
                  <a:cubicBezTo>
                    <a:pt x="2579" y="6272"/>
                    <a:pt x="2686" y="6780"/>
                    <a:pt x="2686" y="6780"/>
                  </a:cubicBezTo>
                  <a:cubicBezTo>
                    <a:pt x="2900" y="5630"/>
                    <a:pt x="3533" y="5166"/>
                    <a:pt x="3533" y="5166"/>
                  </a:cubicBezTo>
                  <a:lnTo>
                    <a:pt x="3533" y="5166"/>
                  </a:lnTo>
                  <a:cubicBezTo>
                    <a:pt x="3150" y="5853"/>
                    <a:pt x="3221" y="6896"/>
                    <a:pt x="3221" y="6896"/>
                  </a:cubicBezTo>
                  <a:cubicBezTo>
                    <a:pt x="3408" y="5701"/>
                    <a:pt x="4015" y="5023"/>
                    <a:pt x="4015" y="5023"/>
                  </a:cubicBezTo>
                  <a:lnTo>
                    <a:pt x="4015" y="5023"/>
                  </a:lnTo>
                  <a:cubicBezTo>
                    <a:pt x="3542" y="6192"/>
                    <a:pt x="4033" y="7449"/>
                    <a:pt x="4033" y="7449"/>
                  </a:cubicBezTo>
                  <a:cubicBezTo>
                    <a:pt x="3872" y="5415"/>
                    <a:pt x="4756" y="4800"/>
                    <a:pt x="4756" y="4800"/>
                  </a:cubicBezTo>
                  <a:cubicBezTo>
                    <a:pt x="4756" y="4800"/>
                    <a:pt x="5639" y="5415"/>
                    <a:pt x="5487" y="7449"/>
                  </a:cubicBezTo>
                  <a:cubicBezTo>
                    <a:pt x="5487" y="7449"/>
                    <a:pt x="5978" y="6192"/>
                    <a:pt x="5505" y="5023"/>
                  </a:cubicBezTo>
                  <a:lnTo>
                    <a:pt x="5505" y="5023"/>
                  </a:lnTo>
                  <a:cubicBezTo>
                    <a:pt x="5505" y="5023"/>
                    <a:pt x="6103" y="5701"/>
                    <a:pt x="6299" y="6896"/>
                  </a:cubicBezTo>
                  <a:cubicBezTo>
                    <a:pt x="6299" y="6896"/>
                    <a:pt x="6361" y="5853"/>
                    <a:pt x="5987" y="5166"/>
                  </a:cubicBezTo>
                  <a:lnTo>
                    <a:pt x="5987" y="5166"/>
                  </a:lnTo>
                  <a:cubicBezTo>
                    <a:pt x="5987" y="5166"/>
                    <a:pt x="6620" y="5630"/>
                    <a:pt x="6834" y="6780"/>
                  </a:cubicBezTo>
                  <a:cubicBezTo>
                    <a:pt x="6834" y="6780"/>
                    <a:pt x="6941" y="6272"/>
                    <a:pt x="6718" y="5674"/>
                  </a:cubicBezTo>
                  <a:lnTo>
                    <a:pt x="6718" y="5674"/>
                  </a:lnTo>
                  <a:cubicBezTo>
                    <a:pt x="6718" y="5674"/>
                    <a:pt x="7236" y="6236"/>
                    <a:pt x="7236" y="7316"/>
                  </a:cubicBezTo>
                  <a:cubicBezTo>
                    <a:pt x="7236" y="7316"/>
                    <a:pt x="7628" y="6067"/>
                    <a:pt x="6629" y="4969"/>
                  </a:cubicBezTo>
                  <a:lnTo>
                    <a:pt x="6629" y="4969"/>
                  </a:lnTo>
                  <a:cubicBezTo>
                    <a:pt x="6629" y="4969"/>
                    <a:pt x="7557" y="5362"/>
                    <a:pt x="8047" y="6647"/>
                  </a:cubicBezTo>
                  <a:cubicBezTo>
                    <a:pt x="8047" y="6647"/>
                    <a:pt x="7878" y="5273"/>
                    <a:pt x="6861" y="4755"/>
                  </a:cubicBezTo>
                  <a:lnTo>
                    <a:pt x="6861" y="4755"/>
                  </a:lnTo>
                  <a:cubicBezTo>
                    <a:pt x="6861" y="4755"/>
                    <a:pt x="7896" y="4961"/>
                    <a:pt x="8467" y="6272"/>
                  </a:cubicBezTo>
                  <a:cubicBezTo>
                    <a:pt x="8467" y="6272"/>
                    <a:pt x="8351" y="5630"/>
                    <a:pt x="7976" y="5157"/>
                  </a:cubicBezTo>
                  <a:lnTo>
                    <a:pt x="7976" y="5157"/>
                  </a:lnTo>
                  <a:cubicBezTo>
                    <a:pt x="7976" y="5157"/>
                    <a:pt x="8868" y="5469"/>
                    <a:pt x="9368" y="6156"/>
                  </a:cubicBezTo>
                  <a:cubicBezTo>
                    <a:pt x="9368" y="6156"/>
                    <a:pt x="9136" y="5335"/>
                    <a:pt x="8386" y="4755"/>
                  </a:cubicBezTo>
                  <a:lnTo>
                    <a:pt x="8386" y="4755"/>
                  </a:lnTo>
                  <a:cubicBezTo>
                    <a:pt x="8387" y="4755"/>
                    <a:pt x="9091" y="4969"/>
                    <a:pt x="9457" y="5362"/>
                  </a:cubicBezTo>
                  <a:cubicBezTo>
                    <a:pt x="9457" y="5362"/>
                    <a:pt x="9270" y="4390"/>
                    <a:pt x="8128" y="3828"/>
                  </a:cubicBezTo>
                  <a:lnTo>
                    <a:pt x="8128" y="3828"/>
                  </a:lnTo>
                  <a:cubicBezTo>
                    <a:pt x="8128" y="3828"/>
                    <a:pt x="9020" y="3935"/>
                    <a:pt x="9519" y="4488"/>
                  </a:cubicBezTo>
                  <a:cubicBezTo>
                    <a:pt x="9519" y="4488"/>
                    <a:pt x="9412" y="3890"/>
                    <a:pt x="8663" y="3560"/>
                  </a:cubicBezTo>
                  <a:cubicBezTo>
                    <a:pt x="8249" y="3378"/>
                    <a:pt x="7811" y="3337"/>
                    <a:pt x="7501" y="3337"/>
                  </a:cubicBezTo>
                  <a:cubicBezTo>
                    <a:pt x="7250" y="3337"/>
                    <a:pt x="7084" y="3364"/>
                    <a:pt x="7084" y="3364"/>
                  </a:cubicBezTo>
                  <a:cubicBezTo>
                    <a:pt x="7084" y="3364"/>
                    <a:pt x="7352" y="3123"/>
                    <a:pt x="7905" y="3105"/>
                  </a:cubicBezTo>
                  <a:cubicBezTo>
                    <a:pt x="7937" y="3104"/>
                    <a:pt x="7968" y="3103"/>
                    <a:pt x="8000" y="3103"/>
                  </a:cubicBezTo>
                  <a:cubicBezTo>
                    <a:pt x="8590" y="3103"/>
                    <a:pt x="9072" y="3339"/>
                    <a:pt x="9386" y="3720"/>
                  </a:cubicBezTo>
                  <a:cubicBezTo>
                    <a:pt x="9386" y="3720"/>
                    <a:pt x="9261" y="3132"/>
                    <a:pt x="8601" y="2837"/>
                  </a:cubicBezTo>
                  <a:cubicBezTo>
                    <a:pt x="8383" y="2739"/>
                    <a:pt x="8123" y="2706"/>
                    <a:pt x="7872" y="2706"/>
                  </a:cubicBezTo>
                  <a:cubicBezTo>
                    <a:pt x="7369" y="2706"/>
                    <a:pt x="6906" y="2837"/>
                    <a:pt x="6906" y="2837"/>
                  </a:cubicBezTo>
                  <a:cubicBezTo>
                    <a:pt x="6906" y="2837"/>
                    <a:pt x="7334" y="2347"/>
                    <a:pt x="8306" y="2186"/>
                  </a:cubicBezTo>
                  <a:cubicBezTo>
                    <a:pt x="8306" y="2186"/>
                    <a:pt x="8180" y="2170"/>
                    <a:pt x="7985" y="2170"/>
                  </a:cubicBezTo>
                  <a:cubicBezTo>
                    <a:pt x="7748" y="2170"/>
                    <a:pt x="7409" y="2194"/>
                    <a:pt x="7075" y="2302"/>
                  </a:cubicBezTo>
                  <a:cubicBezTo>
                    <a:pt x="7075" y="2302"/>
                    <a:pt x="7566" y="1651"/>
                    <a:pt x="8975" y="1615"/>
                  </a:cubicBezTo>
                  <a:cubicBezTo>
                    <a:pt x="8975" y="1615"/>
                    <a:pt x="8689" y="1508"/>
                    <a:pt x="8149" y="1508"/>
                  </a:cubicBezTo>
                  <a:cubicBezTo>
                    <a:pt x="8030" y="1508"/>
                    <a:pt x="7897" y="1513"/>
                    <a:pt x="7753" y="1526"/>
                  </a:cubicBezTo>
                  <a:cubicBezTo>
                    <a:pt x="6959" y="1597"/>
                    <a:pt x="6433" y="2017"/>
                    <a:pt x="6433" y="2017"/>
                  </a:cubicBezTo>
                  <a:cubicBezTo>
                    <a:pt x="6433" y="2017"/>
                    <a:pt x="7030" y="1214"/>
                    <a:pt x="7958" y="919"/>
                  </a:cubicBezTo>
                  <a:lnTo>
                    <a:pt x="7958" y="919"/>
                  </a:lnTo>
                  <a:cubicBezTo>
                    <a:pt x="7958" y="919"/>
                    <a:pt x="6522" y="937"/>
                    <a:pt x="5773" y="1945"/>
                  </a:cubicBezTo>
                  <a:cubicBezTo>
                    <a:pt x="5773" y="1945"/>
                    <a:pt x="5978" y="884"/>
                    <a:pt x="7084" y="125"/>
                  </a:cubicBezTo>
                  <a:lnTo>
                    <a:pt x="7084" y="125"/>
                  </a:lnTo>
                  <a:cubicBezTo>
                    <a:pt x="7084" y="125"/>
                    <a:pt x="6094" y="456"/>
                    <a:pt x="5469" y="1481"/>
                  </a:cubicBezTo>
                  <a:cubicBezTo>
                    <a:pt x="5469" y="1481"/>
                    <a:pt x="5576" y="830"/>
                    <a:pt x="5808" y="0"/>
                  </a:cubicBezTo>
                  <a:lnTo>
                    <a:pt x="5808" y="0"/>
                  </a:lnTo>
                  <a:cubicBezTo>
                    <a:pt x="5808" y="1"/>
                    <a:pt x="5014" y="518"/>
                    <a:pt x="4756" y="1633"/>
                  </a:cubicBezTo>
                  <a:cubicBezTo>
                    <a:pt x="4506" y="518"/>
                    <a:pt x="3712" y="1"/>
                    <a:pt x="37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178"/>
            <p:cNvSpPr/>
            <p:nvPr/>
          </p:nvSpPr>
          <p:spPr>
            <a:xfrm>
              <a:off x="4493675" y="3534276"/>
              <a:ext cx="578347" cy="452199"/>
            </a:xfrm>
            <a:custGeom>
              <a:rect b="b" l="l" r="r" t="t"/>
              <a:pathLst>
                <a:path extrusionOk="0" h="4444" w="5684">
                  <a:moveTo>
                    <a:pt x="2213" y="1"/>
                  </a:moveTo>
                  <a:lnTo>
                    <a:pt x="2213" y="1"/>
                  </a:lnTo>
                  <a:cubicBezTo>
                    <a:pt x="2356" y="492"/>
                    <a:pt x="2418" y="884"/>
                    <a:pt x="2418" y="884"/>
                  </a:cubicBezTo>
                  <a:cubicBezTo>
                    <a:pt x="2044" y="269"/>
                    <a:pt x="1455" y="72"/>
                    <a:pt x="1455" y="72"/>
                  </a:cubicBezTo>
                  <a:lnTo>
                    <a:pt x="1455" y="72"/>
                  </a:lnTo>
                  <a:cubicBezTo>
                    <a:pt x="2115" y="527"/>
                    <a:pt x="2231" y="1161"/>
                    <a:pt x="2231" y="1161"/>
                  </a:cubicBezTo>
                  <a:cubicBezTo>
                    <a:pt x="1794" y="554"/>
                    <a:pt x="938" y="545"/>
                    <a:pt x="937" y="545"/>
                  </a:cubicBezTo>
                  <a:lnTo>
                    <a:pt x="937" y="545"/>
                  </a:lnTo>
                  <a:cubicBezTo>
                    <a:pt x="1482" y="715"/>
                    <a:pt x="1847" y="1205"/>
                    <a:pt x="1847" y="1205"/>
                  </a:cubicBezTo>
                  <a:cubicBezTo>
                    <a:pt x="1847" y="1205"/>
                    <a:pt x="1526" y="955"/>
                    <a:pt x="1053" y="911"/>
                  </a:cubicBezTo>
                  <a:cubicBezTo>
                    <a:pt x="966" y="903"/>
                    <a:pt x="886" y="899"/>
                    <a:pt x="814" y="899"/>
                  </a:cubicBezTo>
                  <a:cubicBezTo>
                    <a:pt x="497" y="899"/>
                    <a:pt x="331" y="964"/>
                    <a:pt x="331" y="964"/>
                  </a:cubicBezTo>
                  <a:cubicBezTo>
                    <a:pt x="1169" y="982"/>
                    <a:pt x="1455" y="1366"/>
                    <a:pt x="1455" y="1366"/>
                  </a:cubicBezTo>
                  <a:cubicBezTo>
                    <a:pt x="1241" y="1302"/>
                    <a:pt x="1020" y="1289"/>
                    <a:pt x="878" y="1289"/>
                  </a:cubicBezTo>
                  <a:cubicBezTo>
                    <a:pt x="783" y="1289"/>
                    <a:pt x="723" y="1294"/>
                    <a:pt x="723" y="1294"/>
                  </a:cubicBezTo>
                  <a:cubicBezTo>
                    <a:pt x="1303" y="1393"/>
                    <a:pt x="1562" y="1687"/>
                    <a:pt x="1562" y="1687"/>
                  </a:cubicBezTo>
                  <a:cubicBezTo>
                    <a:pt x="1562" y="1687"/>
                    <a:pt x="1284" y="1612"/>
                    <a:pt x="983" y="1612"/>
                  </a:cubicBezTo>
                  <a:cubicBezTo>
                    <a:pt x="832" y="1612"/>
                    <a:pt x="676" y="1630"/>
                    <a:pt x="545" y="1687"/>
                  </a:cubicBezTo>
                  <a:cubicBezTo>
                    <a:pt x="161" y="1865"/>
                    <a:pt x="81" y="2213"/>
                    <a:pt x="81" y="2213"/>
                  </a:cubicBezTo>
                  <a:cubicBezTo>
                    <a:pt x="267" y="1994"/>
                    <a:pt x="556" y="1846"/>
                    <a:pt x="905" y="1846"/>
                  </a:cubicBezTo>
                  <a:cubicBezTo>
                    <a:pt x="924" y="1846"/>
                    <a:pt x="944" y="1847"/>
                    <a:pt x="964" y="1848"/>
                  </a:cubicBezTo>
                  <a:cubicBezTo>
                    <a:pt x="1294" y="1856"/>
                    <a:pt x="1455" y="2008"/>
                    <a:pt x="1455" y="2008"/>
                  </a:cubicBezTo>
                  <a:cubicBezTo>
                    <a:pt x="1455" y="2008"/>
                    <a:pt x="1349" y="1989"/>
                    <a:pt x="1189" y="1989"/>
                  </a:cubicBezTo>
                  <a:cubicBezTo>
                    <a:pt x="1006" y="1989"/>
                    <a:pt x="753" y="2014"/>
                    <a:pt x="509" y="2124"/>
                  </a:cubicBezTo>
                  <a:cubicBezTo>
                    <a:pt x="63" y="2320"/>
                    <a:pt x="1" y="2677"/>
                    <a:pt x="1" y="2677"/>
                  </a:cubicBezTo>
                  <a:cubicBezTo>
                    <a:pt x="295" y="2347"/>
                    <a:pt x="830" y="2276"/>
                    <a:pt x="830" y="2276"/>
                  </a:cubicBezTo>
                  <a:lnTo>
                    <a:pt x="830" y="2276"/>
                  </a:lnTo>
                  <a:cubicBezTo>
                    <a:pt x="152" y="2615"/>
                    <a:pt x="36" y="3195"/>
                    <a:pt x="36" y="3195"/>
                  </a:cubicBezTo>
                  <a:cubicBezTo>
                    <a:pt x="259" y="2963"/>
                    <a:pt x="679" y="2829"/>
                    <a:pt x="679" y="2829"/>
                  </a:cubicBezTo>
                  <a:lnTo>
                    <a:pt x="679" y="2829"/>
                  </a:lnTo>
                  <a:cubicBezTo>
                    <a:pt x="233" y="3177"/>
                    <a:pt x="90" y="3667"/>
                    <a:pt x="90" y="3667"/>
                  </a:cubicBezTo>
                  <a:cubicBezTo>
                    <a:pt x="393" y="3266"/>
                    <a:pt x="919" y="3079"/>
                    <a:pt x="920" y="3079"/>
                  </a:cubicBezTo>
                  <a:lnTo>
                    <a:pt x="920" y="3079"/>
                  </a:lnTo>
                  <a:cubicBezTo>
                    <a:pt x="697" y="3355"/>
                    <a:pt x="625" y="3739"/>
                    <a:pt x="625" y="3739"/>
                  </a:cubicBezTo>
                  <a:cubicBezTo>
                    <a:pt x="973" y="2954"/>
                    <a:pt x="1589" y="2829"/>
                    <a:pt x="1589" y="2829"/>
                  </a:cubicBezTo>
                  <a:lnTo>
                    <a:pt x="1589" y="2829"/>
                  </a:lnTo>
                  <a:cubicBezTo>
                    <a:pt x="982" y="3141"/>
                    <a:pt x="884" y="3962"/>
                    <a:pt x="884" y="3962"/>
                  </a:cubicBezTo>
                  <a:cubicBezTo>
                    <a:pt x="1169" y="3195"/>
                    <a:pt x="1722" y="2963"/>
                    <a:pt x="1722" y="2963"/>
                  </a:cubicBezTo>
                  <a:lnTo>
                    <a:pt x="1722" y="2963"/>
                  </a:lnTo>
                  <a:cubicBezTo>
                    <a:pt x="1125" y="3614"/>
                    <a:pt x="1366" y="4363"/>
                    <a:pt x="1366" y="4363"/>
                  </a:cubicBezTo>
                  <a:cubicBezTo>
                    <a:pt x="1366" y="3712"/>
                    <a:pt x="1669" y="3382"/>
                    <a:pt x="1669" y="3382"/>
                  </a:cubicBezTo>
                  <a:lnTo>
                    <a:pt x="1669" y="3382"/>
                  </a:lnTo>
                  <a:cubicBezTo>
                    <a:pt x="1544" y="3739"/>
                    <a:pt x="1606" y="4042"/>
                    <a:pt x="1606" y="4042"/>
                  </a:cubicBezTo>
                  <a:cubicBezTo>
                    <a:pt x="1731" y="3355"/>
                    <a:pt x="2106" y="3079"/>
                    <a:pt x="2106" y="3079"/>
                  </a:cubicBezTo>
                  <a:lnTo>
                    <a:pt x="2106" y="3079"/>
                  </a:lnTo>
                  <a:cubicBezTo>
                    <a:pt x="1883" y="3489"/>
                    <a:pt x="1919" y="4113"/>
                    <a:pt x="1919" y="4113"/>
                  </a:cubicBezTo>
                  <a:cubicBezTo>
                    <a:pt x="2035" y="3400"/>
                    <a:pt x="2391" y="2990"/>
                    <a:pt x="2392" y="2989"/>
                  </a:cubicBezTo>
                  <a:lnTo>
                    <a:pt x="2392" y="2989"/>
                  </a:lnTo>
                  <a:cubicBezTo>
                    <a:pt x="2115" y="3694"/>
                    <a:pt x="2409" y="4444"/>
                    <a:pt x="2409" y="4444"/>
                  </a:cubicBezTo>
                  <a:cubicBezTo>
                    <a:pt x="2311" y="3230"/>
                    <a:pt x="2838" y="2856"/>
                    <a:pt x="2838" y="2856"/>
                  </a:cubicBezTo>
                  <a:cubicBezTo>
                    <a:pt x="2838" y="2856"/>
                    <a:pt x="3364" y="3230"/>
                    <a:pt x="3275" y="4444"/>
                  </a:cubicBezTo>
                  <a:cubicBezTo>
                    <a:pt x="3275" y="4444"/>
                    <a:pt x="3569" y="3694"/>
                    <a:pt x="3284" y="2989"/>
                  </a:cubicBezTo>
                  <a:lnTo>
                    <a:pt x="3284" y="2989"/>
                  </a:lnTo>
                  <a:cubicBezTo>
                    <a:pt x="3284" y="2990"/>
                    <a:pt x="3649" y="3400"/>
                    <a:pt x="3756" y="4113"/>
                  </a:cubicBezTo>
                  <a:cubicBezTo>
                    <a:pt x="3756" y="4113"/>
                    <a:pt x="3801" y="3489"/>
                    <a:pt x="3578" y="3079"/>
                  </a:cubicBezTo>
                  <a:lnTo>
                    <a:pt x="3578" y="3079"/>
                  </a:lnTo>
                  <a:cubicBezTo>
                    <a:pt x="3578" y="3079"/>
                    <a:pt x="3953" y="3355"/>
                    <a:pt x="4078" y="4042"/>
                  </a:cubicBezTo>
                  <a:cubicBezTo>
                    <a:pt x="4078" y="4042"/>
                    <a:pt x="4140" y="3739"/>
                    <a:pt x="4006" y="3382"/>
                  </a:cubicBezTo>
                  <a:lnTo>
                    <a:pt x="4006" y="3382"/>
                  </a:lnTo>
                  <a:cubicBezTo>
                    <a:pt x="4006" y="3382"/>
                    <a:pt x="4318" y="3712"/>
                    <a:pt x="4318" y="4363"/>
                  </a:cubicBezTo>
                  <a:cubicBezTo>
                    <a:pt x="4318" y="4363"/>
                    <a:pt x="4550" y="3614"/>
                    <a:pt x="3953" y="2963"/>
                  </a:cubicBezTo>
                  <a:lnTo>
                    <a:pt x="3953" y="2963"/>
                  </a:lnTo>
                  <a:cubicBezTo>
                    <a:pt x="3953" y="2963"/>
                    <a:pt x="4515" y="3195"/>
                    <a:pt x="4800" y="3962"/>
                  </a:cubicBezTo>
                  <a:cubicBezTo>
                    <a:pt x="4800" y="3962"/>
                    <a:pt x="4702" y="3141"/>
                    <a:pt x="4095" y="2829"/>
                  </a:cubicBezTo>
                  <a:lnTo>
                    <a:pt x="4095" y="2829"/>
                  </a:lnTo>
                  <a:cubicBezTo>
                    <a:pt x="4096" y="2829"/>
                    <a:pt x="4711" y="2954"/>
                    <a:pt x="5059" y="3739"/>
                  </a:cubicBezTo>
                  <a:cubicBezTo>
                    <a:pt x="5059" y="3739"/>
                    <a:pt x="4988" y="3355"/>
                    <a:pt x="4765" y="3079"/>
                  </a:cubicBezTo>
                  <a:lnTo>
                    <a:pt x="4765" y="3079"/>
                  </a:lnTo>
                  <a:cubicBezTo>
                    <a:pt x="4765" y="3079"/>
                    <a:pt x="5291" y="3266"/>
                    <a:pt x="5585" y="3667"/>
                  </a:cubicBezTo>
                  <a:cubicBezTo>
                    <a:pt x="5585" y="3667"/>
                    <a:pt x="5451" y="3177"/>
                    <a:pt x="5005" y="2829"/>
                  </a:cubicBezTo>
                  <a:lnTo>
                    <a:pt x="5005" y="2829"/>
                  </a:lnTo>
                  <a:cubicBezTo>
                    <a:pt x="5006" y="2829"/>
                    <a:pt x="5425" y="2963"/>
                    <a:pt x="5648" y="3195"/>
                  </a:cubicBezTo>
                  <a:cubicBezTo>
                    <a:pt x="5648" y="3195"/>
                    <a:pt x="5532" y="2615"/>
                    <a:pt x="4854" y="2276"/>
                  </a:cubicBezTo>
                  <a:lnTo>
                    <a:pt x="4854" y="2276"/>
                  </a:lnTo>
                  <a:cubicBezTo>
                    <a:pt x="4854" y="2276"/>
                    <a:pt x="5389" y="2347"/>
                    <a:pt x="5683" y="2677"/>
                  </a:cubicBezTo>
                  <a:cubicBezTo>
                    <a:pt x="5683" y="2677"/>
                    <a:pt x="5621" y="2320"/>
                    <a:pt x="5166" y="2124"/>
                  </a:cubicBezTo>
                  <a:cubicBezTo>
                    <a:pt x="4927" y="2014"/>
                    <a:pt x="4676" y="1989"/>
                    <a:pt x="4494" y="1989"/>
                  </a:cubicBezTo>
                  <a:cubicBezTo>
                    <a:pt x="4335" y="1989"/>
                    <a:pt x="4229" y="2008"/>
                    <a:pt x="4229" y="2008"/>
                  </a:cubicBezTo>
                  <a:cubicBezTo>
                    <a:pt x="4229" y="2008"/>
                    <a:pt x="4390" y="1856"/>
                    <a:pt x="4720" y="1848"/>
                  </a:cubicBezTo>
                  <a:cubicBezTo>
                    <a:pt x="4740" y="1847"/>
                    <a:pt x="4760" y="1846"/>
                    <a:pt x="4779" y="1846"/>
                  </a:cubicBezTo>
                  <a:cubicBezTo>
                    <a:pt x="5128" y="1846"/>
                    <a:pt x="5417" y="1994"/>
                    <a:pt x="5603" y="2213"/>
                  </a:cubicBezTo>
                  <a:cubicBezTo>
                    <a:pt x="5603" y="2213"/>
                    <a:pt x="5523" y="1865"/>
                    <a:pt x="5130" y="1687"/>
                  </a:cubicBezTo>
                  <a:cubicBezTo>
                    <a:pt x="5002" y="1630"/>
                    <a:pt x="4848" y="1612"/>
                    <a:pt x="4698" y="1612"/>
                  </a:cubicBezTo>
                  <a:cubicBezTo>
                    <a:pt x="4400" y="1612"/>
                    <a:pt x="4122" y="1687"/>
                    <a:pt x="4122" y="1687"/>
                  </a:cubicBezTo>
                  <a:cubicBezTo>
                    <a:pt x="4122" y="1687"/>
                    <a:pt x="4381" y="1393"/>
                    <a:pt x="4961" y="1294"/>
                  </a:cubicBezTo>
                  <a:cubicBezTo>
                    <a:pt x="4961" y="1294"/>
                    <a:pt x="4901" y="1289"/>
                    <a:pt x="4806" y="1289"/>
                  </a:cubicBezTo>
                  <a:cubicBezTo>
                    <a:pt x="4664" y="1289"/>
                    <a:pt x="4443" y="1302"/>
                    <a:pt x="4229" y="1366"/>
                  </a:cubicBezTo>
                  <a:cubicBezTo>
                    <a:pt x="4229" y="1366"/>
                    <a:pt x="4515" y="982"/>
                    <a:pt x="5353" y="964"/>
                  </a:cubicBezTo>
                  <a:cubicBezTo>
                    <a:pt x="5353" y="964"/>
                    <a:pt x="5187" y="899"/>
                    <a:pt x="4870" y="899"/>
                  </a:cubicBezTo>
                  <a:cubicBezTo>
                    <a:pt x="4798" y="899"/>
                    <a:pt x="4718" y="903"/>
                    <a:pt x="4631" y="911"/>
                  </a:cubicBezTo>
                  <a:cubicBezTo>
                    <a:pt x="4158" y="955"/>
                    <a:pt x="3837" y="1205"/>
                    <a:pt x="3837" y="1205"/>
                  </a:cubicBezTo>
                  <a:cubicBezTo>
                    <a:pt x="3837" y="1205"/>
                    <a:pt x="4203" y="715"/>
                    <a:pt x="4747" y="545"/>
                  </a:cubicBezTo>
                  <a:lnTo>
                    <a:pt x="4747" y="545"/>
                  </a:lnTo>
                  <a:cubicBezTo>
                    <a:pt x="4747" y="545"/>
                    <a:pt x="3890" y="554"/>
                    <a:pt x="3444" y="1161"/>
                  </a:cubicBezTo>
                  <a:cubicBezTo>
                    <a:pt x="3444" y="1161"/>
                    <a:pt x="3569" y="527"/>
                    <a:pt x="4229" y="72"/>
                  </a:cubicBezTo>
                  <a:lnTo>
                    <a:pt x="4229" y="72"/>
                  </a:lnTo>
                  <a:cubicBezTo>
                    <a:pt x="4229" y="72"/>
                    <a:pt x="3640" y="269"/>
                    <a:pt x="3266" y="884"/>
                  </a:cubicBezTo>
                  <a:cubicBezTo>
                    <a:pt x="3266" y="884"/>
                    <a:pt x="3328" y="492"/>
                    <a:pt x="3462" y="1"/>
                  </a:cubicBezTo>
                  <a:lnTo>
                    <a:pt x="3462" y="1"/>
                  </a:lnTo>
                  <a:cubicBezTo>
                    <a:pt x="3462" y="1"/>
                    <a:pt x="2989" y="304"/>
                    <a:pt x="2838" y="973"/>
                  </a:cubicBezTo>
                  <a:cubicBezTo>
                    <a:pt x="2686" y="304"/>
                    <a:pt x="2213" y="1"/>
                    <a:pt x="2213"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02" name="Google Shape;11802;p178"/>
            <p:cNvGrpSpPr/>
            <p:nvPr/>
          </p:nvGrpSpPr>
          <p:grpSpPr>
            <a:xfrm>
              <a:off x="4025327" y="4080797"/>
              <a:ext cx="659136" cy="1697576"/>
              <a:chOff x="4025327" y="4080797"/>
              <a:chExt cx="659136" cy="1697576"/>
            </a:xfrm>
          </p:grpSpPr>
          <p:sp>
            <p:nvSpPr>
              <p:cNvPr id="11803" name="Google Shape;11803;p178"/>
              <p:cNvSpPr/>
              <p:nvPr/>
            </p:nvSpPr>
            <p:spPr>
              <a:xfrm>
                <a:off x="4302184" y="4412109"/>
                <a:ext cx="105413" cy="1366264"/>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178"/>
              <p:cNvSpPr/>
              <p:nvPr/>
            </p:nvSpPr>
            <p:spPr>
              <a:xfrm>
                <a:off x="4346648" y="4412109"/>
                <a:ext cx="60948" cy="1366264"/>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178"/>
              <p:cNvSpPr/>
              <p:nvPr/>
            </p:nvSpPr>
            <p:spPr>
              <a:xfrm>
                <a:off x="4025327" y="4080797"/>
                <a:ext cx="659136" cy="514779"/>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178"/>
              <p:cNvSpPr/>
              <p:nvPr/>
            </p:nvSpPr>
            <p:spPr>
              <a:xfrm>
                <a:off x="4158719" y="4201478"/>
                <a:ext cx="392246" cy="307911"/>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07" name="Google Shape;11807;p178"/>
            <p:cNvSpPr/>
            <p:nvPr/>
          </p:nvSpPr>
          <p:spPr>
            <a:xfrm>
              <a:off x="5106404" y="4721645"/>
              <a:ext cx="87200" cy="1136603"/>
            </a:xfrm>
            <a:custGeom>
              <a:rect b="b" l="l" r="r" t="t"/>
              <a:pathLst>
                <a:path extrusionOk="0" h="11170" w="857">
                  <a:moveTo>
                    <a:pt x="206" y="1"/>
                  </a:moveTo>
                  <a:cubicBezTo>
                    <a:pt x="206" y="1"/>
                    <a:pt x="0" y="563"/>
                    <a:pt x="206" y="1749"/>
                  </a:cubicBezTo>
                  <a:cubicBezTo>
                    <a:pt x="357" y="2677"/>
                    <a:pt x="206" y="11170"/>
                    <a:pt x="206" y="11170"/>
                  </a:cubicBezTo>
                  <a:lnTo>
                    <a:pt x="652" y="11170"/>
                  </a:lnTo>
                  <a:cubicBezTo>
                    <a:pt x="652" y="11170"/>
                    <a:pt x="500" y="2677"/>
                    <a:pt x="652" y="1749"/>
                  </a:cubicBezTo>
                  <a:cubicBezTo>
                    <a:pt x="857" y="563"/>
                    <a:pt x="652" y="1"/>
                    <a:pt x="652"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178"/>
            <p:cNvSpPr/>
            <p:nvPr/>
          </p:nvSpPr>
          <p:spPr>
            <a:xfrm>
              <a:off x="5143644" y="4721645"/>
              <a:ext cx="49959" cy="1136603"/>
            </a:xfrm>
            <a:custGeom>
              <a:rect b="b" l="l" r="r" t="t"/>
              <a:pathLst>
                <a:path extrusionOk="0" h="11170" w="491">
                  <a:moveTo>
                    <a:pt x="161" y="1"/>
                  </a:moveTo>
                  <a:cubicBezTo>
                    <a:pt x="161" y="1"/>
                    <a:pt x="357" y="563"/>
                    <a:pt x="161" y="1749"/>
                  </a:cubicBezTo>
                  <a:cubicBezTo>
                    <a:pt x="0" y="2677"/>
                    <a:pt x="161" y="11170"/>
                    <a:pt x="161" y="11170"/>
                  </a:cubicBezTo>
                  <a:lnTo>
                    <a:pt x="286" y="11170"/>
                  </a:lnTo>
                  <a:cubicBezTo>
                    <a:pt x="286" y="11170"/>
                    <a:pt x="134" y="2677"/>
                    <a:pt x="286" y="1749"/>
                  </a:cubicBezTo>
                  <a:cubicBezTo>
                    <a:pt x="491" y="563"/>
                    <a:pt x="286" y="1"/>
                    <a:pt x="286"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178"/>
            <p:cNvSpPr/>
            <p:nvPr/>
          </p:nvSpPr>
          <p:spPr>
            <a:xfrm>
              <a:off x="4875842" y="4445688"/>
              <a:ext cx="547415" cy="428592"/>
            </a:xfrm>
            <a:custGeom>
              <a:rect b="b" l="l" r="r" t="t"/>
              <a:pathLst>
                <a:path extrusionOk="0" h="4212" w="5380">
                  <a:moveTo>
                    <a:pt x="2106" y="1"/>
                  </a:moveTo>
                  <a:cubicBezTo>
                    <a:pt x="2231" y="473"/>
                    <a:pt x="2293" y="839"/>
                    <a:pt x="2293" y="839"/>
                  </a:cubicBezTo>
                  <a:cubicBezTo>
                    <a:pt x="1936" y="259"/>
                    <a:pt x="1374" y="72"/>
                    <a:pt x="1374" y="72"/>
                  </a:cubicBezTo>
                  <a:lnTo>
                    <a:pt x="1374" y="72"/>
                  </a:lnTo>
                  <a:cubicBezTo>
                    <a:pt x="1999" y="500"/>
                    <a:pt x="2115" y="1098"/>
                    <a:pt x="2115" y="1098"/>
                  </a:cubicBezTo>
                  <a:cubicBezTo>
                    <a:pt x="1695" y="527"/>
                    <a:pt x="884" y="527"/>
                    <a:pt x="884" y="527"/>
                  </a:cubicBezTo>
                  <a:lnTo>
                    <a:pt x="884" y="527"/>
                  </a:lnTo>
                  <a:cubicBezTo>
                    <a:pt x="1410" y="687"/>
                    <a:pt x="1749" y="1142"/>
                    <a:pt x="1749" y="1142"/>
                  </a:cubicBezTo>
                  <a:cubicBezTo>
                    <a:pt x="1749" y="1142"/>
                    <a:pt x="1446" y="902"/>
                    <a:pt x="1000" y="866"/>
                  </a:cubicBezTo>
                  <a:cubicBezTo>
                    <a:pt x="909" y="857"/>
                    <a:pt x="827" y="853"/>
                    <a:pt x="753" y="853"/>
                  </a:cubicBezTo>
                  <a:cubicBezTo>
                    <a:pt x="461" y="853"/>
                    <a:pt x="313" y="910"/>
                    <a:pt x="313" y="910"/>
                  </a:cubicBezTo>
                  <a:cubicBezTo>
                    <a:pt x="1107" y="937"/>
                    <a:pt x="1383" y="1303"/>
                    <a:pt x="1383" y="1303"/>
                  </a:cubicBezTo>
                  <a:cubicBezTo>
                    <a:pt x="1174" y="1239"/>
                    <a:pt x="966" y="1226"/>
                    <a:pt x="832" y="1226"/>
                  </a:cubicBezTo>
                  <a:cubicBezTo>
                    <a:pt x="743" y="1226"/>
                    <a:pt x="687" y="1232"/>
                    <a:pt x="687" y="1232"/>
                  </a:cubicBezTo>
                  <a:cubicBezTo>
                    <a:pt x="1232" y="1330"/>
                    <a:pt x="1481" y="1606"/>
                    <a:pt x="1481" y="1606"/>
                  </a:cubicBezTo>
                  <a:cubicBezTo>
                    <a:pt x="1481" y="1606"/>
                    <a:pt x="1220" y="1531"/>
                    <a:pt x="934" y="1531"/>
                  </a:cubicBezTo>
                  <a:cubicBezTo>
                    <a:pt x="791" y="1531"/>
                    <a:pt x="643" y="1550"/>
                    <a:pt x="518" y="1606"/>
                  </a:cubicBezTo>
                  <a:cubicBezTo>
                    <a:pt x="152" y="1776"/>
                    <a:pt x="81" y="2106"/>
                    <a:pt x="81" y="2106"/>
                  </a:cubicBezTo>
                  <a:cubicBezTo>
                    <a:pt x="249" y="1895"/>
                    <a:pt x="521" y="1756"/>
                    <a:pt x="851" y="1756"/>
                  </a:cubicBezTo>
                  <a:cubicBezTo>
                    <a:pt x="870" y="1756"/>
                    <a:pt x="890" y="1757"/>
                    <a:pt x="910" y="1758"/>
                  </a:cubicBezTo>
                  <a:cubicBezTo>
                    <a:pt x="1223" y="1767"/>
                    <a:pt x="1374" y="1910"/>
                    <a:pt x="1374" y="1910"/>
                  </a:cubicBezTo>
                  <a:cubicBezTo>
                    <a:pt x="1374" y="1910"/>
                    <a:pt x="1275" y="1893"/>
                    <a:pt x="1127" y="1893"/>
                  </a:cubicBezTo>
                  <a:cubicBezTo>
                    <a:pt x="954" y="1893"/>
                    <a:pt x="713" y="1916"/>
                    <a:pt x="482" y="2017"/>
                  </a:cubicBezTo>
                  <a:cubicBezTo>
                    <a:pt x="63" y="2204"/>
                    <a:pt x="0" y="2543"/>
                    <a:pt x="0" y="2543"/>
                  </a:cubicBezTo>
                  <a:cubicBezTo>
                    <a:pt x="277" y="2231"/>
                    <a:pt x="785" y="2168"/>
                    <a:pt x="786" y="2168"/>
                  </a:cubicBezTo>
                  <a:lnTo>
                    <a:pt x="786" y="2168"/>
                  </a:lnTo>
                  <a:cubicBezTo>
                    <a:pt x="143" y="2481"/>
                    <a:pt x="36" y="3034"/>
                    <a:pt x="36" y="3034"/>
                  </a:cubicBezTo>
                  <a:cubicBezTo>
                    <a:pt x="241" y="2811"/>
                    <a:pt x="643" y="2686"/>
                    <a:pt x="643" y="2686"/>
                  </a:cubicBezTo>
                  <a:lnTo>
                    <a:pt x="643" y="2686"/>
                  </a:lnTo>
                  <a:cubicBezTo>
                    <a:pt x="215" y="3016"/>
                    <a:pt x="90" y="3489"/>
                    <a:pt x="90" y="3489"/>
                  </a:cubicBezTo>
                  <a:cubicBezTo>
                    <a:pt x="366" y="3096"/>
                    <a:pt x="875" y="2918"/>
                    <a:pt x="875" y="2918"/>
                  </a:cubicBezTo>
                  <a:lnTo>
                    <a:pt x="875" y="2918"/>
                  </a:lnTo>
                  <a:cubicBezTo>
                    <a:pt x="661" y="3185"/>
                    <a:pt x="598" y="3551"/>
                    <a:pt x="598" y="3551"/>
                  </a:cubicBezTo>
                  <a:cubicBezTo>
                    <a:pt x="919" y="2802"/>
                    <a:pt x="1508" y="2686"/>
                    <a:pt x="1508" y="2686"/>
                  </a:cubicBezTo>
                  <a:lnTo>
                    <a:pt x="1508" y="2686"/>
                  </a:lnTo>
                  <a:cubicBezTo>
                    <a:pt x="928" y="2980"/>
                    <a:pt x="839" y="3756"/>
                    <a:pt x="839" y="3756"/>
                  </a:cubicBezTo>
                  <a:cubicBezTo>
                    <a:pt x="1107" y="3034"/>
                    <a:pt x="1633" y="2811"/>
                    <a:pt x="1633" y="2811"/>
                  </a:cubicBezTo>
                  <a:lnTo>
                    <a:pt x="1633" y="2811"/>
                  </a:lnTo>
                  <a:cubicBezTo>
                    <a:pt x="1071" y="3426"/>
                    <a:pt x="1294" y="4140"/>
                    <a:pt x="1294" y="4140"/>
                  </a:cubicBezTo>
                  <a:cubicBezTo>
                    <a:pt x="1294" y="3524"/>
                    <a:pt x="1588" y="3212"/>
                    <a:pt x="1588" y="3212"/>
                  </a:cubicBezTo>
                  <a:lnTo>
                    <a:pt x="1588" y="3212"/>
                  </a:lnTo>
                  <a:cubicBezTo>
                    <a:pt x="1464" y="3551"/>
                    <a:pt x="1517" y="3837"/>
                    <a:pt x="1517" y="3837"/>
                  </a:cubicBezTo>
                  <a:cubicBezTo>
                    <a:pt x="1642" y="3185"/>
                    <a:pt x="1999" y="2918"/>
                    <a:pt x="1999" y="2918"/>
                  </a:cubicBezTo>
                  <a:lnTo>
                    <a:pt x="1999" y="2918"/>
                  </a:lnTo>
                  <a:cubicBezTo>
                    <a:pt x="1785" y="3310"/>
                    <a:pt x="1820" y="3899"/>
                    <a:pt x="1820" y="3899"/>
                  </a:cubicBezTo>
                  <a:cubicBezTo>
                    <a:pt x="1927" y="3230"/>
                    <a:pt x="2266" y="2838"/>
                    <a:pt x="2266" y="2837"/>
                  </a:cubicBezTo>
                  <a:lnTo>
                    <a:pt x="2266" y="2837"/>
                  </a:lnTo>
                  <a:cubicBezTo>
                    <a:pt x="2008" y="3507"/>
                    <a:pt x="2284" y="4211"/>
                    <a:pt x="2284" y="4211"/>
                  </a:cubicBezTo>
                  <a:cubicBezTo>
                    <a:pt x="2195" y="3069"/>
                    <a:pt x="2695" y="2713"/>
                    <a:pt x="2695" y="2713"/>
                  </a:cubicBezTo>
                  <a:cubicBezTo>
                    <a:pt x="2695" y="2713"/>
                    <a:pt x="3194" y="3069"/>
                    <a:pt x="3105" y="4211"/>
                  </a:cubicBezTo>
                  <a:cubicBezTo>
                    <a:pt x="3105" y="4211"/>
                    <a:pt x="3382" y="3507"/>
                    <a:pt x="3114" y="2837"/>
                  </a:cubicBezTo>
                  <a:lnTo>
                    <a:pt x="3114" y="2837"/>
                  </a:lnTo>
                  <a:cubicBezTo>
                    <a:pt x="3114" y="2838"/>
                    <a:pt x="3453" y="3230"/>
                    <a:pt x="3560" y="3899"/>
                  </a:cubicBezTo>
                  <a:cubicBezTo>
                    <a:pt x="3560" y="3899"/>
                    <a:pt x="3605" y="3310"/>
                    <a:pt x="3390" y="2918"/>
                  </a:cubicBezTo>
                  <a:lnTo>
                    <a:pt x="3390" y="2918"/>
                  </a:lnTo>
                  <a:cubicBezTo>
                    <a:pt x="3391" y="2918"/>
                    <a:pt x="3747" y="3185"/>
                    <a:pt x="3872" y="3837"/>
                  </a:cubicBezTo>
                  <a:cubicBezTo>
                    <a:pt x="3872" y="3837"/>
                    <a:pt x="3926" y="3551"/>
                    <a:pt x="3801" y="3212"/>
                  </a:cubicBezTo>
                  <a:lnTo>
                    <a:pt x="3801" y="3212"/>
                  </a:lnTo>
                  <a:cubicBezTo>
                    <a:pt x="3801" y="3212"/>
                    <a:pt x="4095" y="3524"/>
                    <a:pt x="4095" y="4140"/>
                  </a:cubicBezTo>
                  <a:cubicBezTo>
                    <a:pt x="4095" y="4140"/>
                    <a:pt x="4318" y="3426"/>
                    <a:pt x="3747" y="2811"/>
                  </a:cubicBezTo>
                  <a:lnTo>
                    <a:pt x="3747" y="2811"/>
                  </a:lnTo>
                  <a:cubicBezTo>
                    <a:pt x="3747" y="2811"/>
                    <a:pt x="4274" y="3034"/>
                    <a:pt x="4550" y="3756"/>
                  </a:cubicBezTo>
                  <a:cubicBezTo>
                    <a:pt x="4550" y="3756"/>
                    <a:pt x="4452" y="2980"/>
                    <a:pt x="3881" y="2686"/>
                  </a:cubicBezTo>
                  <a:lnTo>
                    <a:pt x="3881" y="2686"/>
                  </a:lnTo>
                  <a:cubicBezTo>
                    <a:pt x="3881" y="2686"/>
                    <a:pt x="4470" y="2802"/>
                    <a:pt x="4791" y="3551"/>
                  </a:cubicBezTo>
                  <a:cubicBezTo>
                    <a:pt x="4791" y="3551"/>
                    <a:pt x="4729" y="3185"/>
                    <a:pt x="4515" y="2918"/>
                  </a:cubicBezTo>
                  <a:lnTo>
                    <a:pt x="4515" y="2918"/>
                  </a:lnTo>
                  <a:cubicBezTo>
                    <a:pt x="4515" y="2918"/>
                    <a:pt x="5014" y="3096"/>
                    <a:pt x="5300" y="3489"/>
                  </a:cubicBezTo>
                  <a:cubicBezTo>
                    <a:pt x="5300" y="3489"/>
                    <a:pt x="5166" y="3016"/>
                    <a:pt x="4746" y="2686"/>
                  </a:cubicBezTo>
                  <a:lnTo>
                    <a:pt x="4746" y="2686"/>
                  </a:lnTo>
                  <a:cubicBezTo>
                    <a:pt x="4747" y="2686"/>
                    <a:pt x="5139" y="2811"/>
                    <a:pt x="5353" y="3034"/>
                  </a:cubicBezTo>
                  <a:cubicBezTo>
                    <a:pt x="5353" y="3034"/>
                    <a:pt x="5246" y="2481"/>
                    <a:pt x="4604" y="2168"/>
                  </a:cubicBezTo>
                  <a:lnTo>
                    <a:pt x="4604" y="2168"/>
                  </a:lnTo>
                  <a:cubicBezTo>
                    <a:pt x="4604" y="2168"/>
                    <a:pt x="5103" y="2231"/>
                    <a:pt x="5380" y="2543"/>
                  </a:cubicBezTo>
                  <a:cubicBezTo>
                    <a:pt x="5380" y="2543"/>
                    <a:pt x="5326" y="2204"/>
                    <a:pt x="4898" y="2017"/>
                  </a:cubicBezTo>
                  <a:cubicBezTo>
                    <a:pt x="4672" y="1916"/>
                    <a:pt x="4431" y="1893"/>
                    <a:pt x="4256" y="1893"/>
                  </a:cubicBezTo>
                  <a:cubicBezTo>
                    <a:pt x="4107" y="1893"/>
                    <a:pt x="4006" y="1910"/>
                    <a:pt x="4006" y="1910"/>
                  </a:cubicBezTo>
                  <a:cubicBezTo>
                    <a:pt x="4006" y="1910"/>
                    <a:pt x="4158" y="1767"/>
                    <a:pt x="4470" y="1758"/>
                  </a:cubicBezTo>
                  <a:cubicBezTo>
                    <a:pt x="4490" y="1757"/>
                    <a:pt x="4510" y="1756"/>
                    <a:pt x="4530" y="1756"/>
                  </a:cubicBezTo>
                  <a:cubicBezTo>
                    <a:pt x="4861" y="1756"/>
                    <a:pt x="5140" y="1895"/>
                    <a:pt x="5308" y="2106"/>
                  </a:cubicBezTo>
                  <a:cubicBezTo>
                    <a:pt x="5308" y="2106"/>
                    <a:pt x="5237" y="1776"/>
                    <a:pt x="4871" y="1606"/>
                  </a:cubicBezTo>
                  <a:cubicBezTo>
                    <a:pt x="4746" y="1550"/>
                    <a:pt x="4598" y="1531"/>
                    <a:pt x="4455" y="1531"/>
                  </a:cubicBezTo>
                  <a:cubicBezTo>
                    <a:pt x="4170" y="1531"/>
                    <a:pt x="3908" y="1606"/>
                    <a:pt x="3908" y="1606"/>
                  </a:cubicBezTo>
                  <a:cubicBezTo>
                    <a:pt x="3908" y="1606"/>
                    <a:pt x="4149" y="1330"/>
                    <a:pt x="4702" y="1232"/>
                  </a:cubicBezTo>
                  <a:cubicBezTo>
                    <a:pt x="4702" y="1232"/>
                    <a:pt x="4645" y="1226"/>
                    <a:pt x="4555" y="1226"/>
                  </a:cubicBezTo>
                  <a:cubicBezTo>
                    <a:pt x="4419" y="1226"/>
                    <a:pt x="4209" y="1239"/>
                    <a:pt x="4006" y="1303"/>
                  </a:cubicBezTo>
                  <a:cubicBezTo>
                    <a:pt x="4006" y="1303"/>
                    <a:pt x="4283" y="937"/>
                    <a:pt x="5077" y="910"/>
                  </a:cubicBezTo>
                  <a:cubicBezTo>
                    <a:pt x="5077" y="910"/>
                    <a:pt x="4922" y="853"/>
                    <a:pt x="4632" y="853"/>
                  </a:cubicBezTo>
                  <a:cubicBezTo>
                    <a:pt x="4560" y="853"/>
                    <a:pt x="4479" y="857"/>
                    <a:pt x="4390" y="866"/>
                  </a:cubicBezTo>
                  <a:cubicBezTo>
                    <a:pt x="3935" y="902"/>
                    <a:pt x="3640" y="1142"/>
                    <a:pt x="3640" y="1142"/>
                  </a:cubicBezTo>
                  <a:cubicBezTo>
                    <a:pt x="3640" y="1142"/>
                    <a:pt x="3979" y="687"/>
                    <a:pt x="4506" y="527"/>
                  </a:cubicBezTo>
                  <a:lnTo>
                    <a:pt x="4506" y="527"/>
                  </a:lnTo>
                  <a:cubicBezTo>
                    <a:pt x="4505" y="527"/>
                    <a:pt x="3685" y="527"/>
                    <a:pt x="3266" y="1098"/>
                  </a:cubicBezTo>
                  <a:cubicBezTo>
                    <a:pt x="3266" y="1098"/>
                    <a:pt x="3382" y="500"/>
                    <a:pt x="4006" y="72"/>
                  </a:cubicBezTo>
                  <a:lnTo>
                    <a:pt x="4006" y="72"/>
                  </a:lnTo>
                  <a:cubicBezTo>
                    <a:pt x="4006" y="72"/>
                    <a:pt x="3444" y="259"/>
                    <a:pt x="3096" y="839"/>
                  </a:cubicBezTo>
                  <a:cubicBezTo>
                    <a:pt x="3096" y="839"/>
                    <a:pt x="3159" y="473"/>
                    <a:pt x="3283" y="1"/>
                  </a:cubicBezTo>
                  <a:lnTo>
                    <a:pt x="3283" y="1"/>
                  </a:lnTo>
                  <a:cubicBezTo>
                    <a:pt x="3283" y="1"/>
                    <a:pt x="2837" y="295"/>
                    <a:pt x="2695" y="919"/>
                  </a:cubicBezTo>
                  <a:cubicBezTo>
                    <a:pt x="2552" y="295"/>
                    <a:pt x="2106" y="1"/>
                    <a:pt x="2106" y="1"/>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178"/>
            <p:cNvSpPr/>
            <p:nvPr/>
          </p:nvSpPr>
          <p:spPr>
            <a:xfrm>
              <a:off x="4986545" y="4546425"/>
              <a:ext cx="326923" cy="256117"/>
            </a:xfrm>
            <a:custGeom>
              <a:rect b="b" l="l" r="r" t="t"/>
              <a:pathLst>
                <a:path extrusionOk="0" h="2517" w="3213">
                  <a:moveTo>
                    <a:pt x="1955" y="1"/>
                  </a:moveTo>
                  <a:cubicBezTo>
                    <a:pt x="1954" y="1"/>
                    <a:pt x="1687" y="179"/>
                    <a:pt x="1607" y="554"/>
                  </a:cubicBezTo>
                  <a:cubicBezTo>
                    <a:pt x="1517" y="179"/>
                    <a:pt x="1250" y="1"/>
                    <a:pt x="1250" y="1"/>
                  </a:cubicBezTo>
                  <a:lnTo>
                    <a:pt x="1250" y="1"/>
                  </a:lnTo>
                  <a:cubicBezTo>
                    <a:pt x="1330" y="286"/>
                    <a:pt x="1366" y="500"/>
                    <a:pt x="1366" y="500"/>
                  </a:cubicBezTo>
                  <a:cubicBezTo>
                    <a:pt x="1152" y="161"/>
                    <a:pt x="822" y="45"/>
                    <a:pt x="822" y="45"/>
                  </a:cubicBezTo>
                  <a:lnTo>
                    <a:pt x="822" y="45"/>
                  </a:lnTo>
                  <a:cubicBezTo>
                    <a:pt x="1196" y="304"/>
                    <a:pt x="1259" y="661"/>
                    <a:pt x="1259" y="661"/>
                  </a:cubicBezTo>
                  <a:cubicBezTo>
                    <a:pt x="1009" y="322"/>
                    <a:pt x="527" y="313"/>
                    <a:pt x="527" y="313"/>
                  </a:cubicBezTo>
                  <a:lnTo>
                    <a:pt x="527" y="313"/>
                  </a:lnTo>
                  <a:cubicBezTo>
                    <a:pt x="839" y="411"/>
                    <a:pt x="1045" y="688"/>
                    <a:pt x="1045" y="688"/>
                  </a:cubicBezTo>
                  <a:cubicBezTo>
                    <a:pt x="1045" y="688"/>
                    <a:pt x="866" y="545"/>
                    <a:pt x="590" y="518"/>
                  </a:cubicBezTo>
                  <a:cubicBezTo>
                    <a:pt x="536" y="513"/>
                    <a:pt x="488" y="511"/>
                    <a:pt x="444" y="511"/>
                  </a:cubicBezTo>
                  <a:cubicBezTo>
                    <a:pt x="271" y="511"/>
                    <a:pt x="179" y="545"/>
                    <a:pt x="179" y="545"/>
                  </a:cubicBezTo>
                  <a:cubicBezTo>
                    <a:pt x="661" y="563"/>
                    <a:pt x="822" y="777"/>
                    <a:pt x="822" y="777"/>
                  </a:cubicBezTo>
                  <a:cubicBezTo>
                    <a:pt x="711" y="743"/>
                    <a:pt x="601" y="736"/>
                    <a:pt x="522" y="736"/>
                  </a:cubicBezTo>
                  <a:cubicBezTo>
                    <a:pt x="455" y="736"/>
                    <a:pt x="411" y="741"/>
                    <a:pt x="411" y="741"/>
                  </a:cubicBezTo>
                  <a:cubicBezTo>
                    <a:pt x="732" y="795"/>
                    <a:pt x="875" y="964"/>
                    <a:pt x="875" y="964"/>
                  </a:cubicBezTo>
                  <a:cubicBezTo>
                    <a:pt x="875" y="964"/>
                    <a:pt x="720" y="917"/>
                    <a:pt x="551" y="917"/>
                  </a:cubicBezTo>
                  <a:cubicBezTo>
                    <a:pt x="467" y="917"/>
                    <a:pt x="378" y="929"/>
                    <a:pt x="304" y="964"/>
                  </a:cubicBezTo>
                  <a:cubicBezTo>
                    <a:pt x="90" y="1062"/>
                    <a:pt x="45" y="1259"/>
                    <a:pt x="45" y="1259"/>
                  </a:cubicBezTo>
                  <a:cubicBezTo>
                    <a:pt x="147" y="1132"/>
                    <a:pt x="313" y="1053"/>
                    <a:pt x="513" y="1053"/>
                  </a:cubicBezTo>
                  <a:cubicBezTo>
                    <a:pt x="523" y="1053"/>
                    <a:pt x="534" y="1053"/>
                    <a:pt x="545" y="1053"/>
                  </a:cubicBezTo>
                  <a:cubicBezTo>
                    <a:pt x="732" y="1053"/>
                    <a:pt x="822" y="1143"/>
                    <a:pt x="822" y="1143"/>
                  </a:cubicBezTo>
                  <a:cubicBezTo>
                    <a:pt x="822" y="1143"/>
                    <a:pt x="758" y="1130"/>
                    <a:pt x="663" y="1130"/>
                  </a:cubicBezTo>
                  <a:cubicBezTo>
                    <a:pt x="560" y="1130"/>
                    <a:pt x="421" y="1145"/>
                    <a:pt x="286" y="1205"/>
                  </a:cubicBezTo>
                  <a:cubicBezTo>
                    <a:pt x="37" y="1312"/>
                    <a:pt x="1" y="1517"/>
                    <a:pt x="1" y="1517"/>
                  </a:cubicBezTo>
                  <a:cubicBezTo>
                    <a:pt x="170" y="1330"/>
                    <a:pt x="465" y="1294"/>
                    <a:pt x="465" y="1294"/>
                  </a:cubicBezTo>
                  <a:lnTo>
                    <a:pt x="465" y="1294"/>
                  </a:lnTo>
                  <a:cubicBezTo>
                    <a:pt x="81" y="1482"/>
                    <a:pt x="19" y="1812"/>
                    <a:pt x="19" y="1812"/>
                  </a:cubicBezTo>
                  <a:cubicBezTo>
                    <a:pt x="144" y="1678"/>
                    <a:pt x="384" y="1607"/>
                    <a:pt x="384" y="1607"/>
                  </a:cubicBezTo>
                  <a:lnTo>
                    <a:pt x="384" y="1607"/>
                  </a:lnTo>
                  <a:cubicBezTo>
                    <a:pt x="126" y="1803"/>
                    <a:pt x="54" y="2079"/>
                    <a:pt x="54" y="2079"/>
                  </a:cubicBezTo>
                  <a:cubicBezTo>
                    <a:pt x="215" y="1847"/>
                    <a:pt x="518" y="1740"/>
                    <a:pt x="518" y="1740"/>
                  </a:cubicBezTo>
                  <a:lnTo>
                    <a:pt x="518" y="1740"/>
                  </a:lnTo>
                  <a:cubicBezTo>
                    <a:pt x="393" y="1901"/>
                    <a:pt x="349" y="2115"/>
                    <a:pt x="349" y="2115"/>
                  </a:cubicBezTo>
                  <a:cubicBezTo>
                    <a:pt x="545" y="1678"/>
                    <a:pt x="893" y="1607"/>
                    <a:pt x="893" y="1607"/>
                  </a:cubicBezTo>
                  <a:lnTo>
                    <a:pt x="893" y="1607"/>
                  </a:lnTo>
                  <a:cubicBezTo>
                    <a:pt x="554" y="1785"/>
                    <a:pt x="500" y="2249"/>
                    <a:pt x="500" y="2249"/>
                  </a:cubicBezTo>
                  <a:cubicBezTo>
                    <a:pt x="661" y="1812"/>
                    <a:pt x="973" y="1678"/>
                    <a:pt x="973" y="1678"/>
                  </a:cubicBezTo>
                  <a:lnTo>
                    <a:pt x="973" y="1678"/>
                  </a:lnTo>
                  <a:cubicBezTo>
                    <a:pt x="634" y="2053"/>
                    <a:pt x="768" y="2472"/>
                    <a:pt x="768" y="2472"/>
                  </a:cubicBezTo>
                  <a:cubicBezTo>
                    <a:pt x="768" y="2106"/>
                    <a:pt x="946" y="1919"/>
                    <a:pt x="946" y="1919"/>
                  </a:cubicBezTo>
                  <a:lnTo>
                    <a:pt x="946" y="1919"/>
                  </a:lnTo>
                  <a:cubicBezTo>
                    <a:pt x="866" y="2124"/>
                    <a:pt x="902" y="2293"/>
                    <a:pt x="902" y="2293"/>
                  </a:cubicBezTo>
                  <a:cubicBezTo>
                    <a:pt x="973" y="1901"/>
                    <a:pt x="1187" y="1749"/>
                    <a:pt x="1187" y="1749"/>
                  </a:cubicBezTo>
                  <a:lnTo>
                    <a:pt x="1187" y="1749"/>
                  </a:lnTo>
                  <a:cubicBezTo>
                    <a:pt x="1062" y="1972"/>
                    <a:pt x="1089" y="2329"/>
                    <a:pt x="1089" y="2329"/>
                  </a:cubicBezTo>
                  <a:cubicBezTo>
                    <a:pt x="1152" y="1928"/>
                    <a:pt x="1357" y="1696"/>
                    <a:pt x="1357" y="1696"/>
                  </a:cubicBezTo>
                  <a:lnTo>
                    <a:pt x="1357" y="1696"/>
                  </a:lnTo>
                  <a:cubicBezTo>
                    <a:pt x="1196" y="2088"/>
                    <a:pt x="1357" y="2517"/>
                    <a:pt x="1357" y="2517"/>
                  </a:cubicBezTo>
                  <a:cubicBezTo>
                    <a:pt x="1303" y="1830"/>
                    <a:pt x="1607" y="1624"/>
                    <a:pt x="1607" y="1624"/>
                  </a:cubicBezTo>
                  <a:cubicBezTo>
                    <a:pt x="1607" y="1624"/>
                    <a:pt x="1901" y="1830"/>
                    <a:pt x="1847" y="2517"/>
                  </a:cubicBezTo>
                  <a:cubicBezTo>
                    <a:pt x="1847" y="2517"/>
                    <a:pt x="2017" y="2088"/>
                    <a:pt x="1856" y="1696"/>
                  </a:cubicBezTo>
                  <a:lnTo>
                    <a:pt x="1856" y="1696"/>
                  </a:lnTo>
                  <a:cubicBezTo>
                    <a:pt x="1856" y="1696"/>
                    <a:pt x="2062" y="1928"/>
                    <a:pt x="2124" y="2329"/>
                  </a:cubicBezTo>
                  <a:cubicBezTo>
                    <a:pt x="2124" y="2329"/>
                    <a:pt x="2151" y="1972"/>
                    <a:pt x="2017" y="1749"/>
                  </a:cubicBezTo>
                  <a:lnTo>
                    <a:pt x="2017" y="1749"/>
                  </a:lnTo>
                  <a:cubicBezTo>
                    <a:pt x="2017" y="1749"/>
                    <a:pt x="2231" y="1901"/>
                    <a:pt x="2302" y="2293"/>
                  </a:cubicBezTo>
                  <a:cubicBezTo>
                    <a:pt x="2302" y="2293"/>
                    <a:pt x="2338" y="2124"/>
                    <a:pt x="2267" y="1919"/>
                  </a:cubicBezTo>
                  <a:lnTo>
                    <a:pt x="2267" y="1919"/>
                  </a:lnTo>
                  <a:cubicBezTo>
                    <a:pt x="2267" y="1919"/>
                    <a:pt x="2436" y="2106"/>
                    <a:pt x="2436" y="2472"/>
                  </a:cubicBezTo>
                  <a:cubicBezTo>
                    <a:pt x="2436" y="2472"/>
                    <a:pt x="2570" y="2053"/>
                    <a:pt x="2240" y="1678"/>
                  </a:cubicBezTo>
                  <a:lnTo>
                    <a:pt x="2240" y="1678"/>
                  </a:lnTo>
                  <a:cubicBezTo>
                    <a:pt x="2240" y="1678"/>
                    <a:pt x="2552" y="1812"/>
                    <a:pt x="2713" y="2249"/>
                  </a:cubicBezTo>
                  <a:cubicBezTo>
                    <a:pt x="2713" y="2249"/>
                    <a:pt x="2659" y="1785"/>
                    <a:pt x="2311" y="1607"/>
                  </a:cubicBezTo>
                  <a:lnTo>
                    <a:pt x="2311" y="1607"/>
                  </a:lnTo>
                  <a:cubicBezTo>
                    <a:pt x="2311" y="1607"/>
                    <a:pt x="2668" y="1678"/>
                    <a:pt x="2856" y="2115"/>
                  </a:cubicBezTo>
                  <a:cubicBezTo>
                    <a:pt x="2856" y="2115"/>
                    <a:pt x="2820" y="1901"/>
                    <a:pt x="2695" y="1740"/>
                  </a:cubicBezTo>
                  <a:lnTo>
                    <a:pt x="2695" y="1740"/>
                  </a:lnTo>
                  <a:cubicBezTo>
                    <a:pt x="2695" y="1740"/>
                    <a:pt x="2989" y="1847"/>
                    <a:pt x="3159" y="2079"/>
                  </a:cubicBezTo>
                  <a:cubicBezTo>
                    <a:pt x="3159" y="2079"/>
                    <a:pt x="3079" y="1803"/>
                    <a:pt x="2829" y="1607"/>
                  </a:cubicBezTo>
                  <a:lnTo>
                    <a:pt x="2829" y="1607"/>
                  </a:lnTo>
                  <a:cubicBezTo>
                    <a:pt x="2829" y="1607"/>
                    <a:pt x="3070" y="1678"/>
                    <a:pt x="3195" y="1812"/>
                  </a:cubicBezTo>
                  <a:cubicBezTo>
                    <a:pt x="3195" y="1812"/>
                    <a:pt x="3132" y="1482"/>
                    <a:pt x="2740" y="1294"/>
                  </a:cubicBezTo>
                  <a:lnTo>
                    <a:pt x="2740" y="1294"/>
                  </a:lnTo>
                  <a:cubicBezTo>
                    <a:pt x="2740" y="1294"/>
                    <a:pt x="3043" y="1330"/>
                    <a:pt x="3212" y="1517"/>
                  </a:cubicBezTo>
                  <a:cubicBezTo>
                    <a:pt x="3212" y="1517"/>
                    <a:pt x="3177" y="1312"/>
                    <a:pt x="2927" y="1205"/>
                  </a:cubicBezTo>
                  <a:cubicBezTo>
                    <a:pt x="2792" y="1145"/>
                    <a:pt x="2653" y="1130"/>
                    <a:pt x="2550" y="1130"/>
                  </a:cubicBezTo>
                  <a:cubicBezTo>
                    <a:pt x="2455" y="1130"/>
                    <a:pt x="2392" y="1143"/>
                    <a:pt x="2392" y="1143"/>
                  </a:cubicBezTo>
                  <a:cubicBezTo>
                    <a:pt x="2392" y="1143"/>
                    <a:pt x="2481" y="1053"/>
                    <a:pt x="2668" y="1053"/>
                  </a:cubicBezTo>
                  <a:cubicBezTo>
                    <a:pt x="2679" y="1053"/>
                    <a:pt x="2690" y="1053"/>
                    <a:pt x="2700" y="1053"/>
                  </a:cubicBezTo>
                  <a:cubicBezTo>
                    <a:pt x="2900" y="1053"/>
                    <a:pt x="3066" y="1132"/>
                    <a:pt x="3168" y="1259"/>
                  </a:cubicBezTo>
                  <a:cubicBezTo>
                    <a:pt x="3168" y="1259"/>
                    <a:pt x="3123" y="1062"/>
                    <a:pt x="2900" y="964"/>
                  </a:cubicBezTo>
                  <a:cubicBezTo>
                    <a:pt x="2826" y="929"/>
                    <a:pt x="2738" y="917"/>
                    <a:pt x="2653" y="917"/>
                  </a:cubicBezTo>
                  <a:cubicBezTo>
                    <a:pt x="2484" y="917"/>
                    <a:pt x="2329" y="964"/>
                    <a:pt x="2329" y="964"/>
                  </a:cubicBezTo>
                  <a:cubicBezTo>
                    <a:pt x="2329" y="964"/>
                    <a:pt x="2472" y="795"/>
                    <a:pt x="2802" y="741"/>
                  </a:cubicBezTo>
                  <a:cubicBezTo>
                    <a:pt x="2802" y="741"/>
                    <a:pt x="2756" y="736"/>
                    <a:pt x="2688" y="736"/>
                  </a:cubicBezTo>
                  <a:cubicBezTo>
                    <a:pt x="2608" y="736"/>
                    <a:pt x="2497" y="743"/>
                    <a:pt x="2392" y="777"/>
                  </a:cubicBezTo>
                  <a:cubicBezTo>
                    <a:pt x="2392" y="777"/>
                    <a:pt x="2552" y="563"/>
                    <a:pt x="3025" y="545"/>
                  </a:cubicBezTo>
                  <a:cubicBezTo>
                    <a:pt x="3025" y="545"/>
                    <a:pt x="2934" y="511"/>
                    <a:pt x="2760" y="511"/>
                  </a:cubicBezTo>
                  <a:cubicBezTo>
                    <a:pt x="2717" y="511"/>
                    <a:pt x="2668" y="513"/>
                    <a:pt x="2615" y="518"/>
                  </a:cubicBezTo>
                  <a:cubicBezTo>
                    <a:pt x="2347" y="545"/>
                    <a:pt x="2169" y="688"/>
                    <a:pt x="2169" y="688"/>
                  </a:cubicBezTo>
                  <a:cubicBezTo>
                    <a:pt x="2169" y="688"/>
                    <a:pt x="2374" y="411"/>
                    <a:pt x="2686" y="313"/>
                  </a:cubicBezTo>
                  <a:lnTo>
                    <a:pt x="2686" y="313"/>
                  </a:lnTo>
                  <a:cubicBezTo>
                    <a:pt x="2686" y="313"/>
                    <a:pt x="2195" y="322"/>
                    <a:pt x="1946" y="661"/>
                  </a:cubicBezTo>
                  <a:cubicBezTo>
                    <a:pt x="1946" y="661"/>
                    <a:pt x="2017" y="304"/>
                    <a:pt x="2392" y="45"/>
                  </a:cubicBezTo>
                  <a:lnTo>
                    <a:pt x="2392" y="45"/>
                  </a:lnTo>
                  <a:cubicBezTo>
                    <a:pt x="2392" y="45"/>
                    <a:pt x="2053" y="161"/>
                    <a:pt x="1847" y="500"/>
                  </a:cubicBezTo>
                  <a:cubicBezTo>
                    <a:pt x="1847" y="500"/>
                    <a:pt x="1883" y="286"/>
                    <a:pt x="1955"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1" name="Google Shape;11811;p178"/>
            <p:cNvGrpSpPr/>
            <p:nvPr/>
          </p:nvGrpSpPr>
          <p:grpSpPr>
            <a:xfrm>
              <a:off x="5106389" y="3947572"/>
              <a:ext cx="659136" cy="1697576"/>
              <a:chOff x="4025327" y="4080797"/>
              <a:chExt cx="659136" cy="1697576"/>
            </a:xfrm>
          </p:grpSpPr>
          <p:sp>
            <p:nvSpPr>
              <p:cNvPr id="11812" name="Google Shape;11812;p178"/>
              <p:cNvSpPr/>
              <p:nvPr/>
            </p:nvSpPr>
            <p:spPr>
              <a:xfrm>
                <a:off x="4302184" y="4412109"/>
                <a:ext cx="105413" cy="1366264"/>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178"/>
              <p:cNvSpPr/>
              <p:nvPr/>
            </p:nvSpPr>
            <p:spPr>
              <a:xfrm>
                <a:off x="4346648" y="4412109"/>
                <a:ext cx="60948" cy="1366264"/>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178"/>
              <p:cNvSpPr/>
              <p:nvPr/>
            </p:nvSpPr>
            <p:spPr>
              <a:xfrm>
                <a:off x="4025327" y="4080797"/>
                <a:ext cx="659136" cy="514779"/>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178"/>
              <p:cNvSpPr/>
              <p:nvPr/>
            </p:nvSpPr>
            <p:spPr>
              <a:xfrm>
                <a:off x="4158719" y="4201478"/>
                <a:ext cx="392246" cy="307911"/>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816" name="Google Shape;11816;p178"/>
          <p:cNvSpPr txBox="1"/>
          <p:nvPr>
            <p:ph hasCustomPrompt="1" type="title"/>
          </p:nvPr>
        </p:nvSpPr>
        <p:spPr>
          <a:xfrm>
            <a:off x="2402350" y="1310613"/>
            <a:ext cx="4339200" cy="13107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sz="72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1817" name="Google Shape;11817;p178"/>
          <p:cNvSpPr txBox="1"/>
          <p:nvPr>
            <p:ph idx="1" type="subTitle"/>
          </p:nvPr>
        </p:nvSpPr>
        <p:spPr>
          <a:xfrm>
            <a:off x="2402350" y="2621488"/>
            <a:ext cx="4339200" cy="497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a:lvl1pPr>
            <a:lvl2pPr lvl="1" algn="ctr">
              <a:lnSpc>
                <a:spcPct val="100000"/>
              </a:lnSpc>
              <a:spcBef>
                <a:spcPts val="0"/>
              </a:spcBef>
              <a:spcAft>
                <a:spcPts val="0"/>
              </a:spcAft>
              <a:buSzPts val="1600"/>
              <a:buNone/>
              <a:defRPr sz="1600"/>
            </a:lvl2pPr>
            <a:lvl3pPr lvl="2" algn="ctr">
              <a:lnSpc>
                <a:spcPct val="100000"/>
              </a:lnSpc>
              <a:spcBef>
                <a:spcPts val="1600"/>
              </a:spcBef>
              <a:spcAft>
                <a:spcPts val="0"/>
              </a:spcAft>
              <a:buSzPts val="1600"/>
              <a:buNone/>
              <a:defRPr sz="1600"/>
            </a:lvl3pPr>
            <a:lvl4pPr lvl="3" algn="ctr">
              <a:lnSpc>
                <a:spcPct val="100000"/>
              </a:lnSpc>
              <a:spcBef>
                <a:spcPts val="1600"/>
              </a:spcBef>
              <a:spcAft>
                <a:spcPts val="0"/>
              </a:spcAft>
              <a:buSzPts val="1600"/>
              <a:buNone/>
              <a:defRPr sz="1600"/>
            </a:lvl4pPr>
            <a:lvl5pPr lvl="4" algn="ctr">
              <a:lnSpc>
                <a:spcPct val="100000"/>
              </a:lnSpc>
              <a:spcBef>
                <a:spcPts val="1600"/>
              </a:spcBef>
              <a:spcAft>
                <a:spcPts val="0"/>
              </a:spcAft>
              <a:buSzPts val="1600"/>
              <a:buNone/>
              <a:defRPr sz="1600"/>
            </a:lvl5pPr>
            <a:lvl6pPr lvl="5" algn="ctr">
              <a:lnSpc>
                <a:spcPct val="100000"/>
              </a:lnSpc>
              <a:spcBef>
                <a:spcPts val="1600"/>
              </a:spcBef>
              <a:spcAft>
                <a:spcPts val="0"/>
              </a:spcAft>
              <a:buSzPts val="1600"/>
              <a:buNone/>
              <a:defRPr sz="1600"/>
            </a:lvl6pPr>
            <a:lvl7pPr lvl="6" algn="ctr">
              <a:lnSpc>
                <a:spcPct val="100000"/>
              </a:lnSpc>
              <a:spcBef>
                <a:spcPts val="1600"/>
              </a:spcBef>
              <a:spcAft>
                <a:spcPts val="0"/>
              </a:spcAft>
              <a:buSzPts val="1600"/>
              <a:buNone/>
              <a:defRPr sz="1600"/>
            </a:lvl7pPr>
            <a:lvl8pPr lvl="7" algn="ctr">
              <a:lnSpc>
                <a:spcPct val="100000"/>
              </a:lnSpc>
              <a:spcBef>
                <a:spcPts val="1600"/>
              </a:spcBef>
              <a:spcAft>
                <a:spcPts val="0"/>
              </a:spcAft>
              <a:buSzPts val="1600"/>
              <a:buNone/>
              <a:defRPr sz="1600"/>
            </a:lvl8pPr>
            <a:lvl9pPr lvl="8" algn="ctr">
              <a:lnSpc>
                <a:spcPct val="100000"/>
              </a:lnSpc>
              <a:spcBef>
                <a:spcPts val="1600"/>
              </a:spcBef>
              <a:spcAft>
                <a:spcPts val="1600"/>
              </a:spcAft>
              <a:buSzPts val="1600"/>
              <a:buNone/>
              <a:defRPr sz="1600"/>
            </a:lvl9pPr>
          </a:lstStyle>
          <a:p/>
        </p:txBody>
      </p:sp>
    </p:spTree>
  </p:cSld>
  <p:clrMapOvr>
    <a:masterClrMapping/>
  </p:clrMapOvr>
</p:sldLayout>
</file>

<file path=ppt/slideLayouts/slideLayout1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lt1"/>
        </a:solidFill>
      </p:bgPr>
    </p:bg>
    <p:spTree>
      <p:nvGrpSpPr>
        <p:cNvPr id="11818" name="Shape 11818"/>
        <p:cNvGrpSpPr/>
        <p:nvPr/>
      </p:nvGrpSpPr>
      <p:grpSpPr>
        <a:xfrm>
          <a:off x="0" y="0"/>
          <a:ext cx="0" cy="0"/>
          <a:chOff x="0" y="0"/>
          <a:chExt cx="0" cy="0"/>
        </a:xfrm>
      </p:grpSpPr>
    </p:spTree>
  </p:cSld>
  <p:clrMapOvr>
    <a:masterClrMapping/>
  </p:clrMapOvr>
</p:sldLayout>
</file>

<file path=ppt/slideLayouts/slideLayout1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1819" name="Shape 11819"/>
        <p:cNvGrpSpPr/>
        <p:nvPr/>
      </p:nvGrpSpPr>
      <p:grpSpPr>
        <a:xfrm>
          <a:off x="0" y="0"/>
          <a:ext cx="0" cy="0"/>
          <a:chOff x="0" y="0"/>
          <a:chExt cx="0" cy="0"/>
        </a:xfrm>
      </p:grpSpPr>
      <p:sp>
        <p:nvSpPr>
          <p:cNvPr id="11820" name="Google Shape;11820;p180"/>
          <p:cNvSpPr/>
          <p:nvPr/>
        </p:nvSpPr>
        <p:spPr>
          <a:xfrm>
            <a:off x="0" y="1371600"/>
            <a:ext cx="9144017" cy="3771820"/>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21" name="Google Shape;11821;p180"/>
          <p:cNvGrpSpPr/>
          <p:nvPr/>
        </p:nvGrpSpPr>
        <p:grpSpPr>
          <a:xfrm>
            <a:off x="5221413" y="2571747"/>
            <a:ext cx="4532217" cy="3156913"/>
            <a:chOff x="4611813" y="2571747"/>
            <a:chExt cx="4532217" cy="3156913"/>
          </a:xfrm>
        </p:grpSpPr>
        <p:sp>
          <p:nvSpPr>
            <p:cNvPr id="11822" name="Google Shape;11822;p180"/>
            <p:cNvSpPr/>
            <p:nvPr/>
          </p:nvSpPr>
          <p:spPr>
            <a:xfrm>
              <a:off x="4611813" y="2571747"/>
              <a:ext cx="4532217" cy="3156913"/>
            </a:xfrm>
            <a:custGeom>
              <a:rect b="b" l="l" r="r" t="t"/>
              <a:pathLst>
                <a:path extrusionOk="0" h="11777" w="16907">
                  <a:moveTo>
                    <a:pt x="3159" y="1"/>
                  </a:moveTo>
                  <a:cubicBezTo>
                    <a:pt x="3159" y="1"/>
                    <a:pt x="1107" y="188"/>
                    <a:pt x="2276" y="581"/>
                  </a:cubicBezTo>
                  <a:cubicBezTo>
                    <a:pt x="3453" y="982"/>
                    <a:pt x="4087" y="1143"/>
                    <a:pt x="2927" y="1571"/>
                  </a:cubicBezTo>
                  <a:cubicBezTo>
                    <a:pt x="1767" y="1999"/>
                    <a:pt x="2490" y="2320"/>
                    <a:pt x="4631" y="2570"/>
                  </a:cubicBezTo>
                  <a:cubicBezTo>
                    <a:pt x="6772" y="2820"/>
                    <a:pt x="7860" y="3203"/>
                    <a:pt x="6397" y="3676"/>
                  </a:cubicBezTo>
                  <a:cubicBezTo>
                    <a:pt x="4934" y="4149"/>
                    <a:pt x="4533" y="4684"/>
                    <a:pt x="6674" y="4684"/>
                  </a:cubicBezTo>
                  <a:cubicBezTo>
                    <a:pt x="8815" y="4684"/>
                    <a:pt x="11964" y="4916"/>
                    <a:pt x="9350" y="5817"/>
                  </a:cubicBezTo>
                  <a:cubicBezTo>
                    <a:pt x="6736" y="6709"/>
                    <a:pt x="1125" y="8208"/>
                    <a:pt x="4033" y="8360"/>
                  </a:cubicBezTo>
                  <a:cubicBezTo>
                    <a:pt x="6942" y="8511"/>
                    <a:pt x="3730" y="9849"/>
                    <a:pt x="1" y="10331"/>
                  </a:cubicBezTo>
                  <a:lnTo>
                    <a:pt x="1" y="11776"/>
                  </a:lnTo>
                  <a:lnTo>
                    <a:pt x="16906" y="11776"/>
                  </a:lnTo>
                  <a:lnTo>
                    <a:pt x="16906" y="6156"/>
                  </a:lnTo>
                  <a:cubicBezTo>
                    <a:pt x="15131" y="6076"/>
                    <a:pt x="13106" y="5219"/>
                    <a:pt x="14444" y="4604"/>
                  </a:cubicBezTo>
                  <a:cubicBezTo>
                    <a:pt x="15782" y="3988"/>
                    <a:pt x="14819" y="3631"/>
                    <a:pt x="13008" y="3507"/>
                  </a:cubicBezTo>
                  <a:cubicBezTo>
                    <a:pt x="11206" y="3382"/>
                    <a:pt x="9243" y="3177"/>
                    <a:pt x="10706" y="2695"/>
                  </a:cubicBezTo>
                  <a:cubicBezTo>
                    <a:pt x="12169" y="2213"/>
                    <a:pt x="9796" y="1919"/>
                    <a:pt x="8039" y="1856"/>
                  </a:cubicBezTo>
                  <a:cubicBezTo>
                    <a:pt x="6281" y="1785"/>
                    <a:pt x="4337" y="1580"/>
                    <a:pt x="5371" y="1267"/>
                  </a:cubicBezTo>
                  <a:cubicBezTo>
                    <a:pt x="6406" y="964"/>
                    <a:pt x="5818" y="750"/>
                    <a:pt x="5095" y="581"/>
                  </a:cubicBezTo>
                  <a:cubicBezTo>
                    <a:pt x="4381" y="420"/>
                    <a:pt x="7191" y="1"/>
                    <a:pt x="7191" y="1"/>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180"/>
            <p:cNvSpPr/>
            <p:nvPr/>
          </p:nvSpPr>
          <p:spPr>
            <a:xfrm>
              <a:off x="5336666" y="2571747"/>
              <a:ext cx="3807363" cy="3156913"/>
            </a:xfrm>
            <a:custGeom>
              <a:rect b="b" l="l" r="r" t="t"/>
              <a:pathLst>
                <a:path extrusionOk="0" h="11777" w="14203">
                  <a:moveTo>
                    <a:pt x="1329" y="1"/>
                  </a:moveTo>
                  <a:cubicBezTo>
                    <a:pt x="1329" y="1"/>
                    <a:pt x="89" y="134"/>
                    <a:pt x="732" y="456"/>
                  </a:cubicBezTo>
                  <a:cubicBezTo>
                    <a:pt x="1383" y="768"/>
                    <a:pt x="1758" y="1009"/>
                    <a:pt x="1080" y="1348"/>
                  </a:cubicBezTo>
                  <a:cubicBezTo>
                    <a:pt x="402" y="1678"/>
                    <a:pt x="0" y="1794"/>
                    <a:pt x="2034" y="2070"/>
                  </a:cubicBezTo>
                  <a:cubicBezTo>
                    <a:pt x="4059" y="2356"/>
                    <a:pt x="6182" y="2766"/>
                    <a:pt x="5076" y="3391"/>
                  </a:cubicBezTo>
                  <a:cubicBezTo>
                    <a:pt x="3970" y="4006"/>
                    <a:pt x="5629" y="3988"/>
                    <a:pt x="7021" y="4140"/>
                  </a:cubicBezTo>
                  <a:cubicBezTo>
                    <a:pt x="8422" y="4292"/>
                    <a:pt x="11116" y="4845"/>
                    <a:pt x="8439" y="5987"/>
                  </a:cubicBezTo>
                  <a:cubicBezTo>
                    <a:pt x="5772" y="7129"/>
                    <a:pt x="1463" y="7887"/>
                    <a:pt x="3970" y="8261"/>
                  </a:cubicBezTo>
                  <a:cubicBezTo>
                    <a:pt x="6477" y="8636"/>
                    <a:pt x="526" y="11776"/>
                    <a:pt x="526" y="11776"/>
                  </a:cubicBezTo>
                  <a:lnTo>
                    <a:pt x="14202" y="11776"/>
                  </a:lnTo>
                  <a:lnTo>
                    <a:pt x="11812" y="7182"/>
                  </a:lnTo>
                  <a:cubicBezTo>
                    <a:pt x="11812" y="7182"/>
                    <a:pt x="8502" y="6495"/>
                    <a:pt x="10598" y="5362"/>
                  </a:cubicBezTo>
                  <a:cubicBezTo>
                    <a:pt x="12695" y="4229"/>
                    <a:pt x="10117" y="3926"/>
                    <a:pt x="8306" y="3810"/>
                  </a:cubicBezTo>
                  <a:cubicBezTo>
                    <a:pt x="6495" y="3694"/>
                    <a:pt x="5112" y="3551"/>
                    <a:pt x="5968" y="3087"/>
                  </a:cubicBezTo>
                  <a:cubicBezTo>
                    <a:pt x="6825" y="2623"/>
                    <a:pt x="6557" y="2284"/>
                    <a:pt x="3568" y="2035"/>
                  </a:cubicBezTo>
                  <a:cubicBezTo>
                    <a:pt x="571" y="1785"/>
                    <a:pt x="1231" y="1392"/>
                    <a:pt x="1820" y="964"/>
                  </a:cubicBezTo>
                  <a:cubicBezTo>
                    <a:pt x="2418" y="536"/>
                    <a:pt x="1320" y="491"/>
                    <a:pt x="1294" y="295"/>
                  </a:cubicBezTo>
                  <a:cubicBezTo>
                    <a:pt x="1276" y="108"/>
                    <a:pt x="2507" y="1"/>
                    <a:pt x="25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4" name="Google Shape;11824;p180"/>
          <p:cNvGrpSpPr/>
          <p:nvPr/>
        </p:nvGrpSpPr>
        <p:grpSpPr>
          <a:xfrm>
            <a:off x="3809369" y="-21219"/>
            <a:ext cx="5449400" cy="5178727"/>
            <a:chOff x="7946247" y="1587834"/>
            <a:chExt cx="775759" cy="737196"/>
          </a:xfrm>
        </p:grpSpPr>
        <p:sp>
          <p:nvSpPr>
            <p:cNvPr id="11825" name="Google Shape;11825;p180"/>
            <p:cNvSpPr/>
            <p:nvPr/>
          </p:nvSpPr>
          <p:spPr>
            <a:xfrm>
              <a:off x="8325333" y="2249500"/>
              <a:ext cx="33090" cy="75514"/>
            </a:xfrm>
            <a:custGeom>
              <a:rect b="b" l="l" r="r" t="t"/>
              <a:pathLst>
                <a:path extrusionOk="0" h="2079" w="911">
                  <a:moveTo>
                    <a:pt x="1" y="0"/>
                  </a:moveTo>
                  <a:lnTo>
                    <a:pt x="1" y="2079"/>
                  </a:lnTo>
                  <a:lnTo>
                    <a:pt x="911" y="2079"/>
                  </a:lnTo>
                  <a:lnTo>
                    <a:pt x="91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180"/>
            <p:cNvSpPr/>
            <p:nvPr/>
          </p:nvSpPr>
          <p:spPr>
            <a:xfrm>
              <a:off x="8325333" y="2249500"/>
              <a:ext cx="20123" cy="75514"/>
            </a:xfrm>
            <a:custGeom>
              <a:rect b="b" l="l" r="r" t="t"/>
              <a:pathLst>
                <a:path extrusionOk="0" h="2079" w="554">
                  <a:moveTo>
                    <a:pt x="1" y="0"/>
                  </a:moveTo>
                  <a:lnTo>
                    <a:pt x="1" y="2079"/>
                  </a:lnTo>
                  <a:lnTo>
                    <a:pt x="554" y="2079"/>
                  </a:lnTo>
                  <a:lnTo>
                    <a:pt x="55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180"/>
            <p:cNvSpPr/>
            <p:nvPr/>
          </p:nvSpPr>
          <p:spPr>
            <a:xfrm>
              <a:off x="8426125" y="2196035"/>
              <a:ext cx="33090" cy="128981"/>
            </a:xfrm>
            <a:custGeom>
              <a:rect b="b" l="l" r="r" t="t"/>
              <a:pathLst>
                <a:path extrusionOk="0" h="3551" w="911">
                  <a:moveTo>
                    <a:pt x="0" y="0"/>
                  </a:moveTo>
                  <a:lnTo>
                    <a:pt x="0" y="3551"/>
                  </a:lnTo>
                  <a:lnTo>
                    <a:pt x="910" y="3551"/>
                  </a:lnTo>
                  <a:lnTo>
                    <a:pt x="910"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180"/>
            <p:cNvSpPr/>
            <p:nvPr/>
          </p:nvSpPr>
          <p:spPr>
            <a:xfrm>
              <a:off x="8426125" y="2196035"/>
              <a:ext cx="20123" cy="128981"/>
            </a:xfrm>
            <a:custGeom>
              <a:rect b="b" l="l" r="r" t="t"/>
              <a:pathLst>
                <a:path extrusionOk="0" h="3551" w="554">
                  <a:moveTo>
                    <a:pt x="0" y="0"/>
                  </a:moveTo>
                  <a:lnTo>
                    <a:pt x="0" y="3551"/>
                  </a:lnTo>
                  <a:lnTo>
                    <a:pt x="553" y="3551"/>
                  </a:lnTo>
                  <a:lnTo>
                    <a:pt x="55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180"/>
            <p:cNvSpPr/>
            <p:nvPr/>
          </p:nvSpPr>
          <p:spPr>
            <a:xfrm>
              <a:off x="8526881" y="2129277"/>
              <a:ext cx="33090" cy="195742"/>
            </a:xfrm>
            <a:custGeom>
              <a:rect b="b" l="l" r="r" t="t"/>
              <a:pathLst>
                <a:path extrusionOk="0" h="5389" w="911">
                  <a:moveTo>
                    <a:pt x="1" y="1"/>
                  </a:moveTo>
                  <a:lnTo>
                    <a:pt x="1" y="5389"/>
                  </a:lnTo>
                  <a:lnTo>
                    <a:pt x="911" y="5389"/>
                  </a:lnTo>
                  <a:lnTo>
                    <a:pt x="91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180"/>
            <p:cNvSpPr/>
            <p:nvPr/>
          </p:nvSpPr>
          <p:spPr>
            <a:xfrm>
              <a:off x="8526881" y="2129277"/>
              <a:ext cx="20123" cy="195742"/>
            </a:xfrm>
            <a:custGeom>
              <a:rect b="b" l="l" r="r" t="t"/>
              <a:pathLst>
                <a:path extrusionOk="0" h="5389" w="554">
                  <a:moveTo>
                    <a:pt x="1" y="1"/>
                  </a:moveTo>
                  <a:lnTo>
                    <a:pt x="1" y="5389"/>
                  </a:lnTo>
                  <a:lnTo>
                    <a:pt x="554" y="5389"/>
                  </a:lnTo>
                  <a:lnTo>
                    <a:pt x="554"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180"/>
            <p:cNvSpPr/>
            <p:nvPr/>
          </p:nvSpPr>
          <p:spPr>
            <a:xfrm>
              <a:off x="8627672" y="2058958"/>
              <a:ext cx="33053" cy="266062"/>
            </a:xfrm>
            <a:custGeom>
              <a:rect b="b" l="l" r="r" t="t"/>
              <a:pathLst>
                <a:path extrusionOk="0" h="7325" w="910">
                  <a:moveTo>
                    <a:pt x="0" y="1"/>
                  </a:moveTo>
                  <a:lnTo>
                    <a:pt x="0" y="7325"/>
                  </a:lnTo>
                  <a:lnTo>
                    <a:pt x="910" y="7325"/>
                  </a:lnTo>
                  <a:lnTo>
                    <a:pt x="910"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180"/>
            <p:cNvSpPr/>
            <p:nvPr/>
          </p:nvSpPr>
          <p:spPr>
            <a:xfrm>
              <a:off x="8627672" y="2058958"/>
              <a:ext cx="20123" cy="266062"/>
            </a:xfrm>
            <a:custGeom>
              <a:rect b="b" l="l" r="r" t="t"/>
              <a:pathLst>
                <a:path extrusionOk="0" h="7325" w="554">
                  <a:moveTo>
                    <a:pt x="0" y="1"/>
                  </a:moveTo>
                  <a:lnTo>
                    <a:pt x="0" y="7325"/>
                  </a:lnTo>
                  <a:lnTo>
                    <a:pt x="553" y="7325"/>
                  </a:lnTo>
                  <a:lnTo>
                    <a:pt x="553"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180"/>
            <p:cNvSpPr/>
            <p:nvPr/>
          </p:nvSpPr>
          <p:spPr>
            <a:xfrm>
              <a:off x="8176924" y="2005493"/>
              <a:ext cx="540551" cy="319529"/>
            </a:xfrm>
            <a:custGeom>
              <a:rect b="b" l="l" r="r" t="t"/>
              <a:pathLst>
                <a:path extrusionOk="0" h="8797" w="14882">
                  <a:moveTo>
                    <a:pt x="14881" y="1"/>
                  </a:moveTo>
                  <a:lnTo>
                    <a:pt x="1" y="8797"/>
                  </a:lnTo>
                  <a:lnTo>
                    <a:pt x="1999" y="8797"/>
                  </a:lnTo>
                  <a:lnTo>
                    <a:pt x="14881" y="340"/>
                  </a:lnTo>
                  <a:lnTo>
                    <a:pt x="14881"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180"/>
            <p:cNvSpPr/>
            <p:nvPr/>
          </p:nvSpPr>
          <p:spPr>
            <a:xfrm>
              <a:off x="8249531" y="2017806"/>
              <a:ext cx="467943" cy="307216"/>
            </a:xfrm>
            <a:custGeom>
              <a:rect b="b" l="l" r="r" t="t"/>
              <a:pathLst>
                <a:path extrusionOk="0" h="8458" w="12883">
                  <a:moveTo>
                    <a:pt x="12882" y="1"/>
                  </a:moveTo>
                  <a:lnTo>
                    <a:pt x="0" y="8458"/>
                  </a:lnTo>
                  <a:lnTo>
                    <a:pt x="857" y="8458"/>
                  </a:lnTo>
                  <a:lnTo>
                    <a:pt x="12882" y="260"/>
                  </a:lnTo>
                  <a:lnTo>
                    <a:pt x="1288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180"/>
            <p:cNvSpPr/>
            <p:nvPr/>
          </p:nvSpPr>
          <p:spPr>
            <a:xfrm>
              <a:off x="8284835" y="1862888"/>
              <a:ext cx="427165" cy="213583"/>
            </a:xfrm>
            <a:custGeom>
              <a:rect b="b" l="l" r="r" t="t"/>
              <a:pathLst>
                <a:path extrusionOk="0" h="4827" w="9654">
                  <a:moveTo>
                    <a:pt x="9653" y="0"/>
                  </a:moveTo>
                  <a:lnTo>
                    <a:pt x="8948" y="482"/>
                  </a:lnTo>
                  <a:cubicBezTo>
                    <a:pt x="8948" y="482"/>
                    <a:pt x="8774" y="656"/>
                    <a:pt x="8707" y="656"/>
                  </a:cubicBezTo>
                  <a:cubicBezTo>
                    <a:pt x="8688" y="656"/>
                    <a:pt x="8677" y="642"/>
                    <a:pt x="8681" y="607"/>
                  </a:cubicBezTo>
                  <a:cubicBezTo>
                    <a:pt x="8687" y="553"/>
                    <a:pt x="8657" y="536"/>
                    <a:pt x="8615" y="536"/>
                  </a:cubicBezTo>
                  <a:cubicBezTo>
                    <a:pt x="8530" y="536"/>
                    <a:pt x="8395" y="607"/>
                    <a:pt x="8395" y="607"/>
                  </a:cubicBezTo>
                  <a:lnTo>
                    <a:pt x="7780" y="1044"/>
                  </a:lnTo>
                  <a:lnTo>
                    <a:pt x="6941" y="1178"/>
                  </a:lnTo>
                  <a:lnTo>
                    <a:pt x="5505" y="1187"/>
                  </a:lnTo>
                  <a:lnTo>
                    <a:pt x="4863" y="1365"/>
                  </a:lnTo>
                  <a:lnTo>
                    <a:pt x="4318" y="1365"/>
                  </a:lnTo>
                  <a:lnTo>
                    <a:pt x="3712" y="1544"/>
                  </a:lnTo>
                  <a:cubicBezTo>
                    <a:pt x="3712" y="1544"/>
                    <a:pt x="3582" y="1520"/>
                    <a:pt x="3388" y="1520"/>
                  </a:cubicBezTo>
                  <a:cubicBezTo>
                    <a:pt x="3227" y="1520"/>
                    <a:pt x="3022" y="1536"/>
                    <a:pt x="2811" y="1597"/>
                  </a:cubicBezTo>
                  <a:cubicBezTo>
                    <a:pt x="2338" y="1740"/>
                    <a:pt x="1910" y="1776"/>
                    <a:pt x="1910" y="1776"/>
                  </a:cubicBezTo>
                  <a:lnTo>
                    <a:pt x="197" y="2150"/>
                  </a:lnTo>
                  <a:cubicBezTo>
                    <a:pt x="197" y="2150"/>
                    <a:pt x="1" y="2231"/>
                    <a:pt x="1044" y="2587"/>
                  </a:cubicBezTo>
                  <a:cubicBezTo>
                    <a:pt x="2498" y="3096"/>
                    <a:pt x="3587" y="2846"/>
                    <a:pt x="3774" y="3087"/>
                  </a:cubicBezTo>
                  <a:cubicBezTo>
                    <a:pt x="3962" y="3328"/>
                    <a:pt x="3863" y="3167"/>
                    <a:pt x="4113" y="3497"/>
                  </a:cubicBezTo>
                  <a:cubicBezTo>
                    <a:pt x="4363" y="3818"/>
                    <a:pt x="4292" y="3890"/>
                    <a:pt x="4684" y="3917"/>
                  </a:cubicBezTo>
                  <a:cubicBezTo>
                    <a:pt x="4815" y="3926"/>
                    <a:pt x="4929" y="3928"/>
                    <a:pt x="5023" y="3928"/>
                  </a:cubicBezTo>
                  <a:cubicBezTo>
                    <a:pt x="5210" y="3928"/>
                    <a:pt x="5318" y="3917"/>
                    <a:pt x="5318" y="3917"/>
                  </a:cubicBezTo>
                  <a:lnTo>
                    <a:pt x="5790" y="3863"/>
                  </a:lnTo>
                  <a:lnTo>
                    <a:pt x="6040" y="3917"/>
                  </a:lnTo>
                  <a:cubicBezTo>
                    <a:pt x="6040" y="3917"/>
                    <a:pt x="6352" y="4131"/>
                    <a:pt x="6629" y="4175"/>
                  </a:cubicBezTo>
                  <a:cubicBezTo>
                    <a:pt x="6672" y="4184"/>
                    <a:pt x="6701" y="4187"/>
                    <a:pt x="6720" y="4187"/>
                  </a:cubicBezTo>
                  <a:cubicBezTo>
                    <a:pt x="6782" y="4187"/>
                    <a:pt x="6748" y="4155"/>
                    <a:pt x="6759" y="4155"/>
                  </a:cubicBezTo>
                  <a:lnTo>
                    <a:pt x="6759" y="4155"/>
                  </a:lnTo>
                  <a:cubicBezTo>
                    <a:pt x="6767" y="4155"/>
                    <a:pt x="6798" y="4172"/>
                    <a:pt x="6905" y="4229"/>
                  </a:cubicBezTo>
                  <a:cubicBezTo>
                    <a:pt x="7218" y="4380"/>
                    <a:pt x="7405" y="4452"/>
                    <a:pt x="7405" y="4452"/>
                  </a:cubicBezTo>
                  <a:cubicBezTo>
                    <a:pt x="7405" y="4452"/>
                    <a:pt x="7905" y="4505"/>
                    <a:pt x="8154" y="4568"/>
                  </a:cubicBezTo>
                  <a:cubicBezTo>
                    <a:pt x="8413" y="4630"/>
                    <a:pt x="8681" y="4666"/>
                    <a:pt x="8681" y="4666"/>
                  </a:cubicBezTo>
                  <a:lnTo>
                    <a:pt x="9653" y="4827"/>
                  </a:lnTo>
                  <a:lnTo>
                    <a:pt x="965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180"/>
            <p:cNvSpPr/>
            <p:nvPr/>
          </p:nvSpPr>
          <p:spPr>
            <a:xfrm>
              <a:off x="8454567" y="1962751"/>
              <a:ext cx="257432" cy="113716"/>
            </a:xfrm>
            <a:custGeom>
              <a:rect b="b" l="l" r="r" t="t"/>
              <a:pathLst>
                <a:path extrusionOk="0" h="2570" w="5818">
                  <a:moveTo>
                    <a:pt x="5817" y="0"/>
                  </a:moveTo>
                  <a:lnTo>
                    <a:pt x="5202" y="152"/>
                  </a:lnTo>
                  <a:lnTo>
                    <a:pt x="4809" y="411"/>
                  </a:lnTo>
                  <a:lnTo>
                    <a:pt x="4399" y="500"/>
                  </a:lnTo>
                  <a:lnTo>
                    <a:pt x="4006" y="830"/>
                  </a:lnTo>
                  <a:cubicBezTo>
                    <a:pt x="4006" y="830"/>
                    <a:pt x="3911" y="850"/>
                    <a:pt x="3781" y="850"/>
                  </a:cubicBezTo>
                  <a:cubicBezTo>
                    <a:pt x="3717" y="850"/>
                    <a:pt x="3643" y="845"/>
                    <a:pt x="3569" y="830"/>
                  </a:cubicBezTo>
                  <a:cubicBezTo>
                    <a:pt x="3426" y="796"/>
                    <a:pt x="3246" y="780"/>
                    <a:pt x="3042" y="780"/>
                  </a:cubicBezTo>
                  <a:cubicBezTo>
                    <a:pt x="2927" y="780"/>
                    <a:pt x="2805" y="785"/>
                    <a:pt x="2677" y="794"/>
                  </a:cubicBezTo>
                  <a:cubicBezTo>
                    <a:pt x="2363" y="817"/>
                    <a:pt x="2417" y="919"/>
                    <a:pt x="2416" y="919"/>
                  </a:cubicBezTo>
                  <a:cubicBezTo>
                    <a:pt x="2416" y="919"/>
                    <a:pt x="2414" y="917"/>
                    <a:pt x="2409" y="910"/>
                  </a:cubicBezTo>
                  <a:cubicBezTo>
                    <a:pt x="2405" y="906"/>
                    <a:pt x="2401" y="905"/>
                    <a:pt x="2395" y="905"/>
                  </a:cubicBezTo>
                  <a:cubicBezTo>
                    <a:pt x="2338" y="905"/>
                    <a:pt x="2204" y="1098"/>
                    <a:pt x="2204" y="1098"/>
                  </a:cubicBezTo>
                  <a:cubicBezTo>
                    <a:pt x="2204" y="1098"/>
                    <a:pt x="2052" y="1089"/>
                    <a:pt x="1847" y="1053"/>
                  </a:cubicBezTo>
                  <a:cubicBezTo>
                    <a:pt x="1788" y="1046"/>
                    <a:pt x="1746" y="1042"/>
                    <a:pt x="1710" y="1042"/>
                  </a:cubicBezTo>
                  <a:cubicBezTo>
                    <a:pt x="1618" y="1042"/>
                    <a:pt x="1577" y="1065"/>
                    <a:pt x="1428" y="1098"/>
                  </a:cubicBezTo>
                  <a:cubicBezTo>
                    <a:pt x="1223" y="1133"/>
                    <a:pt x="1080" y="1231"/>
                    <a:pt x="1080" y="1231"/>
                  </a:cubicBezTo>
                  <a:lnTo>
                    <a:pt x="946" y="1312"/>
                  </a:lnTo>
                  <a:lnTo>
                    <a:pt x="1" y="910"/>
                  </a:lnTo>
                  <a:lnTo>
                    <a:pt x="1" y="910"/>
                  </a:lnTo>
                  <a:cubicBezTo>
                    <a:pt x="99" y="1035"/>
                    <a:pt x="63" y="955"/>
                    <a:pt x="277" y="1240"/>
                  </a:cubicBezTo>
                  <a:cubicBezTo>
                    <a:pt x="527" y="1561"/>
                    <a:pt x="456" y="1633"/>
                    <a:pt x="848" y="1660"/>
                  </a:cubicBezTo>
                  <a:cubicBezTo>
                    <a:pt x="979" y="1669"/>
                    <a:pt x="1093" y="1671"/>
                    <a:pt x="1187" y="1671"/>
                  </a:cubicBezTo>
                  <a:cubicBezTo>
                    <a:pt x="1374" y="1671"/>
                    <a:pt x="1482" y="1660"/>
                    <a:pt x="1482" y="1660"/>
                  </a:cubicBezTo>
                  <a:lnTo>
                    <a:pt x="1954" y="1606"/>
                  </a:lnTo>
                  <a:lnTo>
                    <a:pt x="2204" y="1660"/>
                  </a:lnTo>
                  <a:cubicBezTo>
                    <a:pt x="2204" y="1660"/>
                    <a:pt x="2516" y="1874"/>
                    <a:pt x="2793" y="1918"/>
                  </a:cubicBezTo>
                  <a:cubicBezTo>
                    <a:pt x="2836" y="1927"/>
                    <a:pt x="2865" y="1930"/>
                    <a:pt x="2884" y="1930"/>
                  </a:cubicBezTo>
                  <a:cubicBezTo>
                    <a:pt x="2946" y="1930"/>
                    <a:pt x="2912" y="1898"/>
                    <a:pt x="2923" y="1898"/>
                  </a:cubicBezTo>
                  <a:lnTo>
                    <a:pt x="2923" y="1898"/>
                  </a:lnTo>
                  <a:cubicBezTo>
                    <a:pt x="2931" y="1898"/>
                    <a:pt x="2962" y="1915"/>
                    <a:pt x="3069" y="1972"/>
                  </a:cubicBezTo>
                  <a:cubicBezTo>
                    <a:pt x="3382" y="2123"/>
                    <a:pt x="3569" y="2195"/>
                    <a:pt x="3569" y="2195"/>
                  </a:cubicBezTo>
                  <a:cubicBezTo>
                    <a:pt x="3569" y="2195"/>
                    <a:pt x="4069" y="2248"/>
                    <a:pt x="4318" y="2311"/>
                  </a:cubicBezTo>
                  <a:cubicBezTo>
                    <a:pt x="4577" y="2373"/>
                    <a:pt x="4845" y="2409"/>
                    <a:pt x="4845" y="2409"/>
                  </a:cubicBezTo>
                  <a:lnTo>
                    <a:pt x="5817" y="2570"/>
                  </a:lnTo>
                  <a:lnTo>
                    <a:pt x="5817"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180"/>
            <p:cNvSpPr/>
            <p:nvPr/>
          </p:nvSpPr>
          <p:spPr>
            <a:xfrm>
              <a:off x="8293508" y="1862888"/>
              <a:ext cx="418493" cy="100176"/>
            </a:xfrm>
            <a:custGeom>
              <a:rect b="b" l="l" r="r" t="t"/>
              <a:pathLst>
                <a:path extrusionOk="0" h="2264" w="9458">
                  <a:moveTo>
                    <a:pt x="9457" y="0"/>
                  </a:moveTo>
                  <a:lnTo>
                    <a:pt x="8752" y="482"/>
                  </a:lnTo>
                  <a:cubicBezTo>
                    <a:pt x="8752" y="482"/>
                    <a:pt x="8578" y="656"/>
                    <a:pt x="8511" y="656"/>
                  </a:cubicBezTo>
                  <a:cubicBezTo>
                    <a:pt x="8492" y="656"/>
                    <a:pt x="8481" y="642"/>
                    <a:pt x="8485" y="607"/>
                  </a:cubicBezTo>
                  <a:cubicBezTo>
                    <a:pt x="8491" y="553"/>
                    <a:pt x="8461" y="536"/>
                    <a:pt x="8419" y="536"/>
                  </a:cubicBezTo>
                  <a:cubicBezTo>
                    <a:pt x="8334" y="536"/>
                    <a:pt x="8199" y="607"/>
                    <a:pt x="8199" y="607"/>
                  </a:cubicBezTo>
                  <a:lnTo>
                    <a:pt x="7584" y="1044"/>
                  </a:lnTo>
                  <a:lnTo>
                    <a:pt x="6745" y="1178"/>
                  </a:lnTo>
                  <a:lnTo>
                    <a:pt x="5309" y="1187"/>
                  </a:lnTo>
                  <a:lnTo>
                    <a:pt x="4667" y="1365"/>
                  </a:lnTo>
                  <a:lnTo>
                    <a:pt x="4122" y="1365"/>
                  </a:lnTo>
                  <a:lnTo>
                    <a:pt x="3516" y="1544"/>
                  </a:lnTo>
                  <a:cubicBezTo>
                    <a:pt x="3516" y="1544"/>
                    <a:pt x="3386" y="1520"/>
                    <a:pt x="3192" y="1520"/>
                  </a:cubicBezTo>
                  <a:cubicBezTo>
                    <a:pt x="3031" y="1520"/>
                    <a:pt x="2826" y="1536"/>
                    <a:pt x="2615" y="1597"/>
                  </a:cubicBezTo>
                  <a:cubicBezTo>
                    <a:pt x="2142" y="1740"/>
                    <a:pt x="1714" y="1776"/>
                    <a:pt x="1714" y="1776"/>
                  </a:cubicBezTo>
                  <a:lnTo>
                    <a:pt x="1" y="2150"/>
                  </a:lnTo>
                  <a:lnTo>
                    <a:pt x="170" y="2239"/>
                  </a:lnTo>
                  <a:cubicBezTo>
                    <a:pt x="170" y="2239"/>
                    <a:pt x="262" y="2263"/>
                    <a:pt x="341" y="2263"/>
                  </a:cubicBezTo>
                  <a:cubicBezTo>
                    <a:pt x="380" y="2263"/>
                    <a:pt x="417" y="2257"/>
                    <a:pt x="438" y="2239"/>
                  </a:cubicBezTo>
                  <a:cubicBezTo>
                    <a:pt x="500" y="2186"/>
                    <a:pt x="1098" y="2150"/>
                    <a:pt x="1098" y="2150"/>
                  </a:cubicBezTo>
                  <a:lnTo>
                    <a:pt x="1508" y="2052"/>
                  </a:lnTo>
                  <a:lnTo>
                    <a:pt x="1919" y="1972"/>
                  </a:lnTo>
                  <a:cubicBezTo>
                    <a:pt x="1919" y="1972"/>
                    <a:pt x="2133" y="1918"/>
                    <a:pt x="2258" y="1874"/>
                  </a:cubicBezTo>
                  <a:cubicBezTo>
                    <a:pt x="2315" y="1853"/>
                    <a:pt x="2399" y="1848"/>
                    <a:pt x="2474" y="1848"/>
                  </a:cubicBezTo>
                  <a:cubicBezTo>
                    <a:pt x="2564" y="1848"/>
                    <a:pt x="2641" y="1856"/>
                    <a:pt x="2641" y="1856"/>
                  </a:cubicBezTo>
                  <a:lnTo>
                    <a:pt x="3302" y="1972"/>
                  </a:lnTo>
                  <a:lnTo>
                    <a:pt x="3685" y="1865"/>
                  </a:lnTo>
                  <a:lnTo>
                    <a:pt x="4015" y="1749"/>
                  </a:lnTo>
                  <a:lnTo>
                    <a:pt x="4354" y="1686"/>
                  </a:lnTo>
                  <a:lnTo>
                    <a:pt x="4961" y="1722"/>
                  </a:lnTo>
                  <a:lnTo>
                    <a:pt x="5353" y="1740"/>
                  </a:lnTo>
                  <a:lnTo>
                    <a:pt x="5737" y="1642"/>
                  </a:lnTo>
                  <a:lnTo>
                    <a:pt x="6112" y="1642"/>
                  </a:lnTo>
                  <a:lnTo>
                    <a:pt x="6469" y="1829"/>
                  </a:lnTo>
                  <a:lnTo>
                    <a:pt x="6870" y="1776"/>
                  </a:lnTo>
                  <a:lnTo>
                    <a:pt x="7120" y="1695"/>
                  </a:lnTo>
                  <a:lnTo>
                    <a:pt x="7949" y="1472"/>
                  </a:lnTo>
                  <a:lnTo>
                    <a:pt x="8404" y="1356"/>
                  </a:lnTo>
                  <a:lnTo>
                    <a:pt x="8485" y="1214"/>
                  </a:lnTo>
                  <a:cubicBezTo>
                    <a:pt x="8485" y="1214"/>
                    <a:pt x="8529" y="1169"/>
                    <a:pt x="8485" y="1098"/>
                  </a:cubicBezTo>
                  <a:cubicBezTo>
                    <a:pt x="8449" y="1026"/>
                    <a:pt x="8574" y="973"/>
                    <a:pt x="8690" y="839"/>
                  </a:cubicBezTo>
                  <a:cubicBezTo>
                    <a:pt x="8729" y="794"/>
                    <a:pt x="8756" y="779"/>
                    <a:pt x="8776" y="779"/>
                  </a:cubicBezTo>
                  <a:cubicBezTo>
                    <a:pt x="8816" y="779"/>
                    <a:pt x="8824" y="839"/>
                    <a:pt x="8824" y="839"/>
                  </a:cubicBezTo>
                  <a:cubicBezTo>
                    <a:pt x="8824" y="839"/>
                    <a:pt x="8894" y="853"/>
                    <a:pt x="8981" y="853"/>
                  </a:cubicBezTo>
                  <a:cubicBezTo>
                    <a:pt x="9060" y="853"/>
                    <a:pt x="9152" y="841"/>
                    <a:pt x="9216" y="794"/>
                  </a:cubicBezTo>
                  <a:cubicBezTo>
                    <a:pt x="9350" y="696"/>
                    <a:pt x="9270" y="634"/>
                    <a:pt x="9314" y="384"/>
                  </a:cubicBezTo>
                  <a:cubicBezTo>
                    <a:pt x="9350" y="134"/>
                    <a:pt x="9457" y="0"/>
                    <a:pt x="9457"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180"/>
            <p:cNvSpPr/>
            <p:nvPr/>
          </p:nvSpPr>
          <p:spPr>
            <a:xfrm>
              <a:off x="8473089" y="2197343"/>
              <a:ext cx="248918" cy="127674"/>
            </a:xfrm>
            <a:custGeom>
              <a:rect b="b" l="l" r="r" t="t"/>
              <a:pathLst>
                <a:path extrusionOk="0" h="3515" w="6853">
                  <a:moveTo>
                    <a:pt x="3426" y="0"/>
                  </a:moveTo>
                  <a:cubicBezTo>
                    <a:pt x="3105" y="54"/>
                    <a:pt x="3087" y="678"/>
                    <a:pt x="3087" y="678"/>
                  </a:cubicBezTo>
                  <a:cubicBezTo>
                    <a:pt x="3087" y="678"/>
                    <a:pt x="2826" y="187"/>
                    <a:pt x="2603" y="187"/>
                  </a:cubicBezTo>
                  <a:cubicBezTo>
                    <a:pt x="2586" y="187"/>
                    <a:pt x="2569" y="190"/>
                    <a:pt x="2552" y="196"/>
                  </a:cubicBezTo>
                  <a:cubicBezTo>
                    <a:pt x="2320" y="277"/>
                    <a:pt x="2365" y="999"/>
                    <a:pt x="2365" y="999"/>
                  </a:cubicBezTo>
                  <a:cubicBezTo>
                    <a:pt x="2365" y="999"/>
                    <a:pt x="2038" y="539"/>
                    <a:pt x="1832" y="539"/>
                  </a:cubicBezTo>
                  <a:cubicBezTo>
                    <a:pt x="1812" y="539"/>
                    <a:pt x="1793" y="544"/>
                    <a:pt x="1776" y="553"/>
                  </a:cubicBezTo>
                  <a:cubicBezTo>
                    <a:pt x="1580" y="660"/>
                    <a:pt x="1776" y="1383"/>
                    <a:pt x="1776" y="1383"/>
                  </a:cubicBezTo>
                  <a:cubicBezTo>
                    <a:pt x="1776" y="1383"/>
                    <a:pt x="1409" y="1088"/>
                    <a:pt x="1192" y="1088"/>
                  </a:cubicBezTo>
                  <a:cubicBezTo>
                    <a:pt x="1155" y="1088"/>
                    <a:pt x="1123" y="1096"/>
                    <a:pt x="1098" y="1115"/>
                  </a:cubicBezTo>
                  <a:cubicBezTo>
                    <a:pt x="928" y="1249"/>
                    <a:pt x="1250" y="2043"/>
                    <a:pt x="1250" y="2043"/>
                  </a:cubicBezTo>
                  <a:cubicBezTo>
                    <a:pt x="1250" y="2043"/>
                    <a:pt x="849" y="1700"/>
                    <a:pt x="607" y="1700"/>
                  </a:cubicBezTo>
                  <a:cubicBezTo>
                    <a:pt x="581" y="1700"/>
                    <a:pt x="557" y="1704"/>
                    <a:pt x="536" y="1713"/>
                  </a:cubicBezTo>
                  <a:cubicBezTo>
                    <a:pt x="322" y="1793"/>
                    <a:pt x="750" y="2801"/>
                    <a:pt x="750" y="2801"/>
                  </a:cubicBezTo>
                  <a:cubicBezTo>
                    <a:pt x="750" y="2801"/>
                    <a:pt x="485" y="2553"/>
                    <a:pt x="293" y="2553"/>
                  </a:cubicBezTo>
                  <a:cubicBezTo>
                    <a:pt x="246" y="2553"/>
                    <a:pt x="203" y="2568"/>
                    <a:pt x="170" y="2605"/>
                  </a:cubicBezTo>
                  <a:cubicBezTo>
                    <a:pt x="1" y="2783"/>
                    <a:pt x="420" y="3515"/>
                    <a:pt x="420" y="3515"/>
                  </a:cubicBezTo>
                  <a:lnTo>
                    <a:pt x="6433" y="3515"/>
                  </a:lnTo>
                  <a:cubicBezTo>
                    <a:pt x="6433" y="3515"/>
                    <a:pt x="6852" y="2783"/>
                    <a:pt x="6683" y="2605"/>
                  </a:cubicBezTo>
                  <a:cubicBezTo>
                    <a:pt x="6649" y="2568"/>
                    <a:pt x="6607" y="2553"/>
                    <a:pt x="6560" y="2553"/>
                  </a:cubicBezTo>
                  <a:cubicBezTo>
                    <a:pt x="6368" y="2553"/>
                    <a:pt x="6103" y="2801"/>
                    <a:pt x="6103" y="2801"/>
                  </a:cubicBezTo>
                  <a:cubicBezTo>
                    <a:pt x="6103" y="2801"/>
                    <a:pt x="6531" y="1793"/>
                    <a:pt x="6317" y="1713"/>
                  </a:cubicBezTo>
                  <a:cubicBezTo>
                    <a:pt x="6295" y="1704"/>
                    <a:pt x="6271" y="1700"/>
                    <a:pt x="6246" y="1700"/>
                  </a:cubicBezTo>
                  <a:cubicBezTo>
                    <a:pt x="6004" y="1700"/>
                    <a:pt x="5603" y="2043"/>
                    <a:pt x="5603" y="2043"/>
                  </a:cubicBezTo>
                  <a:cubicBezTo>
                    <a:pt x="5603" y="2043"/>
                    <a:pt x="5924" y="1249"/>
                    <a:pt x="5755" y="1115"/>
                  </a:cubicBezTo>
                  <a:cubicBezTo>
                    <a:pt x="5729" y="1096"/>
                    <a:pt x="5697" y="1088"/>
                    <a:pt x="5661" y="1088"/>
                  </a:cubicBezTo>
                  <a:cubicBezTo>
                    <a:pt x="5444" y="1088"/>
                    <a:pt x="5077" y="1383"/>
                    <a:pt x="5077" y="1383"/>
                  </a:cubicBezTo>
                  <a:cubicBezTo>
                    <a:pt x="5077" y="1383"/>
                    <a:pt x="5273" y="660"/>
                    <a:pt x="5077" y="553"/>
                  </a:cubicBezTo>
                  <a:cubicBezTo>
                    <a:pt x="5059" y="544"/>
                    <a:pt x="5041" y="539"/>
                    <a:pt x="5021" y="539"/>
                  </a:cubicBezTo>
                  <a:cubicBezTo>
                    <a:pt x="4814" y="539"/>
                    <a:pt x="4488" y="999"/>
                    <a:pt x="4488" y="999"/>
                  </a:cubicBezTo>
                  <a:cubicBezTo>
                    <a:pt x="4488" y="999"/>
                    <a:pt x="4533" y="277"/>
                    <a:pt x="4301" y="196"/>
                  </a:cubicBezTo>
                  <a:cubicBezTo>
                    <a:pt x="4284" y="190"/>
                    <a:pt x="4267" y="187"/>
                    <a:pt x="4249" y="187"/>
                  </a:cubicBezTo>
                  <a:cubicBezTo>
                    <a:pt x="4026" y="187"/>
                    <a:pt x="3765" y="678"/>
                    <a:pt x="3765" y="678"/>
                  </a:cubicBezTo>
                  <a:cubicBezTo>
                    <a:pt x="3765" y="678"/>
                    <a:pt x="3748" y="54"/>
                    <a:pt x="34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180"/>
            <p:cNvSpPr/>
            <p:nvPr/>
          </p:nvSpPr>
          <p:spPr>
            <a:xfrm>
              <a:off x="8520742" y="2245941"/>
              <a:ext cx="153935" cy="79074"/>
            </a:xfrm>
            <a:custGeom>
              <a:rect b="b" l="l" r="r" t="t"/>
              <a:pathLst>
                <a:path extrusionOk="0" h="2177" w="4238">
                  <a:moveTo>
                    <a:pt x="2114" y="0"/>
                  </a:moveTo>
                  <a:cubicBezTo>
                    <a:pt x="1918" y="36"/>
                    <a:pt x="1909" y="428"/>
                    <a:pt x="1909" y="428"/>
                  </a:cubicBezTo>
                  <a:cubicBezTo>
                    <a:pt x="1909" y="428"/>
                    <a:pt x="1747" y="120"/>
                    <a:pt x="1602" y="120"/>
                  </a:cubicBezTo>
                  <a:cubicBezTo>
                    <a:pt x="1592" y="120"/>
                    <a:pt x="1581" y="121"/>
                    <a:pt x="1570" y="125"/>
                  </a:cubicBezTo>
                  <a:cubicBezTo>
                    <a:pt x="1427" y="170"/>
                    <a:pt x="1454" y="625"/>
                    <a:pt x="1454" y="625"/>
                  </a:cubicBezTo>
                  <a:cubicBezTo>
                    <a:pt x="1454" y="625"/>
                    <a:pt x="1256" y="338"/>
                    <a:pt x="1133" y="338"/>
                  </a:cubicBezTo>
                  <a:cubicBezTo>
                    <a:pt x="1120" y="338"/>
                    <a:pt x="1108" y="342"/>
                    <a:pt x="1097" y="348"/>
                  </a:cubicBezTo>
                  <a:cubicBezTo>
                    <a:pt x="972" y="411"/>
                    <a:pt x="1097" y="857"/>
                    <a:pt x="1097" y="857"/>
                  </a:cubicBezTo>
                  <a:cubicBezTo>
                    <a:pt x="1097" y="857"/>
                    <a:pt x="873" y="677"/>
                    <a:pt x="739" y="677"/>
                  </a:cubicBezTo>
                  <a:cubicBezTo>
                    <a:pt x="715" y="677"/>
                    <a:pt x="694" y="683"/>
                    <a:pt x="678" y="696"/>
                  </a:cubicBezTo>
                  <a:cubicBezTo>
                    <a:pt x="571" y="776"/>
                    <a:pt x="767" y="1267"/>
                    <a:pt x="767" y="1267"/>
                  </a:cubicBezTo>
                  <a:cubicBezTo>
                    <a:pt x="767" y="1267"/>
                    <a:pt x="518" y="1055"/>
                    <a:pt x="372" y="1055"/>
                  </a:cubicBezTo>
                  <a:cubicBezTo>
                    <a:pt x="357" y="1055"/>
                    <a:pt x="343" y="1057"/>
                    <a:pt x="330" y="1062"/>
                  </a:cubicBezTo>
                  <a:cubicBezTo>
                    <a:pt x="196" y="1115"/>
                    <a:pt x="455" y="1731"/>
                    <a:pt x="455" y="1731"/>
                  </a:cubicBezTo>
                  <a:cubicBezTo>
                    <a:pt x="455" y="1731"/>
                    <a:pt x="295" y="1582"/>
                    <a:pt x="176" y="1582"/>
                  </a:cubicBezTo>
                  <a:cubicBezTo>
                    <a:pt x="147" y="1582"/>
                    <a:pt x="120" y="1592"/>
                    <a:pt x="98" y="1615"/>
                  </a:cubicBezTo>
                  <a:cubicBezTo>
                    <a:pt x="0" y="1722"/>
                    <a:pt x="250" y="2177"/>
                    <a:pt x="250" y="2177"/>
                  </a:cubicBezTo>
                  <a:lnTo>
                    <a:pt x="3979" y="2177"/>
                  </a:lnTo>
                  <a:cubicBezTo>
                    <a:pt x="3979" y="2177"/>
                    <a:pt x="4238" y="1722"/>
                    <a:pt x="4131" y="1615"/>
                  </a:cubicBezTo>
                  <a:cubicBezTo>
                    <a:pt x="4109" y="1592"/>
                    <a:pt x="4082" y="1582"/>
                    <a:pt x="4052" y="1582"/>
                  </a:cubicBezTo>
                  <a:cubicBezTo>
                    <a:pt x="3934" y="1582"/>
                    <a:pt x="3774" y="1731"/>
                    <a:pt x="3774" y="1731"/>
                  </a:cubicBezTo>
                  <a:cubicBezTo>
                    <a:pt x="3774" y="1731"/>
                    <a:pt x="4032" y="1115"/>
                    <a:pt x="3899" y="1062"/>
                  </a:cubicBezTo>
                  <a:cubicBezTo>
                    <a:pt x="3886" y="1057"/>
                    <a:pt x="3872" y="1055"/>
                    <a:pt x="3857" y="1055"/>
                  </a:cubicBezTo>
                  <a:cubicBezTo>
                    <a:pt x="3711" y="1055"/>
                    <a:pt x="3461" y="1267"/>
                    <a:pt x="3461" y="1267"/>
                  </a:cubicBezTo>
                  <a:cubicBezTo>
                    <a:pt x="3461" y="1267"/>
                    <a:pt x="3658" y="776"/>
                    <a:pt x="3551" y="696"/>
                  </a:cubicBezTo>
                  <a:cubicBezTo>
                    <a:pt x="3534" y="683"/>
                    <a:pt x="3513" y="677"/>
                    <a:pt x="3490" y="677"/>
                  </a:cubicBezTo>
                  <a:cubicBezTo>
                    <a:pt x="3356" y="677"/>
                    <a:pt x="3131" y="857"/>
                    <a:pt x="3131" y="857"/>
                  </a:cubicBezTo>
                  <a:cubicBezTo>
                    <a:pt x="3131" y="857"/>
                    <a:pt x="3256" y="411"/>
                    <a:pt x="3131" y="348"/>
                  </a:cubicBezTo>
                  <a:cubicBezTo>
                    <a:pt x="3121" y="342"/>
                    <a:pt x="3109" y="338"/>
                    <a:pt x="3096" y="338"/>
                  </a:cubicBezTo>
                  <a:cubicBezTo>
                    <a:pt x="2973" y="338"/>
                    <a:pt x="2775" y="625"/>
                    <a:pt x="2775" y="625"/>
                  </a:cubicBezTo>
                  <a:cubicBezTo>
                    <a:pt x="2775" y="625"/>
                    <a:pt x="2801" y="170"/>
                    <a:pt x="2659" y="125"/>
                  </a:cubicBezTo>
                  <a:cubicBezTo>
                    <a:pt x="2649" y="121"/>
                    <a:pt x="2638" y="120"/>
                    <a:pt x="2628" y="120"/>
                  </a:cubicBezTo>
                  <a:cubicBezTo>
                    <a:pt x="2491" y="120"/>
                    <a:pt x="2328" y="428"/>
                    <a:pt x="2328" y="428"/>
                  </a:cubicBezTo>
                  <a:cubicBezTo>
                    <a:pt x="2328" y="428"/>
                    <a:pt x="2311" y="36"/>
                    <a:pt x="2114"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180"/>
            <p:cNvSpPr/>
            <p:nvPr/>
          </p:nvSpPr>
          <p:spPr>
            <a:xfrm>
              <a:off x="8609185" y="2064552"/>
              <a:ext cx="108277" cy="136718"/>
            </a:xfrm>
            <a:custGeom>
              <a:rect b="b" l="l" r="r" t="t"/>
              <a:pathLst>
                <a:path extrusionOk="0" h="3764" w="2981">
                  <a:moveTo>
                    <a:pt x="2931" y="1"/>
                  </a:moveTo>
                  <a:cubicBezTo>
                    <a:pt x="2915" y="1"/>
                    <a:pt x="2900" y="3"/>
                    <a:pt x="2882" y="7"/>
                  </a:cubicBezTo>
                  <a:cubicBezTo>
                    <a:pt x="2623" y="106"/>
                    <a:pt x="2668" y="926"/>
                    <a:pt x="2668" y="926"/>
                  </a:cubicBezTo>
                  <a:cubicBezTo>
                    <a:pt x="2668" y="926"/>
                    <a:pt x="2306" y="401"/>
                    <a:pt x="2072" y="401"/>
                  </a:cubicBezTo>
                  <a:cubicBezTo>
                    <a:pt x="2050" y="401"/>
                    <a:pt x="2028" y="407"/>
                    <a:pt x="2008" y="418"/>
                  </a:cubicBezTo>
                  <a:cubicBezTo>
                    <a:pt x="1794" y="543"/>
                    <a:pt x="2008" y="1354"/>
                    <a:pt x="2008" y="1354"/>
                  </a:cubicBezTo>
                  <a:cubicBezTo>
                    <a:pt x="2008" y="1354"/>
                    <a:pt x="1588" y="1020"/>
                    <a:pt x="1350" y="1020"/>
                  </a:cubicBezTo>
                  <a:cubicBezTo>
                    <a:pt x="1311" y="1020"/>
                    <a:pt x="1276" y="1029"/>
                    <a:pt x="1249" y="1051"/>
                  </a:cubicBezTo>
                  <a:cubicBezTo>
                    <a:pt x="1053" y="1203"/>
                    <a:pt x="1410" y="2095"/>
                    <a:pt x="1410" y="2095"/>
                  </a:cubicBezTo>
                  <a:cubicBezTo>
                    <a:pt x="1410" y="2095"/>
                    <a:pt x="950" y="1709"/>
                    <a:pt x="686" y="1709"/>
                  </a:cubicBezTo>
                  <a:cubicBezTo>
                    <a:pt x="661" y="1709"/>
                    <a:pt x="637" y="1712"/>
                    <a:pt x="616" y="1720"/>
                  </a:cubicBezTo>
                  <a:cubicBezTo>
                    <a:pt x="366" y="1818"/>
                    <a:pt x="848" y="2951"/>
                    <a:pt x="848" y="2951"/>
                  </a:cubicBezTo>
                  <a:cubicBezTo>
                    <a:pt x="848" y="2951"/>
                    <a:pt x="552" y="2673"/>
                    <a:pt x="334" y="2673"/>
                  </a:cubicBezTo>
                  <a:cubicBezTo>
                    <a:pt x="282" y="2673"/>
                    <a:pt x="235" y="2689"/>
                    <a:pt x="197" y="2728"/>
                  </a:cubicBezTo>
                  <a:cubicBezTo>
                    <a:pt x="1" y="2942"/>
                    <a:pt x="473" y="3763"/>
                    <a:pt x="473" y="3763"/>
                  </a:cubicBezTo>
                  <a:lnTo>
                    <a:pt x="2980" y="3763"/>
                  </a:lnTo>
                  <a:lnTo>
                    <a:pt x="2980" y="7"/>
                  </a:lnTo>
                  <a:cubicBezTo>
                    <a:pt x="2962" y="3"/>
                    <a:pt x="2947" y="1"/>
                    <a:pt x="29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180"/>
            <p:cNvSpPr/>
            <p:nvPr/>
          </p:nvSpPr>
          <p:spPr>
            <a:xfrm>
              <a:off x="8662977" y="2125717"/>
              <a:ext cx="54484" cy="75551"/>
            </a:xfrm>
            <a:custGeom>
              <a:rect b="b" l="l" r="r" t="t"/>
              <a:pathLst>
                <a:path extrusionOk="0" h="2080" w="1500">
                  <a:moveTo>
                    <a:pt x="1281" y="0"/>
                  </a:moveTo>
                  <a:cubicBezTo>
                    <a:pt x="1267" y="0"/>
                    <a:pt x="1253" y="3"/>
                    <a:pt x="1240" y="9"/>
                  </a:cubicBezTo>
                  <a:cubicBezTo>
                    <a:pt x="1107" y="90"/>
                    <a:pt x="1240" y="589"/>
                    <a:pt x="1240" y="589"/>
                  </a:cubicBezTo>
                  <a:cubicBezTo>
                    <a:pt x="1240" y="589"/>
                    <a:pt x="976" y="384"/>
                    <a:pt x="828" y="384"/>
                  </a:cubicBezTo>
                  <a:cubicBezTo>
                    <a:pt x="804" y="384"/>
                    <a:pt x="784" y="390"/>
                    <a:pt x="768" y="402"/>
                  </a:cubicBezTo>
                  <a:cubicBezTo>
                    <a:pt x="652" y="500"/>
                    <a:pt x="866" y="1044"/>
                    <a:pt x="866" y="1044"/>
                  </a:cubicBezTo>
                  <a:cubicBezTo>
                    <a:pt x="866" y="1044"/>
                    <a:pt x="582" y="806"/>
                    <a:pt x="418" y="806"/>
                  </a:cubicBezTo>
                  <a:cubicBezTo>
                    <a:pt x="402" y="806"/>
                    <a:pt x="388" y="808"/>
                    <a:pt x="375" y="812"/>
                  </a:cubicBezTo>
                  <a:cubicBezTo>
                    <a:pt x="223" y="875"/>
                    <a:pt x="518" y="1580"/>
                    <a:pt x="518" y="1580"/>
                  </a:cubicBezTo>
                  <a:cubicBezTo>
                    <a:pt x="518" y="1580"/>
                    <a:pt x="336" y="1404"/>
                    <a:pt x="201" y="1404"/>
                  </a:cubicBezTo>
                  <a:cubicBezTo>
                    <a:pt x="169" y="1404"/>
                    <a:pt x="140" y="1413"/>
                    <a:pt x="116" y="1437"/>
                  </a:cubicBezTo>
                  <a:cubicBezTo>
                    <a:pt x="0" y="1571"/>
                    <a:pt x="286" y="2079"/>
                    <a:pt x="286" y="2079"/>
                  </a:cubicBezTo>
                  <a:lnTo>
                    <a:pt x="1499" y="2079"/>
                  </a:lnTo>
                  <a:lnTo>
                    <a:pt x="1499" y="134"/>
                  </a:lnTo>
                  <a:cubicBezTo>
                    <a:pt x="1426" y="61"/>
                    <a:pt x="1347" y="0"/>
                    <a:pt x="128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180"/>
            <p:cNvSpPr/>
            <p:nvPr/>
          </p:nvSpPr>
          <p:spPr>
            <a:xfrm>
              <a:off x="8481515" y="1811102"/>
              <a:ext cx="170171" cy="132396"/>
            </a:xfrm>
            <a:custGeom>
              <a:rect b="b" l="l" r="r" t="t"/>
              <a:pathLst>
                <a:path extrusionOk="0" h="3645" w="4685">
                  <a:moveTo>
                    <a:pt x="465" y="0"/>
                  </a:moveTo>
                  <a:lnTo>
                    <a:pt x="1" y="116"/>
                  </a:lnTo>
                  <a:cubicBezTo>
                    <a:pt x="1" y="116"/>
                    <a:pt x="1108" y="3644"/>
                    <a:pt x="4484" y="3644"/>
                  </a:cubicBezTo>
                  <a:cubicBezTo>
                    <a:pt x="4550" y="3644"/>
                    <a:pt x="4617" y="3643"/>
                    <a:pt x="4684" y="3640"/>
                  </a:cubicBezTo>
                  <a:lnTo>
                    <a:pt x="4684" y="2837"/>
                  </a:lnTo>
                  <a:cubicBezTo>
                    <a:pt x="4684" y="2837"/>
                    <a:pt x="4506" y="2868"/>
                    <a:pt x="4219" y="2868"/>
                  </a:cubicBezTo>
                  <a:cubicBezTo>
                    <a:pt x="3317" y="2868"/>
                    <a:pt x="1338" y="2560"/>
                    <a:pt x="465" y="0"/>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180"/>
            <p:cNvSpPr/>
            <p:nvPr/>
          </p:nvSpPr>
          <p:spPr>
            <a:xfrm>
              <a:off x="8481515" y="1814334"/>
              <a:ext cx="170171" cy="129163"/>
            </a:xfrm>
            <a:custGeom>
              <a:rect b="b" l="l" r="r" t="t"/>
              <a:pathLst>
                <a:path extrusionOk="0" h="3556" w="4685">
                  <a:moveTo>
                    <a:pt x="117" y="0"/>
                  </a:moveTo>
                  <a:lnTo>
                    <a:pt x="1" y="27"/>
                  </a:lnTo>
                  <a:cubicBezTo>
                    <a:pt x="1" y="27"/>
                    <a:pt x="1108" y="3555"/>
                    <a:pt x="4484" y="3555"/>
                  </a:cubicBezTo>
                  <a:cubicBezTo>
                    <a:pt x="4550" y="3555"/>
                    <a:pt x="4617" y="3554"/>
                    <a:pt x="4684" y="3551"/>
                  </a:cubicBezTo>
                  <a:lnTo>
                    <a:pt x="4684" y="3221"/>
                  </a:lnTo>
                  <a:cubicBezTo>
                    <a:pt x="4618" y="3224"/>
                    <a:pt x="4552" y="3225"/>
                    <a:pt x="4487" y="3225"/>
                  </a:cubicBezTo>
                  <a:cubicBezTo>
                    <a:pt x="1717" y="3225"/>
                    <a:pt x="474" y="855"/>
                    <a:pt x="117"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180"/>
            <p:cNvSpPr/>
            <p:nvPr/>
          </p:nvSpPr>
          <p:spPr>
            <a:xfrm>
              <a:off x="8578711" y="1765082"/>
              <a:ext cx="138752" cy="559948"/>
            </a:xfrm>
            <a:custGeom>
              <a:rect b="b" l="l" r="r" t="t"/>
              <a:pathLst>
                <a:path extrusionOk="0" h="15416" w="3820">
                  <a:moveTo>
                    <a:pt x="599" y="0"/>
                  </a:moveTo>
                  <a:lnTo>
                    <a:pt x="206" y="375"/>
                  </a:lnTo>
                  <a:cubicBezTo>
                    <a:pt x="1446" y="1606"/>
                    <a:pt x="2303" y="3524"/>
                    <a:pt x="1116" y="8297"/>
                  </a:cubicBezTo>
                  <a:cubicBezTo>
                    <a:pt x="1" y="12740"/>
                    <a:pt x="1687" y="15416"/>
                    <a:pt x="1687" y="15416"/>
                  </a:cubicBezTo>
                  <a:lnTo>
                    <a:pt x="3819" y="15416"/>
                  </a:lnTo>
                  <a:lnTo>
                    <a:pt x="3819" y="12044"/>
                  </a:lnTo>
                  <a:cubicBezTo>
                    <a:pt x="1669" y="9448"/>
                    <a:pt x="2267" y="7967"/>
                    <a:pt x="2383" y="4961"/>
                  </a:cubicBezTo>
                  <a:cubicBezTo>
                    <a:pt x="2535" y="1267"/>
                    <a:pt x="599" y="0"/>
                    <a:pt x="599" y="0"/>
                  </a:cubicBez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180"/>
            <p:cNvSpPr/>
            <p:nvPr/>
          </p:nvSpPr>
          <p:spPr>
            <a:xfrm>
              <a:off x="8598506" y="1770603"/>
              <a:ext cx="118956" cy="554427"/>
            </a:xfrm>
            <a:custGeom>
              <a:rect b="b" l="l" r="r" t="t"/>
              <a:pathLst>
                <a:path extrusionOk="0" h="15264" w="3275">
                  <a:moveTo>
                    <a:pt x="241" y="0"/>
                  </a:moveTo>
                  <a:lnTo>
                    <a:pt x="0" y="223"/>
                  </a:lnTo>
                  <a:cubicBezTo>
                    <a:pt x="1240" y="1454"/>
                    <a:pt x="2221" y="2730"/>
                    <a:pt x="1258" y="7744"/>
                  </a:cubicBezTo>
                  <a:cubicBezTo>
                    <a:pt x="446" y="11945"/>
                    <a:pt x="2953" y="15264"/>
                    <a:pt x="2953" y="15264"/>
                  </a:cubicBezTo>
                  <a:lnTo>
                    <a:pt x="3274" y="15264"/>
                  </a:lnTo>
                  <a:lnTo>
                    <a:pt x="3274" y="11892"/>
                  </a:lnTo>
                  <a:cubicBezTo>
                    <a:pt x="1124" y="9296"/>
                    <a:pt x="1722" y="7815"/>
                    <a:pt x="1838" y="4809"/>
                  </a:cubicBezTo>
                  <a:cubicBezTo>
                    <a:pt x="1963" y="1829"/>
                    <a:pt x="723" y="428"/>
                    <a:pt x="241" y="0"/>
                  </a:cubicBez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180"/>
            <p:cNvSpPr/>
            <p:nvPr/>
          </p:nvSpPr>
          <p:spPr>
            <a:xfrm>
              <a:off x="8644162" y="1913165"/>
              <a:ext cx="73299" cy="124150"/>
            </a:xfrm>
            <a:custGeom>
              <a:rect b="b" l="l" r="r" t="t"/>
              <a:pathLst>
                <a:path extrusionOk="0" h="3418" w="2018">
                  <a:moveTo>
                    <a:pt x="2017" y="0"/>
                  </a:moveTo>
                  <a:cubicBezTo>
                    <a:pt x="1642" y="1802"/>
                    <a:pt x="1" y="2570"/>
                    <a:pt x="1" y="2570"/>
                  </a:cubicBezTo>
                  <a:lnTo>
                    <a:pt x="1" y="3417"/>
                  </a:lnTo>
                  <a:cubicBezTo>
                    <a:pt x="1776" y="2507"/>
                    <a:pt x="2017" y="1196"/>
                    <a:pt x="2017" y="1196"/>
                  </a:cubicBezTo>
                  <a:lnTo>
                    <a:pt x="2017" y="0"/>
                  </a:lnTo>
                  <a:close/>
                </a:path>
              </a:pathLst>
            </a:custGeom>
            <a:solidFill>
              <a:srgbClr val="E26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180"/>
            <p:cNvSpPr/>
            <p:nvPr/>
          </p:nvSpPr>
          <p:spPr>
            <a:xfrm>
              <a:off x="8647104" y="1941677"/>
              <a:ext cx="70357" cy="94003"/>
            </a:xfrm>
            <a:custGeom>
              <a:rect b="b" l="l" r="r" t="t"/>
              <a:pathLst>
                <a:path extrusionOk="0" h="2588" w="1937">
                  <a:moveTo>
                    <a:pt x="1936" y="0"/>
                  </a:moveTo>
                  <a:cubicBezTo>
                    <a:pt x="1936" y="0"/>
                    <a:pt x="1713" y="1232"/>
                    <a:pt x="72" y="2133"/>
                  </a:cubicBezTo>
                  <a:cubicBezTo>
                    <a:pt x="54" y="2284"/>
                    <a:pt x="27" y="2436"/>
                    <a:pt x="0" y="2588"/>
                  </a:cubicBezTo>
                  <a:cubicBezTo>
                    <a:pt x="1704" y="1686"/>
                    <a:pt x="1936" y="411"/>
                    <a:pt x="1936" y="411"/>
                  </a:cubicBezTo>
                  <a:lnTo>
                    <a:pt x="1936" y="0"/>
                  </a:lnTo>
                  <a:close/>
                </a:path>
              </a:pathLst>
            </a:custGeom>
            <a:solidFill>
              <a:srgbClr val="BC4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180"/>
            <p:cNvSpPr/>
            <p:nvPr/>
          </p:nvSpPr>
          <p:spPr>
            <a:xfrm>
              <a:off x="7946247" y="1587834"/>
              <a:ext cx="771236" cy="254076"/>
            </a:xfrm>
            <a:custGeom>
              <a:rect b="b" l="l" r="r" t="t"/>
              <a:pathLst>
                <a:path extrusionOk="0" h="6995" w="21233">
                  <a:moveTo>
                    <a:pt x="21232" y="1"/>
                  </a:moveTo>
                  <a:lnTo>
                    <a:pt x="0" y="19"/>
                  </a:lnTo>
                  <a:lnTo>
                    <a:pt x="170" y="375"/>
                  </a:lnTo>
                  <a:lnTo>
                    <a:pt x="535" y="875"/>
                  </a:lnTo>
                  <a:lnTo>
                    <a:pt x="749" y="875"/>
                  </a:lnTo>
                  <a:cubicBezTo>
                    <a:pt x="749" y="875"/>
                    <a:pt x="749" y="920"/>
                    <a:pt x="999" y="1125"/>
                  </a:cubicBezTo>
                  <a:cubicBezTo>
                    <a:pt x="1249" y="1339"/>
                    <a:pt x="1401" y="1339"/>
                    <a:pt x="1401" y="1339"/>
                  </a:cubicBezTo>
                  <a:lnTo>
                    <a:pt x="1793" y="1339"/>
                  </a:lnTo>
                  <a:cubicBezTo>
                    <a:pt x="1963" y="1339"/>
                    <a:pt x="2248" y="1464"/>
                    <a:pt x="2480" y="1865"/>
                  </a:cubicBezTo>
                  <a:cubicBezTo>
                    <a:pt x="2703" y="2267"/>
                    <a:pt x="2917" y="2436"/>
                    <a:pt x="2917" y="2436"/>
                  </a:cubicBezTo>
                  <a:lnTo>
                    <a:pt x="3872" y="2240"/>
                  </a:lnTo>
                  <a:lnTo>
                    <a:pt x="4318" y="2240"/>
                  </a:lnTo>
                  <a:cubicBezTo>
                    <a:pt x="4318" y="2240"/>
                    <a:pt x="4465" y="2161"/>
                    <a:pt x="4647" y="2161"/>
                  </a:cubicBezTo>
                  <a:cubicBezTo>
                    <a:pt x="4738" y="2161"/>
                    <a:pt x="4838" y="2180"/>
                    <a:pt x="4933" y="2240"/>
                  </a:cubicBezTo>
                  <a:cubicBezTo>
                    <a:pt x="5029" y="2302"/>
                    <a:pt x="5106" y="2323"/>
                    <a:pt x="5167" y="2323"/>
                  </a:cubicBezTo>
                  <a:cubicBezTo>
                    <a:pt x="5288" y="2323"/>
                    <a:pt x="5344" y="2240"/>
                    <a:pt x="5344" y="2240"/>
                  </a:cubicBezTo>
                  <a:lnTo>
                    <a:pt x="5638" y="2240"/>
                  </a:lnTo>
                  <a:lnTo>
                    <a:pt x="6022" y="2677"/>
                  </a:lnTo>
                  <a:cubicBezTo>
                    <a:pt x="6022" y="2677"/>
                    <a:pt x="6227" y="2739"/>
                    <a:pt x="6254" y="2918"/>
                  </a:cubicBezTo>
                  <a:cubicBezTo>
                    <a:pt x="6280" y="3105"/>
                    <a:pt x="6691" y="3498"/>
                    <a:pt x="6691" y="3498"/>
                  </a:cubicBezTo>
                  <a:lnTo>
                    <a:pt x="7039" y="4479"/>
                  </a:lnTo>
                  <a:cubicBezTo>
                    <a:pt x="7039" y="4479"/>
                    <a:pt x="7027" y="4774"/>
                    <a:pt x="7296" y="4774"/>
                  </a:cubicBezTo>
                  <a:cubicBezTo>
                    <a:pt x="7358" y="4774"/>
                    <a:pt x="7434" y="4758"/>
                    <a:pt x="7529" y="4720"/>
                  </a:cubicBezTo>
                  <a:cubicBezTo>
                    <a:pt x="7904" y="4578"/>
                    <a:pt x="8026" y="4375"/>
                    <a:pt x="8102" y="4375"/>
                  </a:cubicBezTo>
                  <a:cubicBezTo>
                    <a:pt x="8131" y="4375"/>
                    <a:pt x="8153" y="4405"/>
                    <a:pt x="8181" y="4479"/>
                  </a:cubicBezTo>
                  <a:cubicBezTo>
                    <a:pt x="8279" y="4738"/>
                    <a:pt x="8038" y="4702"/>
                    <a:pt x="8555" y="4925"/>
                  </a:cubicBezTo>
                  <a:cubicBezTo>
                    <a:pt x="8696" y="4983"/>
                    <a:pt x="8811" y="5005"/>
                    <a:pt x="8909" y="5005"/>
                  </a:cubicBezTo>
                  <a:cubicBezTo>
                    <a:pt x="9171" y="5005"/>
                    <a:pt x="9316" y="4854"/>
                    <a:pt x="9537" y="4854"/>
                  </a:cubicBezTo>
                  <a:cubicBezTo>
                    <a:pt x="9641" y="4851"/>
                    <a:pt x="9745" y="4850"/>
                    <a:pt x="9837" y="4850"/>
                  </a:cubicBezTo>
                  <a:cubicBezTo>
                    <a:pt x="10022" y="4850"/>
                    <a:pt x="10161" y="4854"/>
                    <a:pt x="10161" y="4854"/>
                  </a:cubicBezTo>
                  <a:lnTo>
                    <a:pt x="10652" y="4880"/>
                  </a:lnTo>
                  <a:lnTo>
                    <a:pt x="11053" y="5032"/>
                  </a:lnTo>
                  <a:lnTo>
                    <a:pt x="11588" y="5184"/>
                  </a:lnTo>
                  <a:cubicBezTo>
                    <a:pt x="11588" y="5184"/>
                    <a:pt x="11582" y="5141"/>
                    <a:pt x="11613" y="5141"/>
                  </a:cubicBezTo>
                  <a:cubicBezTo>
                    <a:pt x="11646" y="5141"/>
                    <a:pt x="11724" y="5192"/>
                    <a:pt x="11901" y="5407"/>
                  </a:cubicBezTo>
                  <a:cubicBezTo>
                    <a:pt x="12240" y="5808"/>
                    <a:pt x="12124" y="5853"/>
                    <a:pt x="12445" y="6067"/>
                  </a:cubicBezTo>
                  <a:cubicBezTo>
                    <a:pt x="12775" y="6281"/>
                    <a:pt x="13105" y="6424"/>
                    <a:pt x="13105" y="6424"/>
                  </a:cubicBezTo>
                  <a:lnTo>
                    <a:pt x="14122" y="6995"/>
                  </a:lnTo>
                  <a:cubicBezTo>
                    <a:pt x="14122" y="6995"/>
                    <a:pt x="14131" y="6861"/>
                    <a:pt x="14738" y="6852"/>
                  </a:cubicBezTo>
                  <a:cubicBezTo>
                    <a:pt x="15208" y="6838"/>
                    <a:pt x="15121" y="6642"/>
                    <a:pt x="15301" y="6642"/>
                  </a:cubicBezTo>
                  <a:cubicBezTo>
                    <a:pt x="15356" y="6642"/>
                    <a:pt x="15437" y="6661"/>
                    <a:pt x="15567" y="6709"/>
                  </a:cubicBezTo>
                  <a:cubicBezTo>
                    <a:pt x="15863" y="6819"/>
                    <a:pt x="16093" y="6845"/>
                    <a:pt x="16242" y="6845"/>
                  </a:cubicBezTo>
                  <a:cubicBezTo>
                    <a:pt x="16372" y="6845"/>
                    <a:pt x="16442" y="6825"/>
                    <a:pt x="16442" y="6825"/>
                  </a:cubicBezTo>
                  <a:cubicBezTo>
                    <a:pt x="16442" y="6825"/>
                    <a:pt x="16552" y="6307"/>
                    <a:pt x="16906" y="6307"/>
                  </a:cubicBezTo>
                  <a:cubicBezTo>
                    <a:pt x="16914" y="6307"/>
                    <a:pt x="16923" y="6307"/>
                    <a:pt x="16932" y="6308"/>
                  </a:cubicBezTo>
                  <a:cubicBezTo>
                    <a:pt x="16945" y="6308"/>
                    <a:pt x="16957" y="6309"/>
                    <a:pt x="16970" y="6309"/>
                  </a:cubicBezTo>
                  <a:cubicBezTo>
                    <a:pt x="17322" y="6309"/>
                    <a:pt x="17405" y="6067"/>
                    <a:pt x="17405" y="6067"/>
                  </a:cubicBezTo>
                  <a:lnTo>
                    <a:pt x="17673" y="5924"/>
                  </a:lnTo>
                  <a:cubicBezTo>
                    <a:pt x="17673" y="5924"/>
                    <a:pt x="18181" y="5514"/>
                    <a:pt x="18324" y="5407"/>
                  </a:cubicBezTo>
                  <a:cubicBezTo>
                    <a:pt x="18467" y="5291"/>
                    <a:pt x="18547" y="5157"/>
                    <a:pt x="18547" y="5157"/>
                  </a:cubicBezTo>
                  <a:lnTo>
                    <a:pt x="19038" y="4756"/>
                  </a:lnTo>
                  <a:lnTo>
                    <a:pt x="19216" y="4479"/>
                  </a:lnTo>
                  <a:lnTo>
                    <a:pt x="19421" y="4425"/>
                  </a:lnTo>
                  <a:cubicBezTo>
                    <a:pt x="19421" y="4425"/>
                    <a:pt x="19360" y="4380"/>
                    <a:pt x="19540" y="4380"/>
                  </a:cubicBezTo>
                  <a:cubicBezTo>
                    <a:pt x="19555" y="4380"/>
                    <a:pt x="19572" y="4380"/>
                    <a:pt x="19591" y="4381"/>
                  </a:cubicBezTo>
                  <a:cubicBezTo>
                    <a:pt x="19603" y="4382"/>
                    <a:pt x="19616" y="4382"/>
                    <a:pt x="19628" y="4382"/>
                  </a:cubicBezTo>
                  <a:cubicBezTo>
                    <a:pt x="19809" y="4382"/>
                    <a:pt x="19931" y="4288"/>
                    <a:pt x="20028" y="4288"/>
                  </a:cubicBezTo>
                  <a:cubicBezTo>
                    <a:pt x="20053" y="4288"/>
                    <a:pt x="20077" y="4294"/>
                    <a:pt x="20099" y="4310"/>
                  </a:cubicBezTo>
                  <a:cubicBezTo>
                    <a:pt x="20224" y="4399"/>
                    <a:pt x="20385" y="4524"/>
                    <a:pt x="20385" y="4524"/>
                  </a:cubicBezTo>
                  <a:lnTo>
                    <a:pt x="20599" y="4675"/>
                  </a:lnTo>
                  <a:lnTo>
                    <a:pt x="20741" y="4729"/>
                  </a:lnTo>
                  <a:lnTo>
                    <a:pt x="21232" y="4934"/>
                  </a:lnTo>
                  <a:lnTo>
                    <a:pt x="21232"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180"/>
            <p:cNvSpPr/>
            <p:nvPr/>
          </p:nvSpPr>
          <p:spPr>
            <a:xfrm>
              <a:off x="8131559" y="1587834"/>
              <a:ext cx="585918" cy="182811"/>
            </a:xfrm>
            <a:custGeom>
              <a:rect b="b" l="l" r="r" t="t"/>
              <a:pathLst>
                <a:path extrusionOk="0" h="5033" w="16131">
                  <a:moveTo>
                    <a:pt x="16130" y="1"/>
                  </a:moveTo>
                  <a:lnTo>
                    <a:pt x="1" y="10"/>
                  </a:lnTo>
                  <a:lnTo>
                    <a:pt x="126" y="268"/>
                  </a:lnTo>
                  <a:lnTo>
                    <a:pt x="384" y="625"/>
                  </a:lnTo>
                  <a:lnTo>
                    <a:pt x="545" y="625"/>
                  </a:lnTo>
                  <a:cubicBezTo>
                    <a:pt x="545" y="625"/>
                    <a:pt x="545" y="661"/>
                    <a:pt x="723" y="812"/>
                  </a:cubicBezTo>
                  <a:cubicBezTo>
                    <a:pt x="902" y="964"/>
                    <a:pt x="1009" y="964"/>
                    <a:pt x="1009" y="964"/>
                  </a:cubicBezTo>
                  <a:lnTo>
                    <a:pt x="1294" y="964"/>
                  </a:lnTo>
                  <a:cubicBezTo>
                    <a:pt x="1410" y="964"/>
                    <a:pt x="1625" y="1053"/>
                    <a:pt x="1785" y="1339"/>
                  </a:cubicBezTo>
                  <a:cubicBezTo>
                    <a:pt x="1955" y="1633"/>
                    <a:pt x="2097" y="1749"/>
                    <a:pt x="2097" y="1749"/>
                  </a:cubicBezTo>
                  <a:lnTo>
                    <a:pt x="2793" y="1615"/>
                  </a:lnTo>
                  <a:lnTo>
                    <a:pt x="3114" y="1615"/>
                  </a:lnTo>
                  <a:cubicBezTo>
                    <a:pt x="3114" y="1615"/>
                    <a:pt x="3217" y="1556"/>
                    <a:pt x="3347" y="1556"/>
                  </a:cubicBezTo>
                  <a:cubicBezTo>
                    <a:pt x="3412" y="1556"/>
                    <a:pt x="3483" y="1571"/>
                    <a:pt x="3551" y="1615"/>
                  </a:cubicBezTo>
                  <a:cubicBezTo>
                    <a:pt x="3620" y="1657"/>
                    <a:pt x="3675" y="1671"/>
                    <a:pt x="3719" y="1671"/>
                  </a:cubicBezTo>
                  <a:cubicBezTo>
                    <a:pt x="3806" y="1671"/>
                    <a:pt x="3846" y="1615"/>
                    <a:pt x="3846" y="1615"/>
                  </a:cubicBezTo>
                  <a:lnTo>
                    <a:pt x="4060" y="1615"/>
                  </a:lnTo>
                  <a:lnTo>
                    <a:pt x="4337" y="1919"/>
                  </a:lnTo>
                  <a:cubicBezTo>
                    <a:pt x="4337" y="1919"/>
                    <a:pt x="4488" y="1963"/>
                    <a:pt x="4506" y="2097"/>
                  </a:cubicBezTo>
                  <a:cubicBezTo>
                    <a:pt x="4524" y="2240"/>
                    <a:pt x="4818" y="2516"/>
                    <a:pt x="4818" y="2516"/>
                  </a:cubicBezTo>
                  <a:lnTo>
                    <a:pt x="5068" y="3221"/>
                  </a:lnTo>
                  <a:cubicBezTo>
                    <a:pt x="5068" y="3221"/>
                    <a:pt x="5062" y="3436"/>
                    <a:pt x="5260" y="3436"/>
                  </a:cubicBezTo>
                  <a:cubicBezTo>
                    <a:pt x="5304" y="3436"/>
                    <a:pt x="5358" y="3426"/>
                    <a:pt x="5425" y="3400"/>
                  </a:cubicBezTo>
                  <a:cubicBezTo>
                    <a:pt x="5691" y="3296"/>
                    <a:pt x="5778" y="3150"/>
                    <a:pt x="5833" y="3150"/>
                  </a:cubicBezTo>
                  <a:cubicBezTo>
                    <a:pt x="5853" y="3150"/>
                    <a:pt x="5869" y="3170"/>
                    <a:pt x="5889" y="3221"/>
                  </a:cubicBezTo>
                  <a:cubicBezTo>
                    <a:pt x="5960" y="3409"/>
                    <a:pt x="5782" y="3382"/>
                    <a:pt x="6156" y="3542"/>
                  </a:cubicBezTo>
                  <a:cubicBezTo>
                    <a:pt x="6258" y="3583"/>
                    <a:pt x="6340" y="3598"/>
                    <a:pt x="6410" y="3598"/>
                  </a:cubicBezTo>
                  <a:cubicBezTo>
                    <a:pt x="6601" y="3598"/>
                    <a:pt x="6707" y="3489"/>
                    <a:pt x="6870" y="3489"/>
                  </a:cubicBezTo>
                  <a:lnTo>
                    <a:pt x="7316" y="3489"/>
                  </a:lnTo>
                  <a:lnTo>
                    <a:pt x="7664" y="3507"/>
                  </a:lnTo>
                  <a:lnTo>
                    <a:pt x="7958" y="3614"/>
                  </a:lnTo>
                  <a:lnTo>
                    <a:pt x="8342" y="3730"/>
                  </a:lnTo>
                  <a:cubicBezTo>
                    <a:pt x="8342" y="3730"/>
                    <a:pt x="8338" y="3699"/>
                    <a:pt x="8360" y="3699"/>
                  </a:cubicBezTo>
                  <a:cubicBezTo>
                    <a:pt x="8384" y="3699"/>
                    <a:pt x="8439" y="3736"/>
                    <a:pt x="8565" y="3890"/>
                  </a:cubicBezTo>
                  <a:cubicBezTo>
                    <a:pt x="8815" y="4176"/>
                    <a:pt x="8726" y="4211"/>
                    <a:pt x="8958" y="4363"/>
                  </a:cubicBezTo>
                  <a:cubicBezTo>
                    <a:pt x="9190" y="4515"/>
                    <a:pt x="9430" y="4622"/>
                    <a:pt x="9430" y="4622"/>
                  </a:cubicBezTo>
                  <a:lnTo>
                    <a:pt x="10162" y="5032"/>
                  </a:lnTo>
                  <a:cubicBezTo>
                    <a:pt x="10162" y="5032"/>
                    <a:pt x="10171" y="4934"/>
                    <a:pt x="10608" y="4925"/>
                  </a:cubicBezTo>
                  <a:cubicBezTo>
                    <a:pt x="10943" y="4918"/>
                    <a:pt x="10880" y="4781"/>
                    <a:pt x="11012" y="4781"/>
                  </a:cubicBezTo>
                  <a:cubicBezTo>
                    <a:pt x="11053" y="4781"/>
                    <a:pt x="11112" y="4794"/>
                    <a:pt x="11206" y="4827"/>
                  </a:cubicBezTo>
                  <a:cubicBezTo>
                    <a:pt x="11408" y="4905"/>
                    <a:pt x="11568" y="4924"/>
                    <a:pt x="11675" y="4924"/>
                  </a:cubicBezTo>
                  <a:cubicBezTo>
                    <a:pt x="11776" y="4924"/>
                    <a:pt x="11830" y="4907"/>
                    <a:pt x="11830" y="4907"/>
                  </a:cubicBezTo>
                  <a:cubicBezTo>
                    <a:pt x="11830" y="4907"/>
                    <a:pt x="11917" y="4532"/>
                    <a:pt x="12178" y="4532"/>
                  </a:cubicBezTo>
                  <a:cubicBezTo>
                    <a:pt x="12181" y="4532"/>
                    <a:pt x="12184" y="4532"/>
                    <a:pt x="12187" y="4533"/>
                  </a:cubicBezTo>
                  <a:cubicBezTo>
                    <a:pt x="12199" y="4533"/>
                    <a:pt x="12211" y="4534"/>
                    <a:pt x="12222" y="4534"/>
                  </a:cubicBezTo>
                  <a:cubicBezTo>
                    <a:pt x="12461" y="4534"/>
                    <a:pt x="12526" y="4363"/>
                    <a:pt x="12526" y="4363"/>
                  </a:cubicBezTo>
                  <a:lnTo>
                    <a:pt x="12713" y="4256"/>
                  </a:lnTo>
                  <a:cubicBezTo>
                    <a:pt x="12713" y="4256"/>
                    <a:pt x="13079" y="3962"/>
                    <a:pt x="13186" y="3890"/>
                  </a:cubicBezTo>
                  <a:cubicBezTo>
                    <a:pt x="13284" y="3810"/>
                    <a:pt x="13347" y="3712"/>
                    <a:pt x="13347" y="3712"/>
                  </a:cubicBezTo>
                  <a:lnTo>
                    <a:pt x="14551" y="3417"/>
                  </a:lnTo>
                  <a:lnTo>
                    <a:pt x="14676" y="3221"/>
                  </a:lnTo>
                  <a:lnTo>
                    <a:pt x="14828" y="3185"/>
                  </a:lnTo>
                  <a:cubicBezTo>
                    <a:pt x="14828" y="3185"/>
                    <a:pt x="14783" y="3149"/>
                    <a:pt x="14909" y="3149"/>
                  </a:cubicBezTo>
                  <a:cubicBezTo>
                    <a:pt x="14922" y="3149"/>
                    <a:pt x="14936" y="3149"/>
                    <a:pt x="14953" y="3150"/>
                  </a:cubicBezTo>
                  <a:cubicBezTo>
                    <a:pt x="14959" y="3150"/>
                    <a:pt x="14966" y="3150"/>
                    <a:pt x="14972" y="3150"/>
                  </a:cubicBezTo>
                  <a:cubicBezTo>
                    <a:pt x="15101" y="3150"/>
                    <a:pt x="15187" y="3087"/>
                    <a:pt x="15259" y="3087"/>
                  </a:cubicBezTo>
                  <a:cubicBezTo>
                    <a:pt x="15280" y="3087"/>
                    <a:pt x="15299" y="3092"/>
                    <a:pt x="15318" y="3105"/>
                  </a:cubicBezTo>
                  <a:cubicBezTo>
                    <a:pt x="15408" y="3159"/>
                    <a:pt x="15524" y="3257"/>
                    <a:pt x="15524" y="3257"/>
                  </a:cubicBezTo>
                  <a:lnTo>
                    <a:pt x="15675" y="3364"/>
                  </a:lnTo>
                  <a:lnTo>
                    <a:pt x="15773" y="3400"/>
                  </a:lnTo>
                  <a:lnTo>
                    <a:pt x="16130" y="3551"/>
                  </a:lnTo>
                  <a:lnTo>
                    <a:pt x="161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180"/>
            <p:cNvSpPr/>
            <p:nvPr/>
          </p:nvSpPr>
          <p:spPr>
            <a:xfrm>
              <a:off x="8402117" y="1587834"/>
              <a:ext cx="315352" cy="98216"/>
            </a:xfrm>
            <a:custGeom>
              <a:rect b="b" l="l" r="r" t="t"/>
              <a:pathLst>
                <a:path extrusionOk="0" h="2704" w="8682">
                  <a:moveTo>
                    <a:pt x="1" y="1"/>
                  </a:moveTo>
                  <a:lnTo>
                    <a:pt x="63" y="143"/>
                  </a:lnTo>
                  <a:lnTo>
                    <a:pt x="206" y="340"/>
                  </a:lnTo>
                  <a:lnTo>
                    <a:pt x="295" y="340"/>
                  </a:lnTo>
                  <a:cubicBezTo>
                    <a:pt x="295" y="340"/>
                    <a:pt x="295" y="358"/>
                    <a:pt x="385" y="438"/>
                  </a:cubicBezTo>
                  <a:cubicBezTo>
                    <a:pt x="483" y="518"/>
                    <a:pt x="545" y="518"/>
                    <a:pt x="545" y="518"/>
                  </a:cubicBezTo>
                  <a:lnTo>
                    <a:pt x="697" y="518"/>
                  </a:lnTo>
                  <a:cubicBezTo>
                    <a:pt x="759" y="518"/>
                    <a:pt x="875" y="563"/>
                    <a:pt x="964" y="723"/>
                  </a:cubicBezTo>
                  <a:cubicBezTo>
                    <a:pt x="1054" y="875"/>
                    <a:pt x="1134" y="937"/>
                    <a:pt x="1134" y="937"/>
                  </a:cubicBezTo>
                  <a:lnTo>
                    <a:pt x="1500" y="866"/>
                  </a:lnTo>
                  <a:lnTo>
                    <a:pt x="1678" y="866"/>
                  </a:lnTo>
                  <a:cubicBezTo>
                    <a:pt x="1678" y="866"/>
                    <a:pt x="1734" y="834"/>
                    <a:pt x="1802" y="834"/>
                  </a:cubicBezTo>
                  <a:cubicBezTo>
                    <a:pt x="1837" y="834"/>
                    <a:pt x="1874" y="842"/>
                    <a:pt x="1910" y="866"/>
                  </a:cubicBezTo>
                  <a:cubicBezTo>
                    <a:pt x="1949" y="890"/>
                    <a:pt x="1979" y="898"/>
                    <a:pt x="2003" y="898"/>
                  </a:cubicBezTo>
                  <a:cubicBezTo>
                    <a:pt x="2051" y="898"/>
                    <a:pt x="2071" y="866"/>
                    <a:pt x="2071" y="866"/>
                  </a:cubicBezTo>
                  <a:lnTo>
                    <a:pt x="2187" y="866"/>
                  </a:lnTo>
                  <a:lnTo>
                    <a:pt x="2329" y="1036"/>
                  </a:lnTo>
                  <a:cubicBezTo>
                    <a:pt x="2329" y="1036"/>
                    <a:pt x="2410" y="1053"/>
                    <a:pt x="2419" y="1134"/>
                  </a:cubicBezTo>
                  <a:cubicBezTo>
                    <a:pt x="2436" y="1205"/>
                    <a:pt x="2588" y="1348"/>
                    <a:pt x="2588" y="1348"/>
                  </a:cubicBezTo>
                  <a:lnTo>
                    <a:pt x="2731" y="1731"/>
                  </a:lnTo>
                  <a:cubicBezTo>
                    <a:pt x="2731" y="1731"/>
                    <a:pt x="2725" y="1847"/>
                    <a:pt x="2833" y="1847"/>
                  </a:cubicBezTo>
                  <a:cubicBezTo>
                    <a:pt x="2856" y="1847"/>
                    <a:pt x="2884" y="1842"/>
                    <a:pt x="2918" y="1829"/>
                  </a:cubicBezTo>
                  <a:cubicBezTo>
                    <a:pt x="3061" y="1771"/>
                    <a:pt x="3109" y="1694"/>
                    <a:pt x="3139" y="1694"/>
                  </a:cubicBezTo>
                  <a:cubicBezTo>
                    <a:pt x="3150" y="1694"/>
                    <a:pt x="3158" y="1705"/>
                    <a:pt x="3168" y="1731"/>
                  </a:cubicBezTo>
                  <a:cubicBezTo>
                    <a:pt x="3204" y="1829"/>
                    <a:pt x="3114" y="1821"/>
                    <a:pt x="3311" y="1901"/>
                  </a:cubicBezTo>
                  <a:cubicBezTo>
                    <a:pt x="3368" y="1926"/>
                    <a:pt x="3414" y="1935"/>
                    <a:pt x="3453" y="1935"/>
                  </a:cubicBezTo>
                  <a:cubicBezTo>
                    <a:pt x="3555" y="1935"/>
                    <a:pt x="3611" y="1874"/>
                    <a:pt x="3694" y="1874"/>
                  </a:cubicBezTo>
                  <a:lnTo>
                    <a:pt x="3935" y="1874"/>
                  </a:lnTo>
                  <a:lnTo>
                    <a:pt x="4122" y="1883"/>
                  </a:lnTo>
                  <a:lnTo>
                    <a:pt x="4283" y="1945"/>
                  </a:lnTo>
                  <a:lnTo>
                    <a:pt x="4488" y="2008"/>
                  </a:lnTo>
                  <a:cubicBezTo>
                    <a:pt x="4488" y="2008"/>
                    <a:pt x="4486" y="1988"/>
                    <a:pt x="4501" y="1988"/>
                  </a:cubicBezTo>
                  <a:cubicBezTo>
                    <a:pt x="4515" y="1988"/>
                    <a:pt x="4546" y="2008"/>
                    <a:pt x="4613" y="2088"/>
                  </a:cubicBezTo>
                  <a:cubicBezTo>
                    <a:pt x="4738" y="2249"/>
                    <a:pt x="4693" y="2267"/>
                    <a:pt x="4818" y="2347"/>
                  </a:cubicBezTo>
                  <a:cubicBezTo>
                    <a:pt x="4943" y="2427"/>
                    <a:pt x="5077" y="2481"/>
                    <a:pt x="5077" y="2481"/>
                  </a:cubicBezTo>
                  <a:lnTo>
                    <a:pt x="5470" y="2704"/>
                  </a:lnTo>
                  <a:cubicBezTo>
                    <a:pt x="5470" y="2704"/>
                    <a:pt x="5470" y="2659"/>
                    <a:pt x="5710" y="2650"/>
                  </a:cubicBezTo>
                  <a:cubicBezTo>
                    <a:pt x="5886" y="2643"/>
                    <a:pt x="5857" y="2570"/>
                    <a:pt x="5926" y="2570"/>
                  </a:cubicBezTo>
                  <a:cubicBezTo>
                    <a:pt x="5948" y="2570"/>
                    <a:pt x="5980" y="2577"/>
                    <a:pt x="6032" y="2597"/>
                  </a:cubicBezTo>
                  <a:cubicBezTo>
                    <a:pt x="6145" y="2639"/>
                    <a:pt x="6233" y="2649"/>
                    <a:pt x="6291" y="2649"/>
                  </a:cubicBezTo>
                  <a:cubicBezTo>
                    <a:pt x="6343" y="2649"/>
                    <a:pt x="6371" y="2641"/>
                    <a:pt x="6371" y="2641"/>
                  </a:cubicBezTo>
                  <a:cubicBezTo>
                    <a:pt x="6371" y="2641"/>
                    <a:pt x="6413" y="2436"/>
                    <a:pt x="6549" y="2436"/>
                  </a:cubicBezTo>
                  <a:cubicBezTo>
                    <a:pt x="6552" y="2436"/>
                    <a:pt x="6555" y="2436"/>
                    <a:pt x="6558" y="2436"/>
                  </a:cubicBezTo>
                  <a:cubicBezTo>
                    <a:pt x="6564" y="2437"/>
                    <a:pt x="6570" y="2437"/>
                    <a:pt x="6576" y="2437"/>
                  </a:cubicBezTo>
                  <a:cubicBezTo>
                    <a:pt x="6704" y="2437"/>
                    <a:pt x="6736" y="2347"/>
                    <a:pt x="6736" y="2347"/>
                  </a:cubicBezTo>
                  <a:lnTo>
                    <a:pt x="6843" y="2293"/>
                  </a:lnTo>
                  <a:cubicBezTo>
                    <a:pt x="6843" y="2293"/>
                    <a:pt x="7040" y="2133"/>
                    <a:pt x="7093" y="2088"/>
                  </a:cubicBezTo>
                  <a:cubicBezTo>
                    <a:pt x="7147" y="2044"/>
                    <a:pt x="7182" y="1999"/>
                    <a:pt x="7182" y="1999"/>
                  </a:cubicBezTo>
                  <a:lnTo>
                    <a:pt x="7834" y="1838"/>
                  </a:lnTo>
                  <a:lnTo>
                    <a:pt x="7896" y="1731"/>
                  </a:lnTo>
                  <a:lnTo>
                    <a:pt x="7976" y="1714"/>
                  </a:lnTo>
                  <a:cubicBezTo>
                    <a:pt x="7976" y="1714"/>
                    <a:pt x="7957" y="1694"/>
                    <a:pt x="8013" y="1694"/>
                  </a:cubicBezTo>
                  <a:cubicBezTo>
                    <a:pt x="8022" y="1694"/>
                    <a:pt x="8034" y="1694"/>
                    <a:pt x="8048" y="1696"/>
                  </a:cubicBezTo>
                  <a:cubicBezTo>
                    <a:pt x="8117" y="1696"/>
                    <a:pt x="8165" y="1658"/>
                    <a:pt x="8208" y="1658"/>
                  </a:cubicBezTo>
                  <a:cubicBezTo>
                    <a:pt x="8220" y="1658"/>
                    <a:pt x="8232" y="1661"/>
                    <a:pt x="8244" y="1669"/>
                  </a:cubicBezTo>
                  <a:cubicBezTo>
                    <a:pt x="8289" y="1696"/>
                    <a:pt x="8351" y="1749"/>
                    <a:pt x="8351" y="1749"/>
                  </a:cubicBezTo>
                  <a:lnTo>
                    <a:pt x="8431" y="1803"/>
                  </a:lnTo>
                  <a:lnTo>
                    <a:pt x="8485" y="1829"/>
                  </a:lnTo>
                  <a:lnTo>
                    <a:pt x="8681" y="1910"/>
                  </a:lnTo>
                  <a:lnTo>
                    <a:pt x="8681"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1" name="Google Shape;11851;p180"/>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1852" name="Google Shape;11852;p180"/>
          <p:cNvSpPr txBox="1"/>
          <p:nvPr>
            <p:ph idx="2" type="title"/>
          </p:nvPr>
        </p:nvSpPr>
        <p:spPr>
          <a:xfrm>
            <a:off x="1567525" y="1517075"/>
            <a:ext cx="3905100" cy="315900"/>
          </a:xfrm>
          <a:prstGeom prst="rect">
            <a:avLst/>
          </a:prstGeom>
        </p:spPr>
        <p:txBody>
          <a:bodyPr anchorCtr="0" anchor="ctr" bIns="91425" lIns="91425" spcFirstLastPara="1" rIns="91425" wrap="square" tIns="91425">
            <a:noAutofit/>
          </a:bodyPr>
          <a:lstStyle>
            <a:lvl1pPr lvl="0">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1853" name="Google Shape;11853;p180"/>
          <p:cNvSpPr txBox="1"/>
          <p:nvPr>
            <p:ph idx="1" type="subTitle"/>
          </p:nvPr>
        </p:nvSpPr>
        <p:spPr>
          <a:xfrm>
            <a:off x="1567525" y="1814848"/>
            <a:ext cx="3905100" cy="315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1854" name="Google Shape;11854;p180"/>
          <p:cNvSpPr txBox="1"/>
          <p:nvPr>
            <p:ph hasCustomPrompt="1" idx="3" type="title"/>
          </p:nvPr>
        </p:nvSpPr>
        <p:spPr>
          <a:xfrm>
            <a:off x="720000" y="1495475"/>
            <a:ext cx="840600" cy="657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r>
              <a:t>xx%</a:t>
            </a:r>
          </a:p>
        </p:txBody>
      </p:sp>
      <p:sp>
        <p:nvSpPr>
          <p:cNvPr id="11855" name="Google Shape;11855;p180"/>
          <p:cNvSpPr txBox="1"/>
          <p:nvPr>
            <p:ph idx="4" type="title"/>
          </p:nvPr>
        </p:nvSpPr>
        <p:spPr>
          <a:xfrm>
            <a:off x="1567525" y="2314263"/>
            <a:ext cx="3905100" cy="315900"/>
          </a:xfrm>
          <a:prstGeom prst="rect">
            <a:avLst/>
          </a:prstGeom>
        </p:spPr>
        <p:txBody>
          <a:bodyPr anchorCtr="0" anchor="ctr" bIns="91425" lIns="91425" spcFirstLastPara="1" rIns="91425" wrap="square" tIns="91425">
            <a:noAutofit/>
          </a:bodyPr>
          <a:lstStyle>
            <a:lvl1pPr lvl="0">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1856" name="Google Shape;11856;p180"/>
          <p:cNvSpPr txBox="1"/>
          <p:nvPr>
            <p:ph idx="5" type="subTitle"/>
          </p:nvPr>
        </p:nvSpPr>
        <p:spPr>
          <a:xfrm>
            <a:off x="1567525" y="2612032"/>
            <a:ext cx="3905100" cy="315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1857" name="Google Shape;11857;p180"/>
          <p:cNvSpPr txBox="1"/>
          <p:nvPr>
            <p:ph hasCustomPrompt="1" idx="6" type="title"/>
          </p:nvPr>
        </p:nvSpPr>
        <p:spPr>
          <a:xfrm>
            <a:off x="720000" y="2292658"/>
            <a:ext cx="840600" cy="657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r>
              <a:t>xx%</a:t>
            </a:r>
          </a:p>
        </p:txBody>
      </p:sp>
      <p:sp>
        <p:nvSpPr>
          <p:cNvPr id="11858" name="Google Shape;11858;p180"/>
          <p:cNvSpPr txBox="1"/>
          <p:nvPr>
            <p:ph idx="7" type="title"/>
          </p:nvPr>
        </p:nvSpPr>
        <p:spPr>
          <a:xfrm>
            <a:off x="1567525" y="3111427"/>
            <a:ext cx="3905100" cy="315900"/>
          </a:xfrm>
          <a:prstGeom prst="rect">
            <a:avLst/>
          </a:prstGeom>
        </p:spPr>
        <p:txBody>
          <a:bodyPr anchorCtr="0" anchor="ctr" bIns="91425" lIns="91425" spcFirstLastPara="1" rIns="91425" wrap="square" tIns="91425">
            <a:noAutofit/>
          </a:bodyPr>
          <a:lstStyle>
            <a:lvl1pPr lvl="0">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1859" name="Google Shape;11859;p180"/>
          <p:cNvSpPr txBox="1"/>
          <p:nvPr>
            <p:ph idx="8" type="subTitle"/>
          </p:nvPr>
        </p:nvSpPr>
        <p:spPr>
          <a:xfrm>
            <a:off x="1567525" y="3409203"/>
            <a:ext cx="3905100" cy="315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1860" name="Google Shape;11860;p180"/>
          <p:cNvSpPr txBox="1"/>
          <p:nvPr>
            <p:ph hasCustomPrompt="1" idx="9" type="title"/>
          </p:nvPr>
        </p:nvSpPr>
        <p:spPr>
          <a:xfrm>
            <a:off x="720000" y="3089829"/>
            <a:ext cx="840600" cy="657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r>
              <a:t>xx%</a:t>
            </a:r>
          </a:p>
        </p:txBody>
      </p:sp>
      <p:sp>
        <p:nvSpPr>
          <p:cNvPr id="11861" name="Google Shape;11861;p180"/>
          <p:cNvSpPr txBox="1"/>
          <p:nvPr>
            <p:ph idx="13" type="title"/>
          </p:nvPr>
        </p:nvSpPr>
        <p:spPr>
          <a:xfrm>
            <a:off x="1567525" y="3908627"/>
            <a:ext cx="3905100" cy="315900"/>
          </a:xfrm>
          <a:prstGeom prst="rect">
            <a:avLst/>
          </a:prstGeom>
        </p:spPr>
        <p:txBody>
          <a:bodyPr anchorCtr="0" anchor="ctr" bIns="91425" lIns="91425" spcFirstLastPara="1" rIns="91425" wrap="square" tIns="91425">
            <a:noAutofit/>
          </a:bodyPr>
          <a:lstStyle>
            <a:lvl1pPr lvl="0">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1862" name="Google Shape;11862;p180"/>
          <p:cNvSpPr txBox="1"/>
          <p:nvPr>
            <p:ph idx="14" type="subTitle"/>
          </p:nvPr>
        </p:nvSpPr>
        <p:spPr>
          <a:xfrm>
            <a:off x="1567525" y="4206400"/>
            <a:ext cx="3905100" cy="315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1863" name="Google Shape;11863;p180"/>
          <p:cNvSpPr txBox="1"/>
          <p:nvPr>
            <p:ph hasCustomPrompt="1" idx="15" type="title"/>
          </p:nvPr>
        </p:nvSpPr>
        <p:spPr>
          <a:xfrm>
            <a:off x="720000" y="3887025"/>
            <a:ext cx="840600" cy="6576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r>
              <a:t>xx%</a:t>
            </a:r>
          </a:p>
        </p:txBody>
      </p:sp>
    </p:spTree>
  </p:cSld>
  <p:clrMapOvr>
    <a:masterClrMapping/>
  </p:clrMapOvr>
</p:sldLayout>
</file>

<file path=ppt/slideLayouts/slideLayout1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1864" name="Shape 11864"/>
        <p:cNvGrpSpPr/>
        <p:nvPr/>
      </p:nvGrpSpPr>
      <p:grpSpPr>
        <a:xfrm>
          <a:off x="0" y="0"/>
          <a:ext cx="0" cy="0"/>
          <a:chOff x="0" y="0"/>
          <a:chExt cx="0" cy="0"/>
        </a:xfrm>
      </p:grpSpPr>
      <p:sp>
        <p:nvSpPr>
          <p:cNvPr id="11865" name="Google Shape;11865;p181"/>
          <p:cNvSpPr txBox="1"/>
          <p:nvPr>
            <p:ph type="title"/>
          </p:nvPr>
        </p:nvSpPr>
        <p:spPr>
          <a:xfrm>
            <a:off x="4070700" y="3065849"/>
            <a:ext cx="4360200" cy="490200"/>
          </a:xfrm>
          <a:prstGeom prst="rect">
            <a:avLst/>
          </a:prstGeom>
        </p:spPr>
        <p:txBody>
          <a:bodyPr anchorCtr="0" anchor="ctr" bIns="91425" lIns="91425" spcFirstLastPara="1" rIns="91425" wrap="square" tIns="91425">
            <a:noAutofit/>
          </a:bodyPr>
          <a:lstStyle>
            <a:lvl1pPr lvl="0" algn="r">
              <a:spcBef>
                <a:spcPts val="0"/>
              </a:spcBef>
              <a:spcAft>
                <a:spcPts val="0"/>
              </a:spcAft>
              <a:buSzPts val="3000"/>
              <a:buNone/>
              <a:defRPr sz="3000"/>
            </a:lvl1pPr>
            <a:lvl2pPr lvl="1" algn="ctr">
              <a:spcBef>
                <a:spcPts val="0"/>
              </a:spcBef>
              <a:spcAft>
                <a:spcPts val="0"/>
              </a:spcAft>
              <a:buSzPts val="3000"/>
              <a:buNone/>
              <a:defRPr sz="3000"/>
            </a:lvl2pPr>
            <a:lvl3pPr lvl="2" algn="ctr">
              <a:spcBef>
                <a:spcPts val="0"/>
              </a:spcBef>
              <a:spcAft>
                <a:spcPts val="0"/>
              </a:spcAft>
              <a:buSzPts val="3000"/>
              <a:buNone/>
              <a:defRPr sz="3000"/>
            </a:lvl3pPr>
            <a:lvl4pPr lvl="3" algn="ctr">
              <a:spcBef>
                <a:spcPts val="0"/>
              </a:spcBef>
              <a:spcAft>
                <a:spcPts val="0"/>
              </a:spcAft>
              <a:buSzPts val="3000"/>
              <a:buNone/>
              <a:defRPr sz="3000"/>
            </a:lvl4pPr>
            <a:lvl5pPr lvl="4" algn="ctr">
              <a:spcBef>
                <a:spcPts val="0"/>
              </a:spcBef>
              <a:spcAft>
                <a:spcPts val="0"/>
              </a:spcAft>
              <a:buSzPts val="3000"/>
              <a:buNone/>
              <a:defRPr sz="3000"/>
            </a:lvl5pPr>
            <a:lvl6pPr lvl="5" algn="ctr">
              <a:spcBef>
                <a:spcPts val="0"/>
              </a:spcBef>
              <a:spcAft>
                <a:spcPts val="0"/>
              </a:spcAft>
              <a:buSzPts val="3000"/>
              <a:buNone/>
              <a:defRPr sz="3000"/>
            </a:lvl6pPr>
            <a:lvl7pPr lvl="6" algn="ctr">
              <a:spcBef>
                <a:spcPts val="0"/>
              </a:spcBef>
              <a:spcAft>
                <a:spcPts val="0"/>
              </a:spcAft>
              <a:buSzPts val="3000"/>
              <a:buNone/>
              <a:defRPr sz="3000"/>
            </a:lvl7pPr>
            <a:lvl8pPr lvl="7" algn="ctr">
              <a:spcBef>
                <a:spcPts val="0"/>
              </a:spcBef>
              <a:spcAft>
                <a:spcPts val="0"/>
              </a:spcAft>
              <a:buSzPts val="3000"/>
              <a:buNone/>
              <a:defRPr sz="3000"/>
            </a:lvl8pPr>
            <a:lvl9pPr lvl="8" algn="ctr">
              <a:spcBef>
                <a:spcPts val="0"/>
              </a:spcBef>
              <a:spcAft>
                <a:spcPts val="0"/>
              </a:spcAft>
              <a:buSzPts val="3000"/>
              <a:buNone/>
              <a:defRPr sz="3000"/>
            </a:lvl9pPr>
          </a:lstStyle>
          <a:p/>
        </p:txBody>
      </p:sp>
      <p:sp>
        <p:nvSpPr>
          <p:cNvPr id="11866" name="Google Shape;11866;p181"/>
          <p:cNvSpPr txBox="1"/>
          <p:nvPr>
            <p:ph idx="1" type="subTitle"/>
          </p:nvPr>
        </p:nvSpPr>
        <p:spPr>
          <a:xfrm>
            <a:off x="4070725" y="1587450"/>
            <a:ext cx="4360200" cy="1478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SzPts val="3000"/>
              <a:buNone/>
              <a:defRPr sz="2000"/>
            </a:lvl1pPr>
            <a:lvl2pPr lvl="1" algn="ctr">
              <a:lnSpc>
                <a:spcPct val="100000"/>
              </a:lnSpc>
              <a:spcBef>
                <a:spcPts val="0"/>
              </a:spcBef>
              <a:spcAft>
                <a:spcPts val="0"/>
              </a:spcAft>
              <a:buSzPts val="3000"/>
              <a:buNone/>
              <a:defRPr sz="3000"/>
            </a:lvl2pPr>
            <a:lvl3pPr lvl="2" algn="ctr">
              <a:lnSpc>
                <a:spcPct val="100000"/>
              </a:lnSpc>
              <a:spcBef>
                <a:spcPts val="1600"/>
              </a:spcBef>
              <a:spcAft>
                <a:spcPts val="0"/>
              </a:spcAft>
              <a:buSzPts val="3000"/>
              <a:buNone/>
              <a:defRPr sz="3000"/>
            </a:lvl3pPr>
            <a:lvl4pPr lvl="3" algn="ctr">
              <a:lnSpc>
                <a:spcPct val="100000"/>
              </a:lnSpc>
              <a:spcBef>
                <a:spcPts val="1600"/>
              </a:spcBef>
              <a:spcAft>
                <a:spcPts val="0"/>
              </a:spcAft>
              <a:buSzPts val="3000"/>
              <a:buNone/>
              <a:defRPr sz="3000"/>
            </a:lvl4pPr>
            <a:lvl5pPr lvl="4" algn="ctr">
              <a:lnSpc>
                <a:spcPct val="100000"/>
              </a:lnSpc>
              <a:spcBef>
                <a:spcPts val="1600"/>
              </a:spcBef>
              <a:spcAft>
                <a:spcPts val="0"/>
              </a:spcAft>
              <a:buSzPts val="3000"/>
              <a:buNone/>
              <a:defRPr sz="3000"/>
            </a:lvl5pPr>
            <a:lvl6pPr lvl="5" algn="ctr">
              <a:lnSpc>
                <a:spcPct val="100000"/>
              </a:lnSpc>
              <a:spcBef>
                <a:spcPts val="1600"/>
              </a:spcBef>
              <a:spcAft>
                <a:spcPts val="0"/>
              </a:spcAft>
              <a:buSzPts val="3000"/>
              <a:buNone/>
              <a:defRPr sz="3000"/>
            </a:lvl6pPr>
            <a:lvl7pPr lvl="6" algn="ctr">
              <a:lnSpc>
                <a:spcPct val="100000"/>
              </a:lnSpc>
              <a:spcBef>
                <a:spcPts val="1600"/>
              </a:spcBef>
              <a:spcAft>
                <a:spcPts val="0"/>
              </a:spcAft>
              <a:buSzPts val="3000"/>
              <a:buNone/>
              <a:defRPr sz="3000"/>
            </a:lvl7pPr>
            <a:lvl8pPr lvl="7" algn="ctr">
              <a:lnSpc>
                <a:spcPct val="100000"/>
              </a:lnSpc>
              <a:spcBef>
                <a:spcPts val="1600"/>
              </a:spcBef>
              <a:spcAft>
                <a:spcPts val="0"/>
              </a:spcAft>
              <a:buSzPts val="3000"/>
              <a:buNone/>
              <a:defRPr sz="3000"/>
            </a:lvl8pPr>
            <a:lvl9pPr lvl="8" algn="ctr">
              <a:lnSpc>
                <a:spcPct val="100000"/>
              </a:lnSpc>
              <a:spcBef>
                <a:spcPts val="1600"/>
              </a:spcBef>
              <a:spcAft>
                <a:spcPts val="1600"/>
              </a:spcAft>
              <a:buSzPts val="3000"/>
              <a:buNone/>
              <a:defRPr sz="3000"/>
            </a:lvl9pPr>
          </a:lstStyle>
          <a:p/>
        </p:txBody>
      </p:sp>
      <p:sp>
        <p:nvSpPr>
          <p:cNvPr id="11867" name="Google Shape;11867;p181"/>
          <p:cNvSpPr/>
          <p:nvPr/>
        </p:nvSpPr>
        <p:spPr>
          <a:xfrm flipH="1">
            <a:off x="-6" y="3996398"/>
            <a:ext cx="9173906" cy="1147080"/>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181"/>
          <p:cNvSpPr/>
          <p:nvPr/>
        </p:nvSpPr>
        <p:spPr>
          <a:xfrm flipH="1">
            <a:off x="-459104" y="3775428"/>
            <a:ext cx="6683105" cy="2534470"/>
          </a:xfrm>
          <a:custGeom>
            <a:rect b="b" l="l" r="r" t="t"/>
            <a:pathLst>
              <a:path extrusionOk="0" h="13052" w="30413">
                <a:moveTo>
                  <a:pt x="22990" y="1"/>
                </a:moveTo>
                <a:lnTo>
                  <a:pt x="13801" y="1071"/>
                </a:lnTo>
                <a:lnTo>
                  <a:pt x="13596" y="1071"/>
                </a:lnTo>
                <a:cubicBezTo>
                  <a:pt x="13596" y="1071"/>
                  <a:pt x="9965" y="1437"/>
                  <a:pt x="11027" y="1856"/>
                </a:cubicBezTo>
                <a:cubicBezTo>
                  <a:pt x="12080" y="2275"/>
                  <a:pt x="12570" y="2552"/>
                  <a:pt x="10447" y="2918"/>
                </a:cubicBezTo>
                <a:cubicBezTo>
                  <a:pt x="8333" y="3275"/>
                  <a:pt x="5960" y="3560"/>
                  <a:pt x="7610" y="4184"/>
                </a:cubicBezTo>
                <a:cubicBezTo>
                  <a:pt x="9260" y="4800"/>
                  <a:pt x="6575" y="5549"/>
                  <a:pt x="3694" y="5755"/>
                </a:cubicBezTo>
                <a:cubicBezTo>
                  <a:pt x="2427" y="5844"/>
                  <a:pt x="1098" y="6450"/>
                  <a:pt x="0" y="7102"/>
                </a:cubicBezTo>
                <a:lnTo>
                  <a:pt x="0" y="13052"/>
                </a:lnTo>
                <a:lnTo>
                  <a:pt x="28869" y="13052"/>
                </a:lnTo>
                <a:lnTo>
                  <a:pt x="30412" y="12704"/>
                </a:lnTo>
                <a:lnTo>
                  <a:pt x="30412" y="81"/>
                </a:lnTo>
                <a:lnTo>
                  <a:pt x="30038"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181"/>
          <p:cNvSpPr/>
          <p:nvPr/>
        </p:nvSpPr>
        <p:spPr>
          <a:xfrm flipH="1">
            <a:off x="-459104" y="3775428"/>
            <a:ext cx="6683105" cy="2534470"/>
          </a:xfrm>
          <a:custGeom>
            <a:rect b="b" l="l" r="r" t="t"/>
            <a:pathLst>
              <a:path extrusionOk="0" h="13052" w="30413">
                <a:moveTo>
                  <a:pt x="22990" y="1"/>
                </a:moveTo>
                <a:lnTo>
                  <a:pt x="15728" y="848"/>
                </a:lnTo>
                <a:lnTo>
                  <a:pt x="13569" y="1749"/>
                </a:lnTo>
                <a:cubicBezTo>
                  <a:pt x="13569" y="1749"/>
                  <a:pt x="15666" y="2409"/>
                  <a:pt x="12766" y="2909"/>
                </a:cubicBezTo>
                <a:cubicBezTo>
                  <a:pt x="9867" y="3417"/>
                  <a:pt x="12017" y="3997"/>
                  <a:pt x="13337" y="4184"/>
                </a:cubicBezTo>
                <a:cubicBezTo>
                  <a:pt x="14649" y="4372"/>
                  <a:pt x="15407" y="5210"/>
                  <a:pt x="8939" y="6236"/>
                </a:cubicBezTo>
                <a:cubicBezTo>
                  <a:pt x="2480" y="7271"/>
                  <a:pt x="4684" y="7789"/>
                  <a:pt x="5888" y="8029"/>
                </a:cubicBezTo>
                <a:cubicBezTo>
                  <a:pt x="7030" y="8252"/>
                  <a:pt x="5291" y="8725"/>
                  <a:pt x="0" y="9555"/>
                </a:cubicBezTo>
                <a:lnTo>
                  <a:pt x="0" y="13052"/>
                </a:lnTo>
                <a:lnTo>
                  <a:pt x="28494" y="13052"/>
                </a:lnTo>
                <a:lnTo>
                  <a:pt x="28155" y="7887"/>
                </a:lnTo>
                <a:cubicBezTo>
                  <a:pt x="28155" y="7887"/>
                  <a:pt x="25953" y="8060"/>
                  <a:pt x="24567" y="8060"/>
                </a:cubicBezTo>
                <a:cubicBezTo>
                  <a:pt x="24042" y="8060"/>
                  <a:pt x="23635" y="8036"/>
                  <a:pt x="23507" y="7967"/>
                </a:cubicBezTo>
                <a:cubicBezTo>
                  <a:pt x="23035" y="7726"/>
                  <a:pt x="26639" y="7664"/>
                  <a:pt x="25104" y="6888"/>
                </a:cubicBezTo>
                <a:cubicBezTo>
                  <a:pt x="23579" y="6111"/>
                  <a:pt x="18413" y="6067"/>
                  <a:pt x="20233" y="5317"/>
                </a:cubicBezTo>
                <a:cubicBezTo>
                  <a:pt x="22062" y="4577"/>
                  <a:pt x="20028" y="4220"/>
                  <a:pt x="18333" y="3640"/>
                </a:cubicBezTo>
                <a:cubicBezTo>
                  <a:pt x="16638" y="3060"/>
                  <a:pt x="17236" y="2543"/>
                  <a:pt x="18770" y="2525"/>
                </a:cubicBezTo>
                <a:cubicBezTo>
                  <a:pt x="18807" y="2525"/>
                  <a:pt x="18842" y="2525"/>
                  <a:pt x="18876" y="2525"/>
                </a:cubicBezTo>
                <a:cubicBezTo>
                  <a:pt x="20301" y="2525"/>
                  <a:pt x="20215" y="2879"/>
                  <a:pt x="19832" y="3105"/>
                </a:cubicBezTo>
                <a:cubicBezTo>
                  <a:pt x="19586" y="3247"/>
                  <a:pt x="19856" y="3386"/>
                  <a:pt x="20555" y="3386"/>
                </a:cubicBezTo>
                <a:cubicBezTo>
                  <a:pt x="20997" y="3386"/>
                  <a:pt x="21611" y="3330"/>
                  <a:pt x="22374" y="3185"/>
                </a:cubicBezTo>
                <a:cubicBezTo>
                  <a:pt x="22844" y="3098"/>
                  <a:pt x="23275" y="3061"/>
                  <a:pt x="23640" y="3061"/>
                </a:cubicBezTo>
                <a:cubicBezTo>
                  <a:pt x="24807" y="3061"/>
                  <a:pt x="25303" y="3439"/>
                  <a:pt x="24257" y="3765"/>
                </a:cubicBezTo>
                <a:cubicBezTo>
                  <a:pt x="23293" y="4074"/>
                  <a:pt x="23579" y="4205"/>
                  <a:pt x="24624" y="4205"/>
                </a:cubicBezTo>
                <a:cubicBezTo>
                  <a:pt x="25060" y="4205"/>
                  <a:pt x="25627" y="4182"/>
                  <a:pt x="26291" y="4140"/>
                </a:cubicBezTo>
                <a:cubicBezTo>
                  <a:pt x="26778" y="4109"/>
                  <a:pt x="27185" y="4094"/>
                  <a:pt x="27510" y="4094"/>
                </a:cubicBezTo>
                <a:cubicBezTo>
                  <a:pt x="28693" y="4094"/>
                  <a:pt x="28808" y="4287"/>
                  <a:pt x="27843" y="4595"/>
                </a:cubicBezTo>
                <a:cubicBezTo>
                  <a:pt x="27072" y="4842"/>
                  <a:pt x="27244" y="5114"/>
                  <a:pt x="28358" y="5114"/>
                </a:cubicBezTo>
                <a:cubicBezTo>
                  <a:pt x="28855" y="5114"/>
                  <a:pt x="29540" y="5060"/>
                  <a:pt x="30412" y="4925"/>
                </a:cubicBezTo>
                <a:lnTo>
                  <a:pt x="30412" y="179"/>
                </a:lnTo>
                <a:cubicBezTo>
                  <a:pt x="29547" y="108"/>
                  <a:pt x="28494" y="45"/>
                  <a:pt x="27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70" name="Google Shape;11870;p181"/>
          <p:cNvGrpSpPr/>
          <p:nvPr/>
        </p:nvGrpSpPr>
        <p:grpSpPr>
          <a:xfrm flipH="1">
            <a:off x="-760212" y="1663728"/>
            <a:ext cx="4484281" cy="2708498"/>
            <a:chOff x="6244119" y="1698941"/>
            <a:chExt cx="760628" cy="457625"/>
          </a:xfrm>
        </p:grpSpPr>
        <p:sp>
          <p:nvSpPr>
            <p:cNvPr id="11871" name="Google Shape;11871;p181"/>
            <p:cNvSpPr/>
            <p:nvPr/>
          </p:nvSpPr>
          <p:spPr>
            <a:xfrm>
              <a:off x="6462191" y="1698941"/>
              <a:ext cx="542556" cy="308882"/>
            </a:xfrm>
            <a:custGeom>
              <a:rect b="b" l="l" r="r" t="t"/>
              <a:pathLst>
                <a:path extrusionOk="0" h="6522" w="11456">
                  <a:moveTo>
                    <a:pt x="9502" y="0"/>
                  </a:moveTo>
                  <a:cubicBezTo>
                    <a:pt x="8699" y="0"/>
                    <a:pt x="8708" y="848"/>
                    <a:pt x="8708" y="848"/>
                  </a:cubicBezTo>
                  <a:cubicBezTo>
                    <a:pt x="8671" y="845"/>
                    <a:pt x="8636" y="844"/>
                    <a:pt x="8602" y="844"/>
                  </a:cubicBezTo>
                  <a:cubicBezTo>
                    <a:pt x="7656" y="844"/>
                    <a:pt x="7664" y="1775"/>
                    <a:pt x="7664" y="1775"/>
                  </a:cubicBezTo>
                  <a:cubicBezTo>
                    <a:pt x="7631" y="1773"/>
                    <a:pt x="7600" y="1772"/>
                    <a:pt x="7570" y="1772"/>
                  </a:cubicBezTo>
                  <a:cubicBezTo>
                    <a:pt x="6944" y="1772"/>
                    <a:pt x="6977" y="2284"/>
                    <a:pt x="6977" y="2284"/>
                  </a:cubicBezTo>
                  <a:cubicBezTo>
                    <a:pt x="6883" y="2268"/>
                    <a:pt x="6797" y="2261"/>
                    <a:pt x="6719" y="2261"/>
                  </a:cubicBezTo>
                  <a:cubicBezTo>
                    <a:pt x="5978" y="2261"/>
                    <a:pt x="5897" y="2882"/>
                    <a:pt x="5897" y="2882"/>
                  </a:cubicBezTo>
                  <a:cubicBezTo>
                    <a:pt x="5785" y="2868"/>
                    <a:pt x="5681" y="2861"/>
                    <a:pt x="5583" y="2861"/>
                  </a:cubicBezTo>
                  <a:cubicBezTo>
                    <a:pt x="4370" y="2861"/>
                    <a:pt x="4202" y="3854"/>
                    <a:pt x="4202" y="3854"/>
                  </a:cubicBezTo>
                  <a:cubicBezTo>
                    <a:pt x="4113" y="3833"/>
                    <a:pt x="4032" y="3823"/>
                    <a:pt x="3959" y="3823"/>
                  </a:cubicBezTo>
                  <a:cubicBezTo>
                    <a:pt x="3453" y="3823"/>
                    <a:pt x="3337" y="4273"/>
                    <a:pt x="3337" y="4273"/>
                  </a:cubicBezTo>
                  <a:cubicBezTo>
                    <a:pt x="3145" y="4199"/>
                    <a:pt x="2971" y="4168"/>
                    <a:pt x="2815" y="4168"/>
                  </a:cubicBezTo>
                  <a:cubicBezTo>
                    <a:pt x="2108" y="4168"/>
                    <a:pt x="1767" y="4791"/>
                    <a:pt x="1767" y="4791"/>
                  </a:cubicBezTo>
                  <a:cubicBezTo>
                    <a:pt x="1649" y="4743"/>
                    <a:pt x="1540" y="4724"/>
                    <a:pt x="1440" y="4724"/>
                  </a:cubicBezTo>
                  <a:cubicBezTo>
                    <a:pt x="1014" y="4724"/>
                    <a:pt x="768" y="5076"/>
                    <a:pt x="768" y="5076"/>
                  </a:cubicBezTo>
                  <a:lnTo>
                    <a:pt x="1" y="6521"/>
                  </a:lnTo>
                  <a:lnTo>
                    <a:pt x="11455" y="6521"/>
                  </a:lnTo>
                  <a:lnTo>
                    <a:pt x="1145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181"/>
            <p:cNvSpPr/>
            <p:nvPr/>
          </p:nvSpPr>
          <p:spPr>
            <a:xfrm>
              <a:off x="6401936" y="1925441"/>
              <a:ext cx="24990" cy="29240"/>
            </a:xfrm>
            <a:custGeom>
              <a:rect b="b" l="l" r="r" t="t"/>
              <a:pathLst>
                <a:path extrusionOk="0" h="805" w="688">
                  <a:moveTo>
                    <a:pt x="669" y="0"/>
                  </a:moveTo>
                  <a:cubicBezTo>
                    <a:pt x="619" y="0"/>
                    <a:pt x="477" y="18"/>
                    <a:pt x="455" y="215"/>
                  </a:cubicBezTo>
                  <a:cubicBezTo>
                    <a:pt x="455" y="215"/>
                    <a:pt x="437" y="208"/>
                    <a:pt x="413" y="208"/>
                  </a:cubicBezTo>
                  <a:cubicBezTo>
                    <a:pt x="378" y="208"/>
                    <a:pt x="332" y="224"/>
                    <a:pt x="322" y="305"/>
                  </a:cubicBezTo>
                  <a:cubicBezTo>
                    <a:pt x="322" y="305"/>
                    <a:pt x="274" y="288"/>
                    <a:pt x="215" y="288"/>
                  </a:cubicBezTo>
                  <a:cubicBezTo>
                    <a:pt x="132" y="288"/>
                    <a:pt x="26" y="321"/>
                    <a:pt x="0" y="483"/>
                  </a:cubicBezTo>
                  <a:lnTo>
                    <a:pt x="687" y="804"/>
                  </a:lnTo>
                  <a:lnTo>
                    <a:pt x="687" y="1"/>
                  </a:lnTo>
                  <a:cubicBezTo>
                    <a:pt x="687" y="1"/>
                    <a:pt x="680" y="0"/>
                    <a:pt x="669"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181"/>
            <p:cNvSpPr/>
            <p:nvPr/>
          </p:nvSpPr>
          <p:spPr>
            <a:xfrm>
              <a:off x="6780077" y="1840885"/>
              <a:ext cx="47328" cy="114452"/>
            </a:xfrm>
            <a:custGeom>
              <a:rect b="b" l="l" r="r" t="t"/>
              <a:pathLst>
                <a:path extrusionOk="0" h="3151" w="1303">
                  <a:moveTo>
                    <a:pt x="0" y="1"/>
                  </a:moveTo>
                  <a:lnTo>
                    <a:pt x="0" y="3150"/>
                  </a:lnTo>
                  <a:lnTo>
                    <a:pt x="1303" y="3150"/>
                  </a:lnTo>
                  <a:lnTo>
                    <a:pt x="1303"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181"/>
            <p:cNvSpPr/>
            <p:nvPr/>
          </p:nvSpPr>
          <p:spPr>
            <a:xfrm>
              <a:off x="6804376" y="1859373"/>
              <a:ext cx="5848" cy="1038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181"/>
            <p:cNvSpPr/>
            <p:nvPr/>
          </p:nvSpPr>
          <p:spPr>
            <a:xfrm>
              <a:off x="6790756" y="1848694"/>
              <a:ext cx="5884" cy="10715"/>
            </a:xfrm>
            <a:custGeom>
              <a:rect b="b" l="l" r="r" t="t"/>
              <a:pathLst>
                <a:path extrusionOk="0" h="295" w="162">
                  <a:moveTo>
                    <a:pt x="1" y="0"/>
                  </a:moveTo>
                  <a:lnTo>
                    <a:pt x="1" y="294"/>
                  </a:lnTo>
                  <a:lnTo>
                    <a:pt x="161" y="294"/>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181"/>
            <p:cNvSpPr/>
            <p:nvPr/>
          </p:nvSpPr>
          <p:spPr>
            <a:xfrm>
              <a:off x="6816689" y="1871359"/>
              <a:ext cx="5848" cy="10715"/>
            </a:xfrm>
            <a:custGeom>
              <a:rect b="b" l="l" r="r" t="t"/>
              <a:pathLst>
                <a:path extrusionOk="0" h="295" w="161">
                  <a:moveTo>
                    <a:pt x="0" y="1"/>
                  </a:moveTo>
                  <a:lnTo>
                    <a:pt x="0"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181"/>
            <p:cNvSpPr/>
            <p:nvPr/>
          </p:nvSpPr>
          <p:spPr>
            <a:xfrm>
              <a:off x="6808590" y="1896965"/>
              <a:ext cx="5848" cy="10715"/>
            </a:xfrm>
            <a:custGeom>
              <a:rect b="b" l="l" r="r" t="t"/>
              <a:pathLst>
                <a:path extrusionOk="0" h="295" w="161">
                  <a:moveTo>
                    <a:pt x="0" y="0"/>
                  </a:moveTo>
                  <a:lnTo>
                    <a:pt x="0"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181"/>
            <p:cNvSpPr/>
            <p:nvPr/>
          </p:nvSpPr>
          <p:spPr>
            <a:xfrm>
              <a:off x="6817343" y="1912838"/>
              <a:ext cx="5848" cy="10715"/>
            </a:xfrm>
            <a:custGeom>
              <a:rect b="b" l="l" r="r" t="t"/>
              <a:pathLst>
                <a:path extrusionOk="0" h="295" w="161">
                  <a:moveTo>
                    <a:pt x="0" y="0"/>
                  </a:moveTo>
                  <a:lnTo>
                    <a:pt x="0"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181"/>
            <p:cNvSpPr/>
            <p:nvPr/>
          </p:nvSpPr>
          <p:spPr>
            <a:xfrm>
              <a:off x="6787850" y="1870051"/>
              <a:ext cx="5848" cy="10751"/>
            </a:xfrm>
            <a:custGeom>
              <a:rect b="b" l="l" r="r" t="t"/>
              <a:pathLst>
                <a:path extrusionOk="0" h="296" w="161">
                  <a:moveTo>
                    <a:pt x="0" y="1"/>
                  </a:moveTo>
                  <a:lnTo>
                    <a:pt x="0"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181"/>
            <p:cNvSpPr/>
            <p:nvPr/>
          </p:nvSpPr>
          <p:spPr>
            <a:xfrm>
              <a:off x="6800817" y="1930671"/>
              <a:ext cx="11696" cy="24663"/>
            </a:xfrm>
            <a:custGeom>
              <a:rect b="b" l="l" r="r" t="t"/>
              <a:pathLst>
                <a:path extrusionOk="0" h="679" w="322">
                  <a:moveTo>
                    <a:pt x="0" y="0"/>
                  </a:moveTo>
                  <a:lnTo>
                    <a:pt x="0" y="678"/>
                  </a:lnTo>
                  <a:lnTo>
                    <a:pt x="321" y="678"/>
                  </a:lnTo>
                  <a:lnTo>
                    <a:pt x="32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181"/>
            <p:cNvSpPr/>
            <p:nvPr/>
          </p:nvSpPr>
          <p:spPr>
            <a:xfrm>
              <a:off x="6780077" y="1829553"/>
              <a:ext cx="47328" cy="11369"/>
            </a:xfrm>
            <a:custGeom>
              <a:rect b="b" l="l" r="r" t="t"/>
              <a:pathLst>
                <a:path extrusionOk="0" h="313" w="1303">
                  <a:moveTo>
                    <a:pt x="312" y="1"/>
                  </a:moveTo>
                  <a:lnTo>
                    <a:pt x="0" y="313"/>
                  </a:lnTo>
                  <a:lnTo>
                    <a:pt x="1303" y="313"/>
                  </a:lnTo>
                  <a:lnTo>
                    <a:pt x="130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181"/>
            <p:cNvSpPr/>
            <p:nvPr/>
          </p:nvSpPr>
          <p:spPr>
            <a:xfrm>
              <a:off x="6426235" y="1898563"/>
              <a:ext cx="32109" cy="56118"/>
            </a:xfrm>
            <a:custGeom>
              <a:rect b="b" l="l" r="r" t="t"/>
              <a:pathLst>
                <a:path extrusionOk="0" h="1545" w="884">
                  <a:moveTo>
                    <a:pt x="0" y="1"/>
                  </a:moveTo>
                  <a:lnTo>
                    <a:pt x="0" y="1544"/>
                  </a:lnTo>
                  <a:lnTo>
                    <a:pt x="884" y="1544"/>
                  </a:lnTo>
                  <a:lnTo>
                    <a:pt x="884"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181"/>
            <p:cNvSpPr/>
            <p:nvPr/>
          </p:nvSpPr>
          <p:spPr>
            <a:xfrm>
              <a:off x="6458306" y="1890791"/>
              <a:ext cx="7482" cy="63891"/>
            </a:xfrm>
            <a:custGeom>
              <a:rect b="b" l="l" r="r" t="t"/>
              <a:pathLst>
                <a:path extrusionOk="0" h="1759" w="206">
                  <a:moveTo>
                    <a:pt x="206" y="1"/>
                  </a:moveTo>
                  <a:lnTo>
                    <a:pt x="1" y="215"/>
                  </a:lnTo>
                  <a:lnTo>
                    <a:pt x="1" y="1758"/>
                  </a:lnTo>
                  <a:lnTo>
                    <a:pt x="206" y="1758"/>
                  </a:lnTo>
                  <a:lnTo>
                    <a:pt x="206"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181"/>
            <p:cNvSpPr/>
            <p:nvPr/>
          </p:nvSpPr>
          <p:spPr>
            <a:xfrm>
              <a:off x="6430121" y="1903757"/>
              <a:ext cx="4250" cy="7156"/>
            </a:xfrm>
            <a:custGeom>
              <a:rect b="b" l="l" r="r" t="t"/>
              <a:pathLst>
                <a:path extrusionOk="0" h="197" w="117">
                  <a:moveTo>
                    <a:pt x="0" y="1"/>
                  </a:moveTo>
                  <a:lnTo>
                    <a:pt x="0" y="197"/>
                  </a:lnTo>
                  <a:lnTo>
                    <a:pt x="116" y="197"/>
                  </a:lnTo>
                  <a:lnTo>
                    <a:pt x="11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181"/>
            <p:cNvSpPr/>
            <p:nvPr/>
          </p:nvSpPr>
          <p:spPr>
            <a:xfrm>
              <a:off x="6449553" y="1905719"/>
              <a:ext cx="4250" cy="7156"/>
            </a:xfrm>
            <a:custGeom>
              <a:rect b="b" l="l" r="r" t="t"/>
              <a:pathLst>
                <a:path extrusionOk="0" h="197" w="117">
                  <a:moveTo>
                    <a:pt x="1" y="0"/>
                  </a:moveTo>
                  <a:lnTo>
                    <a:pt x="1" y="196"/>
                  </a:lnTo>
                  <a:lnTo>
                    <a:pt x="117" y="196"/>
                  </a:lnTo>
                  <a:lnTo>
                    <a:pt x="117"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181"/>
            <p:cNvSpPr/>
            <p:nvPr/>
          </p:nvSpPr>
          <p:spPr>
            <a:xfrm>
              <a:off x="6439528" y="1911857"/>
              <a:ext cx="4250" cy="7156"/>
            </a:xfrm>
            <a:custGeom>
              <a:rect b="b" l="l" r="r" t="t"/>
              <a:pathLst>
                <a:path extrusionOk="0" h="197" w="117">
                  <a:moveTo>
                    <a:pt x="0" y="1"/>
                  </a:moveTo>
                  <a:lnTo>
                    <a:pt x="0" y="197"/>
                  </a:lnTo>
                  <a:lnTo>
                    <a:pt x="116" y="197"/>
                  </a:lnTo>
                  <a:lnTo>
                    <a:pt x="11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181"/>
            <p:cNvSpPr/>
            <p:nvPr/>
          </p:nvSpPr>
          <p:spPr>
            <a:xfrm>
              <a:off x="6448282" y="1925151"/>
              <a:ext cx="4250" cy="7156"/>
            </a:xfrm>
            <a:custGeom>
              <a:rect b="b" l="l" r="r" t="t"/>
              <a:pathLst>
                <a:path extrusionOk="0" h="197" w="117">
                  <a:moveTo>
                    <a:pt x="0" y="0"/>
                  </a:moveTo>
                  <a:lnTo>
                    <a:pt x="0" y="197"/>
                  </a:lnTo>
                  <a:lnTo>
                    <a:pt x="116" y="197"/>
                  </a:lnTo>
                  <a:lnTo>
                    <a:pt x="11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181"/>
            <p:cNvSpPr/>
            <p:nvPr/>
          </p:nvSpPr>
          <p:spPr>
            <a:xfrm>
              <a:off x="6433027" y="1923843"/>
              <a:ext cx="4250" cy="7192"/>
            </a:xfrm>
            <a:custGeom>
              <a:rect b="b" l="l" r="r" t="t"/>
              <a:pathLst>
                <a:path extrusionOk="0" h="198" w="117">
                  <a:moveTo>
                    <a:pt x="1" y="1"/>
                  </a:moveTo>
                  <a:lnTo>
                    <a:pt x="1" y="197"/>
                  </a:lnTo>
                  <a:lnTo>
                    <a:pt x="117" y="197"/>
                  </a:lnTo>
                  <a:lnTo>
                    <a:pt x="11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181"/>
            <p:cNvSpPr/>
            <p:nvPr/>
          </p:nvSpPr>
          <p:spPr>
            <a:xfrm>
              <a:off x="6436259" y="1939389"/>
              <a:ext cx="8136" cy="15292"/>
            </a:xfrm>
            <a:custGeom>
              <a:rect b="b" l="l" r="r" t="t"/>
              <a:pathLst>
                <a:path extrusionOk="0" h="421" w="224">
                  <a:moveTo>
                    <a:pt x="1" y="1"/>
                  </a:moveTo>
                  <a:lnTo>
                    <a:pt x="1" y="420"/>
                  </a:lnTo>
                  <a:lnTo>
                    <a:pt x="224" y="420"/>
                  </a:lnTo>
                  <a:lnTo>
                    <a:pt x="22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181"/>
            <p:cNvSpPr/>
            <p:nvPr/>
          </p:nvSpPr>
          <p:spPr>
            <a:xfrm>
              <a:off x="6426235" y="1890791"/>
              <a:ext cx="39555" cy="7809"/>
            </a:xfrm>
            <a:custGeom>
              <a:rect b="b" l="l" r="r" t="t"/>
              <a:pathLst>
                <a:path extrusionOk="0" h="215" w="1089">
                  <a:moveTo>
                    <a:pt x="215" y="1"/>
                  </a:moveTo>
                  <a:lnTo>
                    <a:pt x="0" y="215"/>
                  </a:lnTo>
                  <a:lnTo>
                    <a:pt x="884" y="215"/>
                  </a:lnTo>
                  <a:lnTo>
                    <a:pt x="108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181"/>
            <p:cNvSpPr/>
            <p:nvPr/>
          </p:nvSpPr>
          <p:spPr>
            <a:xfrm>
              <a:off x="6577549" y="1906990"/>
              <a:ext cx="52849" cy="85285"/>
            </a:xfrm>
            <a:custGeom>
              <a:rect b="b" l="l" r="r" t="t"/>
              <a:pathLst>
                <a:path extrusionOk="0" h="2348" w="1455">
                  <a:moveTo>
                    <a:pt x="1" y="1"/>
                  </a:moveTo>
                  <a:lnTo>
                    <a:pt x="1" y="2347"/>
                  </a:lnTo>
                  <a:lnTo>
                    <a:pt x="1455" y="2347"/>
                  </a:lnTo>
                  <a:lnTo>
                    <a:pt x="1455"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181"/>
            <p:cNvSpPr/>
            <p:nvPr/>
          </p:nvSpPr>
          <p:spPr>
            <a:xfrm>
              <a:off x="6616450" y="1913491"/>
              <a:ext cx="5521" cy="9734"/>
            </a:xfrm>
            <a:custGeom>
              <a:rect b="b" l="l" r="r" t="t"/>
              <a:pathLst>
                <a:path extrusionOk="0" h="268" w="152">
                  <a:moveTo>
                    <a:pt x="0" y="0"/>
                  </a:moveTo>
                  <a:lnTo>
                    <a:pt x="0" y="268"/>
                  </a:lnTo>
                  <a:lnTo>
                    <a:pt x="152" y="268"/>
                  </a:lnTo>
                  <a:lnTo>
                    <a:pt x="15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181"/>
            <p:cNvSpPr/>
            <p:nvPr/>
          </p:nvSpPr>
          <p:spPr>
            <a:xfrm>
              <a:off x="6602502" y="1925804"/>
              <a:ext cx="5230" cy="9734"/>
            </a:xfrm>
            <a:custGeom>
              <a:rect b="b" l="l" r="r" t="t"/>
              <a:pathLst>
                <a:path extrusionOk="0" h="268" w="144">
                  <a:moveTo>
                    <a:pt x="0" y="0"/>
                  </a:moveTo>
                  <a:lnTo>
                    <a:pt x="0" y="268"/>
                  </a:lnTo>
                  <a:lnTo>
                    <a:pt x="143" y="268"/>
                  </a:lnTo>
                  <a:lnTo>
                    <a:pt x="14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181"/>
            <p:cNvSpPr/>
            <p:nvPr/>
          </p:nvSpPr>
          <p:spPr>
            <a:xfrm>
              <a:off x="6584668" y="1915743"/>
              <a:ext cx="5230" cy="9444"/>
            </a:xfrm>
            <a:custGeom>
              <a:rect b="b" l="l" r="r" t="t"/>
              <a:pathLst>
                <a:path extrusionOk="0" h="260" w="144">
                  <a:moveTo>
                    <a:pt x="1" y="1"/>
                  </a:moveTo>
                  <a:lnTo>
                    <a:pt x="1" y="259"/>
                  </a:lnTo>
                  <a:lnTo>
                    <a:pt x="144" y="259"/>
                  </a:lnTo>
                  <a:lnTo>
                    <a:pt x="14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181"/>
            <p:cNvSpPr/>
            <p:nvPr/>
          </p:nvSpPr>
          <p:spPr>
            <a:xfrm>
              <a:off x="6613834" y="1936483"/>
              <a:ext cx="5557" cy="9444"/>
            </a:xfrm>
            <a:custGeom>
              <a:rect b="b" l="l" r="r" t="t"/>
              <a:pathLst>
                <a:path extrusionOk="0" h="260" w="153">
                  <a:moveTo>
                    <a:pt x="1" y="1"/>
                  </a:moveTo>
                  <a:lnTo>
                    <a:pt x="1" y="259"/>
                  </a:lnTo>
                  <a:lnTo>
                    <a:pt x="152" y="259"/>
                  </a:lnTo>
                  <a:lnTo>
                    <a:pt x="15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181"/>
            <p:cNvSpPr/>
            <p:nvPr/>
          </p:nvSpPr>
          <p:spPr>
            <a:xfrm>
              <a:off x="6588228" y="1935502"/>
              <a:ext cx="5557" cy="9771"/>
            </a:xfrm>
            <a:custGeom>
              <a:rect b="b" l="l" r="r" t="t"/>
              <a:pathLst>
                <a:path extrusionOk="0" h="269" w="153">
                  <a:moveTo>
                    <a:pt x="1" y="1"/>
                  </a:moveTo>
                  <a:lnTo>
                    <a:pt x="1" y="269"/>
                  </a:lnTo>
                  <a:lnTo>
                    <a:pt x="153" y="269"/>
                  </a:lnTo>
                  <a:lnTo>
                    <a:pt x="15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181"/>
            <p:cNvSpPr/>
            <p:nvPr/>
          </p:nvSpPr>
          <p:spPr>
            <a:xfrm>
              <a:off x="6602502" y="1964668"/>
              <a:ext cx="13330" cy="27605"/>
            </a:xfrm>
            <a:custGeom>
              <a:rect b="b" l="l" r="r" t="t"/>
              <a:pathLst>
                <a:path extrusionOk="0" h="760" w="367">
                  <a:moveTo>
                    <a:pt x="0" y="1"/>
                  </a:moveTo>
                  <a:lnTo>
                    <a:pt x="0" y="759"/>
                  </a:lnTo>
                  <a:lnTo>
                    <a:pt x="366" y="759"/>
                  </a:lnTo>
                  <a:lnTo>
                    <a:pt x="36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181"/>
            <p:cNvSpPr/>
            <p:nvPr/>
          </p:nvSpPr>
          <p:spPr>
            <a:xfrm>
              <a:off x="6577549" y="1894350"/>
              <a:ext cx="52849" cy="12677"/>
            </a:xfrm>
            <a:custGeom>
              <a:rect b="b" l="l" r="r" t="t"/>
              <a:pathLst>
                <a:path extrusionOk="0" h="349" w="1455">
                  <a:moveTo>
                    <a:pt x="1" y="1"/>
                  </a:moveTo>
                  <a:lnTo>
                    <a:pt x="1" y="349"/>
                  </a:lnTo>
                  <a:lnTo>
                    <a:pt x="1455" y="349"/>
                  </a:lnTo>
                  <a:lnTo>
                    <a:pt x="145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181"/>
            <p:cNvSpPr/>
            <p:nvPr/>
          </p:nvSpPr>
          <p:spPr>
            <a:xfrm>
              <a:off x="6560369" y="1980214"/>
              <a:ext cx="17217" cy="12059"/>
            </a:xfrm>
            <a:custGeom>
              <a:rect b="b" l="l" r="r" t="t"/>
              <a:pathLst>
                <a:path extrusionOk="0" h="332" w="474">
                  <a:moveTo>
                    <a:pt x="460" y="0"/>
                  </a:moveTo>
                  <a:cubicBezTo>
                    <a:pt x="423" y="0"/>
                    <a:pt x="320" y="12"/>
                    <a:pt x="313" y="144"/>
                  </a:cubicBezTo>
                  <a:cubicBezTo>
                    <a:pt x="313" y="144"/>
                    <a:pt x="300" y="140"/>
                    <a:pt x="284" y="140"/>
                  </a:cubicBezTo>
                  <a:cubicBezTo>
                    <a:pt x="257" y="140"/>
                    <a:pt x="220" y="150"/>
                    <a:pt x="215" y="206"/>
                  </a:cubicBezTo>
                  <a:cubicBezTo>
                    <a:pt x="215" y="206"/>
                    <a:pt x="182" y="194"/>
                    <a:pt x="141" y="194"/>
                  </a:cubicBezTo>
                  <a:cubicBezTo>
                    <a:pt x="86" y="194"/>
                    <a:pt x="16" y="217"/>
                    <a:pt x="1" y="331"/>
                  </a:cubicBezTo>
                  <a:lnTo>
                    <a:pt x="474" y="331"/>
                  </a:lnTo>
                  <a:lnTo>
                    <a:pt x="474" y="1"/>
                  </a:lnTo>
                  <a:cubicBezTo>
                    <a:pt x="474" y="1"/>
                    <a:pt x="469" y="0"/>
                    <a:pt x="46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181"/>
            <p:cNvSpPr/>
            <p:nvPr/>
          </p:nvSpPr>
          <p:spPr>
            <a:xfrm>
              <a:off x="6671186" y="1975637"/>
              <a:ext cx="24663" cy="17253"/>
            </a:xfrm>
            <a:custGeom>
              <a:rect b="b" l="l" r="r" t="t"/>
              <a:pathLst>
                <a:path extrusionOk="0" h="475" w="679">
                  <a:moveTo>
                    <a:pt x="651" y="0"/>
                  </a:moveTo>
                  <a:cubicBezTo>
                    <a:pt x="594" y="0"/>
                    <a:pt x="467" y="21"/>
                    <a:pt x="447" y="207"/>
                  </a:cubicBezTo>
                  <a:cubicBezTo>
                    <a:pt x="447" y="207"/>
                    <a:pt x="431" y="203"/>
                    <a:pt x="411" y="203"/>
                  </a:cubicBezTo>
                  <a:cubicBezTo>
                    <a:pt x="375" y="203"/>
                    <a:pt x="324" y="217"/>
                    <a:pt x="313" y="297"/>
                  </a:cubicBezTo>
                  <a:cubicBezTo>
                    <a:pt x="313" y="297"/>
                    <a:pt x="265" y="280"/>
                    <a:pt x="207" y="280"/>
                  </a:cubicBezTo>
                  <a:cubicBezTo>
                    <a:pt x="125" y="280"/>
                    <a:pt x="22" y="313"/>
                    <a:pt x="1" y="475"/>
                  </a:cubicBezTo>
                  <a:lnTo>
                    <a:pt x="679" y="475"/>
                  </a:lnTo>
                  <a:lnTo>
                    <a:pt x="679" y="2"/>
                  </a:lnTo>
                  <a:cubicBezTo>
                    <a:pt x="679" y="2"/>
                    <a:pt x="668" y="0"/>
                    <a:pt x="65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181"/>
            <p:cNvSpPr/>
            <p:nvPr/>
          </p:nvSpPr>
          <p:spPr>
            <a:xfrm>
              <a:off x="6552597" y="1940950"/>
              <a:ext cx="24990" cy="17290"/>
            </a:xfrm>
            <a:custGeom>
              <a:rect b="b" l="l" r="r" t="t"/>
              <a:pathLst>
                <a:path extrusionOk="0" h="476" w="688">
                  <a:moveTo>
                    <a:pt x="659" y="1"/>
                  </a:moveTo>
                  <a:cubicBezTo>
                    <a:pt x="599" y="1"/>
                    <a:pt x="467" y="22"/>
                    <a:pt x="447" y="208"/>
                  </a:cubicBezTo>
                  <a:cubicBezTo>
                    <a:pt x="447" y="208"/>
                    <a:pt x="431" y="203"/>
                    <a:pt x="411" y="203"/>
                  </a:cubicBezTo>
                  <a:cubicBezTo>
                    <a:pt x="375" y="203"/>
                    <a:pt x="324" y="217"/>
                    <a:pt x="313" y="297"/>
                  </a:cubicBezTo>
                  <a:cubicBezTo>
                    <a:pt x="313" y="297"/>
                    <a:pt x="265" y="280"/>
                    <a:pt x="207" y="280"/>
                  </a:cubicBezTo>
                  <a:cubicBezTo>
                    <a:pt x="125" y="280"/>
                    <a:pt x="22" y="314"/>
                    <a:pt x="1" y="475"/>
                  </a:cubicBezTo>
                  <a:lnTo>
                    <a:pt x="688" y="475"/>
                  </a:lnTo>
                  <a:lnTo>
                    <a:pt x="688" y="3"/>
                  </a:lnTo>
                  <a:cubicBezTo>
                    <a:pt x="688" y="3"/>
                    <a:pt x="676" y="1"/>
                    <a:pt x="659"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181"/>
            <p:cNvSpPr/>
            <p:nvPr/>
          </p:nvSpPr>
          <p:spPr>
            <a:xfrm>
              <a:off x="6510464" y="1968809"/>
              <a:ext cx="24990" cy="17290"/>
            </a:xfrm>
            <a:custGeom>
              <a:rect b="b" l="l" r="r" t="t"/>
              <a:pathLst>
                <a:path extrusionOk="0" h="476" w="688">
                  <a:moveTo>
                    <a:pt x="659" y="1"/>
                  </a:moveTo>
                  <a:cubicBezTo>
                    <a:pt x="600" y="1"/>
                    <a:pt x="470" y="22"/>
                    <a:pt x="456" y="208"/>
                  </a:cubicBezTo>
                  <a:cubicBezTo>
                    <a:pt x="456" y="208"/>
                    <a:pt x="441" y="204"/>
                    <a:pt x="420" y="204"/>
                  </a:cubicBezTo>
                  <a:cubicBezTo>
                    <a:pt x="382" y="204"/>
                    <a:pt x="325" y="219"/>
                    <a:pt x="313" y="306"/>
                  </a:cubicBezTo>
                  <a:cubicBezTo>
                    <a:pt x="313" y="306"/>
                    <a:pt x="260" y="286"/>
                    <a:pt x="198" y="286"/>
                  </a:cubicBezTo>
                  <a:cubicBezTo>
                    <a:pt x="118" y="286"/>
                    <a:pt x="21" y="320"/>
                    <a:pt x="1" y="476"/>
                  </a:cubicBezTo>
                  <a:lnTo>
                    <a:pt x="688" y="476"/>
                  </a:lnTo>
                  <a:lnTo>
                    <a:pt x="688" y="3"/>
                  </a:lnTo>
                  <a:cubicBezTo>
                    <a:pt x="688" y="3"/>
                    <a:pt x="677" y="1"/>
                    <a:pt x="659"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181"/>
            <p:cNvSpPr/>
            <p:nvPr/>
          </p:nvSpPr>
          <p:spPr>
            <a:xfrm>
              <a:off x="6458306" y="1938408"/>
              <a:ext cx="24990" cy="17253"/>
            </a:xfrm>
            <a:custGeom>
              <a:rect b="b" l="l" r="r" t="t"/>
              <a:pathLst>
                <a:path extrusionOk="0" h="475" w="688">
                  <a:moveTo>
                    <a:pt x="668" y="0"/>
                  </a:moveTo>
                  <a:cubicBezTo>
                    <a:pt x="614" y="0"/>
                    <a:pt x="470" y="18"/>
                    <a:pt x="456" y="206"/>
                  </a:cubicBezTo>
                  <a:cubicBezTo>
                    <a:pt x="456" y="206"/>
                    <a:pt x="440" y="202"/>
                    <a:pt x="420" y="202"/>
                  </a:cubicBezTo>
                  <a:cubicBezTo>
                    <a:pt x="382" y="202"/>
                    <a:pt x="324" y="217"/>
                    <a:pt x="313" y="305"/>
                  </a:cubicBezTo>
                  <a:cubicBezTo>
                    <a:pt x="313" y="305"/>
                    <a:pt x="265" y="287"/>
                    <a:pt x="206" y="287"/>
                  </a:cubicBezTo>
                  <a:cubicBezTo>
                    <a:pt x="126" y="287"/>
                    <a:pt x="26" y="320"/>
                    <a:pt x="1" y="474"/>
                  </a:cubicBezTo>
                  <a:lnTo>
                    <a:pt x="688" y="474"/>
                  </a:lnTo>
                  <a:lnTo>
                    <a:pt x="688" y="1"/>
                  </a:lnTo>
                  <a:cubicBezTo>
                    <a:pt x="688" y="1"/>
                    <a:pt x="680" y="0"/>
                    <a:pt x="668"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181"/>
            <p:cNvSpPr/>
            <p:nvPr/>
          </p:nvSpPr>
          <p:spPr>
            <a:xfrm>
              <a:off x="6537705" y="1951411"/>
              <a:ext cx="39882" cy="31128"/>
            </a:xfrm>
            <a:custGeom>
              <a:rect b="b" l="l" r="r" t="t"/>
              <a:pathLst>
                <a:path extrusionOk="0" h="857" w="1098">
                  <a:moveTo>
                    <a:pt x="955" y="0"/>
                  </a:moveTo>
                  <a:lnTo>
                    <a:pt x="411" y="187"/>
                  </a:lnTo>
                  <a:cubicBezTo>
                    <a:pt x="411" y="187"/>
                    <a:pt x="363" y="169"/>
                    <a:pt x="302" y="169"/>
                  </a:cubicBezTo>
                  <a:cubicBezTo>
                    <a:pt x="229" y="169"/>
                    <a:pt x="138" y="195"/>
                    <a:pt x="89" y="312"/>
                  </a:cubicBezTo>
                  <a:cubicBezTo>
                    <a:pt x="0" y="535"/>
                    <a:pt x="223" y="848"/>
                    <a:pt x="250" y="848"/>
                  </a:cubicBezTo>
                  <a:cubicBezTo>
                    <a:pt x="277" y="856"/>
                    <a:pt x="553" y="856"/>
                    <a:pt x="553" y="856"/>
                  </a:cubicBezTo>
                  <a:cubicBezTo>
                    <a:pt x="553" y="856"/>
                    <a:pt x="678" y="785"/>
                    <a:pt x="839" y="678"/>
                  </a:cubicBezTo>
                  <a:cubicBezTo>
                    <a:pt x="990" y="571"/>
                    <a:pt x="1098" y="339"/>
                    <a:pt x="1098" y="339"/>
                  </a:cubicBezTo>
                  <a:lnTo>
                    <a:pt x="1071" y="9"/>
                  </a:lnTo>
                  <a:lnTo>
                    <a:pt x="95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181"/>
            <p:cNvSpPr/>
            <p:nvPr/>
          </p:nvSpPr>
          <p:spPr>
            <a:xfrm>
              <a:off x="6714626" y="1924134"/>
              <a:ext cx="41807" cy="14674"/>
            </a:xfrm>
            <a:custGeom>
              <a:rect b="b" l="l" r="r" t="t"/>
              <a:pathLst>
                <a:path extrusionOk="0" h="404" w="1151">
                  <a:moveTo>
                    <a:pt x="552" y="1"/>
                  </a:moveTo>
                  <a:cubicBezTo>
                    <a:pt x="507" y="1"/>
                    <a:pt x="398" y="17"/>
                    <a:pt x="384" y="180"/>
                  </a:cubicBezTo>
                  <a:cubicBezTo>
                    <a:pt x="384" y="180"/>
                    <a:pt x="367" y="174"/>
                    <a:pt x="346" y="174"/>
                  </a:cubicBezTo>
                  <a:cubicBezTo>
                    <a:pt x="314" y="174"/>
                    <a:pt x="273" y="187"/>
                    <a:pt x="268" y="251"/>
                  </a:cubicBezTo>
                  <a:cubicBezTo>
                    <a:pt x="268" y="251"/>
                    <a:pt x="229" y="238"/>
                    <a:pt x="181" y="238"/>
                  </a:cubicBezTo>
                  <a:cubicBezTo>
                    <a:pt x="111" y="238"/>
                    <a:pt x="21" y="266"/>
                    <a:pt x="0" y="403"/>
                  </a:cubicBezTo>
                  <a:lnTo>
                    <a:pt x="1151" y="403"/>
                  </a:lnTo>
                  <a:cubicBezTo>
                    <a:pt x="1130" y="266"/>
                    <a:pt x="1040" y="238"/>
                    <a:pt x="970" y="238"/>
                  </a:cubicBezTo>
                  <a:cubicBezTo>
                    <a:pt x="922" y="238"/>
                    <a:pt x="883" y="251"/>
                    <a:pt x="883" y="251"/>
                  </a:cubicBezTo>
                  <a:cubicBezTo>
                    <a:pt x="873" y="187"/>
                    <a:pt x="833" y="174"/>
                    <a:pt x="803" y="174"/>
                  </a:cubicBezTo>
                  <a:cubicBezTo>
                    <a:pt x="783" y="174"/>
                    <a:pt x="767" y="180"/>
                    <a:pt x="767" y="180"/>
                  </a:cubicBezTo>
                  <a:cubicBezTo>
                    <a:pt x="753" y="17"/>
                    <a:pt x="638" y="1"/>
                    <a:pt x="591" y="1"/>
                  </a:cubicBezTo>
                  <a:cubicBezTo>
                    <a:pt x="579" y="1"/>
                    <a:pt x="571" y="2"/>
                    <a:pt x="571" y="2"/>
                  </a:cubicBezTo>
                  <a:cubicBezTo>
                    <a:pt x="571" y="2"/>
                    <a:pt x="564" y="1"/>
                    <a:pt x="552"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181"/>
            <p:cNvSpPr/>
            <p:nvPr/>
          </p:nvSpPr>
          <p:spPr>
            <a:xfrm>
              <a:off x="6695812" y="1893079"/>
              <a:ext cx="32109" cy="104028"/>
            </a:xfrm>
            <a:custGeom>
              <a:rect b="b" l="l" r="r" t="t"/>
              <a:pathLst>
                <a:path extrusionOk="0" h="2864" w="884">
                  <a:moveTo>
                    <a:pt x="1" y="0"/>
                  </a:moveTo>
                  <a:lnTo>
                    <a:pt x="1" y="2864"/>
                  </a:lnTo>
                  <a:lnTo>
                    <a:pt x="884" y="2864"/>
                  </a:lnTo>
                  <a:lnTo>
                    <a:pt x="88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181"/>
            <p:cNvSpPr/>
            <p:nvPr/>
          </p:nvSpPr>
          <p:spPr>
            <a:xfrm>
              <a:off x="6727884" y="1885306"/>
              <a:ext cx="7519" cy="111801"/>
            </a:xfrm>
            <a:custGeom>
              <a:rect b="b" l="l" r="r" t="t"/>
              <a:pathLst>
                <a:path extrusionOk="0" h="3078" w="207">
                  <a:moveTo>
                    <a:pt x="206" y="0"/>
                  </a:moveTo>
                  <a:lnTo>
                    <a:pt x="1" y="214"/>
                  </a:lnTo>
                  <a:lnTo>
                    <a:pt x="1" y="3078"/>
                  </a:lnTo>
                  <a:lnTo>
                    <a:pt x="206" y="3078"/>
                  </a:lnTo>
                  <a:lnTo>
                    <a:pt x="206"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181"/>
            <p:cNvSpPr/>
            <p:nvPr/>
          </p:nvSpPr>
          <p:spPr>
            <a:xfrm>
              <a:off x="6701006" y="1898236"/>
              <a:ext cx="3923" cy="7192"/>
            </a:xfrm>
            <a:custGeom>
              <a:rect b="b" l="l" r="r" t="t"/>
              <a:pathLst>
                <a:path extrusionOk="0" h="198" w="108">
                  <a:moveTo>
                    <a:pt x="0" y="1"/>
                  </a:moveTo>
                  <a:lnTo>
                    <a:pt x="0"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181"/>
            <p:cNvSpPr/>
            <p:nvPr/>
          </p:nvSpPr>
          <p:spPr>
            <a:xfrm>
              <a:off x="6710086" y="1911530"/>
              <a:ext cx="3923" cy="7192"/>
            </a:xfrm>
            <a:custGeom>
              <a:rect b="b" l="l" r="r" t="t"/>
              <a:pathLst>
                <a:path extrusionOk="0" h="198"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181"/>
            <p:cNvSpPr/>
            <p:nvPr/>
          </p:nvSpPr>
          <p:spPr>
            <a:xfrm>
              <a:off x="6718513" y="1900198"/>
              <a:ext cx="3923" cy="7156"/>
            </a:xfrm>
            <a:custGeom>
              <a:rect b="b" l="l" r="r" t="t"/>
              <a:pathLst>
                <a:path extrusionOk="0" h="197"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181"/>
            <p:cNvSpPr/>
            <p:nvPr/>
          </p:nvSpPr>
          <p:spPr>
            <a:xfrm>
              <a:off x="6700025" y="1919303"/>
              <a:ext cx="3923" cy="7192"/>
            </a:xfrm>
            <a:custGeom>
              <a:rect b="b" l="l" r="r" t="t"/>
              <a:pathLst>
                <a:path extrusionOk="0" h="198"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181"/>
            <p:cNvSpPr/>
            <p:nvPr/>
          </p:nvSpPr>
          <p:spPr>
            <a:xfrm>
              <a:off x="6720438" y="1923516"/>
              <a:ext cx="3923" cy="7192"/>
            </a:xfrm>
            <a:custGeom>
              <a:rect b="b" l="l" r="r" t="t"/>
              <a:pathLst>
                <a:path extrusionOk="0" h="198"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181"/>
            <p:cNvSpPr/>
            <p:nvPr/>
          </p:nvSpPr>
          <p:spPr>
            <a:xfrm>
              <a:off x="6709432" y="1932923"/>
              <a:ext cx="3923" cy="7156"/>
            </a:xfrm>
            <a:custGeom>
              <a:rect b="b" l="l" r="r" t="t"/>
              <a:pathLst>
                <a:path extrusionOk="0" h="197"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181"/>
            <p:cNvSpPr/>
            <p:nvPr/>
          </p:nvSpPr>
          <p:spPr>
            <a:xfrm>
              <a:off x="6699371" y="1944909"/>
              <a:ext cx="3923" cy="7156"/>
            </a:xfrm>
            <a:custGeom>
              <a:rect b="b" l="l" r="r" t="t"/>
              <a:pathLst>
                <a:path extrusionOk="0" h="197"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181"/>
            <p:cNvSpPr/>
            <p:nvPr/>
          </p:nvSpPr>
          <p:spPr>
            <a:xfrm>
              <a:off x="6702931" y="1963070"/>
              <a:ext cx="3959" cy="7156"/>
            </a:xfrm>
            <a:custGeom>
              <a:rect b="b" l="l" r="r" t="t"/>
              <a:pathLst>
                <a:path extrusionOk="0" h="197" w="109">
                  <a:moveTo>
                    <a:pt x="1" y="0"/>
                  </a:moveTo>
                  <a:lnTo>
                    <a:pt x="1" y="196"/>
                  </a:lnTo>
                  <a:lnTo>
                    <a:pt x="108" y="196"/>
                  </a:lnTo>
                  <a:lnTo>
                    <a:pt x="10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181"/>
            <p:cNvSpPr/>
            <p:nvPr/>
          </p:nvSpPr>
          <p:spPr>
            <a:xfrm>
              <a:off x="6695812" y="1885306"/>
              <a:ext cx="39592" cy="7809"/>
            </a:xfrm>
            <a:custGeom>
              <a:rect b="b" l="l" r="r" t="t"/>
              <a:pathLst>
                <a:path extrusionOk="0" h="215" w="1090">
                  <a:moveTo>
                    <a:pt x="215" y="0"/>
                  </a:moveTo>
                  <a:lnTo>
                    <a:pt x="1" y="214"/>
                  </a:lnTo>
                  <a:lnTo>
                    <a:pt x="884" y="214"/>
                  </a:lnTo>
                  <a:lnTo>
                    <a:pt x="10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181"/>
            <p:cNvSpPr/>
            <p:nvPr/>
          </p:nvSpPr>
          <p:spPr>
            <a:xfrm>
              <a:off x="6634901" y="1859373"/>
              <a:ext cx="15909" cy="139696"/>
            </a:xfrm>
            <a:custGeom>
              <a:rect b="b" l="l" r="r" t="t"/>
              <a:pathLst>
                <a:path extrusionOk="0" h="3846" w="438">
                  <a:moveTo>
                    <a:pt x="438" y="0"/>
                  </a:moveTo>
                  <a:cubicBezTo>
                    <a:pt x="438" y="0"/>
                    <a:pt x="384" y="63"/>
                    <a:pt x="393" y="143"/>
                  </a:cubicBezTo>
                  <a:cubicBezTo>
                    <a:pt x="402" y="215"/>
                    <a:pt x="322" y="250"/>
                    <a:pt x="357" y="313"/>
                  </a:cubicBezTo>
                  <a:cubicBezTo>
                    <a:pt x="384" y="384"/>
                    <a:pt x="286" y="402"/>
                    <a:pt x="331" y="491"/>
                  </a:cubicBezTo>
                  <a:cubicBezTo>
                    <a:pt x="375" y="571"/>
                    <a:pt x="268" y="670"/>
                    <a:pt x="304" y="759"/>
                  </a:cubicBezTo>
                  <a:cubicBezTo>
                    <a:pt x="348" y="857"/>
                    <a:pt x="259" y="893"/>
                    <a:pt x="295" y="973"/>
                  </a:cubicBezTo>
                  <a:cubicBezTo>
                    <a:pt x="340" y="1053"/>
                    <a:pt x="206" y="1142"/>
                    <a:pt x="268" y="1276"/>
                  </a:cubicBezTo>
                  <a:cubicBezTo>
                    <a:pt x="340" y="1401"/>
                    <a:pt x="206" y="1472"/>
                    <a:pt x="250" y="1562"/>
                  </a:cubicBezTo>
                  <a:cubicBezTo>
                    <a:pt x="295" y="1660"/>
                    <a:pt x="134" y="1767"/>
                    <a:pt x="206" y="1865"/>
                  </a:cubicBezTo>
                  <a:cubicBezTo>
                    <a:pt x="277" y="1972"/>
                    <a:pt x="143" y="2061"/>
                    <a:pt x="188" y="2142"/>
                  </a:cubicBezTo>
                  <a:cubicBezTo>
                    <a:pt x="233" y="2222"/>
                    <a:pt x="108" y="2338"/>
                    <a:pt x="179" y="2427"/>
                  </a:cubicBezTo>
                  <a:cubicBezTo>
                    <a:pt x="241" y="2516"/>
                    <a:pt x="90" y="2623"/>
                    <a:pt x="134" y="2739"/>
                  </a:cubicBezTo>
                  <a:cubicBezTo>
                    <a:pt x="188" y="2864"/>
                    <a:pt x="63" y="2998"/>
                    <a:pt x="125" y="3105"/>
                  </a:cubicBezTo>
                  <a:cubicBezTo>
                    <a:pt x="188" y="3212"/>
                    <a:pt x="36" y="3239"/>
                    <a:pt x="108" y="3355"/>
                  </a:cubicBezTo>
                  <a:cubicBezTo>
                    <a:pt x="179" y="3480"/>
                    <a:pt x="1" y="3631"/>
                    <a:pt x="1" y="3845"/>
                  </a:cubicBezTo>
                  <a:lnTo>
                    <a:pt x="438" y="3845"/>
                  </a:lnTo>
                  <a:lnTo>
                    <a:pt x="4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181"/>
            <p:cNvSpPr/>
            <p:nvPr/>
          </p:nvSpPr>
          <p:spPr>
            <a:xfrm>
              <a:off x="6650773" y="1859373"/>
              <a:ext cx="15909" cy="139696"/>
            </a:xfrm>
            <a:custGeom>
              <a:rect b="b" l="l" r="r" t="t"/>
              <a:pathLst>
                <a:path extrusionOk="0" h="3846" w="438">
                  <a:moveTo>
                    <a:pt x="1" y="0"/>
                  </a:moveTo>
                  <a:lnTo>
                    <a:pt x="1" y="3845"/>
                  </a:lnTo>
                  <a:lnTo>
                    <a:pt x="438" y="3845"/>
                  </a:lnTo>
                  <a:cubicBezTo>
                    <a:pt x="438" y="3631"/>
                    <a:pt x="259" y="3480"/>
                    <a:pt x="331" y="3355"/>
                  </a:cubicBezTo>
                  <a:cubicBezTo>
                    <a:pt x="402" y="3239"/>
                    <a:pt x="250" y="3212"/>
                    <a:pt x="313" y="3105"/>
                  </a:cubicBezTo>
                  <a:cubicBezTo>
                    <a:pt x="375" y="2998"/>
                    <a:pt x="250" y="2864"/>
                    <a:pt x="304" y="2739"/>
                  </a:cubicBezTo>
                  <a:cubicBezTo>
                    <a:pt x="358" y="2623"/>
                    <a:pt x="197" y="2516"/>
                    <a:pt x="268" y="2427"/>
                  </a:cubicBezTo>
                  <a:cubicBezTo>
                    <a:pt x="331" y="2338"/>
                    <a:pt x="206" y="2222"/>
                    <a:pt x="250" y="2142"/>
                  </a:cubicBezTo>
                  <a:cubicBezTo>
                    <a:pt x="295" y="2061"/>
                    <a:pt x="170" y="1972"/>
                    <a:pt x="233" y="1865"/>
                  </a:cubicBezTo>
                  <a:cubicBezTo>
                    <a:pt x="304" y="1767"/>
                    <a:pt x="152" y="1660"/>
                    <a:pt x="188" y="1562"/>
                  </a:cubicBezTo>
                  <a:cubicBezTo>
                    <a:pt x="233" y="1472"/>
                    <a:pt x="108" y="1401"/>
                    <a:pt x="170" y="1276"/>
                  </a:cubicBezTo>
                  <a:cubicBezTo>
                    <a:pt x="242" y="1142"/>
                    <a:pt x="99" y="1053"/>
                    <a:pt x="143" y="973"/>
                  </a:cubicBezTo>
                  <a:cubicBezTo>
                    <a:pt x="188" y="893"/>
                    <a:pt x="90" y="857"/>
                    <a:pt x="135" y="759"/>
                  </a:cubicBezTo>
                  <a:cubicBezTo>
                    <a:pt x="179" y="670"/>
                    <a:pt x="63" y="571"/>
                    <a:pt x="108" y="491"/>
                  </a:cubicBezTo>
                  <a:cubicBezTo>
                    <a:pt x="161" y="402"/>
                    <a:pt x="54" y="384"/>
                    <a:pt x="90" y="313"/>
                  </a:cubicBezTo>
                  <a:cubicBezTo>
                    <a:pt x="117" y="250"/>
                    <a:pt x="45" y="215"/>
                    <a:pt x="54" y="143"/>
                  </a:cubicBezTo>
                  <a:cubicBezTo>
                    <a:pt x="63" y="63"/>
                    <a:pt x="1" y="0"/>
                    <a:pt x="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181"/>
            <p:cNvSpPr/>
            <p:nvPr/>
          </p:nvSpPr>
          <p:spPr>
            <a:xfrm>
              <a:off x="6474179" y="1859373"/>
              <a:ext cx="15909" cy="139696"/>
            </a:xfrm>
            <a:custGeom>
              <a:rect b="b" l="l" r="r" t="t"/>
              <a:pathLst>
                <a:path extrusionOk="0" h="3846" w="438">
                  <a:moveTo>
                    <a:pt x="438" y="0"/>
                  </a:moveTo>
                  <a:cubicBezTo>
                    <a:pt x="438" y="0"/>
                    <a:pt x="375" y="63"/>
                    <a:pt x="384" y="143"/>
                  </a:cubicBezTo>
                  <a:cubicBezTo>
                    <a:pt x="393" y="215"/>
                    <a:pt x="322" y="250"/>
                    <a:pt x="349" y="313"/>
                  </a:cubicBezTo>
                  <a:cubicBezTo>
                    <a:pt x="384" y="384"/>
                    <a:pt x="277" y="402"/>
                    <a:pt x="331" y="491"/>
                  </a:cubicBezTo>
                  <a:cubicBezTo>
                    <a:pt x="375" y="571"/>
                    <a:pt x="259" y="670"/>
                    <a:pt x="304" y="759"/>
                  </a:cubicBezTo>
                  <a:cubicBezTo>
                    <a:pt x="349" y="857"/>
                    <a:pt x="251" y="893"/>
                    <a:pt x="295" y="973"/>
                  </a:cubicBezTo>
                  <a:cubicBezTo>
                    <a:pt x="340" y="1053"/>
                    <a:pt x="197" y="1142"/>
                    <a:pt x="268" y="1276"/>
                  </a:cubicBezTo>
                  <a:cubicBezTo>
                    <a:pt x="331" y="1401"/>
                    <a:pt x="206" y="1472"/>
                    <a:pt x="251" y="1562"/>
                  </a:cubicBezTo>
                  <a:cubicBezTo>
                    <a:pt x="286" y="1660"/>
                    <a:pt x="135" y="1767"/>
                    <a:pt x="206" y="1865"/>
                  </a:cubicBezTo>
                  <a:cubicBezTo>
                    <a:pt x="268" y="1972"/>
                    <a:pt x="143" y="2061"/>
                    <a:pt x="188" y="2142"/>
                  </a:cubicBezTo>
                  <a:cubicBezTo>
                    <a:pt x="233" y="2222"/>
                    <a:pt x="108" y="2338"/>
                    <a:pt x="170" y="2427"/>
                  </a:cubicBezTo>
                  <a:cubicBezTo>
                    <a:pt x="242" y="2516"/>
                    <a:pt x="81" y="2623"/>
                    <a:pt x="135" y="2739"/>
                  </a:cubicBezTo>
                  <a:cubicBezTo>
                    <a:pt x="188" y="2864"/>
                    <a:pt x="63" y="2998"/>
                    <a:pt x="126" y="3105"/>
                  </a:cubicBezTo>
                  <a:cubicBezTo>
                    <a:pt x="188" y="3212"/>
                    <a:pt x="36" y="3239"/>
                    <a:pt x="108" y="3355"/>
                  </a:cubicBezTo>
                  <a:cubicBezTo>
                    <a:pt x="179" y="3480"/>
                    <a:pt x="1" y="3631"/>
                    <a:pt x="1" y="3845"/>
                  </a:cubicBezTo>
                  <a:lnTo>
                    <a:pt x="438" y="3845"/>
                  </a:lnTo>
                  <a:lnTo>
                    <a:pt x="4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181"/>
            <p:cNvSpPr/>
            <p:nvPr/>
          </p:nvSpPr>
          <p:spPr>
            <a:xfrm>
              <a:off x="6490051" y="1859373"/>
              <a:ext cx="15909" cy="139696"/>
            </a:xfrm>
            <a:custGeom>
              <a:rect b="b" l="l" r="r" t="t"/>
              <a:pathLst>
                <a:path extrusionOk="0" h="3846" w="438">
                  <a:moveTo>
                    <a:pt x="1" y="0"/>
                  </a:moveTo>
                  <a:lnTo>
                    <a:pt x="1" y="3845"/>
                  </a:lnTo>
                  <a:lnTo>
                    <a:pt x="438" y="3845"/>
                  </a:lnTo>
                  <a:cubicBezTo>
                    <a:pt x="438" y="3631"/>
                    <a:pt x="260" y="3480"/>
                    <a:pt x="331" y="3355"/>
                  </a:cubicBezTo>
                  <a:cubicBezTo>
                    <a:pt x="402" y="3239"/>
                    <a:pt x="251" y="3212"/>
                    <a:pt x="313" y="3105"/>
                  </a:cubicBezTo>
                  <a:cubicBezTo>
                    <a:pt x="376" y="2998"/>
                    <a:pt x="251" y="2864"/>
                    <a:pt x="304" y="2739"/>
                  </a:cubicBezTo>
                  <a:cubicBezTo>
                    <a:pt x="358" y="2623"/>
                    <a:pt x="197" y="2516"/>
                    <a:pt x="260" y="2427"/>
                  </a:cubicBezTo>
                  <a:cubicBezTo>
                    <a:pt x="331" y="2338"/>
                    <a:pt x="206" y="2222"/>
                    <a:pt x="251" y="2142"/>
                  </a:cubicBezTo>
                  <a:cubicBezTo>
                    <a:pt x="295" y="2061"/>
                    <a:pt x="161" y="1972"/>
                    <a:pt x="233" y="1865"/>
                  </a:cubicBezTo>
                  <a:cubicBezTo>
                    <a:pt x="304" y="1767"/>
                    <a:pt x="144" y="1660"/>
                    <a:pt x="188" y="1562"/>
                  </a:cubicBezTo>
                  <a:cubicBezTo>
                    <a:pt x="233" y="1472"/>
                    <a:pt x="99" y="1401"/>
                    <a:pt x="170" y="1276"/>
                  </a:cubicBezTo>
                  <a:cubicBezTo>
                    <a:pt x="233" y="1142"/>
                    <a:pt x="99" y="1053"/>
                    <a:pt x="144" y="973"/>
                  </a:cubicBezTo>
                  <a:cubicBezTo>
                    <a:pt x="179" y="893"/>
                    <a:pt x="90" y="857"/>
                    <a:pt x="135" y="759"/>
                  </a:cubicBezTo>
                  <a:cubicBezTo>
                    <a:pt x="170" y="670"/>
                    <a:pt x="63" y="571"/>
                    <a:pt x="108" y="491"/>
                  </a:cubicBezTo>
                  <a:cubicBezTo>
                    <a:pt x="153" y="402"/>
                    <a:pt x="54" y="384"/>
                    <a:pt x="81" y="313"/>
                  </a:cubicBezTo>
                  <a:cubicBezTo>
                    <a:pt x="117" y="250"/>
                    <a:pt x="37" y="215"/>
                    <a:pt x="45" y="143"/>
                  </a:cubicBezTo>
                  <a:cubicBezTo>
                    <a:pt x="54" y="63"/>
                    <a:pt x="1" y="0"/>
                    <a:pt x="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181"/>
            <p:cNvSpPr/>
            <p:nvPr/>
          </p:nvSpPr>
          <p:spPr>
            <a:xfrm>
              <a:off x="6654987" y="1902450"/>
              <a:ext cx="12677" cy="111510"/>
            </a:xfrm>
            <a:custGeom>
              <a:rect b="b" l="l" r="r" t="t"/>
              <a:pathLst>
                <a:path extrusionOk="0" h="3070" w="349">
                  <a:moveTo>
                    <a:pt x="349" y="1"/>
                  </a:moveTo>
                  <a:cubicBezTo>
                    <a:pt x="349" y="1"/>
                    <a:pt x="304" y="54"/>
                    <a:pt x="313" y="117"/>
                  </a:cubicBezTo>
                  <a:cubicBezTo>
                    <a:pt x="322" y="179"/>
                    <a:pt x="259" y="206"/>
                    <a:pt x="277" y="251"/>
                  </a:cubicBezTo>
                  <a:cubicBezTo>
                    <a:pt x="304" y="304"/>
                    <a:pt x="224" y="331"/>
                    <a:pt x="259" y="393"/>
                  </a:cubicBezTo>
                  <a:cubicBezTo>
                    <a:pt x="295" y="456"/>
                    <a:pt x="206" y="536"/>
                    <a:pt x="242" y="608"/>
                  </a:cubicBezTo>
                  <a:cubicBezTo>
                    <a:pt x="277" y="688"/>
                    <a:pt x="206" y="715"/>
                    <a:pt x="233" y="777"/>
                  </a:cubicBezTo>
                  <a:cubicBezTo>
                    <a:pt x="268" y="848"/>
                    <a:pt x="161" y="911"/>
                    <a:pt x="215" y="1018"/>
                  </a:cubicBezTo>
                  <a:cubicBezTo>
                    <a:pt x="268" y="1125"/>
                    <a:pt x="161" y="1179"/>
                    <a:pt x="197" y="1250"/>
                  </a:cubicBezTo>
                  <a:cubicBezTo>
                    <a:pt x="233" y="1321"/>
                    <a:pt x="108" y="1410"/>
                    <a:pt x="161" y="1491"/>
                  </a:cubicBezTo>
                  <a:cubicBezTo>
                    <a:pt x="215" y="1580"/>
                    <a:pt x="117" y="1651"/>
                    <a:pt x="143" y="1714"/>
                  </a:cubicBezTo>
                  <a:cubicBezTo>
                    <a:pt x="179" y="1776"/>
                    <a:pt x="90" y="1865"/>
                    <a:pt x="143" y="1937"/>
                  </a:cubicBezTo>
                  <a:cubicBezTo>
                    <a:pt x="197" y="2008"/>
                    <a:pt x="63" y="2097"/>
                    <a:pt x="108" y="2187"/>
                  </a:cubicBezTo>
                  <a:cubicBezTo>
                    <a:pt x="152" y="2285"/>
                    <a:pt x="45" y="2392"/>
                    <a:pt x="99" y="2481"/>
                  </a:cubicBezTo>
                  <a:cubicBezTo>
                    <a:pt x="152" y="2561"/>
                    <a:pt x="27" y="2588"/>
                    <a:pt x="90" y="2686"/>
                  </a:cubicBezTo>
                  <a:cubicBezTo>
                    <a:pt x="143" y="2775"/>
                    <a:pt x="1" y="2900"/>
                    <a:pt x="1" y="3070"/>
                  </a:cubicBezTo>
                  <a:lnTo>
                    <a:pt x="349" y="3070"/>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181"/>
            <p:cNvSpPr/>
            <p:nvPr/>
          </p:nvSpPr>
          <p:spPr>
            <a:xfrm>
              <a:off x="6667626" y="1902450"/>
              <a:ext cx="12677" cy="111510"/>
            </a:xfrm>
            <a:custGeom>
              <a:rect b="b" l="l" r="r" t="t"/>
              <a:pathLst>
                <a:path extrusionOk="0" h="3070" w="349">
                  <a:moveTo>
                    <a:pt x="1" y="1"/>
                  </a:moveTo>
                  <a:lnTo>
                    <a:pt x="1" y="3070"/>
                  </a:lnTo>
                  <a:lnTo>
                    <a:pt x="349" y="3070"/>
                  </a:lnTo>
                  <a:cubicBezTo>
                    <a:pt x="349" y="2900"/>
                    <a:pt x="206" y="2775"/>
                    <a:pt x="268" y="2686"/>
                  </a:cubicBezTo>
                  <a:cubicBezTo>
                    <a:pt x="322" y="2588"/>
                    <a:pt x="197" y="2561"/>
                    <a:pt x="250" y="2481"/>
                  </a:cubicBezTo>
                  <a:cubicBezTo>
                    <a:pt x="304" y="2392"/>
                    <a:pt x="197" y="2285"/>
                    <a:pt x="241" y="2187"/>
                  </a:cubicBezTo>
                  <a:cubicBezTo>
                    <a:pt x="286" y="2097"/>
                    <a:pt x="161" y="2008"/>
                    <a:pt x="206" y="1937"/>
                  </a:cubicBezTo>
                  <a:cubicBezTo>
                    <a:pt x="259" y="1865"/>
                    <a:pt x="170" y="1776"/>
                    <a:pt x="206" y="1714"/>
                  </a:cubicBezTo>
                  <a:cubicBezTo>
                    <a:pt x="241" y="1651"/>
                    <a:pt x="134" y="1580"/>
                    <a:pt x="188" y="1491"/>
                  </a:cubicBezTo>
                  <a:cubicBezTo>
                    <a:pt x="241" y="1410"/>
                    <a:pt x="117" y="1321"/>
                    <a:pt x="152" y="1250"/>
                  </a:cubicBezTo>
                  <a:cubicBezTo>
                    <a:pt x="188" y="1179"/>
                    <a:pt x="81" y="1125"/>
                    <a:pt x="134" y="1018"/>
                  </a:cubicBezTo>
                  <a:cubicBezTo>
                    <a:pt x="188" y="911"/>
                    <a:pt x="81" y="848"/>
                    <a:pt x="117" y="777"/>
                  </a:cubicBezTo>
                  <a:cubicBezTo>
                    <a:pt x="152" y="715"/>
                    <a:pt x="72" y="688"/>
                    <a:pt x="108" y="608"/>
                  </a:cubicBezTo>
                  <a:cubicBezTo>
                    <a:pt x="143" y="536"/>
                    <a:pt x="54" y="456"/>
                    <a:pt x="90" y="393"/>
                  </a:cubicBezTo>
                  <a:cubicBezTo>
                    <a:pt x="125" y="331"/>
                    <a:pt x="45" y="304"/>
                    <a:pt x="72" y="251"/>
                  </a:cubicBezTo>
                  <a:cubicBezTo>
                    <a:pt x="90" y="206"/>
                    <a:pt x="36" y="179"/>
                    <a:pt x="36" y="117"/>
                  </a:cubicBezTo>
                  <a:cubicBezTo>
                    <a:pt x="45" y="54"/>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181"/>
            <p:cNvSpPr/>
            <p:nvPr/>
          </p:nvSpPr>
          <p:spPr>
            <a:xfrm>
              <a:off x="6389296" y="1882037"/>
              <a:ext cx="12677" cy="111183"/>
            </a:xfrm>
            <a:custGeom>
              <a:rect b="b" l="l" r="r" t="t"/>
              <a:pathLst>
                <a:path extrusionOk="0" h="3061" w="349">
                  <a:moveTo>
                    <a:pt x="348" y="1"/>
                  </a:moveTo>
                  <a:cubicBezTo>
                    <a:pt x="348" y="1"/>
                    <a:pt x="304" y="46"/>
                    <a:pt x="304" y="108"/>
                  </a:cubicBezTo>
                  <a:cubicBezTo>
                    <a:pt x="313" y="170"/>
                    <a:pt x="250" y="197"/>
                    <a:pt x="277" y="251"/>
                  </a:cubicBezTo>
                  <a:cubicBezTo>
                    <a:pt x="304" y="304"/>
                    <a:pt x="223" y="322"/>
                    <a:pt x="259" y="385"/>
                  </a:cubicBezTo>
                  <a:cubicBezTo>
                    <a:pt x="295" y="456"/>
                    <a:pt x="206" y="527"/>
                    <a:pt x="241" y="608"/>
                  </a:cubicBezTo>
                  <a:cubicBezTo>
                    <a:pt x="277" y="679"/>
                    <a:pt x="197" y="715"/>
                    <a:pt x="232" y="777"/>
                  </a:cubicBezTo>
                  <a:cubicBezTo>
                    <a:pt x="268" y="840"/>
                    <a:pt x="161" y="911"/>
                    <a:pt x="215" y="1009"/>
                  </a:cubicBezTo>
                  <a:cubicBezTo>
                    <a:pt x="268" y="1116"/>
                    <a:pt x="161" y="1170"/>
                    <a:pt x="197" y="1241"/>
                  </a:cubicBezTo>
                  <a:cubicBezTo>
                    <a:pt x="232" y="1321"/>
                    <a:pt x="99" y="1402"/>
                    <a:pt x="161" y="1491"/>
                  </a:cubicBezTo>
                  <a:cubicBezTo>
                    <a:pt x="215" y="1571"/>
                    <a:pt x="107" y="1642"/>
                    <a:pt x="143" y="1705"/>
                  </a:cubicBezTo>
                  <a:cubicBezTo>
                    <a:pt x="179" y="1776"/>
                    <a:pt x="81" y="1865"/>
                    <a:pt x="134" y="1937"/>
                  </a:cubicBezTo>
                  <a:cubicBezTo>
                    <a:pt x="188" y="2008"/>
                    <a:pt x="63" y="2088"/>
                    <a:pt x="107" y="2187"/>
                  </a:cubicBezTo>
                  <a:cubicBezTo>
                    <a:pt x="143" y="2285"/>
                    <a:pt x="45" y="2392"/>
                    <a:pt x="99" y="2472"/>
                  </a:cubicBezTo>
                  <a:cubicBezTo>
                    <a:pt x="143" y="2561"/>
                    <a:pt x="27" y="2579"/>
                    <a:pt x="81" y="2677"/>
                  </a:cubicBezTo>
                  <a:cubicBezTo>
                    <a:pt x="134" y="2766"/>
                    <a:pt x="0" y="2891"/>
                    <a:pt x="0" y="3061"/>
                  </a:cubicBezTo>
                  <a:lnTo>
                    <a:pt x="348" y="3061"/>
                  </a:lnTo>
                  <a:lnTo>
                    <a:pt x="3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181"/>
            <p:cNvSpPr/>
            <p:nvPr/>
          </p:nvSpPr>
          <p:spPr>
            <a:xfrm>
              <a:off x="6401936" y="1882037"/>
              <a:ext cx="12677" cy="111183"/>
            </a:xfrm>
            <a:custGeom>
              <a:rect b="b" l="l" r="r" t="t"/>
              <a:pathLst>
                <a:path extrusionOk="0" h="3061" w="349">
                  <a:moveTo>
                    <a:pt x="0" y="1"/>
                  </a:moveTo>
                  <a:lnTo>
                    <a:pt x="0" y="3061"/>
                  </a:lnTo>
                  <a:lnTo>
                    <a:pt x="348" y="3061"/>
                  </a:lnTo>
                  <a:cubicBezTo>
                    <a:pt x="348" y="2891"/>
                    <a:pt x="206" y="2766"/>
                    <a:pt x="259" y="2677"/>
                  </a:cubicBezTo>
                  <a:cubicBezTo>
                    <a:pt x="313" y="2579"/>
                    <a:pt x="197" y="2561"/>
                    <a:pt x="250" y="2472"/>
                  </a:cubicBezTo>
                  <a:cubicBezTo>
                    <a:pt x="295" y="2392"/>
                    <a:pt x="197" y="2285"/>
                    <a:pt x="241" y="2187"/>
                  </a:cubicBezTo>
                  <a:cubicBezTo>
                    <a:pt x="277" y="2088"/>
                    <a:pt x="152" y="2008"/>
                    <a:pt x="206" y="1937"/>
                  </a:cubicBezTo>
                  <a:cubicBezTo>
                    <a:pt x="259" y="1865"/>
                    <a:pt x="161" y="1776"/>
                    <a:pt x="197" y="1705"/>
                  </a:cubicBezTo>
                  <a:cubicBezTo>
                    <a:pt x="232" y="1642"/>
                    <a:pt x="125" y="1571"/>
                    <a:pt x="188" y="1491"/>
                  </a:cubicBezTo>
                  <a:cubicBezTo>
                    <a:pt x="241" y="1402"/>
                    <a:pt x="116" y="1321"/>
                    <a:pt x="152" y="1241"/>
                  </a:cubicBezTo>
                  <a:cubicBezTo>
                    <a:pt x="179" y="1170"/>
                    <a:pt x="81" y="1116"/>
                    <a:pt x="134" y="1009"/>
                  </a:cubicBezTo>
                  <a:cubicBezTo>
                    <a:pt x="188" y="911"/>
                    <a:pt x="81" y="840"/>
                    <a:pt x="107" y="777"/>
                  </a:cubicBezTo>
                  <a:cubicBezTo>
                    <a:pt x="143" y="715"/>
                    <a:pt x="72" y="679"/>
                    <a:pt x="107" y="608"/>
                  </a:cubicBezTo>
                  <a:cubicBezTo>
                    <a:pt x="134" y="527"/>
                    <a:pt x="45" y="456"/>
                    <a:pt x="81" y="385"/>
                  </a:cubicBezTo>
                  <a:cubicBezTo>
                    <a:pt x="125" y="322"/>
                    <a:pt x="45" y="304"/>
                    <a:pt x="63" y="251"/>
                  </a:cubicBezTo>
                  <a:cubicBezTo>
                    <a:pt x="90" y="197"/>
                    <a:pt x="27" y="170"/>
                    <a:pt x="36" y="108"/>
                  </a:cubicBezTo>
                  <a:cubicBezTo>
                    <a:pt x="45" y="46"/>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181"/>
            <p:cNvSpPr/>
            <p:nvPr/>
          </p:nvSpPr>
          <p:spPr>
            <a:xfrm>
              <a:off x="6528951" y="1902450"/>
              <a:ext cx="12677" cy="111510"/>
            </a:xfrm>
            <a:custGeom>
              <a:rect b="b" l="l" r="r" t="t"/>
              <a:pathLst>
                <a:path extrusionOk="0" h="3070" w="349">
                  <a:moveTo>
                    <a:pt x="348" y="1"/>
                  </a:moveTo>
                  <a:cubicBezTo>
                    <a:pt x="348" y="1"/>
                    <a:pt x="304" y="46"/>
                    <a:pt x="313" y="117"/>
                  </a:cubicBezTo>
                  <a:cubicBezTo>
                    <a:pt x="322" y="179"/>
                    <a:pt x="259" y="206"/>
                    <a:pt x="286" y="251"/>
                  </a:cubicBezTo>
                  <a:cubicBezTo>
                    <a:pt x="304" y="304"/>
                    <a:pt x="223" y="322"/>
                    <a:pt x="259" y="393"/>
                  </a:cubicBezTo>
                  <a:cubicBezTo>
                    <a:pt x="304" y="456"/>
                    <a:pt x="214" y="536"/>
                    <a:pt x="241" y="608"/>
                  </a:cubicBezTo>
                  <a:cubicBezTo>
                    <a:pt x="277" y="688"/>
                    <a:pt x="206" y="715"/>
                    <a:pt x="232" y="777"/>
                  </a:cubicBezTo>
                  <a:cubicBezTo>
                    <a:pt x="268" y="840"/>
                    <a:pt x="161" y="911"/>
                    <a:pt x="214" y="1018"/>
                  </a:cubicBezTo>
                  <a:cubicBezTo>
                    <a:pt x="268" y="1125"/>
                    <a:pt x="170" y="1179"/>
                    <a:pt x="197" y="1250"/>
                  </a:cubicBezTo>
                  <a:cubicBezTo>
                    <a:pt x="232" y="1321"/>
                    <a:pt x="107" y="1410"/>
                    <a:pt x="161" y="1491"/>
                  </a:cubicBezTo>
                  <a:cubicBezTo>
                    <a:pt x="214" y="1580"/>
                    <a:pt x="116" y="1651"/>
                    <a:pt x="152" y="1714"/>
                  </a:cubicBezTo>
                  <a:cubicBezTo>
                    <a:pt x="188" y="1776"/>
                    <a:pt x="90" y="1865"/>
                    <a:pt x="143" y="1937"/>
                  </a:cubicBezTo>
                  <a:cubicBezTo>
                    <a:pt x="197" y="2008"/>
                    <a:pt x="72" y="2088"/>
                    <a:pt x="107" y="2187"/>
                  </a:cubicBezTo>
                  <a:cubicBezTo>
                    <a:pt x="152" y="2285"/>
                    <a:pt x="54" y="2392"/>
                    <a:pt x="99" y="2481"/>
                  </a:cubicBezTo>
                  <a:cubicBezTo>
                    <a:pt x="152" y="2561"/>
                    <a:pt x="27" y="2588"/>
                    <a:pt x="90" y="2677"/>
                  </a:cubicBezTo>
                  <a:cubicBezTo>
                    <a:pt x="143" y="2775"/>
                    <a:pt x="0" y="2891"/>
                    <a:pt x="0" y="3070"/>
                  </a:cubicBezTo>
                  <a:lnTo>
                    <a:pt x="348" y="3070"/>
                  </a:lnTo>
                  <a:lnTo>
                    <a:pt x="3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181"/>
            <p:cNvSpPr/>
            <p:nvPr/>
          </p:nvSpPr>
          <p:spPr>
            <a:xfrm>
              <a:off x="6541591" y="1902450"/>
              <a:ext cx="12677" cy="111510"/>
            </a:xfrm>
            <a:custGeom>
              <a:rect b="b" l="l" r="r" t="t"/>
              <a:pathLst>
                <a:path extrusionOk="0" h="3070" w="349">
                  <a:moveTo>
                    <a:pt x="0" y="1"/>
                  </a:moveTo>
                  <a:lnTo>
                    <a:pt x="0" y="3070"/>
                  </a:lnTo>
                  <a:lnTo>
                    <a:pt x="348" y="3070"/>
                  </a:lnTo>
                  <a:cubicBezTo>
                    <a:pt x="348" y="2891"/>
                    <a:pt x="214" y="2775"/>
                    <a:pt x="268" y="2677"/>
                  </a:cubicBezTo>
                  <a:cubicBezTo>
                    <a:pt x="321" y="2588"/>
                    <a:pt x="197" y="2561"/>
                    <a:pt x="250" y="2481"/>
                  </a:cubicBezTo>
                  <a:cubicBezTo>
                    <a:pt x="304" y="2392"/>
                    <a:pt x="197" y="2285"/>
                    <a:pt x="241" y="2187"/>
                  </a:cubicBezTo>
                  <a:cubicBezTo>
                    <a:pt x="286" y="2088"/>
                    <a:pt x="161" y="2008"/>
                    <a:pt x="214" y="1937"/>
                  </a:cubicBezTo>
                  <a:cubicBezTo>
                    <a:pt x="268" y="1865"/>
                    <a:pt x="170" y="1776"/>
                    <a:pt x="205" y="1714"/>
                  </a:cubicBezTo>
                  <a:cubicBezTo>
                    <a:pt x="241" y="1651"/>
                    <a:pt x="134" y="1580"/>
                    <a:pt x="188" y="1491"/>
                  </a:cubicBezTo>
                  <a:cubicBezTo>
                    <a:pt x="241" y="1410"/>
                    <a:pt x="116" y="1321"/>
                    <a:pt x="152" y="1250"/>
                  </a:cubicBezTo>
                  <a:cubicBezTo>
                    <a:pt x="188" y="1179"/>
                    <a:pt x="81" y="1125"/>
                    <a:pt x="134" y="1018"/>
                  </a:cubicBezTo>
                  <a:cubicBezTo>
                    <a:pt x="188" y="911"/>
                    <a:pt x="81" y="840"/>
                    <a:pt x="116" y="777"/>
                  </a:cubicBezTo>
                  <a:cubicBezTo>
                    <a:pt x="152" y="715"/>
                    <a:pt x="72" y="688"/>
                    <a:pt x="107" y="608"/>
                  </a:cubicBezTo>
                  <a:cubicBezTo>
                    <a:pt x="143" y="536"/>
                    <a:pt x="54" y="456"/>
                    <a:pt x="90" y="393"/>
                  </a:cubicBezTo>
                  <a:cubicBezTo>
                    <a:pt x="125" y="322"/>
                    <a:pt x="45" y="304"/>
                    <a:pt x="72" y="251"/>
                  </a:cubicBezTo>
                  <a:cubicBezTo>
                    <a:pt x="98" y="206"/>
                    <a:pt x="36" y="179"/>
                    <a:pt x="45" y="117"/>
                  </a:cubicBezTo>
                  <a:cubicBezTo>
                    <a:pt x="45" y="46"/>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181"/>
            <p:cNvSpPr/>
            <p:nvPr/>
          </p:nvSpPr>
          <p:spPr>
            <a:xfrm>
              <a:off x="6244119" y="1770930"/>
              <a:ext cx="634191" cy="385636"/>
            </a:xfrm>
            <a:custGeom>
              <a:rect b="b" l="l" r="r" t="t"/>
              <a:pathLst>
                <a:path extrusionOk="0" h="10617" w="17460">
                  <a:moveTo>
                    <a:pt x="17459" y="0"/>
                  </a:moveTo>
                  <a:lnTo>
                    <a:pt x="16094" y="1472"/>
                  </a:lnTo>
                  <a:lnTo>
                    <a:pt x="15711" y="2953"/>
                  </a:lnTo>
                  <a:lnTo>
                    <a:pt x="14266" y="3774"/>
                  </a:lnTo>
                  <a:lnTo>
                    <a:pt x="13855" y="4478"/>
                  </a:lnTo>
                  <a:lnTo>
                    <a:pt x="13052" y="4719"/>
                  </a:lnTo>
                  <a:lnTo>
                    <a:pt x="12687" y="5995"/>
                  </a:lnTo>
                  <a:lnTo>
                    <a:pt x="11304" y="6164"/>
                  </a:lnTo>
                  <a:lnTo>
                    <a:pt x="10519" y="5692"/>
                  </a:lnTo>
                  <a:lnTo>
                    <a:pt x="10153" y="4951"/>
                  </a:lnTo>
                  <a:lnTo>
                    <a:pt x="8806" y="5112"/>
                  </a:lnTo>
                  <a:lnTo>
                    <a:pt x="8253" y="5879"/>
                  </a:lnTo>
                  <a:lnTo>
                    <a:pt x="7370" y="5897"/>
                  </a:lnTo>
                  <a:lnTo>
                    <a:pt x="6130" y="4701"/>
                  </a:lnTo>
                  <a:lnTo>
                    <a:pt x="5059" y="4496"/>
                  </a:lnTo>
                  <a:lnTo>
                    <a:pt x="4363" y="4889"/>
                  </a:lnTo>
                  <a:lnTo>
                    <a:pt x="3596" y="3836"/>
                  </a:lnTo>
                  <a:lnTo>
                    <a:pt x="2748" y="3444"/>
                  </a:lnTo>
                  <a:lnTo>
                    <a:pt x="1749" y="5308"/>
                  </a:lnTo>
                  <a:lnTo>
                    <a:pt x="938" y="6075"/>
                  </a:lnTo>
                  <a:lnTo>
                    <a:pt x="777" y="7271"/>
                  </a:lnTo>
                  <a:lnTo>
                    <a:pt x="1" y="7868"/>
                  </a:lnTo>
                  <a:lnTo>
                    <a:pt x="1" y="8975"/>
                  </a:lnTo>
                  <a:lnTo>
                    <a:pt x="938" y="8983"/>
                  </a:lnTo>
                  <a:lnTo>
                    <a:pt x="2053" y="9091"/>
                  </a:lnTo>
                  <a:lnTo>
                    <a:pt x="2918" y="8859"/>
                  </a:lnTo>
                  <a:lnTo>
                    <a:pt x="5220" y="8859"/>
                  </a:lnTo>
                  <a:lnTo>
                    <a:pt x="5844" y="9091"/>
                  </a:lnTo>
                  <a:lnTo>
                    <a:pt x="7343" y="8903"/>
                  </a:lnTo>
                  <a:lnTo>
                    <a:pt x="8190" y="9091"/>
                  </a:lnTo>
                  <a:lnTo>
                    <a:pt x="7655" y="9813"/>
                  </a:lnTo>
                  <a:lnTo>
                    <a:pt x="9073" y="9974"/>
                  </a:lnTo>
                  <a:lnTo>
                    <a:pt x="10867" y="9626"/>
                  </a:lnTo>
                  <a:lnTo>
                    <a:pt x="11901" y="9626"/>
                  </a:lnTo>
                  <a:lnTo>
                    <a:pt x="12865" y="9974"/>
                  </a:lnTo>
                  <a:lnTo>
                    <a:pt x="14970" y="9974"/>
                  </a:lnTo>
                  <a:lnTo>
                    <a:pt x="15693" y="10616"/>
                  </a:lnTo>
                  <a:lnTo>
                    <a:pt x="17459" y="10616"/>
                  </a:lnTo>
                  <a:lnTo>
                    <a:pt x="1745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181"/>
            <p:cNvSpPr/>
            <p:nvPr/>
          </p:nvSpPr>
          <p:spPr>
            <a:xfrm>
              <a:off x="6704892" y="1770930"/>
              <a:ext cx="173404" cy="243034"/>
            </a:xfrm>
            <a:custGeom>
              <a:rect b="b" l="l" r="r" t="t"/>
              <a:pathLst>
                <a:path extrusionOk="0" h="6691" w="4774">
                  <a:moveTo>
                    <a:pt x="4773" y="0"/>
                  </a:moveTo>
                  <a:lnTo>
                    <a:pt x="3408" y="1472"/>
                  </a:lnTo>
                  <a:lnTo>
                    <a:pt x="3025" y="2953"/>
                  </a:lnTo>
                  <a:lnTo>
                    <a:pt x="1588" y="3774"/>
                  </a:lnTo>
                  <a:lnTo>
                    <a:pt x="1169" y="4478"/>
                  </a:lnTo>
                  <a:lnTo>
                    <a:pt x="366" y="4719"/>
                  </a:lnTo>
                  <a:lnTo>
                    <a:pt x="1" y="5995"/>
                  </a:lnTo>
                  <a:lnTo>
                    <a:pt x="1722" y="6691"/>
                  </a:lnTo>
                  <a:lnTo>
                    <a:pt x="580" y="5727"/>
                  </a:lnTo>
                  <a:lnTo>
                    <a:pt x="759" y="5255"/>
                  </a:lnTo>
                  <a:lnTo>
                    <a:pt x="1321" y="4844"/>
                  </a:lnTo>
                  <a:lnTo>
                    <a:pt x="1901" y="4692"/>
                  </a:lnTo>
                  <a:lnTo>
                    <a:pt x="2097" y="3916"/>
                  </a:lnTo>
                  <a:lnTo>
                    <a:pt x="3212" y="3765"/>
                  </a:lnTo>
                  <a:lnTo>
                    <a:pt x="3310" y="3015"/>
                  </a:lnTo>
                  <a:lnTo>
                    <a:pt x="3614" y="2373"/>
                  </a:lnTo>
                  <a:lnTo>
                    <a:pt x="4015" y="3916"/>
                  </a:lnTo>
                  <a:lnTo>
                    <a:pt x="3890" y="1490"/>
                  </a:lnTo>
                  <a:lnTo>
                    <a:pt x="4773"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181"/>
            <p:cNvSpPr/>
            <p:nvPr/>
          </p:nvSpPr>
          <p:spPr>
            <a:xfrm>
              <a:off x="6612854" y="1950757"/>
              <a:ext cx="92078" cy="79728"/>
            </a:xfrm>
            <a:custGeom>
              <a:rect b="b" l="l" r="r" t="t"/>
              <a:pathLst>
                <a:path extrusionOk="0" h="2195" w="2535">
                  <a:moveTo>
                    <a:pt x="1" y="0"/>
                  </a:moveTo>
                  <a:lnTo>
                    <a:pt x="170" y="1178"/>
                  </a:lnTo>
                  <a:lnTo>
                    <a:pt x="724" y="1454"/>
                  </a:lnTo>
                  <a:lnTo>
                    <a:pt x="724" y="2195"/>
                  </a:lnTo>
                  <a:lnTo>
                    <a:pt x="1089" y="1820"/>
                  </a:lnTo>
                  <a:lnTo>
                    <a:pt x="2535" y="1044"/>
                  </a:lnTo>
                  <a:lnTo>
                    <a:pt x="2535" y="1044"/>
                  </a:lnTo>
                  <a:lnTo>
                    <a:pt x="1152" y="1213"/>
                  </a:lnTo>
                  <a:lnTo>
                    <a:pt x="367" y="741"/>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181"/>
            <p:cNvSpPr/>
            <p:nvPr/>
          </p:nvSpPr>
          <p:spPr>
            <a:xfrm>
              <a:off x="6676380" y="2039200"/>
              <a:ext cx="64182" cy="94003"/>
            </a:xfrm>
            <a:custGeom>
              <a:rect b="b" l="l" r="r" t="t"/>
              <a:pathLst>
                <a:path extrusionOk="0" h="2588" w="1767">
                  <a:moveTo>
                    <a:pt x="1767" y="1"/>
                  </a:moveTo>
                  <a:lnTo>
                    <a:pt x="1276" y="652"/>
                  </a:lnTo>
                  <a:lnTo>
                    <a:pt x="786" y="1794"/>
                  </a:lnTo>
                  <a:lnTo>
                    <a:pt x="0" y="2240"/>
                  </a:lnTo>
                  <a:lnTo>
                    <a:pt x="964" y="2588"/>
                  </a:lnTo>
                  <a:lnTo>
                    <a:pt x="1410" y="1758"/>
                  </a:lnTo>
                  <a:lnTo>
                    <a:pt x="1410" y="1027"/>
                  </a:lnTo>
                  <a:lnTo>
                    <a:pt x="176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181"/>
            <p:cNvSpPr/>
            <p:nvPr/>
          </p:nvSpPr>
          <p:spPr>
            <a:xfrm>
              <a:off x="6778443" y="1943311"/>
              <a:ext cx="99851" cy="213249"/>
            </a:xfrm>
            <a:custGeom>
              <a:rect b="b" l="l" r="r" t="t"/>
              <a:pathLst>
                <a:path extrusionOk="0" h="5871" w="2749">
                  <a:moveTo>
                    <a:pt x="1089" y="0"/>
                  </a:moveTo>
                  <a:lnTo>
                    <a:pt x="661" y="1115"/>
                  </a:lnTo>
                  <a:lnTo>
                    <a:pt x="482" y="3212"/>
                  </a:lnTo>
                  <a:lnTo>
                    <a:pt x="1" y="4514"/>
                  </a:lnTo>
                  <a:lnTo>
                    <a:pt x="259" y="5228"/>
                  </a:lnTo>
                  <a:lnTo>
                    <a:pt x="982" y="5870"/>
                  </a:lnTo>
                  <a:lnTo>
                    <a:pt x="2748" y="5870"/>
                  </a:lnTo>
                  <a:lnTo>
                    <a:pt x="2748" y="3105"/>
                  </a:lnTo>
                  <a:lnTo>
                    <a:pt x="2133" y="4737"/>
                  </a:lnTo>
                  <a:lnTo>
                    <a:pt x="1678" y="4086"/>
                  </a:lnTo>
                  <a:lnTo>
                    <a:pt x="1544" y="2480"/>
                  </a:lnTo>
                  <a:lnTo>
                    <a:pt x="1071" y="1302"/>
                  </a:lnTo>
                  <a:lnTo>
                    <a:pt x="108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181"/>
            <p:cNvSpPr/>
            <p:nvPr/>
          </p:nvSpPr>
          <p:spPr>
            <a:xfrm>
              <a:off x="6787850" y="2079044"/>
              <a:ext cx="26261" cy="77512"/>
            </a:xfrm>
            <a:custGeom>
              <a:rect b="b" l="l" r="r" t="t"/>
              <a:pathLst>
                <a:path extrusionOk="0" h="2134" w="723">
                  <a:moveTo>
                    <a:pt x="607" y="1"/>
                  </a:moveTo>
                  <a:lnTo>
                    <a:pt x="437" y="1455"/>
                  </a:lnTo>
                  <a:lnTo>
                    <a:pt x="205" y="875"/>
                  </a:lnTo>
                  <a:lnTo>
                    <a:pt x="0" y="1491"/>
                  </a:lnTo>
                  <a:lnTo>
                    <a:pt x="723" y="2133"/>
                  </a:lnTo>
                  <a:lnTo>
                    <a:pt x="607"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181"/>
            <p:cNvSpPr/>
            <p:nvPr/>
          </p:nvSpPr>
          <p:spPr>
            <a:xfrm>
              <a:off x="6743139" y="2044067"/>
              <a:ext cx="23355" cy="89135"/>
            </a:xfrm>
            <a:custGeom>
              <a:rect b="b" l="l" r="r" t="t"/>
              <a:pathLst>
                <a:path extrusionOk="0" h="2454" w="643">
                  <a:moveTo>
                    <a:pt x="419" y="0"/>
                  </a:moveTo>
                  <a:lnTo>
                    <a:pt x="98" y="1410"/>
                  </a:lnTo>
                  <a:lnTo>
                    <a:pt x="188" y="1883"/>
                  </a:lnTo>
                  <a:lnTo>
                    <a:pt x="0" y="2454"/>
                  </a:lnTo>
                  <a:lnTo>
                    <a:pt x="643" y="2454"/>
                  </a:lnTo>
                  <a:lnTo>
                    <a:pt x="366" y="1232"/>
                  </a:lnTo>
                  <a:lnTo>
                    <a:pt x="419"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181"/>
            <p:cNvSpPr/>
            <p:nvPr/>
          </p:nvSpPr>
          <p:spPr>
            <a:xfrm>
              <a:off x="6522159" y="2039200"/>
              <a:ext cx="54447" cy="94003"/>
            </a:xfrm>
            <a:custGeom>
              <a:rect b="b" l="l" r="r" t="t"/>
              <a:pathLst>
                <a:path extrusionOk="0" h="2588" w="1499">
                  <a:moveTo>
                    <a:pt x="1187" y="1"/>
                  </a:moveTo>
                  <a:lnTo>
                    <a:pt x="1187" y="1455"/>
                  </a:lnTo>
                  <a:lnTo>
                    <a:pt x="0" y="2427"/>
                  </a:lnTo>
                  <a:lnTo>
                    <a:pt x="1418" y="2588"/>
                  </a:lnTo>
                  <a:lnTo>
                    <a:pt x="1499" y="1151"/>
                  </a:lnTo>
                  <a:lnTo>
                    <a:pt x="118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181"/>
            <p:cNvSpPr/>
            <p:nvPr/>
          </p:nvSpPr>
          <p:spPr>
            <a:xfrm>
              <a:off x="6573663" y="2047299"/>
              <a:ext cx="73262" cy="85903"/>
            </a:xfrm>
            <a:custGeom>
              <a:rect b="b" l="l" r="r" t="t"/>
              <a:pathLst>
                <a:path extrusionOk="0" h="2365" w="2017">
                  <a:moveTo>
                    <a:pt x="2017" y="1"/>
                  </a:moveTo>
                  <a:lnTo>
                    <a:pt x="1321" y="1214"/>
                  </a:lnTo>
                  <a:lnTo>
                    <a:pt x="1160" y="1785"/>
                  </a:lnTo>
                  <a:lnTo>
                    <a:pt x="0" y="2365"/>
                  </a:lnTo>
                  <a:lnTo>
                    <a:pt x="1794" y="2017"/>
                  </a:lnTo>
                  <a:lnTo>
                    <a:pt x="1695" y="1259"/>
                  </a:lnTo>
                  <a:lnTo>
                    <a:pt x="2017"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181"/>
            <p:cNvSpPr/>
            <p:nvPr/>
          </p:nvSpPr>
          <p:spPr>
            <a:xfrm>
              <a:off x="6510791" y="2044067"/>
              <a:ext cx="30838" cy="57063"/>
            </a:xfrm>
            <a:custGeom>
              <a:rect b="b" l="l" r="r" t="t"/>
              <a:pathLst>
                <a:path extrusionOk="0" h="1571" w="849">
                  <a:moveTo>
                    <a:pt x="545" y="0"/>
                  </a:moveTo>
                  <a:lnTo>
                    <a:pt x="393" y="848"/>
                  </a:lnTo>
                  <a:lnTo>
                    <a:pt x="1" y="1383"/>
                  </a:lnTo>
                  <a:lnTo>
                    <a:pt x="848" y="1571"/>
                  </a:lnTo>
                  <a:lnTo>
                    <a:pt x="54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181"/>
            <p:cNvSpPr/>
            <p:nvPr/>
          </p:nvSpPr>
          <p:spPr>
            <a:xfrm>
              <a:off x="6410362" y="1934231"/>
              <a:ext cx="133522" cy="94656"/>
            </a:xfrm>
            <a:custGeom>
              <a:rect b="b" l="l" r="r" t="t"/>
              <a:pathLst>
                <a:path extrusionOk="0" h="2606" w="3676">
                  <a:moveTo>
                    <a:pt x="482" y="0"/>
                  </a:moveTo>
                  <a:lnTo>
                    <a:pt x="901" y="375"/>
                  </a:lnTo>
                  <a:lnTo>
                    <a:pt x="955" y="812"/>
                  </a:lnTo>
                  <a:lnTo>
                    <a:pt x="1321" y="518"/>
                  </a:lnTo>
                  <a:lnTo>
                    <a:pt x="2061" y="1142"/>
                  </a:lnTo>
                  <a:lnTo>
                    <a:pt x="1267" y="1401"/>
                  </a:lnTo>
                  <a:lnTo>
                    <a:pt x="0" y="2605"/>
                  </a:lnTo>
                  <a:lnTo>
                    <a:pt x="1642" y="1677"/>
                  </a:lnTo>
                  <a:lnTo>
                    <a:pt x="2462" y="1481"/>
                  </a:lnTo>
                  <a:lnTo>
                    <a:pt x="2766" y="1909"/>
                  </a:lnTo>
                  <a:lnTo>
                    <a:pt x="2578" y="2605"/>
                  </a:lnTo>
                  <a:lnTo>
                    <a:pt x="3676" y="1383"/>
                  </a:lnTo>
                  <a:lnTo>
                    <a:pt x="2793" y="1401"/>
                  </a:lnTo>
                  <a:lnTo>
                    <a:pt x="1553" y="205"/>
                  </a:lnTo>
                  <a:lnTo>
                    <a:pt x="482"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181"/>
            <p:cNvSpPr/>
            <p:nvPr/>
          </p:nvSpPr>
          <p:spPr>
            <a:xfrm>
              <a:off x="6343930" y="1895985"/>
              <a:ext cx="58697" cy="52522"/>
            </a:xfrm>
            <a:custGeom>
              <a:rect b="b" l="l" r="r" t="t"/>
              <a:pathLst>
                <a:path extrusionOk="0" h="1446" w="1616">
                  <a:moveTo>
                    <a:pt x="0" y="1"/>
                  </a:moveTo>
                  <a:lnTo>
                    <a:pt x="1615" y="1446"/>
                  </a:lnTo>
                  <a:lnTo>
                    <a:pt x="848" y="393"/>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181"/>
            <p:cNvSpPr/>
            <p:nvPr/>
          </p:nvSpPr>
          <p:spPr>
            <a:xfrm>
              <a:off x="6244119" y="1963724"/>
              <a:ext cx="116704" cy="137408"/>
            </a:xfrm>
            <a:custGeom>
              <a:rect b="b" l="l" r="r" t="t"/>
              <a:pathLst>
                <a:path extrusionOk="0" h="3783" w="3213">
                  <a:moveTo>
                    <a:pt x="1749" y="0"/>
                  </a:moveTo>
                  <a:lnTo>
                    <a:pt x="938" y="767"/>
                  </a:lnTo>
                  <a:lnTo>
                    <a:pt x="777" y="1963"/>
                  </a:lnTo>
                  <a:lnTo>
                    <a:pt x="1" y="2560"/>
                  </a:lnTo>
                  <a:lnTo>
                    <a:pt x="1" y="3667"/>
                  </a:lnTo>
                  <a:lnTo>
                    <a:pt x="938" y="3675"/>
                  </a:lnTo>
                  <a:lnTo>
                    <a:pt x="2053" y="3783"/>
                  </a:lnTo>
                  <a:lnTo>
                    <a:pt x="2186" y="2212"/>
                  </a:lnTo>
                  <a:lnTo>
                    <a:pt x="1687" y="3426"/>
                  </a:lnTo>
                  <a:lnTo>
                    <a:pt x="688" y="3488"/>
                  </a:lnTo>
                  <a:lnTo>
                    <a:pt x="304" y="2917"/>
                  </a:lnTo>
                  <a:lnTo>
                    <a:pt x="1223" y="1963"/>
                  </a:lnTo>
                  <a:lnTo>
                    <a:pt x="1419" y="1258"/>
                  </a:lnTo>
                  <a:lnTo>
                    <a:pt x="2427" y="740"/>
                  </a:lnTo>
                  <a:lnTo>
                    <a:pt x="3212" y="54"/>
                  </a:lnTo>
                  <a:lnTo>
                    <a:pt x="2133" y="544"/>
                  </a:lnTo>
                  <a:lnTo>
                    <a:pt x="1348" y="669"/>
                  </a:lnTo>
                  <a:lnTo>
                    <a:pt x="174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181"/>
            <p:cNvSpPr/>
            <p:nvPr/>
          </p:nvSpPr>
          <p:spPr>
            <a:xfrm>
              <a:off x="6343930" y="2023654"/>
              <a:ext cx="31128" cy="69049"/>
            </a:xfrm>
            <a:custGeom>
              <a:rect b="b" l="l" r="r" t="t"/>
              <a:pathLst>
                <a:path extrusionOk="0" h="1901" w="857">
                  <a:moveTo>
                    <a:pt x="0" y="0"/>
                  </a:moveTo>
                  <a:lnTo>
                    <a:pt x="170" y="1901"/>
                  </a:lnTo>
                  <a:lnTo>
                    <a:pt x="857" y="190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181"/>
            <p:cNvSpPr/>
            <p:nvPr/>
          </p:nvSpPr>
          <p:spPr>
            <a:xfrm>
              <a:off x="6433681" y="2028848"/>
              <a:ext cx="26624" cy="72282"/>
            </a:xfrm>
            <a:custGeom>
              <a:rect b="b" l="l" r="r" t="t"/>
              <a:pathLst>
                <a:path extrusionOk="0" h="1990" w="733">
                  <a:moveTo>
                    <a:pt x="465" y="0"/>
                  </a:moveTo>
                  <a:lnTo>
                    <a:pt x="268" y="901"/>
                  </a:lnTo>
                  <a:lnTo>
                    <a:pt x="331" y="1303"/>
                  </a:lnTo>
                  <a:lnTo>
                    <a:pt x="1" y="1758"/>
                  </a:lnTo>
                  <a:lnTo>
                    <a:pt x="625" y="1990"/>
                  </a:lnTo>
                  <a:lnTo>
                    <a:pt x="732" y="1472"/>
                  </a:lnTo>
                  <a:lnTo>
                    <a:pt x="500" y="839"/>
                  </a:lnTo>
                  <a:lnTo>
                    <a:pt x="46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2" name="Google Shape;11942;p181"/>
          <p:cNvGrpSpPr/>
          <p:nvPr/>
        </p:nvGrpSpPr>
        <p:grpSpPr>
          <a:xfrm>
            <a:off x="1694749" y="-132157"/>
            <a:ext cx="1151601" cy="1147072"/>
            <a:chOff x="6089572" y="1894059"/>
            <a:chExt cx="91097" cy="90734"/>
          </a:xfrm>
        </p:grpSpPr>
        <p:sp>
          <p:nvSpPr>
            <p:cNvPr id="11943" name="Google Shape;11943;p181"/>
            <p:cNvSpPr/>
            <p:nvPr/>
          </p:nvSpPr>
          <p:spPr>
            <a:xfrm>
              <a:off x="6089572" y="1894059"/>
              <a:ext cx="91097" cy="90734"/>
            </a:xfrm>
            <a:custGeom>
              <a:rect b="b" l="l" r="r" t="t"/>
              <a:pathLst>
                <a:path extrusionOk="0" h="2498" w="2508">
                  <a:moveTo>
                    <a:pt x="1258" y="0"/>
                  </a:moveTo>
                  <a:cubicBezTo>
                    <a:pt x="562" y="0"/>
                    <a:pt x="0" y="553"/>
                    <a:pt x="0" y="1249"/>
                  </a:cubicBezTo>
                  <a:cubicBezTo>
                    <a:pt x="0" y="1936"/>
                    <a:pt x="562" y="2498"/>
                    <a:pt x="1258" y="2498"/>
                  </a:cubicBezTo>
                  <a:cubicBezTo>
                    <a:pt x="1945" y="2498"/>
                    <a:pt x="2507" y="1936"/>
                    <a:pt x="2507" y="1249"/>
                  </a:cubicBezTo>
                  <a:cubicBezTo>
                    <a:pt x="2507" y="553"/>
                    <a:pt x="1945" y="0"/>
                    <a:pt x="12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181"/>
            <p:cNvSpPr/>
            <p:nvPr/>
          </p:nvSpPr>
          <p:spPr>
            <a:xfrm>
              <a:off x="6096037" y="1900525"/>
              <a:ext cx="78130" cy="77803"/>
            </a:xfrm>
            <a:custGeom>
              <a:rect b="b" l="l" r="r" t="t"/>
              <a:pathLst>
                <a:path extrusionOk="0" h="2142" w="2151">
                  <a:moveTo>
                    <a:pt x="1080" y="0"/>
                  </a:moveTo>
                  <a:cubicBezTo>
                    <a:pt x="483" y="0"/>
                    <a:pt x="1" y="482"/>
                    <a:pt x="1" y="1071"/>
                  </a:cubicBezTo>
                  <a:cubicBezTo>
                    <a:pt x="1" y="1660"/>
                    <a:pt x="483" y="2141"/>
                    <a:pt x="1080" y="2141"/>
                  </a:cubicBezTo>
                  <a:cubicBezTo>
                    <a:pt x="1669" y="2141"/>
                    <a:pt x="2151" y="1660"/>
                    <a:pt x="2151" y="1071"/>
                  </a:cubicBezTo>
                  <a:cubicBezTo>
                    <a:pt x="2151" y="482"/>
                    <a:pt x="1669" y="0"/>
                    <a:pt x="1080" y="0"/>
                  </a:cubicBezTo>
                  <a:close/>
                </a:path>
              </a:pathLst>
            </a:custGeom>
            <a:solidFill>
              <a:srgbClr val="EA9B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
  <p:cSld name="CUSTOM">
    <p:spTree>
      <p:nvGrpSpPr>
        <p:cNvPr id="11945" name="Shape 11945"/>
        <p:cNvGrpSpPr/>
        <p:nvPr/>
      </p:nvGrpSpPr>
      <p:grpSpPr>
        <a:xfrm>
          <a:off x="0" y="0"/>
          <a:ext cx="0" cy="0"/>
          <a:chOff x="0" y="0"/>
          <a:chExt cx="0" cy="0"/>
        </a:xfrm>
      </p:grpSpPr>
      <p:sp>
        <p:nvSpPr>
          <p:cNvPr id="11946" name="Google Shape;11946;p182"/>
          <p:cNvSpPr/>
          <p:nvPr/>
        </p:nvSpPr>
        <p:spPr>
          <a:xfrm>
            <a:off x="0" y="4457704"/>
            <a:ext cx="9144017" cy="685804"/>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182"/>
          <p:cNvSpPr/>
          <p:nvPr/>
        </p:nvSpPr>
        <p:spPr>
          <a:xfrm flipH="1" rot="-238332">
            <a:off x="6971149" y="3937517"/>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8" name="Google Shape;11948;p182"/>
          <p:cNvGrpSpPr/>
          <p:nvPr/>
        </p:nvGrpSpPr>
        <p:grpSpPr>
          <a:xfrm flipH="1">
            <a:off x="6989366" y="3684202"/>
            <a:ext cx="2154611" cy="785401"/>
            <a:chOff x="3363545" y="1399908"/>
            <a:chExt cx="240164" cy="87537"/>
          </a:xfrm>
        </p:grpSpPr>
        <p:sp>
          <p:nvSpPr>
            <p:cNvPr id="11949" name="Google Shape;11949;p182"/>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182"/>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182"/>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182"/>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182"/>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54" name="Google Shape;11954;p182"/>
          <p:cNvSpPr/>
          <p:nvPr/>
        </p:nvSpPr>
        <p:spPr>
          <a:xfrm rot="27">
            <a:off x="-3372095" y="4126636"/>
            <a:ext cx="5553997" cy="2709902"/>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55" name="Google Shape;11955;p182"/>
          <p:cNvGrpSpPr/>
          <p:nvPr/>
        </p:nvGrpSpPr>
        <p:grpSpPr>
          <a:xfrm>
            <a:off x="-13051" y="3684166"/>
            <a:ext cx="2154611" cy="785401"/>
            <a:chOff x="3363545" y="1399908"/>
            <a:chExt cx="240164" cy="87537"/>
          </a:xfrm>
        </p:grpSpPr>
        <p:sp>
          <p:nvSpPr>
            <p:cNvPr id="11956" name="Google Shape;11956;p182"/>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182"/>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182"/>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182"/>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182"/>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61" name="Google Shape;11961;p182"/>
          <p:cNvSpPr/>
          <p:nvPr/>
        </p:nvSpPr>
        <p:spPr>
          <a:xfrm flipH="1">
            <a:off x="8364279" y="287984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182"/>
          <p:cNvSpPr txBox="1"/>
          <p:nvPr>
            <p:ph type="title"/>
          </p:nvPr>
        </p:nvSpPr>
        <p:spPr>
          <a:xfrm>
            <a:off x="713100" y="1052963"/>
            <a:ext cx="3142800" cy="21111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1963" name="Google Shape;11963;p182"/>
          <p:cNvSpPr txBox="1"/>
          <p:nvPr>
            <p:ph idx="1" type="subTitle"/>
          </p:nvPr>
        </p:nvSpPr>
        <p:spPr>
          <a:xfrm>
            <a:off x="713100" y="3163825"/>
            <a:ext cx="3852000" cy="926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1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11964" name="Shape 11964"/>
        <p:cNvGrpSpPr/>
        <p:nvPr/>
      </p:nvGrpSpPr>
      <p:grpSpPr>
        <a:xfrm>
          <a:off x="0" y="0"/>
          <a:ext cx="0" cy="0"/>
          <a:chOff x="0" y="0"/>
          <a:chExt cx="0" cy="0"/>
        </a:xfrm>
      </p:grpSpPr>
      <p:sp>
        <p:nvSpPr>
          <p:cNvPr id="11965" name="Google Shape;11965;p183"/>
          <p:cNvSpPr/>
          <p:nvPr/>
        </p:nvSpPr>
        <p:spPr>
          <a:xfrm>
            <a:off x="0" y="4321767"/>
            <a:ext cx="9144017" cy="821711"/>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183"/>
          <p:cNvSpPr/>
          <p:nvPr/>
        </p:nvSpPr>
        <p:spPr>
          <a:xfrm>
            <a:off x="-1990651" y="4443935"/>
            <a:ext cx="3909622" cy="1843739"/>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183"/>
          <p:cNvSpPr/>
          <p:nvPr/>
        </p:nvSpPr>
        <p:spPr>
          <a:xfrm flipH="1" rot="-118">
            <a:off x="7102514" y="4317796"/>
            <a:ext cx="2656786" cy="855007"/>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68" name="Google Shape;11968;p183"/>
          <p:cNvGrpSpPr/>
          <p:nvPr/>
        </p:nvGrpSpPr>
        <p:grpSpPr>
          <a:xfrm>
            <a:off x="7290042" y="3940088"/>
            <a:ext cx="1963893" cy="855121"/>
            <a:chOff x="8284835" y="1862888"/>
            <a:chExt cx="427165" cy="213583"/>
          </a:xfrm>
        </p:grpSpPr>
        <p:sp>
          <p:nvSpPr>
            <p:cNvPr id="11969" name="Google Shape;11969;p183"/>
            <p:cNvSpPr/>
            <p:nvPr/>
          </p:nvSpPr>
          <p:spPr>
            <a:xfrm>
              <a:off x="8284835" y="1862888"/>
              <a:ext cx="427165" cy="213583"/>
            </a:xfrm>
            <a:custGeom>
              <a:rect b="b" l="l" r="r" t="t"/>
              <a:pathLst>
                <a:path extrusionOk="0" h="4827" w="9654">
                  <a:moveTo>
                    <a:pt x="9653" y="0"/>
                  </a:moveTo>
                  <a:lnTo>
                    <a:pt x="8948" y="482"/>
                  </a:lnTo>
                  <a:cubicBezTo>
                    <a:pt x="8948" y="482"/>
                    <a:pt x="8774" y="656"/>
                    <a:pt x="8707" y="656"/>
                  </a:cubicBezTo>
                  <a:cubicBezTo>
                    <a:pt x="8688" y="656"/>
                    <a:pt x="8677" y="642"/>
                    <a:pt x="8681" y="607"/>
                  </a:cubicBezTo>
                  <a:cubicBezTo>
                    <a:pt x="8687" y="553"/>
                    <a:pt x="8657" y="536"/>
                    <a:pt x="8615" y="536"/>
                  </a:cubicBezTo>
                  <a:cubicBezTo>
                    <a:pt x="8530" y="536"/>
                    <a:pt x="8395" y="607"/>
                    <a:pt x="8395" y="607"/>
                  </a:cubicBezTo>
                  <a:lnTo>
                    <a:pt x="7780" y="1044"/>
                  </a:lnTo>
                  <a:lnTo>
                    <a:pt x="6941" y="1178"/>
                  </a:lnTo>
                  <a:lnTo>
                    <a:pt x="5505" y="1187"/>
                  </a:lnTo>
                  <a:lnTo>
                    <a:pt x="4863" y="1365"/>
                  </a:lnTo>
                  <a:lnTo>
                    <a:pt x="4318" y="1365"/>
                  </a:lnTo>
                  <a:lnTo>
                    <a:pt x="3712" y="1544"/>
                  </a:lnTo>
                  <a:cubicBezTo>
                    <a:pt x="3712" y="1544"/>
                    <a:pt x="3582" y="1520"/>
                    <a:pt x="3388" y="1520"/>
                  </a:cubicBezTo>
                  <a:cubicBezTo>
                    <a:pt x="3227" y="1520"/>
                    <a:pt x="3022" y="1536"/>
                    <a:pt x="2811" y="1597"/>
                  </a:cubicBezTo>
                  <a:cubicBezTo>
                    <a:pt x="2338" y="1740"/>
                    <a:pt x="1910" y="1776"/>
                    <a:pt x="1910" y="1776"/>
                  </a:cubicBezTo>
                  <a:lnTo>
                    <a:pt x="197" y="2150"/>
                  </a:lnTo>
                  <a:cubicBezTo>
                    <a:pt x="197" y="2150"/>
                    <a:pt x="1" y="2231"/>
                    <a:pt x="1044" y="2587"/>
                  </a:cubicBezTo>
                  <a:cubicBezTo>
                    <a:pt x="2498" y="3096"/>
                    <a:pt x="3587" y="2846"/>
                    <a:pt x="3774" y="3087"/>
                  </a:cubicBezTo>
                  <a:cubicBezTo>
                    <a:pt x="3962" y="3328"/>
                    <a:pt x="3863" y="3167"/>
                    <a:pt x="4113" y="3497"/>
                  </a:cubicBezTo>
                  <a:cubicBezTo>
                    <a:pt x="4363" y="3818"/>
                    <a:pt x="4292" y="3890"/>
                    <a:pt x="4684" y="3917"/>
                  </a:cubicBezTo>
                  <a:cubicBezTo>
                    <a:pt x="4815" y="3926"/>
                    <a:pt x="4929" y="3928"/>
                    <a:pt x="5023" y="3928"/>
                  </a:cubicBezTo>
                  <a:cubicBezTo>
                    <a:pt x="5210" y="3928"/>
                    <a:pt x="5318" y="3917"/>
                    <a:pt x="5318" y="3917"/>
                  </a:cubicBezTo>
                  <a:lnTo>
                    <a:pt x="5790" y="3863"/>
                  </a:lnTo>
                  <a:lnTo>
                    <a:pt x="6040" y="3917"/>
                  </a:lnTo>
                  <a:cubicBezTo>
                    <a:pt x="6040" y="3917"/>
                    <a:pt x="6352" y="4131"/>
                    <a:pt x="6629" y="4175"/>
                  </a:cubicBezTo>
                  <a:cubicBezTo>
                    <a:pt x="6672" y="4184"/>
                    <a:pt x="6701" y="4187"/>
                    <a:pt x="6720" y="4187"/>
                  </a:cubicBezTo>
                  <a:cubicBezTo>
                    <a:pt x="6782" y="4187"/>
                    <a:pt x="6748" y="4155"/>
                    <a:pt x="6759" y="4155"/>
                  </a:cubicBezTo>
                  <a:lnTo>
                    <a:pt x="6759" y="4155"/>
                  </a:lnTo>
                  <a:cubicBezTo>
                    <a:pt x="6767" y="4155"/>
                    <a:pt x="6798" y="4172"/>
                    <a:pt x="6905" y="4229"/>
                  </a:cubicBezTo>
                  <a:cubicBezTo>
                    <a:pt x="7218" y="4380"/>
                    <a:pt x="7405" y="4452"/>
                    <a:pt x="7405" y="4452"/>
                  </a:cubicBezTo>
                  <a:cubicBezTo>
                    <a:pt x="7405" y="4452"/>
                    <a:pt x="7905" y="4505"/>
                    <a:pt x="8154" y="4568"/>
                  </a:cubicBezTo>
                  <a:cubicBezTo>
                    <a:pt x="8413" y="4630"/>
                    <a:pt x="8681" y="4666"/>
                    <a:pt x="8681" y="4666"/>
                  </a:cubicBezTo>
                  <a:lnTo>
                    <a:pt x="9653" y="4827"/>
                  </a:lnTo>
                  <a:lnTo>
                    <a:pt x="965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183"/>
            <p:cNvSpPr/>
            <p:nvPr/>
          </p:nvSpPr>
          <p:spPr>
            <a:xfrm>
              <a:off x="8454567" y="1962751"/>
              <a:ext cx="257432" cy="113716"/>
            </a:xfrm>
            <a:custGeom>
              <a:rect b="b" l="l" r="r" t="t"/>
              <a:pathLst>
                <a:path extrusionOk="0" h="2570" w="5818">
                  <a:moveTo>
                    <a:pt x="5817" y="0"/>
                  </a:moveTo>
                  <a:lnTo>
                    <a:pt x="5202" y="152"/>
                  </a:lnTo>
                  <a:lnTo>
                    <a:pt x="4809" y="411"/>
                  </a:lnTo>
                  <a:lnTo>
                    <a:pt x="4399" y="500"/>
                  </a:lnTo>
                  <a:lnTo>
                    <a:pt x="4006" y="830"/>
                  </a:lnTo>
                  <a:cubicBezTo>
                    <a:pt x="4006" y="830"/>
                    <a:pt x="3911" y="850"/>
                    <a:pt x="3781" y="850"/>
                  </a:cubicBezTo>
                  <a:cubicBezTo>
                    <a:pt x="3717" y="850"/>
                    <a:pt x="3643" y="845"/>
                    <a:pt x="3569" y="830"/>
                  </a:cubicBezTo>
                  <a:cubicBezTo>
                    <a:pt x="3426" y="796"/>
                    <a:pt x="3246" y="780"/>
                    <a:pt x="3042" y="780"/>
                  </a:cubicBezTo>
                  <a:cubicBezTo>
                    <a:pt x="2927" y="780"/>
                    <a:pt x="2805" y="785"/>
                    <a:pt x="2677" y="794"/>
                  </a:cubicBezTo>
                  <a:cubicBezTo>
                    <a:pt x="2363" y="817"/>
                    <a:pt x="2417" y="919"/>
                    <a:pt x="2416" y="919"/>
                  </a:cubicBezTo>
                  <a:cubicBezTo>
                    <a:pt x="2416" y="919"/>
                    <a:pt x="2414" y="917"/>
                    <a:pt x="2409" y="910"/>
                  </a:cubicBezTo>
                  <a:cubicBezTo>
                    <a:pt x="2405" y="906"/>
                    <a:pt x="2401" y="905"/>
                    <a:pt x="2395" y="905"/>
                  </a:cubicBezTo>
                  <a:cubicBezTo>
                    <a:pt x="2338" y="905"/>
                    <a:pt x="2204" y="1098"/>
                    <a:pt x="2204" y="1098"/>
                  </a:cubicBezTo>
                  <a:cubicBezTo>
                    <a:pt x="2204" y="1098"/>
                    <a:pt x="2052" y="1089"/>
                    <a:pt x="1847" y="1053"/>
                  </a:cubicBezTo>
                  <a:cubicBezTo>
                    <a:pt x="1788" y="1046"/>
                    <a:pt x="1746" y="1042"/>
                    <a:pt x="1710" y="1042"/>
                  </a:cubicBezTo>
                  <a:cubicBezTo>
                    <a:pt x="1618" y="1042"/>
                    <a:pt x="1577" y="1065"/>
                    <a:pt x="1428" y="1098"/>
                  </a:cubicBezTo>
                  <a:cubicBezTo>
                    <a:pt x="1223" y="1133"/>
                    <a:pt x="1080" y="1231"/>
                    <a:pt x="1080" y="1231"/>
                  </a:cubicBezTo>
                  <a:lnTo>
                    <a:pt x="946" y="1312"/>
                  </a:lnTo>
                  <a:lnTo>
                    <a:pt x="1" y="910"/>
                  </a:lnTo>
                  <a:lnTo>
                    <a:pt x="1" y="910"/>
                  </a:lnTo>
                  <a:cubicBezTo>
                    <a:pt x="99" y="1035"/>
                    <a:pt x="63" y="955"/>
                    <a:pt x="277" y="1240"/>
                  </a:cubicBezTo>
                  <a:cubicBezTo>
                    <a:pt x="527" y="1561"/>
                    <a:pt x="456" y="1633"/>
                    <a:pt x="848" y="1660"/>
                  </a:cubicBezTo>
                  <a:cubicBezTo>
                    <a:pt x="979" y="1669"/>
                    <a:pt x="1093" y="1671"/>
                    <a:pt x="1187" y="1671"/>
                  </a:cubicBezTo>
                  <a:cubicBezTo>
                    <a:pt x="1374" y="1671"/>
                    <a:pt x="1482" y="1660"/>
                    <a:pt x="1482" y="1660"/>
                  </a:cubicBezTo>
                  <a:lnTo>
                    <a:pt x="1954" y="1606"/>
                  </a:lnTo>
                  <a:lnTo>
                    <a:pt x="2204" y="1660"/>
                  </a:lnTo>
                  <a:cubicBezTo>
                    <a:pt x="2204" y="1660"/>
                    <a:pt x="2516" y="1874"/>
                    <a:pt x="2793" y="1918"/>
                  </a:cubicBezTo>
                  <a:cubicBezTo>
                    <a:pt x="2836" y="1927"/>
                    <a:pt x="2865" y="1930"/>
                    <a:pt x="2884" y="1930"/>
                  </a:cubicBezTo>
                  <a:cubicBezTo>
                    <a:pt x="2946" y="1930"/>
                    <a:pt x="2912" y="1898"/>
                    <a:pt x="2923" y="1898"/>
                  </a:cubicBezTo>
                  <a:lnTo>
                    <a:pt x="2923" y="1898"/>
                  </a:lnTo>
                  <a:cubicBezTo>
                    <a:pt x="2931" y="1898"/>
                    <a:pt x="2962" y="1915"/>
                    <a:pt x="3069" y="1972"/>
                  </a:cubicBezTo>
                  <a:cubicBezTo>
                    <a:pt x="3382" y="2123"/>
                    <a:pt x="3569" y="2195"/>
                    <a:pt x="3569" y="2195"/>
                  </a:cubicBezTo>
                  <a:cubicBezTo>
                    <a:pt x="3569" y="2195"/>
                    <a:pt x="4069" y="2248"/>
                    <a:pt x="4318" y="2311"/>
                  </a:cubicBezTo>
                  <a:cubicBezTo>
                    <a:pt x="4577" y="2373"/>
                    <a:pt x="4845" y="2409"/>
                    <a:pt x="4845" y="2409"/>
                  </a:cubicBezTo>
                  <a:lnTo>
                    <a:pt x="5817" y="2570"/>
                  </a:lnTo>
                  <a:lnTo>
                    <a:pt x="5817"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183"/>
            <p:cNvSpPr/>
            <p:nvPr/>
          </p:nvSpPr>
          <p:spPr>
            <a:xfrm>
              <a:off x="8293508" y="1862888"/>
              <a:ext cx="418493" cy="100176"/>
            </a:xfrm>
            <a:custGeom>
              <a:rect b="b" l="l" r="r" t="t"/>
              <a:pathLst>
                <a:path extrusionOk="0" h="2264" w="9458">
                  <a:moveTo>
                    <a:pt x="9457" y="0"/>
                  </a:moveTo>
                  <a:lnTo>
                    <a:pt x="8752" y="482"/>
                  </a:lnTo>
                  <a:cubicBezTo>
                    <a:pt x="8752" y="482"/>
                    <a:pt x="8578" y="656"/>
                    <a:pt x="8511" y="656"/>
                  </a:cubicBezTo>
                  <a:cubicBezTo>
                    <a:pt x="8492" y="656"/>
                    <a:pt x="8481" y="642"/>
                    <a:pt x="8485" y="607"/>
                  </a:cubicBezTo>
                  <a:cubicBezTo>
                    <a:pt x="8491" y="553"/>
                    <a:pt x="8461" y="536"/>
                    <a:pt x="8419" y="536"/>
                  </a:cubicBezTo>
                  <a:cubicBezTo>
                    <a:pt x="8334" y="536"/>
                    <a:pt x="8199" y="607"/>
                    <a:pt x="8199" y="607"/>
                  </a:cubicBezTo>
                  <a:lnTo>
                    <a:pt x="7584" y="1044"/>
                  </a:lnTo>
                  <a:lnTo>
                    <a:pt x="6745" y="1178"/>
                  </a:lnTo>
                  <a:lnTo>
                    <a:pt x="5309" y="1187"/>
                  </a:lnTo>
                  <a:lnTo>
                    <a:pt x="4667" y="1365"/>
                  </a:lnTo>
                  <a:lnTo>
                    <a:pt x="4122" y="1365"/>
                  </a:lnTo>
                  <a:lnTo>
                    <a:pt x="3516" y="1544"/>
                  </a:lnTo>
                  <a:cubicBezTo>
                    <a:pt x="3516" y="1544"/>
                    <a:pt x="3386" y="1520"/>
                    <a:pt x="3192" y="1520"/>
                  </a:cubicBezTo>
                  <a:cubicBezTo>
                    <a:pt x="3031" y="1520"/>
                    <a:pt x="2826" y="1536"/>
                    <a:pt x="2615" y="1597"/>
                  </a:cubicBezTo>
                  <a:cubicBezTo>
                    <a:pt x="2142" y="1740"/>
                    <a:pt x="1714" y="1776"/>
                    <a:pt x="1714" y="1776"/>
                  </a:cubicBezTo>
                  <a:lnTo>
                    <a:pt x="1" y="2150"/>
                  </a:lnTo>
                  <a:lnTo>
                    <a:pt x="170" y="2239"/>
                  </a:lnTo>
                  <a:cubicBezTo>
                    <a:pt x="170" y="2239"/>
                    <a:pt x="262" y="2263"/>
                    <a:pt x="341" y="2263"/>
                  </a:cubicBezTo>
                  <a:cubicBezTo>
                    <a:pt x="380" y="2263"/>
                    <a:pt x="417" y="2257"/>
                    <a:pt x="438" y="2239"/>
                  </a:cubicBezTo>
                  <a:cubicBezTo>
                    <a:pt x="500" y="2186"/>
                    <a:pt x="1098" y="2150"/>
                    <a:pt x="1098" y="2150"/>
                  </a:cubicBezTo>
                  <a:lnTo>
                    <a:pt x="1508" y="2052"/>
                  </a:lnTo>
                  <a:lnTo>
                    <a:pt x="1919" y="1972"/>
                  </a:lnTo>
                  <a:cubicBezTo>
                    <a:pt x="1919" y="1972"/>
                    <a:pt x="2133" y="1918"/>
                    <a:pt x="2258" y="1874"/>
                  </a:cubicBezTo>
                  <a:cubicBezTo>
                    <a:pt x="2315" y="1853"/>
                    <a:pt x="2399" y="1848"/>
                    <a:pt x="2474" y="1848"/>
                  </a:cubicBezTo>
                  <a:cubicBezTo>
                    <a:pt x="2564" y="1848"/>
                    <a:pt x="2641" y="1856"/>
                    <a:pt x="2641" y="1856"/>
                  </a:cubicBezTo>
                  <a:lnTo>
                    <a:pt x="3302" y="1972"/>
                  </a:lnTo>
                  <a:lnTo>
                    <a:pt x="3685" y="1865"/>
                  </a:lnTo>
                  <a:lnTo>
                    <a:pt x="4015" y="1749"/>
                  </a:lnTo>
                  <a:lnTo>
                    <a:pt x="4354" y="1686"/>
                  </a:lnTo>
                  <a:lnTo>
                    <a:pt x="4961" y="1722"/>
                  </a:lnTo>
                  <a:lnTo>
                    <a:pt x="5353" y="1740"/>
                  </a:lnTo>
                  <a:lnTo>
                    <a:pt x="5737" y="1642"/>
                  </a:lnTo>
                  <a:lnTo>
                    <a:pt x="6112" y="1642"/>
                  </a:lnTo>
                  <a:lnTo>
                    <a:pt x="6469" y="1829"/>
                  </a:lnTo>
                  <a:lnTo>
                    <a:pt x="6870" y="1776"/>
                  </a:lnTo>
                  <a:lnTo>
                    <a:pt x="7120" y="1695"/>
                  </a:lnTo>
                  <a:lnTo>
                    <a:pt x="7949" y="1472"/>
                  </a:lnTo>
                  <a:lnTo>
                    <a:pt x="8404" y="1356"/>
                  </a:lnTo>
                  <a:lnTo>
                    <a:pt x="8485" y="1214"/>
                  </a:lnTo>
                  <a:cubicBezTo>
                    <a:pt x="8485" y="1214"/>
                    <a:pt x="8529" y="1169"/>
                    <a:pt x="8485" y="1098"/>
                  </a:cubicBezTo>
                  <a:cubicBezTo>
                    <a:pt x="8449" y="1026"/>
                    <a:pt x="8574" y="973"/>
                    <a:pt x="8690" y="839"/>
                  </a:cubicBezTo>
                  <a:cubicBezTo>
                    <a:pt x="8729" y="794"/>
                    <a:pt x="8756" y="779"/>
                    <a:pt x="8776" y="779"/>
                  </a:cubicBezTo>
                  <a:cubicBezTo>
                    <a:pt x="8816" y="779"/>
                    <a:pt x="8824" y="839"/>
                    <a:pt x="8824" y="839"/>
                  </a:cubicBezTo>
                  <a:cubicBezTo>
                    <a:pt x="8824" y="839"/>
                    <a:pt x="8894" y="853"/>
                    <a:pt x="8981" y="853"/>
                  </a:cubicBezTo>
                  <a:cubicBezTo>
                    <a:pt x="9060" y="853"/>
                    <a:pt x="9152" y="841"/>
                    <a:pt x="9216" y="794"/>
                  </a:cubicBezTo>
                  <a:cubicBezTo>
                    <a:pt x="9350" y="696"/>
                    <a:pt x="9270" y="634"/>
                    <a:pt x="9314" y="384"/>
                  </a:cubicBezTo>
                  <a:cubicBezTo>
                    <a:pt x="9350" y="134"/>
                    <a:pt x="9457" y="0"/>
                    <a:pt x="9457"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72" name="Google Shape;11972;p183"/>
          <p:cNvSpPr/>
          <p:nvPr/>
        </p:nvSpPr>
        <p:spPr>
          <a:xfrm>
            <a:off x="-27193" y="4323721"/>
            <a:ext cx="1172549" cy="617040"/>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73" name="Google Shape;11973;p183"/>
          <p:cNvGrpSpPr/>
          <p:nvPr/>
        </p:nvGrpSpPr>
        <p:grpSpPr>
          <a:xfrm>
            <a:off x="-141423" y="2951641"/>
            <a:ext cx="1270176" cy="2033197"/>
            <a:chOff x="1352322" y="1338997"/>
            <a:chExt cx="415457" cy="676942"/>
          </a:xfrm>
        </p:grpSpPr>
        <p:sp>
          <p:nvSpPr>
            <p:cNvPr id="11974" name="Google Shape;11974;p183"/>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183"/>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183"/>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183"/>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183"/>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183"/>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183"/>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183"/>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183"/>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183"/>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183"/>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183"/>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183"/>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7" name="Google Shape;11987;p183"/>
          <p:cNvGrpSpPr/>
          <p:nvPr/>
        </p:nvGrpSpPr>
        <p:grpSpPr>
          <a:xfrm flipH="1">
            <a:off x="935126" y="4112968"/>
            <a:ext cx="839013" cy="613436"/>
            <a:chOff x="6123718" y="525411"/>
            <a:chExt cx="1395563" cy="1024955"/>
          </a:xfrm>
        </p:grpSpPr>
        <p:grpSp>
          <p:nvGrpSpPr>
            <p:cNvPr id="11988" name="Google Shape;11988;p183"/>
            <p:cNvGrpSpPr/>
            <p:nvPr/>
          </p:nvGrpSpPr>
          <p:grpSpPr>
            <a:xfrm flipH="1">
              <a:off x="6123718" y="525411"/>
              <a:ext cx="1395563" cy="1024955"/>
              <a:chOff x="1696430" y="1591394"/>
              <a:chExt cx="279683" cy="208092"/>
            </a:xfrm>
          </p:grpSpPr>
          <p:sp>
            <p:nvSpPr>
              <p:cNvPr id="11989" name="Google Shape;11989;p183"/>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183"/>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183"/>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183"/>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183"/>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183"/>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183"/>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183"/>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183"/>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183"/>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183"/>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00" name="Google Shape;12000;p183"/>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01" name="Google Shape;12001;p183"/>
          <p:cNvSpPr txBox="1"/>
          <p:nvPr>
            <p:ph type="title"/>
          </p:nvPr>
        </p:nvSpPr>
        <p:spPr>
          <a:xfrm>
            <a:off x="4849800" y="1874550"/>
            <a:ext cx="34104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2002" name="Google Shape;12002;p183"/>
          <p:cNvSpPr txBox="1"/>
          <p:nvPr>
            <p:ph idx="1" type="subTitle"/>
          </p:nvPr>
        </p:nvSpPr>
        <p:spPr>
          <a:xfrm>
            <a:off x="4849800" y="2447250"/>
            <a:ext cx="3410400" cy="821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1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12003" name="Shape 12003"/>
        <p:cNvGrpSpPr/>
        <p:nvPr/>
      </p:nvGrpSpPr>
      <p:grpSpPr>
        <a:xfrm>
          <a:off x="0" y="0"/>
          <a:ext cx="0" cy="0"/>
          <a:chOff x="0" y="0"/>
          <a:chExt cx="0" cy="0"/>
        </a:xfrm>
      </p:grpSpPr>
      <p:sp>
        <p:nvSpPr>
          <p:cNvPr id="12004" name="Google Shape;12004;p184"/>
          <p:cNvSpPr/>
          <p:nvPr/>
        </p:nvSpPr>
        <p:spPr>
          <a:xfrm flipH="1">
            <a:off x="-1" y="4762490"/>
            <a:ext cx="9173906"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184"/>
          <p:cNvSpPr/>
          <p:nvPr/>
        </p:nvSpPr>
        <p:spPr>
          <a:xfrm rot="238332">
            <a:off x="-3594095" y="4242315"/>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06" name="Google Shape;12006;p184"/>
          <p:cNvGrpSpPr/>
          <p:nvPr/>
        </p:nvGrpSpPr>
        <p:grpSpPr>
          <a:xfrm>
            <a:off x="-12751" y="2647408"/>
            <a:ext cx="2737383" cy="2109215"/>
            <a:chOff x="3363545" y="1191568"/>
            <a:chExt cx="384038" cy="295876"/>
          </a:xfrm>
        </p:grpSpPr>
        <p:sp>
          <p:nvSpPr>
            <p:cNvPr id="12007" name="Google Shape;12007;p184"/>
            <p:cNvSpPr/>
            <p:nvPr/>
          </p:nvSpPr>
          <p:spPr>
            <a:xfrm>
              <a:off x="3363545"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184"/>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184"/>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184"/>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184"/>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184"/>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184"/>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14" name="Google Shape;12014;p184"/>
          <p:cNvSpPr/>
          <p:nvPr/>
        </p:nvSpPr>
        <p:spPr>
          <a:xfrm flipH="1" rot="-238332">
            <a:off x="7203298" y="4242312"/>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15" name="Google Shape;12015;p184"/>
          <p:cNvGrpSpPr/>
          <p:nvPr/>
        </p:nvGrpSpPr>
        <p:grpSpPr>
          <a:xfrm flipH="1">
            <a:off x="6438566" y="2647368"/>
            <a:ext cx="2737383" cy="2109215"/>
            <a:chOff x="3363545" y="1191568"/>
            <a:chExt cx="384038" cy="295876"/>
          </a:xfrm>
        </p:grpSpPr>
        <p:sp>
          <p:nvSpPr>
            <p:cNvPr id="12016" name="Google Shape;12016;p184"/>
            <p:cNvSpPr/>
            <p:nvPr/>
          </p:nvSpPr>
          <p:spPr>
            <a:xfrm>
              <a:off x="3363545"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184"/>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184"/>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184"/>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184"/>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184"/>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184"/>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23" name="Google Shape;12023;p184"/>
          <p:cNvSpPr/>
          <p:nvPr/>
        </p:nvSpPr>
        <p:spPr>
          <a:xfrm flipH="1">
            <a:off x="-334053" y="8650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184"/>
          <p:cNvSpPr/>
          <p:nvPr/>
        </p:nvSpPr>
        <p:spPr>
          <a:xfrm flipH="1">
            <a:off x="8430904" y="158472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184"/>
          <p:cNvSpPr txBox="1"/>
          <p:nvPr>
            <p:ph type="title"/>
          </p:nvPr>
        </p:nvSpPr>
        <p:spPr>
          <a:xfrm>
            <a:off x="720075"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2026" name="Google Shape;12026;p184"/>
          <p:cNvSpPr txBox="1"/>
          <p:nvPr>
            <p:ph idx="2" type="title"/>
          </p:nvPr>
        </p:nvSpPr>
        <p:spPr>
          <a:xfrm>
            <a:off x="937700" y="2437638"/>
            <a:ext cx="21753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2027" name="Google Shape;12027;p184"/>
          <p:cNvSpPr txBox="1"/>
          <p:nvPr>
            <p:ph idx="1" type="subTitle"/>
          </p:nvPr>
        </p:nvSpPr>
        <p:spPr>
          <a:xfrm>
            <a:off x="937700" y="2762863"/>
            <a:ext cx="2175300" cy="869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2028" name="Google Shape;12028;p184"/>
          <p:cNvSpPr txBox="1"/>
          <p:nvPr>
            <p:ph idx="3" type="title"/>
          </p:nvPr>
        </p:nvSpPr>
        <p:spPr>
          <a:xfrm>
            <a:off x="3484425" y="3409475"/>
            <a:ext cx="21753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2029" name="Google Shape;12029;p184"/>
          <p:cNvSpPr txBox="1"/>
          <p:nvPr>
            <p:ph idx="4" type="subTitle"/>
          </p:nvPr>
        </p:nvSpPr>
        <p:spPr>
          <a:xfrm>
            <a:off x="3484421" y="3734700"/>
            <a:ext cx="2175300" cy="869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2030" name="Google Shape;12030;p184"/>
          <p:cNvSpPr txBox="1"/>
          <p:nvPr>
            <p:ph idx="5" type="title"/>
          </p:nvPr>
        </p:nvSpPr>
        <p:spPr>
          <a:xfrm>
            <a:off x="6031150" y="2437638"/>
            <a:ext cx="21753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2031" name="Google Shape;12031;p184"/>
          <p:cNvSpPr txBox="1"/>
          <p:nvPr>
            <p:ph idx="6" type="subTitle"/>
          </p:nvPr>
        </p:nvSpPr>
        <p:spPr>
          <a:xfrm>
            <a:off x="6031149" y="2762863"/>
            <a:ext cx="2175300" cy="869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1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_2">
    <p:spTree>
      <p:nvGrpSpPr>
        <p:cNvPr id="12032" name="Shape 12032"/>
        <p:cNvGrpSpPr/>
        <p:nvPr/>
      </p:nvGrpSpPr>
      <p:grpSpPr>
        <a:xfrm>
          <a:off x="0" y="0"/>
          <a:ext cx="0" cy="0"/>
          <a:chOff x="0" y="0"/>
          <a:chExt cx="0" cy="0"/>
        </a:xfrm>
      </p:grpSpPr>
      <p:sp>
        <p:nvSpPr>
          <p:cNvPr id="12033" name="Google Shape;12033;p185"/>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185"/>
          <p:cNvSpPr/>
          <p:nvPr/>
        </p:nvSpPr>
        <p:spPr>
          <a:xfrm>
            <a:off x="-1554963" y="4806852"/>
            <a:ext cx="2885856" cy="136094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185"/>
          <p:cNvSpPr/>
          <p:nvPr/>
        </p:nvSpPr>
        <p:spPr>
          <a:xfrm flipH="1" rot="-99">
            <a:off x="7380676" y="4769930"/>
            <a:ext cx="2100438" cy="452713"/>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36" name="Google Shape;12036;p185"/>
          <p:cNvGrpSpPr/>
          <p:nvPr/>
        </p:nvGrpSpPr>
        <p:grpSpPr>
          <a:xfrm>
            <a:off x="7719034" y="4445634"/>
            <a:ext cx="1534549" cy="668193"/>
            <a:chOff x="8284835" y="1862888"/>
            <a:chExt cx="427165" cy="213583"/>
          </a:xfrm>
        </p:grpSpPr>
        <p:sp>
          <p:nvSpPr>
            <p:cNvPr id="12037" name="Google Shape;12037;p185"/>
            <p:cNvSpPr/>
            <p:nvPr/>
          </p:nvSpPr>
          <p:spPr>
            <a:xfrm>
              <a:off x="8284835" y="1862888"/>
              <a:ext cx="427165" cy="213583"/>
            </a:xfrm>
            <a:custGeom>
              <a:rect b="b" l="l" r="r" t="t"/>
              <a:pathLst>
                <a:path extrusionOk="0" h="4827" w="9654">
                  <a:moveTo>
                    <a:pt x="9653" y="0"/>
                  </a:moveTo>
                  <a:lnTo>
                    <a:pt x="8948" y="482"/>
                  </a:lnTo>
                  <a:cubicBezTo>
                    <a:pt x="8948" y="482"/>
                    <a:pt x="8774" y="656"/>
                    <a:pt x="8707" y="656"/>
                  </a:cubicBezTo>
                  <a:cubicBezTo>
                    <a:pt x="8688" y="656"/>
                    <a:pt x="8677" y="642"/>
                    <a:pt x="8681" y="607"/>
                  </a:cubicBezTo>
                  <a:cubicBezTo>
                    <a:pt x="8687" y="553"/>
                    <a:pt x="8657" y="536"/>
                    <a:pt x="8615" y="536"/>
                  </a:cubicBezTo>
                  <a:cubicBezTo>
                    <a:pt x="8530" y="536"/>
                    <a:pt x="8395" y="607"/>
                    <a:pt x="8395" y="607"/>
                  </a:cubicBezTo>
                  <a:lnTo>
                    <a:pt x="7780" y="1044"/>
                  </a:lnTo>
                  <a:lnTo>
                    <a:pt x="6941" y="1178"/>
                  </a:lnTo>
                  <a:lnTo>
                    <a:pt x="5505" y="1187"/>
                  </a:lnTo>
                  <a:lnTo>
                    <a:pt x="4863" y="1365"/>
                  </a:lnTo>
                  <a:lnTo>
                    <a:pt x="4318" y="1365"/>
                  </a:lnTo>
                  <a:lnTo>
                    <a:pt x="3712" y="1544"/>
                  </a:lnTo>
                  <a:cubicBezTo>
                    <a:pt x="3712" y="1544"/>
                    <a:pt x="3582" y="1520"/>
                    <a:pt x="3388" y="1520"/>
                  </a:cubicBezTo>
                  <a:cubicBezTo>
                    <a:pt x="3227" y="1520"/>
                    <a:pt x="3022" y="1536"/>
                    <a:pt x="2811" y="1597"/>
                  </a:cubicBezTo>
                  <a:cubicBezTo>
                    <a:pt x="2338" y="1740"/>
                    <a:pt x="1910" y="1776"/>
                    <a:pt x="1910" y="1776"/>
                  </a:cubicBezTo>
                  <a:lnTo>
                    <a:pt x="197" y="2150"/>
                  </a:lnTo>
                  <a:cubicBezTo>
                    <a:pt x="197" y="2150"/>
                    <a:pt x="1" y="2231"/>
                    <a:pt x="1044" y="2587"/>
                  </a:cubicBezTo>
                  <a:cubicBezTo>
                    <a:pt x="2498" y="3096"/>
                    <a:pt x="3587" y="2846"/>
                    <a:pt x="3774" y="3087"/>
                  </a:cubicBezTo>
                  <a:cubicBezTo>
                    <a:pt x="3962" y="3328"/>
                    <a:pt x="3863" y="3167"/>
                    <a:pt x="4113" y="3497"/>
                  </a:cubicBezTo>
                  <a:cubicBezTo>
                    <a:pt x="4363" y="3818"/>
                    <a:pt x="4292" y="3890"/>
                    <a:pt x="4684" y="3917"/>
                  </a:cubicBezTo>
                  <a:cubicBezTo>
                    <a:pt x="4815" y="3926"/>
                    <a:pt x="4929" y="3928"/>
                    <a:pt x="5023" y="3928"/>
                  </a:cubicBezTo>
                  <a:cubicBezTo>
                    <a:pt x="5210" y="3928"/>
                    <a:pt x="5318" y="3917"/>
                    <a:pt x="5318" y="3917"/>
                  </a:cubicBezTo>
                  <a:lnTo>
                    <a:pt x="5790" y="3863"/>
                  </a:lnTo>
                  <a:lnTo>
                    <a:pt x="6040" y="3917"/>
                  </a:lnTo>
                  <a:cubicBezTo>
                    <a:pt x="6040" y="3917"/>
                    <a:pt x="6352" y="4131"/>
                    <a:pt x="6629" y="4175"/>
                  </a:cubicBezTo>
                  <a:cubicBezTo>
                    <a:pt x="6672" y="4184"/>
                    <a:pt x="6701" y="4187"/>
                    <a:pt x="6720" y="4187"/>
                  </a:cubicBezTo>
                  <a:cubicBezTo>
                    <a:pt x="6782" y="4187"/>
                    <a:pt x="6748" y="4155"/>
                    <a:pt x="6759" y="4155"/>
                  </a:cubicBezTo>
                  <a:lnTo>
                    <a:pt x="6759" y="4155"/>
                  </a:lnTo>
                  <a:cubicBezTo>
                    <a:pt x="6767" y="4155"/>
                    <a:pt x="6798" y="4172"/>
                    <a:pt x="6905" y="4229"/>
                  </a:cubicBezTo>
                  <a:cubicBezTo>
                    <a:pt x="7218" y="4380"/>
                    <a:pt x="7405" y="4452"/>
                    <a:pt x="7405" y="4452"/>
                  </a:cubicBezTo>
                  <a:cubicBezTo>
                    <a:pt x="7405" y="4452"/>
                    <a:pt x="7905" y="4505"/>
                    <a:pt x="8154" y="4568"/>
                  </a:cubicBezTo>
                  <a:cubicBezTo>
                    <a:pt x="8413" y="4630"/>
                    <a:pt x="8681" y="4666"/>
                    <a:pt x="8681" y="4666"/>
                  </a:cubicBezTo>
                  <a:lnTo>
                    <a:pt x="9653" y="4827"/>
                  </a:lnTo>
                  <a:lnTo>
                    <a:pt x="965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185"/>
            <p:cNvSpPr/>
            <p:nvPr/>
          </p:nvSpPr>
          <p:spPr>
            <a:xfrm>
              <a:off x="8454567" y="1962751"/>
              <a:ext cx="257432" cy="113716"/>
            </a:xfrm>
            <a:custGeom>
              <a:rect b="b" l="l" r="r" t="t"/>
              <a:pathLst>
                <a:path extrusionOk="0" h="2570" w="5818">
                  <a:moveTo>
                    <a:pt x="5817" y="0"/>
                  </a:moveTo>
                  <a:lnTo>
                    <a:pt x="5202" y="152"/>
                  </a:lnTo>
                  <a:lnTo>
                    <a:pt x="4809" y="411"/>
                  </a:lnTo>
                  <a:lnTo>
                    <a:pt x="4399" y="500"/>
                  </a:lnTo>
                  <a:lnTo>
                    <a:pt x="4006" y="830"/>
                  </a:lnTo>
                  <a:cubicBezTo>
                    <a:pt x="4006" y="830"/>
                    <a:pt x="3911" y="850"/>
                    <a:pt x="3781" y="850"/>
                  </a:cubicBezTo>
                  <a:cubicBezTo>
                    <a:pt x="3717" y="850"/>
                    <a:pt x="3643" y="845"/>
                    <a:pt x="3569" y="830"/>
                  </a:cubicBezTo>
                  <a:cubicBezTo>
                    <a:pt x="3426" y="796"/>
                    <a:pt x="3246" y="780"/>
                    <a:pt x="3042" y="780"/>
                  </a:cubicBezTo>
                  <a:cubicBezTo>
                    <a:pt x="2927" y="780"/>
                    <a:pt x="2805" y="785"/>
                    <a:pt x="2677" y="794"/>
                  </a:cubicBezTo>
                  <a:cubicBezTo>
                    <a:pt x="2363" y="817"/>
                    <a:pt x="2417" y="919"/>
                    <a:pt x="2416" y="919"/>
                  </a:cubicBezTo>
                  <a:cubicBezTo>
                    <a:pt x="2416" y="919"/>
                    <a:pt x="2414" y="917"/>
                    <a:pt x="2409" y="910"/>
                  </a:cubicBezTo>
                  <a:cubicBezTo>
                    <a:pt x="2405" y="906"/>
                    <a:pt x="2401" y="905"/>
                    <a:pt x="2395" y="905"/>
                  </a:cubicBezTo>
                  <a:cubicBezTo>
                    <a:pt x="2338" y="905"/>
                    <a:pt x="2204" y="1098"/>
                    <a:pt x="2204" y="1098"/>
                  </a:cubicBezTo>
                  <a:cubicBezTo>
                    <a:pt x="2204" y="1098"/>
                    <a:pt x="2052" y="1089"/>
                    <a:pt x="1847" y="1053"/>
                  </a:cubicBezTo>
                  <a:cubicBezTo>
                    <a:pt x="1788" y="1046"/>
                    <a:pt x="1746" y="1042"/>
                    <a:pt x="1710" y="1042"/>
                  </a:cubicBezTo>
                  <a:cubicBezTo>
                    <a:pt x="1618" y="1042"/>
                    <a:pt x="1577" y="1065"/>
                    <a:pt x="1428" y="1098"/>
                  </a:cubicBezTo>
                  <a:cubicBezTo>
                    <a:pt x="1223" y="1133"/>
                    <a:pt x="1080" y="1231"/>
                    <a:pt x="1080" y="1231"/>
                  </a:cubicBezTo>
                  <a:lnTo>
                    <a:pt x="946" y="1312"/>
                  </a:lnTo>
                  <a:lnTo>
                    <a:pt x="1" y="910"/>
                  </a:lnTo>
                  <a:lnTo>
                    <a:pt x="1" y="910"/>
                  </a:lnTo>
                  <a:cubicBezTo>
                    <a:pt x="99" y="1035"/>
                    <a:pt x="63" y="955"/>
                    <a:pt x="277" y="1240"/>
                  </a:cubicBezTo>
                  <a:cubicBezTo>
                    <a:pt x="527" y="1561"/>
                    <a:pt x="456" y="1633"/>
                    <a:pt x="848" y="1660"/>
                  </a:cubicBezTo>
                  <a:cubicBezTo>
                    <a:pt x="979" y="1669"/>
                    <a:pt x="1093" y="1671"/>
                    <a:pt x="1187" y="1671"/>
                  </a:cubicBezTo>
                  <a:cubicBezTo>
                    <a:pt x="1374" y="1671"/>
                    <a:pt x="1482" y="1660"/>
                    <a:pt x="1482" y="1660"/>
                  </a:cubicBezTo>
                  <a:lnTo>
                    <a:pt x="1954" y="1606"/>
                  </a:lnTo>
                  <a:lnTo>
                    <a:pt x="2204" y="1660"/>
                  </a:lnTo>
                  <a:cubicBezTo>
                    <a:pt x="2204" y="1660"/>
                    <a:pt x="2516" y="1874"/>
                    <a:pt x="2793" y="1918"/>
                  </a:cubicBezTo>
                  <a:cubicBezTo>
                    <a:pt x="2836" y="1927"/>
                    <a:pt x="2865" y="1930"/>
                    <a:pt x="2884" y="1930"/>
                  </a:cubicBezTo>
                  <a:cubicBezTo>
                    <a:pt x="2946" y="1930"/>
                    <a:pt x="2912" y="1898"/>
                    <a:pt x="2923" y="1898"/>
                  </a:cubicBezTo>
                  <a:lnTo>
                    <a:pt x="2923" y="1898"/>
                  </a:lnTo>
                  <a:cubicBezTo>
                    <a:pt x="2931" y="1898"/>
                    <a:pt x="2962" y="1915"/>
                    <a:pt x="3069" y="1972"/>
                  </a:cubicBezTo>
                  <a:cubicBezTo>
                    <a:pt x="3382" y="2123"/>
                    <a:pt x="3569" y="2195"/>
                    <a:pt x="3569" y="2195"/>
                  </a:cubicBezTo>
                  <a:cubicBezTo>
                    <a:pt x="3569" y="2195"/>
                    <a:pt x="4069" y="2248"/>
                    <a:pt x="4318" y="2311"/>
                  </a:cubicBezTo>
                  <a:cubicBezTo>
                    <a:pt x="4577" y="2373"/>
                    <a:pt x="4845" y="2409"/>
                    <a:pt x="4845" y="2409"/>
                  </a:cubicBezTo>
                  <a:lnTo>
                    <a:pt x="5817" y="2570"/>
                  </a:lnTo>
                  <a:lnTo>
                    <a:pt x="5817"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185"/>
            <p:cNvSpPr/>
            <p:nvPr/>
          </p:nvSpPr>
          <p:spPr>
            <a:xfrm>
              <a:off x="8293508" y="1862888"/>
              <a:ext cx="418493" cy="100176"/>
            </a:xfrm>
            <a:custGeom>
              <a:rect b="b" l="l" r="r" t="t"/>
              <a:pathLst>
                <a:path extrusionOk="0" h="2264" w="9458">
                  <a:moveTo>
                    <a:pt x="9457" y="0"/>
                  </a:moveTo>
                  <a:lnTo>
                    <a:pt x="8752" y="482"/>
                  </a:lnTo>
                  <a:cubicBezTo>
                    <a:pt x="8752" y="482"/>
                    <a:pt x="8578" y="656"/>
                    <a:pt x="8511" y="656"/>
                  </a:cubicBezTo>
                  <a:cubicBezTo>
                    <a:pt x="8492" y="656"/>
                    <a:pt x="8481" y="642"/>
                    <a:pt x="8485" y="607"/>
                  </a:cubicBezTo>
                  <a:cubicBezTo>
                    <a:pt x="8491" y="553"/>
                    <a:pt x="8461" y="536"/>
                    <a:pt x="8419" y="536"/>
                  </a:cubicBezTo>
                  <a:cubicBezTo>
                    <a:pt x="8334" y="536"/>
                    <a:pt x="8199" y="607"/>
                    <a:pt x="8199" y="607"/>
                  </a:cubicBezTo>
                  <a:lnTo>
                    <a:pt x="7584" y="1044"/>
                  </a:lnTo>
                  <a:lnTo>
                    <a:pt x="6745" y="1178"/>
                  </a:lnTo>
                  <a:lnTo>
                    <a:pt x="5309" y="1187"/>
                  </a:lnTo>
                  <a:lnTo>
                    <a:pt x="4667" y="1365"/>
                  </a:lnTo>
                  <a:lnTo>
                    <a:pt x="4122" y="1365"/>
                  </a:lnTo>
                  <a:lnTo>
                    <a:pt x="3516" y="1544"/>
                  </a:lnTo>
                  <a:cubicBezTo>
                    <a:pt x="3516" y="1544"/>
                    <a:pt x="3386" y="1520"/>
                    <a:pt x="3192" y="1520"/>
                  </a:cubicBezTo>
                  <a:cubicBezTo>
                    <a:pt x="3031" y="1520"/>
                    <a:pt x="2826" y="1536"/>
                    <a:pt x="2615" y="1597"/>
                  </a:cubicBezTo>
                  <a:cubicBezTo>
                    <a:pt x="2142" y="1740"/>
                    <a:pt x="1714" y="1776"/>
                    <a:pt x="1714" y="1776"/>
                  </a:cubicBezTo>
                  <a:lnTo>
                    <a:pt x="1" y="2150"/>
                  </a:lnTo>
                  <a:lnTo>
                    <a:pt x="170" y="2239"/>
                  </a:lnTo>
                  <a:cubicBezTo>
                    <a:pt x="170" y="2239"/>
                    <a:pt x="262" y="2263"/>
                    <a:pt x="341" y="2263"/>
                  </a:cubicBezTo>
                  <a:cubicBezTo>
                    <a:pt x="380" y="2263"/>
                    <a:pt x="417" y="2257"/>
                    <a:pt x="438" y="2239"/>
                  </a:cubicBezTo>
                  <a:cubicBezTo>
                    <a:pt x="500" y="2186"/>
                    <a:pt x="1098" y="2150"/>
                    <a:pt x="1098" y="2150"/>
                  </a:cubicBezTo>
                  <a:lnTo>
                    <a:pt x="1508" y="2052"/>
                  </a:lnTo>
                  <a:lnTo>
                    <a:pt x="1919" y="1972"/>
                  </a:lnTo>
                  <a:cubicBezTo>
                    <a:pt x="1919" y="1972"/>
                    <a:pt x="2133" y="1918"/>
                    <a:pt x="2258" y="1874"/>
                  </a:cubicBezTo>
                  <a:cubicBezTo>
                    <a:pt x="2315" y="1853"/>
                    <a:pt x="2399" y="1848"/>
                    <a:pt x="2474" y="1848"/>
                  </a:cubicBezTo>
                  <a:cubicBezTo>
                    <a:pt x="2564" y="1848"/>
                    <a:pt x="2641" y="1856"/>
                    <a:pt x="2641" y="1856"/>
                  </a:cubicBezTo>
                  <a:lnTo>
                    <a:pt x="3302" y="1972"/>
                  </a:lnTo>
                  <a:lnTo>
                    <a:pt x="3685" y="1865"/>
                  </a:lnTo>
                  <a:lnTo>
                    <a:pt x="4015" y="1749"/>
                  </a:lnTo>
                  <a:lnTo>
                    <a:pt x="4354" y="1686"/>
                  </a:lnTo>
                  <a:lnTo>
                    <a:pt x="4961" y="1722"/>
                  </a:lnTo>
                  <a:lnTo>
                    <a:pt x="5353" y="1740"/>
                  </a:lnTo>
                  <a:lnTo>
                    <a:pt x="5737" y="1642"/>
                  </a:lnTo>
                  <a:lnTo>
                    <a:pt x="6112" y="1642"/>
                  </a:lnTo>
                  <a:lnTo>
                    <a:pt x="6469" y="1829"/>
                  </a:lnTo>
                  <a:lnTo>
                    <a:pt x="6870" y="1776"/>
                  </a:lnTo>
                  <a:lnTo>
                    <a:pt x="7120" y="1695"/>
                  </a:lnTo>
                  <a:lnTo>
                    <a:pt x="7949" y="1472"/>
                  </a:lnTo>
                  <a:lnTo>
                    <a:pt x="8404" y="1356"/>
                  </a:lnTo>
                  <a:lnTo>
                    <a:pt x="8485" y="1214"/>
                  </a:lnTo>
                  <a:cubicBezTo>
                    <a:pt x="8485" y="1214"/>
                    <a:pt x="8529" y="1169"/>
                    <a:pt x="8485" y="1098"/>
                  </a:cubicBezTo>
                  <a:cubicBezTo>
                    <a:pt x="8449" y="1026"/>
                    <a:pt x="8574" y="973"/>
                    <a:pt x="8690" y="839"/>
                  </a:cubicBezTo>
                  <a:cubicBezTo>
                    <a:pt x="8729" y="794"/>
                    <a:pt x="8756" y="779"/>
                    <a:pt x="8776" y="779"/>
                  </a:cubicBezTo>
                  <a:cubicBezTo>
                    <a:pt x="8816" y="779"/>
                    <a:pt x="8824" y="839"/>
                    <a:pt x="8824" y="839"/>
                  </a:cubicBezTo>
                  <a:cubicBezTo>
                    <a:pt x="8824" y="839"/>
                    <a:pt x="8894" y="853"/>
                    <a:pt x="8981" y="853"/>
                  </a:cubicBezTo>
                  <a:cubicBezTo>
                    <a:pt x="9060" y="853"/>
                    <a:pt x="9152" y="841"/>
                    <a:pt x="9216" y="794"/>
                  </a:cubicBezTo>
                  <a:cubicBezTo>
                    <a:pt x="9350" y="696"/>
                    <a:pt x="9270" y="634"/>
                    <a:pt x="9314" y="384"/>
                  </a:cubicBezTo>
                  <a:cubicBezTo>
                    <a:pt x="9350" y="134"/>
                    <a:pt x="9457" y="0"/>
                    <a:pt x="9457"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40" name="Google Shape;12040;p185"/>
          <p:cNvSpPr/>
          <p:nvPr/>
        </p:nvSpPr>
        <p:spPr>
          <a:xfrm>
            <a:off x="-49407" y="4774363"/>
            <a:ext cx="865511" cy="455470"/>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1" name="Google Shape;12041;p185"/>
          <p:cNvGrpSpPr/>
          <p:nvPr/>
        </p:nvGrpSpPr>
        <p:grpSpPr>
          <a:xfrm>
            <a:off x="-49410" y="4054122"/>
            <a:ext cx="684507" cy="1095699"/>
            <a:chOff x="1352322" y="1338997"/>
            <a:chExt cx="415457" cy="676942"/>
          </a:xfrm>
        </p:grpSpPr>
        <p:sp>
          <p:nvSpPr>
            <p:cNvPr id="12042" name="Google Shape;12042;p185"/>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185"/>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185"/>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185"/>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185"/>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185"/>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185"/>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185"/>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185"/>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185"/>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185"/>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185"/>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185"/>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5" name="Google Shape;12055;p185"/>
          <p:cNvGrpSpPr/>
          <p:nvPr/>
        </p:nvGrpSpPr>
        <p:grpSpPr>
          <a:xfrm flipH="1">
            <a:off x="441417" y="4660901"/>
            <a:ext cx="619351" cy="452825"/>
            <a:chOff x="6123718" y="525411"/>
            <a:chExt cx="1395563" cy="1024955"/>
          </a:xfrm>
        </p:grpSpPr>
        <p:grpSp>
          <p:nvGrpSpPr>
            <p:cNvPr id="12056" name="Google Shape;12056;p185"/>
            <p:cNvGrpSpPr/>
            <p:nvPr/>
          </p:nvGrpSpPr>
          <p:grpSpPr>
            <a:xfrm flipH="1">
              <a:off x="6123718" y="525411"/>
              <a:ext cx="1395563" cy="1024955"/>
              <a:chOff x="1696430" y="1591394"/>
              <a:chExt cx="279683" cy="208092"/>
            </a:xfrm>
          </p:grpSpPr>
          <p:sp>
            <p:nvSpPr>
              <p:cNvPr id="12057" name="Google Shape;12057;p185"/>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185"/>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185"/>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185"/>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185"/>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185"/>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185"/>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185"/>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185"/>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185"/>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185"/>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68" name="Google Shape;12068;p185"/>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69" name="Google Shape;12069;p185"/>
          <p:cNvSpPr/>
          <p:nvPr/>
        </p:nvSpPr>
        <p:spPr>
          <a:xfrm flipH="1">
            <a:off x="-80978" y="381194"/>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185"/>
          <p:cNvSpPr/>
          <p:nvPr/>
        </p:nvSpPr>
        <p:spPr>
          <a:xfrm flipH="1">
            <a:off x="8424079" y="131829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185"/>
          <p:cNvSpPr/>
          <p:nvPr/>
        </p:nvSpPr>
        <p:spPr>
          <a:xfrm flipH="1">
            <a:off x="-175421" y="153847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185"/>
          <p:cNvSpPr txBox="1"/>
          <p:nvPr>
            <p:ph type="title"/>
          </p:nvPr>
        </p:nvSpPr>
        <p:spPr>
          <a:xfrm>
            <a:off x="720075"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2073" name="Google Shape;12073;p185"/>
          <p:cNvSpPr txBox="1"/>
          <p:nvPr>
            <p:ph idx="2" type="title"/>
          </p:nvPr>
        </p:nvSpPr>
        <p:spPr>
          <a:xfrm>
            <a:off x="937700" y="1664250"/>
            <a:ext cx="2175300" cy="5277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2074" name="Google Shape;12074;p185"/>
          <p:cNvSpPr txBox="1"/>
          <p:nvPr>
            <p:ph idx="1" type="subTitle"/>
          </p:nvPr>
        </p:nvSpPr>
        <p:spPr>
          <a:xfrm>
            <a:off x="937700" y="2191950"/>
            <a:ext cx="2175300" cy="783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2075" name="Google Shape;12075;p185"/>
          <p:cNvSpPr txBox="1"/>
          <p:nvPr>
            <p:ph idx="3" type="title"/>
          </p:nvPr>
        </p:nvSpPr>
        <p:spPr>
          <a:xfrm>
            <a:off x="3484419" y="1664250"/>
            <a:ext cx="2175300" cy="5277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2076" name="Google Shape;12076;p185"/>
          <p:cNvSpPr txBox="1"/>
          <p:nvPr>
            <p:ph idx="4" type="subTitle"/>
          </p:nvPr>
        </p:nvSpPr>
        <p:spPr>
          <a:xfrm>
            <a:off x="3484422" y="2191950"/>
            <a:ext cx="2175300" cy="783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2077" name="Google Shape;12077;p185"/>
          <p:cNvSpPr txBox="1"/>
          <p:nvPr>
            <p:ph idx="5" type="title"/>
          </p:nvPr>
        </p:nvSpPr>
        <p:spPr>
          <a:xfrm>
            <a:off x="6031146" y="1664250"/>
            <a:ext cx="2175300" cy="5277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2078" name="Google Shape;12078;p185"/>
          <p:cNvSpPr txBox="1"/>
          <p:nvPr>
            <p:ph idx="6" type="subTitle"/>
          </p:nvPr>
        </p:nvSpPr>
        <p:spPr>
          <a:xfrm>
            <a:off x="6031150" y="2191950"/>
            <a:ext cx="2175300" cy="783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1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6_2_1">
    <p:spTree>
      <p:nvGrpSpPr>
        <p:cNvPr id="12079" name="Shape 12079"/>
        <p:cNvGrpSpPr/>
        <p:nvPr/>
      </p:nvGrpSpPr>
      <p:grpSpPr>
        <a:xfrm>
          <a:off x="0" y="0"/>
          <a:ext cx="0" cy="0"/>
          <a:chOff x="0" y="0"/>
          <a:chExt cx="0" cy="0"/>
        </a:xfrm>
      </p:grpSpPr>
      <p:sp>
        <p:nvSpPr>
          <p:cNvPr id="12080" name="Google Shape;12080;p186"/>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186"/>
          <p:cNvSpPr/>
          <p:nvPr/>
        </p:nvSpPr>
        <p:spPr>
          <a:xfrm flipH="1" rot="-238332">
            <a:off x="6971149" y="4242317"/>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186"/>
          <p:cNvSpPr/>
          <p:nvPr/>
        </p:nvSpPr>
        <p:spPr>
          <a:xfrm>
            <a:off x="4" y="4864136"/>
            <a:ext cx="1665423" cy="78539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186"/>
          <p:cNvSpPr/>
          <p:nvPr/>
        </p:nvSpPr>
        <p:spPr>
          <a:xfrm>
            <a:off x="96226" y="4775056"/>
            <a:ext cx="1043455" cy="549114"/>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84" name="Google Shape;12084;p186"/>
          <p:cNvGrpSpPr/>
          <p:nvPr/>
        </p:nvGrpSpPr>
        <p:grpSpPr>
          <a:xfrm>
            <a:off x="-114735" y="3498258"/>
            <a:ext cx="1159291" cy="1855702"/>
            <a:chOff x="1352322" y="1338997"/>
            <a:chExt cx="415457" cy="676942"/>
          </a:xfrm>
        </p:grpSpPr>
        <p:sp>
          <p:nvSpPr>
            <p:cNvPr id="12085" name="Google Shape;12085;p186"/>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186"/>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186"/>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186"/>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186"/>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186"/>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186"/>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186"/>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186"/>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186"/>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186"/>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186"/>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186"/>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8" name="Google Shape;12098;p186"/>
          <p:cNvGrpSpPr/>
          <p:nvPr/>
        </p:nvGrpSpPr>
        <p:grpSpPr>
          <a:xfrm flipH="1">
            <a:off x="939877" y="4497343"/>
            <a:ext cx="746626" cy="545891"/>
            <a:chOff x="6123718" y="525411"/>
            <a:chExt cx="1395563" cy="1024955"/>
          </a:xfrm>
        </p:grpSpPr>
        <p:grpSp>
          <p:nvGrpSpPr>
            <p:cNvPr id="12099" name="Google Shape;12099;p186"/>
            <p:cNvGrpSpPr/>
            <p:nvPr/>
          </p:nvGrpSpPr>
          <p:grpSpPr>
            <a:xfrm flipH="1">
              <a:off x="6123718" y="525411"/>
              <a:ext cx="1395563" cy="1024955"/>
              <a:chOff x="1696430" y="1591394"/>
              <a:chExt cx="279683" cy="208092"/>
            </a:xfrm>
          </p:grpSpPr>
          <p:sp>
            <p:nvSpPr>
              <p:cNvPr id="12100" name="Google Shape;12100;p186"/>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186"/>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186"/>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186"/>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186"/>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186"/>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186"/>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186"/>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186"/>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186"/>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186"/>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11" name="Google Shape;12111;p186"/>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2" name="Google Shape;12112;p186"/>
          <p:cNvGrpSpPr/>
          <p:nvPr/>
        </p:nvGrpSpPr>
        <p:grpSpPr>
          <a:xfrm flipH="1">
            <a:off x="6989366" y="3989002"/>
            <a:ext cx="2154611" cy="785401"/>
            <a:chOff x="3363545" y="1399908"/>
            <a:chExt cx="240164" cy="87537"/>
          </a:xfrm>
        </p:grpSpPr>
        <p:sp>
          <p:nvSpPr>
            <p:cNvPr id="12113" name="Google Shape;12113;p186"/>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186"/>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186"/>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186"/>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186"/>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18" name="Google Shape;12118;p186"/>
          <p:cNvSpPr txBox="1"/>
          <p:nvPr>
            <p:ph type="title"/>
          </p:nvPr>
        </p:nvSpPr>
        <p:spPr>
          <a:xfrm>
            <a:off x="720075"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2119" name="Google Shape;12119;p186"/>
          <p:cNvSpPr txBox="1"/>
          <p:nvPr>
            <p:ph idx="2" type="title"/>
          </p:nvPr>
        </p:nvSpPr>
        <p:spPr>
          <a:xfrm>
            <a:off x="937700" y="3018875"/>
            <a:ext cx="2175300" cy="5277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2120" name="Google Shape;12120;p186"/>
          <p:cNvSpPr txBox="1"/>
          <p:nvPr>
            <p:ph idx="1" type="subTitle"/>
          </p:nvPr>
        </p:nvSpPr>
        <p:spPr>
          <a:xfrm>
            <a:off x="937700" y="3546575"/>
            <a:ext cx="2175300" cy="783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2121" name="Google Shape;12121;p186"/>
          <p:cNvSpPr txBox="1"/>
          <p:nvPr>
            <p:ph idx="3" type="title"/>
          </p:nvPr>
        </p:nvSpPr>
        <p:spPr>
          <a:xfrm>
            <a:off x="6031146" y="3018875"/>
            <a:ext cx="2175300" cy="5277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2122" name="Google Shape;12122;p186"/>
          <p:cNvSpPr txBox="1"/>
          <p:nvPr>
            <p:ph idx="4" type="subTitle"/>
          </p:nvPr>
        </p:nvSpPr>
        <p:spPr>
          <a:xfrm>
            <a:off x="6031150" y="3546575"/>
            <a:ext cx="2175300" cy="783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1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6_1">
    <p:spTree>
      <p:nvGrpSpPr>
        <p:cNvPr id="12123" name="Shape 12123"/>
        <p:cNvGrpSpPr/>
        <p:nvPr/>
      </p:nvGrpSpPr>
      <p:grpSpPr>
        <a:xfrm>
          <a:off x="0" y="0"/>
          <a:ext cx="0" cy="0"/>
          <a:chOff x="0" y="0"/>
          <a:chExt cx="0" cy="0"/>
        </a:xfrm>
      </p:grpSpPr>
      <p:sp>
        <p:nvSpPr>
          <p:cNvPr id="12124" name="Google Shape;12124;p187"/>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187"/>
          <p:cNvSpPr/>
          <p:nvPr/>
        </p:nvSpPr>
        <p:spPr>
          <a:xfrm>
            <a:off x="-294671" y="4901161"/>
            <a:ext cx="1665423" cy="78539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187"/>
          <p:cNvSpPr/>
          <p:nvPr/>
        </p:nvSpPr>
        <p:spPr>
          <a:xfrm>
            <a:off x="96226" y="4775056"/>
            <a:ext cx="1043455" cy="549114"/>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27" name="Google Shape;12127;p187"/>
          <p:cNvGrpSpPr/>
          <p:nvPr/>
        </p:nvGrpSpPr>
        <p:grpSpPr>
          <a:xfrm>
            <a:off x="-114732" y="3692004"/>
            <a:ext cx="1038268" cy="1662029"/>
            <a:chOff x="1352322" y="1338997"/>
            <a:chExt cx="415457" cy="676942"/>
          </a:xfrm>
        </p:grpSpPr>
        <p:sp>
          <p:nvSpPr>
            <p:cNvPr id="12128" name="Google Shape;12128;p187"/>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187"/>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187"/>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187"/>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187"/>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187"/>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187"/>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187"/>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187"/>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187"/>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187"/>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187"/>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187"/>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1" name="Google Shape;12141;p187"/>
          <p:cNvGrpSpPr/>
          <p:nvPr/>
        </p:nvGrpSpPr>
        <p:grpSpPr>
          <a:xfrm flipH="1">
            <a:off x="713096" y="4680107"/>
            <a:ext cx="540920" cy="395428"/>
            <a:chOff x="6123718" y="525411"/>
            <a:chExt cx="1395563" cy="1024955"/>
          </a:xfrm>
        </p:grpSpPr>
        <p:grpSp>
          <p:nvGrpSpPr>
            <p:cNvPr id="12142" name="Google Shape;12142;p187"/>
            <p:cNvGrpSpPr/>
            <p:nvPr/>
          </p:nvGrpSpPr>
          <p:grpSpPr>
            <a:xfrm flipH="1">
              <a:off x="6123718" y="525411"/>
              <a:ext cx="1395563" cy="1024955"/>
              <a:chOff x="1696430" y="1591394"/>
              <a:chExt cx="279683" cy="208092"/>
            </a:xfrm>
          </p:grpSpPr>
          <p:sp>
            <p:nvSpPr>
              <p:cNvPr id="12143" name="Google Shape;12143;p187"/>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187"/>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187"/>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187"/>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187"/>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187"/>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187"/>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187"/>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187"/>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187"/>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187"/>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54" name="Google Shape;12154;p187"/>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5" name="Google Shape;12155;p187"/>
          <p:cNvGrpSpPr/>
          <p:nvPr/>
        </p:nvGrpSpPr>
        <p:grpSpPr>
          <a:xfrm>
            <a:off x="8303848" y="3734044"/>
            <a:ext cx="1176845" cy="1035418"/>
            <a:chOff x="3650956" y="1757963"/>
            <a:chExt cx="258943" cy="227815"/>
          </a:xfrm>
        </p:grpSpPr>
        <p:sp>
          <p:nvSpPr>
            <p:cNvPr id="12156" name="Google Shape;12156;p187"/>
            <p:cNvSpPr/>
            <p:nvPr/>
          </p:nvSpPr>
          <p:spPr>
            <a:xfrm>
              <a:off x="3650956" y="1757963"/>
              <a:ext cx="258943" cy="227815"/>
            </a:xfrm>
            <a:custGeom>
              <a:rect b="b" l="l" r="r" t="t"/>
              <a:pathLst>
                <a:path extrusionOk="0" h="6272" w="7129">
                  <a:moveTo>
                    <a:pt x="5416" y="0"/>
                  </a:moveTo>
                  <a:lnTo>
                    <a:pt x="3828" y="411"/>
                  </a:lnTo>
                  <a:lnTo>
                    <a:pt x="3337" y="1499"/>
                  </a:lnTo>
                  <a:lnTo>
                    <a:pt x="2320" y="1945"/>
                  </a:lnTo>
                  <a:lnTo>
                    <a:pt x="1642" y="3016"/>
                  </a:lnTo>
                  <a:lnTo>
                    <a:pt x="1535" y="4095"/>
                  </a:lnTo>
                  <a:lnTo>
                    <a:pt x="1018" y="5219"/>
                  </a:lnTo>
                  <a:lnTo>
                    <a:pt x="1" y="6272"/>
                  </a:lnTo>
                  <a:lnTo>
                    <a:pt x="3846" y="6272"/>
                  </a:lnTo>
                  <a:lnTo>
                    <a:pt x="3417" y="5255"/>
                  </a:lnTo>
                  <a:lnTo>
                    <a:pt x="3623" y="4461"/>
                  </a:lnTo>
                  <a:lnTo>
                    <a:pt x="4390" y="3408"/>
                  </a:lnTo>
                  <a:lnTo>
                    <a:pt x="4898" y="3533"/>
                  </a:lnTo>
                  <a:lnTo>
                    <a:pt x="5327" y="4505"/>
                  </a:lnTo>
                  <a:lnTo>
                    <a:pt x="5077" y="5522"/>
                  </a:lnTo>
                  <a:lnTo>
                    <a:pt x="5228" y="6272"/>
                  </a:lnTo>
                  <a:lnTo>
                    <a:pt x="7129" y="6272"/>
                  </a:lnTo>
                  <a:lnTo>
                    <a:pt x="6745" y="5174"/>
                  </a:lnTo>
                  <a:lnTo>
                    <a:pt x="7066" y="4211"/>
                  </a:lnTo>
                  <a:lnTo>
                    <a:pt x="6593" y="2837"/>
                  </a:lnTo>
                  <a:lnTo>
                    <a:pt x="6308" y="1196"/>
                  </a:lnTo>
                  <a:lnTo>
                    <a:pt x="54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187"/>
            <p:cNvSpPr/>
            <p:nvPr/>
          </p:nvSpPr>
          <p:spPr>
            <a:xfrm>
              <a:off x="3710595" y="1757963"/>
              <a:ext cx="169481" cy="109549"/>
            </a:xfrm>
            <a:custGeom>
              <a:rect b="b" l="l" r="r" t="t"/>
              <a:pathLst>
                <a:path extrusionOk="0" h="3016" w="4666">
                  <a:moveTo>
                    <a:pt x="3774" y="0"/>
                  </a:moveTo>
                  <a:lnTo>
                    <a:pt x="2186" y="411"/>
                  </a:lnTo>
                  <a:lnTo>
                    <a:pt x="1695" y="1499"/>
                  </a:lnTo>
                  <a:lnTo>
                    <a:pt x="678" y="1945"/>
                  </a:lnTo>
                  <a:lnTo>
                    <a:pt x="0" y="3016"/>
                  </a:lnTo>
                  <a:lnTo>
                    <a:pt x="0" y="3016"/>
                  </a:lnTo>
                  <a:lnTo>
                    <a:pt x="794" y="2346"/>
                  </a:lnTo>
                  <a:lnTo>
                    <a:pt x="1401" y="2257"/>
                  </a:lnTo>
                  <a:lnTo>
                    <a:pt x="1918" y="2552"/>
                  </a:lnTo>
                  <a:lnTo>
                    <a:pt x="1570" y="1927"/>
                  </a:lnTo>
                  <a:lnTo>
                    <a:pt x="2186" y="2061"/>
                  </a:lnTo>
                  <a:lnTo>
                    <a:pt x="2025" y="1579"/>
                  </a:lnTo>
                  <a:lnTo>
                    <a:pt x="2560" y="866"/>
                  </a:lnTo>
                  <a:lnTo>
                    <a:pt x="3649" y="803"/>
                  </a:lnTo>
                  <a:lnTo>
                    <a:pt x="4666" y="1196"/>
                  </a:lnTo>
                  <a:lnTo>
                    <a:pt x="3774"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187"/>
            <p:cNvSpPr/>
            <p:nvPr/>
          </p:nvSpPr>
          <p:spPr>
            <a:xfrm>
              <a:off x="3768600" y="1867472"/>
              <a:ext cx="141295" cy="118302"/>
            </a:xfrm>
            <a:custGeom>
              <a:rect b="b" l="l" r="r" t="t"/>
              <a:pathLst>
                <a:path extrusionOk="0" h="3257" w="3890">
                  <a:moveTo>
                    <a:pt x="1534" y="1"/>
                  </a:moveTo>
                  <a:lnTo>
                    <a:pt x="856" y="116"/>
                  </a:lnTo>
                  <a:lnTo>
                    <a:pt x="259" y="1196"/>
                  </a:lnTo>
                  <a:lnTo>
                    <a:pt x="71" y="447"/>
                  </a:lnTo>
                  <a:lnTo>
                    <a:pt x="0" y="1767"/>
                  </a:lnTo>
                  <a:lnTo>
                    <a:pt x="178" y="2240"/>
                  </a:lnTo>
                  <a:lnTo>
                    <a:pt x="384" y="1446"/>
                  </a:lnTo>
                  <a:lnTo>
                    <a:pt x="1151" y="393"/>
                  </a:lnTo>
                  <a:lnTo>
                    <a:pt x="1659" y="518"/>
                  </a:lnTo>
                  <a:lnTo>
                    <a:pt x="2088" y="1490"/>
                  </a:lnTo>
                  <a:lnTo>
                    <a:pt x="1838" y="2507"/>
                  </a:lnTo>
                  <a:lnTo>
                    <a:pt x="1989" y="3257"/>
                  </a:lnTo>
                  <a:lnTo>
                    <a:pt x="3890" y="3257"/>
                  </a:lnTo>
                  <a:lnTo>
                    <a:pt x="3506" y="2159"/>
                  </a:lnTo>
                  <a:lnTo>
                    <a:pt x="3488" y="3087"/>
                  </a:lnTo>
                  <a:lnTo>
                    <a:pt x="2935" y="2820"/>
                  </a:lnTo>
                  <a:lnTo>
                    <a:pt x="2882" y="1767"/>
                  </a:lnTo>
                  <a:lnTo>
                    <a:pt x="2614" y="2820"/>
                  </a:lnTo>
                  <a:lnTo>
                    <a:pt x="2177" y="2382"/>
                  </a:lnTo>
                  <a:lnTo>
                    <a:pt x="2543" y="973"/>
                  </a:lnTo>
                  <a:lnTo>
                    <a:pt x="1534"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187"/>
            <p:cNvSpPr/>
            <p:nvPr/>
          </p:nvSpPr>
          <p:spPr>
            <a:xfrm>
              <a:off x="3722908" y="1895331"/>
              <a:ext cx="23682" cy="90443"/>
            </a:xfrm>
            <a:custGeom>
              <a:rect b="b" l="l" r="r" t="t"/>
              <a:pathLst>
                <a:path extrusionOk="0" h="2490" w="652">
                  <a:moveTo>
                    <a:pt x="179" y="1"/>
                  </a:moveTo>
                  <a:lnTo>
                    <a:pt x="286" y="1856"/>
                  </a:lnTo>
                  <a:lnTo>
                    <a:pt x="0" y="2490"/>
                  </a:lnTo>
                  <a:lnTo>
                    <a:pt x="651" y="2490"/>
                  </a:lnTo>
                  <a:lnTo>
                    <a:pt x="598" y="1910"/>
                  </a:lnTo>
                  <a:lnTo>
                    <a:pt x="598" y="1348"/>
                  </a:lnTo>
                  <a:lnTo>
                    <a:pt x="179"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187"/>
            <p:cNvSpPr/>
            <p:nvPr/>
          </p:nvSpPr>
          <p:spPr>
            <a:xfrm>
              <a:off x="3650956" y="1906663"/>
              <a:ext cx="57390" cy="79110"/>
            </a:xfrm>
            <a:custGeom>
              <a:rect b="b" l="l" r="r" t="t"/>
              <a:pathLst>
                <a:path extrusionOk="0" h="2178" w="1580">
                  <a:moveTo>
                    <a:pt x="1535" y="1"/>
                  </a:moveTo>
                  <a:lnTo>
                    <a:pt x="1018" y="1125"/>
                  </a:lnTo>
                  <a:lnTo>
                    <a:pt x="1" y="2178"/>
                  </a:lnTo>
                  <a:lnTo>
                    <a:pt x="1250" y="2178"/>
                  </a:lnTo>
                  <a:lnTo>
                    <a:pt x="795" y="1839"/>
                  </a:lnTo>
                  <a:lnTo>
                    <a:pt x="1428" y="1303"/>
                  </a:lnTo>
                  <a:lnTo>
                    <a:pt x="1580" y="643"/>
                  </a:lnTo>
                  <a:lnTo>
                    <a:pt x="153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187"/>
            <p:cNvSpPr/>
            <p:nvPr/>
          </p:nvSpPr>
          <p:spPr>
            <a:xfrm>
              <a:off x="3857370" y="1801367"/>
              <a:ext cx="50270" cy="109549"/>
            </a:xfrm>
            <a:custGeom>
              <a:rect b="b" l="l" r="r" t="t"/>
              <a:pathLst>
                <a:path extrusionOk="0" h="3016" w="1384">
                  <a:moveTo>
                    <a:pt x="625" y="1"/>
                  </a:moveTo>
                  <a:lnTo>
                    <a:pt x="580" y="1357"/>
                  </a:lnTo>
                  <a:lnTo>
                    <a:pt x="0" y="402"/>
                  </a:lnTo>
                  <a:lnTo>
                    <a:pt x="411" y="1874"/>
                  </a:lnTo>
                  <a:lnTo>
                    <a:pt x="1383" y="3016"/>
                  </a:lnTo>
                  <a:lnTo>
                    <a:pt x="910" y="1642"/>
                  </a:lnTo>
                  <a:lnTo>
                    <a:pt x="62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62" name="Google Shape;12162;p187"/>
          <p:cNvSpPr/>
          <p:nvPr/>
        </p:nvSpPr>
        <p:spPr>
          <a:xfrm rot="557657">
            <a:off x="8216558" y="4705705"/>
            <a:ext cx="1351433" cy="380974"/>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187"/>
          <p:cNvSpPr/>
          <p:nvPr/>
        </p:nvSpPr>
        <p:spPr>
          <a:xfrm flipH="1">
            <a:off x="7642147" y="70838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187"/>
          <p:cNvSpPr/>
          <p:nvPr/>
        </p:nvSpPr>
        <p:spPr>
          <a:xfrm flipH="1">
            <a:off x="-168596" y="2487257"/>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187"/>
          <p:cNvSpPr/>
          <p:nvPr/>
        </p:nvSpPr>
        <p:spPr>
          <a:xfrm flipH="1">
            <a:off x="8447941" y="2191232"/>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187"/>
          <p:cNvSpPr txBox="1"/>
          <p:nvPr>
            <p:ph type="title"/>
          </p:nvPr>
        </p:nvSpPr>
        <p:spPr>
          <a:xfrm>
            <a:off x="720075"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2167" name="Google Shape;12167;p187"/>
          <p:cNvSpPr txBox="1"/>
          <p:nvPr>
            <p:ph idx="2" type="title"/>
          </p:nvPr>
        </p:nvSpPr>
        <p:spPr>
          <a:xfrm>
            <a:off x="937700" y="3384150"/>
            <a:ext cx="21753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2168" name="Google Shape;12168;p187"/>
          <p:cNvSpPr txBox="1"/>
          <p:nvPr>
            <p:ph idx="1" type="subTitle"/>
          </p:nvPr>
        </p:nvSpPr>
        <p:spPr>
          <a:xfrm>
            <a:off x="937700" y="3740100"/>
            <a:ext cx="21753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2169" name="Google Shape;12169;p187"/>
          <p:cNvSpPr txBox="1"/>
          <p:nvPr>
            <p:ph idx="3" type="title"/>
          </p:nvPr>
        </p:nvSpPr>
        <p:spPr>
          <a:xfrm>
            <a:off x="3484421" y="3384150"/>
            <a:ext cx="21753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2170" name="Google Shape;12170;p187"/>
          <p:cNvSpPr txBox="1"/>
          <p:nvPr>
            <p:ph idx="4" type="subTitle"/>
          </p:nvPr>
        </p:nvSpPr>
        <p:spPr>
          <a:xfrm>
            <a:off x="3484421" y="3740100"/>
            <a:ext cx="21753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2171" name="Google Shape;12171;p187"/>
          <p:cNvSpPr txBox="1"/>
          <p:nvPr>
            <p:ph idx="5" type="title"/>
          </p:nvPr>
        </p:nvSpPr>
        <p:spPr>
          <a:xfrm>
            <a:off x="6031149" y="3384150"/>
            <a:ext cx="21753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2172" name="Google Shape;12172;p187"/>
          <p:cNvSpPr txBox="1"/>
          <p:nvPr>
            <p:ph idx="6" type="subTitle"/>
          </p:nvPr>
        </p:nvSpPr>
        <p:spPr>
          <a:xfrm>
            <a:off x="6031148" y="3740100"/>
            <a:ext cx="21753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2173" name="Google Shape;12173;p187"/>
          <p:cNvSpPr txBox="1"/>
          <p:nvPr>
            <p:ph hasCustomPrompt="1" idx="7" type="title"/>
          </p:nvPr>
        </p:nvSpPr>
        <p:spPr>
          <a:xfrm>
            <a:off x="1502000" y="1845783"/>
            <a:ext cx="1046700" cy="4416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2400"/>
            </a:lvl1pPr>
            <a:lvl2pPr lvl="1" algn="ctr">
              <a:spcBef>
                <a:spcPts val="0"/>
              </a:spcBef>
              <a:spcAft>
                <a:spcPts val="0"/>
              </a:spcAft>
              <a:buSzPts val="4800"/>
              <a:buNone/>
              <a:defRPr sz="4800"/>
            </a:lvl2pPr>
            <a:lvl3pPr lvl="2" algn="ctr">
              <a:spcBef>
                <a:spcPts val="0"/>
              </a:spcBef>
              <a:spcAft>
                <a:spcPts val="0"/>
              </a:spcAft>
              <a:buSzPts val="4800"/>
              <a:buNone/>
              <a:defRPr sz="4800"/>
            </a:lvl3pPr>
            <a:lvl4pPr lvl="3" algn="ctr">
              <a:spcBef>
                <a:spcPts val="0"/>
              </a:spcBef>
              <a:spcAft>
                <a:spcPts val="0"/>
              </a:spcAft>
              <a:buSzPts val="4800"/>
              <a:buNone/>
              <a:defRPr sz="4800"/>
            </a:lvl4pPr>
            <a:lvl5pPr lvl="4" algn="ctr">
              <a:spcBef>
                <a:spcPts val="0"/>
              </a:spcBef>
              <a:spcAft>
                <a:spcPts val="0"/>
              </a:spcAft>
              <a:buSzPts val="4800"/>
              <a:buNone/>
              <a:defRPr sz="4800"/>
            </a:lvl5pPr>
            <a:lvl6pPr lvl="5" algn="ctr">
              <a:spcBef>
                <a:spcPts val="0"/>
              </a:spcBef>
              <a:spcAft>
                <a:spcPts val="0"/>
              </a:spcAft>
              <a:buSzPts val="4800"/>
              <a:buNone/>
              <a:defRPr sz="4800"/>
            </a:lvl6pPr>
            <a:lvl7pPr lvl="6" algn="ctr">
              <a:spcBef>
                <a:spcPts val="0"/>
              </a:spcBef>
              <a:spcAft>
                <a:spcPts val="0"/>
              </a:spcAft>
              <a:buSzPts val="4800"/>
              <a:buNone/>
              <a:defRPr sz="4800"/>
            </a:lvl7pPr>
            <a:lvl8pPr lvl="7" algn="ctr">
              <a:spcBef>
                <a:spcPts val="0"/>
              </a:spcBef>
              <a:spcAft>
                <a:spcPts val="0"/>
              </a:spcAft>
              <a:buSzPts val="4800"/>
              <a:buNone/>
              <a:defRPr sz="4800"/>
            </a:lvl8pPr>
            <a:lvl9pPr lvl="8" algn="ctr">
              <a:spcBef>
                <a:spcPts val="0"/>
              </a:spcBef>
              <a:spcAft>
                <a:spcPts val="0"/>
              </a:spcAft>
              <a:buSzPts val="4800"/>
              <a:buNone/>
              <a:defRPr sz="4800"/>
            </a:lvl9pPr>
          </a:lstStyle>
          <a:p>
            <a:r>
              <a:t>xx%</a:t>
            </a:r>
          </a:p>
        </p:txBody>
      </p:sp>
      <p:sp>
        <p:nvSpPr>
          <p:cNvPr id="12174" name="Google Shape;12174;p187"/>
          <p:cNvSpPr txBox="1"/>
          <p:nvPr>
            <p:ph hasCustomPrompt="1" idx="8" type="title"/>
          </p:nvPr>
        </p:nvSpPr>
        <p:spPr>
          <a:xfrm>
            <a:off x="4048721" y="1845858"/>
            <a:ext cx="1046700" cy="4416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2400"/>
            </a:lvl1pPr>
            <a:lvl2pPr lvl="1" algn="ctr">
              <a:spcBef>
                <a:spcPts val="0"/>
              </a:spcBef>
              <a:spcAft>
                <a:spcPts val="0"/>
              </a:spcAft>
              <a:buSzPts val="4800"/>
              <a:buNone/>
              <a:defRPr sz="4800"/>
            </a:lvl2pPr>
            <a:lvl3pPr lvl="2" algn="ctr">
              <a:spcBef>
                <a:spcPts val="0"/>
              </a:spcBef>
              <a:spcAft>
                <a:spcPts val="0"/>
              </a:spcAft>
              <a:buSzPts val="4800"/>
              <a:buNone/>
              <a:defRPr sz="4800"/>
            </a:lvl3pPr>
            <a:lvl4pPr lvl="3" algn="ctr">
              <a:spcBef>
                <a:spcPts val="0"/>
              </a:spcBef>
              <a:spcAft>
                <a:spcPts val="0"/>
              </a:spcAft>
              <a:buSzPts val="4800"/>
              <a:buNone/>
              <a:defRPr sz="4800"/>
            </a:lvl4pPr>
            <a:lvl5pPr lvl="4" algn="ctr">
              <a:spcBef>
                <a:spcPts val="0"/>
              </a:spcBef>
              <a:spcAft>
                <a:spcPts val="0"/>
              </a:spcAft>
              <a:buSzPts val="4800"/>
              <a:buNone/>
              <a:defRPr sz="4800"/>
            </a:lvl5pPr>
            <a:lvl6pPr lvl="5" algn="ctr">
              <a:spcBef>
                <a:spcPts val="0"/>
              </a:spcBef>
              <a:spcAft>
                <a:spcPts val="0"/>
              </a:spcAft>
              <a:buSzPts val="4800"/>
              <a:buNone/>
              <a:defRPr sz="4800"/>
            </a:lvl6pPr>
            <a:lvl7pPr lvl="6" algn="ctr">
              <a:spcBef>
                <a:spcPts val="0"/>
              </a:spcBef>
              <a:spcAft>
                <a:spcPts val="0"/>
              </a:spcAft>
              <a:buSzPts val="4800"/>
              <a:buNone/>
              <a:defRPr sz="4800"/>
            </a:lvl7pPr>
            <a:lvl8pPr lvl="7" algn="ctr">
              <a:spcBef>
                <a:spcPts val="0"/>
              </a:spcBef>
              <a:spcAft>
                <a:spcPts val="0"/>
              </a:spcAft>
              <a:buSzPts val="4800"/>
              <a:buNone/>
              <a:defRPr sz="4800"/>
            </a:lvl8pPr>
            <a:lvl9pPr lvl="8" algn="ctr">
              <a:spcBef>
                <a:spcPts val="0"/>
              </a:spcBef>
              <a:spcAft>
                <a:spcPts val="0"/>
              </a:spcAft>
              <a:buSzPts val="4800"/>
              <a:buNone/>
              <a:defRPr sz="4800"/>
            </a:lvl9pPr>
          </a:lstStyle>
          <a:p>
            <a:r>
              <a:t>xx%</a:t>
            </a:r>
          </a:p>
        </p:txBody>
      </p:sp>
      <p:sp>
        <p:nvSpPr>
          <p:cNvPr id="12175" name="Google Shape;12175;p187"/>
          <p:cNvSpPr txBox="1"/>
          <p:nvPr>
            <p:ph hasCustomPrompt="1" idx="9" type="title"/>
          </p:nvPr>
        </p:nvSpPr>
        <p:spPr>
          <a:xfrm>
            <a:off x="6595448" y="1845858"/>
            <a:ext cx="1046700" cy="4416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2400"/>
            </a:lvl1pPr>
            <a:lvl2pPr lvl="1" algn="ctr">
              <a:spcBef>
                <a:spcPts val="0"/>
              </a:spcBef>
              <a:spcAft>
                <a:spcPts val="0"/>
              </a:spcAft>
              <a:buSzPts val="4800"/>
              <a:buNone/>
              <a:defRPr sz="4800"/>
            </a:lvl2pPr>
            <a:lvl3pPr lvl="2" algn="ctr">
              <a:spcBef>
                <a:spcPts val="0"/>
              </a:spcBef>
              <a:spcAft>
                <a:spcPts val="0"/>
              </a:spcAft>
              <a:buSzPts val="4800"/>
              <a:buNone/>
              <a:defRPr sz="4800"/>
            </a:lvl3pPr>
            <a:lvl4pPr lvl="3" algn="ctr">
              <a:spcBef>
                <a:spcPts val="0"/>
              </a:spcBef>
              <a:spcAft>
                <a:spcPts val="0"/>
              </a:spcAft>
              <a:buSzPts val="4800"/>
              <a:buNone/>
              <a:defRPr sz="4800"/>
            </a:lvl4pPr>
            <a:lvl5pPr lvl="4" algn="ctr">
              <a:spcBef>
                <a:spcPts val="0"/>
              </a:spcBef>
              <a:spcAft>
                <a:spcPts val="0"/>
              </a:spcAft>
              <a:buSzPts val="4800"/>
              <a:buNone/>
              <a:defRPr sz="4800"/>
            </a:lvl5pPr>
            <a:lvl6pPr lvl="5" algn="ctr">
              <a:spcBef>
                <a:spcPts val="0"/>
              </a:spcBef>
              <a:spcAft>
                <a:spcPts val="0"/>
              </a:spcAft>
              <a:buSzPts val="4800"/>
              <a:buNone/>
              <a:defRPr sz="4800"/>
            </a:lvl6pPr>
            <a:lvl7pPr lvl="6" algn="ctr">
              <a:spcBef>
                <a:spcPts val="0"/>
              </a:spcBef>
              <a:spcAft>
                <a:spcPts val="0"/>
              </a:spcAft>
              <a:buSzPts val="4800"/>
              <a:buNone/>
              <a:defRPr sz="4800"/>
            </a:lvl7pPr>
            <a:lvl8pPr lvl="7" algn="ctr">
              <a:spcBef>
                <a:spcPts val="0"/>
              </a:spcBef>
              <a:spcAft>
                <a:spcPts val="0"/>
              </a:spcAft>
              <a:buSzPts val="4800"/>
              <a:buNone/>
              <a:defRPr sz="4800"/>
            </a:lvl8pPr>
            <a:lvl9pPr lvl="8" algn="ctr">
              <a:spcBef>
                <a:spcPts val="0"/>
              </a:spcBef>
              <a:spcAft>
                <a:spcPts val="0"/>
              </a:spcAft>
              <a:buSzPts val="4800"/>
              <a:buNone/>
              <a:defRPr sz="4800"/>
            </a:lvl9pPr>
          </a:lstStyle>
          <a:p>
            <a:r>
              <a:t>xx%</a:t>
            </a:r>
          </a:p>
        </p:txBody>
      </p:sp>
    </p:spTree>
  </p:cSld>
  <p:clrMapOvr>
    <a:masterClrMapping/>
  </p:clrMapOvr>
</p:sldLayout>
</file>

<file path=ppt/slideLayouts/slideLayout1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2176" name="Shape 12176"/>
        <p:cNvGrpSpPr/>
        <p:nvPr/>
      </p:nvGrpSpPr>
      <p:grpSpPr>
        <a:xfrm>
          <a:off x="0" y="0"/>
          <a:ext cx="0" cy="0"/>
          <a:chOff x="0" y="0"/>
          <a:chExt cx="0" cy="0"/>
        </a:xfrm>
      </p:grpSpPr>
      <p:sp>
        <p:nvSpPr>
          <p:cNvPr id="12177" name="Google Shape;12177;p188"/>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188"/>
          <p:cNvSpPr/>
          <p:nvPr/>
        </p:nvSpPr>
        <p:spPr>
          <a:xfrm flipH="1" rot="-27">
            <a:off x="6928297" y="4535828"/>
            <a:ext cx="5553997" cy="166108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188"/>
          <p:cNvSpPr/>
          <p:nvPr/>
        </p:nvSpPr>
        <p:spPr>
          <a:xfrm>
            <a:off x="-281248" y="4723350"/>
            <a:ext cx="1872395" cy="736075"/>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80" name="Google Shape;12180;p188"/>
          <p:cNvGrpSpPr/>
          <p:nvPr/>
        </p:nvGrpSpPr>
        <p:grpSpPr>
          <a:xfrm>
            <a:off x="-107222" y="3866483"/>
            <a:ext cx="1587377" cy="1306567"/>
            <a:chOff x="1352322" y="1338997"/>
            <a:chExt cx="415457" cy="676942"/>
          </a:xfrm>
        </p:grpSpPr>
        <p:sp>
          <p:nvSpPr>
            <p:cNvPr id="12181" name="Google Shape;12181;p188"/>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188"/>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188"/>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188"/>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188"/>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188"/>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188"/>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188"/>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188"/>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188"/>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188"/>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188"/>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188"/>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4" name="Google Shape;12194;p188"/>
          <p:cNvGrpSpPr/>
          <p:nvPr/>
        </p:nvGrpSpPr>
        <p:grpSpPr>
          <a:xfrm flipH="1">
            <a:off x="6989366" y="3989002"/>
            <a:ext cx="2154611" cy="785401"/>
            <a:chOff x="3363545" y="1399908"/>
            <a:chExt cx="240164" cy="87537"/>
          </a:xfrm>
        </p:grpSpPr>
        <p:sp>
          <p:nvSpPr>
            <p:cNvPr id="12195" name="Google Shape;12195;p188"/>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188"/>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188"/>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188"/>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188"/>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00" name="Google Shape;12200;p188"/>
          <p:cNvSpPr/>
          <p:nvPr/>
        </p:nvSpPr>
        <p:spPr>
          <a:xfrm flipH="1">
            <a:off x="-281246" y="195779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188"/>
          <p:cNvSpPr/>
          <p:nvPr/>
        </p:nvSpPr>
        <p:spPr>
          <a:xfrm flipH="1">
            <a:off x="7784522" y="8946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188"/>
          <p:cNvSpPr/>
          <p:nvPr/>
        </p:nvSpPr>
        <p:spPr>
          <a:xfrm flipH="1">
            <a:off x="8430904" y="1991707"/>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188"/>
          <p:cNvSpPr/>
          <p:nvPr/>
        </p:nvSpPr>
        <p:spPr>
          <a:xfrm flipH="1">
            <a:off x="-145626" y="239627"/>
            <a:ext cx="1255728" cy="238749"/>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188"/>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2205" name="Google Shape;12205;p188"/>
          <p:cNvSpPr txBox="1"/>
          <p:nvPr>
            <p:ph idx="2" type="title"/>
          </p:nvPr>
        </p:nvSpPr>
        <p:spPr>
          <a:xfrm>
            <a:off x="628650" y="2941350"/>
            <a:ext cx="19782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2206" name="Google Shape;12206;p188"/>
          <p:cNvSpPr txBox="1"/>
          <p:nvPr>
            <p:ph idx="1" type="subTitle"/>
          </p:nvPr>
        </p:nvSpPr>
        <p:spPr>
          <a:xfrm>
            <a:off x="628650" y="3265015"/>
            <a:ext cx="1978200" cy="77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2207" name="Google Shape;12207;p188"/>
          <p:cNvSpPr txBox="1"/>
          <p:nvPr>
            <p:ph idx="3" type="title"/>
          </p:nvPr>
        </p:nvSpPr>
        <p:spPr>
          <a:xfrm>
            <a:off x="6537176" y="2941350"/>
            <a:ext cx="19782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2208" name="Google Shape;12208;p188"/>
          <p:cNvSpPr txBox="1"/>
          <p:nvPr>
            <p:ph idx="4" type="subTitle"/>
          </p:nvPr>
        </p:nvSpPr>
        <p:spPr>
          <a:xfrm>
            <a:off x="6537176" y="3265015"/>
            <a:ext cx="1978200" cy="77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2209" name="Google Shape;12209;p188"/>
          <p:cNvSpPr txBox="1"/>
          <p:nvPr>
            <p:ph idx="5" type="title"/>
          </p:nvPr>
        </p:nvSpPr>
        <p:spPr>
          <a:xfrm>
            <a:off x="2598159" y="2941350"/>
            <a:ext cx="19782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2210" name="Google Shape;12210;p188"/>
          <p:cNvSpPr txBox="1"/>
          <p:nvPr>
            <p:ph idx="6" type="subTitle"/>
          </p:nvPr>
        </p:nvSpPr>
        <p:spPr>
          <a:xfrm>
            <a:off x="2598159" y="3265015"/>
            <a:ext cx="1978200" cy="77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2211" name="Google Shape;12211;p188"/>
          <p:cNvSpPr txBox="1"/>
          <p:nvPr>
            <p:ph idx="7" type="title"/>
          </p:nvPr>
        </p:nvSpPr>
        <p:spPr>
          <a:xfrm>
            <a:off x="4567667" y="2941350"/>
            <a:ext cx="19782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2212" name="Google Shape;12212;p188"/>
          <p:cNvSpPr txBox="1"/>
          <p:nvPr>
            <p:ph idx="8" type="subTitle"/>
          </p:nvPr>
        </p:nvSpPr>
        <p:spPr>
          <a:xfrm>
            <a:off x="4567667" y="3265015"/>
            <a:ext cx="1978200" cy="778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1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5_1">
    <p:spTree>
      <p:nvGrpSpPr>
        <p:cNvPr id="12213" name="Shape 12213"/>
        <p:cNvGrpSpPr/>
        <p:nvPr/>
      </p:nvGrpSpPr>
      <p:grpSpPr>
        <a:xfrm>
          <a:off x="0" y="0"/>
          <a:ext cx="0" cy="0"/>
          <a:chOff x="0" y="0"/>
          <a:chExt cx="0" cy="0"/>
        </a:xfrm>
      </p:grpSpPr>
      <p:sp>
        <p:nvSpPr>
          <p:cNvPr id="12214" name="Google Shape;12214;p189"/>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189"/>
          <p:cNvSpPr/>
          <p:nvPr/>
        </p:nvSpPr>
        <p:spPr>
          <a:xfrm flipH="1" rot="-238332">
            <a:off x="6971149" y="4242317"/>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16" name="Google Shape;12216;p189"/>
          <p:cNvGrpSpPr/>
          <p:nvPr/>
        </p:nvGrpSpPr>
        <p:grpSpPr>
          <a:xfrm flipH="1">
            <a:off x="6989366" y="3989002"/>
            <a:ext cx="2154611" cy="785401"/>
            <a:chOff x="3363545" y="1399908"/>
            <a:chExt cx="240164" cy="87537"/>
          </a:xfrm>
        </p:grpSpPr>
        <p:sp>
          <p:nvSpPr>
            <p:cNvPr id="12217" name="Google Shape;12217;p189"/>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189"/>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189"/>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189"/>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189"/>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22" name="Google Shape;12222;p189"/>
          <p:cNvSpPr/>
          <p:nvPr/>
        </p:nvSpPr>
        <p:spPr>
          <a:xfrm rot="238332">
            <a:off x="-3394295" y="4242315"/>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23" name="Google Shape;12223;p189"/>
          <p:cNvGrpSpPr/>
          <p:nvPr/>
        </p:nvGrpSpPr>
        <p:grpSpPr>
          <a:xfrm>
            <a:off x="-13051" y="3988966"/>
            <a:ext cx="2154611" cy="785401"/>
            <a:chOff x="3363545" y="1399908"/>
            <a:chExt cx="240164" cy="87537"/>
          </a:xfrm>
        </p:grpSpPr>
        <p:sp>
          <p:nvSpPr>
            <p:cNvPr id="12224" name="Google Shape;12224;p189"/>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189"/>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189"/>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189"/>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189"/>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29" name="Google Shape;12229;p189"/>
          <p:cNvSpPr/>
          <p:nvPr/>
        </p:nvSpPr>
        <p:spPr>
          <a:xfrm flipH="1">
            <a:off x="-334053" y="8650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189"/>
          <p:cNvSpPr/>
          <p:nvPr/>
        </p:nvSpPr>
        <p:spPr>
          <a:xfrm flipH="1">
            <a:off x="8430904" y="123517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189"/>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2232" name="Google Shape;12232;p189"/>
          <p:cNvSpPr txBox="1"/>
          <p:nvPr>
            <p:ph idx="2" type="title"/>
          </p:nvPr>
        </p:nvSpPr>
        <p:spPr>
          <a:xfrm>
            <a:off x="628650" y="2489575"/>
            <a:ext cx="1978200" cy="4782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2233" name="Google Shape;12233;p189"/>
          <p:cNvSpPr txBox="1"/>
          <p:nvPr>
            <p:ph idx="1" type="subTitle"/>
          </p:nvPr>
        </p:nvSpPr>
        <p:spPr>
          <a:xfrm>
            <a:off x="628650" y="1710775"/>
            <a:ext cx="1978200" cy="7788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2234" name="Google Shape;12234;p189"/>
          <p:cNvSpPr txBox="1"/>
          <p:nvPr>
            <p:ph idx="3" type="title"/>
          </p:nvPr>
        </p:nvSpPr>
        <p:spPr>
          <a:xfrm>
            <a:off x="6537175" y="2489575"/>
            <a:ext cx="1978200" cy="4782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2235" name="Google Shape;12235;p189"/>
          <p:cNvSpPr txBox="1"/>
          <p:nvPr>
            <p:ph idx="4" type="subTitle"/>
          </p:nvPr>
        </p:nvSpPr>
        <p:spPr>
          <a:xfrm>
            <a:off x="6537176" y="1717404"/>
            <a:ext cx="1978200" cy="7788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2236" name="Google Shape;12236;p189"/>
          <p:cNvSpPr txBox="1"/>
          <p:nvPr>
            <p:ph idx="5" type="title"/>
          </p:nvPr>
        </p:nvSpPr>
        <p:spPr>
          <a:xfrm>
            <a:off x="2598158" y="2489575"/>
            <a:ext cx="1978200" cy="4782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2237" name="Google Shape;12237;p189"/>
          <p:cNvSpPr txBox="1"/>
          <p:nvPr>
            <p:ph idx="6" type="subTitle"/>
          </p:nvPr>
        </p:nvSpPr>
        <p:spPr>
          <a:xfrm>
            <a:off x="2598159" y="1710775"/>
            <a:ext cx="1978200" cy="7788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2238" name="Google Shape;12238;p189"/>
          <p:cNvSpPr txBox="1"/>
          <p:nvPr>
            <p:ph idx="7" type="title"/>
          </p:nvPr>
        </p:nvSpPr>
        <p:spPr>
          <a:xfrm>
            <a:off x="4567667" y="2489575"/>
            <a:ext cx="1978200" cy="4782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2239" name="Google Shape;12239;p189"/>
          <p:cNvSpPr txBox="1"/>
          <p:nvPr>
            <p:ph idx="8" type="subTitle"/>
          </p:nvPr>
        </p:nvSpPr>
        <p:spPr>
          <a:xfrm>
            <a:off x="4567667" y="1710775"/>
            <a:ext cx="1978200" cy="7788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1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12240" name="Shape 12240"/>
        <p:cNvGrpSpPr/>
        <p:nvPr/>
      </p:nvGrpSpPr>
      <p:grpSpPr>
        <a:xfrm>
          <a:off x="0" y="0"/>
          <a:ext cx="0" cy="0"/>
          <a:chOff x="0" y="0"/>
          <a:chExt cx="0" cy="0"/>
        </a:xfrm>
      </p:grpSpPr>
      <p:sp>
        <p:nvSpPr>
          <p:cNvPr id="12241" name="Google Shape;12241;p190"/>
          <p:cNvSpPr/>
          <p:nvPr/>
        </p:nvSpPr>
        <p:spPr>
          <a:xfrm flipH="1">
            <a:off x="-1" y="4762490"/>
            <a:ext cx="9173906"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190"/>
          <p:cNvSpPr/>
          <p:nvPr/>
        </p:nvSpPr>
        <p:spPr>
          <a:xfrm flipH="1">
            <a:off x="7935179" y="4901155"/>
            <a:ext cx="1670860" cy="78539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190"/>
          <p:cNvSpPr/>
          <p:nvPr/>
        </p:nvSpPr>
        <p:spPr>
          <a:xfrm flipH="1">
            <a:off x="8166989" y="4775050"/>
            <a:ext cx="1046875" cy="549114"/>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44" name="Google Shape;12244;p190"/>
          <p:cNvGrpSpPr/>
          <p:nvPr/>
        </p:nvGrpSpPr>
        <p:grpSpPr>
          <a:xfrm flipH="1">
            <a:off x="8383798" y="3692007"/>
            <a:ext cx="1041675" cy="1662029"/>
            <a:chOff x="1352322" y="1338997"/>
            <a:chExt cx="415457" cy="676942"/>
          </a:xfrm>
        </p:grpSpPr>
        <p:sp>
          <p:nvSpPr>
            <p:cNvPr id="12245" name="Google Shape;12245;p190"/>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190"/>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190"/>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190"/>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190"/>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190"/>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190"/>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190"/>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190"/>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190"/>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190"/>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190"/>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190"/>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8" name="Google Shape;12258;p190"/>
          <p:cNvGrpSpPr/>
          <p:nvPr/>
        </p:nvGrpSpPr>
        <p:grpSpPr>
          <a:xfrm flipH="1">
            <a:off x="-201443" y="3734057"/>
            <a:ext cx="1180703" cy="1035418"/>
            <a:chOff x="3650956" y="1757963"/>
            <a:chExt cx="258943" cy="227815"/>
          </a:xfrm>
        </p:grpSpPr>
        <p:sp>
          <p:nvSpPr>
            <p:cNvPr id="12259" name="Google Shape;12259;p190"/>
            <p:cNvSpPr/>
            <p:nvPr/>
          </p:nvSpPr>
          <p:spPr>
            <a:xfrm>
              <a:off x="3650956" y="1757963"/>
              <a:ext cx="258943" cy="227815"/>
            </a:xfrm>
            <a:custGeom>
              <a:rect b="b" l="l" r="r" t="t"/>
              <a:pathLst>
                <a:path extrusionOk="0" h="6272" w="7129">
                  <a:moveTo>
                    <a:pt x="5416" y="0"/>
                  </a:moveTo>
                  <a:lnTo>
                    <a:pt x="3828" y="411"/>
                  </a:lnTo>
                  <a:lnTo>
                    <a:pt x="3337" y="1499"/>
                  </a:lnTo>
                  <a:lnTo>
                    <a:pt x="2320" y="1945"/>
                  </a:lnTo>
                  <a:lnTo>
                    <a:pt x="1642" y="3016"/>
                  </a:lnTo>
                  <a:lnTo>
                    <a:pt x="1535" y="4095"/>
                  </a:lnTo>
                  <a:lnTo>
                    <a:pt x="1018" y="5219"/>
                  </a:lnTo>
                  <a:lnTo>
                    <a:pt x="1" y="6272"/>
                  </a:lnTo>
                  <a:lnTo>
                    <a:pt x="3846" y="6272"/>
                  </a:lnTo>
                  <a:lnTo>
                    <a:pt x="3417" y="5255"/>
                  </a:lnTo>
                  <a:lnTo>
                    <a:pt x="3623" y="4461"/>
                  </a:lnTo>
                  <a:lnTo>
                    <a:pt x="4390" y="3408"/>
                  </a:lnTo>
                  <a:lnTo>
                    <a:pt x="4898" y="3533"/>
                  </a:lnTo>
                  <a:lnTo>
                    <a:pt x="5327" y="4505"/>
                  </a:lnTo>
                  <a:lnTo>
                    <a:pt x="5077" y="5522"/>
                  </a:lnTo>
                  <a:lnTo>
                    <a:pt x="5228" y="6272"/>
                  </a:lnTo>
                  <a:lnTo>
                    <a:pt x="7129" y="6272"/>
                  </a:lnTo>
                  <a:lnTo>
                    <a:pt x="6745" y="5174"/>
                  </a:lnTo>
                  <a:lnTo>
                    <a:pt x="7066" y="4211"/>
                  </a:lnTo>
                  <a:lnTo>
                    <a:pt x="6593" y="2837"/>
                  </a:lnTo>
                  <a:lnTo>
                    <a:pt x="6308" y="1196"/>
                  </a:lnTo>
                  <a:lnTo>
                    <a:pt x="54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190"/>
            <p:cNvSpPr/>
            <p:nvPr/>
          </p:nvSpPr>
          <p:spPr>
            <a:xfrm>
              <a:off x="3710595" y="1757963"/>
              <a:ext cx="169481" cy="109549"/>
            </a:xfrm>
            <a:custGeom>
              <a:rect b="b" l="l" r="r" t="t"/>
              <a:pathLst>
                <a:path extrusionOk="0" h="3016" w="4666">
                  <a:moveTo>
                    <a:pt x="3774" y="0"/>
                  </a:moveTo>
                  <a:lnTo>
                    <a:pt x="2186" y="411"/>
                  </a:lnTo>
                  <a:lnTo>
                    <a:pt x="1695" y="1499"/>
                  </a:lnTo>
                  <a:lnTo>
                    <a:pt x="678" y="1945"/>
                  </a:lnTo>
                  <a:lnTo>
                    <a:pt x="0" y="3016"/>
                  </a:lnTo>
                  <a:lnTo>
                    <a:pt x="0" y="3016"/>
                  </a:lnTo>
                  <a:lnTo>
                    <a:pt x="794" y="2346"/>
                  </a:lnTo>
                  <a:lnTo>
                    <a:pt x="1401" y="2257"/>
                  </a:lnTo>
                  <a:lnTo>
                    <a:pt x="1918" y="2552"/>
                  </a:lnTo>
                  <a:lnTo>
                    <a:pt x="1570" y="1927"/>
                  </a:lnTo>
                  <a:lnTo>
                    <a:pt x="2186" y="2061"/>
                  </a:lnTo>
                  <a:lnTo>
                    <a:pt x="2025" y="1579"/>
                  </a:lnTo>
                  <a:lnTo>
                    <a:pt x="2560" y="866"/>
                  </a:lnTo>
                  <a:lnTo>
                    <a:pt x="3649" y="803"/>
                  </a:lnTo>
                  <a:lnTo>
                    <a:pt x="4666" y="1196"/>
                  </a:lnTo>
                  <a:lnTo>
                    <a:pt x="3774"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190"/>
            <p:cNvSpPr/>
            <p:nvPr/>
          </p:nvSpPr>
          <p:spPr>
            <a:xfrm>
              <a:off x="3768600" y="1867472"/>
              <a:ext cx="141295" cy="118302"/>
            </a:xfrm>
            <a:custGeom>
              <a:rect b="b" l="l" r="r" t="t"/>
              <a:pathLst>
                <a:path extrusionOk="0" h="3257" w="3890">
                  <a:moveTo>
                    <a:pt x="1534" y="1"/>
                  </a:moveTo>
                  <a:lnTo>
                    <a:pt x="856" y="116"/>
                  </a:lnTo>
                  <a:lnTo>
                    <a:pt x="259" y="1196"/>
                  </a:lnTo>
                  <a:lnTo>
                    <a:pt x="71" y="447"/>
                  </a:lnTo>
                  <a:lnTo>
                    <a:pt x="0" y="1767"/>
                  </a:lnTo>
                  <a:lnTo>
                    <a:pt x="178" y="2240"/>
                  </a:lnTo>
                  <a:lnTo>
                    <a:pt x="384" y="1446"/>
                  </a:lnTo>
                  <a:lnTo>
                    <a:pt x="1151" y="393"/>
                  </a:lnTo>
                  <a:lnTo>
                    <a:pt x="1659" y="518"/>
                  </a:lnTo>
                  <a:lnTo>
                    <a:pt x="2088" y="1490"/>
                  </a:lnTo>
                  <a:lnTo>
                    <a:pt x="1838" y="2507"/>
                  </a:lnTo>
                  <a:lnTo>
                    <a:pt x="1989" y="3257"/>
                  </a:lnTo>
                  <a:lnTo>
                    <a:pt x="3890" y="3257"/>
                  </a:lnTo>
                  <a:lnTo>
                    <a:pt x="3506" y="2159"/>
                  </a:lnTo>
                  <a:lnTo>
                    <a:pt x="3488" y="3087"/>
                  </a:lnTo>
                  <a:lnTo>
                    <a:pt x="2935" y="2820"/>
                  </a:lnTo>
                  <a:lnTo>
                    <a:pt x="2882" y="1767"/>
                  </a:lnTo>
                  <a:lnTo>
                    <a:pt x="2614" y="2820"/>
                  </a:lnTo>
                  <a:lnTo>
                    <a:pt x="2177" y="2382"/>
                  </a:lnTo>
                  <a:lnTo>
                    <a:pt x="2543" y="973"/>
                  </a:lnTo>
                  <a:lnTo>
                    <a:pt x="1534"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190"/>
            <p:cNvSpPr/>
            <p:nvPr/>
          </p:nvSpPr>
          <p:spPr>
            <a:xfrm>
              <a:off x="3722908" y="1895331"/>
              <a:ext cx="23682" cy="90443"/>
            </a:xfrm>
            <a:custGeom>
              <a:rect b="b" l="l" r="r" t="t"/>
              <a:pathLst>
                <a:path extrusionOk="0" h="2490" w="652">
                  <a:moveTo>
                    <a:pt x="179" y="1"/>
                  </a:moveTo>
                  <a:lnTo>
                    <a:pt x="286" y="1856"/>
                  </a:lnTo>
                  <a:lnTo>
                    <a:pt x="0" y="2490"/>
                  </a:lnTo>
                  <a:lnTo>
                    <a:pt x="651" y="2490"/>
                  </a:lnTo>
                  <a:lnTo>
                    <a:pt x="598" y="1910"/>
                  </a:lnTo>
                  <a:lnTo>
                    <a:pt x="598" y="1348"/>
                  </a:lnTo>
                  <a:lnTo>
                    <a:pt x="179"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190"/>
            <p:cNvSpPr/>
            <p:nvPr/>
          </p:nvSpPr>
          <p:spPr>
            <a:xfrm>
              <a:off x="3650956" y="1906663"/>
              <a:ext cx="57390" cy="79110"/>
            </a:xfrm>
            <a:custGeom>
              <a:rect b="b" l="l" r="r" t="t"/>
              <a:pathLst>
                <a:path extrusionOk="0" h="2178" w="1580">
                  <a:moveTo>
                    <a:pt x="1535" y="1"/>
                  </a:moveTo>
                  <a:lnTo>
                    <a:pt x="1018" y="1125"/>
                  </a:lnTo>
                  <a:lnTo>
                    <a:pt x="1" y="2178"/>
                  </a:lnTo>
                  <a:lnTo>
                    <a:pt x="1250" y="2178"/>
                  </a:lnTo>
                  <a:lnTo>
                    <a:pt x="795" y="1839"/>
                  </a:lnTo>
                  <a:lnTo>
                    <a:pt x="1428" y="1303"/>
                  </a:lnTo>
                  <a:lnTo>
                    <a:pt x="1580" y="643"/>
                  </a:lnTo>
                  <a:lnTo>
                    <a:pt x="153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190"/>
            <p:cNvSpPr/>
            <p:nvPr/>
          </p:nvSpPr>
          <p:spPr>
            <a:xfrm>
              <a:off x="3857370" y="1801367"/>
              <a:ext cx="50270" cy="109549"/>
            </a:xfrm>
            <a:custGeom>
              <a:rect b="b" l="l" r="r" t="t"/>
              <a:pathLst>
                <a:path extrusionOk="0" h="3016" w="1384">
                  <a:moveTo>
                    <a:pt x="625" y="1"/>
                  </a:moveTo>
                  <a:lnTo>
                    <a:pt x="580" y="1357"/>
                  </a:lnTo>
                  <a:lnTo>
                    <a:pt x="0" y="402"/>
                  </a:lnTo>
                  <a:lnTo>
                    <a:pt x="411" y="1874"/>
                  </a:lnTo>
                  <a:lnTo>
                    <a:pt x="1383" y="3016"/>
                  </a:lnTo>
                  <a:lnTo>
                    <a:pt x="910" y="1642"/>
                  </a:lnTo>
                  <a:lnTo>
                    <a:pt x="62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65" name="Google Shape;12265;p190"/>
          <p:cNvSpPr/>
          <p:nvPr/>
        </p:nvSpPr>
        <p:spPr>
          <a:xfrm flipH="1" rot="-555866">
            <a:off x="-288823" y="4705683"/>
            <a:ext cx="1355749" cy="381007"/>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190"/>
          <p:cNvSpPr/>
          <p:nvPr/>
        </p:nvSpPr>
        <p:spPr>
          <a:xfrm flipH="1">
            <a:off x="-113446" y="37042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190"/>
          <p:cNvSpPr/>
          <p:nvPr/>
        </p:nvSpPr>
        <p:spPr>
          <a:xfrm flipH="1">
            <a:off x="7814147" y="46568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190"/>
          <p:cNvSpPr/>
          <p:nvPr/>
        </p:nvSpPr>
        <p:spPr>
          <a:xfrm flipH="1">
            <a:off x="8326279" y="3021607"/>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69" name="Google Shape;12269;p190"/>
          <p:cNvGrpSpPr/>
          <p:nvPr/>
        </p:nvGrpSpPr>
        <p:grpSpPr>
          <a:xfrm>
            <a:off x="8052488" y="4680102"/>
            <a:ext cx="542735" cy="395428"/>
            <a:chOff x="6123718" y="525411"/>
            <a:chExt cx="1395563" cy="1024955"/>
          </a:xfrm>
        </p:grpSpPr>
        <p:grpSp>
          <p:nvGrpSpPr>
            <p:cNvPr id="12270" name="Google Shape;12270;p190"/>
            <p:cNvGrpSpPr/>
            <p:nvPr/>
          </p:nvGrpSpPr>
          <p:grpSpPr>
            <a:xfrm flipH="1">
              <a:off x="6123718" y="525411"/>
              <a:ext cx="1395563" cy="1024955"/>
              <a:chOff x="1696430" y="1591394"/>
              <a:chExt cx="279683" cy="208092"/>
            </a:xfrm>
          </p:grpSpPr>
          <p:sp>
            <p:nvSpPr>
              <p:cNvPr id="12271" name="Google Shape;12271;p190"/>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190"/>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190"/>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190"/>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190"/>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190"/>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190"/>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190"/>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190"/>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190"/>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190"/>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82" name="Google Shape;12282;p190"/>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83" name="Google Shape;12283;p190"/>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2284" name="Google Shape;12284;p190"/>
          <p:cNvSpPr txBox="1"/>
          <p:nvPr>
            <p:ph idx="2" type="title"/>
          </p:nvPr>
        </p:nvSpPr>
        <p:spPr>
          <a:xfrm>
            <a:off x="1101175" y="1866200"/>
            <a:ext cx="198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2285" name="Google Shape;12285;p190"/>
          <p:cNvSpPr txBox="1"/>
          <p:nvPr>
            <p:ph idx="1" type="subTitle"/>
          </p:nvPr>
        </p:nvSpPr>
        <p:spPr>
          <a:xfrm>
            <a:off x="1101175" y="2191400"/>
            <a:ext cx="19860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2286" name="Google Shape;12286;p190"/>
          <p:cNvSpPr txBox="1"/>
          <p:nvPr>
            <p:ph idx="3" type="title"/>
          </p:nvPr>
        </p:nvSpPr>
        <p:spPr>
          <a:xfrm>
            <a:off x="3578950" y="1866200"/>
            <a:ext cx="198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2287" name="Google Shape;12287;p190"/>
          <p:cNvSpPr txBox="1"/>
          <p:nvPr>
            <p:ph idx="4" type="subTitle"/>
          </p:nvPr>
        </p:nvSpPr>
        <p:spPr>
          <a:xfrm>
            <a:off x="3578950" y="2191400"/>
            <a:ext cx="19860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2288" name="Google Shape;12288;p190"/>
          <p:cNvSpPr txBox="1"/>
          <p:nvPr>
            <p:ph idx="5" type="title"/>
          </p:nvPr>
        </p:nvSpPr>
        <p:spPr>
          <a:xfrm>
            <a:off x="1101175" y="3680600"/>
            <a:ext cx="198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2289" name="Google Shape;12289;p190"/>
          <p:cNvSpPr txBox="1"/>
          <p:nvPr>
            <p:ph idx="6" type="subTitle"/>
          </p:nvPr>
        </p:nvSpPr>
        <p:spPr>
          <a:xfrm>
            <a:off x="1101175" y="4005800"/>
            <a:ext cx="19860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2290" name="Google Shape;12290;p190"/>
          <p:cNvSpPr txBox="1"/>
          <p:nvPr>
            <p:ph idx="7" type="title"/>
          </p:nvPr>
        </p:nvSpPr>
        <p:spPr>
          <a:xfrm>
            <a:off x="3578947" y="3680600"/>
            <a:ext cx="198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2291" name="Google Shape;12291;p190"/>
          <p:cNvSpPr txBox="1"/>
          <p:nvPr>
            <p:ph idx="8" type="subTitle"/>
          </p:nvPr>
        </p:nvSpPr>
        <p:spPr>
          <a:xfrm>
            <a:off x="3578997" y="4005800"/>
            <a:ext cx="19860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2292" name="Google Shape;12292;p190"/>
          <p:cNvSpPr txBox="1"/>
          <p:nvPr>
            <p:ph idx="9" type="title"/>
          </p:nvPr>
        </p:nvSpPr>
        <p:spPr>
          <a:xfrm>
            <a:off x="6056725" y="1866200"/>
            <a:ext cx="198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2293" name="Google Shape;12293;p190"/>
          <p:cNvSpPr txBox="1"/>
          <p:nvPr>
            <p:ph idx="13" type="subTitle"/>
          </p:nvPr>
        </p:nvSpPr>
        <p:spPr>
          <a:xfrm>
            <a:off x="6056725" y="2191400"/>
            <a:ext cx="19860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2294" name="Google Shape;12294;p190"/>
          <p:cNvSpPr txBox="1"/>
          <p:nvPr>
            <p:ph idx="14" type="title"/>
          </p:nvPr>
        </p:nvSpPr>
        <p:spPr>
          <a:xfrm>
            <a:off x="6056725" y="3680600"/>
            <a:ext cx="198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2295" name="Google Shape;12295;p190"/>
          <p:cNvSpPr txBox="1"/>
          <p:nvPr>
            <p:ph idx="15" type="subTitle"/>
          </p:nvPr>
        </p:nvSpPr>
        <p:spPr>
          <a:xfrm>
            <a:off x="6056825" y="4005800"/>
            <a:ext cx="19860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1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12296" name="Shape 12296"/>
        <p:cNvGrpSpPr/>
        <p:nvPr/>
      </p:nvGrpSpPr>
      <p:grpSpPr>
        <a:xfrm>
          <a:off x="0" y="0"/>
          <a:ext cx="0" cy="0"/>
          <a:chOff x="0" y="0"/>
          <a:chExt cx="0" cy="0"/>
        </a:xfrm>
      </p:grpSpPr>
      <p:sp>
        <p:nvSpPr>
          <p:cNvPr id="12297" name="Google Shape;12297;p191"/>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191"/>
          <p:cNvSpPr/>
          <p:nvPr/>
        </p:nvSpPr>
        <p:spPr>
          <a:xfrm flipH="1" rot="-27">
            <a:off x="7712747" y="4535828"/>
            <a:ext cx="5553997" cy="166108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191"/>
          <p:cNvSpPr/>
          <p:nvPr/>
        </p:nvSpPr>
        <p:spPr>
          <a:xfrm rot="-484425">
            <a:off x="-584671" y="4812462"/>
            <a:ext cx="1872361" cy="736091"/>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00" name="Google Shape;12300;p191"/>
          <p:cNvGrpSpPr/>
          <p:nvPr/>
        </p:nvGrpSpPr>
        <p:grpSpPr>
          <a:xfrm>
            <a:off x="-107175" y="4023152"/>
            <a:ext cx="1339640" cy="1102672"/>
            <a:chOff x="1352322" y="1338997"/>
            <a:chExt cx="415457" cy="676942"/>
          </a:xfrm>
        </p:grpSpPr>
        <p:sp>
          <p:nvSpPr>
            <p:cNvPr id="12301" name="Google Shape;12301;p191"/>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191"/>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191"/>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191"/>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191"/>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191"/>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191"/>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191"/>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191"/>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191"/>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191"/>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191"/>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191"/>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14" name="Google Shape;12314;p191"/>
          <p:cNvSpPr/>
          <p:nvPr/>
        </p:nvSpPr>
        <p:spPr>
          <a:xfrm flipH="1">
            <a:off x="-334053" y="8650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191"/>
          <p:cNvSpPr/>
          <p:nvPr/>
        </p:nvSpPr>
        <p:spPr>
          <a:xfrm flipH="1">
            <a:off x="8430904" y="158472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16" name="Google Shape;12316;p191"/>
          <p:cNvGrpSpPr/>
          <p:nvPr/>
        </p:nvGrpSpPr>
        <p:grpSpPr>
          <a:xfrm flipH="1">
            <a:off x="7770333" y="4233183"/>
            <a:ext cx="1484696" cy="541199"/>
            <a:chOff x="3363545" y="1399908"/>
            <a:chExt cx="240164" cy="87537"/>
          </a:xfrm>
        </p:grpSpPr>
        <p:sp>
          <p:nvSpPr>
            <p:cNvPr id="12317" name="Google Shape;12317;p191"/>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191"/>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191"/>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191"/>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191"/>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22" name="Google Shape;12322;p191"/>
          <p:cNvSpPr txBox="1"/>
          <p:nvPr>
            <p:ph type="title"/>
          </p:nvPr>
        </p:nvSpPr>
        <p:spPr>
          <a:xfrm>
            <a:off x="720000" y="3384148"/>
            <a:ext cx="192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2323" name="Google Shape;12323;p191"/>
          <p:cNvSpPr txBox="1"/>
          <p:nvPr>
            <p:ph idx="1" type="subTitle"/>
          </p:nvPr>
        </p:nvSpPr>
        <p:spPr>
          <a:xfrm>
            <a:off x="720000" y="3740099"/>
            <a:ext cx="19260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2324" name="Google Shape;12324;p191"/>
          <p:cNvSpPr txBox="1"/>
          <p:nvPr>
            <p:ph hasCustomPrompt="1" idx="2" type="title"/>
          </p:nvPr>
        </p:nvSpPr>
        <p:spPr>
          <a:xfrm>
            <a:off x="1131131" y="2205300"/>
            <a:ext cx="1104000" cy="441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4800"/>
              <a:buNone/>
              <a:defRPr sz="2400"/>
            </a:lvl1pPr>
            <a:lvl2pPr lvl="1" algn="ctr">
              <a:lnSpc>
                <a:spcPct val="100000"/>
              </a:lnSpc>
              <a:spcBef>
                <a:spcPts val="0"/>
              </a:spcBef>
              <a:spcAft>
                <a:spcPts val="0"/>
              </a:spcAft>
              <a:buSzPts val="4800"/>
              <a:buNone/>
              <a:defRPr sz="4800"/>
            </a:lvl2pPr>
            <a:lvl3pPr lvl="2" algn="ctr">
              <a:lnSpc>
                <a:spcPct val="100000"/>
              </a:lnSpc>
              <a:spcBef>
                <a:spcPts val="0"/>
              </a:spcBef>
              <a:spcAft>
                <a:spcPts val="0"/>
              </a:spcAft>
              <a:buSzPts val="4800"/>
              <a:buNone/>
              <a:defRPr sz="4800"/>
            </a:lvl3pPr>
            <a:lvl4pPr lvl="3" algn="ctr">
              <a:lnSpc>
                <a:spcPct val="100000"/>
              </a:lnSpc>
              <a:spcBef>
                <a:spcPts val="0"/>
              </a:spcBef>
              <a:spcAft>
                <a:spcPts val="0"/>
              </a:spcAft>
              <a:buSzPts val="4800"/>
              <a:buNone/>
              <a:defRPr sz="4800"/>
            </a:lvl4pPr>
            <a:lvl5pPr lvl="4" algn="ctr">
              <a:lnSpc>
                <a:spcPct val="100000"/>
              </a:lnSpc>
              <a:spcBef>
                <a:spcPts val="0"/>
              </a:spcBef>
              <a:spcAft>
                <a:spcPts val="0"/>
              </a:spcAft>
              <a:buSzPts val="4800"/>
              <a:buNone/>
              <a:defRPr sz="4800"/>
            </a:lvl5pPr>
            <a:lvl6pPr lvl="5" algn="ctr">
              <a:lnSpc>
                <a:spcPct val="100000"/>
              </a:lnSpc>
              <a:spcBef>
                <a:spcPts val="0"/>
              </a:spcBef>
              <a:spcAft>
                <a:spcPts val="0"/>
              </a:spcAft>
              <a:buSzPts val="4800"/>
              <a:buNone/>
              <a:defRPr sz="4800"/>
            </a:lvl6pPr>
            <a:lvl7pPr lvl="6" algn="ctr">
              <a:lnSpc>
                <a:spcPct val="100000"/>
              </a:lnSpc>
              <a:spcBef>
                <a:spcPts val="0"/>
              </a:spcBef>
              <a:spcAft>
                <a:spcPts val="0"/>
              </a:spcAft>
              <a:buSzPts val="4800"/>
              <a:buNone/>
              <a:defRPr sz="4800"/>
            </a:lvl7pPr>
            <a:lvl8pPr lvl="7" algn="ctr">
              <a:lnSpc>
                <a:spcPct val="100000"/>
              </a:lnSpc>
              <a:spcBef>
                <a:spcPts val="0"/>
              </a:spcBef>
              <a:spcAft>
                <a:spcPts val="0"/>
              </a:spcAft>
              <a:buSzPts val="4800"/>
              <a:buNone/>
              <a:defRPr sz="4800"/>
            </a:lvl8pPr>
            <a:lvl9pPr lvl="8" algn="ctr">
              <a:lnSpc>
                <a:spcPct val="100000"/>
              </a:lnSpc>
              <a:spcBef>
                <a:spcPts val="0"/>
              </a:spcBef>
              <a:spcAft>
                <a:spcPts val="0"/>
              </a:spcAft>
              <a:buSzPts val="4800"/>
              <a:buNone/>
              <a:defRPr sz="4800"/>
            </a:lvl9pPr>
          </a:lstStyle>
          <a:p>
            <a:r>
              <a:t>xx%</a:t>
            </a:r>
          </a:p>
        </p:txBody>
      </p:sp>
      <p:sp>
        <p:nvSpPr>
          <p:cNvPr id="12325" name="Google Shape;12325;p191"/>
          <p:cNvSpPr txBox="1"/>
          <p:nvPr>
            <p:ph idx="3"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2326" name="Google Shape;12326;p191"/>
          <p:cNvSpPr txBox="1"/>
          <p:nvPr>
            <p:ph idx="4" type="title"/>
          </p:nvPr>
        </p:nvSpPr>
        <p:spPr>
          <a:xfrm>
            <a:off x="2646000" y="3384148"/>
            <a:ext cx="192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2327" name="Google Shape;12327;p191"/>
          <p:cNvSpPr txBox="1"/>
          <p:nvPr>
            <p:ph idx="5" type="subTitle"/>
          </p:nvPr>
        </p:nvSpPr>
        <p:spPr>
          <a:xfrm>
            <a:off x="2646000" y="3740099"/>
            <a:ext cx="19260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2328" name="Google Shape;12328;p191"/>
          <p:cNvSpPr txBox="1"/>
          <p:nvPr>
            <p:ph hasCustomPrompt="1" idx="6" type="title"/>
          </p:nvPr>
        </p:nvSpPr>
        <p:spPr>
          <a:xfrm>
            <a:off x="3057131" y="2205300"/>
            <a:ext cx="1104000" cy="441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4800"/>
              <a:buNone/>
              <a:defRPr sz="2400"/>
            </a:lvl1pPr>
            <a:lvl2pPr lvl="1" algn="ctr">
              <a:lnSpc>
                <a:spcPct val="100000"/>
              </a:lnSpc>
              <a:spcBef>
                <a:spcPts val="0"/>
              </a:spcBef>
              <a:spcAft>
                <a:spcPts val="0"/>
              </a:spcAft>
              <a:buSzPts val="4800"/>
              <a:buNone/>
              <a:defRPr sz="4800"/>
            </a:lvl2pPr>
            <a:lvl3pPr lvl="2" algn="ctr">
              <a:lnSpc>
                <a:spcPct val="100000"/>
              </a:lnSpc>
              <a:spcBef>
                <a:spcPts val="0"/>
              </a:spcBef>
              <a:spcAft>
                <a:spcPts val="0"/>
              </a:spcAft>
              <a:buSzPts val="4800"/>
              <a:buNone/>
              <a:defRPr sz="4800"/>
            </a:lvl3pPr>
            <a:lvl4pPr lvl="3" algn="ctr">
              <a:lnSpc>
                <a:spcPct val="100000"/>
              </a:lnSpc>
              <a:spcBef>
                <a:spcPts val="0"/>
              </a:spcBef>
              <a:spcAft>
                <a:spcPts val="0"/>
              </a:spcAft>
              <a:buSzPts val="4800"/>
              <a:buNone/>
              <a:defRPr sz="4800"/>
            </a:lvl4pPr>
            <a:lvl5pPr lvl="4" algn="ctr">
              <a:lnSpc>
                <a:spcPct val="100000"/>
              </a:lnSpc>
              <a:spcBef>
                <a:spcPts val="0"/>
              </a:spcBef>
              <a:spcAft>
                <a:spcPts val="0"/>
              </a:spcAft>
              <a:buSzPts val="4800"/>
              <a:buNone/>
              <a:defRPr sz="4800"/>
            </a:lvl5pPr>
            <a:lvl6pPr lvl="5" algn="ctr">
              <a:lnSpc>
                <a:spcPct val="100000"/>
              </a:lnSpc>
              <a:spcBef>
                <a:spcPts val="0"/>
              </a:spcBef>
              <a:spcAft>
                <a:spcPts val="0"/>
              </a:spcAft>
              <a:buSzPts val="4800"/>
              <a:buNone/>
              <a:defRPr sz="4800"/>
            </a:lvl6pPr>
            <a:lvl7pPr lvl="6" algn="ctr">
              <a:lnSpc>
                <a:spcPct val="100000"/>
              </a:lnSpc>
              <a:spcBef>
                <a:spcPts val="0"/>
              </a:spcBef>
              <a:spcAft>
                <a:spcPts val="0"/>
              </a:spcAft>
              <a:buSzPts val="4800"/>
              <a:buNone/>
              <a:defRPr sz="4800"/>
            </a:lvl7pPr>
            <a:lvl8pPr lvl="7" algn="ctr">
              <a:lnSpc>
                <a:spcPct val="100000"/>
              </a:lnSpc>
              <a:spcBef>
                <a:spcPts val="0"/>
              </a:spcBef>
              <a:spcAft>
                <a:spcPts val="0"/>
              </a:spcAft>
              <a:buSzPts val="4800"/>
              <a:buNone/>
              <a:defRPr sz="4800"/>
            </a:lvl8pPr>
            <a:lvl9pPr lvl="8" algn="ctr">
              <a:lnSpc>
                <a:spcPct val="100000"/>
              </a:lnSpc>
              <a:spcBef>
                <a:spcPts val="0"/>
              </a:spcBef>
              <a:spcAft>
                <a:spcPts val="0"/>
              </a:spcAft>
              <a:buSzPts val="4800"/>
              <a:buNone/>
              <a:defRPr sz="4800"/>
            </a:lvl9pPr>
          </a:lstStyle>
          <a:p>
            <a:r>
              <a:t>xx%</a:t>
            </a:r>
          </a:p>
        </p:txBody>
      </p:sp>
      <p:sp>
        <p:nvSpPr>
          <p:cNvPr id="12329" name="Google Shape;12329;p191"/>
          <p:cNvSpPr txBox="1"/>
          <p:nvPr>
            <p:ph idx="7" type="title"/>
          </p:nvPr>
        </p:nvSpPr>
        <p:spPr>
          <a:xfrm>
            <a:off x="4572000" y="3384148"/>
            <a:ext cx="192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2330" name="Google Shape;12330;p191"/>
          <p:cNvSpPr txBox="1"/>
          <p:nvPr>
            <p:ph idx="8" type="subTitle"/>
          </p:nvPr>
        </p:nvSpPr>
        <p:spPr>
          <a:xfrm>
            <a:off x="4572000" y="3740099"/>
            <a:ext cx="19260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2331" name="Google Shape;12331;p191"/>
          <p:cNvSpPr txBox="1"/>
          <p:nvPr>
            <p:ph hasCustomPrompt="1" idx="9" type="title"/>
          </p:nvPr>
        </p:nvSpPr>
        <p:spPr>
          <a:xfrm>
            <a:off x="4983131" y="2205300"/>
            <a:ext cx="1104000" cy="441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4800"/>
              <a:buNone/>
              <a:defRPr sz="2400"/>
            </a:lvl1pPr>
            <a:lvl2pPr lvl="1" algn="ctr">
              <a:lnSpc>
                <a:spcPct val="100000"/>
              </a:lnSpc>
              <a:spcBef>
                <a:spcPts val="0"/>
              </a:spcBef>
              <a:spcAft>
                <a:spcPts val="0"/>
              </a:spcAft>
              <a:buSzPts val="4800"/>
              <a:buNone/>
              <a:defRPr sz="4800"/>
            </a:lvl2pPr>
            <a:lvl3pPr lvl="2" algn="ctr">
              <a:lnSpc>
                <a:spcPct val="100000"/>
              </a:lnSpc>
              <a:spcBef>
                <a:spcPts val="0"/>
              </a:spcBef>
              <a:spcAft>
                <a:spcPts val="0"/>
              </a:spcAft>
              <a:buSzPts val="4800"/>
              <a:buNone/>
              <a:defRPr sz="4800"/>
            </a:lvl3pPr>
            <a:lvl4pPr lvl="3" algn="ctr">
              <a:lnSpc>
                <a:spcPct val="100000"/>
              </a:lnSpc>
              <a:spcBef>
                <a:spcPts val="0"/>
              </a:spcBef>
              <a:spcAft>
                <a:spcPts val="0"/>
              </a:spcAft>
              <a:buSzPts val="4800"/>
              <a:buNone/>
              <a:defRPr sz="4800"/>
            </a:lvl4pPr>
            <a:lvl5pPr lvl="4" algn="ctr">
              <a:lnSpc>
                <a:spcPct val="100000"/>
              </a:lnSpc>
              <a:spcBef>
                <a:spcPts val="0"/>
              </a:spcBef>
              <a:spcAft>
                <a:spcPts val="0"/>
              </a:spcAft>
              <a:buSzPts val="4800"/>
              <a:buNone/>
              <a:defRPr sz="4800"/>
            </a:lvl5pPr>
            <a:lvl6pPr lvl="5" algn="ctr">
              <a:lnSpc>
                <a:spcPct val="100000"/>
              </a:lnSpc>
              <a:spcBef>
                <a:spcPts val="0"/>
              </a:spcBef>
              <a:spcAft>
                <a:spcPts val="0"/>
              </a:spcAft>
              <a:buSzPts val="4800"/>
              <a:buNone/>
              <a:defRPr sz="4800"/>
            </a:lvl6pPr>
            <a:lvl7pPr lvl="6" algn="ctr">
              <a:lnSpc>
                <a:spcPct val="100000"/>
              </a:lnSpc>
              <a:spcBef>
                <a:spcPts val="0"/>
              </a:spcBef>
              <a:spcAft>
                <a:spcPts val="0"/>
              </a:spcAft>
              <a:buSzPts val="4800"/>
              <a:buNone/>
              <a:defRPr sz="4800"/>
            </a:lvl7pPr>
            <a:lvl8pPr lvl="7" algn="ctr">
              <a:lnSpc>
                <a:spcPct val="100000"/>
              </a:lnSpc>
              <a:spcBef>
                <a:spcPts val="0"/>
              </a:spcBef>
              <a:spcAft>
                <a:spcPts val="0"/>
              </a:spcAft>
              <a:buSzPts val="4800"/>
              <a:buNone/>
              <a:defRPr sz="4800"/>
            </a:lvl8pPr>
            <a:lvl9pPr lvl="8" algn="ctr">
              <a:lnSpc>
                <a:spcPct val="100000"/>
              </a:lnSpc>
              <a:spcBef>
                <a:spcPts val="0"/>
              </a:spcBef>
              <a:spcAft>
                <a:spcPts val="0"/>
              </a:spcAft>
              <a:buSzPts val="4800"/>
              <a:buNone/>
              <a:defRPr sz="4800"/>
            </a:lvl9pPr>
          </a:lstStyle>
          <a:p>
            <a:r>
              <a:t>xx%</a:t>
            </a:r>
          </a:p>
        </p:txBody>
      </p:sp>
      <p:sp>
        <p:nvSpPr>
          <p:cNvPr id="12332" name="Google Shape;12332;p191"/>
          <p:cNvSpPr txBox="1"/>
          <p:nvPr>
            <p:ph idx="13" type="title"/>
          </p:nvPr>
        </p:nvSpPr>
        <p:spPr>
          <a:xfrm>
            <a:off x="6498000" y="3384148"/>
            <a:ext cx="1926000" cy="33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500"/>
              <a:buNone/>
              <a:defRPr sz="2200"/>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p:txBody>
      </p:sp>
      <p:sp>
        <p:nvSpPr>
          <p:cNvPr id="12333" name="Google Shape;12333;p191"/>
          <p:cNvSpPr txBox="1"/>
          <p:nvPr>
            <p:ph idx="14" type="subTitle"/>
          </p:nvPr>
        </p:nvSpPr>
        <p:spPr>
          <a:xfrm>
            <a:off x="6498000" y="3740099"/>
            <a:ext cx="1926000" cy="787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2334" name="Google Shape;12334;p191"/>
          <p:cNvSpPr txBox="1"/>
          <p:nvPr>
            <p:ph hasCustomPrompt="1" idx="15" type="title"/>
          </p:nvPr>
        </p:nvSpPr>
        <p:spPr>
          <a:xfrm>
            <a:off x="6909131" y="2205300"/>
            <a:ext cx="1104000" cy="441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4800"/>
              <a:buNone/>
              <a:defRPr sz="2400"/>
            </a:lvl1pPr>
            <a:lvl2pPr lvl="1" algn="ctr">
              <a:lnSpc>
                <a:spcPct val="100000"/>
              </a:lnSpc>
              <a:spcBef>
                <a:spcPts val="0"/>
              </a:spcBef>
              <a:spcAft>
                <a:spcPts val="0"/>
              </a:spcAft>
              <a:buSzPts val="4800"/>
              <a:buNone/>
              <a:defRPr sz="4800"/>
            </a:lvl2pPr>
            <a:lvl3pPr lvl="2" algn="ctr">
              <a:lnSpc>
                <a:spcPct val="100000"/>
              </a:lnSpc>
              <a:spcBef>
                <a:spcPts val="0"/>
              </a:spcBef>
              <a:spcAft>
                <a:spcPts val="0"/>
              </a:spcAft>
              <a:buSzPts val="4800"/>
              <a:buNone/>
              <a:defRPr sz="4800"/>
            </a:lvl3pPr>
            <a:lvl4pPr lvl="3" algn="ctr">
              <a:lnSpc>
                <a:spcPct val="100000"/>
              </a:lnSpc>
              <a:spcBef>
                <a:spcPts val="0"/>
              </a:spcBef>
              <a:spcAft>
                <a:spcPts val="0"/>
              </a:spcAft>
              <a:buSzPts val="4800"/>
              <a:buNone/>
              <a:defRPr sz="4800"/>
            </a:lvl4pPr>
            <a:lvl5pPr lvl="4" algn="ctr">
              <a:lnSpc>
                <a:spcPct val="100000"/>
              </a:lnSpc>
              <a:spcBef>
                <a:spcPts val="0"/>
              </a:spcBef>
              <a:spcAft>
                <a:spcPts val="0"/>
              </a:spcAft>
              <a:buSzPts val="4800"/>
              <a:buNone/>
              <a:defRPr sz="4800"/>
            </a:lvl5pPr>
            <a:lvl6pPr lvl="5" algn="ctr">
              <a:lnSpc>
                <a:spcPct val="100000"/>
              </a:lnSpc>
              <a:spcBef>
                <a:spcPts val="0"/>
              </a:spcBef>
              <a:spcAft>
                <a:spcPts val="0"/>
              </a:spcAft>
              <a:buSzPts val="4800"/>
              <a:buNone/>
              <a:defRPr sz="4800"/>
            </a:lvl6pPr>
            <a:lvl7pPr lvl="6" algn="ctr">
              <a:lnSpc>
                <a:spcPct val="100000"/>
              </a:lnSpc>
              <a:spcBef>
                <a:spcPts val="0"/>
              </a:spcBef>
              <a:spcAft>
                <a:spcPts val="0"/>
              </a:spcAft>
              <a:buSzPts val="4800"/>
              <a:buNone/>
              <a:defRPr sz="4800"/>
            </a:lvl7pPr>
            <a:lvl8pPr lvl="7" algn="ctr">
              <a:lnSpc>
                <a:spcPct val="100000"/>
              </a:lnSpc>
              <a:spcBef>
                <a:spcPts val="0"/>
              </a:spcBef>
              <a:spcAft>
                <a:spcPts val="0"/>
              </a:spcAft>
              <a:buSzPts val="4800"/>
              <a:buNone/>
              <a:defRPr sz="4800"/>
            </a:lvl8pPr>
            <a:lvl9pPr lvl="8" algn="ctr">
              <a:lnSpc>
                <a:spcPct val="100000"/>
              </a:lnSpc>
              <a:spcBef>
                <a:spcPts val="0"/>
              </a:spcBef>
              <a:spcAft>
                <a:spcPts val="0"/>
              </a:spcAft>
              <a:buSzPts val="4800"/>
              <a:buNone/>
              <a:defRPr sz="4800"/>
            </a:lvl9pPr>
          </a:lstStyle>
          <a:p>
            <a:r>
              <a:t>xx%</a:t>
            </a:r>
          </a:p>
        </p:txBody>
      </p:sp>
    </p:spTree>
  </p:cSld>
  <p:clrMapOvr>
    <a:masterClrMapping/>
  </p:clrMapOvr>
</p:sldLayout>
</file>

<file path=ppt/slideLayouts/slideLayout1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2">
    <p:spTree>
      <p:nvGrpSpPr>
        <p:cNvPr id="12335" name="Shape 12335"/>
        <p:cNvGrpSpPr/>
        <p:nvPr/>
      </p:nvGrpSpPr>
      <p:grpSpPr>
        <a:xfrm>
          <a:off x="0" y="0"/>
          <a:ext cx="0" cy="0"/>
          <a:chOff x="0" y="0"/>
          <a:chExt cx="0" cy="0"/>
        </a:xfrm>
      </p:grpSpPr>
      <p:sp>
        <p:nvSpPr>
          <p:cNvPr id="12336" name="Google Shape;12336;p192"/>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
        <p:nvSpPr>
          <p:cNvPr id="12337" name="Google Shape;12337;p192"/>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192"/>
          <p:cNvSpPr/>
          <p:nvPr/>
        </p:nvSpPr>
        <p:spPr>
          <a:xfrm flipH="1">
            <a:off x="7770062" y="4806850"/>
            <a:ext cx="2872438" cy="136094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192"/>
          <p:cNvSpPr/>
          <p:nvPr/>
        </p:nvSpPr>
        <p:spPr>
          <a:xfrm rot="100">
            <a:off x="-274143" y="4769926"/>
            <a:ext cx="2084375" cy="452721"/>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40" name="Google Shape;12340;p192"/>
          <p:cNvGrpSpPr/>
          <p:nvPr/>
        </p:nvGrpSpPr>
        <p:grpSpPr>
          <a:xfrm flipH="1">
            <a:off x="-48291" y="4445541"/>
            <a:ext cx="1522802" cy="668193"/>
            <a:chOff x="8284835" y="1862888"/>
            <a:chExt cx="427165" cy="213583"/>
          </a:xfrm>
        </p:grpSpPr>
        <p:sp>
          <p:nvSpPr>
            <p:cNvPr id="12341" name="Google Shape;12341;p192"/>
            <p:cNvSpPr/>
            <p:nvPr/>
          </p:nvSpPr>
          <p:spPr>
            <a:xfrm>
              <a:off x="8284835" y="1862888"/>
              <a:ext cx="427165" cy="213583"/>
            </a:xfrm>
            <a:custGeom>
              <a:rect b="b" l="l" r="r" t="t"/>
              <a:pathLst>
                <a:path extrusionOk="0" h="4827" w="9654">
                  <a:moveTo>
                    <a:pt x="9653" y="0"/>
                  </a:moveTo>
                  <a:lnTo>
                    <a:pt x="8948" y="482"/>
                  </a:lnTo>
                  <a:cubicBezTo>
                    <a:pt x="8948" y="482"/>
                    <a:pt x="8774" y="656"/>
                    <a:pt x="8707" y="656"/>
                  </a:cubicBezTo>
                  <a:cubicBezTo>
                    <a:pt x="8688" y="656"/>
                    <a:pt x="8677" y="642"/>
                    <a:pt x="8681" y="607"/>
                  </a:cubicBezTo>
                  <a:cubicBezTo>
                    <a:pt x="8687" y="553"/>
                    <a:pt x="8657" y="536"/>
                    <a:pt x="8615" y="536"/>
                  </a:cubicBezTo>
                  <a:cubicBezTo>
                    <a:pt x="8530" y="536"/>
                    <a:pt x="8395" y="607"/>
                    <a:pt x="8395" y="607"/>
                  </a:cubicBezTo>
                  <a:lnTo>
                    <a:pt x="7780" y="1044"/>
                  </a:lnTo>
                  <a:lnTo>
                    <a:pt x="6941" y="1178"/>
                  </a:lnTo>
                  <a:lnTo>
                    <a:pt x="5505" y="1187"/>
                  </a:lnTo>
                  <a:lnTo>
                    <a:pt x="4863" y="1365"/>
                  </a:lnTo>
                  <a:lnTo>
                    <a:pt x="4318" y="1365"/>
                  </a:lnTo>
                  <a:lnTo>
                    <a:pt x="3712" y="1544"/>
                  </a:lnTo>
                  <a:cubicBezTo>
                    <a:pt x="3712" y="1544"/>
                    <a:pt x="3582" y="1520"/>
                    <a:pt x="3388" y="1520"/>
                  </a:cubicBezTo>
                  <a:cubicBezTo>
                    <a:pt x="3227" y="1520"/>
                    <a:pt x="3022" y="1536"/>
                    <a:pt x="2811" y="1597"/>
                  </a:cubicBezTo>
                  <a:cubicBezTo>
                    <a:pt x="2338" y="1740"/>
                    <a:pt x="1910" y="1776"/>
                    <a:pt x="1910" y="1776"/>
                  </a:cubicBezTo>
                  <a:lnTo>
                    <a:pt x="197" y="2150"/>
                  </a:lnTo>
                  <a:cubicBezTo>
                    <a:pt x="197" y="2150"/>
                    <a:pt x="1" y="2231"/>
                    <a:pt x="1044" y="2587"/>
                  </a:cubicBezTo>
                  <a:cubicBezTo>
                    <a:pt x="2498" y="3096"/>
                    <a:pt x="3587" y="2846"/>
                    <a:pt x="3774" y="3087"/>
                  </a:cubicBezTo>
                  <a:cubicBezTo>
                    <a:pt x="3962" y="3328"/>
                    <a:pt x="3863" y="3167"/>
                    <a:pt x="4113" y="3497"/>
                  </a:cubicBezTo>
                  <a:cubicBezTo>
                    <a:pt x="4363" y="3818"/>
                    <a:pt x="4292" y="3890"/>
                    <a:pt x="4684" y="3917"/>
                  </a:cubicBezTo>
                  <a:cubicBezTo>
                    <a:pt x="4815" y="3926"/>
                    <a:pt x="4929" y="3928"/>
                    <a:pt x="5023" y="3928"/>
                  </a:cubicBezTo>
                  <a:cubicBezTo>
                    <a:pt x="5210" y="3928"/>
                    <a:pt x="5318" y="3917"/>
                    <a:pt x="5318" y="3917"/>
                  </a:cubicBezTo>
                  <a:lnTo>
                    <a:pt x="5790" y="3863"/>
                  </a:lnTo>
                  <a:lnTo>
                    <a:pt x="6040" y="3917"/>
                  </a:lnTo>
                  <a:cubicBezTo>
                    <a:pt x="6040" y="3917"/>
                    <a:pt x="6352" y="4131"/>
                    <a:pt x="6629" y="4175"/>
                  </a:cubicBezTo>
                  <a:cubicBezTo>
                    <a:pt x="6672" y="4184"/>
                    <a:pt x="6701" y="4187"/>
                    <a:pt x="6720" y="4187"/>
                  </a:cubicBezTo>
                  <a:cubicBezTo>
                    <a:pt x="6782" y="4187"/>
                    <a:pt x="6748" y="4155"/>
                    <a:pt x="6759" y="4155"/>
                  </a:cubicBezTo>
                  <a:lnTo>
                    <a:pt x="6759" y="4155"/>
                  </a:lnTo>
                  <a:cubicBezTo>
                    <a:pt x="6767" y="4155"/>
                    <a:pt x="6798" y="4172"/>
                    <a:pt x="6905" y="4229"/>
                  </a:cubicBezTo>
                  <a:cubicBezTo>
                    <a:pt x="7218" y="4380"/>
                    <a:pt x="7405" y="4452"/>
                    <a:pt x="7405" y="4452"/>
                  </a:cubicBezTo>
                  <a:cubicBezTo>
                    <a:pt x="7405" y="4452"/>
                    <a:pt x="7905" y="4505"/>
                    <a:pt x="8154" y="4568"/>
                  </a:cubicBezTo>
                  <a:cubicBezTo>
                    <a:pt x="8413" y="4630"/>
                    <a:pt x="8681" y="4666"/>
                    <a:pt x="8681" y="4666"/>
                  </a:cubicBezTo>
                  <a:lnTo>
                    <a:pt x="9653" y="4827"/>
                  </a:lnTo>
                  <a:lnTo>
                    <a:pt x="965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192"/>
            <p:cNvSpPr/>
            <p:nvPr/>
          </p:nvSpPr>
          <p:spPr>
            <a:xfrm>
              <a:off x="8454567" y="1962751"/>
              <a:ext cx="257432" cy="113716"/>
            </a:xfrm>
            <a:custGeom>
              <a:rect b="b" l="l" r="r" t="t"/>
              <a:pathLst>
                <a:path extrusionOk="0" h="2570" w="5818">
                  <a:moveTo>
                    <a:pt x="5817" y="0"/>
                  </a:moveTo>
                  <a:lnTo>
                    <a:pt x="5202" y="152"/>
                  </a:lnTo>
                  <a:lnTo>
                    <a:pt x="4809" y="411"/>
                  </a:lnTo>
                  <a:lnTo>
                    <a:pt x="4399" y="500"/>
                  </a:lnTo>
                  <a:lnTo>
                    <a:pt x="4006" y="830"/>
                  </a:lnTo>
                  <a:cubicBezTo>
                    <a:pt x="4006" y="830"/>
                    <a:pt x="3911" y="850"/>
                    <a:pt x="3781" y="850"/>
                  </a:cubicBezTo>
                  <a:cubicBezTo>
                    <a:pt x="3717" y="850"/>
                    <a:pt x="3643" y="845"/>
                    <a:pt x="3569" y="830"/>
                  </a:cubicBezTo>
                  <a:cubicBezTo>
                    <a:pt x="3426" y="796"/>
                    <a:pt x="3246" y="780"/>
                    <a:pt x="3042" y="780"/>
                  </a:cubicBezTo>
                  <a:cubicBezTo>
                    <a:pt x="2927" y="780"/>
                    <a:pt x="2805" y="785"/>
                    <a:pt x="2677" y="794"/>
                  </a:cubicBezTo>
                  <a:cubicBezTo>
                    <a:pt x="2363" y="817"/>
                    <a:pt x="2417" y="919"/>
                    <a:pt x="2416" y="919"/>
                  </a:cubicBezTo>
                  <a:cubicBezTo>
                    <a:pt x="2416" y="919"/>
                    <a:pt x="2414" y="917"/>
                    <a:pt x="2409" y="910"/>
                  </a:cubicBezTo>
                  <a:cubicBezTo>
                    <a:pt x="2405" y="906"/>
                    <a:pt x="2401" y="905"/>
                    <a:pt x="2395" y="905"/>
                  </a:cubicBezTo>
                  <a:cubicBezTo>
                    <a:pt x="2338" y="905"/>
                    <a:pt x="2204" y="1098"/>
                    <a:pt x="2204" y="1098"/>
                  </a:cubicBezTo>
                  <a:cubicBezTo>
                    <a:pt x="2204" y="1098"/>
                    <a:pt x="2052" y="1089"/>
                    <a:pt x="1847" y="1053"/>
                  </a:cubicBezTo>
                  <a:cubicBezTo>
                    <a:pt x="1788" y="1046"/>
                    <a:pt x="1746" y="1042"/>
                    <a:pt x="1710" y="1042"/>
                  </a:cubicBezTo>
                  <a:cubicBezTo>
                    <a:pt x="1618" y="1042"/>
                    <a:pt x="1577" y="1065"/>
                    <a:pt x="1428" y="1098"/>
                  </a:cubicBezTo>
                  <a:cubicBezTo>
                    <a:pt x="1223" y="1133"/>
                    <a:pt x="1080" y="1231"/>
                    <a:pt x="1080" y="1231"/>
                  </a:cubicBezTo>
                  <a:lnTo>
                    <a:pt x="946" y="1312"/>
                  </a:lnTo>
                  <a:lnTo>
                    <a:pt x="1" y="910"/>
                  </a:lnTo>
                  <a:lnTo>
                    <a:pt x="1" y="910"/>
                  </a:lnTo>
                  <a:cubicBezTo>
                    <a:pt x="99" y="1035"/>
                    <a:pt x="63" y="955"/>
                    <a:pt x="277" y="1240"/>
                  </a:cubicBezTo>
                  <a:cubicBezTo>
                    <a:pt x="527" y="1561"/>
                    <a:pt x="456" y="1633"/>
                    <a:pt x="848" y="1660"/>
                  </a:cubicBezTo>
                  <a:cubicBezTo>
                    <a:pt x="979" y="1669"/>
                    <a:pt x="1093" y="1671"/>
                    <a:pt x="1187" y="1671"/>
                  </a:cubicBezTo>
                  <a:cubicBezTo>
                    <a:pt x="1374" y="1671"/>
                    <a:pt x="1482" y="1660"/>
                    <a:pt x="1482" y="1660"/>
                  </a:cubicBezTo>
                  <a:lnTo>
                    <a:pt x="1954" y="1606"/>
                  </a:lnTo>
                  <a:lnTo>
                    <a:pt x="2204" y="1660"/>
                  </a:lnTo>
                  <a:cubicBezTo>
                    <a:pt x="2204" y="1660"/>
                    <a:pt x="2516" y="1874"/>
                    <a:pt x="2793" y="1918"/>
                  </a:cubicBezTo>
                  <a:cubicBezTo>
                    <a:pt x="2836" y="1927"/>
                    <a:pt x="2865" y="1930"/>
                    <a:pt x="2884" y="1930"/>
                  </a:cubicBezTo>
                  <a:cubicBezTo>
                    <a:pt x="2946" y="1930"/>
                    <a:pt x="2912" y="1898"/>
                    <a:pt x="2923" y="1898"/>
                  </a:cubicBezTo>
                  <a:lnTo>
                    <a:pt x="2923" y="1898"/>
                  </a:lnTo>
                  <a:cubicBezTo>
                    <a:pt x="2931" y="1898"/>
                    <a:pt x="2962" y="1915"/>
                    <a:pt x="3069" y="1972"/>
                  </a:cubicBezTo>
                  <a:cubicBezTo>
                    <a:pt x="3382" y="2123"/>
                    <a:pt x="3569" y="2195"/>
                    <a:pt x="3569" y="2195"/>
                  </a:cubicBezTo>
                  <a:cubicBezTo>
                    <a:pt x="3569" y="2195"/>
                    <a:pt x="4069" y="2248"/>
                    <a:pt x="4318" y="2311"/>
                  </a:cubicBezTo>
                  <a:cubicBezTo>
                    <a:pt x="4577" y="2373"/>
                    <a:pt x="4845" y="2409"/>
                    <a:pt x="4845" y="2409"/>
                  </a:cubicBezTo>
                  <a:lnTo>
                    <a:pt x="5817" y="2570"/>
                  </a:lnTo>
                  <a:lnTo>
                    <a:pt x="5817"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192"/>
            <p:cNvSpPr/>
            <p:nvPr/>
          </p:nvSpPr>
          <p:spPr>
            <a:xfrm>
              <a:off x="8293508" y="1862888"/>
              <a:ext cx="418493" cy="100176"/>
            </a:xfrm>
            <a:custGeom>
              <a:rect b="b" l="l" r="r" t="t"/>
              <a:pathLst>
                <a:path extrusionOk="0" h="2264" w="9458">
                  <a:moveTo>
                    <a:pt x="9457" y="0"/>
                  </a:moveTo>
                  <a:lnTo>
                    <a:pt x="8752" y="482"/>
                  </a:lnTo>
                  <a:cubicBezTo>
                    <a:pt x="8752" y="482"/>
                    <a:pt x="8578" y="656"/>
                    <a:pt x="8511" y="656"/>
                  </a:cubicBezTo>
                  <a:cubicBezTo>
                    <a:pt x="8492" y="656"/>
                    <a:pt x="8481" y="642"/>
                    <a:pt x="8485" y="607"/>
                  </a:cubicBezTo>
                  <a:cubicBezTo>
                    <a:pt x="8491" y="553"/>
                    <a:pt x="8461" y="536"/>
                    <a:pt x="8419" y="536"/>
                  </a:cubicBezTo>
                  <a:cubicBezTo>
                    <a:pt x="8334" y="536"/>
                    <a:pt x="8199" y="607"/>
                    <a:pt x="8199" y="607"/>
                  </a:cubicBezTo>
                  <a:lnTo>
                    <a:pt x="7584" y="1044"/>
                  </a:lnTo>
                  <a:lnTo>
                    <a:pt x="6745" y="1178"/>
                  </a:lnTo>
                  <a:lnTo>
                    <a:pt x="5309" y="1187"/>
                  </a:lnTo>
                  <a:lnTo>
                    <a:pt x="4667" y="1365"/>
                  </a:lnTo>
                  <a:lnTo>
                    <a:pt x="4122" y="1365"/>
                  </a:lnTo>
                  <a:lnTo>
                    <a:pt x="3516" y="1544"/>
                  </a:lnTo>
                  <a:cubicBezTo>
                    <a:pt x="3516" y="1544"/>
                    <a:pt x="3386" y="1520"/>
                    <a:pt x="3192" y="1520"/>
                  </a:cubicBezTo>
                  <a:cubicBezTo>
                    <a:pt x="3031" y="1520"/>
                    <a:pt x="2826" y="1536"/>
                    <a:pt x="2615" y="1597"/>
                  </a:cubicBezTo>
                  <a:cubicBezTo>
                    <a:pt x="2142" y="1740"/>
                    <a:pt x="1714" y="1776"/>
                    <a:pt x="1714" y="1776"/>
                  </a:cubicBezTo>
                  <a:lnTo>
                    <a:pt x="1" y="2150"/>
                  </a:lnTo>
                  <a:lnTo>
                    <a:pt x="170" y="2239"/>
                  </a:lnTo>
                  <a:cubicBezTo>
                    <a:pt x="170" y="2239"/>
                    <a:pt x="262" y="2263"/>
                    <a:pt x="341" y="2263"/>
                  </a:cubicBezTo>
                  <a:cubicBezTo>
                    <a:pt x="380" y="2263"/>
                    <a:pt x="417" y="2257"/>
                    <a:pt x="438" y="2239"/>
                  </a:cubicBezTo>
                  <a:cubicBezTo>
                    <a:pt x="500" y="2186"/>
                    <a:pt x="1098" y="2150"/>
                    <a:pt x="1098" y="2150"/>
                  </a:cubicBezTo>
                  <a:lnTo>
                    <a:pt x="1508" y="2052"/>
                  </a:lnTo>
                  <a:lnTo>
                    <a:pt x="1919" y="1972"/>
                  </a:lnTo>
                  <a:cubicBezTo>
                    <a:pt x="1919" y="1972"/>
                    <a:pt x="2133" y="1918"/>
                    <a:pt x="2258" y="1874"/>
                  </a:cubicBezTo>
                  <a:cubicBezTo>
                    <a:pt x="2315" y="1853"/>
                    <a:pt x="2399" y="1848"/>
                    <a:pt x="2474" y="1848"/>
                  </a:cubicBezTo>
                  <a:cubicBezTo>
                    <a:pt x="2564" y="1848"/>
                    <a:pt x="2641" y="1856"/>
                    <a:pt x="2641" y="1856"/>
                  </a:cubicBezTo>
                  <a:lnTo>
                    <a:pt x="3302" y="1972"/>
                  </a:lnTo>
                  <a:lnTo>
                    <a:pt x="3685" y="1865"/>
                  </a:lnTo>
                  <a:lnTo>
                    <a:pt x="4015" y="1749"/>
                  </a:lnTo>
                  <a:lnTo>
                    <a:pt x="4354" y="1686"/>
                  </a:lnTo>
                  <a:lnTo>
                    <a:pt x="4961" y="1722"/>
                  </a:lnTo>
                  <a:lnTo>
                    <a:pt x="5353" y="1740"/>
                  </a:lnTo>
                  <a:lnTo>
                    <a:pt x="5737" y="1642"/>
                  </a:lnTo>
                  <a:lnTo>
                    <a:pt x="6112" y="1642"/>
                  </a:lnTo>
                  <a:lnTo>
                    <a:pt x="6469" y="1829"/>
                  </a:lnTo>
                  <a:lnTo>
                    <a:pt x="6870" y="1776"/>
                  </a:lnTo>
                  <a:lnTo>
                    <a:pt x="7120" y="1695"/>
                  </a:lnTo>
                  <a:lnTo>
                    <a:pt x="7949" y="1472"/>
                  </a:lnTo>
                  <a:lnTo>
                    <a:pt x="8404" y="1356"/>
                  </a:lnTo>
                  <a:lnTo>
                    <a:pt x="8485" y="1214"/>
                  </a:lnTo>
                  <a:cubicBezTo>
                    <a:pt x="8485" y="1214"/>
                    <a:pt x="8529" y="1169"/>
                    <a:pt x="8485" y="1098"/>
                  </a:cubicBezTo>
                  <a:cubicBezTo>
                    <a:pt x="8449" y="1026"/>
                    <a:pt x="8574" y="973"/>
                    <a:pt x="8690" y="839"/>
                  </a:cubicBezTo>
                  <a:cubicBezTo>
                    <a:pt x="8729" y="794"/>
                    <a:pt x="8756" y="779"/>
                    <a:pt x="8776" y="779"/>
                  </a:cubicBezTo>
                  <a:cubicBezTo>
                    <a:pt x="8816" y="779"/>
                    <a:pt x="8824" y="839"/>
                    <a:pt x="8824" y="839"/>
                  </a:cubicBezTo>
                  <a:cubicBezTo>
                    <a:pt x="8824" y="839"/>
                    <a:pt x="8894" y="853"/>
                    <a:pt x="8981" y="853"/>
                  </a:cubicBezTo>
                  <a:cubicBezTo>
                    <a:pt x="9060" y="853"/>
                    <a:pt x="9152" y="841"/>
                    <a:pt x="9216" y="794"/>
                  </a:cubicBezTo>
                  <a:cubicBezTo>
                    <a:pt x="9350" y="696"/>
                    <a:pt x="9270" y="634"/>
                    <a:pt x="9314" y="384"/>
                  </a:cubicBezTo>
                  <a:cubicBezTo>
                    <a:pt x="9350" y="134"/>
                    <a:pt x="9457" y="0"/>
                    <a:pt x="9457"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44" name="Google Shape;12344;p192"/>
          <p:cNvSpPr/>
          <p:nvPr/>
        </p:nvSpPr>
        <p:spPr>
          <a:xfrm flipH="1">
            <a:off x="8282464" y="4774361"/>
            <a:ext cx="861477" cy="455470"/>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45" name="Google Shape;12345;p192"/>
          <p:cNvGrpSpPr/>
          <p:nvPr/>
        </p:nvGrpSpPr>
        <p:grpSpPr>
          <a:xfrm flipH="1">
            <a:off x="8462695" y="4054124"/>
            <a:ext cx="681308" cy="1095699"/>
            <a:chOff x="1352322" y="1338997"/>
            <a:chExt cx="415457" cy="676942"/>
          </a:xfrm>
        </p:grpSpPr>
        <p:sp>
          <p:nvSpPr>
            <p:cNvPr id="12346" name="Google Shape;12346;p192"/>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192"/>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192"/>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192"/>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192"/>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192"/>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192"/>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192"/>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192"/>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192"/>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192"/>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192"/>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192"/>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9" name="Google Shape;12359;p192"/>
          <p:cNvGrpSpPr/>
          <p:nvPr/>
        </p:nvGrpSpPr>
        <p:grpSpPr>
          <a:xfrm>
            <a:off x="8038697" y="4660899"/>
            <a:ext cx="616420" cy="452825"/>
            <a:chOff x="6123718" y="525411"/>
            <a:chExt cx="1395563" cy="1024955"/>
          </a:xfrm>
        </p:grpSpPr>
        <p:grpSp>
          <p:nvGrpSpPr>
            <p:cNvPr id="12360" name="Google Shape;12360;p192"/>
            <p:cNvGrpSpPr/>
            <p:nvPr/>
          </p:nvGrpSpPr>
          <p:grpSpPr>
            <a:xfrm flipH="1">
              <a:off x="6123718" y="525411"/>
              <a:ext cx="1395563" cy="1024955"/>
              <a:chOff x="1696430" y="1591394"/>
              <a:chExt cx="279683" cy="208092"/>
            </a:xfrm>
          </p:grpSpPr>
          <p:sp>
            <p:nvSpPr>
              <p:cNvPr id="12361" name="Google Shape;12361;p192"/>
              <p:cNvSpPr/>
              <p:nvPr/>
            </p:nvSpPr>
            <p:spPr>
              <a:xfrm>
                <a:off x="1696430" y="1591394"/>
                <a:ext cx="279683" cy="208092"/>
              </a:xfrm>
              <a:custGeom>
                <a:rect b="b" l="l" r="r" t="t"/>
                <a:pathLst>
                  <a:path extrusionOk="0" h="5729" w="7700">
                    <a:moveTo>
                      <a:pt x="2534" y="1"/>
                    </a:moveTo>
                    <a:lnTo>
                      <a:pt x="1758" y="224"/>
                    </a:lnTo>
                    <a:lnTo>
                      <a:pt x="1758" y="1196"/>
                    </a:lnTo>
                    <a:lnTo>
                      <a:pt x="1187" y="1071"/>
                    </a:lnTo>
                    <a:lnTo>
                      <a:pt x="732" y="1321"/>
                    </a:lnTo>
                    <a:lnTo>
                      <a:pt x="875" y="2606"/>
                    </a:lnTo>
                    <a:lnTo>
                      <a:pt x="697" y="3400"/>
                    </a:lnTo>
                    <a:lnTo>
                      <a:pt x="875" y="4497"/>
                    </a:lnTo>
                    <a:lnTo>
                      <a:pt x="1" y="5273"/>
                    </a:lnTo>
                    <a:lnTo>
                      <a:pt x="2481" y="5273"/>
                    </a:lnTo>
                    <a:lnTo>
                      <a:pt x="3221" y="5469"/>
                    </a:lnTo>
                    <a:lnTo>
                      <a:pt x="4015" y="5469"/>
                    </a:lnTo>
                    <a:lnTo>
                      <a:pt x="4140" y="5728"/>
                    </a:lnTo>
                    <a:lnTo>
                      <a:pt x="4961" y="5728"/>
                    </a:lnTo>
                    <a:lnTo>
                      <a:pt x="5585" y="5220"/>
                    </a:lnTo>
                    <a:lnTo>
                      <a:pt x="7700" y="5220"/>
                    </a:lnTo>
                    <a:lnTo>
                      <a:pt x="7700" y="4791"/>
                    </a:lnTo>
                    <a:lnTo>
                      <a:pt x="7102" y="4443"/>
                    </a:lnTo>
                    <a:lnTo>
                      <a:pt x="7102" y="3980"/>
                    </a:lnTo>
                    <a:lnTo>
                      <a:pt x="6433" y="3087"/>
                    </a:lnTo>
                    <a:lnTo>
                      <a:pt x="6362" y="2365"/>
                    </a:lnTo>
                    <a:lnTo>
                      <a:pt x="5425" y="1669"/>
                    </a:lnTo>
                    <a:lnTo>
                      <a:pt x="4105" y="152"/>
                    </a:lnTo>
                    <a:lnTo>
                      <a:pt x="3498" y="224"/>
                    </a:lnTo>
                    <a:lnTo>
                      <a:pt x="2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192"/>
              <p:cNvSpPr/>
              <p:nvPr/>
            </p:nvSpPr>
            <p:spPr>
              <a:xfrm>
                <a:off x="1828640" y="1625754"/>
                <a:ext cx="113762" cy="173731"/>
              </a:xfrm>
              <a:custGeom>
                <a:rect b="b" l="l" r="r" t="t"/>
                <a:pathLst>
                  <a:path extrusionOk="0" h="4783" w="3132">
                    <a:moveTo>
                      <a:pt x="500" y="0"/>
                    </a:moveTo>
                    <a:lnTo>
                      <a:pt x="500" y="794"/>
                    </a:lnTo>
                    <a:lnTo>
                      <a:pt x="848" y="1071"/>
                    </a:lnTo>
                    <a:lnTo>
                      <a:pt x="563" y="1365"/>
                    </a:lnTo>
                    <a:lnTo>
                      <a:pt x="688" y="1838"/>
                    </a:lnTo>
                    <a:lnTo>
                      <a:pt x="625" y="2391"/>
                    </a:lnTo>
                    <a:lnTo>
                      <a:pt x="750" y="2775"/>
                    </a:lnTo>
                    <a:lnTo>
                      <a:pt x="625" y="3158"/>
                    </a:lnTo>
                    <a:lnTo>
                      <a:pt x="215" y="3462"/>
                    </a:lnTo>
                    <a:lnTo>
                      <a:pt x="170" y="4274"/>
                    </a:lnTo>
                    <a:lnTo>
                      <a:pt x="1" y="4523"/>
                    </a:lnTo>
                    <a:lnTo>
                      <a:pt x="375" y="4523"/>
                    </a:lnTo>
                    <a:lnTo>
                      <a:pt x="500" y="4782"/>
                    </a:lnTo>
                    <a:lnTo>
                      <a:pt x="1321" y="4782"/>
                    </a:lnTo>
                    <a:lnTo>
                      <a:pt x="1945" y="4274"/>
                    </a:lnTo>
                    <a:lnTo>
                      <a:pt x="3132" y="4274"/>
                    </a:lnTo>
                    <a:lnTo>
                      <a:pt x="2864" y="3863"/>
                    </a:lnTo>
                    <a:lnTo>
                      <a:pt x="2927" y="3212"/>
                    </a:lnTo>
                    <a:cubicBezTo>
                      <a:pt x="2927" y="3212"/>
                      <a:pt x="2177" y="2784"/>
                      <a:pt x="2169" y="2757"/>
                    </a:cubicBezTo>
                    <a:cubicBezTo>
                      <a:pt x="2160" y="2739"/>
                      <a:pt x="2169" y="2347"/>
                      <a:pt x="2169" y="2347"/>
                    </a:cubicBezTo>
                    <a:lnTo>
                      <a:pt x="1847" y="1981"/>
                    </a:lnTo>
                    <a:lnTo>
                      <a:pt x="1517" y="1133"/>
                    </a:lnTo>
                    <a:lnTo>
                      <a:pt x="723" y="580"/>
                    </a:lnTo>
                    <a:lnTo>
                      <a:pt x="50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192"/>
              <p:cNvSpPr/>
              <p:nvPr/>
            </p:nvSpPr>
            <p:spPr>
              <a:xfrm>
                <a:off x="1893437" y="1652014"/>
                <a:ext cx="82670" cy="113435"/>
              </a:xfrm>
              <a:custGeom>
                <a:rect b="b" l="l" r="r" t="t"/>
                <a:pathLst>
                  <a:path extrusionOk="0" h="3123" w="2276">
                    <a:moveTo>
                      <a:pt x="1" y="0"/>
                    </a:moveTo>
                    <a:lnTo>
                      <a:pt x="500" y="696"/>
                    </a:lnTo>
                    <a:lnTo>
                      <a:pt x="750" y="839"/>
                    </a:lnTo>
                    <a:lnTo>
                      <a:pt x="527" y="1383"/>
                    </a:lnTo>
                    <a:lnTo>
                      <a:pt x="1071" y="1829"/>
                    </a:lnTo>
                    <a:lnTo>
                      <a:pt x="1036" y="2123"/>
                    </a:lnTo>
                    <a:lnTo>
                      <a:pt x="1375" y="2284"/>
                    </a:lnTo>
                    <a:lnTo>
                      <a:pt x="1553" y="2774"/>
                    </a:lnTo>
                    <a:lnTo>
                      <a:pt x="1526" y="3024"/>
                    </a:lnTo>
                    <a:lnTo>
                      <a:pt x="2276" y="3122"/>
                    </a:lnTo>
                    <a:lnTo>
                      <a:pt x="1678" y="2774"/>
                    </a:lnTo>
                    <a:lnTo>
                      <a:pt x="1678" y="2311"/>
                    </a:lnTo>
                    <a:lnTo>
                      <a:pt x="1009" y="1418"/>
                    </a:lnTo>
                    <a:lnTo>
                      <a:pt x="938" y="69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192"/>
              <p:cNvSpPr/>
              <p:nvPr/>
            </p:nvSpPr>
            <p:spPr>
              <a:xfrm>
                <a:off x="1760283" y="1591394"/>
                <a:ext cx="85249" cy="104064"/>
              </a:xfrm>
              <a:custGeom>
                <a:rect b="b" l="l" r="r" t="t"/>
                <a:pathLst>
                  <a:path extrusionOk="0" h="2865" w="2347">
                    <a:moveTo>
                      <a:pt x="776" y="1"/>
                    </a:moveTo>
                    <a:lnTo>
                      <a:pt x="0" y="224"/>
                    </a:lnTo>
                    <a:lnTo>
                      <a:pt x="250" y="456"/>
                    </a:lnTo>
                    <a:lnTo>
                      <a:pt x="768" y="500"/>
                    </a:lnTo>
                    <a:lnTo>
                      <a:pt x="1330" y="1107"/>
                    </a:lnTo>
                    <a:lnTo>
                      <a:pt x="1196" y="1776"/>
                    </a:lnTo>
                    <a:cubicBezTo>
                      <a:pt x="1196" y="1776"/>
                      <a:pt x="2010" y="2865"/>
                      <a:pt x="2016" y="2865"/>
                    </a:cubicBezTo>
                    <a:cubicBezTo>
                      <a:pt x="2017" y="2865"/>
                      <a:pt x="2017" y="2864"/>
                      <a:pt x="2017" y="2864"/>
                    </a:cubicBezTo>
                    <a:cubicBezTo>
                      <a:pt x="2017" y="2856"/>
                      <a:pt x="1562" y="1723"/>
                      <a:pt x="1544" y="1678"/>
                    </a:cubicBezTo>
                    <a:cubicBezTo>
                      <a:pt x="1535" y="1633"/>
                      <a:pt x="1865" y="1098"/>
                      <a:pt x="1865" y="1098"/>
                    </a:cubicBezTo>
                    <a:lnTo>
                      <a:pt x="1820" y="813"/>
                    </a:lnTo>
                    <a:lnTo>
                      <a:pt x="2347" y="152"/>
                    </a:lnTo>
                    <a:lnTo>
                      <a:pt x="1740" y="224"/>
                    </a:lnTo>
                    <a:lnTo>
                      <a:pt x="776"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192"/>
              <p:cNvSpPr/>
              <p:nvPr/>
            </p:nvSpPr>
            <p:spPr>
              <a:xfrm>
                <a:off x="1845493" y="1596915"/>
                <a:ext cx="47982" cy="55138"/>
              </a:xfrm>
              <a:custGeom>
                <a:rect b="b" l="l" r="r" t="t"/>
                <a:pathLst>
                  <a:path extrusionOk="0" h="1518" w="1321">
                    <a:moveTo>
                      <a:pt x="1" y="0"/>
                    </a:moveTo>
                    <a:lnTo>
                      <a:pt x="625" y="1223"/>
                    </a:lnTo>
                    <a:lnTo>
                      <a:pt x="1321" y="1517"/>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192"/>
              <p:cNvSpPr/>
              <p:nvPr/>
            </p:nvSpPr>
            <p:spPr>
              <a:xfrm>
                <a:off x="1842261" y="1754404"/>
                <a:ext cx="9117" cy="45076"/>
              </a:xfrm>
              <a:custGeom>
                <a:rect b="b" l="l" r="r" t="t"/>
                <a:pathLst>
                  <a:path extrusionOk="0" h="1241" w="251">
                    <a:moveTo>
                      <a:pt x="250" y="0"/>
                    </a:moveTo>
                    <a:lnTo>
                      <a:pt x="0" y="981"/>
                    </a:lnTo>
                    <a:lnTo>
                      <a:pt x="125" y="1240"/>
                    </a:lnTo>
                    <a:lnTo>
                      <a:pt x="25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192"/>
              <p:cNvSpPr/>
              <p:nvPr/>
            </p:nvSpPr>
            <p:spPr>
              <a:xfrm>
                <a:off x="1859441" y="1695418"/>
                <a:ext cx="39882" cy="104064"/>
              </a:xfrm>
              <a:custGeom>
                <a:rect b="b" l="l" r="r" t="t"/>
                <a:pathLst>
                  <a:path extrusionOk="0" h="2865" w="1098">
                    <a:moveTo>
                      <a:pt x="0" y="0"/>
                    </a:moveTo>
                    <a:lnTo>
                      <a:pt x="250" y="777"/>
                    </a:lnTo>
                    <a:lnTo>
                      <a:pt x="277" y="1348"/>
                    </a:lnTo>
                    <a:lnTo>
                      <a:pt x="473" y="2311"/>
                    </a:lnTo>
                    <a:lnTo>
                      <a:pt x="419" y="2570"/>
                    </a:lnTo>
                    <a:lnTo>
                      <a:pt x="473" y="2864"/>
                    </a:lnTo>
                    <a:lnTo>
                      <a:pt x="1097" y="2356"/>
                    </a:lnTo>
                    <a:lnTo>
                      <a:pt x="509" y="1303"/>
                    </a:lnTo>
                    <a:lnTo>
                      <a:pt x="509" y="901"/>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192"/>
              <p:cNvSpPr/>
              <p:nvPr/>
            </p:nvSpPr>
            <p:spPr>
              <a:xfrm>
                <a:off x="1757378" y="1707404"/>
                <a:ext cx="29167" cy="75551"/>
              </a:xfrm>
              <a:custGeom>
                <a:rect b="b" l="l" r="r" t="t"/>
                <a:pathLst>
                  <a:path extrusionOk="0" h="2080" w="803">
                    <a:moveTo>
                      <a:pt x="0" y="1"/>
                    </a:moveTo>
                    <a:lnTo>
                      <a:pt x="286" y="1383"/>
                    </a:lnTo>
                    <a:lnTo>
                      <a:pt x="45" y="2079"/>
                    </a:lnTo>
                    <a:lnTo>
                      <a:pt x="803" y="2079"/>
                    </a:lnTo>
                    <a:lnTo>
                      <a:pt x="705" y="1294"/>
                    </a:lnTo>
                    <a:lnTo>
                      <a:pt x="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192"/>
              <p:cNvSpPr/>
              <p:nvPr/>
            </p:nvSpPr>
            <p:spPr>
              <a:xfrm>
                <a:off x="1912579" y="1742382"/>
                <a:ext cx="22375" cy="38611"/>
              </a:xfrm>
              <a:custGeom>
                <a:rect b="b" l="l" r="r" t="t"/>
                <a:pathLst>
                  <a:path extrusionOk="0" h="1063" w="616">
                    <a:moveTo>
                      <a:pt x="72" y="1"/>
                    </a:moveTo>
                    <a:lnTo>
                      <a:pt x="0" y="483"/>
                    </a:lnTo>
                    <a:lnTo>
                      <a:pt x="134" y="1063"/>
                    </a:lnTo>
                    <a:lnTo>
                      <a:pt x="616" y="1063"/>
                    </a:lnTo>
                    <a:lnTo>
                      <a:pt x="179" y="492"/>
                    </a:lnTo>
                    <a:lnTo>
                      <a:pt x="72"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192"/>
              <p:cNvSpPr/>
              <p:nvPr/>
            </p:nvSpPr>
            <p:spPr>
              <a:xfrm>
                <a:off x="1696430" y="1714850"/>
                <a:ext cx="62584" cy="68105"/>
              </a:xfrm>
              <a:custGeom>
                <a:rect b="b" l="l" r="r" t="t"/>
                <a:pathLst>
                  <a:path extrusionOk="0" h="1875" w="1723">
                    <a:moveTo>
                      <a:pt x="697" y="1"/>
                    </a:moveTo>
                    <a:lnTo>
                      <a:pt x="875" y="1098"/>
                    </a:lnTo>
                    <a:lnTo>
                      <a:pt x="1" y="1874"/>
                    </a:lnTo>
                    <a:lnTo>
                      <a:pt x="1723" y="1874"/>
                    </a:lnTo>
                    <a:lnTo>
                      <a:pt x="1036" y="1535"/>
                    </a:lnTo>
                    <a:lnTo>
                      <a:pt x="1214" y="1000"/>
                    </a:lnTo>
                    <a:lnTo>
                      <a:pt x="69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192"/>
              <p:cNvSpPr/>
              <p:nvPr/>
            </p:nvSpPr>
            <p:spPr>
              <a:xfrm>
                <a:off x="1786507" y="1742091"/>
                <a:ext cx="29203" cy="47982"/>
              </a:xfrm>
              <a:custGeom>
                <a:rect b="b" l="l" r="r" t="t"/>
                <a:pathLst>
                  <a:path extrusionOk="0" h="1321" w="804">
                    <a:moveTo>
                      <a:pt x="554" y="0"/>
                    </a:moveTo>
                    <a:lnTo>
                      <a:pt x="340" y="705"/>
                    </a:lnTo>
                    <a:lnTo>
                      <a:pt x="1" y="1124"/>
                    </a:lnTo>
                    <a:lnTo>
                      <a:pt x="741" y="1320"/>
                    </a:lnTo>
                    <a:lnTo>
                      <a:pt x="804" y="642"/>
                    </a:lnTo>
                    <a:lnTo>
                      <a:pt x="581" y="981"/>
                    </a:lnTo>
                    <a:lnTo>
                      <a:pt x="554"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72" name="Google Shape;12372;p192"/>
            <p:cNvSpPr/>
            <p:nvPr/>
          </p:nvSpPr>
          <p:spPr>
            <a:xfrm flipH="1">
              <a:off x="7096991" y="717013"/>
              <a:ext cx="289626" cy="360856"/>
            </a:xfrm>
            <a:custGeom>
              <a:rect b="b" l="l" r="r" t="t"/>
              <a:pathLst>
                <a:path extrusionOk="0" h="2017" w="1598">
                  <a:moveTo>
                    <a:pt x="455" y="0"/>
                  </a:moveTo>
                  <a:lnTo>
                    <a:pt x="0" y="250"/>
                  </a:lnTo>
                  <a:lnTo>
                    <a:pt x="616" y="179"/>
                  </a:lnTo>
                  <a:lnTo>
                    <a:pt x="1321" y="839"/>
                  </a:lnTo>
                  <a:lnTo>
                    <a:pt x="1597" y="2016"/>
                  </a:lnTo>
                  <a:lnTo>
                    <a:pt x="1597" y="884"/>
                  </a:lnTo>
                  <a:lnTo>
                    <a:pt x="1026" y="125"/>
                  </a:lnTo>
                  <a:lnTo>
                    <a:pt x="45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73" name="Google Shape;12373;p192"/>
          <p:cNvSpPr/>
          <p:nvPr/>
        </p:nvSpPr>
        <p:spPr>
          <a:xfrm flipH="1">
            <a:off x="7779947" y="3182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192"/>
          <p:cNvSpPr/>
          <p:nvPr/>
        </p:nvSpPr>
        <p:spPr>
          <a:xfrm flipH="1">
            <a:off x="8488479" y="244204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192"/>
          <p:cNvSpPr/>
          <p:nvPr/>
        </p:nvSpPr>
        <p:spPr>
          <a:xfrm flipH="1">
            <a:off x="-302196" y="175007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2_1">
    <p:spTree>
      <p:nvGrpSpPr>
        <p:cNvPr id="12376" name="Shape 12376"/>
        <p:cNvGrpSpPr/>
        <p:nvPr/>
      </p:nvGrpSpPr>
      <p:grpSpPr>
        <a:xfrm>
          <a:off x="0" y="0"/>
          <a:ext cx="0" cy="0"/>
          <a:chOff x="0" y="0"/>
          <a:chExt cx="0" cy="0"/>
        </a:xfrm>
      </p:grpSpPr>
      <p:sp>
        <p:nvSpPr>
          <p:cNvPr id="12377" name="Google Shape;12377;p193"/>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193"/>
          <p:cNvSpPr/>
          <p:nvPr/>
        </p:nvSpPr>
        <p:spPr>
          <a:xfrm flipH="1">
            <a:off x="7929862" y="4570200"/>
            <a:ext cx="2872438" cy="136094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193"/>
          <p:cNvSpPr/>
          <p:nvPr/>
        </p:nvSpPr>
        <p:spPr>
          <a:xfrm flipH="1">
            <a:off x="-266407" y="4852500"/>
            <a:ext cx="9676842" cy="289832"/>
          </a:xfrm>
          <a:custGeom>
            <a:rect b="b" l="l" r="r" t="t"/>
            <a:pathLst>
              <a:path extrusionOk="0" h="9234" w="27897">
                <a:moveTo>
                  <a:pt x="14337" y="0"/>
                </a:moveTo>
                <a:cubicBezTo>
                  <a:pt x="14337" y="0"/>
                  <a:pt x="12053" y="402"/>
                  <a:pt x="13222" y="633"/>
                </a:cubicBezTo>
                <a:cubicBezTo>
                  <a:pt x="14391" y="857"/>
                  <a:pt x="13704" y="1276"/>
                  <a:pt x="11001" y="1419"/>
                </a:cubicBezTo>
                <a:cubicBezTo>
                  <a:pt x="8289" y="1561"/>
                  <a:pt x="8164" y="2204"/>
                  <a:pt x="9529" y="2346"/>
                </a:cubicBezTo>
                <a:cubicBezTo>
                  <a:pt x="10885" y="2489"/>
                  <a:pt x="4131" y="3470"/>
                  <a:pt x="5808" y="4006"/>
                </a:cubicBezTo>
                <a:cubicBezTo>
                  <a:pt x="7495" y="4550"/>
                  <a:pt x="4961" y="5040"/>
                  <a:pt x="3257" y="5272"/>
                </a:cubicBezTo>
                <a:cubicBezTo>
                  <a:pt x="1553" y="5504"/>
                  <a:pt x="1375" y="6040"/>
                  <a:pt x="2365" y="6227"/>
                </a:cubicBezTo>
                <a:cubicBezTo>
                  <a:pt x="3355" y="6414"/>
                  <a:pt x="1" y="7271"/>
                  <a:pt x="1" y="7271"/>
                </a:cubicBezTo>
                <a:lnTo>
                  <a:pt x="1" y="9233"/>
                </a:lnTo>
                <a:lnTo>
                  <a:pt x="27897" y="9233"/>
                </a:lnTo>
                <a:lnTo>
                  <a:pt x="27897" y="7137"/>
                </a:lnTo>
                <a:cubicBezTo>
                  <a:pt x="27897" y="7137"/>
                  <a:pt x="23472" y="6361"/>
                  <a:pt x="24445" y="5504"/>
                </a:cubicBezTo>
                <a:cubicBezTo>
                  <a:pt x="25417" y="4648"/>
                  <a:pt x="20171" y="4434"/>
                  <a:pt x="21340" y="3925"/>
                </a:cubicBezTo>
                <a:cubicBezTo>
                  <a:pt x="22500" y="3417"/>
                  <a:pt x="21893" y="2917"/>
                  <a:pt x="20912" y="2721"/>
                </a:cubicBezTo>
                <a:cubicBezTo>
                  <a:pt x="19939" y="2534"/>
                  <a:pt x="18780" y="2034"/>
                  <a:pt x="19422" y="1481"/>
                </a:cubicBezTo>
                <a:cubicBezTo>
                  <a:pt x="20055" y="928"/>
                  <a:pt x="19288" y="732"/>
                  <a:pt x="18512" y="491"/>
                </a:cubicBezTo>
                <a:cubicBezTo>
                  <a:pt x="17727" y="259"/>
                  <a:pt x="18637" y="0"/>
                  <a:pt x="18637"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193"/>
          <p:cNvSpPr/>
          <p:nvPr/>
        </p:nvSpPr>
        <p:spPr>
          <a:xfrm flipH="1" rot="-517971">
            <a:off x="-642987" y="4698288"/>
            <a:ext cx="1482423" cy="380966"/>
          </a:xfrm>
          <a:custGeom>
            <a:rect b="b" l="l" r="r" t="t"/>
            <a:pathLst>
              <a:path extrusionOk="0" h="3424" w="12146">
                <a:moveTo>
                  <a:pt x="10371" y="0"/>
                </a:moveTo>
                <a:cubicBezTo>
                  <a:pt x="8576" y="0"/>
                  <a:pt x="1490" y="1307"/>
                  <a:pt x="1490" y="1307"/>
                </a:cubicBezTo>
                <a:cubicBezTo>
                  <a:pt x="1490" y="1307"/>
                  <a:pt x="330" y="1467"/>
                  <a:pt x="616" y="1601"/>
                </a:cubicBezTo>
                <a:cubicBezTo>
                  <a:pt x="910" y="1735"/>
                  <a:pt x="1035" y="1904"/>
                  <a:pt x="518" y="2047"/>
                </a:cubicBezTo>
                <a:cubicBezTo>
                  <a:pt x="0" y="2190"/>
                  <a:pt x="571" y="2315"/>
                  <a:pt x="1428" y="2467"/>
                </a:cubicBezTo>
                <a:cubicBezTo>
                  <a:pt x="2275" y="2627"/>
                  <a:pt x="2650" y="2681"/>
                  <a:pt x="2329" y="2823"/>
                </a:cubicBezTo>
                <a:cubicBezTo>
                  <a:pt x="2017" y="2962"/>
                  <a:pt x="2176" y="3100"/>
                  <a:pt x="2788" y="3100"/>
                </a:cubicBezTo>
                <a:cubicBezTo>
                  <a:pt x="2807" y="3100"/>
                  <a:pt x="2826" y="3100"/>
                  <a:pt x="2846" y="3100"/>
                </a:cubicBezTo>
                <a:cubicBezTo>
                  <a:pt x="2872" y="3100"/>
                  <a:pt x="2897" y="3099"/>
                  <a:pt x="2923" y="3099"/>
                </a:cubicBezTo>
                <a:cubicBezTo>
                  <a:pt x="3543" y="3099"/>
                  <a:pt x="4083" y="3202"/>
                  <a:pt x="3783" y="3305"/>
                </a:cubicBezTo>
                <a:cubicBezTo>
                  <a:pt x="3552" y="3391"/>
                  <a:pt x="3986" y="3423"/>
                  <a:pt x="4404" y="3423"/>
                </a:cubicBezTo>
                <a:cubicBezTo>
                  <a:pt x="4551" y="3423"/>
                  <a:pt x="4695" y="3419"/>
                  <a:pt x="4809" y="3412"/>
                </a:cubicBezTo>
                <a:cubicBezTo>
                  <a:pt x="5237" y="3385"/>
                  <a:pt x="4934" y="3118"/>
                  <a:pt x="4693" y="3037"/>
                </a:cubicBezTo>
                <a:cubicBezTo>
                  <a:pt x="4461" y="2966"/>
                  <a:pt x="3685" y="2690"/>
                  <a:pt x="4443" y="2645"/>
                </a:cubicBezTo>
                <a:cubicBezTo>
                  <a:pt x="5201" y="2600"/>
                  <a:pt x="5246" y="2449"/>
                  <a:pt x="4898" y="2368"/>
                </a:cubicBezTo>
                <a:cubicBezTo>
                  <a:pt x="4550" y="2279"/>
                  <a:pt x="4434" y="2190"/>
                  <a:pt x="5166" y="2154"/>
                </a:cubicBezTo>
                <a:cubicBezTo>
                  <a:pt x="5322" y="2147"/>
                  <a:pt x="5484" y="2145"/>
                  <a:pt x="5637" y="2145"/>
                </a:cubicBezTo>
                <a:cubicBezTo>
                  <a:pt x="5803" y="2145"/>
                  <a:pt x="5959" y="2147"/>
                  <a:pt x="6090" y="2147"/>
                </a:cubicBezTo>
                <a:cubicBezTo>
                  <a:pt x="6413" y="2147"/>
                  <a:pt x="6585" y="2133"/>
                  <a:pt x="6370" y="2038"/>
                </a:cubicBezTo>
                <a:cubicBezTo>
                  <a:pt x="5977" y="1869"/>
                  <a:pt x="5977" y="1690"/>
                  <a:pt x="6629" y="1655"/>
                </a:cubicBezTo>
                <a:cubicBezTo>
                  <a:pt x="7289" y="1628"/>
                  <a:pt x="7262" y="1476"/>
                  <a:pt x="6887" y="1378"/>
                </a:cubicBezTo>
                <a:cubicBezTo>
                  <a:pt x="6522" y="1280"/>
                  <a:pt x="7021" y="1173"/>
                  <a:pt x="7610" y="1173"/>
                </a:cubicBezTo>
                <a:cubicBezTo>
                  <a:pt x="7772" y="1173"/>
                  <a:pt x="7994" y="1176"/>
                  <a:pt x="8224" y="1176"/>
                </a:cubicBezTo>
                <a:cubicBezTo>
                  <a:pt x="8828" y="1176"/>
                  <a:pt x="9492" y="1157"/>
                  <a:pt x="9305" y="1021"/>
                </a:cubicBezTo>
                <a:cubicBezTo>
                  <a:pt x="9119" y="885"/>
                  <a:pt x="9217" y="835"/>
                  <a:pt x="9603" y="835"/>
                </a:cubicBezTo>
                <a:cubicBezTo>
                  <a:pt x="9772" y="835"/>
                  <a:pt x="9997" y="844"/>
                  <a:pt x="10277" y="861"/>
                </a:cubicBezTo>
                <a:cubicBezTo>
                  <a:pt x="10511" y="877"/>
                  <a:pt x="10707" y="885"/>
                  <a:pt x="10863" y="885"/>
                </a:cubicBezTo>
                <a:cubicBezTo>
                  <a:pt x="11315" y="885"/>
                  <a:pt x="11439" y="819"/>
                  <a:pt x="11214" y="700"/>
                </a:cubicBezTo>
                <a:cubicBezTo>
                  <a:pt x="10937" y="562"/>
                  <a:pt x="11076" y="401"/>
                  <a:pt x="11503" y="401"/>
                </a:cubicBezTo>
                <a:cubicBezTo>
                  <a:pt x="11544" y="401"/>
                  <a:pt x="11587" y="403"/>
                  <a:pt x="11633" y="406"/>
                </a:cubicBezTo>
                <a:cubicBezTo>
                  <a:pt x="11654" y="407"/>
                  <a:pt x="11673" y="407"/>
                  <a:pt x="11691" y="407"/>
                </a:cubicBezTo>
                <a:cubicBezTo>
                  <a:pt x="12146" y="407"/>
                  <a:pt x="11951" y="99"/>
                  <a:pt x="10527" y="4"/>
                </a:cubicBezTo>
                <a:cubicBezTo>
                  <a:pt x="10481" y="2"/>
                  <a:pt x="10429" y="0"/>
                  <a:pt x="10371"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81" name="Google Shape;12381;p193"/>
          <p:cNvGrpSpPr/>
          <p:nvPr/>
        </p:nvGrpSpPr>
        <p:grpSpPr>
          <a:xfrm>
            <a:off x="-340785" y="3600346"/>
            <a:ext cx="1043741" cy="1287607"/>
            <a:chOff x="4171005" y="1331224"/>
            <a:chExt cx="356505" cy="439757"/>
          </a:xfrm>
        </p:grpSpPr>
        <p:sp>
          <p:nvSpPr>
            <p:cNvPr id="12382" name="Google Shape;12382;p193"/>
            <p:cNvSpPr/>
            <p:nvPr/>
          </p:nvSpPr>
          <p:spPr>
            <a:xfrm>
              <a:off x="4171005" y="1331224"/>
              <a:ext cx="356505" cy="439757"/>
            </a:xfrm>
            <a:custGeom>
              <a:rect b="b" l="l" r="r" t="t"/>
              <a:pathLst>
                <a:path extrusionOk="0" h="12107" w="9815">
                  <a:moveTo>
                    <a:pt x="3337" y="0"/>
                  </a:moveTo>
                  <a:lnTo>
                    <a:pt x="2320" y="464"/>
                  </a:lnTo>
                  <a:lnTo>
                    <a:pt x="2320" y="2525"/>
                  </a:lnTo>
                  <a:lnTo>
                    <a:pt x="1562" y="2257"/>
                  </a:lnTo>
                  <a:lnTo>
                    <a:pt x="964" y="2793"/>
                  </a:lnTo>
                  <a:lnTo>
                    <a:pt x="1152" y="5505"/>
                  </a:lnTo>
                  <a:lnTo>
                    <a:pt x="920" y="7182"/>
                  </a:lnTo>
                  <a:lnTo>
                    <a:pt x="1152" y="9510"/>
                  </a:lnTo>
                  <a:lnTo>
                    <a:pt x="1" y="11152"/>
                  </a:lnTo>
                  <a:lnTo>
                    <a:pt x="3266" y="11152"/>
                  </a:lnTo>
                  <a:lnTo>
                    <a:pt x="4238" y="11571"/>
                  </a:lnTo>
                  <a:lnTo>
                    <a:pt x="5282" y="11571"/>
                  </a:lnTo>
                  <a:lnTo>
                    <a:pt x="5452" y="12106"/>
                  </a:lnTo>
                  <a:lnTo>
                    <a:pt x="6522" y="12106"/>
                  </a:lnTo>
                  <a:lnTo>
                    <a:pt x="7352" y="11036"/>
                  </a:lnTo>
                  <a:lnTo>
                    <a:pt x="9814" y="11036"/>
                  </a:lnTo>
                  <a:lnTo>
                    <a:pt x="9814" y="9831"/>
                  </a:lnTo>
                  <a:lnTo>
                    <a:pt x="9341" y="9394"/>
                  </a:lnTo>
                  <a:lnTo>
                    <a:pt x="9341" y="8404"/>
                  </a:lnTo>
                  <a:lnTo>
                    <a:pt x="8467" y="6530"/>
                  </a:lnTo>
                  <a:lnTo>
                    <a:pt x="8369" y="5005"/>
                  </a:lnTo>
                  <a:lnTo>
                    <a:pt x="7138" y="3515"/>
                  </a:lnTo>
                  <a:lnTo>
                    <a:pt x="5407" y="304"/>
                  </a:lnTo>
                  <a:lnTo>
                    <a:pt x="4595" y="464"/>
                  </a:lnTo>
                  <a:lnTo>
                    <a:pt x="333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193"/>
            <p:cNvSpPr/>
            <p:nvPr/>
          </p:nvSpPr>
          <p:spPr>
            <a:xfrm>
              <a:off x="4345021" y="1403794"/>
              <a:ext cx="149431" cy="367184"/>
            </a:xfrm>
            <a:custGeom>
              <a:rect b="b" l="l" r="r" t="t"/>
              <a:pathLst>
                <a:path extrusionOk="0" h="10109" w="4114">
                  <a:moveTo>
                    <a:pt x="652" y="1"/>
                  </a:moveTo>
                  <a:lnTo>
                    <a:pt x="652" y="1669"/>
                  </a:lnTo>
                  <a:lnTo>
                    <a:pt x="1116" y="2266"/>
                  </a:lnTo>
                  <a:lnTo>
                    <a:pt x="741" y="2882"/>
                  </a:lnTo>
                  <a:lnTo>
                    <a:pt x="910" y="3890"/>
                  </a:lnTo>
                  <a:lnTo>
                    <a:pt x="812" y="5059"/>
                  </a:lnTo>
                  <a:lnTo>
                    <a:pt x="982" y="5862"/>
                  </a:lnTo>
                  <a:lnTo>
                    <a:pt x="812" y="6682"/>
                  </a:lnTo>
                  <a:lnTo>
                    <a:pt x="277" y="7325"/>
                  </a:lnTo>
                  <a:lnTo>
                    <a:pt x="224" y="9038"/>
                  </a:lnTo>
                  <a:lnTo>
                    <a:pt x="1" y="9573"/>
                  </a:lnTo>
                  <a:lnTo>
                    <a:pt x="491" y="9573"/>
                  </a:lnTo>
                  <a:lnTo>
                    <a:pt x="661" y="10108"/>
                  </a:lnTo>
                  <a:lnTo>
                    <a:pt x="1731" y="10108"/>
                  </a:lnTo>
                  <a:lnTo>
                    <a:pt x="2561" y="9038"/>
                  </a:lnTo>
                  <a:lnTo>
                    <a:pt x="4113" y="9038"/>
                  </a:lnTo>
                  <a:lnTo>
                    <a:pt x="3765" y="8172"/>
                  </a:lnTo>
                  <a:lnTo>
                    <a:pt x="3846" y="6798"/>
                  </a:lnTo>
                  <a:cubicBezTo>
                    <a:pt x="3846" y="6798"/>
                    <a:pt x="2855" y="5879"/>
                    <a:pt x="2846" y="5835"/>
                  </a:cubicBezTo>
                  <a:cubicBezTo>
                    <a:pt x="2837" y="5790"/>
                    <a:pt x="2846" y="4961"/>
                    <a:pt x="2846" y="4961"/>
                  </a:cubicBezTo>
                  <a:lnTo>
                    <a:pt x="2418" y="4185"/>
                  </a:lnTo>
                  <a:lnTo>
                    <a:pt x="1990" y="2391"/>
                  </a:lnTo>
                  <a:lnTo>
                    <a:pt x="946" y="1214"/>
                  </a:lnTo>
                  <a:lnTo>
                    <a:pt x="652"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193"/>
            <p:cNvSpPr/>
            <p:nvPr/>
          </p:nvSpPr>
          <p:spPr>
            <a:xfrm>
              <a:off x="4430230" y="1458893"/>
              <a:ext cx="97272" cy="237549"/>
            </a:xfrm>
            <a:custGeom>
              <a:rect b="b" l="l" r="r" t="t"/>
              <a:pathLst>
                <a:path extrusionOk="0" h="6540" w="2678">
                  <a:moveTo>
                    <a:pt x="1" y="0"/>
                  </a:moveTo>
                  <a:lnTo>
                    <a:pt x="661" y="1490"/>
                  </a:lnTo>
                  <a:lnTo>
                    <a:pt x="982" y="1775"/>
                  </a:lnTo>
                  <a:lnTo>
                    <a:pt x="697" y="2926"/>
                  </a:lnTo>
                  <a:lnTo>
                    <a:pt x="1401" y="3872"/>
                  </a:lnTo>
                  <a:lnTo>
                    <a:pt x="1357" y="4505"/>
                  </a:lnTo>
                  <a:lnTo>
                    <a:pt x="1803" y="4844"/>
                  </a:lnTo>
                  <a:lnTo>
                    <a:pt x="2035" y="5879"/>
                  </a:lnTo>
                  <a:lnTo>
                    <a:pt x="1999" y="6405"/>
                  </a:lnTo>
                  <a:lnTo>
                    <a:pt x="2677" y="6539"/>
                  </a:lnTo>
                  <a:lnTo>
                    <a:pt x="2677" y="6316"/>
                  </a:lnTo>
                  <a:lnTo>
                    <a:pt x="2204" y="5879"/>
                  </a:lnTo>
                  <a:lnTo>
                    <a:pt x="2204" y="4889"/>
                  </a:lnTo>
                  <a:lnTo>
                    <a:pt x="1330" y="3015"/>
                  </a:lnTo>
                  <a:lnTo>
                    <a:pt x="1276" y="2257"/>
                  </a:lnTo>
                  <a:lnTo>
                    <a:pt x="1232" y="1490"/>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193"/>
            <p:cNvSpPr/>
            <p:nvPr/>
          </p:nvSpPr>
          <p:spPr>
            <a:xfrm>
              <a:off x="4255270" y="1331224"/>
              <a:ext cx="112164" cy="220042"/>
            </a:xfrm>
            <a:custGeom>
              <a:rect b="b" l="l" r="r" t="t"/>
              <a:pathLst>
                <a:path extrusionOk="0" h="6058" w="3088">
                  <a:moveTo>
                    <a:pt x="1017" y="0"/>
                  </a:moveTo>
                  <a:lnTo>
                    <a:pt x="0" y="464"/>
                  </a:lnTo>
                  <a:lnTo>
                    <a:pt x="330" y="955"/>
                  </a:lnTo>
                  <a:lnTo>
                    <a:pt x="1008" y="1044"/>
                  </a:lnTo>
                  <a:lnTo>
                    <a:pt x="1740" y="2338"/>
                  </a:lnTo>
                  <a:lnTo>
                    <a:pt x="1571" y="3738"/>
                  </a:lnTo>
                  <a:cubicBezTo>
                    <a:pt x="1571" y="3738"/>
                    <a:pt x="2637" y="6058"/>
                    <a:pt x="2641" y="6058"/>
                  </a:cubicBezTo>
                  <a:cubicBezTo>
                    <a:pt x="2641" y="6058"/>
                    <a:pt x="2641" y="6058"/>
                    <a:pt x="2641" y="6058"/>
                  </a:cubicBezTo>
                  <a:cubicBezTo>
                    <a:pt x="2641" y="6040"/>
                    <a:pt x="2043" y="3631"/>
                    <a:pt x="2025" y="3542"/>
                  </a:cubicBezTo>
                  <a:cubicBezTo>
                    <a:pt x="2017" y="3453"/>
                    <a:pt x="2454" y="2320"/>
                    <a:pt x="2454" y="2320"/>
                  </a:cubicBezTo>
                  <a:lnTo>
                    <a:pt x="2382" y="1704"/>
                  </a:lnTo>
                  <a:lnTo>
                    <a:pt x="3087" y="304"/>
                  </a:lnTo>
                  <a:lnTo>
                    <a:pt x="2275" y="464"/>
                  </a:lnTo>
                  <a:lnTo>
                    <a:pt x="1017"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193"/>
            <p:cNvSpPr/>
            <p:nvPr/>
          </p:nvSpPr>
          <p:spPr>
            <a:xfrm>
              <a:off x="4206019" y="1413201"/>
              <a:ext cx="76495" cy="154915"/>
            </a:xfrm>
            <a:custGeom>
              <a:rect b="b" l="l" r="r" t="t"/>
              <a:pathLst>
                <a:path extrusionOk="0" h="4265" w="2106">
                  <a:moveTo>
                    <a:pt x="598" y="0"/>
                  </a:moveTo>
                  <a:lnTo>
                    <a:pt x="0" y="536"/>
                  </a:lnTo>
                  <a:lnTo>
                    <a:pt x="0" y="536"/>
                  </a:lnTo>
                  <a:lnTo>
                    <a:pt x="812" y="393"/>
                  </a:lnTo>
                  <a:lnTo>
                    <a:pt x="1740" y="1767"/>
                  </a:lnTo>
                  <a:lnTo>
                    <a:pt x="2106" y="4265"/>
                  </a:lnTo>
                  <a:lnTo>
                    <a:pt x="2106" y="1883"/>
                  </a:lnTo>
                  <a:lnTo>
                    <a:pt x="1356" y="268"/>
                  </a:lnTo>
                  <a:lnTo>
                    <a:pt x="598"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193"/>
            <p:cNvSpPr/>
            <p:nvPr/>
          </p:nvSpPr>
          <p:spPr>
            <a:xfrm>
              <a:off x="4367394" y="1342229"/>
              <a:ext cx="62874" cy="116704"/>
            </a:xfrm>
            <a:custGeom>
              <a:rect b="b" l="l" r="r" t="t"/>
              <a:pathLst>
                <a:path extrusionOk="0" h="3213" w="1731">
                  <a:moveTo>
                    <a:pt x="0" y="1"/>
                  </a:moveTo>
                  <a:lnTo>
                    <a:pt x="803" y="2605"/>
                  </a:lnTo>
                  <a:lnTo>
                    <a:pt x="1731" y="3212"/>
                  </a:lnTo>
                  <a:lnTo>
                    <a:pt x="0" y="1"/>
                  </a:lnTo>
                  <a:close/>
                  <a:moveTo>
                    <a:pt x="1731" y="3212"/>
                  </a:moveTo>
                  <a:lnTo>
                    <a:pt x="1731" y="3212"/>
                  </a:lnTo>
                  <a:lnTo>
                    <a:pt x="1731" y="3212"/>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193"/>
            <p:cNvSpPr/>
            <p:nvPr/>
          </p:nvSpPr>
          <p:spPr>
            <a:xfrm>
              <a:off x="4362854" y="1675659"/>
              <a:ext cx="11696" cy="95310"/>
            </a:xfrm>
            <a:custGeom>
              <a:rect b="b" l="l" r="r" t="t"/>
              <a:pathLst>
                <a:path extrusionOk="0" h="2624" w="322">
                  <a:moveTo>
                    <a:pt x="321" y="0"/>
                  </a:moveTo>
                  <a:lnTo>
                    <a:pt x="0" y="2088"/>
                  </a:lnTo>
                  <a:lnTo>
                    <a:pt x="170" y="2623"/>
                  </a:lnTo>
                  <a:lnTo>
                    <a:pt x="32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193"/>
            <p:cNvSpPr/>
            <p:nvPr/>
          </p:nvSpPr>
          <p:spPr>
            <a:xfrm>
              <a:off x="4385519" y="1551222"/>
              <a:ext cx="52522" cy="219751"/>
            </a:xfrm>
            <a:custGeom>
              <a:rect b="b" l="l" r="r" t="t"/>
              <a:pathLst>
                <a:path extrusionOk="0" h="6050" w="1446">
                  <a:moveTo>
                    <a:pt x="1" y="1"/>
                  </a:moveTo>
                  <a:lnTo>
                    <a:pt x="331" y="1642"/>
                  </a:lnTo>
                  <a:lnTo>
                    <a:pt x="366" y="2855"/>
                  </a:lnTo>
                  <a:lnTo>
                    <a:pt x="616" y="4880"/>
                  </a:lnTo>
                  <a:lnTo>
                    <a:pt x="545" y="5442"/>
                  </a:lnTo>
                  <a:lnTo>
                    <a:pt x="616" y="6049"/>
                  </a:lnTo>
                  <a:lnTo>
                    <a:pt x="1446" y="4979"/>
                  </a:lnTo>
                  <a:lnTo>
                    <a:pt x="670" y="2748"/>
                  </a:lnTo>
                  <a:lnTo>
                    <a:pt x="670" y="1901"/>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193"/>
            <p:cNvSpPr/>
            <p:nvPr/>
          </p:nvSpPr>
          <p:spPr>
            <a:xfrm>
              <a:off x="4251384" y="1576502"/>
              <a:ext cx="38284" cy="159783"/>
            </a:xfrm>
            <a:custGeom>
              <a:rect b="b" l="l" r="r" t="t"/>
              <a:pathLst>
                <a:path extrusionOk="0" h="4399" w="1054">
                  <a:moveTo>
                    <a:pt x="0" y="0"/>
                  </a:moveTo>
                  <a:lnTo>
                    <a:pt x="366" y="2918"/>
                  </a:lnTo>
                  <a:lnTo>
                    <a:pt x="54" y="4399"/>
                  </a:lnTo>
                  <a:lnTo>
                    <a:pt x="1053" y="4399"/>
                  </a:lnTo>
                  <a:lnTo>
                    <a:pt x="928" y="2730"/>
                  </a:lnTo>
                  <a:lnTo>
                    <a:pt x="0"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193"/>
            <p:cNvSpPr/>
            <p:nvPr/>
          </p:nvSpPr>
          <p:spPr>
            <a:xfrm>
              <a:off x="4455510" y="1650706"/>
              <a:ext cx="29203" cy="81362"/>
            </a:xfrm>
            <a:custGeom>
              <a:rect b="b" l="l" r="r" t="t"/>
              <a:pathLst>
                <a:path extrusionOk="0" h="2240" w="804">
                  <a:moveTo>
                    <a:pt x="90" y="0"/>
                  </a:moveTo>
                  <a:lnTo>
                    <a:pt x="1" y="1017"/>
                  </a:lnTo>
                  <a:lnTo>
                    <a:pt x="170" y="2240"/>
                  </a:lnTo>
                  <a:lnTo>
                    <a:pt x="804" y="2240"/>
                  </a:lnTo>
                  <a:lnTo>
                    <a:pt x="224" y="1035"/>
                  </a:lnTo>
                  <a:lnTo>
                    <a:pt x="9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193"/>
            <p:cNvSpPr/>
            <p:nvPr/>
          </p:nvSpPr>
          <p:spPr>
            <a:xfrm>
              <a:off x="4171005" y="1592047"/>
              <a:ext cx="82343" cy="144237"/>
            </a:xfrm>
            <a:custGeom>
              <a:rect b="b" l="l" r="r" t="t"/>
              <a:pathLst>
                <a:path extrusionOk="0" h="3971" w="2267">
                  <a:moveTo>
                    <a:pt x="920" y="1"/>
                  </a:moveTo>
                  <a:lnTo>
                    <a:pt x="1152" y="2329"/>
                  </a:lnTo>
                  <a:lnTo>
                    <a:pt x="1" y="3971"/>
                  </a:lnTo>
                  <a:lnTo>
                    <a:pt x="2267" y="3971"/>
                  </a:lnTo>
                  <a:lnTo>
                    <a:pt x="1366" y="3248"/>
                  </a:lnTo>
                  <a:lnTo>
                    <a:pt x="1607" y="2124"/>
                  </a:lnTo>
                  <a:lnTo>
                    <a:pt x="920"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193"/>
            <p:cNvSpPr/>
            <p:nvPr/>
          </p:nvSpPr>
          <p:spPr>
            <a:xfrm>
              <a:off x="4289630" y="1649726"/>
              <a:ext cx="38248" cy="101776"/>
            </a:xfrm>
            <a:custGeom>
              <a:rect b="b" l="l" r="r" t="t"/>
              <a:pathLst>
                <a:path extrusionOk="0" h="2802" w="1053">
                  <a:moveTo>
                    <a:pt x="723" y="1"/>
                  </a:moveTo>
                  <a:lnTo>
                    <a:pt x="446" y="1490"/>
                  </a:lnTo>
                  <a:lnTo>
                    <a:pt x="0" y="2383"/>
                  </a:lnTo>
                  <a:lnTo>
                    <a:pt x="972" y="2802"/>
                  </a:lnTo>
                  <a:lnTo>
                    <a:pt x="1053" y="1357"/>
                  </a:lnTo>
                  <a:lnTo>
                    <a:pt x="758" y="2070"/>
                  </a:lnTo>
                  <a:lnTo>
                    <a:pt x="723"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4" name="Google Shape;12394;p193"/>
          <p:cNvGrpSpPr/>
          <p:nvPr/>
        </p:nvGrpSpPr>
        <p:grpSpPr>
          <a:xfrm flipH="1">
            <a:off x="7979792" y="4298154"/>
            <a:ext cx="1281277" cy="466197"/>
            <a:chOff x="3363545" y="1399908"/>
            <a:chExt cx="240164" cy="87537"/>
          </a:xfrm>
        </p:grpSpPr>
        <p:sp>
          <p:nvSpPr>
            <p:cNvPr id="12395" name="Google Shape;12395;p193"/>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193"/>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193"/>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193"/>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193"/>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00" name="Google Shape;12400;p193"/>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
        <p:nvSpPr>
          <p:cNvPr id="12401" name="Google Shape;12401;p193"/>
          <p:cNvSpPr/>
          <p:nvPr/>
        </p:nvSpPr>
        <p:spPr>
          <a:xfrm flipH="1">
            <a:off x="-266391" y="92444"/>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193"/>
          <p:cNvSpPr/>
          <p:nvPr/>
        </p:nvSpPr>
        <p:spPr>
          <a:xfrm flipH="1">
            <a:off x="8488479" y="97247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193"/>
          <p:cNvSpPr/>
          <p:nvPr/>
        </p:nvSpPr>
        <p:spPr>
          <a:xfrm flipH="1">
            <a:off x="-302196" y="213464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
    <p:spTree>
      <p:nvGrpSpPr>
        <p:cNvPr id="12404" name="Shape 12404"/>
        <p:cNvGrpSpPr/>
        <p:nvPr/>
      </p:nvGrpSpPr>
      <p:grpSpPr>
        <a:xfrm>
          <a:off x="0" y="0"/>
          <a:ext cx="0" cy="0"/>
          <a:chOff x="0" y="0"/>
          <a:chExt cx="0" cy="0"/>
        </a:xfrm>
      </p:grpSpPr>
      <p:sp>
        <p:nvSpPr>
          <p:cNvPr id="12405" name="Google Shape;12405;p194"/>
          <p:cNvSpPr/>
          <p:nvPr/>
        </p:nvSpPr>
        <p:spPr>
          <a:xfrm>
            <a:off x="0" y="2946100"/>
            <a:ext cx="9144017" cy="2212162"/>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194"/>
          <p:cNvSpPr/>
          <p:nvPr/>
        </p:nvSpPr>
        <p:spPr>
          <a:xfrm rot="-238101">
            <a:off x="2252374" y="2540951"/>
            <a:ext cx="9184698" cy="3467877"/>
          </a:xfrm>
          <a:custGeom>
            <a:rect b="b" l="l" r="r" t="t"/>
            <a:pathLst>
              <a:path extrusionOk="0" h="13052" w="30413">
                <a:moveTo>
                  <a:pt x="22990" y="1"/>
                </a:moveTo>
                <a:lnTo>
                  <a:pt x="13801" y="1071"/>
                </a:lnTo>
                <a:lnTo>
                  <a:pt x="13596" y="1071"/>
                </a:lnTo>
                <a:cubicBezTo>
                  <a:pt x="13596" y="1071"/>
                  <a:pt x="9965" y="1437"/>
                  <a:pt x="11027" y="1856"/>
                </a:cubicBezTo>
                <a:cubicBezTo>
                  <a:pt x="12080" y="2275"/>
                  <a:pt x="12570" y="2552"/>
                  <a:pt x="10447" y="2918"/>
                </a:cubicBezTo>
                <a:cubicBezTo>
                  <a:pt x="8333" y="3275"/>
                  <a:pt x="5960" y="3560"/>
                  <a:pt x="7610" y="4184"/>
                </a:cubicBezTo>
                <a:cubicBezTo>
                  <a:pt x="9260" y="4800"/>
                  <a:pt x="6575" y="5549"/>
                  <a:pt x="3694" y="5755"/>
                </a:cubicBezTo>
                <a:cubicBezTo>
                  <a:pt x="2427" y="5844"/>
                  <a:pt x="1098" y="6450"/>
                  <a:pt x="0" y="7102"/>
                </a:cubicBezTo>
                <a:lnTo>
                  <a:pt x="0" y="13052"/>
                </a:lnTo>
                <a:lnTo>
                  <a:pt x="28869" y="13052"/>
                </a:lnTo>
                <a:lnTo>
                  <a:pt x="30412" y="12704"/>
                </a:lnTo>
                <a:lnTo>
                  <a:pt x="30412" y="81"/>
                </a:lnTo>
                <a:lnTo>
                  <a:pt x="30038"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194"/>
          <p:cNvSpPr/>
          <p:nvPr/>
        </p:nvSpPr>
        <p:spPr>
          <a:xfrm rot="-238109">
            <a:off x="2107217" y="2665026"/>
            <a:ext cx="8527419" cy="3219687"/>
          </a:xfrm>
          <a:custGeom>
            <a:rect b="b" l="l" r="r" t="t"/>
            <a:pathLst>
              <a:path extrusionOk="0" h="13052" w="30413">
                <a:moveTo>
                  <a:pt x="22990" y="1"/>
                </a:moveTo>
                <a:lnTo>
                  <a:pt x="15728" y="848"/>
                </a:lnTo>
                <a:lnTo>
                  <a:pt x="13569" y="1749"/>
                </a:lnTo>
                <a:cubicBezTo>
                  <a:pt x="13569" y="1749"/>
                  <a:pt x="15666" y="2409"/>
                  <a:pt x="12766" y="2909"/>
                </a:cubicBezTo>
                <a:cubicBezTo>
                  <a:pt x="9867" y="3417"/>
                  <a:pt x="12017" y="3997"/>
                  <a:pt x="13337" y="4184"/>
                </a:cubicBezTo>
                <a:cubicBezTo>
                  <a:pt x="14649" y="4372"/>
                  <a:pt x="15407" y="5210"/>
                  <a:pt x="8939" y="6236"/>
                </a:cubicBezTo>
                <a:cubicBezTo>
                  <a:pt x="2480" y="7271"/>
                  <a:pt x="4684" y="7789"/>
                  <a:pt x="5888" y="8029"/>
                </a:cubicBezTo>
                <a:cubicBezTo>
                  <a:pt x="7030" y="8252"/>
                  <a:pt x="5291" y="8725"/>
                  <a:pt x="0" y="9555"/>
                </a:cubicBezTo>
                <a:lnTo>
                  <a:pt x="0" y="13052"/>
                </a:lnTo>
                <a:lnTo>
                  <a:pt x="28494" y="13052"/>
                </a:lnTo>
                <a:lnTo>
                  <a:pt x="28155" y="7887"/>
                </a:lnTo>
                <a:cubicBezTo>
                  <a:pt x="28155" y="7887"/>
                  <a:pt x="25953" y="8060"/>
                  <a:pt x="24567" y="8060"/>
                </a:cubicBezTo>
                <a:cubicBezTo>
                  <a:pt x="24042" y="8060"/>
                  <a:pt x="23635" y="8036"/>
                  <a:pt x="23507" y="7967"/>
                </a:cubicBezTo>
                <a:cubicBezTo>
                  <a:pt x="23035" y="7726"/>
                  <a:pt x="26639" y="7664"/>
                  <a:pt x="25104" y="6888"/>
                </a:cubicBezTo>
                <a:cubicBezTo>
                  <a:pt x="23579" y="6111"/>
                  <a:pt x="18413" y="6067"/>
                  <a:pt x="20233" y="5317"/>
                </a:cubicBezTo>
                <a:cubicBezTo>
                  <a:pt x="22062" y="4577"/>
                  <a:pt x="20028" y="4220"/>
                  <a:pt x="18333" y="3640"/>
                </a:cubicBezTo>
                <a:cubicBezTo>
                  <a:pt x="16638" y="3060"/>
                  <a:pt x="17236" y="2543"/>
                  <a:pt x="18770" y="2525"/>
                </a:cubicBezTo>
                <a:cubicBezTo>
                  <a:pt x="18807" y="2525"/>
                  <a:pt x="18842" y="2525"/>
                  <a:pt x="18876" y="2525"/>
                </a:cubicBezTo>
                <a:cubicBezTo>
                  <a:pt x="20301" y="2525"/>
                  <a:pt x="20215" y="2879"/>
                  <a:pt x="19832" y="3105"/>
                </a:cubicBezTo>
                <a:cubicBezTo>
                  <a:pt x="19586" y="3247"/>
                  <a:pt x="19856" y="3386"/>
                  <a:pt x="20555" y="3386"/>
                </a:cubicBezTo>
                <a:cubicBezTo>
                  <a:pt x="20997" y="3386"/>
                  <a:pt x="21611" y="3330"/>
                  <a:pt x="22374" y="3185"/>
                </a:cubicBezTo>
                <a:cubicBezTo>
                  <a:pt x="22844" y="3098"/>
                  <a:pt x="23275" y="3061"/>
                  <a:pt x="23640" y="3061"/>
                </a:cubicBezTo>
                <a:cubicBezTo>
                  <a:pt x="24807" y="3061"/>
                  <a:pt x="25303" y="3439"/>
                  <a:pt x="24257" y="3765"/>
                </a:cubicBezTo>
                <a:cubicBezTo>
                  <a:pt x="23293" y="4074"/>
                  <a:pt x="23579" y="4205"/>
                  <a:pt x="24624" y="4205"/>
                </a:cubicBezTo>
                <a:cubicBezTo>
                  <a:pt x="25060" y="4205"/>
                  <a:pt x="25627" y="4182"/>
                  <a:pt x="26291" y="4140"/>
                </a:cubicBezTo>
                <a:cubicBezTo>
                  <a:pt x="26778" y="4109"/>
                  <a:pt x="27185" y="4094"/>
                  <a:pt x="27510" y="4094"/>
                </a:cubicBezTo>
                <a:cubicBezTo>
                  <a:pt x="28693" y="4094"/>
                  <a:pt x="28808" y="4287"/>
                  <a:pt x="27843" y="4595"/>
                </a:cubicBezTo>
                <a:cubicBezTo>
                  <a:pt x="27072" y="4842"/>
                  <a:pt x="27244" y="5114"/>
                  <a:pt x="28358" y="5114"/>
                </a:cubicBezTo>
                <a:cubicBezTo>
                  <a:pt x="28855" y="5114"/>
                  <a:pt x="29540" y="5060"/>
                  <a:pt x="30412" y="4925"/>
                </a:cubicBezTo>
                <a:lnTo>
                  <a:pt x="30412" y="179"/>
                </a:lnTo>
                <a:cubicBezTo>
                  <a:pt x="29547" y="108"/>
                  <a:pt x="28494" y="45"/>
                  <a:pt x="27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08" name="Google Shape;12408;p194"/>
          <p:cNvGrpSpPr/>
          <p:nvPr/>
        </p:nvGrpSpPr>
        <p:grpSpPr>
          <a:xfrm>
            <a:off x="3619619" y="2360686"/>
            <a:ext cx="2081626" cy="2993796"/>
            <a:chOff x="4025327" y="3355494"/>
            <a:chExt cx="1740199" cy="2502755"/>
          </a:xfrm>
        </p:grpSpPr>
        <p:sp>
          <p:nvSpPr>
            <p:cNvPr id="12409" name="Google Shape;12409;p194"/>
            <p:cNvSpPr/>
            <p:nvPr/>
          </p:nvSpPr>
          <p:spPr>
            <a:xfrm>
              <a:off x="4706126" y="3843812"/>
              <a:ext cx="153439" cy="2008135"/>
            </a:xfrm>
            <a:custGeom>
              <a:rect b="b" l="l" r="r" t="t"/>
              <a:pathLst>
                <a:path extrusionOk="0" h="19735" w="1508">
                  <a:moveTo>
                    <a:pt x="357" y="1"/>
                  </a:moveTo>
                  <a:cubicBezTo>
                    <a:pt x="357" y="1"/>
                    <a:pt x="0" y="982"/>
                    <a:pt x="357" y="3088"/>
                  </a:cubicBezTo>
                  <a:cubicBezTo>
                    <a:pt x="634" y="4720"/>
                    <a:pt x="357" y="19734"/>
                    <a:pt x="357" y="19734"/>
                  </a:cubicBezTo>
                  <a:lnTo>
                    <a:pt x="1151" y="19734"/>
                  </a:lnTo>
                  <a:cubicBezTo>
                    <a:pt x="1151" y="19734"/>
                    <a:pt x="874" y="4720"/>
                    <a:pt x="1151" y="3088"/>
                  </a:cubicBezTo>
                  <a:cubicBezTo>
                    <a:pt x="1508" y="982"/>
                    <a:pt x="1151" y="1"/>
                    <a:pt x="1151"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194"/>
            <p:cNvSpPr/>
            <p:nvPr/>
          </p:nvSpPr>
          <p:spPr>
            <a:xfrm>
              <a:off x="4775111" y="3843812"/>
              <a:ext cx="84453" cy="2008135"/>
            </a:xfrm>
            <a:custGeom>
              <a:rect b="b" l="l" r="r" t="t"/>
              <a:pathLst>
                <a:path extrusionOk="0" h="19735" w="830">
                  <a:moveTo>
                    <a:pt x="277" y="1"/>
                  </a:moveTo>
                  <a:cubicBezTo>
                    <a:pt x="277" y="1"/>
                    <a:pt x="634" y="982"/>
                    <a:pt x="277" y="3088"/>
                  </a:cubicBezTo>
                  <a:cubicBezTo>
                    <a:pt x="0" y="4720"/>
                    <a:pt x="277" y="19734"/>
                    <a:pt x="277" y="19734"/>
                  </a:cubicBezTo>
                  <a:lnTo>
                    <a:pt x="473" y="19734"/>
                  </a:lnTo>
                  <a:cubicBezTo>
                    <a:pt x="473" y="19734"/>
                    <a:pt x="196" y="4720"/>
                    <a:pt x="473" y="3088"/>
                  </a:cubicBezTo>
                  <a:cubicBezTo>
                    <a:pt x="830" y="982"/>
                    <a:pt x="473" y="1"/>
                    <a:pt x="473"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194"/>
            <p:cNvSpPr/>
            <p:nvPr/>
          </p:nvSpPr>
          <p:spPr>
            <a:xfrm>
              <a:off x="4298521" y="3355494"/>
              <a:ext cx="968660" cy="758075"/>
            </a:xfrm>
            <a:custGeom>
              <a:rect b="b" l="l" r="r" t="t"/>
              <a:pathLst>
                <a:path extrusionOk="0" h="7450" w="9520">
                  <a:moveTo>
                    <a:pt x="3712" y="0"/>
                  </a:moveTo>
                  <a:lnTo>
                    <a:pt x="3712" y="0"/>
                  </a:lnTo>
                  <a:cubicBezTo>
                    <a:pt x="3944" y="830"/>
                    <a:pt x="4042" y="1481"/>
                    <a:pt x="4042" y="1481"/>
                  </a:cubicBezTo>
                  <a:cubicBezTo>
                    <a:pt x="3426" y="456"/>
                    <a:pt x="2436" y="125"/>
                    <a:pt x="2436" y="125"/>
                  </a:cubicBezTo>
                  <a:lnTo>
                    <a:pt x="2436" y="125"/>
                  </a:lnTo>
                  <a:cubicBezTo>
                    <a:pt x="3533" y="884"/>
                    <a:pt x="3748" y="1945"/>
                    <a:pt x="3748" y="1945"/>
                  </a:cubicBezTo>
                  <a:cubicBezTo>
                    <a:pt x="2998" y="937"/>
                    <a:pt x="1562" y="919"/>
                    <a:pt x="1562" y="919"/>
                  </a:cubicBezTo>
                  <a:lnTo>
                    <a:pt x="1562" y="919"/>
                  </a:lnTo>
                  <a:cubicBezTo>
                    <a:pt x="2481" y="1214"/>
                    <a:pt x="3087" y="2017"/>
                    <a:pt x="3087" y="2017"/>
                  </a:cubicBezTo>
                  <a:cubicBezTo>
                    <a:pt x="3087" y="2017"/>
                    <a:pt x="2561" y="1597"/>
                    <a:pt x="1758" y="1526"/>
                  </a:cubicBezTo>
                  <a:cubicBezTo>
                    <a:pt x="1614" y="1513"/>
                    <a:pt x="1482" y="1508"/>
                    <a:pt x="1362" y="1508"/>
                  </a:cubicBezTo>
                  <a:cubicBezTo>
                    <a:pt x="826" y="1508"/>
                    <a:pt x="545" y="1615"/>
                    <a:pt x="545" y="1615"/>
                  </a:cubicBezTo>
                  <a:cubicBezTo>
                    <a:pt x="1954" y="1651"/>
                    <a:pt x="2436" y="2302"/>
                    <a:pt x="2436" y="2302"/>
                  </a:cubicBezTo>
                  <a:cubicBezTo>
                    <a:pt x="2107" y="2194"/>
                    <a:pt x="1771" y="2170"/>
                    <a:pt x="1534" y="2170"/>
                  </a:cubicBezTo>
                  <a:cubicBezTo>
                    <a:pt x="1340" y="2170"/>
                    <a:pt x="1214" y="2186"/>
                    <a:pt x="1214" y="2186"/>
                  </a:cubicBezTo>
                  <a:cubicBezTo>
                    <a:pt x="2186" y="2347"/>
                    <a:pt x="2606" y="2837"/>
                    <a:pt x="2606" y="2837"/>
                  </a:cubicBezTo>
                  <a:cubicBezTo>
                    <a:pt x="2606" y="2837"/>
                    <a:pt x="2146" y="2706"/>
                    <a:pt x="1646" y="2706"/>
                  </a:cubicBezTo>
                  <a:cubicBezTo>
                    <a:pt x="1396" y="2706"/>
                    <a:pt x="1137" y="2739"/>
                    <a:pt x="920" y="2837"/>
                  </a:cubicBezTo>
                  <a:cubicBezTo>
                    <a:pt x="259" y="3132"/>
                    <a:pt x="134" y="3720"/>
                    <a:pt x="134" y="3720"/>
                  </a:cubicBezTo>
                  <a:cubicBezTo>
                    <a:pt x="439" y="3339"/>
                    <a:pt x="929" y="3103"/>
                    <a:pt x="1520" y="3103"/>
                  </a:cubicBezTo>
                  <a:cubicBezTo>
                    <a:pt x="1552" y="3103"/>
                    <a:pt x="1583" y="3104"/>
                    <a:pt x="1615" y="3105"/>
                  </a:cubicBezTo>
                  <a:cubicBezTo>
                    <a:pt x="2168" y="3123"/>
                    <a:pt x="2436" y="3364"/>
                    <a:pt x="2436" y="3364"/>
                  </a:cubicBezTo>
                  <a:cubicBezTo>
                    <a:pt x="2436" y="3364"/>
                    <a:pt x="2270" y="3337"/>
                    <a:pt x="2019" y="3337"/>
                  </a:cubicBezTo>
                  <a:cubicBezTo>
                    <a:pt x="1709" y="3337"/>
                    <a:pt x="1271" y="3378"/>
                    <a:pt x="857" y="3560"/>
                  </a:cubicBezTo>
                  <a:cubicBezTo>
                    <a:pt x="108" y="3890"/>
                    <a:pt x="1" y="4488"/>
                    <a:pt x="1" y="4488"/>
                  </a:cubicBezTo>
                  <a:cubicBezTo>
                    <a:pt x="500" y="3935"/>
                    <a:pt x="1383" y="3828"/>
                    <a:pt x="1383" y="3828"/>
                  </a:cubicBezTo>
                  <a:lnTo>
                    <a:pt x="1383" y="3828"/>
                  </a:lnTo>
                  <a:cubicBezTo>
                    <a:pt x="242" y="4390"/>
                    <a:pt x="63" y="5362"/>
                    <a:pt x="63" y="5362"/>
                  </a:cubicBezTo>
                  <a:cubicBezTo>
                    <a:pt x="429" y="4969"/>
                    <a:pt x="1134" y="4755"/>
                    <a:pt x="1134" y="4755"/>
                  </a:cubicBezTo>
                  <a:lnTo>
                    <a:pt x="1134" y="4755"/>
                  </a:lnTo>
                  <a:cubicBezTo>
                    <a:pt x="384" y="5335"/>
                    <a:pt x="152" y="6156"/>
                    <a:pt x="152" y="6156"/>
                  </a:cubicBezTo>
                  <a:cubicBezTo>
                    <a:pt x="652" y="5469"/>
                    <a:pt x="1544" y="5157"/>
                    <a:pt x="1544" y="5157"/>
                  </a:cubicBezTo>
                  <a:lnTo>
                    <a:pt x="1544" y="5157"/>
                  </a:lnTo>
                  <a:cubicBezTo>
                    <a:pt x="1160" y="5630"/>
                    <a:pt x="1044" y="6272"/>
                    <a:pt x="1044" y="6272"/>
                  </a:cubicBezTo>
                  <a:cubicBezTo>
                    <a:pt x="1624" y="4961"/>
                    <a:pt x="2659" y="4755"/>
                    <a:pt x="2659" y="4755"/>
                  </a:cubicBezTo>
                  <a:lnTo>
                    <a:pt x="2659" y="4755"/>
                  </a:lnTo>
                  <a:cubicBezTo>
                    <a:pt x="1642" y="5273"/>
                    <a:pt x="1473" y="6647"/>
                    <a:pt x="1473" y="6647"/>
                  </a:cubicBezTo>
                  <a:cubicBezTo>
                    <a:pt x="1963" y="5362"/>
                    <a:pt x="2891" y="4969"/>
                    <a:pt x="2891" y="4969"/>
                  </a:cubicBezTo>
                  <a:lnTo>
                    <a:pt x="2891" y="4969"/>
                  </a:lnTo>
                  <a:cubicBezTo>
                    <a:pt x="1892" y="6067"/>
                    <a:pt x="2284" y="7316"/>
                    <a:pt x="2284" y="7316"/>
                  </a:cubicBezTo>
                  <a:cubicBezTo>
                    <a:pt x="2284" y="6236"/>
                    <a:pt x="2802" y="5674"/>
                    <a:pt x="2802" y="5674"/>
                  </a:cubicBezTo>
                  <a:lnTo>
                    <a:pt x="2802" y="5674"/>
                  </a:lnTo>
                  <a:cubicBezTo>
                    <a:pt x="2579" y="6272"/>
                    <a:pt x="2686" y="6780"/>
                    <a:pt x="2686" y="6780"/>
                  </a:cubicBezTo>
                  <a:cubicBezTo>
                    <a:pt x="2900" y="5630"/>
                    <a:pt x="3533" y="5166"/>
                    <a:pt x="3533" y="5166"/>
                  </a:cubicBezTo>
                  <a:lnTo>
                    <a:pt x="3533" y="5166"/>
                  </a:lnTo>
                  <a:cubicBezTo>
                    <a:pt x="3150" y="5853"/>
                    <a:pt x="3221" y="6896"/>
                    <a:pt x="3221" y="6896"/>
                  </a:cubicBezTo>
                  <a:cubicBezTo>
                    <a:pt x="3408" y="5701"/>
                    <a:pt x="4015" y="5023"/>
                    <a:pt x="4015" y="5023"/>
                  </a:cubicBezTo>
                  <a:lnTo>
                    <a:pt x="4015" y="5023"/>
                  </a:lnTo>
                  <a:cubicBezTo>
                    <a:pt x="3542" y="6192"/>
                    <a:pt x="4033" y="7449"/>
                    <a:pt x="4033" y="7449"/>
                  </a:cubicBezTo>
                  <a:cubicBezTo>
                    <a:pt x="3872" y="5415"/>
                    <a:pt x="4756" y="4800"/>
                    <a:pt x="4756" y="4800"/>
                  </a:cubicBezTo>
                  <a:cubicBezTo>
                    <a:pt x="4756" y="4800"/>
                    <a:pt x="5639" y="5415"/>
                    <a:pt x="5487" y="7449"/>
                  </a:cubicBezTo>
                  <a:cubicBezTo>
                    <a:pt x="5487" y="7449"/>
                    <a:pt x="5978" y="6192"/>
                    <a:pt x="5505" y="5023"/>
                  </a:cubicBezTo>
                  <a:lnTo>
                    <a:pt x="5505" y="5023"/>
                  </a:lnTo>
                  <a:cubicBezTo>
                    <a:pt x="5505" y="5023"/>
                    <a:pt x="6103" y="5701"/>
                    <a:pt x="6299" y="6896"/>
                  </a:cubicBezTo>
                  <a:cubicBezTo>
                    <a:pt x="6299" y="6896"/>
                    <a:pt x="6361" y="5853"/>
                    <a:pt x="5987" y="5166"/>
                  </a:cubicBezTo>
                  <a:lnTo>
                    <a:pt x="5987" y="5166"/>
                  </a:lnTo>
                  <a:cubicBezTo>
                    <a:pt x="5987" y="5166"/>
                    <a:pt x="6620" y="5630"/>
                    <a:pt x="6834" y="6780"/>
                  </a:cubicBezTo>
                  <a:cubicBezTo>
                    <a:pt x="6834" y="6780"/>
                    <a:pt x="6941" y="6272"/>
                    <a:pt x="6718" y="5674"/>
                  </a:cubicBezTo>
                  <a:lnTo>
                    <a:pt x="6718" y="5674"/>
                  </a:lnTo>
                  <a:cubicBezTo>
                    <a:pt x="6718" y="5674"/>
                    <a:pt x="7236" y="6236"/>
                    <a:pt x="7236" y="7316"/>
                  </a:cubicBezTo>
                  <a:cubicBezTo>
                    <a:pt x="7236" y="7316"/>
                    <a:pt x="7628" y="6067"/>
                    <a:pt x="6629" y="4969"/>
                  </a:cubicBezTo>
                  <a:lnTo>
                    <a:pt x="6629" y="4969"/>
                  </a:lnTo>
                  <a:cubicBezTo>
                    <a:pt x="6629" y="4969"/>
                    <a:pt x="7557" y="5362"/>
                    <a:pt x="8047" y="6647"/>
                  </a:cubicBezTo>
                  <a:cubicBezTo>
                    <a:pt x="8047" y="6647"/>
                    <a:pt x="7878" y="5273"/>
                    <a:pt x="6861" y="4755"/>
                  </a:cubicBezTo>
                  <a:lnTo>
                    <a:pt x="6861" y="4755"/>
                  </a:lnTo>
                  <a:cubicBezTo>
                    <a:pt x="6861" y="4755"/>
                    <a:pt x="7896" y="4961"/>
                    <a:pt x="8467" y="6272"/>
                  </a:cubicBezTo>
                  <a:cubicBezTo>
                    <a:pt x="8467" y="6272"/>
                    <a:pt x="8351" y="5630"/>
                    <a:pt x="7976" y="5157"/>
                  </a:cubicBezTo>
                  <a:lnTo>
                    <a:pt x="7976" y="5157"/>
                  </a:lnTo>
                  <a:cubicBezTo>
                    <a:pt x="7976" y="5157"/>
                    <a:pt x="8868" y="5469"/>
                    <a:pt x="9368" y="6156"/>
                  </a:cubicBezTo>
                  <a:cubicBezTo>
                    <a:pt x="9368" y="6156"/>
                    <a:pt x="9136" y="5335"/>
                    <a:pt x="8386" y="4755"/>
                  </a:cubicBezTo>
                  <a:lnTo>
                    <a:pt x="8386" y="4755"/>
                  </a:lnTo>
                  <a:cubicBezTo>
                    <a:pt x="8387" y="4755"/>
                    <a:pt x="9091" y="4969"/>
                    <a:pt x="9457" y="5362"/>
                  </a:cubicBezTo>
                  <a:cubicBezTo>
                    <a:pt x="9457" y="5362"/>
                    <a:pt x="9270" y="4390"/>
                    <a:pt x="8128" y="3828"/>
                  </a:cubicBezTo>
                  <a:lnTo>
                    <a:pt x="8128" y="3828"/>
                  </a:lnTo>
                  <a:cubicBezTo>
                    <a:pt x="8128" y="3828"/>
                    <a:pt x="9020" y="3935"/>
                    <a:pt x="9519" y="4488"/>
                  </a:cubicBezTo>
                  <a:cubicBezTo>
                    <a:pt x="9519" y="4488"/>
                    <a:pt x="9412" y="3890"/>
                    <a:pt x="8663" y="3560"/>
                  </a:cubicBezTo>
                  <a:cubicBezTo>
                    <a:pt x="8249" y="3378"/>
                    <a:pt x="7811" y="3337"/>
                    <a:pt x="7501" y="3337"/>
                  </a:cubicBezTo>
                  <a:cubicBezTo>
                    <a:pt x="7250" y="3337"/>
                    <a:pt x="7084" y="3364"/>
                    <a:pt x="7084" y="3364"/>
                  </a:cubicBezTo>
                  <a:cubicBezTo>
                    <a:pt x="7084" y="3364"/>
                    <a:pt x="7352" y="3123"/>
                    <a:pt x="7905" y="3105"/>
                  </a:cubicBezTo>
                  <a:cubicBezTo>
                    <a:pt x="7937" y="3104"/>
                    <a:pt x="7968" y="3103"/>
                    <a:pt x="8000" y="3103"/>
                  </a:cubicBezTo>
                  <a:cubicBezTo>
                    <a:pt x="8590" y="3103"/>
                    <a:pt x="9072" y="3339"/>
                    <a:pt x="9386" y="3720"/>
                  </a:cubicBezTo>
                  <a:cubicBezTo>
                    <a:pt x="9386" y="3720"/>
                    <a:pt x="9261" y="3132"/>
                    <a:pt x="8601" y="2837"/>
                  </a:cubicBezTo>
                  <a:cubicBezTo>
                    <a:pt x="8383" y="2739"/>
                    <a:pt x="8123" y="2706"/>
                    <a:pt x="7872" y="2706"/>
                  </a:cubicBezTo>
                  <a:cubicBezTo>
                    <a:pt x="7369" y="2706"/>
                    <a:pt x="6906" y="2837"/>
                    <a:pt x="6906" y="2837"/>
                  </a:cubicBezTo>
                  <a:cubicBezTo>
                    <a:pt x="6906" y="2837"/>
                    <a:pt x="7334" y="2347"/>
                    <a:pt x="8306" y="2186"/>
                  </a:cubicBezTo>
                  <a:cubicBezTo>
                    <a:pt x="8306" y="2186"/>
                    <a:pt x="8180" y="2170"/>
                    <a:pt x="7985" y="2170"/>
                  </a:cubicBezTo>
                  <a:cubicBezTo>
                    <a:pt x="7748" y="2170"/>
                    <a:pt x="7409" y="2194"/>
                    <a:pt x="7075" y="2302"/>
                  </a:cubicBezTo>
                  <a:cubicBezTo>
                    <a:pt x="7075" y="2302"/>
                    <a:pt x="7566" y="1651"/>
                    <a:pt x="8975" y="1615"/>
                  </a:cubicBezTo>
                  <a:cubicBezTo>
                    <a:pt x="8975" y="1615"/>
                    <a:pt x="8689" y="1508"/>
                    <a:pt x="8149" y="1508"/>
                  </a:cubicBezTo>
                  <a:cubicBezTo>
                    <a:pt x="8030" y="1508"/>
                    <a:pt x="7897" y="1513"/>
                    <a:pt x="7753" y="1526"/>
                  </a:cubicBezTo>
                  <a:cubicBezTo>
                    <a:pt x="6959" y="1597"/>
                    <a:pt x="6433" y="2017"/>
                    <a:pt x="6433" y="2017"/>
                  </a:cubicBezTo>
                  <a:cubicBezTo>
                    <a:pt x="6433" y="2017"/>
                    <a:pt x="7030" y="1214"/>
                    <a:pt x="7958" y="919"/>
                  </a:cubicBezTo>
                  <a:lnTo>
                    <a:pt x="7958" y="919"/>
                  </a:lnTo>
                  <a:cubicBezTo>
                    <a:pt x="7958" y="919"/>
                    <a:pt x="6522" y="937"/>
                    <a:pt x="5773" y="1945"/>
                  </a:cubicBezTo>
                  <a:cubicBezTo>
                    <a:pt x="5773" y="1945"/>
                    <a:pt x="5978" y="884"/>
                    <a:pt x="7084" y="125"/>
                  </a:cubicBezTo>
                  <a:lnTo>
                    <a:pt x="7084" y="125"/>
                  </a:lnTo>
                  <a:cubicBezTo>
                    <a:pt x="7084" y="125"/>
                    <a:pt x="6094" y="456"/>
                    <a:pt x="5469" y="1481"/>
                  </a:cubicBezTo>
                  <a:cubicBezTo>
                    <a:pt x="5469" y="1481"/>
                    <a:pt x="5576" y="830"/>
                    <a:pt x="5808" y="0"/>
                  </a:cubicBezTo>
                  <a:lnTo>
                    <a:pt x="5808" y="0"/>
                  </a:lnTo>
                  <a:cubicBezTo>
                    <a:pt x="5808" y="1"/>
                    <a:pt x="5014" y="518"/>
                    <a:pt x="4756" y="1633"/>
                  </a:cubicBezTo>
                  <a:cubicBezTo>
                    <a:pt x="4506" y="518"/>
                    <a:pt x="3712" y="1"/>
                    <a:pt x="37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194"/>
            <p:cNvSpPr/>
            <p:nvPr/>
          </p:nvSpPr>
          <p:spPr>
            <a:xfrm>
              <a:off x="4493675" y="3534276"/>
              <a:ext cx="578347" cy="452199"/>
            </a:xfrm>
            <a:custGeom>
              <a:rect b="b" l="l" r="r" t="t"/>
              <a:pathLst>
                <a:path extrusionOk="0" h="4444" w="5684">
                  <a:moveTo>
                    <a:pt x="2213" y="1"/>
                  </a:moveTo>
                  <a:lnTo>
                    <a:pt x="2213" y="1"/>
                  </a:lnTo>
                  <a:cubicBezTo>
                    <a:pt x="2356" y="492"/>
                    <a:pt x="2418" y="884"/>
                    <a:pt x="2418" y="884"/>
                  </a:cubicBezTo>
                  <a:cubicBezTo>
                    <a:pt x="2044" y="269"/>
                    <a:pt x="1455" y="72"/>
                    <a:pt x="1455" y="72"/>
                  </a:cubicBezTo>
                  <a:lnTo>
                    <a:pt x="1455" y="72"/>
                  </a:lnTo>
                  <a:cubicBezTo>
                    <a:pt x="2115" y="527"/>
                    <a:pt x="2231" y="1161"/>
                    <a:pt x="2231" y="1161"/>
                  </a:cubicBezTo>
                  <a:cubicBezTo>
                    <a:pt x="1794" y="554"/>
                    <a:pt x="938" y="545"/>
                    <a:pt x="937" y="545"/>
                  </a:cubicBezTo>
                  <a:lnTo>
                    <a:pt x="937" y="545"/>
                  </a:lnTo>
                  <a:cubicBezTo>
                    <a:pt x="1482" y="715"/>
                    <a:pt x="1847" y="1205"/>
                    <a:pt x="1847" y="1205"/>
                  </a:cubicBezTo>
                  <a:cubicBezTo>
                    <a:pt x="1847" y="1205"/>
                    <a:pt x="1526" y="955"/>
                    <a:pt x="1053" y="911"/>
                  </a:cubicBezTo>
                  <a:cubicBezTo>
                    <a:pt x="966" y="903"/>
                    <a:pt x="886" y="899"/>
                    <a:pt x="814" y="899"/>
                  </a:cubicBezTo>
                  <a:cubicBezTo>
                    <a:pt x="497" y="899"/>
                    <a:pt x="331" y="964"/>
                    <a:pt x="331" y="964"/>
                  </a:cubicBezTo>
                  <a:cubicBezTo>
                    <a:pt x="1169" y="982"/>
                    <a:pt x="1455" y="1366"/>
                    <a:pt x="1455" y="1366"/>
                  </a:cubicBezTo>
                  <a:cubicBezTo>
                    <a:pt x="1241" y="1302"/>
                    <a:pt x="1020" y="1289"/>
                    <a:pt x="878" y="1289"/>
                  </a:cubicBezTo>
                  <a:cubicBezTo>
                    <a:pt x="783" y="1289"/>
                    <a:pt x="723" y="1294"/>
                    <a:pt x="723" y="1294"/>
                  </a:cubicBezTo>
                  <a:cubicBezTo>
                    <a:pt x="1303" y="1393"/>
                    <a:pt x="1562" y="1687"/>
                    <a:pt x="1562" y="1687"/>
                  </a:cubicBezTo>
                  <a:cubicBezTo>
                    <a:pt x="1562" y="1687"/>
                    <a:pt x="1284" y="1612"/>
                    <a:pt x="983" y="1612"/>
                  </a:cubicBezTo>
                  <a:cubicBezTo>
                    <a:pt x="832" y="1612"/>
                    <a:pt x="676" y="1630"/>
                    <a:pt x="545" y="1687"/>
                  </a:cubicBezTo>
                  <a:cubicBezTo>
                    <a:pt x="161" y="1865"/>
                    <a:pt x="81" y="2213"/>
                    <a:pt x="81" y="2213"/>
                  </a:cubicBezTo>
                  <a:cubicBezTo>
                    <a:pt x="267" y="1994"/>
                    <a:pt x="556" y="1846"/>
                    <a:pt x="905" y="1846"/>
                  </a:cubicBezTo>
                  <a:cubicBezTo>
                    <a:pt x="924" y="1846"/>
                    <a:pt x="944" y="1847"/>
                    <a:pt x="964" y="1848"/>
                  </a:cubicBezTo>
                  <a:cubicBezTo>
                    <a:pt x="1294" y="1856"/>
                    <a:pt x="1455" y="2008"/>
                    <a:pt x="1455" y="2008"/>
                  </a:cubicBezTo>
                  <a:cubicBezTo>
                    <a:pt x="1455" y="2008"/>
                    <a:pt x="1349" y="1989"/>
                    <a:pt x="1189" y="1989"/>
                  </a:cubicBezTo>
                  <a:cubicBezTo>
                    <a:pt x="1006" y="1989"/>
                    <a:pt x="753" y="2014"/>
                    <a:pt x="509" y="2124"/>
                  </a:cubicBezTo>
                  <a:cubicBezTo>
                    <a:pt x="63" y="2320"/>
                    <a:pt x="1" y="2677"/>
                    <a:pt x="1" y="2677"/>
                  </a:cubicBezTo>
                  <a:cubicBezTo>
                    <a:pt x="295" y="2347"/>
                    <a:pt x="830" y="2276"/>
                    <a:pt x="830" y="2276"/>
                  </a:cubicBezTo>
                  <a:lnTo>
                    <a:pt x="830" y="2276"/>
                  </a:lnTo>
                  <a:cubicBezTo>
                    <a:pt x="152" y="2615"/>
                    <a:pt x="36" y="3195"/>
                    <a:pt x="36" y="3195"/>
                  </a:cubicBezTo>
                  <a:cubicBezTo>
                    <a:pt x="259" y="2963"/>
                    <a:pt x="679" y="2829"/>
                    <a:pt x="679" y="2829"/>
                  </a:cubicBezTo>
                  <a:lnTo>
                    <a:pt x="679" y="2829"/>
                  </a:lnTo>
                  <a:cubicBezTo>
                    <a:pt x="233" y="3177"/>
                    <a:pt x="90" y="3667"/>
                    <a:pt x="90" y="3667"/>
                  </a:cubicBezTo>
                  <a:cubicBezTo>
                    <a:pt x="393" y="3266"/>
                    <a:pt x="919" y="3079"/>
                    <a:pt x="920" y="3079"/>
                  </a:cubicBezTo>
                  <a:lnTo>
                    <a:pt x="920" y="3079"/>
                  </a:lnTo>
                  <a:cubicBezTo>
                    <a:pt x="697" y="3355"/>
                    <a:pt x="625" y="3739"/>
                    <a:pt x="625" y="3739"/>
                  </a:cubicBezTo>
                  <a:cubicBezTo>
                    <a:pt x="973" y="2954"/>
                    <a:pt x="1589" y="2829"/>
                    <a:pt x="1589" y="2829"/>
                  </a:cubicBezTo>
                  <a:lnTo>
                    <a:pt x="1589" y="2829"/>
                  </a:lnTo>
                  <a:cubicBezTo>
                    <a:pt x="982" y="3141"/>
                    <a:pt x="884" y="3962"/>
                    <a:pt x="884" y="3962"/>
                  </a:cubicBezTo>
                  <a:cubicBezTo>
                    <a:pt x="1169" y="3195"/>
                    <a:pt x="1722" y="2963"/>
                    <a:pt x="1722" y="2963"/>
                  </a:cubicBezTo>
                  <a:lnTo>
                    <a:pt x="1722" y="2963"/>
                  </a:lnTo>
                  <a:cubicBezTo>
                    <a:pt x="1125" y="3614"/>
                    <a:pt x="1366" y="4363"/>
                    <a:pt x="1366" y="4363"/>
                  </a:cubicBezTo>
                  <a:cubicBezTo>
                    <a:pt x="1366" y="3712"/>
                    <a:pt x="1669" y="3382"/>
                    <a:pt x="1669" y="3382"/>
                  </a:cubicBezTo>
                  <a:lnTo>
                    <a:pt x="1669" y="3382"/>
                  </a:lnTo>
                  <a:cubicBezTo>
                    <a:pt x="1544" y="3739"/>
                    <a:pt x="1606" y="4042"/>
                    <a:pt x="1606" y="4042"/>
                  </a:cubicBezTo>
                  <a:cubicBezTo>
                    <a:pt x="1731" y="3355"/>
                    <a:pt x="2106" y="3079"/>
                    <a:pt x="2106" y="3079"/>
                  </a:cubicBezTo>
                  <a:lnTo>
                    <a:pt x="2106" y="3079"/>
                  </a:lnTo>
                  <a:cubicBezTo>
                    <a:pt x="1883" y="3489"/>
                    <a:pt x="1919" y="4113"/>
                    <a:pt x="1919" y="4113"/>
                  </a:cubicBezTo>
                  <a:cubicBezTo>
                    <a:pt x="2035" y="3400"/>
                    <a:pt x="2391" y="2990"/>
                    <a:pt x="2392" y="2989"/>
                  </a:cubicBezTo>
                  <a:lnTo>
                    <a:pt x="2392" y="2989"/>
                  </a:lnTo>
                  <a:cubicBezTo>
                    <a:pt x="2115" y="3694"/>
                    <a:pt x="2409" y="4444"/>
                    <a:pt x="2409" y="4444"/>
                  </a:cubicBezTo>
                  <a:cubicBezTo>
                    <a:pt x="2311" y="3230"/>
                    <a:pt x="2838" y="2856"/>
                    <a:pt x="2838" y="2856"/>
                  </a:cubicBezTo>
                  <a:cubicBezTo>
                    <a:pt x="2838" y="2856"/>
                    <a:pt x="3364" y="3230"/>
                    <a:pt x="3275" y="4444"/>
                  </a:cubicBezTo>
                  <a:cubicBezTo>
                    <a:pt x="3275" y="4444"/>
                    <a:pt x="3569" y="3694"/>
                    <a:pt x="3284" y="2989"/>
                  </a:cubicBezTo>
                  <a:lnTo>
                    <a:pt x="3284" y="2989"/>
                  </a:lnTo>
                  <a:cubicBezTo>
                    <a:pt x="3284" y="2990"/>
                    <a:pt x="3649" y="3400"/>
                    <a:pt x="3756" y="4113"/>
                  </a:cubicBezTo>
                  <a:cubicBezTo>
                    <a:pt x="3756" y="4113"/>
                    <a:pt x="3801" y="3489"/>
                    <a:pt x="3578" y="3079"/>
                  </a:cubicBezTo>
                  <a:lnTo>
                    <a:pt x="3578" y="3079"/>
                  </a:lnTo>
                  <a:cubicBezTo>
                    <a:pt x="3578" y="3079"/>
                    <a:pt x="3953" y="3355"/>
                    <a:pt x="4078" y="4042"/>
                  </a:cubicBezTo>
                  <a:cubicBezTo>
                    <a:pt x="4078" y="4042"/>
                    <a:pt x="4140" y="3739"/>
                    <a:pt x="4006" y="3382"/>
                  </a:cubicBezTo>
                  <a:lnTo>
                    <a:pt x="4006" y="3382"/>
                  </a:lnTo>
                  <a:cubicBezTo>
                    <a:pt x="4006" y="3382"/>
                    <a:pt x="4318" y="3712"/>
                    <a:pt x="4318" y="4363"/>
                  </a:cubicBezTo>
                  <a:cubicBezTo>
                    <a:pt x="4318" y="4363"/>
                    <a:pt x="4550" y="3614"/>
                    <a:pt x="3953" y="2963"/>
                  </a:cubicBezTo>
                  <a:lnTo>
                    <a:pt x="3953" y="2963"/>
                  </a:lnTo>
                  <a:cubicBezTo>
                    <a:pt x="3953" y="2963"/>
                    <a:pt x="4515" y="3195"/>
                    <a:pt x="4800" y="3962"/>
                  </a:cubicBezTo>
                  <a:cubicBezTo>
                    <a:pt x="4800" y="3962"/>
                    <a:pt x="4702" y="3141"/>
                    <a:pt x="4095" y="2829"/>
                  </a:cubicBezTo>
                  <a:lnTo>
                    <a:pt x="4095" y="2829"/>
                  </a:lnTo>
                  <a:cubicBezTo>
                    <a:pt x="4096" y="2829"/>
                    <a:pt x="4711" y="2954"/>
                    <a:pt x="5059" y="3739"/>
                  </a:cubicBezTo>
                  <a:cubicBezTo>
                    <a:pt x="5059" y="3739"/>
                    <a:pt x="4988" y="3355"/>
                    <a:pt x="4765" y="3079"/>
                  </a:cubicBezTo>
                  <a:lnTo>
                    <a:pt x="4765" y="3079"/>
                  </a:lnTo>
                  <a:cubicBezTo>
                    <a:pt x="4765" y="3079"/>
                    <a:pt x="5291" y="3266"/>
                    <a:pt x="5585" y="3667"/>
                  </a:cubicBezTo>
                  <a:cubicBezTo>
                    <a:pt x="5585" y="3667"/>
                    <a:pt x="5451" y="3177"/>
                    <a:pt x="5005" y="2829"/>
                  </a:cubicBezTo>
                  <a:lnTo>
                    <a:pt x="5005" y="2829"/>
                  </a:lnTo>
                  <a:cubicBezTo>
                    <a:pt x="5006" y="2829"/>
                    <a:pt x="5425" y="2963"/>
                    <a:pt x="5648" y="3195"/>
                  </a:cubicBezTo>
                  <a:cubicBezTo>
                    <a:pt x="5648" y="3195"/>
                    <a:pt x="5532" y="2615"/>
                    <a:pt x="4854" y="2276"/>
                  </a:cubicBezTo>
                  <a:lnTo>
                    <a:pt x="4854" y="2276"/>
                  </a:lnTo>
                  <a:cubicBezTo>
                    <a:pt x="4854" y="2276"/>
                    <a:pt x="5389" y="2347"/>
                    <a:pt x="5683" y="2677"/>
                  </a:cubicBezTo>
                  <a:cubicBezTo>
                    <a:pt x="5683" y="2677"/>
                    <a:pt x="5621" y="2320"/>
                    <a:pt x="5166" y="2124"/>
                  </a:cubicBezTo>
                  <a:cubicBezTo>
                    <a:pt x="4927" y="2014"/>
                    <a:pt x="4676" y="1989"/>
                    <a:pt x="4494" y="1989"/>
                  </a:cubicBezTo>
                  <a:cubicBezTo>
                    <a:pt x="4335" y="1989"/>
                    <a:pt x="4229" y="2008"/>
                    <a:pt x="4229" y="2008"/>
                  </a:cubicBezTo>
                  <a:cubicBezTo>
                    <a:pt x="4229" y="2008"/>
                    <a:pt x="4390" y="1856"/>
                    <a:pt x="4720" y="1848"/>
                  </a:cubicBezTo>
                  <a:cubicBezTo>
                    <a:pt x="4740" y="1847"/>
                    <a:pt x="4760" y="1846"/>
                    <a:pt x="4779" y="1846"/>
                  </a:cubicBezTo>
                  <a:cubicBezTo>
                    <a:pt x="5128" y="1846"/>
                    <a:pt x="5417" y="1994"/>
                    <a:pt x="5603" y="2213"/>
                  </a:cubicBezTo>
                  <a:cubicBezTo>
                    <a:pt x="5603" y="2213"/>
                    <a:pt x="5523" y="1865"/>
                    <a:pt x="5130" y="1687"/>
                  </a:cubicBezTo>
                  <a:cubicBezTo>
                    <a:pt x="5002" y="1630"/>
                    <a:pt x="4848" y="1612"/>
                    <a:pt x="4698" y="1612"/>
                  </a:cubicBezTo>
                  <a:cubicBezTo>
                    <a:pt x="4400" y="1612"/>
                    <a:pt x="4122" y="1687"/>
                    <a:pt x="4122" y="1687"/>
                  </a:cubicBezTo>
                  <a:cubicBezTo>
                    <a:pt x="4122" y="1687"/>
                    <a:pt x="4381" y="1393"/>
                    <a:pt x="4961" y="1294"/>
                  </a:cubicBezTo>
                  <a:cubicBezTo>
                    <a:pt x="4961" y="1294"/>
                    <a:pt x="4901" y="1289"/>
                    <a:pt x="4806" y="1289"/>
                  </a:cubicBezTo>
                  <a:cubicBezTo>
                    <a:pt x="4664" y="1289"/>
                    <a:pt x="4443" y="1302"/>
                    <a:pt x="4229" y="1366"/>
                  </a:cubicBezTo>
                  <a:cubicBezTo>
                    <a:pt x="4229" y="1366"/>
                    <a:pt x="4515" y="982"/>
                    <a:pt x="5353" y="964"/>
                  </a:cubicBezTo>
                  <a:cubicBezTo>
                    <a:pt x="5353" y="964"/>
                    <a:pt x="5187" y="899"/>
                    <a:pt x="4870" y="899"/>
                  </a:cubicBezTo>
                  <a:cubicBezTo>
                    <a:pt x="4798" y="899"/>
                    <a:pt x="4718" y="903"/>
                    <a:pt x="4631" y="911"/>
                  </a:cubicBezTo>
                  <a:cubicBezTo>
                    <a:pt x="4158" y="955"/>
                    <a:pt x="3837" y="1205"/>
                    <a:pt x="3837" y="1205"/>
                  </a:cubicBezTo>
                  <a:cubicBezTo>
                    <a:pt x="3837" y="1205"/>
                    <a:pt x="4203" y="715"/>
                    <a:pt x="4747" y="545"/>
                  </a:cubicBezTo>
                  <a:lnTo>
                    <a:pt x="4747" y="545"/>
                  </a:lnTo>
                  <a:cubicBezTo>
                    <a:pt x="4747" y="545"/>
                    <a:pt x="3890" y="554"/>
                    <a:pt x="3444" y="1161"/>
                  </a:cubicBezTo>
                  <a:cubicBezTo>
                    <a:pt x="3444" y="1161"/>
                    <a:pt x="3569" y="527"/>
                    <a:pt x="4229" y="72"/>
                  </a:cubicBezTo>
                  <a:lnTo>
                    <a:pt x="4229" y="72"/>
                  </a:lnTo>
                  <a:cubicBezTo>
                    <a:pt x="4229" y="72"/>
                    <a:pt x="3640" y="269"/>
                    <a:pt x="3266" y="884"/>
                  </a:cubicBezTo>
                  <a:cubicBezTo>
                    <a:pt x="3266" y="884"/>
                    <a:pt x="3328" y="492"/>
                    <a:pt x="3462" y="1"/>
                  </a:cubicBezTo>
                  <a:lnTo>
                    <a:pt x="3462" y="1"/>
                  </a:lnTo>
                  <a:cubicBezTo>
                    <a:pt x="3462" y="1"/>
                    <a:pt x="2989" y="304"/>
                    <a:pt x="2838" y="973"/>
                  </a:cubicBezTo>
                  <a:cubicBezTo>
                    <a:pt x="2686" y="304"/>
                    <a:pt x="2213" y="1"/>
                    <a:pt x="2213"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13" name="Google Shape;12413;p194"/>
            <p:cNvGrpSpPr/>
            <p:nvPr/>
          </p:nvGrpSpPr>
          <p:grpSpPr>
            <a:xfrm>
              <a:off x="4025327" y="4080797"/>
              <a:ext cx="659136" cy="1697576"/>
              <a:chOff x="4025327" y="4080797"/>
              <a:chExt cx="659136" cy="1697576"/>
            </a:xfrm>
          </p:grpSpPr>
          <p:sp>
            <p:nvSpPr>
              <p:cNvPr id="12414" name="Google Shape;12414;p194"/>
              <p:cNvSpPr/>
              <p:nvPr/>
            </p:nvSpPr>
            <p:spPr>
              <a:xfrm>
                <a:off x="4302184" y="4412109"/>
                <a:ext cx="105413" cy="1366264"/>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194"/>
              <p:cNvSpPr/>
              <p:nvPr/>
            </p:nvSpPr>
            <p:spPr>
              <a:xfrm>
                <a:off x="4346648" y="4412109"/>
                <a:ext cx="60948" cy="1366264"/>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194"/>
              <p:cNvSpPr/>
              <p:nvPr/>
            </p:nvSpPr>
            <p:spPr>
              <a:xfrm>
                <a:off x="4025327" y="4080797"/>
                <a:ext cx="659136" cy="514779"/>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194"/>
              <p:cNvSpPr/>
              <p:nvPr/>
            </p:nvSpPr>
            <p:spPr>
              <a:xfrm>
                <a:off x="4158719" y="4201478"/>
                <a:ext cx="392246" cy="307911"/>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18" name="Google Shape;12418;p194"/>
            <p:cNvSpPr/>
            <p:nvPr/>
          </p:nvSpPr>
          <p:spPr>
            <a:xfrm>
              <a:off x="5106404" y="4721645"/>
              <a:ext cx="87200" cy="1136603"/>
            </a:xfrm>
            <a:custGeom>
              <a:rect b="b" l="l" r="r" t="t"/>
              <a:pathLst>
                <a:path extrusionOk="0" h="11170" w="857">
                  <a:moveTo>
                    <a:pt x="206" y="1"/>
                  </a:moveTo>
                  <a:cubicBezTo>
                    <a:pt x="206" y="1"/>
                    <a:pt x="0" y="563"/>
                    <a:pt x="206" y="1749"/>
                  </a:cubicBezTo>
                  <a:cubicBezTo>
                    <a:pt x="357" y="2677"/>
                    <a:pt x="206" y="11170"/>
                    <a:pt x="206" y="11170"/>
                  </a:cubicBezTo>
                  <a:lnTo>
                    <a:pt x="652" y="11170"/>
                  </a:lnTo>
                  <a:cubicBezTo>
                    <a:pt x="652" y="11170"/>
                    <a:pt x="500" y="2677"/>
                    <a:pt x="652" y="1749"/>
                  </a:cubicBezTo>
                  <a:cubicBezTo>
                    <a:pt x="857" y="563"/>
                    <a:pt x="652" y="1"/>
                    <a:pt x="652"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194"/>
            <p:cNvSpPr/>
            <p:nvPr/>
          </p:nvSpPr>
          <p:spPr>
            <a:xfrm>
              <a:off x="5143644" y="4721645"/>
              <a:ext cx="49959" cy="1136603"/>
            </a:xfrm>
            <a:custGeom>
              <a:rect b="b" l="l" r="r" t="t"/>
              <a:pathLst>
                <a:path extrusionOk="0" h="11170" w="491">
                  <a:moveTo>
                    <a:pt x="161" y="1"/>
                  </a:moveTo>
                  <a:cubicBezTo>
                    <a:pt x="161" y="1"/>
                    <a:pt x="357" y="563"/>
                    <a:pt x="161" y="1749"/>
                  </a:cubicBezTo>
                  <a:cubicBezTo>
                    <a:pt x="0" y="2677"/>
                    <a:pt x="161" y="11170"/>
                    <a:pt x="161" y="11170"/>
                  </a:cubicBezTo>
                  <a:lnTo>
                    <a:pt x="286" y="11170"/>
                  </a:lnTo>
                  <a:cubicBezTo>
                    <a:pt x="286" y="11170"/>
                    <a:pt x="134" y="2677"/>
                    <a:pt x="286" y="1749"/>
                  </a:cubicBezTo>
                  <a:cubicBezTo>
                    <a:pt x="491" y="563"/>
                    <a:pt x="286" y="1"/>
                    <a:pt x="286"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194"/>
            <p:cNvSpPr/>
            <p:nvPr/>
          </p:nvSpPr>
          <p:spPr>
            <a:xfrm>
              <a:off x="4875842" y="4445688"/>
              <a:ext cx="547415" cy="428592"/>
            </a:xfrm>
            <a:custGeom>
              <a:rect b="b" l="l" r="r" t="t"/>
              <a:pathLst>
                <a:path extrusionOk="0" h="4212" w="5380">
                  <a:moveTo>
                    <a:pt x="2106" y="1"/>
                  </a:moveTo>
                  <a:cubicBezTo>
                    <a:pt x="2231" y="473"/>
                    <a:pt x="2293" y="839"/>
                    <a:pt x="2293" y="839"/>
                  </a:cubicBezTo>
                  <a:cubicBezTo>
                    <a:pt x="1936" y="259"/>
                    <a:pt x="1374" y="72"/>
                    <a:pt x="1374" y="72"/>
                  </a:cubicBezTo>
                  <a:lnTo>
                    <a:pt x="1374" y="72"/>
                  </a:lnTo>
                  <a:cubicBezTo>
                    <a:pt x="1999" y="500"/>
                    <a:pt x="2115" y="1098"/>
                    <a:pt x="2115" y="1098"/>
                  </a:cubicBezTo>
                  <a:cubicBezTo>
                    <a:pt x="1695" y="527"/>
                    <a:pt x="884" y="527"/>
                    <a:pt x="884" y="527"/>
                  </a:cubicBezTo>
                  <a:lnTo>
                    <a:pt x="884" y="527"/>
                  </a:lnTo>
                  <a:cubicBezTo>
                    <a:pt x="1410" y="687"/>
                    <a:pt x="1749" y="1142"/>
                    <a:pt x="1749" y="1142"/>
                  </a:cubicBezTo>
                  <a:cubicBezTo>
                    <a:pt x="1749" y="1142"/>
                    <a:pt x="1446" y="902"/>
                    <a:pt x="1000" y="866"/>
                  </a:cubicBezTo>
                  <a:cubicBezTo>
                    <a:pt x="909" y="857"/>
                    <a:pt x="827" y="853"/>
                    <a:pt x="753" y="853"/>
                  </a:cubicBezTo>
                  <a:cubicBezTo>
                    <a:pt x="461" y="853"/>
                    <a:pt x="313" y="910"/>
                    <a:pt x="313" y="910"/>
                  </a:cubicBezTo>
                  <a:cubicBezTo>
                    <a:pt x="1107" y="937"/>
                    <a:pt x="1383" y="1303"/>
                    <a:pt x="1383" y="1303"/>
                  </a:cubicBezTo>
                  <a:cubicBezTo>
                    <a:pt x="1174" y="1239"/>
                    <a:pt x="966" y="1226"/>
                    <a:pt x="832" y="1226"/>
                  </a:cubicBezTo>
                  <a:cubicBezTo>
                    <a:pt x="743" y="1226"/>
                    <a:pt x="687" y="1232"/>
                    <a:pt x="687" y="1232"/>
                  </a:cubicBezTo>
                  <a:cubicBezTo>
                    <a:pt x="1232" y="1330"/>
                    <a:pt x="1481" y="1606"/>
                    <a:pt x="1481" y="1606"/>
                  </a:cubicBezTo>
                  <a:cubicBezTo>
                    <a:pt x="1481" y="1606"/>
                    <a:pt x="1220" y="1531"/>
                    <a:pt x="934" y="1531"/>
                  </a:cubicBezTo>
                  <a:cubicBezTo>
                    <a:pt x="791" y="1531"/>
                    <a:pt x="643" y="1550"/>
                    <a:pt x="518" y="1606"/>
                  </a:cubicBezTo>
                  <a:cubicBezTo>
                    <a:pt x="152" y="1776"/>
                    <a:pt x="81" y="2106"/>
                    <a:pt x="81" y="2106"/>
                  </a:cubicBezTo>
                  <a:cubicBezTo>
                    <a:pt x="249" y="1895"/>
                    <a:pt x="521" y="1756"/>
                    <a:pt x="851" y="1756"/>
                  </a:cubicBezTo>
                  <a:cubicBezTo>
                    <a:pt x="870" y="1756"/>
                    <a:pt x="890" y="1757"/>
                    <a:pt x="910" y="1758"/>
                  </a:cubicBezTo>
                  <a:cubicBezTo>
                    <a:pt x="1223" y="1767"/>
                    <a:pt x="1374" y="1910"/>
                    <a:pt x="1374" y="1910"/>
                  </a:cubicBezTo>
                  <a:cubicBezTo>
                    <a:pt x="1374" y="1910"/>
                    <a:pt x="1275" y="1893"/>
                    <a:pt x="1127" y="1893"/>
                  </a:cubicBezTo>
                  <a:cubicBezTo>
                    <a:pt x="954" y="1893"/>
                    <a:pt x="713" y="1916"/>
                    <a:pt x="482" y="2017"/>
                  </a:cubicBezTo>
                  <a:cubicBezTo>
                    <a:pt x="63" y="2204"/>
                    <a:pt x="0" y="2543"/>
                    <a:pt x="0" y="2543"/>
                  </a:cubicBezTo>
                  <a:cubicBezTo>
                    <a:pt x="277" y="2231"/>
                    <a:pt x="785" y="2168"/>
                    <a:pt x="786" y="2168"/>
                  </a:cubicBezTo>
                  <a:lnTo>
                    <a:pt x="786" y="2168"/>
                  </a:lnTo>
                  <a:cubicBezTo>
                    <a:pt x="143" y="2481"/>
                    <a:pt x="36" y="3034"/>
                    <a:pt x="36" y="3034"/>
                  </a:cubicBezTo>
                  <a:cubicBezTo>
                    <a:pt x="241" y="2811"/>
                    <a:pt x="643" y="2686"/>
                    <a:pt x="643" y="2686"/>
                  </a:cubicBezTo>
                  <a:lnTo>
                    <a:pt x="643" y="2686"/>
                  </a:lnTo>
                  <a:cubicBezTo>
                    <a:pt x="215" y="3016"/>
                    <a:pt x="90" y="3489"/>
                    <a:pt x="90" y="3489"/>
                  </a:cubicBezTo>
                  <a:cubicBezTo>
                    <a:pt x="366" y="3096"/>
                    <a:pt x="875" y="2918"/>
                    <a:pt x="875" y="2918"/>
                  </a:cubicBezTo>
                  <a:lnTo>
                    <a:pt x="875" y="2918"/>
                  </a:lnTo>
                  <a:cubicBezTo>
                    <a:pt x="661" y="3185"/>
                    <a:pt x="598" y="3551"/>
                    <a:pt x="598" y="3551"/>
                  </a:cubicBezTo>
                  <a:cubicBezTo>
                    <a:pt x="919" y="2802"/>
                    <a:pt x="1508" y="2686"/>
                    <a:pt x="1508" y="2686"/>
                  </a:cubicBezTo>
                  <a:lnTo>
                    <a:pt x="1508" y="2686"/>
                  </a:lnTo>
                  <a:cubicBezTo>
                    <a:pt x="928" y="2980"/>
                    <a:pt x="839" y="3756"/>
                    <a:pt x="839" y="3756"/>
                  </a:cubicBezTo>
                  <a:cubicBezTo>
                    <a:pt x="1107" y="3034"/>
                    <a:pt x="1633" y="2811"/>
                    <a:pt x="1633" y="2811"/>
                  </a:cubicBezTo>
                  <a:lnTo>
                    <a:pt x="1633" y="2811"/>
                  </a:lnTo>
                  <a:cubicBezTo>
                    <a:pt x="1071" y="3426"/>
                    <a:pt x="1294" y="4140"/>
                    <a:pt x="1294" y="4140"/>
                  </a:cubicBezTo>
                  <a:cubicBezTo>
                    <a:pt x="1294" y="3524"/>
                    <a:pt x="1588" y="3212"/>
                    <a:pt x="1588" y="3212"/>
                  </a:cubicBezTo>
                  <a:lnTo>
                    <a:pt x="1588" y="3212"/>
                  </a:lnTo>
                  <a:cubicBezTo>
                    <a:pt x="1464" y="3551"/>
                    <a:pt x="1517" y="3837"/>
                    <a:pt x="1517" y="3837"/>
                  </a:cubicBezTo>
                  <a:cubicBezTo>
                    <a:pt x="1642" y="3185"/>
                    <a:pt x="1999" y="2918"/>
                    <a:pt x="1999" y="2918"/>
                  </a:cubicBezTo>
                  <a:lnTo>
                    <a:pt x="1999" y="2918"/>
                  </a:lnTo>
                  <a:cubicBezTo>
                    <a:pt x="1785" y="3310"/>
                    <a:pt x="1820" y="3899"/>
                    <a:pt x="1820" y="3899"/>
                  </a:cubicBezTo>
                  <a:cubicBezTo>
                    <a:pt x="1927" y="3230"/>
                    <a:pt x="2266" y="2838"/>
                    <a:pt x="2266" y="2837"/>
                  </a:cubicBezTo>
                  <a:lnTo>
                    <a:pt x="2266" y="2837"/>
                  </a:lnTo>
                  <a:cubicBezTo>
                    <a:pt x="2008" y="3507"/>
                    <a:pt x="2284" y="4211"/>
                    <a:pt x="2284" y="4211"/>
                  </a:cubicBezTo>
                  <a:cubicBezTo>
                    <a:pt x="2195" y="3069"/>
                    <a:pt x="2695" y="2713"/>
                    <a:pt x="2695" y="2713"/>
                  </a:cubicBezTo>
                  <a:cubicBezTo>
                    <a:pt x="2695" y="2713"/>
                    <a:pt x="3194" y="3069"/>
                    <a:pt x="3105" y="4211"/>
                  </a:cubicBezTo>
                  <a:cubicBezTo>
                    <a:pt x="3105" y="4211"/>
                    <a:pt x="3382" y="3507"/>
                    <a:pt x="3114" y="2837"/>
                  </a:cubicBezTo>
                  <a:lnTo>
                    <a:pt x="3114" y="2837"/>
                  </a:lnTo>
                  <a:cubicBezTo>
                    <a:pt x="3114" y="2838"/>
                    <a:pt x="3453" y="3230"/>
                    <a:pt x="3560" y="3899"/>
                  </a:cubicBezTo>
                  <a:cubicBezTo>
                    <a:pt x="3560" y="3899"/>
                    <a:pt x="3605" y="3310"/>
                    <a:pt x="3390" y="2918"/>
                  </a:cubicBezTo>
                  <a:lnTo>
                    <a:pt x="3390" y="2918"/>
                  </a:lnTo>
                  <a:cubicBezTo>
                    <a:pt x="3391" y="2918"/>
                    <a:pt x="3747" y="3185"/>
                    <a:pt x="3872" y="3837"/>
                  </a:cubicBezTo>
                  <a:cubicBezTo>
                    <a:pt x="3872" y="3837"/>
                    <a:pt x="3926" y="3551"/>
                    <a:pt x="3801" y="3212"/>
                  </a:cubicBezTo>
                  <a:lnTo>
                    <a:pt x="3801" y="3212"/>
                  </a:lnTo>
                  <a:cubicBezTo>
                    <a:pt x="3801" y="3212"/>
                    <a:pt x="4095" y="3524"/>
                    <a:pt x="4095" y="4140"/>
                  </a:cubicBezTo>
                  <a:cubicBezTo>
                    <a:pt x="4095" y="4140"/>
                    <a:pt x="4318" y="3426"/>
                    <a:pt x="3747" y="2811"/>
                  </a:cubicBezTo>
                  <a:lnTo>
                    <a:pt x="3747" y="2811"/>
                  </a:lnTo>
                  <a:cubicBezTo>
                    <a:pt x="3747" y="2811"/>
                    <a:pt x="4274" y="3034"/>
                    <a:pt x="4550" y="3756"/>
                  </a:cubicBezTo>
                  <a:cubicBezTo>
                    <a:pt x="4550" y="3756"/>
                    <a:pt x="4452" y="2980"/>
                    <a:pt x="3881" y="2686"/>
                  </a:cubicBezTo>
                  <a:lnTo>
                    <a:pt x="3881" y="2686"/>
                  </a:lnTo>
                  <a:cubicBezTo>
                    <a:pt x="3881" y="2686"/>
                    <a:pt x="4470" y="2802"/>
                    <a:pt x="4791" y="3551"/>
                  </a:cubicBezTo>
                  <a:cubicBezTo>
                    <a:pt x="4791" y="3551"/>
                    <a:pt x="4729" y="3185"/>
                    <a:pt x="4515" y="2918"/>
                  </a:cubicBezTo>
                  <a:lnTo>
                    <a:pt x="4515" y="2918"/>
                  </a:lnTo>
                  <a:cubicBezTo>
                    <a:pt x="4515" y="2918"/>
                    <a:pt x="5014" y="3096"/>
                    <a:pt x="5300" y="3489"/>
                  </a:cubicBezTo>
                  <a:cubicBezTo>
                    <a:pt x="5300" y="3489"/>
                    <a:pt x="5166" y="3016"/>
                    <a:pt x="4746" y="2686"/>
                  </a:cubicBezTo>
                  <a:lnTo>
                    <a:pt x="4746" y="2686"/>
                  </a:lnTo>
                  <a:cubicBezTo>
                    <a:pt x="4747" y="2686"/>
                    <a:pt x="5139" y="2811"/>
                    <a:pt x="5353" y="3034"/>
                  </a:cubicBezTo>
                  <a:cubicBezTo>
                    <a:pt x="5353" y="3034"/>
                    <a:pt x="5246" y="2481"/>
                    <a:pt x="4604" y="2168"/>
                  </a:cubicBezTo>
                  <a:lnTo>
                    <a:pt x="4604" y="2168"/>
                  </a:lnTo>
                  <a:cubicBezTo>
                    <a:pt x="4604" y="2168"/>
                    <a:pt x="5103" y="2231"/>
                    <a:pt x="5380" y="2543"/>
                  </a:cubicBezTo>
                  <a:cubicBezTo>
                    <a:pt x="5380" y="2543"/>
                    <a:pt x="5326" y="2204"/>
                    <a:pt x="4898" y="2017"/>
                  </a:cubicBezTo>
                  <a:cubicBezTo>
                    <a:pt x="4672" y="1916"/>
                    <a:pt x="4431" y="1893"/>
                    <a:pt x="4256" y="1893"/>
                  </a:cubicBezTo>
                  <a:cubicBezTo>
                    <a:pt x="4107" y="1893"/>
                    <a:pt x="4006" y="1910"/>
                    <a:pt x="4006" y="1910"/>
                  </a:cubicBezTo>
                  <a:cubicBezTo>
                    <a:pt x="4006" y="1910"/>
                    <a:pt x="4158" y="1767"/>
                    <a:pt x="4470" y="1758"/>
                  </a:cubicBezTo>
                  <a:cubicBezTo>
                    <a:pt x="4490" y="1757"/>
                    <a:pt x="4510" y="1756"/>
                    <a:pt x="4530" y="1756"/>
                  </a:cubicBezTo>
                  <a:cubicBezTo>
                    <a:pt x="4861" y="1756"/>
                    <a:pt x="5140" y="1895"/>
                    <a:pt x="5308" y="2106"/>
                  </a:cubicBezTo>
                  <a:cubicBezTo>
                    <a:pt x="5308" y="2106"/>
                    <a:pt x="5237" y="1776"/>
                    <a:pt x="4871" y="1606"/>
                  </a:cubicBezTo>
                  <a:cubicBezTo>
                    <a:pt x="4746" y="1550"/>
                    <a:pt x="4598" y="1531"/>
                    <a:pt x="4455" y="1531"/>
                  </a:cubicBezTo>
                  <a:cubicBezTo>
                    <a:pt x="4170" y="1531"/>
                    <a:pt x="3908" y="1606"/>
                    <a:pt x="3908" y="1606"/>
                  </a:cubicBezTo>
                  <a:cubicBezTo>
                    <a:pt x="3908" y="1606"/>
                    <a:pt x="4149" y="1330"/>
                    <a:pt x="4702" y="1232"/>
                  </a:cubicBezTo>
                  <a:cubicBezTo>
                    <a:pt x="4702" y="1232"/>
                    <a:pt x="4645" y="1226"/>
                    <a:pt x="4555" y="1226"/>
                  </a:cubicBezTo>
                  <a:cubicBezTo>
                    <a:pt x="4419" y="1226"/>
                    <a:pt x="4209" y="1239"/>
                    <a:pt x="4006" y="1303"/>
                  </a:cubicBezTo>
                  <a:cubicBezTo>
                    <a:pt x="4006" y="1303"/>
                    <a:pt x="4283" y="937"/>
                    <a:pt x="5077" y="910"/>
                  </a:cubicBezTo>
                  <a:cubicBezTo>
                    <a:pt x="5077" y="910"/>
                    <a:pt x="4922" y="853"/>
                    <a:pt x="4632" y="853"/>
                  </a:cubicBezTo>
                  <a:cubicBezTo>
                    <a:pt x="4560" y="853"/>
                    <a:pt x="4479" y="857"/>
                    <a:pt x="4390" y="866"/>
                  </a:cubicBezTo>
                  <a:cubicBezTo>
                    <a:pt x="3935" y="902"/>
                    <a:pt x="3640" y="1142"/>
                    <a:pt x="3640" y="1142"/>
                  </a:cubicBezTo>
                  <a:cubicBezTo>
                    <a:pt x="3640" y="1142"/>
                    <a:pt x="3979" y="687"/>
                    <a:pt x="4506" y="527"/>
                  </a:cubicBezTo>
                  <a:lnTo>
                    <a:pt x="4506" y="527"/>
                  </a:lnTo>
                  <a:cubicBezTo>
                    <a:pt x="4505" y="527"/>
                    <a:pt x="3685" y="527"/>
                    <a:pt x="3266" y="1098"/>
                  </a:cubicBezTo>
                  <a:cubicBezTo>
                    <a:pt x="3266" y="1098"/>
                    <a:pt x="3382" y="500"/>
                    <a:pt x="4006" y="72"/>
                  </a:cubicBezTo>
                  <a:lnTo>
                    <a:pt x="4006" y="72"/>
                  </a:lnTo>
                  <a:cubicBezTo>
                    <a:pt x="4006" y="72"/>
                    <a:pt x="3444" y="259"/>
                    <a:pt x="3096" y="839"/>
                  </a:cubicBezTo>
                  <a:cubicBezTo>
                    <a:pt x="3096" y="839"/>
                    <a:pt x="3159" y="473"/>
                    <a:pt x="3283" y="1"/>
                  </a:cubicBezTo>
                  <a:lnTo>
                    <a:pt x="3283" y="1"/>
                  </a:lnTo>
                  <a:cubicBezTo>
                    <a:pt x="3283" y="1"/>
                    <a:pt x="2837" y="295"/>
                    <a:pt x="2695" y="919"/>
                  </a:cubicBezTo>
                  <a:cubicBezTo>
                    <a:pt x="2552" y="295"/>
                    <a:pt x="2106" y="1"/>
                    <a:pt x="2106" y="1"/>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194"/>
            <p:cNvSpPr/>
            <p:nvPr/>
          </p:nvSpPr>
          <p:spPr>
            <a:xfrm>
              <a:off x="4986545" y="4546425"/>
              <a:ext cx="326923" cy="256117"/>
            </a:xfrm>
            <a:custGeom>
              <a:rect b="b" l="l" r="r" t="t"/>
              <a:pathLst>
                <a:path extrusionOk="0" h="2517" w="3213">
                  <a:moveTo>
                    <a:pt x="1955" y="1"/>
                  </a:moveTo>
                  <a:cubicBezTo>
                    <a:pt x="1954" y="1"/>
                    <a:pt x="1687" y="179"/>
                    <a:pt x="1607" y="554"/>
                  </a:cubicBezTo>
                  <a:cubicBezTo>
                    <a:pt x="1517" y="179"/>
                    <a:pt x="1250" y="1"/>
                    <a:pt x="1250" y="1"/>
                  </a:cubicBezTo>
                  <a:lnTo>
                    <a:pt x="1250" y="1"/>
                  </a:lnTo>
                  <a:cubicBezTo>
                    <a:pt x="1330" y="286"/>
                    <a:pt x="1366" y="500"/>
                    <a:pt x="1366" y="500"/>
                  </a:cubicBezTo>
                  <a:cubicBezTo>
                    <a:pt x="1152" y="161"/>
                    <a:pt x="822" y="45"/>
                    <a:pt x="822" y="45"/>
                  </a:cubicBezTo>
                  <a:lnTo>
                    <a:pt x="822" y="45"/>
                  </a:lnTo>
                  <a:cubicBezTo>
                    <a:pt x="1196" y="304"/>
                    <a:pt x="1259" y="661"/>
                    <a:pt x="1259" y="661"/>
                  </a:cubicBezTo>
                  <a:cubicBezTo>
                    <a:pt x="1009" y="322"/>
                    <a:pt x="527" y="313"/>
                    <a:pt x="527" y="313"/>
                  </a:cubicBezTo>
                  <a:lnTo>
                    <a:pt x="527" y="313"/>
                  </a:lnTo>
                  <a:cubicBezTo>
                    <a:pt x="839" y="411"/>
                    <a:pt x="1045" y="688"/>
                    <a:pt x="1045" y="688"/>
                  </a:cubicBezTo>
                  <a:cubicBezTo>
                    <a:pt x="1045" y="688"/>
                    <a:pt x="866" y="545"/>
                    <a:pt x="590" y="518"/>
                  </a:cubicBezTo>
                  <a:cubicBezTo>
                    <a:pt x="536" y="513"/>
                    <a:pt x="488" y="511"/>
                    <a:pt x="444" y="511"/>
                  </a:cubicBezTo>
                  <a:cubicBezTo>
                    <a:pt x="271" y="511"/>
                    <a:pt x="179" y="545"/>
                    <a:pt x="179" y="545"/>
                  </a:cubicBezTo>
                  <a:cubicBezTo>
                    <a:pt x="661" y="563"/>
                    <a:pt x="822" y="777"/>
                    <a:pt x="822" y="777"/>
                  </a:cubicBezTo>
                  <a:cubicBezTo>
                    <a:pt x="711" y="743"/>
                    <a:pt x="601" y="736"/>
                    <a:pt x="522" y="736"/>
                  </a:cubicBezTo>
                  <a:cubicBezTo>
                    <a:pt x="455" y="736"/>
                    <a:pt x="411" y="741"/>
                    <a:pt x="411" y="741"/>
                  </a:cubicBezTo>
                  <a:cubicBezTo>
                    <a:pt x="732" y="795"/>
                    <a:pt x="875" y="964"/>
                    <a:pt x="875" y="964"/>
                  </a:cubicBezTo>
                  <a:cubicBezTo>
                    <a:pt x="875" y="964"/>
                    <a:pt x="720" y="917"/>
                    <a:pt x="551" y="917"/>
                  </a:cubicBezTo>
                  <a:cubicBezTo>
                    <a:pt x="467" y="917"/>
                    <a:pt x="378" y="929"/>
                    <a:pt x="304" y="964"/>
                  </a:cubicBezTo>
                  <a:cubicBezTo>
                    <a:pt x="90" y="1062"/>
                    <a:pt x="45" y="1259"/>
                    <a:pt x="45" y="1259"/>
                  </a:cubicBezTo>
                  <a:cubicBezTo>
                    <a:pt x="147" y="1132"/>
                    <a:pt x="313" y="1053"/>
                    <a:pt x="513" y="1053"/>
                  </a:cubicBezTo>
                  <a:cubicBezTo>
                    <a:pt x="523" y="1053"/>
                    <a:pt x="534" y="1053"/>
                    <a:pt x="545" y="1053"/>
                  </a:cubicBezTo>
                  <a:cubicBezTo>
                    <a:pt x="732" y="1053"/>
                    <a:pt x="822" y="1143"/>
                    <a:pt x="822" y="1143"/>
                  </a:cubicBezTo>
                  <a:cubicBezTo>
                    <a:pt x="822" y="1143"/>
                    <a:pt x="758" y="1130"/>
                    <a:pt x="663" y="1130"/>
                  </a:cubicBezTo>
                  <a:cubicBezTo>
                    <a:pt x="560" y="1130"/>
                    <a:pt x="421" y="1145"/>
                    <a:pt x="286" y="1205"/>
                  </a:cubicBezTo>
                  <a:cubicBezTo>
                    <a:pt x="37" y="1312"/>
                    <a:pt x="1" y="1517"/>
                    <a:pt x="1" y="1517"/>
                  </a:cubicBezTo>
                  <a:cubicBezTo>
                    <a:pt x="170" y="1330"/>
                    <a:pt x="465" y="1294"/>
                    <a:pt x="465" y="1294"/>
                  </a:cubicBezTo>
                  <a:lnTo>
                    <a:pt x="465" y="1294"/>
                  </a:lnTo>
                  <a:cubicBezTo>
                    <a:pt x="81" y="1482"/>
                    <a:pt x="19" y="1812"/>
                    <a:pt x="19" y="1812"/>
                  </a:cubicBezTo>
                  <a:cubicBezTo>
                    <a:pt x="144" y="1678"/>
                    <a:pt x="384" y="1607"/>
                    <a:pt x="384" y="1607"/>
                  </a:cubicBezTo>
                  <a:lnTo>
                    <a:pt x="384" y="1607"/>
                  </a:lnTo>
                  <a:cubicBezTo>
                    <a:pt x="126" y="1803"/>
                    <a:pt x="54" y="2079"/>
                    <a:pt x="54" y="2079"/>
                  </a:cubicBezTo>
                  <a:cubicBezTo>
                    <a:pt x="215" y="1847"/>
                    <a:pt x="518" y="1740"/>
                    <a:pt x="518" y="1740"/>
                  </a:cubicBezTo>
                  <a:lnTo>
                    <a:pt x="518" y="1740"/>
                  </a:lnTo>
                  <a:cubicBezTo>
                    <a:pt x="393" y="1901"/>
                    <a:pt x="349" y="2115"/>
                    <a:pt x="349" y="2115"/>
                  </a:cubicBezTo>
                  <a:cubicBezTo>
                    <a:pt x="545" y="1678"/>
                    <a:pt x="893" y="1607"/>
                    <a:pt x="893" y="1607"/>
                  </a:cubicBezTo>
                  <a:lnTo>
                    <a:pt x="893" y="1607"/>
                  </a:lnTo>
                  <a:cubicBezTo>
                    <a:pt x="554" y="1785"/>
                    <a:pt x="500" y="2249"/>
                    <a:pt x="500" y="2249"/>
                  </a:cubicBezTo>
                  <a:cubicBezTo>
                    <a:pt x="661" y="1812"/>
                    <a:pt x="973" y="1678"/>
                    <a:pt x="973" y="1678"/>
                  </a:cubicBezTo>
                  <a:lnTo>
                    <a:pt x="973" y="1678"/>
                  </a:lnTo>
                  <a:cubicBezTo>
                    <a:pt x="634" y="2053"/>
                    <a:pt x="768" y="2472"/>
                    <a:pt x="768" y="2472"/>
                  </a:cubicBezTo>
                  <a:cubicBezTo>
                    <a:pt x="768" y="2106"/>
                    <a:pt x="946" y="1919"/>
                    <a:pt x="946" y="1919"/>
                  </a:cubicBezTo>
                  <a:lnTo>
                    <a:pt x="946" y="1919"/>
                  </a:lnTo>
                  <a:cubicBezTo>
                    <a:pt x="866" y="2124"/>
                    <a:pt x="902" y="2293"/>
                    <a:pt x="902" y="2293"/>
                  </a:cubicBezTo>
                  <a:cubicBezTo>
                    <a:pt x="973" y="1901"/>
                    <a:pt x="1187" y="1749"/>
                    <a:pt x="1187" y="1749"/>
                  </a:cubicBezTo>
                  <a:lnTo>
                    <a:pt x="1187" y="1749"/>
                  </a:lnTo>
                  <a:cubicBezTo>
                    <a:pt x="1062" y="1972"/>
                    <a:pt x="1089" y="2329"/>
                    <a:pt x="1089" y="2329"/>
                  </a:cubicBezTo>
                  <a:cubicBezTo>
                    <a:pt x="1152" y="1928"/>
                    <a:pt x="1357" y="1696"/>
                    <a:pt x="1357" y="1696"/>
                  </a:cubicBezTo>
                  <a:lnTo>
                    <a:pt x="1357" y="1696"/>
                  </a:lnTo>
                  <a:cubicBezTo>
                    <a:pt x="1196" y="2088"/>
                    <a:pt x="1357" y="2517"/>
                    <a:pt x="1357" y="2517"/>
                  </a:cubicBezTo>
                  <a:cubicBezTo>
                    <a:pt x="1303" y="1830"/>
                    <a:pt x="1607" y="1624"/>
                    <a:pt x="1607" y="1624"/>
                  </a:cubicBezTo>
                  <a:cubicBezTo>
                    <a:pt x="1607" y="1624"/>
                    <a:pt x="1901" y="1830"/>
                    <a:pt x="1847" y="2517"/>
                  </a:cubicBezTo>
                  <a:cubicBezTo>
                    <a:pt x="1847" y="2517"/>
                    <a:pt x="2017" y="2088"/>
                    <a:pt x="1856" y="1696"/>
                  </a:cubicBezTo>
                  <a:lnTo>
                    <a:pt x="1856" y="1696"/>
                  </a:lnTo>
                  <a:cubicBezTo>
                    <a:pt x="1856" y="1696"/>
                    <a:pt x="2062" y="1928"/>
                    <a:pt x="2124" y="2329"/>
                  </a:cubicBezTo>
                  <a:cubicBezTo>
                    <a:pt x="2124" y="2329"/>
                    <a:pt x="2151" y="1972"/>
                    <a:pt x="2017" y="1749"/>
                  </a:cubicBezTo>
                  <a:lnTo>
                    <a:pt x="2017" y="1749"/>
                  </a:lnTo>
                  <a:cubicBezTo>
                    <a:pt x="2017" y="1749"/>
                    <a:pt x="2231" y="1901"/>
                    <a:pt x="2302" y="2293"/>
                  </a:cubicBezTo>
                  <a:cubicBezTo>
                    <a:pt x="2302" y="2293"/>
                    <a:pt x="2338" y="2124"/>
                    <a:pt x="2267" y="1919"/>
                  </a:cubicBezTo>
                  <a:lnTo>
                    <a:pt x="2267" y="1919"/>
                  </a:lnTo>
                  <a:cubicBezTo>
                    <a:pt x="2267" y="1919"/>
                    <a:pt x="2436" y="2106"/>
                    <a:pt x="2436" y="2472"/>
                  </a:cubicBezTo>
                  <a:cubicBezTo>
                    <a:pt x="2436" y="2472"/>
                    <a:pt x="2570" y="2053"/>
                    <a:pt x="2240" y="1678"/>
                  </a:cubicBezTo>
                  <a:lnTo>
                    <a:pt x="2240" y="1678"/>
                  </a:lnTo>
                  <a:cubicBezTo>
                    <a:pt x="2240" y="1678"/>
                    <a:pt x="2552" y="1812"/>
                    <a:pt x="2713" y="2249"/>
                  </a:cubicBezTo>
                  <a:cubicBezTo>
                    <a:pt x="2713" y="2249"/>
                    <a:pt x="2659" y="1785"/>
                    <a:pt x="2311" y="1607"/>
                  </a:cubicBezTo>
                  <a:lnTo>
                    <a:pt x="2311" y="1607"/>
                  </a:lnTo>
                  <a:cubicBezTo>
                    <a:pt x="2311" y="1607"/>
                    <a:pt x="2668" y="1678"/>
                    <a:pt x="2856" y="2115"/>
                  </a:cubicBezTo>
                  <a:cubicBezTo>
                    <a:pt x="2856" y="2115"/>
                    <a:pt x="2820" y="1901"/>
                    <a:pt x="2695" y="1740"/>
                  </a:cubicBezTo>
                  <a:lnTo>
                    <a:pt x="2695" y="1740"/>
                  </a:lnTo>
                  <a:cubicBezTo>
                    <a:pt x="2695" y="1740"/>
                    <a:pt x="2989" y="1847"/>
                    <a:pt x="3159" y="2079"/>
                  </a:cubicBezTo>
                  <a:cubicBezTo>
                    <a:pt x="3159" y="2079"/>
                    <a:pt x="3079" y="1803"/>
                    <a:pt x="2829" y="1607"/>
                  </a:cubicBezTo>
                  <a:lnTo>
                    <a:pt x="2829" y="1607"/>
                  </a:lnTo>
                  <a:cubicBezTo>
                    <a:pt x="2829" y="1607"/>
                    <a:pt x="3070" y="1678"/>
                    <a:pt x="3195" y="1812"/>
                  </a:cubicBezTo>
                  <a:cubicBezTo>
                    <a:pt x="3195" y="1812"/>
                    <a:pt x="3132" y="1482"/>
                    <a:pt x="2740" y="1294"/>
                  </a:cubicBezTo>
                  <a:lnTo>
                    <a:pt x="2740" y="1294"/>
                  </a:lnTo>
                  <a:cubicBezTo>
                    <a:pt x="2740" y="1294"/>
                    <a:pt x="3043" y="1330"/>
                    <a:pt x="3212" y="1517"/>
                  </a:cubicBezTo>
                  <a:cubicBezTo>
                    <a:pt x="3212" y="1517"/>
                    <a:pt x="3177" y="1312"/>
                    <a:pt x="2927" y="1205"/>
                  </a:cubicBezTo>
                  <a:cubicBezTo>
                    <a:pt x="2792" y="1145"/>
                    <a:pt x="2653" y="1130"/>
                    <a:pt x="2550" y="1130"/>
                  </a:cubicBezTo>
                  <a:cubicBezTo>
                    <a:pt x="2455" y="1130"/>
                    <a:pt x="2392" y="1143"/>
                    <a:pt x="2392" y="1143"/>
                  </a:cubicBezTo>
                  <a:cubicBezTo>
                    <a:pt x="2392" y="1143"/>
                    <a:pt x="2481" y="1053"/>
                    <a:pt x="2668" y="1053"/>
                  </a:cubicBezTo>
                  <a:cubicBezTo>
                    <a:pt x="2679" y="1053"/>
                    <a:pt x="2690" y="1053"/>
                    <a:pt x="2700" y="1053"/>
                  </a:cubicBezTo>
                  <a:cubicBezTo>
                    <a:pt x="2900" y="1053"/>
                    <a:pt x="3066" y="1132"/>
                    <a:pt x="3168" y="1259"/>
                  </a:cubicBezTo>
                  <a:cubicBezTo>
                    <a:pt x="3168" y="1259"/>
                    <a:pt x="3123" y="1062"/>
                    <a:pt x="2900" y="964"/>
                  </a:cubicBezTo>
                  <a:cubicBezTo>
                    <a:pt x="2826" y="929"/>
                    <a:pt x="2738" y="917"/>
                    <a:pt x="2653" y="917"/>
                  </a:cubicBezTo>
                  <a:cubicBezTo>
                    <a:pt x="2484" y="917"/>
                    <a:pt x="2329" y="964"/>
                    <a:pt x="2329" y="964"/>
                  </a:cubicBezTo>
                  <a:cubicBezTo>
                    <a:pt x="2329" y="964"/>
                    <a:pt x="2472" y="795"/>
                    <a:pt x="2802" y="741"/>
                  </a:cubicBezTo>
                  <a:cubicBezTo>
                    <a:pt x="2802" y="741"/>
                    <a:pt x="2756" y="736"/>
                    <a:pt x="2688" y="736"/>
                  </a:cubicBezTo>
                  <a:cubicBezTo>
                    <a:pt x="2608" y="736"/>
                    <a:pt x="2497" y="743"/>
                    <a:pt x="2392" y="777"/>
                  </a:cubicBezTo>
                  <a:cubicBezTo>
                    <a:pt x="2392" y="777"/>
                    <a:pt x="2552" y="563"/>
                    <a:pt x="3025" y="545"/>
                  </a:cubicBezTo>
                  <a:cubicBezTo>
                    <a:pt x="3025" y="545"/>
                    <a:pt x="2934" y="511"/>
                    <a:pt x="2760" y="511"/>
                  </a:cubicBezTo>
                  <a:cubicBezTo>
                    <a:pt x="2717" y="511"/>
                    <a:pt x="2668" y="513"/>
                    <a:pt x="2615" y="518"/>
                  </a:cubicBezTo>
                  <a:cubicBezTo>
                    <a:pt x="2347" y="545"/>
                    <a:pt x="2169" y="688"/>
                    <a:pt x="2169" y="688"/>
                  </a:cubicBezTo>
                  <a:cubicBezTo>
                    <a:pt x="2169" y="688"/>
                    <a:pt x="2374" y="411"/>
                    <a:pt x="2686" y="313"/>
                  </a:cubicBezTo>
                  <a:lnTo>
                    <a:pt x="2686" y="313"/>
                  </a:lnTo>
                  <a:cubicBezTo>
                    <a:pt x="2686" y="313"/>
                    <a:pt x="2195" y="322"/>
                    <a:pt x="1946" y="661"/>
                  </a:cubicBezTo>
                  <a:cubicBezTo>
                    <a:pt x="1946" y="661"/>
                    <a:pt x="2017" y="304"/>
                    <a:pt x="2392" y="45"/>
                  </a:cubicBezTo>
                  <a:lnTo>
                    <a:pt x="2392" y="45"/>
                  </a:lnTo>
                  <a:cubicBezTo>
                    <a:pt x="2392" y="45"/>
                    <a:pt x="2053" y="161"/>
                    <a:pt x="1847" y="500"/>
                  </a:cubicBezTo>
                  <a:cubicBezTo>
                    <a:pt x="1847" y="500"/>
                    <a:pt x="1883" y="286"/>
                    <a:pt x="1955"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22" name="Google Shape;12422;p194"/>
            <p:cNvGrpSpPr/>
            <p:nvPr/>
          </p:nvGrpSpPr>
          <p:grpSpPr>
            <a:xfrm>
              <a:off x="5106389" y="3947572"/>
              <a:ext cx="659136" cy="1697576"/>
              <a:chOff x="4025327" y="4080797"/>
              <a:chExt cx="659136" cy="1697576"/>
            </a:xfrm>
          </p:grpSpPr>
          <p:sp>
            <p:nvSpPr>
              <p:cNvPr id="12423" name="Google Shape;12423;p194"/>
              <p:cNvSpPr/>
              <p:nvPr/>
            </p:nvSpPr>
            <p:spPr>
              <a:xfrm>
                <a:off x="4302184" y="4412109"/>
                <a:ext cx="105413" cy="1366264"/>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194"/>
              <p:cNvSpPr/>
              <p:nvPr/>
            </p:nvSpPr>
            <p:spPr>
              <a:xfrm>
                <a:off x="4346648" y="4412109"/>
                <a:ext cx="60948" cy="1366264"/>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194"/>
              <p:cNvSpPr/>
              <p:nvPr/>
            </p:nvSpPr>
            <p:spPr>
              <a:xfrm>
                <a:off x="4025327" y="4080797"/>
                <a:ext cx="659136" cy="514779"/>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194"/>
              <p:cNvSpPr/>
              <p:nvPr/>
            </p:nvSpPr>
            <p:spPr>
              <a:xfrm>
                <a:off x="4158719" y="4201478"/>
                <a:ext cx="392246" cy="307911"/>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27" name="Google Shape;12427;p194"/>
          <p:cNvGrpSpPr/>
          <p:nvPr/>
        </p:nvGrpSpPr>
        <p:grpSpPr>
          <a:xfrm>
            <a:off x="2099002" y="3455897"/>
            <a:ext cx="7059754" cy="1819833"/>
            <a:chOff x="5739616" y="2566077"/>
            <a:chExt cx="1105003" cy="284838"/>
          </a:xfrm>
        </p:grpSpPr>
        <p:sp>
          <p:nvSpPr>
            <p:cNvPr id="12428" name="Google Shape;12428;p194"/>
            <p:cNvSpPr/>
            <p:nvPr/>
          </p:nvSpPr>
          <p:spPr>
            <a:xfrm>
              <a:off x="5797294" y="2673334"/>
              <a:ext cx="1047323" cy="177581"/>
            </a:xfrm>
            <a:custGeom>
              <a:rect b="b" l="l" r="r" t="t"/>
              <a:pathLst>
                <a:path extrusionOk="0" h="4889" w="28834">
                  <a:moveTo>
                    <a:pt x="28833" y="0"/>
                  </a:moveTo>
                  <a:lnTo>
                    <a:pt x="1" y="4889"/>
                  </a:lnTo>
                  <a:lnTo>
                    <a:pt x="28833" y="4889"/>
                  </a:lnTo>
                  <a:lnTo>
                    <a:pt x="2883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194"/>
            <p:cNvSpPr/>
            <p:nvPr/>
          </p:nvSpPr>
          <p:spPr>
            <a:xfrm>
              <a:off x="5797294" y="2673334"/>
              <a:ext cx="1047323" cy="177581"/>
            </a:xfrm>
            <a:custGeom>
              <a:rect b="b" l="l" r="r" t="t"/>
              <a:pathLst>
                <a:path extrusionOk="0" h="4889" w="28834">
                  <a:moveTo>
                    <a:pt x="28833" y="0"/>
                  </a:moveTo>
                  <a:lnTo>
                    <a:pt x="1" y="4889"/>
                  </a:lnTo>
                  <a:lnTo>
                    <a:pt x="2097" y="4889"/>
                  </a:lnTo>
                  <a:lnTo>
                    <a:pt x="28833" y="357"/>
                  </a:lnTo>
                  <a:lnTo>
                    <a:pt x="28833"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194"/>
            <p:cNvSpPr/>
            <p:nvPr/>
          </p:nvSpPr>
          <p:spPr>
            <a:xfrm>
              <a:off x="5739616" y="2647727"/>
              <a:ext cx="1105003" cy="203188"/>
            </a:xfrm>
            <a:custGeom>
              <a:rect b="b" l="l" r="r" t="t"/>
              <a:pathLst>
                <a:path extrusionOk="0" h="5594" w="30422">
                  <a:moveTo>
                    <a:pt x="30421" y="0"/>
                  </a:moveTo>
                  <a:lnTo>
                    <a:pt x="1" y="5166"/>
                  </a:lnTo>
                  <a:lnTo>
                    <a:pt x="1" y="5594"/>
                  </a:lnTo>
                  <a:lnTo>
                    <a:pt x="1589" y="5594"/>
                  </a:lnTo>
                  <a:lnTo>
                    <a:pt x="30421" y="705"/>
                  </a:lnTo>
                  <a:lnTo>
                    <a:pt x="30421"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194"/>
            <p:cNvSpPr/>
            <p:nvPr/>
          </p:nvSpPr>
          <p:spPr>
            <a:xfrm>
              <a:off x="5764568" y="2760142"/>
              <a:ext cx="19469" cy="1671"/>
            </a:xfrm>
            <a:custGeom>
              <a:rect b="b" l="l" r="r" t="t"/>
              <a:pathLst>
                <a:path extrusionOk="0" h="46" w="536">
                  <a:moveTo>
                    <a:pt x="277" y="1"/>
                  </a:moveTo>
                  <a:lnTo>
                    <a:pt x="1" y="45"/>
                  </a:lnTo>
                  <a:lnTo>
                    <a:pt x="259" y="45"/>
                  </a:lnTo>
                  <a:lnTo>
                    <a:pt x="536"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194"/>
            <p:cNvSpPr/>
            <p:nvPr/>
          </p:nvSpPr>
          <p:spPr>
            <a:xfrm>
              <a:off x="5773976" y="2760142"/>
              <a:ext cx="10061" cy="85903"/>
            </a:xfrm>
            <a:custGeom>
              <a:rect b="b" l="l" r="r" t="t"/>
              <a:pathLst>
                <a:path extrusionOk="0" h="2365" w="277">
                  <a:moveTo>
                    <a:pt x="277" y="1"/>
                  </a:moveTo>
                  <a:lnTo>
                    <a:pt x="0" y="45"/>
                  </a:lnTo>
                  <a:lnTo>
                    <a:pt x="0" y="2365"/>
                  </a:lnTo>
                  <a:lnTo>
                    <a:pt x="277" y="2311"/>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194"/>
            <p:cNvSpPr/>
            <p:nvPr/>
          </p:nvSpPr>
          <p:spPr>
            <a:xfrm>
              <a:off x="5764568" y="2761776"/>
              <a:ext cx="9444" cy="84268"/>
            </a:xfrm>
            <a:custGeom>
              <a:rect b="b" l="l" r="r" t="t"/>
              <a:pathLst>
                <a:path extrusionOk="0" h="2320" w="260">
                  <a:moveTo>
                    <a:pt x="1" y="0"/>
                  </a:moveTo>
                  <a:lnTo>
                    <a:pt x="1" y="2320"/>
                  </a:lnTo>
                  <a:lnTo>
                    <a:pt x="259" y="2320"/>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194"/>
            <p:cNvSpPr/>
            <p:nvPr/>
          </p:nvSpPr>
          <p:spPr>
            <a:xfrm>
              <a:off x="5833579" y="2748156"/>
              <a:ext cx="19505" cy="1998"/>
            </a:xfrm>
            <a:custGeom>
              <a:rect b="b" l="l" r="r" t="t"/>
              <a:pathLst>
                <a:path extrusionOk="0" h="55" w="537">
                  <a:moveTo>
                    <a:pt x="277" y="1"/>
                  </a:moveTo>
                  <a:lnTo>
                    <a:pt x="1" y="54"/>
                  </a:lnTo>
                  <a:lnTo>
                    <a:pt x="260" y="54"/>
                  </a:lnTo>
                  <a:lnTo>
                    <a:pt x="536"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194"/>
            <p:cNvSpPr/>
            <p:nvPr/>
          </p:nvSpPr>
          <p:spPr>
            <a:xfrm>
              <a:off x="5842986" y="2748156"/>
              <a:ext cx="10098" cy="85903"/>
            </a:xfrm>
            <a:custGeom>
              <a:rect b="b" l="l" r="r" t="t"/>
              <a:pathLst>
                <a:path extrusionOk="0" h="2365" w="278">
                  <a:moveTo>
                    <a:pt x="277" y="1"/>
                  </a:moveTo>
                  <a:lnTo>
                    <a:pt x="1" y="54"/>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194"/>
            <p:cNvSpPr/>
            <p:nvPr/>
          </p:nvSpPr>
          <p:spPr>
            <a:xfrm>
              <a:off x="5833579" y="2750117"/>
              <a:ext cx="9444" cy="83941"/>
            </a:xfrm>
            <a:custGeom>
              <a:rect b="b" l="l" r="r" t="t"/>
              <a:pathLst>
                <a:path extrusionOk="0" h="2311" w="260">
                  <a:moveTo>
                    <a:pt x="1" y="0"/>
                  </a:moveTo>
                  <a:lnTo>
                    <a:pt x="1" y="2311"/>
                  </a:lnTo>
                  <a:lnTo>
                    <a:pt x="260" y="2311"/>
                  </a:lnTo>
                  <a:lnTo>
                    <a:pt x="260"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194"/>
            <p:cNvSpPr/>
            <p:nvPr/>
          </p:nvSpPr>
          <p:spPr>
            <a:xfrm>
              <a:off x="5902626" y="2736497"/>
              <a:ext cx="19469" cy="1998"/>
            </a:xfrm>
            <a:custGeom>
              <a:rect b="b" l="l" r="r" t="t"/>
              <a:pathLst>
                <a:path extrusionOk="0" h="55" w="536">
                  <a:moveTo>
                    <a:pt x="277" y="1"/>
                  </a:moveTo>
                  <a:lnTo>
                    <a:pt x="0" y="54"/>
                  </a:lnTo>
                  <a:lnTo>
                    <a:pt x="259" y="54"/>
                  </a:lnTo>
                  <a:lnTo>
                    <a:pt x="535"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194"/>
            <p:cNvSpPr/>
            <p:nvPr/>
          </p:nvSpPr>
          <p:spPr>
            <a:xfrm>
              <a:off x="5911997" y="2736497"/>
              <a:ext cx="10098" cy="85903"/>
            </a:xfrm>
            <a:custGeom>
              <a:rect b="b" l="l" r="r" t="t"/>
              <a:pathLst>
                <a:path extrusionOk="0" h="2365" w="278">
                  <a:moveTo>
                    <a:pt x="277" y="1"/>
                  </a:moveTo>
                  <a:lnTo>
                    <a:pt x="1" y="54"/>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194"/>
            <p:cNvSpPr/>
            <p:nvPr/>
          </p:nvSpPr>
          <p:spPr>
            <a:xfrm>
              <a:off x="5902626" y="2738458"/>
              <a:ext cx="9408" cy="83941"/>
            </a:xfrm>
            <a:custGeom>
              <a:rect b="b" l="l" r="r" t="t"/>
              <a:pathLst>
                <a:path extrusionOk="0" h="2311" w="259">
                  <a:moveTo>
                    <a:pt x="0" y="0"/>
                  </a:moveTo>
                  <a:lnTo>
                    <a:pt x="0" y="2311"/>
                  </a:lnTo>
                  <a:lnTo>
                    <a:pt x="259" y="2311"/>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194"/>
            <p:cNvSpPr/>
            <p:nvPr/>
          </p:nvSpPr>
          <p:spPr>
            <a:xfrm>
              <a:off x="5971636" y="2724838"/>
              <a:ext cx="19469" cy="1671"/>
            </a:xfrm>
            <a:custGeom>
              <a:rect b="b" l="l" r="r" t="t"/>
              <a:pathLst>
                <a:path extrusionOk="0" h="46" w="536">
                  <a:moveTo>
                    <a:pt x="277" y="0"/>
                  </a:moveTo>
                  <a:lnTo>
                    <a:pt x="0" y="45"/>
                  </a:lnTo>
                  <a:lnTo>
                    <a:pt x="259" y="45"/>
                  </a:lnTo>
                  <a:lnTo>
                    <a:pt x="535"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194"/>
            <p:cNvSpPr/>
            <p:nvPr/>
          </p:nvSpPr>
          <p:spPr>
            <a:xfrm>
              <a:off x="5981007" y="2724838"/>
              <a:ext cx="10098" cy="85903"/>
            </a:xfrm>
            <a:custGeom>
              <a:rect b="b" l="l" r="r" t="t"/>
              <a:pathLst>
                <a:path extrusionOk="0" h="2365" w="278">
                  <a:moveTo>
                    <a:pt x="277" y="0"/>
                  </a:moveTo>
                  <a:lnTo>
                    <a:pt x="1" y="45"/>
                  </a:lnTo>
                  <a:lnTo>
                    <a:pt x="1" y="2365"/>
                  </a:lnTo>
                  <a:lnTo>
                    <a:pt x="277" y="2320"/>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194"/>
            <p:cNvSpPr/>
            <p:nvPr/>
          </p:nvSpPr>
          <p:spPr>
            <a:xfrm>
              <a:off x="5971636" y="2726472"/>
              <a:ext cx="9408" cy="84268"/>
            </a:xfrm>
            <a:custGeom>
              <a:rect b="b" l="l" r="r" t="t"/>
              <a:pathLst>
                <a:path extrusionOk="0" h="2320" w="259">
                  <a:moveTo>
                    <a:pt x="0" y="0"/>
                  </a:moveTo>
                  <a:lnTo>
                    <a:pt x="0" y="2320"/>
                  </a:lnTo>
                  <a:lnTo>
                    <a:pt x="259" y="2320"/>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194"/>
            <p:cNvSpPr/>
            <p:nvPr/>
          </p:nvSpPr>
          <p:spPr>
            <a:xfrm>
              <a:off x="6040647" y="2713178"/>
              <a:ext cx="19469" cy="1635"/>
            </a:xfrm>
            <a:custGeom>
              <a:rect b="b" l="l" r="r" t="t"/>
              <a:pathLst>
                <a:path extrusionOk="0" h="45" w="536">
                  <a:moveTo>
                    <a:pt x="277" y="0"/>
                  </a:moveTo>
                  <a:lnTo>
                    <a:pt x="0" y="45"/>
                  </a:lnTo>
                  <a:lnTo>
                    <a:pt x="259" y="45"/>
                  </a:lnTo>
                  <a:lnTo>
                    <a:pt x="536"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194"/>
            <p:cNvSpPr/>
            <p:nvPr/>
          </p:nvSpPr>
          <p:spPr>
            <a:xfrm>
              <a:off x="6050054" y="2713178"/>
              <a:ext cx="10061" cy="85903"/>
            </a:xfrm>
            <a:custGeom>
              <a:rect b="b" l="l" r="r" t="t"/>
              <a:pathLst>
                <a:path extrusionOk="0" h="2365" w="277">
                  <a:moveTo>
                    <a:pt x="277" y="0"/>
                  </a:moveTo>
                  <a:lnTo>
                    <a:pt x="0" y="45"/>
                  </a:lnTo>
                  <a:lnTo>
                    <a:pt x="0" y="2364"/>
                  </a:lnTo>
                  <a:lnTo>
                    <a:pt x="277" y="2320"/>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194"/>
            <p:cNvSpPr/>
            <p:nvPr/>
          </p:nvSpPr>
          <p:spPr>
            <a:xfrm>
              <a:off x="6040647" y="2714777"/>
              <a:ext cx="9444" cy="84305"/>
            </a:xfrm>
            <a:custGeom>
              <a:rect b="b" l="l" r="r" t="t"/>
              <a:pathLst>
                <a:path extrusionOk="0" h="2321" w="260">
                  <a:moveTo>
                    <a:pt x="0" y="1"/>
                  </a:moveTo>
                  <a:lnTo>
                    <a:pt x="0" y="2320"/>
                  </a:lnTo>
                  <a:lnTo>
                    <a:pt x="259" y="2320"/>
                  </a:lnTo>
                  <a:lnTo>
                    <a:pt x="259"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194"/>
            <p:cNvSpPr/>
            <p:nvPr/>
          </p:nvSpPr>
          <p:spPr>
            <a:xfrm>
              <a:off x="6109985" y="2701519"/>
              <a:ext cx="19469" cy="1635"/>
            </a:xfrm>
            <a:custGeom>
              <a:rect b="b" l="l" r="r" t="t"/>
              <a:pathLst>
                <a:path extrusionOk="0" h="45" w="536">
                  <a:moveTo>
                    <a:pt x="277" y="0"/>
                  </a:moveTo>
                  <a:lnTo>
                    <a:pt x="0" y="45"/>
                  </a:lnTo>
                  <a:lnTo>
                    <a:pt x="259" y="45"/>
                  </a:lnTo>
                  <a:lnTo>
                    <a:pt x="536"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194"/>
            <p:cNvSpPr/>
            <p:nvPr/>
          </p:nvSpPr>
          <p:spPr>
            <a:xfrm>
              <a:off x="6119392" y="2701519"/>
              <a:ext cx="10061" cy="85903"/>
            </a:xfrm>
            <a:custGeom>
              <a:rect b="b" l="l" r="r" t="t"/>
              <a:pathLst>
                <a:path extrusionOk="0" h="2365" w="277">
                  <a:moveTo>
                    <a:pt x="277" y="0"/>
                  </a:moveTo>
                  <a:lnTo>
                    <a:pt x="0" y="45"/>
                  </a:lnTo>
                  <a:lnTo>
                    <a:pt x="0" y="2364"/>
                  </a:lnTo>
                  <a:lnTo>
                    <a:pt x="277" y="2311"/>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194"/>
            <p:cNvSpPr/>
            <p:nvPr/>
          </p:nvSpPr>
          <p:spPr>
            <a:xfrm>
              <a:off x="6109985" y="2703117"/>
              <a:ext cx="9444" cy="84305"/>
            </a:xfrm>
            <a:custGeom>
              <a:rect b="b" l="l" r="r" t="t"/>
              <a:pathLst>
                <a:path extrusionOk="0" h="2321" w="260">
                  <a:moveTo>
                    <a:pt x="0" y="1"/>
                  </a:moveTo>
                  <a:lnTo>
                    <a:pt x="0" y="2320"/>
                  </a:lnTo>
                  <a:lnTo>
                    <a:pt x="259" y="2320"/>
                  </a:lnTo>
                  <a:lnTo>
                    <a:pt x="259"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194"/>
            <p:cNvSpPr/>
            <p:nvPr/>
          </p:nvSpPr>
          <p:spPr>
            <a:xfrm>
              <a:off x="6178995" y="2689824"/>
              <a:ext cx="19469" cy="1671"/>
            </a:xfrm>
            <a:custGeom>
              <a:rect b="b" l="l" r="r" t="t"/>
              <a:pathLst>
                <a:path extrusionOk="0" h="46" w="536">
                  <a:moveTo>
                    <a:pt x="277" y="1"/>
                  </a:moveTo>
                  <a:lnTo>
                    <a:pt x="1" y="46"/>
                  </a:lnTo>
                  <a:lnTo>
                    <a:pt x="259" y="46"/>
                  </a:lnTo>
                  <a:lnTo>
                    <a:pt x="536"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194"/>
            <p:cNvSpPr/>
            <p:nvPr/>
          </p:nvSpPr>
          <p:spPr>
            <a:xfrm>
              <a:off x="6188402" y="2689824"/>
              <a:ext cx="10061" cy="85939"/>
            </a:xfrm>
            <a:custGeom>
              <a:rect b="b" l="l" r="r" t="t"/>
              <a:pathLst>
                <a:path extrusionOk="0" h="2366" w="277">
                  <a:moveTo>
                    <a:pt x="277" y="1"/>
                  </a:moveTo>
                  <a:lnTo>
                    <a:pt x="0" y="46"/>
                  </a:lnTo>
                  <a:lnTo>
                    <a:pt x="0" y="2365"/>
                  </a:lnTo>
                  <a:lnTo>
                    <a:pt x="277" y="2312"/>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194"/>
            <p:cNvSpPr/>
            <p:nvPr/>
          </p:nvSpPr>
          <p:spPr>
            <a:xfrm>
              <a:off x="6178995" y="2691458"/>
              <a:ext cx="9444" cy="84305"/>
            </a:xfrm>
            <a:custGeom>
              <a:rect b="b" l="l" r="r" t="t"/>
              <a:pathLst>
                <a:path extrusionOk="0" h="2321" w="260">
                  <a:moveTo>
                    <a:pt x="1" y="1"/>
                  </a:moveTo>
                  <a:lnTo>
                    <a:pt x="1" y="2320"/>
                  </a:lnTo>
                  <a:lnTo>
                    <a:pt x="259" y="2320"/>
                  </a:lnTo>
                  <a:lnTo>
                    <a:pt x="259"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194"/>
            <p:cNvSpPr/>
            <p:nvPr/>
          </p:nvSpPr>
          <p:spPr>
            <a:xfrm>
              <a:off x="6248006" y="2677838"/>
              <a:ext cx="19505" cy="1998"/>
            </a:xfrm>
            <a:custGeom>
              <a:rect b="b" l="l" r="r" t="t"/>
              <a:pathLst>
                <a:path extrusionOk="0" h="55" w="537">
                  <a:moveTo>
                    <a:pt x="277" y="1"/>
                  </a:moveTo>
                  <a:lnTo>
                    <a:pt x="1" y="54"/>
                  </a:lnTo>
                  <a:lnTo>
                    <a:pt x="260" y="54"/>
                  </a:lnTo>
                  <a:lnTo>
                    <a:pt x="536"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194"/>
            <p:cNvSpPr/>
            <p:nvPr/>
          </p:nvSpPr>
          <p:spPr>
            <a:xfrm>
              <a:off x="6257413" y="2677838"/>
              <a:ext cx="10098" cy="85903"/>
            </a:xfrm>
            <a:custGeom>
              <a:rect b="b" l="l" r="r" t="t"/>
              <a:pathLst>
                <a:path extrusionOk="0" h="2365" w="278">
                  <a:moveTo>
                    <a:pt x="277" y="1"/>
                  </a:moveTo>
                  <a:lnTo>
                    <a:pt x="1" y="54"/>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194"/>
            <p:cNvSpPr/>
            <p:nvPr/>
          </p:nvSpPr>
          <p:spPr>
            <a:xfrm>
              <a:off x="6248006" y="2679799"/>
              <a:ext cx="9444" cy="83941"/>
            </a:xfrm>
            <a:custGeom>
              <a:rect b="b" l="l" r="r" t="t"/>
              <a:pathLst>
                <a:path extrusionOk="0" h="2311" w="260">
                  <a:moveTo>
                    <a:pt x="1" y="0"/>
                  </a:moveTo>
                  <a:lnTo>
                    <a:pt x="1" y="2311"/>
                  </a:lnTo>
                  <a:lnTo>
                    <a:pt x="260" y="2311"/>
                  </a:lnTo>
                  <a:lnTo>
                    <a:pt x="260"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194"/>
            <p:cNvSpPr/>
            <p:nvPr/>
          </p:nvSpPr>
          <p:spPr>
            <a:xfrm>
              <a:off x="6317053" y="2666179"/>
              <a:ext cx="19469" cy="1998"/>
            </a:xfrm>
            <a:custGeom>
              <a:rect b="b" l="l" r="r" t="t"/>
              <a:pathLst>
                <a:path extrusionOk="0" h="55" w="536">
                  <a:moveTo>
                    <a:pt x="277" y="1"/>
                  </a:moveTo>
                  <a:lnTo>
                    <a:pt x="0" y="54"/>
                  </a:lnTo>
                  <a:lnTo>
                    <a:pt x="259" y="54"/>
                  </a:lnTo>
                  <a:lnTo>
                    <a:pt x="535"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194"/>
            <p:cNvSpPr/>
            <p:nvPr/>
          </p:nvSpPr>
          <p:spPr>
            <a:xfrm>
              <a:off x="6326424" y="2666179"/>
              <a:ext cx="10098" cy="85903"/>
            </a:xfrm>
            <a:custGeom>
              <a:rect b="b" l="l" r="r" t="t"/>
              <a:pathLst>
                <a:path extrusionOk="0" h="2365" w="278">
                  <a:moveTo>
                    <a:pt x="277" y="1"/>
                  </a:moveTo>
                  <a:lnTo>
                    <a:pt x="1" y="54"/>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194"/>
            <p:cNvSpPr/>
            <p:nvPr/>
          </p:nvSpPr>
          <p:spPr>
            <a:xfrm>
              <a:off x="6317053" y="2668140"/>
              <a:ext cx="9408" cy="83941"/>
            </a:xfrm>
            <a:custGeom>
              <a:rect b="b" l="l" r="r" t="t"/>
              <a:pathLst>
                <a:path extrusionOk="0" h="2311" w="259">
                  <a:moveTo>
                    <a:pt x="0" y="0"/>
                  </a:moveTo>
                  <a:lnTo>
                    <a:pt x="0" y="2311"/>
                  </a:lnTo>
                  <a:lnTo>
                    <a:pt x="259" y="2311"/>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194"/>
            <p:cNvSpPr/>
            <p:nvPr/>
          </p:nvSpPr>
          <p:spPr>
            <a:xfrm>
              <a:off x="6386390" y="2654520"/>
              <a:ext cx="19469" cy="1671"/>
            </a:xfrm>
            <a:custGeom>
              <a:rect b="b" l="l" r="r" t="t"/>
              <a:pathLst>
                <a:path extrusionOk="0" h="46" w="536">
                  <a:moveTo>
                    <a:pt x="277" y="1"/>
                  </a:moveTo>
                  <a:lnTo>
                    <a:pt x="0" y="45"/>
                  </a:lnTo>
                  <a:lnTo>
                    <a:pt x="259" y="45"/>
                  </a:lnTo>
                  <a:lnTo>
                    <a:pt x="535"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194"/>
            <p:cNvSpPr/>
            <p:nvPr/>
          </p:nvSpPr>
          <p:spPr>
            <a:xfrm>
              <a:off x="6395761" y="2654520"/>
              <a:ext cx="10098" cy="85903"/>
            </a:xfrm>
            <a:custGeom>
              <a:rect b="b" l="l" r="r" t="t"/>
              <a:pathLst>
                <a:path extrusionOk="0" h="2365" w="278">
                  <a:moveTo>
                    <a:pt x="277" y="1"/>
                  </a:moveTo>
                  <a:lnTo>
                    <a:pt x="1" y="45"/>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194"/>
            <p:cNvSpPr/>
            <p:nvPr/>
          </p:nvSpPr>
          <p:spPr>
            <a:xfrm>
              <a:off x="6386390" y="2656154"/>
              <a:ext cx="9408" cy="84268"/>
            </a:xfrm>
            <a:custGeom>
              <a:rect b="b" l="l" r="r" t="t"/>
              <a:pathLst>
                <a:path extrusionOk="0" h="2320" w="259">
                  <a:moveTo>
                    <a:pt x="0" y="0"/>
                  </a:moveTo>
                  <a:lnTo>
                    <a:pt x="0" y="2320"/>
                  </a:lnTo>
                  <a:lnTo>
                    <a:pt x="259" y="2320"/>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194"/>
            <p:cNvSpPr/>
            <p:nvPr/>
          </p:nvSpPr>
          <p:spPr>
            <a:xfrm>
              <a:off x="6455401" y="2642860"/>
              <a:ext cx="19469" cy="1671"/>
            </a:xfrm>
            <a:custGeom>
              <a:rect b="b" l="l" r="r" t="t"/>
              <a:pathLst>
                <a:path extrusionOk="0" h="46" w="536">
                  <a:moveTo>
                    <a:pt x="277" y="0"/>
                  </a:moveTo>
                  <a:lnTo>
                    <a:pt x="0" y="45"/>
                  </a:lnTo>
                  <a:lnTo>
                    <a:pt x="259" y="45"/>
                  </a:lnTo>
                  <a:lnTo>
                    <a:pt x="536"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194"/>
            <p:cNvSpPr/>
            <p:nvPr/>
          </p:nvSpPr>
          <p:spPr>
            <a:xfrm>
              <a:off x="6464808" y="2642860"/>
              <a:ext cx="10061" cy="85903"/>
            </a:xfrm>
            <a:custGeom>
              <a:rect b="b" l="l" r="r" t="t"/>
              <a:pathLst>
                <a:path extrusionOk="0" h="2365" w="277">
                  <a:moveTo>
                    <a:pt x="277" y="0"/>
                  </a:moveTo>
                  <a:lnTo>
                    <a:pt x="0" y="45"/>
                  </a:lnTo>
                  <a:lnTo>
                    <a:pt x="0" y="2365"/>
                  </a:lnTo>
                  <a:lnTo>
                    <a:pt x="277" y="2320"/>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194"/>
            <p:cNvSpPr/>
            <p:nvPr/>
          </p:nvSpPr>
          <p:spPr>
            <a:xfrm>
              <a:off x="6455401" y="2644495"/>
              <a:ext cx="9444" cy="84268"/>
            </a:xfrm>
            <a:custGeom>
              <a:rect b="b" l="l" r="r" t="t"/>
              <a:pathLst>
                <a:path extrusionOk="0" h="2320" w="260">
                  <a:moveTo>
                    <a:pt x="0" y="0"/>
                  </a:moveTo>
                  <a:lnTo>
                    <a:pt x="0" y="2320"/>
                  </a:lnTo>
                  <a:lnTo>
                    <a:pt x="259" y="2320"/>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194"/>
            <p:cNvSpPr/>
            <p:nvPr/>
          </p:nvSpPr>
          <p:spPr>
            <a:xfrm>
              <a:off x="6524411" y="2631201"/>
              <a:ext cx="19469" cy="1635"/>
            </a:xfrm>
            <a:custGeom>
              <a:rect b="b" l="l" r="r" t="t"/>
              <a:pathLst>
                <a:path extrusionOk="0" h="45" w="536">
                  <a:moveTo>
                    <a:pt x="277" y="0"/>
                  </a:moveTo>
                  <a:lnTo>
                    <a:pt x="0" y="45"/>
                  </a:lnTo>
                  <a:lnTo>
                    <a:pt x="259" y="45"/>
                  </a:lnTo>
                  <a:lnTo>
                    <a:pt x="536"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194"/>
            <p:cNvSpPr/>
            <p:nvPr/>
          </p:nvSpPr>
          <p:spPr>
            <a:xfrm>
              <a:off x="6533819" y="2631201"/>
              <a:ext cx="10061" cy="85903"/>
            </a:xfrm>
            <a:custGeom>
              <a:rect b="b" l="l" r="r" t="t"/>
              <a:pathLst>
                <a:path extrusionOk="0" h="2365" w="277">
                  <a:moveTo>
                    <a:pt x="277" y="0"/>
                  </a:moveTo>
                  <a:lnTo>
                    <a:pt x="0" y="45"/>
                  </a:lnTo>
                  <a:lnTo>
                    <a:pt x="0" y="2364"/>
                  </a:lnTo>
                  <a:lnTo>
                    <a:pt x="277" y="2311"/>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194"/>
            <p:cNvSpPr/>
            <p:nvPr/>
          </p:nvSpPr>
          <p:spPr>
            <a:xfrm>
              <a:off x="6524411" y="2632799"/>
              <a:ext cx="9444" cy="84305"/>
            </a:xfrm>
            <a:custGeom>
              <a:rect b="b" l="l" r="r" t="t"/>
              <a:pathLst>
                <a:path extrusionOk="0" h="2321" w="260">
                  <a:moveTo>
                    <a:pt x="0" y="1"/>
                  </a:moveTo>
                  <a:lnTo>
                    <a:pt x="0" y="2320"/>
                  </a:lnTo>
                  <a:lnTo>
                    <a:pt x="259" y="2320"/>
                  </a:lnTo>
                  <a:lnTo>
                    <a:pt x="259"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194"/>
            <p:cNvSpPr/>
            <p:nvPr/>
          </p:nvSpPr>
          <p:spPr>
            <a:xfrm>
              <a:off x="6593422" y="2619542"/>
              <a:ext cx="19469" cy="1635"/>
            </a:xfrm>
            <a:custGeom>
              <a:rect b="b" l="l" r="r" t="t"/>
              <a:pathLst>
                <a:path extrusionOk="0" h="45" w="536">
                  <a:moveTo>
                    <a:pt x="277" y="0"/>
                  </a:moveTo>
                  <a:lnTo>
                    <a:pt x="1" y="45"/>
                  </a:lnTo>
                  <a:lnTo>
                    <a:pt x="259" y="45"/>
                  </a:lnTo>
                  <a:lnTo>
                    <a:pt x="536"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194"/>
            <p:cNvSpPr/>
            <p:nvPr/>
          </p:nvSpPr>
          <p:spPr>
            <a:xfrm>
              <a:off x="6602829" y="2619542"/>
              <a:ext cx="10061" cy="85903"/>
            </a:xfrm>
            <a:custGeom>
              <a:rect b="b" l="l" r="r" t="t"/>
              <a:pathLst>
                <a:path extrusionOk="0" h="2365" w="277">
                  <a:moveTo>
                    <a:pt x="277" y="0"/>
                  </a:moveTo>
                  <a:lnTo>
                    <a:pt x="0" y="45"/>
                  </a:lnTo>
                  <a:lnTo>
                    <a:pt x="0" y="2364"/>
                  </a:lnTo>
                  <a:lnTo>
                    <a:pt x="277" y="2311"/>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194"/>
            <p:cNvSpPr/>
            <p:nvPr/>
          </p:nvSpPr>
          <p:spPr>
            <a:xfrm>
              <a:off x="6593422" y="2621140"/>
              <a:ext cx="9444" cy="84305"/>
            </a:xfrm>
            <a:custGeom>
              <a:rect b="b" l="l" r="r" t="t"/>
              <a:pathLst>
                <a:path extrusionOk="0" h="2321" w="260">
                  <a:moveTo>
                    <a:pt x="1" y="1"/>
                  </a:moveTo>
                  <a:lnTo>
                    <a:pt x="1" y="2320"/>
                  </a:lnTo>
                  <a:lnTo>
                    <a:pt x="259" y="2320"/>
                  </a:lnTo>
                  <a:lnTo>
                    <a:pt x="259"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194"/>
            <p:cNvSpPr/>
            <p:nvPr/>
          </p:nvSpPr>
          <p:spPr>
            <a:xfrm>
              <a:off x="6662432" y="2607556"/>
              <a:ext cx="19832" cy="1961"/>
            </a:xfrm>
            <a:custGeom>
              <a:rect b="b" l="l" r="r" t="t"/>
              <a:pathLst>
                <a:path extrusionOk="0" h="54" w="546">
                  <a:moveTo>
                    <a:pt x="277" y="0"/>
                  </a:moveTo>
                  <a:lnTo>
                    <a:pt x="1" y="54"/>
                  </a:lnTo>
                  <a:lnTo>
                    <a:pt x="268" y="54"/>
                  </a:lnTo>
                  <a:lnTo>
                    <a:pt x="545"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194"/>
            <p:cNvSpPr/>
            <p:nvPr/>
          </p:nvSpPr>
          <p:spPr>
            <a:xfrm>
              <a:off x="6672167" y="2607556"/>
              <a:ext cx="10098" cy="85903"/>
            </a:xfrm>
            <a:custGeom>
              <a:rect b="b" l="l" r="r" t="t"/>
              <a:pathLst>
                <a:path extrusionOk="0" h="2365" w="278">
                  <a:moveTo>
                    <a:pt x="277" y="0"/>
                  </a:moveTo>
                  <a:lnTo>
                    <a:pt x="0" y="54"/>
                  </a:lnTo>
                  <a:lnTo>
                    <a:pt x="0" y="2364"/>
                  </a:lnTo>
                  <a:lnTo>
                    <a:pt x="277" y="2320"/>
                  </a:lnTo>
                  <a:lnTo>
                    <a:pt x="277"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194"/>
            <p:cNvSpPr/>
            <p:nvPr/>
          </p:nvSpPr>
          <p:spPr>
            <a:xfrm>
              <a:off x="6662432" y="2609481"/>
              <a:ext cx="9444" cy="83978"/>
            </a:xfrm>
            <a:custGeom>
              <a:rect b="b" l="l" r="r" t="t"/>
              <a:pathLst>
                <a:path extrusionOk="0" h="2312" w="260">
                  <a:moveTo>
                    <a:pt x="1" y="1"/>
                  </a:moveTo>
                  <a:lnTo>
                    <a:pt x="1" y="2311"/>
                  </a:lnTo>
                  <a:lnTo>
                    <a:pt x="260" y="2311"/>
                  </a:lnTo>
                  <a:lnTo>
                    <a:pt x="260"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194"/>
            <p:cNvSpPr/>
            <p:nvPr/>
          </p:nvSpPr>
          <p:spPr>
            <a:xfrm>
              <a:off x="6731770" y="2595861"/>
              <a:ext cx="19505" cy="1998"/>
            </a:xfrm>
            <a:custGeom>
              <a:rect b="b" l="l" r="r" t="t"/>
              <a:pathLst>
                <a:path extrusionOk="0" h="55" w="537">
                  <a:moveTo>
                    <a:pt x="278" y="1"/>
                  </a:moveTo>
                  <a:lnTo>
                    <a:pt x="1" y="54"/>
                  </a:lnTo>
                  <a:lnTo>
                    <a:pt x="260" y="54"/>
                  </a:lnTo>
                  <a:lnTo>
                    <a:pt x="536"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194"/>
            <p:cNvSpPr/>
            <p:nvPr/>
          </p:nvSpPr>
          <p:spPr>
            <a:xfrm>
              <a:off x="6741177" y="2595861"/>
              <a:ext cx="10098" cy="85903"/>
            </a:xfrm>
            <a:custGeom>
              <a:rect b="b" l="l" r="r" t="t"/>
              <a:pathLst>
                <a:path extrusionOk="0" h="2365" w="278">
                  <a:moveTo>
                    <a:pt x="277" y="1"/>
                  </a:moveTo>
                  <a:lnTo>
                    <a:pt x="1" y="54"/>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194"/>
            <p:cNvSpPr/>
            <p:nvPr/>
          </p:nvSpPr>
          <p:spPr>
            <a:xfrm>
              <a:off x="6731770" y="2597822"/>
              <a:ext cx="9444" cy="83941"/>
            </a:xfrm>
            <a:custGeom>
              <a:rect b="b" l="l" r="r" t="t"/>
              <a:pathLst>
                <a:path extrusionOk="0" h="2311" w="260">
                  <a:moveTo>
                    <a:pt x="1" y="0"/>
                  </a:moveTo>
                  <a:lnTo>
                    <a:pt x="1" y="2311"/>
                  </a:lnTo>
                  <a:lnTo>
                    <a:pt x="260" y="2311"/>
                  </a:lnTo>
                  <a:lnTo>
                    <a:pt x="260"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194"/>
            <p:cNvSpPr/>
            <p:nvPr/>
          </p:nvSpPr>
          <p:spPr>
            <a:xfrm>
              <a:off x="6800817" y="2584201"/>
              <a:ext cx="19469" cy="1671"/>
            </a:xfrm>
            <a:custGeom>
              <a:rect b="b" l="l" r="r" t="t"/>
              <a:pathLst>
                <a:path extrusionOk="0" h="46" w="536">
                  <a:moveTo>
                    <a:pt x="277" y="1"/>
                  </a:moveTo>
                  <a:lnTo>
                    <a:pt x="0" y="45"/>
                  </a:lnTo>
                  <a:lnTo>
                    <a:pt x="259" y="45"/>
                  </a:lnTo>
                  <a:lnTo>
                    <a:pt x="535"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194"/>
            <p:cNvSpPr/>
            <p:nvPr/>
          </p:nvSpPr>
          <p:spPr>
            <a:xfrm>
              <a:off x="6810188" y="2584201"/>
              <a:ext cx="10098" cy="85903"/>
            </a:xfrm>
            <a:custGeom>
              <a:rect b="b" l="l" r="r" t="t"/>
              <a:pathLst>
                <a:path extrusionOk="0" h="2365" w="278">
                  <a:moveTo>
                    <a:pt x="277" y="1"/>
                  </a:moveTo>
                  <a:lnTo>
                    <a:pt x="1" y="45"/>
                  </a:lnTo>
                  <a:lnTo>
                    <a:pt x="1" y="2365"/>
                  </a:lnTo>
                  <a:lnTo>
                    <a:pt x="277" y="2320"/>
                  </a:lnTo>
                  <a:lnTo>
                    <a:pt x="277" y="1"/>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194"/>
            <p:cNvSpPr/>
            <p:nvPr/>
          </p:nvSpPr>
          <p:spPr>
            <a:xfrm>
              <a:off x="6800817" y="2585836"/>
              <a:ext cx="9408" cy="84268"/>
            </a:xfrm>
            <a:custGeom>
              <a:rect b="b" l="l" r="r" t="t"/>
              <a:pathLst>
                <a:path extrusionOk="0" h="2320" w="259">
                  <a:moveTo>
                    <a:pt x="0" y="0"/>
                  </a:moveTo>
                  <a:lnTo>
                    <a:pt x="0" y="2320"/>
                  </a:lnTo>
                  <a:lnTo>
                    <a:pt x="259" y="2320"/>
                  </a:lnTo>
                  <a:lnTo>
                    <a:pt x="259"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194"/>
            <p:cNvSpPr/>
            <p:nvPr/>
          </p:nvSpPr>
          <p:spPr>
            <a:xfrm>
              <a:off x="5739616" y="2566077"/>
              <a:ext cx="1105003" cy="204496"/>
            </a:xfrm>
            <a:custGeom>
              <a:rect b="b" l="l" r="r" t="t"/>
              <a:pathLst>
                <a:path extrusionOk="0" h="5630" w="30422">
                  <a:moveTo>
                    <a:pt x="30421" y="0"/>
                  </a:moveTo>
                  <a:lnTo>
                    <a:pt x="1" y="5165"/>
                  </a:lnTo>
                  <a:lnTo>
                    <a:pt x="1" y="5594"/>
                  </a:lnTo>
                  <a:lnTo>
                    <a:pt x="1" y="5629"/>
                  </a:lnTo>
                  <a:lnTo>
                    <a:pt x="30421" y="473"/>
                  </a:lnTo>
                  <a:lnTo>
                    <a:pt x="30421" y="0"/>
                  </a:lnTo>
                  <a:close/>
                </a:path>
              </a:pathLst>
            </a:custGeom>
            <a:solidFill>
              <a:srgbClr val="F2E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194"/>
            <p:cNvSpPr/>
            <p:nvPr/>
          </p:nvSpPr>
          <p:spPr>
            <a:xfrm>
              <a:off x="5739616" y="2579044"/>
              <a:ext cx="1105003" cy="191529"/>
            </a:xfrm>
            <a:custGeom>
              <a:rect b="b" l="l" r="r" t="t"/>
              <a:pathLst>
                <a:path extrusionOk="0" h="5273" w="30422">
                  <a:moveTo>
                    <a:pt x="30421" y="0"/>
                  </a:moveTo>
                  <a:lnTo>
                    <a:pt x="1" y="5165"/>
                  </a:lnTo>
                  <a:lnTo>
                    <a:pt x="1" y="5237"/>
                  </a:lnTo>
                  <a:lnTo>
                    <a:pt x="1" y="5272"/>
                  </a:lnTo>
                  <a:lnTo>
                    <a:pt x="30421" y="116"/>
                  </a:lnTo>
                  <a:lnTo>
                    <a:pt x="30421"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1" name="Google Shape;12481;p194"/>
          <p:cNvGrpSpPr/>
          <p:nvPr/>
        </p:nvGrpSpPr>
        <p:grpSpPr>
          <a:xfrm>
            <a:off x="5439700" y="741391"/>
            <a:ext cx="4503221" cy="2708498"/>
            <a:chOff x="6244119" y="1698941"/>
            <a:chExt cx="760628" cy="457625"/>
          </a:xfrm>
        </p:grpSpPr>
        <p:sp>
          <p:nvSpPr>
            <p:cNvPr id="12482" name="Google Shape;12482;p194"/>
            <p:cNvSpPr/>
            <p:nvPr/>
          </p:nvSpPr>
          <p:spPr>
            <a:xfrm>
              <a:off x="6462191" y="1698941"/>
              <a:ext cx="542556" cy="308882"/>
            </a:xfrm>
            <a:custGeom>
              <a:rect b="b" l="l" r="r" t="t"/>
              <a:pathLst>
                <a:path extrusionOk="0" h="6522" w="11456">
                  <a:moveTo>
                    <a:pt x="9502" y="0"/>
                  </a:moveTo>
                  <a:cubicBezTo>
                    <a:pt x="8699" y="0"/>
                    <a:pt x="8708" y="848"/>
                    <a:pt x="8708" y="848"/>
                  </a:cubicBezTo>
                  <a:cubicBezTo>
                    <a:pt x="8671" y="845"/>
                    <a:pt x="8636" y="844"/>
                    <a:pt x="8602" y="844"/>
                  </a:cubicBezTo>
                  <a:cubicBezTo>
                    <a:pt x="7656" y="844"/>
                    <a:pt x="7664" y="1775"/>
                    <a:pt x="7664" y="1775"/>
                  </a:cubicBezTo>
                  <a:cubicBezTo>
                    <a:pt x="7631" y="1773"/>
                    <a:pt x="7600" y="1772"/>
                    <a:pt x="7570" y="1772"/>
                  </a:cubicBezTo>
                  <a:cubicBezTo>
                    <a:pt x="6944" y="1772"/>
                    <a:pt x="6977" y="2284"/>
                    <a:pt x="6977" y="2284"/>
                  </a:cubicBezTo>
                  <a:cubicBezTo>
                    <a:pt x="6883" y="2268"/>
                    <a:pt x="6797" y="2261"/>
                    <a:pt x="6719" y="2261"/>
                  </a:cubicBezTo>
                  <a:cubicBezTo>
                    <a:pt x="5978" y="2261"/>
                    <a:pt x="5897" y="2882"/>
                    <a:pt x="5897" y="2882"/>
                  </a:cubicBezTo>
                  <a:cubicBezTo>
                    <a:pt x="5785" y="2868"/>
                    <a:pt x="5681" y="2861"/>
                    <a:pt x="5583" y="2861"/>
                  </a:cubicBezTo>
                  <a:cubicBezTo>
                    <a:pt x="4370" y="2861"/>
                    <a:pt x="4202" y="3854"/>
                    <a:pt x="4202" y="3854"/>
                  </a:cubicBezTo>
                  <a:cubicBezTo>
                    <a:pt x="4113" y="3833"/>
                    <a:pt x="4032" y="3823"/>
                    <a:pt x="3959" y="3823"/>
                  </a:cubicBezTo>
                  <a:cubicBezTo>
                    <a:pt x="3453" y="3823"/>
                    <a:pt x="3337" y="4273"/>
                    <a:pt x="3337" y="4273"/>
                  </a:cubicBezTo>
                  <a:cubicBezTo>
                    <a:pt x="3145" y="4199"/>
                    <a:pt x="2971" y="4168"/>
                    <a:pt x="2815" y="4168"/>
                  </a:cubicBezTo>
                  <a:cubicBezTo>
                    <a:pt x="2108" y="4168"/>
                    <a:pt x="1767" y="4791"/>
                    <a:pt x="1767" y="4791"/>
                  </a:cubicBezTo>
                  <a:cubicBezTo>
                    <a:pt x="1649" y="4743"/>
                    <a:pt x="1540" y="4724"/>
                    <a:pt x="1440" y="4724"/>
                  </a:cubicBezTo>
                  <a:cubicBezTo>
                    <a:pt x="1014" y="4724"/>
                    <a:pt x="768" y="5076"/>
                    <a:pt x="768" y="5076"/>
                  </a:cubicBezTo>
                  <a:lnTo>
                    <a:pt x="1" y="6521"/>
                  </a:lnTo>
                  <a:lnTo>
                    <a:pt x="11455" y="6521"/>
                  </a:lnTo>
                  <a:lnTo>
                    <a:pt x="1145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194"/>
            <p:cNvSpPr/>
            <p:nvPr/>
          </p:nvSpPr>
          <p:spPr>
            <a:xfrm>
              <a:off x="6401936" y="1925441"/>
              <a:ext cx="24990" cy="29240"/>
            </a:xfrm>
            <a:custGeom>
              <a:rect b="b" l="l" r="r" t="t"/>
              <a:pathLst>
                <a:path extrusionOk="0" h="805" w="688">
                  <a:moveTo>
                    <a:pt x="669" y="0"/>
                  </a:moveTo>
                  <a:cubicBezTo>
                    <a:pt x="619" y="0"/>
                    <a:pt x="477" y="18"/>
                    <a:pt x="455" y="215"/>
                  </a:cubicBezTo>
                  <a:cubicBezTo>
                    <a:pt x="455" y="215"/>
                    <a:pt x="437" y="208"/>
                    <a:pt x="413" y="208"/>
                  </a:cubicBezTo>
                  <a:cubicBezTo>
                    <a:pt x="378" y="208"/>
                    <a:pt x="332" y="224"/>
                    <a:pt x="322" y="305"/>
                  </a:cubicBezTo>
                  <a:cubicBezTo>
                    <a:pt x="322" y="305"/>
                    <a:pt x="274" y="288"/>
                    <a:pt x="215" y="288"/>
                  </a:cubicBezTo>
                  <a:cubicBezTo>
                    <a:pt x="132" y="288"/>
                    <a:pt x="26" y="321"/>
                    <a:pt x="0" y="483"/>
                  </a:cubicBezTo>
                  <a:lnTo>
                    <a:pt x="687" y="804"/>
                  </a:lnTo>
                  <a:lnTo>
                    <a:pt x="687" y="1"/>
                  </a:lnTo>
                  <a:cubicBezTo>
                    <a:pt x="687" y="1"/>
                    <a:pt x="680" y="0"/>
                    <a:pt x="669"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194"/>
            <p:cNvSpPr/>
            <p:nvPr/>
          </p:nvSpPr>
          <p:spPr>
            <a:xfrm>
              <a:off x="6780077" y="1840885"/>
              <a:ext cx="47328" cy="114452"/>
            </a:xfrm>
            <a:custGeom>
              <a:rect b="b" l="l" r="r" t="t"/>
              <a:pathLst>
                <a:path extrusionOk="0" h="3151" w="1303">
                  <a:moveTo>
                    <a:pt x="0" y="1"/>
                  </a:moveTo>
                  <a:lnTo>
                    <a:pt x="0" y="3150"/>
                  </a:lnTo>
                  <a:lnTo>
                    <a:pt x="1303" y="3150"/>
                  </a:lnTo>
                  <a:lnTo>
                    <a:pt x="1303"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194"/>
            <p:cNvSpPr/>
            <p:nvPr/>
          </p:nvSpPr>
          <p:spPr>
            <a:xfrm>
              <a:off x="6804376" y="1859373"/>
              <a:ext cx="5848" cy="1038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194"/>
            <p:cNvSpPr/>
            <p:nvPr/>
          </p:nvSpPr>
          <p:spPr>
            <a:xfrm>
              <a:off x="6790756" y="1848694"/>
              <a:ext cx="5884" cy="10715"/>
            </a:xfrm>
            <a:custGeom>
              <a:rect b="b" l="l" r="r" t="t"/>
              <a:pathLst>
                <a:path extrusionOk="0" h="295" w="162">
                  <a:moveTo>
                    <a:pt x="1" y="0"/>
                  </a:moveTo>
                  <a:lnTo>
                    <a:pt x="1" y="294"/>
                  </a:lnTo>
                  <a:lnTo>
                    <a:pt x="161" y="294"/>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194"/>
            <p:cNvSpPr/>
            <p:nvPr/>
          </p:nvSpPr>
          <p:spPr>
            <a:xfrm>
              <a:off x="6816689" y="1871359"/>
              <a:ext cx="5848" cy="10715"/>
            </a:xfrm>
            <a:custGeom>
              <a:rect b="b" l="l" r="r" t="t"/>
              <a:pathLst>
                <a:path extrusionOk="0" h="295" w="161">
                  <a:moveTo>
                    <a:pt x="0" y="1"/>
                  </a:moveTo>
                  <a:lnTo>
                    <a:pt x="0"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194"/>
            <p:cNvSpPr/>
            <p:nvPr/>
          </p:nvSpPr>
          <p:spPr>
            <a:xfrm>
              <a:off x="6808590" y="1896965"/>
              <a:ext cx="5848" cy="10715"/>
            </a:xfrm>
            <a:custGeom>
              <a:rect b="b" l="l" r="r" t="t"/>
              <a:pathLst>
                <a:path extrusionOk="0" h="295" w="161">
                  <a:moveTo>
                    <a:pt x="0" y="0"/>
                  </a:moveTo>
                  <a:lnTo>
                    <a:pt x="0"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194"/>
            <p:cNvSpPr/>
            <p:nvPr/>
          </p:nvSpPr>
          <p:spPr>
            <a:xfrm>
              <a:off x="6817343" y="1912838"/>
              <a:ext cx="5848" cy="10715"/>
            </a:xfrm>
            <a:custGeom>
              <a:rect b="b" l="l" r="r" t="t"/>
              <a:pathLst>
                <a:path extrusionOk="0" h="295" w="161">
                  <a:moveTo>
                    <a:pt x="0" y="0"/>
                  </a:moveTo>
                  <a:lnTo>
                    <a:pt x="0"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194"/>
            <p:cNvSpPr/>
            <p:nvPr/>
          </p:nvSpPr>
          <p:spPr>
            <a:xfrm>
              <a:off x="6787850" y="1870051"/>
              <a:ext cx="5848" cy="10751"/>
            </a:xfrm>
            <a:custGeom>
              <a:rect b="b" l="l" r="r" t="t"/>
              <a:pathLst>
                <a:path extrusionOk="0" h="296" w="161">
                  <a:moveTo>
                    <a:pt x="0" y="1"/>
                  </a:moveTo>
                  <a:lnTo>
                    <a:pt x="0"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194"/>
            <p:cNvSpPr/>
            <p:nvPr/>
          </p:nvSpPr>
          <p:spPr>
            <a:xfrm>
              <a:off x="6800817" y="1930671"/>
              <a:ext cx="11696" cy="24663"/>
            </a:xfrm>
            <a:custGeom>
              <a:rect b="b" l="l" r="r" t="t"/>
              <a:pathLst>
                <a:path extrusionOk="0" h="679" w="322">
                  <a:moveTo>
                    <a:pt x="0" y="0"/>
                  </a:moveTo>
                  <a:lnTo>
                    <a:pt x="0" y="678"/>
                  </a:lnTo>
                  <a:lnTo>
                    <a:pt x="321" y="678"/>
                  </a:lnTo>
                  <a:lnTo>
                    <a:pt x="32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194"/>
            <p:cNvSpPr/>
            <p:nvPr/>
          </p:nvSpPr>
          <p:spPr>
            <a:xfrm>
              <a:off x="6780077" y="1829553"/>
              <a:ext cx="47328" cy="11369"/>
            </a:xfrm>
            <a:custGeom>
              <a:rect b="b" l="l" r="r" t="t"/>
              <a:pathLst>
                <a:path extrusionOk="0" h="313" w="1303">
                  <a:moveTo>
                    <a:pt x="312" y="1"/>
                  </a:moveTo>
                  <a:lnTo>
                    <a:pt x="0" y="313"/>
                  </a:lnTo>
                  <a:lnTo>
                    <a:pt x="1303" y="313"/>
                  </a:lnTo>
                  <a:lnTo>
                    <a:pt x="130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194"/>
            <p:cNvSpPr/>
            <p:nvPr/>
          </p:nvSpPr>
          <p:spPr>
            <a:xfrm>
              <a:off x="6426235" y="1898563"/>
              <a:ext cx="32109" cy="56118"/>
            </a:xfrm>
            <a:custGeom>
              <a:rect b="b" l="l" r="r" t="t"/>
              <a:pathLst>
                <a:path extrusionOk="0" h="1545" w="884">
                  <a:moveTo>
                    <a:pt x="0" y="1"/>
                  </a:moveTo>
                  <a:lnTo>
                    <a:pt x="0" y="1544"/>
                  </a:lnTo>
                  <a:lnTo>
                    <a:pt x="884" y="1544"/>
                  </a:lnTo>
                  <a:lnTo>
                    <a:pt x="884"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194"/>
            <p:cNvSpPr/>
            <p:nvPr/>
          </p:nvSpPr>
          <p:spPr>
            <a:xfrm>
              <a:off x="6458306" y="1890791"/>
              <a:ext cx="7482" cy="63891"/>
            </a:xfrm>
            <a:custGeom>
              <a:rect b="b" l="l" r="r" t="t"/>
              <a:pathLst>
                <a:path extrusionOk="0" h="1759" w="206">
                  <a:moveTo>
                    <a:pt x="206" y="1"/>
                  </a:moveTo>
                  <a:lnTo>
                    <a:pt x="1" y="215"/>
                  </a:lnTo>
                  <a:lnTo>
                    <a:pt x="1" y="1758"/>
                  </a:lnTo>
                  <a:lnTo>
                    <a:pt x="206" y="1758"/>
                  </a:lnTo>
                  <a:lnTo>
                    <a:pt x="206"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194"/>
            <p:cNvSpPr/>
            <p:nvPr/>
          </p:nvSpPr>
          <p:spPr>
            <a:xfrm>
              <a:off x="6430121" y="1903757"/>
              <a:ext cx="4250" cy="7156"/>
            </a:xfrm>
            <a:custGeom>
              <a:rect b="b" l="l" r="r" t="t"/>
              <a:pathLst>
                <a:path extrusionOk="0" h="197" w="117">
                  <a:moveTo>
                    <a:pt x="0" y="1"/>
                  </a:moveTo>
                  <a:lnTo>
                    <a:pt x="0" y="197"/>
                  </a:lnTo>
                  <a:lnTo>
                    <a:pt x="116" y="197"/>
                  </a:lnTo>
                  <a:lnTo>
                    <a:pt x="11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194"/>
            <p:cNvSpPr/>
            <p:nvPr/>
          </p:nvSpPr>
          <p:spPr>
            <a:xfrm>
              <a:off x="6449553" y="1905719"/>
              <a:ext cx="4250" cy="7156"/>
            </a:xfrm>
            <a:custGeom>
              <a:rect b="b" l="l" r="r" t="t"/>
              <a:pathLst>
                <a:path extrusionOk="0" h="197" w="117">
                  <a:moveTo>
                    <a:pt x="1" y="0"/>
                  </a:moveTo>
                  <a:lnTo>
                    <a:pt x="1" y="196"/>
                  </a:lnTo>
                  <a:lnTo>
                    <a:pt x="117" y="196"/>
                  </a:lnTo>
                  <a:lnTo>
                    <a:pt x="117"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194"/>
            <p:cNvSpPr/>
            <p:nvPr/>
          </p:nvSpPr>
          <p:spPr>
            <a:xfrm>
              <a:off x="6439528" y="1911857"/>
              <a:ext cx="4250" cy="7156"/>
            </a:xfrm>
            <a:custGeom>
              <a:rect b="b" l="l" r="r" t="t"/>
              <a:pathLst>
                <a:path extrusionOk="0" h="197" w="117">
                  <a:moveTo>
                    <a:pt x="0" y="1"/>
                  </a:moveTo>
                  <a:lnTo>
                    <a:pt x="0" y="197"/>
                  </a:lnTo>
                  <a:lnTo>
                    <a:pt x="116" y="197"/>
                  </a:lnTo>
                  <a:lnTo>
                    <a:pt x="11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194"/>
            <p:cNvSpPr/>
            <p:nvPr/>
          </p:nvSpPr>
          <p:spPr>
            <a:xfrm>
              <a:off x="6448282" y="1925151"/>
              <a:ext cx="4250" cy="7156"/>
            </a:xfrm>
            <a:custGeom>
              <a:rect b="b" l="l" r="r" t="t"/>
              <a:pathLst>
                <a:path extrusionOk="0" h="197" w="117">
                  <a:moveTo>
                    <a:pt x="0" y="0"/>
                  </a:moveTo>
                  <a:lnTo>
                    <a:pt x="0" y="197"/>
                  </a:lnTo>
                  <a:lnTo>
                    <a:pt x="116" y="197"/>
                  </a:lnTo>
                  <a:lnTo>
                    <a:pt x="11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194"/>
            <p:cNvSpPr/>
            <p:nvPr/>
          </p:nvSpPr>
          <p:spPr>
            <a:xfrm>
              <a:off x="6433027" y="1923843"/>
              <a:ext cx="4250" cy="7192"/>
            </a:xfrm>
            <a:custGeom>
              <a:rect b="b" l="l" r="r" t="t"/>
              <a:pathLst>
                <a:path extrusionOk="0" h="198" w="117">
                  <a:moveTo>
                    <a:pt x="1" y="1"/>
                  </a:moveTo>
                  <a:lnTo>
                    <a:pt x="1" y="197"/>
                  </a:lnTo>
                  <a:lnTo>
                    <a:pt x="117" y="197"/>
                  </a:lnTo>
                  <a:lnTo>
                    <a:pt x="11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194"/>
            <p:cNvSpPr/>
            <p:nvPr/>
          </p:nvSpPr>
          <p:spPr>
            <a:xfrm>
              <a:off x="6436259" y="1939389"/>
              <a:ext cx="8136" cy="15292"/>
            </a:xfrm>
            <a:custGeom>
              <a:rect b="b" l="l" r="r" t="t"/>
              <a:pathLst>
                <a:path extrusionOk="0" h="421" w="224">
                  <a:moveTo>
                    <a:pt x="1" y="1"/>
                  </a:moveTo>
                  <a:lnTo>
                    <a:pt x="1" y="420"/>
                  </a:lnTo>
                  <a:lnTo>
                    <a:pt x="224" y="420"/>
                  </a:lnTo>
                  <a:lnTo>
                    <a:pt x="22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194"/>
            <p:cNvSpPr/>
            <p:nvPr/>
          </p:nvSpPr>
          <p:spPr>
            <a:xfrm>
              <a:off x="6426235" y="1890791"/>
              <a:ext cx="39555" cy="7809"/>
            </a:xfrm>
            <a:custGeom>
              <a:rect b="b" l="l" r="r" t="t"/>
              <a:pathLst>
                <a:path extrusionOk="0" h="215" w="1089">
                  <a:moveTo>
                    <a:pt x="215" y="1"/>
                  </a:moveTo>
                  <a:lnTo>
                    <a:pt x="0" y="215"/>
                  </a:lnTo>
                  <a:lnTo>
                    <a:pt x="884" y="215"/>
                  </a:lnTo>
                  <a:lnTo>
                    <a:pt x="108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194"/>
            <p:cNvSpPr/>
            <p:nvPr/>
          </p:nvSpPr>
          <p:spPr>
            <a:xfrm>
              <a:off x="6577549" y="1906990"/>
              <a:ext cx="52849" cy="85285"/>
            </a:xfrm>
            <a:custGeom>
              <a:rect b="b" l="l" r="r" t="t"/>
              <a:pathLst>
                <a:path extrusionOk="0" h="2348" w="1455">
                  <a:moveTo>
                    <a:pt x="1" y="1"/>
                  </a:moveTo>
                  <a:lnTo>
                    <a:pt x="1" y="2347"/>
                  </a:lnTo>
                  <a:lnTo>
                    <a:pt x="1455" y="2347"/>
                  </a:lnTo>
                  <a:lnTo>
                    <a:pt x="1455"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194"/>
            <p:cNvSpPr/>
            <p:nvPr/>
          </p:nvSpPr>
          <p:spPr>
            <a:xfrm>
              <a:off x="6616450" y="1913491"/>
              <a:ext cx="5521" cy="9734"/>
            </a:xfrm>
            <a:custGeom>
              <a:rect b="b" l="l" r="r" t="t"/>
              <a:pathLst>
                <a:path extrusionOk="0" h="268" w="152">
                  <a:moveTo>
                    <a:pt x="0" y="0"/>
                  </a:moveTo>
                  <a:lnTo>
                    <a:pt x="0" y="268"/>
                  </a:lnTo>
                  <a:lnTo>
                    <a:pt x="152" y="268"/>
                  </a:lnTo>
                  <a:lnTo>
                    <a:pt x="15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194"/>
            <p:cNvSpPr/>
            <p:nvPr/>
          </p:nvSpPr>
          <p:spPr>
            <a:xfrm>
              <a:off x="6602502" y="1925804"/>
              <a:ext cx="5230" cy="9734"/>
            </a:xfrm>
            <a:custGeom>
              <a:rect b="b" l="l" r="r" t="t"/>
              <a:pathLst>
                <a:path extrusionOk="0" h="268" w="144">
                  <a:moveTo>
                    <a:pt x="0" y="0"/>
                  </a:moveTo>
                  <a:lnTo>
                    <a:pt x="0" y="268"/>
                  </a:lnTo>
                  <a:lnTo>
                    <a:pt x="143" y="268"/>
                  </a:lnTo>
                  <a:lnTo>
                    <a:pt x="14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194"/>
            <p:cNvSpPr/>
            <p:nvPr/>
          </p:nvSpPr>
          <p:spPr>
            <a:xfrm>
              <a:off x="6584668" y="1915743"/>
              <a:ext cx="5230" cy="9444"/>
            </a:xfrm>
            <a:custGeom>
              <a:rect b="b" l="l" r="r" t="t"/>
              <a:pathLst>
                <a:path extrusionOk="0" h="260" w="144">
                  <a:moveTo>
                    <a:pt x="1" y="1"/>
                  </a:moveTo>
                  <a:lnTo>
                    <a:pt x="1" y="259"/>
                  </a:lnTo>
                  <a:lnTo>
                    <a:pt x="144" y="259"/>
                  </a:lnTo>
                  <a:lnTo>
                    <a:pt x="14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194"/>
            <p:cNvSpPr/>
            <p:nvPr/>
          </p:nvSpPr>
          <p:spPr>
            <a:xfrm>
              <a:off x="6613834" y="1936483"/>
              <a:ext cx="5557" cy="9444"/>
            </a:xfrm>
            <a:custGeom>
              <a:rect b="b" l="l" r="r" t="t"/>
              <a:pathLst>
                <a:path extrusionOk="0" h="260" w="153">
                  <a:moveTo>
                    <a:pt x="1" y="1"/>
                  </a:moveTo>
                  <a:lnTo>
                    <a:pt x="1" y="259"/>
                  </a:lnTo>
                  <a:lnTo>
                    <a:pt x="152" y="259"/>
                  </a:lnTo>
                  <a:lnTo>
                    <a:pt x="15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194"/>
            <p:cNvSpPr/>
            <p:nvPr/>
          </p:nvSpPr>
          <p:spPr>
            <a:xfrm>
              <a:off x="6588228" y="1935502"/>
              <a:ext cx="5557" cy="9771"/>
            </a:xfrm>
            <a:custGeom>
              <a:rect b="b" l="l" r="r" t="t"/>
              <a:pathLst>
                <a:path extrusionOk="0" h="269" w="153">
                  <a:moveTo>
                    <a:pt x="1" y="1"/>
                  </a:moveTo>
                  <a:lnTo>
                    <a:pt x="1" y="269"/>
                  </a:lnTo>
                  <a:lnTo>
                    <a:pt x="153" y="269"/>
                  </a:lnTo>
                  <a:lnTo>
                    <a:pt x="15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194"/>
            <p:cNvSpPr/>
            <p:nvPr/>
          </p:nvSpPr>
          <p:spPr>
            <a:xfrm>
              <a:off x="6602502" y="1964668"/>
              <a:ext cx="13330" cy="27605"/>
            </a:xfrm>
            <a:custGeom>
              <a:rect b="b" l="l" r="r" t="t"/>
              <a:pathLst>
                <a:path extrusionOk="0" h="760" w="367">
                  <a:moveTo>
                    <a:pt x="0" y="1"/>
                  </a:moveTo>
                  <a:lnTo>
                    <a:pt x="0" y="759"/>
                  </a:lnTo>
                  <a:lnTo>
                    <a:pt x="366" y="759"/>
                  </a:lnTo>
                  <a:lnTo>
                    <a:pt x="36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194"/>
            <p:cNvSpPr/>
            <p:nvPr/>
          </p:nvSpPr>
          <p:spPr>
            <a:xfrm>
              <a:off x="6577549" y="1894350"/>
              <a:ext cx="52849" cy="12677"/>
            </a:xfrm>
            <a:custGeom>
              <a:rect b="b" l="l" r="r" t="t"/>
              <a:pathLst>
                <a:path extrusionOk="0" h="349" w="1455">
                  <a:moveTo>
                    <a:pt x="1" y="1"/>
                  </a:moveTo>
                  <a:lnTo>
                    <a:pt x="1" y="349"/>
                  </a:lnTo>
                  <a:lnTo>
                    <a:pt x="1455" y="349"/>
                  </a:lnTo>
                  <a:lnTo>
                    <a:pt x="145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194"/>
            <p:cNvSpPr/>
            <p:nvPr/>
          </p:nvSpPr>
          <p:spPr>
            <a:xfrm>
              <a:off x="6560369" y="1980214"/>
              <a:ext cx="17217" cy="12059"/>
            </a:xfrm>
            <a:custGeom>
              <a:rect b="b" l="l" r="r" t="t"/>
              <a:pathLst>
                <a:path extrusionOk="0" h="332" w="474">
                  <a:moveTo>
                    <a:pt x="460" y="0"/>
                  </a:moveTo>
                  <a:cubicBezTo>
                    <a:pt x="423" y="0"/>
                    <a:pt x="320" y="12"/>
                    <a:pt x="313" y="144"/>
                  </a:cubicBezTo>
                  <a:cubicBezTo>
                    <a:pt x="313" y="144"/>
                    <a:pt x="300" y="140"/>
                    <a:pt x="284" y="140"/>
                  </a:cubicBezTo>
                  <a:cubicBezTo>
                    <a:pt x="257" y="140"/>
                    <a:pt x="220" y="150"/>
                    <a:pt x="215" y="206"/>
                  </a:cubicBezTo>
                  <a:cubicBezTo>
                    <a:pt x="215" y="206"/>
                    <a:pt x="182" y="194"/>
                    <a:pt x="141" y="194"/>
                  </a:cubicBezTo>
                  <a:cubicBezTo>
                    <a:pt x="86" y="194"/>
                    <a:pt x="16" y="217"/>
                    <a:pt x="1" y="331"/>
                  </a:cubicBezTo>
                  <a:lnTo>
                    <a:pt x="474" y="331"/>
                  </a:lnTo>
                  <a:lnTo>
                    <a:pt x="474" y="1"/>
                  </a:lnTo>
                  <a:cubicBezTo>
                    <a:pt x="474" y="1"/>
                    <a:pt x="469" y="0"/>
                    <a:pt x="46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194"/>
            <p:cNvSpPr/>
            <p:nvPr/>
          </p:nvSpPr>
          <p:spPr>
            <a:xfrm>
              <a:off x="6671186" y="1975637"/>
              <a:ext cx="24663" cy="17253"/>
            </a:xfrm>
            <a:custGeom>
              <a:rect b="b" l="l" r="r" t="t"/>
              <a:pathLst>
                <a:path extrusionOk="0" h="475" w="679">
                  <a:moveTo>
                    <a:pt x="651" y="0"/>
                  </a:moveTo>
                  <a:cubicBezTo>
                    <a:pt x="594" y="0"/>
                    <a:pt x="467" y="21"/>
                    <a:pt x="447" y="207"/>
                  </a:cubicBezTo>
                  <a:cubicBezTo>
                    <a:pt x="447" y="207"/>
                    <a:pt x="431" y="203"/>
                    <a:pt x="411" y="203"/>
                  </a:cubicBezTo>
                  <a:cubicBezTo>
                    <a:pt x="375" y="203"/>
                    <a:pt x="324" y="217"/>
                    <a:pt x="313" y="297"/>
                  </a:cubicBezTo>
                  <a:cubicBezTo>
                    <a:pt x="313" y="297"/>
                    <a:pt x="265" y="280"/>
                    <a:pt x="207" y="280"/>
                  </a:cubicBezTo>
                  <a:cubicBezTo>
                    <a:pt x="125" y="280"/>
                    <a:pt x="22" y="313"/>
                    <a:pt x="1" y="475"/>
                  </a:cubicBezTo>
                  <a:lnTo>
                    <a:pt x="679" y="475"/>
                  </a:lnTo>
                  <a:lnTo>
                    <a:pt x="679" y="2"/>
                  </a:lnTo>
                  <a:cubicBezTo>
                    <a:pt x="679" y="2"/>
                    <a:pt x="668" y="0"/>
                    <a:pt x="65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194"/>
            <p:cNvSpPr/>
            <p:nvPr/>
          </p:nvSpPr>
          <p:spPr>
            <a:xfrm>
              <a:off x="6552597" y="1940950"/>
              <a:ext cx="24990" cy="17290"/>
            </a:xfrm>
            <a:custGeom>
              <a:rect b="b" l="l" r="r" t="t"/>
              <a:pathLst>
                <a:path extrusionOk="0" h="476" w="688">
                  <a:moveTo>
                    <a:pt x="659" y="1"/>
                  </a:moveTo>
                  <a:cubicBezTo>
                    <a:pt x="599" y="1"/>
                    <a:pt x="467" y="22"/>
                    <a:pt x="447" y="208"/>
                  </a:cubicBezTo>
                  <a:cubicBezTo>
                    <a:pt x="447" y="208"/>
                    <a:pt x="431" y="203"/>
                    <a:pt x="411" y="203"/>
                  </a:cubicBezTo>
                  <a:cubicBezTo>
                    <a:pt x="375" y="203"/>
                    <a:pt x="324" y="217"/>
                    <a:pt x="313" y="297"/>
                  </a:cubicBezTo>
                  <a:cubicBezTo>
                    <a:pt x="313" y="297"/>
                    <a:pt x="265" y="280"/>
                    <a:pt x="207" y="280"/>
                  </a:cubicBezTo>
                  <a:cubicBezTo>
                    <a:pt x="125" y="280"/>
                    <a:pt x="22" y="314"/>
                    <a:pt x="1" y="475"/>
                  </a:cubicBezTo>
                  <a:lnTo>
                    <a:pt x="688" y="475"/>
                  </a:lnTo>
                  <a:lnTo>
                    <a:pt x="688" y="3"/>
                  </a:lnTo>
                  <a:cubicBezTo>
                    <a:pt x="688" y="3"/>
                    <a:pt x="676" y="1"/>
                    <a:pt x="659"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194"/>
            <p:cNvSpPr/>
            <p:nvPr/>
          </p:nvSpPr>
          <p:spPr>
            <a:xfrm>
              <a:off x="6510464" y="1968809"/>
              <a:ext cx="24990" cy="17290"/>
            </a:xfrm>
            <a:custGeom>
              <a:rect b="b" l="l" r="r" t="t"/>
              <a:pathLst>
                <a:path extrusionOk="0" h="476" w="688">
                  <a:moveTo>
                    <a:pt x="659" y="1"/>
                  </a:moveTo>
                  <a:cubicBezTo>
                    <a:pt x="600" y="1"/>
                    <a:pt x="470" y="22"/>
                    <a:pt x="456" y="208"/>
                  </a:cubicBezTo>
                  <a:cubicBezTo>
                    <a:pt x="456" y="208"/>
                    <a:pt x="441" y="204"/>
                    <a:pt x="420" y="204"/>
                  </a:cubicBezTo>
                  <a:cubicBezTo>
                    <a:pt x="382" y="204"/>
                    <a:pt x="325" y="219"/>
                    <a:pt x="313" y="306"/>
                  </a:cubicBezTo>
                  <a:cubicBezTo>
                    <a:pt x="313" y="306"/>
                    <a:pt x="260" y="286"/>
                    <a:pt x="198" y="286"/>
                  </a:cubicBezTo>
                  <a:cubicBezTo>
                    <a:pt x="118" y="286"/>
                    <a:pt x="21" y="320"/>
                    <a:pt x="1" y="476"/>
                  </a:cubicBezTo>
                  <a:lnTo>
                    <a:pt x="688" y="476"/>
                  </a:lnTo>
                  <a:lnTo>
                    <a:pt x="688" y="3"/>
                  </a:lnTo>
                  <a:cubicBezTo>
                    <a:pt x="688" y="3"/>
                    <a:pt x="677" y="1"/>
                    <a:pt x="659"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194"/>
            <p:cNvSpPr/>
            <p:nvPr/>
          </p:nvSpPr>
          <p:spPr>
            <a:xfrm>
              <a:off x="6458306" y="1938408"/>
              <a:ext cx="24990" cy="17253"/>
            </a:xfrm>
            <a:custGeom>
              <a:rect b="b" l="l" r="r" t="t"/>
              <a:pathLst>
                <a:path extrusionOk="0" h="475" w="688">
                  <a:moveTo>
                    <a:pt x="668" y="0"/>
                  </a:moveTo>
                  <a:cubicBezTo>
                    <a:pt x="614" y="0"/>
                    <a:pt x="470" y="18"/>
                    <a:pt x="456" y="206"/>
                  </a:cubicBezTo>
                  <a:cubicBezTo>
                    <a:pt x="456" y="206"/>
                    <a:pt x="440" y="202"/>
                    <a:pt x="420" y="202"/>
                  </a:cubicBezTo>
                  <a:cubicBezTo>
                    <a:pt x="382" y="202"/>
                    <a:pt x="324" y="217"/>
                    <a:pt x="313" y="305"/>
                  </a:cubicBezTo>
                  <a:cubicBezTo>
                    <a:pt x="313" y="305"/>
                    <a:pt x="265" y="287"/>
                    <a:pt x="206" y="287"/>
                  </a:cubicBezTo>
                  <a:cubicBezTo>
                    <a:pt x="126" y="287"/>
                    <a:pt x="26" y="320"/>
                    <a:pt x="1" y="474"/>
                  </a:cubicBezTo>
                  <a:lnTo>
                    <a:pt x="688" y="474"/>
                  </a:lnTo>
                  <a:lnTo>
                    <a:pt x="688" y="1"/>
                  </a:lnTo>
                  <a:cubicBezTo>
                    <a:pt x="688" y="1"/>
                    <a:pt x="680" y="0"/>
                    <a:pt x="668"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194"/>
            <p:cNvSpPr/>
            <p:nvPr/>
          </p:nvSpPr>
          <p:spPr>
            <a:xfrm>
              <a:off x="6537705" y="1951411"/>
              <a:ext cx="39882" cy="31128"/>
            </a:xfrm>
            <a:custGeom>
              <a:rect b="b" l="l" r="r" t="t"/>
              <a:pathLst>
                <a:path extrusionOk="0" h="857" w="1098">
                  <a:moveTo>
                    <a:pt x="955" y="0"/>
                  </a:moveTo>
                  <a:lnTo>
                    <a:pt x="411" y="187"/>
                  </a:lnTo>
                  <a:cubicBezTo>
                    <a:pt x="411" y="187"/>
                    <a:pt x="363" y="169"/>
                    <a:pt x="302" y="169"/>
                  </a:cubicBezTo>
                  <a:cubicBezTo>
                    <a:pt x="229" y="169"/>
                    <a:pt x="138" y="195"/>
                    <a:pt x="89" y="312"/>
                  </a:cubicBezTo>
                  <a:cubicBezTo>
                    <a:pt x="0" y="535"/>
                    <a:pt x="223" y="848"/>
                    <a:pt x="250" y="848"/>
                  </a:cubicBezTo>
                  <a:cubicBezTo>
                    <a:pt x="277" y="856"/>
                    <a:pt x="553" y="856"/>
                    <a:pt x="553" y="856"/>
                  </a:cubicBezTo>
                  <a:cubicBezTo>
                    <a:pt x="553" y="856"/>
                    <a:pt x="678" y="785"/>
                    <a:pt x="839" y="678"/>
                  </a:cubicBezTo>
                  <a:cubicBezTo>
                    <a:pt x="990" y="571"/>
                    <a:pt x="1098" y="339"/>
                    <a:pt x="1098" y="339"/>
                  </a:cubicBezTo>
                  <a:lnTo>
                    <a:pt x="1071" y="9"/>
                  </a:lnTo>
                  <a:lnTo>
                    <a:pt x="95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194"/>
            <p:cNvSpPr/>
            <p:nvPr/>
          </p:nvSpPr>
          <p:spPr>
            <a:xfrm>
              <a:off x="6714626" y="1924134"/>
              <a:ext cx="41807" cy="14674"/>
            </a:xfrm>
            <a:custGeom>
              <a:rect b="b" l="l" r="r" t="t"/>
              <a:pathLst>
                <a:path extrusionOk="0" h="404" w="1151">
                  <a:moveTo>
                    <a:pt x="552" y="1"/>
                  </a:moveTo>
                  <a:cubicBezTo>
                    <a:pt x="507" y="1"/>
                    <a:pt x="398" y="17"/>
                    <a:pt x="384" y="180"/>
                  </a:cubicBezTo>
                  <a:cubicBezTo>
                    <a:pt x="384" y="180"/>
                    <a:pt x="367" y="174"/>
                    <a:pt x="346" y="174"/>
                  </a:cubicBezTo>
                  <a:cubicBezTo>
                    <a:pt x="314" y="174"/>
                    <a:pt x="273" y="187"/>
                    <a:pt x="268" y="251"/>
                  </a:cubicBezTo>
                  <a:cubicBezTo>
                    <a:pt x="268" y="251"/>
                    <a:pt x="229" y="238"/>
                    <a:pt x="181" y="238"/>
                  </a:cubicBezTo>
                  <a:cubicBezTo>
                    <a:pt x="111" y="238"/>
                    <a:pt x="21" y="266"/>
                    <a:pt x="0" y="403"/>
                  </a:cubicBezTo>
                  <a:lnTo>
                    <a:pt x="1151" y="403"/>
                  </a:lnTo>
                  <a:cubicBezTo>
                    <a:pt x="1130" y="266"/>
                    <a:pt x="1040" y="238"/>
                    <a:pt x="970" y="238"/>
                  </a:cubicBezTo>
                  <a:cubicBezTo>
                    <a:pt x="922" y="238"/>
                    <a:pt x="883" y="251"/>
                    <a:pt x="883" y="251"/>
                  </a:cubicBezTo>
                  <a:cubicBezTo>
                    <a:pt x="873" y="187"/>
                    <a:pt x="833" y="174"/>
                    <a:pt x="803" y="174"/>
                  </a:cubicBezTo>
                  <a:cubicBezTo>
                    <a:pt x="783" y="174"/>
                    <a:pt x="767" y="180"/>
                    <a:pt x="767" y="180"/>
                  </a:cubicBezTo>
                  <a:cubicBezTo>
                    <a:pt x="753" y="17"/>
                    <a:pt x="638" y="1"/>
                    <a:pt x="591" y="1"/>
                  </a:cubicBezTo>
                  <a:cubicBezTo>
                    <a:pt x="579" y="1"/>
                    <a:pt x="571" y="2"/>
                    <a:pt x="571" y="2"/>
                  </a:cubicBezTo>
                  <a:cubicBezTo>
                    <a:pt x="571" y="2"/>
                    <a:pt x="564" y="1"/>
                    <a:pt x="552"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194"/>
            <p:cNvSpPr/>
            <p:nvPr/>
          </p:nvSpPr>
          <p:spPr>
            <a:xfrm>
              <a:off x="6695812" y="1893079"/>
              <a:ext cx="32109" cy="104028"/>
            </a:xfrm>
            <a:custGeom>
              <a:rect b="b" l="l" r="r" t="t"/>
              <a:pathLst>
                <a:path extrusionOk="0" h="2864" w="884">
                  <a:moveTo>
                    <a:pt x="1" y="0"/>
                  </a:moveTo>
                  <a:lnTo>
                    <a:pt x="1" y="2864"/>
                  </a:lnTo>
                  <a:lnTo>
                    <a:pt x="884" y="2864"/>
                  </a:lnTo>
                  <a:lnTo>
                    <a:pt x="88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194"/>
            <p:cNvSpPr/>
            <p:nvPr/>
          </p:nvSpPr>
          <p:spPr>
            <a:xfrm>
              <a:off x="6727884" y="1885306"/>
              <a:ext cx="7519" cy="111801"/>
            </a:xfrm>
            <a:custGeom>
              <a:rect b="b" l="l" r="r" t="t"/>
              <a:pathLst>
                <a:path extrusionOk="0" h="3078" w="207">
                  <a:moveTo>
                    <a:pt x="206" y="0"/>
                  </a:moveTo>
                  <a:lnTo>
                    <a:pt x="1" y="214"/>
                  </a:lnTo>
                  <a:lnTo>
                    <a:pt x="1" y="3078"/>
                  </a:lnTo>
                  <a:lnTo>
                    <a:pt x="206" y="3078"/>
                  </a:lnTo>
                  <a:lnTo>
                    <a:pt x="206"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194"/>
            <p:cNvSpPr/>
            <p:nvPr/>
          </p:nvSpPr>
          <p:spPr>
            <a:xfrm>
              <a:off x="6701006" y="1898236"/>
              <a:ext cx="3923" cy="7192"/>
            </a:xfrm>
            <a:custGeom>
              <a:rect b="b" l="l" r="r" t="t"/>
              <a:pathLst>
                <a:path extrusionOk="0" h="198" w="108">
                  <a:moveTo>
                    <a:pt x="0" y="1"/>
                  </a:moveTo>
                  <a:lnTo>
                    <a:pt x="0"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194"/>
            <p:cNvSpPr/>
            <p:nvPr/>
          </p:nvSpPr>
          <p:spPr>
            <a:xfrm>
              <a:off x="6710086" y="1911530"/>
              <a:ext cx="3923" cy="7192"/>
            </a:xfrm>
            <a:custGeom>
              <a:rect b="b" l="l" r="r" t="t"/>
              <a:pathLst>
                <a:path extrusionOk="0" h="198"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194"/>
            <p:cNvSpPr/>
            <p:nvPr/>
          </p:nvSpPr>
          <p:spPr>
            <a:xfrm>
              <a:off x="6718513" y="1900198"/>
              <a:ext cx="3923" cy="7156"/>
            </a:xfrm>
            <a:custGeom>
              <a:rect b="b" l="l" r="r" t="t"/>
              <a:pathLst>
                <a:path extrusionOk="0" h="197"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194"/>
            <p:cNvSpPr/>
            <p:nvPr/>
          </p:nvSpPr>
          <p:spPr>
            <a:xfrm>
              <a:off x="6700025" y="1919303"/>
              <a:ext cx="3923" cy="7192"/>
            </a:xfrm>
            <a:custGeom>
              <a:rect b="b" l="l" r="r" t="t"/>
              <a:pathLst>
                <a:path extrusionOk="0" h="198"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194"/>
            <p:cNvSpPr/>
            <p:nvPr/>
          </p:nvSpPr>
          <p:spPr>
            <a:xfrm>
              <a:off x="6720438" y="1923516"/>
              <a:ext cx="3923" cy="7192"/>
            </a:xfrm>
            <a:custGeom>
              <a:rect b="b" l="l" r="r" t="t"/>
              <a:pathLst>
                <a:path extrusionOk="0" h="198"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194"/>
            <p:cNvSpPr/>
            <p:nvPr/>
          </p:nvSpPr>
          <p:spPr>
            <a:xfrm>
              <a:off x="6709432" y="1932923"/>
              <a:ext cx="3923" cy="7156"/>
            </a:xfrm>
            <a:custGeom>
              <a:rect b="b" l="l" r="r" t="t"/>
              <a:pathLst>
                <a:path extrusionOk="0" h="197"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194"/>
            <p:cNvSpPr/>
            <p:nvPr/>
          </p:nvSpPr>
          <p:spPr>
            <a:xfrm>
              <a:off x="6699371" y="1944909"/>
              <a:ext cx="3923" cy="7156"/>
            </a:xfrm>
            <a:custGeom>
              <a:rect b="b" l="l" r="r" t="t"/>
              <a:pathLst>
                <a:path extrusionOk="0" h="197"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194"/>
            <p:cNvSpPr/>
            <p:nvPr/>
          </p:nvSpPr>
          <p:spPr>
            <a:xfrm>
              <a:off x="6702931" y="1963070"/>
              <a:ext cx="3959" cy="7156"/>
            </a:xfrm>
            <a:custGeom>
              <a:rect b="b" l="l" r="r" t="t"/>
              <a:pathLst>
                <a:path extrusionOk="0" h="197" w="109">
                  <a:moveTo>
                    <a:pt x="1" y="0"/>
                  </a:moveTo>
                  <a:lnTo>
                    <a:pt x="1" y="196"/>
                  </a:lnTo>
                  <a:lnTo>
                    <a:pt x="108" y="196"/>
                  </a:lnTo>
                  <a:lnTo>
                    <a:pt x="10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194"/>
            <p:cNvSpPr/>
            <p:nvPr/>
          </p:nvSpPr>
          <p:spPr>
            <a:xfrm>
              <a:off x="6695812" y="1885306"/>
              <a:ext cx="39592" cy="7809"/>
            </a:xfrm>
            <a:custGeom>
              <a:rect b="b" l="l" r="r" t="t"/>
              <a:pathLst>
                <a:path extrusionOk="0" h="215" w="1090">
                  <a:moveTo>
                    <a:pt x="215" y="0"/>
                  </a:moveTo>
                  <a:lnTo>
                    <a:pt x="1" y="214"/>
                  </a:lnTo>
                  <a:lnTo>
                    <a:pt x="884" y="214"/>
                  </a:lnTo>
                  <a:lnTo>
                    <a:pt x="10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194"/>
            <p:cNvSpPr/>
            <p:nvPr/>
          </p:nvSpPr>
          <p:spPr>
            <a:xfrm>
              <a:off x="6634901" y="1859373"/>
              <a:ext cx="15909" cy="139696"/>
            </a:xfrm>
            <a:custGeom>
              <a:rect b="b" l="l" r="r" t="t"/>
              <a:pathLst>
                <a:path extrusionOk="0" h="3846" w="438">
                  <a:moveTo>
                    <a:pt x="438" y="0"/>
                  </a:moveTo>
                  <a:cubicBezTo>
                    <a:pt x="438" y="0"/>
                    <a:pt x="384" y="63"/>
                    <a:pt x="393" y="143"/>
                  </a:cubicBezTo>
                  <a:cubicBezTo>
                    <a:pt x="402" y="215"/>
                    <a:pt x="322" y="250"/>
                    <a:pt x="357" y="313"/>
                  </a:cubicBezTo>
                  <a:cubicBezTo>
                    <a:pt x="384" y="384"/>
                    <a:pt x="286" y="402"/>
                    <a:pt x="331" y="491"/>
                  </a:cubicBezTo>
                  <a:cubicBezTo>
                    <a:pt x="375" y="571"/>
                    <a:pt x="268" y="670"/>
                    <a:pt x="304" y="759"/>
                  </a:cubicBezTo>
                  <a:cubicBezTo>
                    <a:pt x="348" y="857"/>
                    <a:pt x="259" y="893"/>
                    <a:pt x="295" y="973"/>
                  </a:cubicBezTo>
                  <a:cubicBezTo>
                    <a:pt x="340" y="1053"/>
                    <a:pt x="206" y="1142"/>
                    <a:pt x="268" y="1276"/>
                  </a:cubicBezTo>
                  <a:cubicBezTo>
                    <a:pt x="340" y="1401"/>
                    <a:pt x="206" y="1472"/>
                    <a:pt x="250" y="1562"/>
                  </a:cubicBezTo>
                  <a:cubicBezTo>
                    <a:pt x="295" y="1660"/>
                    <a:pt x="134" y="1767"/>
                    <a:pt x="206" y="1865"/>
                  </a:cubicBezTo>
                  <a:cubicBezTo>
                    <a:pt x="277" y="1972"/>
                    <a:pt x="143" y="2061"/>
                    <a:pt x="188" y="2142"/>
                  </a:cubicBezTo>
                  <a:cubicBezTo>
                    <a:pt x="233" y="2222"/>
                    <a:pt x="108" y="2338"/>
                    <a:pt x="179" y="2427"/>
                  </a:cubicBezTo>
                  <a:cubicBezTo>
                    <a:pt x="241" y="2516"/>
                    <a:pt x="90" y="2623"/>
                    <a:pt x="134" y="2739"/>
                  </a:cubicBezTo>
                  <a:cubicBezTo>
                    <a:pt x="188" y="2864"/>
                    <a:pt x="63" y="2998"/>
                    <a:pt x="125" y="3105"/>
                  </a:cubicBezTo>
                  <a:cubicBezTo>
                    <a:pt x="188" y="3212"/>
                    <a:pt x="36" y="3239"/>
                    <a:pt x="108" y="3355"/>
                  </a:cubicBezTo>
                  <a:cubicBezTo>
                    <a:pt x="179" y="3480"/>
                    <a:pt x="1" y="3631"/>
                    <a:pt x="1" y="3845"/>
                  </a:cubicBezTo>
                  <a:lnTo>
                    <a:pt x="438" y="3845"/>
                  </a:lnTo>
                  <a:lnTo>
                    <a:pt x="4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194"/>
            <p:cNvSpPr/>
            <p:nvPr/>
          </p:nvSpPr>
          <p:spPr>
            <a:xfrm>
              <a:off x="6650773" y="1859373"/>
              <a:ext cx="15909" cy="139696"/>
            </a:xfrm>
            <a:custGeom>
              <a:rect b="b" l="l" r="r" t="t"/>
              <a:pathLst>
                <a:path extrusionOk="0" h="3846" w="438">
                  <a:moveTo>
                    <a:pt x="1" y="0"/>
                  </a:moveTo>
                  <a:lnTo>
                    <a:pt x="1" y="3845"/>
                  </a:lnTo>
                  <a:lnTo>
                    <a:pt x="438" y="3845"/>
                  </a:lnTo>
                  <a:cubicBezTo>
                    <a:pt x="438" y="3631"/>
                    <a:pt x="259" y="3480"/>
                    <a:pt x="331" y="3355"/>
                  </a:cubicBezTo>
                  <a:cubicBezTo>
                    <a:pt x="402" y="3239"/>
                    <a:pt x="250" y="3212"/>
                    <a:pt x="313" y="3105"/>
                  </a:cubicBezTo>
                  <a:cubicBezTo>
                    <a:pt x="375" y="2998"/>
                    <a:pt x="250" y="2864"/>
                    <a:pt x="304" y="2739"/>
                  </a:cubicBezTo>
                  <a:cubicBezTo>
                    <a:pt x="358" y="2623"/>
                    <a:pt x="197" y="2516"/>
                    <a:pt x="268" y="2427"/>
                  </a:cubicBezTo>
                  <a:cubicBezTo>
                    <a:pt x="331" y="2338"/>
                    <a:pt x="206" y="2222"/>
                    <a:pt x="250" y="2142"/>
                  </a:cubicBezTo>
                  <a:cubicBezTo>
                    <a:pt x="295" y="2061"/>
                    <a:pt x="170" y="1972"/>
                    <a:pt x="233" y="1865"/>
                  </a:cubicBezTo>
                  <a:cubicBezTo>
                    <a:pt x="304" y="1767"/>
                    <a:pt x="152" y="1660"/>
                    <a:pt x="188" y="1562"/>
                  </a:cubicBezTo>
                  <a:cubicBezTo>
                    <a:pt x="233" y="1472"/>
                    <a:pt x="108" y="1401"/>
                    <a:pt x="170" y="1276"/>
                  </a:cubicBezTo>
                  <a:cubicBezTo>
                    <a:pt x="242" y="1142"/>
                    <a:pt x="99" y="1053"/>
                    <a:pt x="143" y="973"/>
                  </a:cubicBezTo>
                  <a:cubicBezTo>
                    <a:pt x="188" y="893"/>
                    <a:pt x="90" y="857"/>
                    <a:pt x="135" y="759"/>
                  </a:cubicBezTo>
                  <a:cubicBezTo>
                    <a:pt x="179" y="670"/>
                    <a:pt x="63" y="571"/>
                    <a:pt x="108" y="491"/>
                  </a:cubicBezTo>
                  <a:cubicBezTo>
                    <a:pt x="161" y="402"/>
                    <a:pt x="54" y="384"/>
                    <a:pt x="90" y="313"/>
                  </a:cubicBezTo>
                  <a:cubicBezTo>
                    <a:pt x="117" y="250"/>
                    <a:pt x="45" y="215"/>
                    <a:pt x="54" y="143"/>
                  </a:cubicBezTo>
                  <a:cubicBezTo>
                    <a:pt x="63" y="63"/>
                    <a:pt x="1" y="0"/>
                    <a:pt x="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194"/>
            <p:cNvSpPr/>
            <p:nvPr/>
          </p:nvSpPr>
          <p:spPr>
            <a:xfrm>
              <a:off x="6474179" y="1859373"/>
              <a:ext cx="15909" cy="139696"/>
            </a:xfrm>
            <a:custGeom>
              <a:rect b="b" l="l" r="r" t="t"/>
              <a:pathLst>
                <a:path extrusionOk="0" h="3846" w="438">
                  <a:moveTo>
                    <a:pt x="438" y="0"/>
                  </a:moveTo>
                  <a:cubicBezTo>
                    <a:pt x="438" y="0"/>
                    <a:pt x="375" y="63"/>
                    <a:pt x="384" y="143"/>
                  </a:cubicBezTo>
                  <a:cubicBezTo>
                    <a:pt x="393" y="215"/>
                    <a:pt x="322" y="250"/>
                    <a:pt x="349" y="313"/>
                  </a:cubicBezTo>
                  <a:cubicBezTo>
                    <a:pt x="384" y="384"/>
                    <a:pt x="277" y="402"/>
                    <a:pt x="331" y="491"/>
                  </a:cubicBezTo>
                  <a:cubicBezTo>
                    <a:pt x="375" y="571"/>
                    <a:pt x="259" y="670"/>
                    <a:pt x="304" y="759"/>
                  </a:cubicBezTo>
                  <a:cubicBezTo>
                    <a:pt x="349" y="857"/>
                    <a:pt x="251" y="893"/>
                    <a:pt x="295" y="973"/>
                  </a:cubicBezTo>
                  <a:cubicBezTo>
                    <a:pt x="340" y="1053"/>
                    <a:pt x="197" y="1142"/>
                    <a:pt x="268" y="1276"/>
                  </a:cubicBezTo>
                  <a:cubicBezTo>
                    <a:pt x="331" y="1401"/>
                    <a:pt x="206" y="1472"/>
                    <a:pt x="251" y="1562"/>
                  </a:cubicBezTo>
                  <a:cubicBezTo>
                    <a:pt x="286" y="1660"/>
                    <a:pt x="135" y="1767"/>
                    <a:pt x="206" y="1865"/>
                  </a:cubicBezTo>
                  <a:cubicBezTo>
                    <a:pt x="268" y="1972"/>
                    <a:pt x="143" y="2061"/>
                    <a:pt x="188" y="2142"/>
                  </a:cubicBezTo>
                  <a:cubicBezTo>
                    <a:pt x="233" y="2222"/>
                    <a:pt x="108" y="2338"/>
                    <a:pt x="170" y="2427"/>
                  </a:cubicBezTo>
                  <a:cubicBezTo>
                    <a:pt x="242" y="2516"/>
                    <a:pt x="81" y="2623"/>
                    <a:pt x="135" y="2739"/>
                  </a:cubicBezTo>
                  <a:cubicBezTo>
                    <a:pt x="188" y="2864"/>
                    <a:pt x="63" y="2998"/>
                    <a:pt x="126" y="3105"/>
                  </a:cubicBezTo>
                  <a:cubicBezTo>
                    <a:pt x="188" y="3212"/>
                    <a:pt x="36" y="3239"/>
                    <a:pt x="108" y="3355"/>
                  </a:cubicBezTo>
                  <a:cubicBezTo>
                    <a:pt x="179" y="3480"/>
                    <a:pt x="1" y="3631"/>
                    <a:pt x="1" y="3845"/>
                  </a:cubicBezTo>
                  <a:lnTo>
                    <a:pt x="438" y="3845"/>
                  </a:lnTo>
                  <a:lnTo>
                    <a:pt x="4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194"/>
            <p:cNvSpPr/>
            <p:nvPr/>
          </p:nvSpPr>
          <p:spPr>
            <a:xfrm>
              <a:off x="6490051" y="1859373"/>
              <a:ext cx="15909" cy="139696"/>
            </a:xfrm>
            <a:custGeom>
              <a:rect b="b" l="l" r="r" t="t"/>
              <a:pathLst>
                <a:path extrusionOk="0" h="3846" w="438">
                  <a:moveTo>
                    <a:pt x="1" y="0"/>
                  </a:moveTo>
                  <a:lnTo>
                    <a:pt x="1" y="3845"/>
                  </a:lnTo>
                  <a:lnTo>
                    <a:pt x="438" y="3845"/>
                  </a:lnTo>
                  <a:cubicBezTo>
                    <a:pt x="438" y="3631"/>
                    <a:pt x="260" y="3480"/>
                    <a:pt x="331" y="3355"/>
                  </a:cubicBezTo>
                  <a:cubicBezTo>
                    <a:pt x="402" y="3239"/>
                    <a:pt x="251" y="3212"/>
                    <a:pt x="313" y="3105"/>
                  </a:cubicBezTo>
                  <a:cubicBezTo>
                    <a:pt x="376" y="2998"/>
                    <a:pt x="251" y="2864"/>
                    <a:pt x="304" y="2739"/>
                  </a:cubicBezTo>
                  <a:cubicBezTo>
                    <a:pt x="358" y="2623"/>
                    <a:pt x="197" y="2516"/>
                    <a:pt x="260" y="2427"/>
                  </a:cubicBezTo>
                  <a:cubicBezTo>
                    <a:pt x="331" y="2338"/>
                    <a:pt x="206" y="2222"/>
                    <a:pt x="251" y="2142"/>
                  </a:cubicBezTo>
                  <a:cubicBezTo>
                    <a:pt x="295" y="2061"/>
                    <a:pt x="161" y="1972"/>
                    <a:pt x="233" y="1865"/>
                  </a:cubicBezTo>
                  <a:cubicBezTo>
                    <a:pt x="304" y="1767"/>
                    <a:pt x="144" y="1660"/>
                    <a:pt x="188" y="1562"/>
                  </a:cubicBezTo>
                  <a:cubicBezTo>
                    <a:pt x="233" y="1472"/>
                    <a:pt x="99" y="1401"/>
                    <a:pt x="170" y="1276"/>
                  </a:cubicBezTo>
                  <a:cubicBezTo>
                    <a:pt x="233" y="1142"/>
                    <a:pt x="99" y="1053"/>
                    <a:pt x="144" y="973"/>
                  </a:cubicBezTo>
                  <a:cubicBezTo>
                    <a:pt x="179" y="893"/>
                    <a:pt x="90" y="857"/>
                    <a:pt x="135" y="759"/>
                  </a:cubicBezTo>
                  <a:cubicBezTo>
                    <a:pt x="170" y="670"/>
                    <a:pt x="63" y="571"/>
                    <a:pt x="108" y="491"/>
                  </a:cubicBezTo>
                  <a:cubicBezTo>
                    <a:pt x="153" y="402"/>
                    <a:pt x="54" y="384"/>
                    <a:pt x="81" y="313"/>
                  </a:cubicBezTo>
                  <a:cubicBezTo>
                    <a:pt x="117" y="250"/>
                    <a:pt x="37" y="215"/>
                    <a:pt x="45" y="143"/>
                  </a:cubicBezTo>
                  <a:cubicBezTo>
                    <a:pt x="54" y="63"/>
                    <a:pt x="1" y="0"/>
                    <a:pt x="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194"/>
            <p:cNvSpPr/>
            <p:nvPr/>
          </p:nvSpPr>
          <p:spPr>
            <a:xfrm>
              <a:off x="6654987" y="1902450"/>
              <a:ext cx="12677" cy="111510"/>
            </a:xfrm>
            <a:custGeom>
              <a:rect b="b" l="l" r="r" t="t"/>
              <a:pathLst>
                <a:path extrusionOk="0" h="3070" w="349">
                  <a:moveTo>
                    <a:pt x="349" y="1"/>
                  </a:moveTo>
                  <a:cubicBezTo>
                    <a:pt x="349" y="1"/>
                    <a:pt x="304" y="54"/>
                    <a:pt x="313" y="117"/>
                  </a:cubicBezTo>
                  <a:cubicBezTo>
                    <a:pt x="322" y="179"/>
                    <a:pt x="259" y="206"/>
                    <a:pt x="277" y="251"/>
                  </a:cubicBezTo>
                  <a:cubicBezTo>
                    <a:pt x="304" y="304"/>
                    <a:pt x="224" y="331"/>
                    <a:pt x="259" y="393"/>
                  </a:cubicBezTo>
                  <a:cubicBezTo>
                    <a:pt x="295" y="456"/>
                    <a:pt x="206" y="536"/>
                    <a:pt x="242" y="608"/>
                  </a:cubicBezTo>
                  <a:cubicBezTo>
                    <a:pt x="277" y="688"/>
                    <a:pt x="206" y="715"/>
                    <a:pt x="233" y="777"/>
                  </a:cubicBezTo>
                  <a:cubicBezTo>
                    <a:pt x="268" y="848"/>
                    <a:pt x="161" y="911"/>
                    <a:pt x="215" y="1018"/>
                  </a:cubicBezTo>
                  <a:cubicBezTo>
                    <a:pt x="268" y="1125"/>
                    <a:pt x="161" y="1179"/>
                    <a:pt x="197" y="1250"/>
                  </a:cubicBezTo>
                  <a:cubicBezTo>
                    <a:pt x="233" y="1321"/>
                    <a:pt x="108" y="1410"/>
                    <a:pt x="161" y="1491"/>
                  </a:cubicBezTo>
                  <a:cubicBezTo>
                    <a:pt x="215" y="1580"/>
                    <a:pt x="117" y="1651"/>
                    <a:pt x="143" y="1714"/>
                  </a:cubicBezTo>
                  <a:cubicBezTo>
                    <a:pt x="179" y="1776"/>
                    <a:pt x="90" y="1865"/>
                    <a:pt x="143" y="1937"/>
                  </a:cubicBezTo>
                  <a:cubicBezTo>
                    <a:pt x="197" y="2008"/>
                    <a:pt x="63" y="2097"/>
                    <a:pt x="108" y="2187"/>
                  </a:cubicBezTo>
                  <a:cubicBezTo>
                    <a:pt x="152" y="2285"/>
                    <a:pt x="45" y="2392"/>
                    <a:pt x="99" y="2481"/>
                  </a:cubicBezTo>
                  <a:cubicBezTo>
                    <a:pt x="152" y="2561"/>
                    <a:pt x="27" y="2588"/>
                    <a:pt x="90" y="2686"/>
                  </a:cubicBezTo>
                  <a:cubicBezTo>
                    <a:pt x="143" y="2775"/>
                    <a:pt x="1" y="2900"/>
                    <a:pt x="1" y="3070"/>
                  </a:cubicBezTo>
                  <a:lnTo>
                    <a:pt x="349" y="3070"/>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194"/>
            <p:cNvSpPr/>
            <p:nvPr/>
          </p:nvSpPr>
          <p:spPr>
            <a:xfrm>
              <a:off x="6667626" y="1902450"/>
              <a:ext cx="12677" cy="111510"/>
            </a:xfrm>
            <a:custGeom>
              <a:rect b="b" l="l" r="r" t="t"/>
              <a:pathLst>
                <a:path extrusionOk="0" h="3070" w="349">
                  <a:moveTo>
                    <a:pt x="1" y="1"/>
                  </a:moveTo>
                  <a:lnTo>
                    <a:pt x="1" y="3070"/>
                  </a:lnTo>
                  <a:lnTo>
                    <a:pt x="349" y="3070"/>
                  </a:lnTo>
                  <a:cubicBezTo>
                    <a:pt x="349" y="2900"/>
                    <a:pt x="206" y="2775"/>
                    <a:pt x="268" y="2686"/>
                  </a:cubicBezTo>
                  <a:cubicBezTo>
                    <a:pt x="322" y="2588"/>
                    <a:pt x="197" y="2561"/>
                    <a:pt x="250" y="2481"/>
                  </a:cubicBezTo>
                  <a:cubicBezTo>
                    <a:pt x="304" y="2392"/>
                    <a:pt x="197" y="2285"/>
                    <a:pt x="241" y="2187"/>
                  </a:cubicBezTo>
                  <a:cubicBezTo>
                    <a:pt x="286" y="2097"/>
                    <a:pt x="161" y="2008"/>
                    <a:pt x="206" y="1937"/>
                  </a:cubicBezTo>
                  <a:cubicBezTo>
                    <a:pt x="259" y="1865"/>
                    <a:pt x="170" y="1776"/>
                    <a:pt x="206" y="1714"/>
                  </a:cubicBezTo>
                  <a:cubicBezTo>
                    <a:pt x="241" y="1651"/>
                    <a:pt x="134" y="1580"/>
                    <a:pt x="188" y="1491"/>
                  </a:cubicBezTo>
                  <a:cubicBezTo>
                    <a:pt x="241" y="1410"/>
                    <a:pt x="117" y="1321"/>
                    <a:pt x="152" y="1250"/>
                  </a:cubicBezTo>
                  <a:cubicBezTo>
                    <a:pt x="188" y="1179"/>
                    <a:pt x="81" y="1125"/>
                    <a:pt x="134" y="1018"/>
                  </a:cubicBezTo>
                  <a:cubicBezTo>
                    <a:pt x="188" y="911"/>
                    <a:pt x="81" y="848"/>
                    <a:pt x="117" y="777"/>
                  </a:cubicBezTo>
                  <a:cubicBezTo>
                    <a:pt x="152" y="715"/>
                    <a:pt x="72" y="688"/>
                    <a:pt x="108" y="608"/>
                  </a:cubicBezTo>
                  <a:cubicBezTo>
                    <a:pt x="143" y="536"/>
                    <a:pt x="54" y="456"/>
                    <a:pt x="90" y="393"/>
                  </a:cubicBezTo>
                  <a:cubicBezTo>
                    <a:pt x="125" y="331"/>
                    <a:pt x="45" y="304"/>
                    <a:pt x="72" y="251"/>
                  </a:cubicBezTo>
                  <a:cubicBezTo>
                    <a:pt x="90" y="206"/>
                    <a:pt x="36" y="179"/>
                    <a:pt x="36" y="117"/>
                  </a:cubicBezTo>
                  <a:cubicBezTo>
                    <a:pt x="45" y="54"/>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194"/>
            <p:cNvSpPr/>
            <p:nvPr/>
          </p:nvSpPr>
          <p:spPr>
            <a:xfrm>
              <a:off x="6389296" y="1882037"/>
              <a:ext cx="12677" cy="111183"/>
            </a:xfrm>
            <a:custGeom>
              <a:rect b="b" l="l" r="r" t="t"/>
              <a:pathLst>
                <a:path extrusionOk="0" h="3061" w="349">
                  <a:moveTo>
                    <a:pt x="348" y="1"/>
                  </a:moveTo>
                  <a:cubicBezTo>
                    <a:pt x="348" y="1"/>
                    <a:pt x="304" y="46"/>
                    <a:pt x="304" y="108"/>
                  </a:cubicBezTo>
                  <a:cubicBezTo>
                    <a:pt x="313" y="170"/>
                    <a:pt x="250" y="197"/>
                    <a:pt x="277" y="251"/>
                  </a:cubicBezTo>
                  <a:cubicBezTo>
                    <a:pt x="304" y="304"/>
                    <a:pt x="223" y="322"/>
                    <a:pt x="259" y="385"/>
                  </a:cubicBezTo>
                  <a:cubicBezTo>
                    <a:pt x="295" y="456"/>
                    <a:pt x="206" y="527"/>
                    <a:pt x="241" y="608"/>
                  </a:cubicBezTo>
                  <a:cubicBezTo>
                    <a:pt x="277" y="679"/>
                    <a:pt x="197" y="715"/>
                    <a:pt x="232" y="777"/>
                  </a:cubicBezTo>
                  <a:cubicBezTo>
                    <a:pt x="268" y="840"/>
                    <a:pt x="161" y="911"/>
                    <a:pt x="215" y="1009"/>
                  </a:cubicBezTo>
                  <a:cubicBezTo>
                    <a:pt x="268" y="1116"/>
                    <a:pt x="161" y="1170"/>
                    <a:pt x="197" y="1241"/>
                  </a:cubicBezTo>
                  <a:cubicBezTo>
                    <a:pt x="232" y="1321"/>
                    <a:pt x="99" y="1402"/>
                    <a:pt x="161" y="1491"/>
                  </a:cubicBezTo>
                  <a:cubicBezTo>
                    <a:pt x="215" y="1571"/>
                    <a:pt x="107" y="1642"/>
                    <a:pt x="143" y="1705"/>
                  </a:cubicBezTo>
                  <a:cubicBezTo>
                    <a:pt x="179" y="1776"/>
                    <a:pt x="81" y="1865"/>
                    <a:pt x="134" y="1937"/>
                  </a:cubicBezTo>
                  <a:cubicBezTo>
                    <a:pt x="188" y="2008"/>
                    <a:pt x="63" y="2088"/>
                    <a:pt x="107" y="2187"/>
                  </a:cubicBezTo>
                  <a:cubicBezTo>
                    <a:pt x="143" y="2285"/>
                    <a:pt x="45" y="2392"/>
                    <a:pt x="99" y="2472"/>
                  </a:cubicBezTo>
                  <a:cubicBezTo>
                    <a:pt x="143" y="2561"/>
                    <a:pt x="27" y="2579"/>
                    <a:pt x="81" y="2677"/>
                  </a:cubicBezTo>
                  <a:cubicBezTo>
                    <a:pt x="134" y="2766"/>
                    <a:pt x="0" y="2891"/>
                    <a:pt x="0" y="3061"/>
                  </a:cubicBezTo>
                  <a:lnTo>
                    <a:pt x="348" y="3061"/>
                  </a:lnTo>
                  <a:lnTo>
                    <a:pt x="3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194"/>
            <p:cNvSpPr/>
            <p:nvPr/>
          </p:nvSpPr>
          <p:spPr>
            <a:xfrm>
              <a:off x="6401936" y="1882037"/>
              <a:ext cx="12677" cy="111183"/>
            </a:xfrm>
            <a:custGeom>
              <a:rect b="b" l="l" r="r" t="t"/>
              <a:pathLst>
                <a:path extrusionOk="0" h="3061" w="349">
                  <a:moveTo>
                    <a:pt x="0" y="1"/>
                  </a:moveTo>
                  <a:lnTo>
                    <a:pt x="0" y="3061"/>
                  </a:lnTo>
                  <a:lnTo>
                    <a:pt x="348" y="3061"/>
                  </a:lnTo>
                  <a:cubicBezTo>
                    <a:pt x="348" y="2891"/>
                    <a:pt x="206" y="2766"/>
                    <a:pt x="259" y="2677"/>
                  </a:cubicBezTo>
                  <a:cubicBezTo>
                    <a:pt x="313" y="2579"/>
                    <a:pt x="197" y="2561"/>
                    <a:pt x="250" y="2472"/>
                  </a:cubicBezTo>
                  <a:cubicBezTo>
                    <a:pt x="295" y="2392"/>
                    <a:pt x="197" y="2285"/>
                    <a:pt x="241" y="2187"/>
                  </a:cubicBezTo>
                  <a:cubicBezTo>
                    <a:pt x="277" y="2088"/>
                    <a:pt x="152" y="2008"/>
                    <a:pt x="206" y="1937"/>
                  </a:cubicBezTo>
                  <a:cubicBezTo>
                    <a:pt x="259" y="1865"/>
                    <a:pt x="161" y="1776"/>
                    <a:pt x="197" y="1705"/>
                  </a:cubicBezTo>
                  <a:cubicBezTo>
                    <a:pt x="232" y="1642"/>
                    <a:pt x="125" y="1571"/>
                    <a:pt x="188" y="1491"/>
                  </a:cubicBezTo>
                  <a:cubicBezTo>
                    <a:pt x="241" y="1402"/>
                    <a:pt x="116" y="1321"/>
                    <a:pt x="152" y="1241"/>
                  </a:cubicBezTo>
                  <a:cubicBezTo>
                    <a:pt x="179" y="1170"/>
                    <a:pt x="81" y="1116"/>
                    <a:pt x="134" y="1009"/>
                  </a:cubicBezTo>
                  <a:cubicBezTo>
                    <a:pt x="188" y="911"/>
                    <a:pt x="81" y="840"/>
                    <a:pt x="107" y="777"/>
                  </a:cubicBezTo>
                  <a:cubicBezTo>
                    <a:pt x="143" y="715"/>
                    <a:pt x="72" y="679"/>
                    <a:pt x="107" y="608"/>
                  </a:cubicBezTo>
                  <a:cubicBezTo>
                    <a:pt x="134" y="527"/>
                    <a:pt x="45" y="456"/>
                    <a:pt x="81" y="385"/>
                  </a:cubicBezTo>
                  <a:cubicBezTo>
                    <a:pt x="125" y="322"/>
                    <a:pt x="45" y="304"/>
                    <a:pt x="63" y="251"/>
                  </a:cubicBezTo>
                  <a:cubicBezTo>
                    <a:pt x="90" y="197"/>
                    <a:pt x="27" y="170"/>
                    <a:pt x="36" y="108"/>
                  </a:cubicBezTo>
                  <a:cubicBezTo>
                    <a:pt x="45" y="46"/>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194"/>
            <p:cNvSpPr/>
            <p:nvPr/>
          </p:nvSpPr>
          <p:spPr>
            <a:xfrm>
              <a:off x="6528951" y="1902450"/>
              <a:ext cx="12677" cy="111510"/>
            </a:xfrm>
            <a:custGeom>
              <a:rect b="b" l="l" r="r" t="t"/>
              <a:pathLst>
                <a:path extrusionOk="0" h="3070" w="349">
                  <a:moveTo>
                    <a:pt x="348" y="1"/>
                  </a:moveTo>
                  <a:cubicBezTo>
                    <a:pt x="348" y="1"/>
                    <a:pt x="304" y="46"/>
                    <a:pt x="313" y="117"/>
                  </a:cubicBezTo>
                  <a:cubicBezTo>
                    <a:pt x="322" y="179"/>
                    <a:pt x="259" y="206"/>
                    <a:pt x="286" y="251"/>
                  </a:cubicBezTo>
                  <a:cubicBezTo>
                    <a:pt x="304" y="304"/>
                    <a:pt x="223" y="322"/>
                    <a:pt x="259" y="393"/>
                  </a:cubicBezTo>
                  <a:cubicBezTo>
                    <a:pt x="304" y="456"/>
                    <a:pt x="214" y="536"/>
                    <a:pt x="241" y="608"/>
                  </a:cubicBezTo>
                  <a:cubicBezTo>
                    <a:pt x="277" y="688"/>
                    <a:pt x="206" y="715"/>
                    <a:pt x="232" y="777"/>
                  </a:cubicBezTo>
                  <a:cubicBezTo>
                    <a:pt x="268" y="840"/>
                    <a:pt x="161" y="911"/>
                    <a:pt x="214" y="1018"/>
                  </a:cubicBezTo>
                  <a:cubicBezTo>
                    <a:pt x="268" y="1125"/>
                    <a:pt x="170" y="1179"/>
                    <a:pt x="197" y="1250"/>
                  </a:cubicBezTo>
                  <a:cubicBezTo>
                    <a:pt x="232" y="1321"/>
                    <a:pt x="107" y="1410"/>
                    <a:pt x="161" y="1491"/>
                  </a:cubicBezTo>
                  <a:cubicBezTo>
                    <a:pt x="214" y="1580"/>
                    <a:pt x="116" y="1651"/>
                    <a:pt x="152" y="1714"/>
                  </a:cubicBezTo>
                  <a:cubicBezTo>
                    <a:pt x="188" y="1776"/>
                    <a:pt x="90" y="1865"/>
                    <a:pt x="143" y="1937"/>
                  </a:cubicBezTo>
                  <a:cubicBezTo>
                    <a:pt x="197" y="2008"/>
                    <a:pt x="72" y="2088"/>
                    <a:pt x="107" y="2187"/>
                  </a:cubicBezTo>
                  <a:cubicBezTo>
                    <a:pt x="152" y="2285"/>
                    <a:pt x="54" y="2392"/>
                    <a:pt x="99" y="2481"/>
                  </a:cubicBezTo>
                  <a:cubicBezTo>
                    <a:pt x="152" y="2561"/>
                    <a:pt x="27" y="2588"/>
                    <a:pt x="90" y="2677"/>
                  </a:cubicBezTo>
                  <a:cubicBezTo>
                    <a:pt x="143" y="2775"/>
                    <a:pt x="0" y="2891"/>
                    <a:pt x="0" y="3070"/>
                  </a:cubicBezTo>
                  <a:lnTo>
                    <a:pt x="348" y="3070"/>
                  </a:lnTo>
                  <a:lnTo>
                    <a:pt x="3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194"/>
            <p:cNvSpPr/>
            <p:nvPr/>
          </p:nvSpPr>
          <p:spPr>
            <a:xfrm>
              <a:off x="6541591" y="1902450"/>
              <a:ext cx="12677" cy="111510"/>
            </a:xfrm>
            <a:custGeom>
              <a:rect b="b" l="l" r="r" t="t"/>
              <a:pathLst>
                <a:path extrusionOk="0" h="3070" w="349">
                  <a:moveTo>
                    <a:pt x="0" y="1"/>
                  </a:moveTo>
                  <a:lnTo>
                    <a:pt x="0" y="3070"/>
                  </a:lnTo>
                  <a:lnTo>
                    <a:pt x="348" y="3070"/>
                  </a:lnTo>
                  <a:cubicBezTo>
                    <a:pt x="348" y="2891"/>
                    <a:pt x="214" y="2775"/>
                    <a:pt x="268" y="2677"/>
                  </a:cubicBezTo>
                  <a:cubicBezTo>
                    <a:pt x="321" y="2588"/>
                    <a:pt x="197" y="2561"/>
                    <a:pt x="250" y="2481"/>
                  </a:cubicBezTo>
                  <a:cubicBezTo>
                    <a:pt x="304" y="2392"/>
                    <a:pt x="197" y="2285"/>
                    <a:pt x="241" y="2187"/>
                  </a:cubicBezTo>
                  <a:cubicBezTo>
                    <a:pt x="286" y="2088"/>
                    <a:pt x="161" y="2008"/>
                    <a:pt x="214" y="1937"/>
                  </a:cubicBezTo>
                  <a:cubicBezTo>
                    <a:pt x="268" y="1865"/>
                    <a:pt x="170" y="1776"/>
                    <a:pt x="205" y="1714"/>
                  </a:cubicBezTo>
                  <a:cubicBezTo>
                    <a:pt x="241" y="1651"/>
                    <a:pt x="134" y="1580"/>
                    <a:pt x="188" y="1491"/>
                  </a:cubicBezTo>
                  <a:cubicBezTo>
                    <a:pt x="241" y="1410"/>
                    <a:pt x="116" y="1321"/>
                    <a:pt x="152" y="1250"/>
                  </a:cubicBezTo>
                  <a:cubicBezTo>
                    <a:pt x="188" y="1179"/>
                    <a:pt x="81" y="1125"/>
                    <a:pt x="134" y="1018"/>
                  </a:cubicBezTo>
                  <a:cubicBezTo>
                    <a:pt x="188" y="911"/>
                    <a:pt x="81" y="840"/>
                    <a:pt x="116" y="777"/>
                  </a:cubicBezTo>
                  <a:cubicBezTo>
                    <a:pt x="152" y="715"/>
                    <a:pt x="72" y="688"/>
                    <a:pt x="107" y="608"/>
                  </a:cubicBezTo>
                  <a:cubicBezTo>
                    <a:pt x="143" y="536"/>
                    <a:pt x="54" y="456"/>
                    <a:pt x="90" y="393"/>
                  </a:cubicBezTo>
                  <a:cubicBezTo>
                    <a:pt x="125" y="322"/>
                    <a:pt x="45" y="304"/>
                    <a:pt x="72" y="251"/>
                  </a:cubicBezTo>
                  <a:cubicBezTo>
                    <a:pt x="98" y="206"/>
                    <a:pt x="36" y="179"/>
                    <a:pt x="45" y="117"/>
                  </a:cubicBezTo>
                  <a:cubicBezTo>
                    <a:pt x="45" y="46"/>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194"/>
            <p:cNvSpPr/>
            <p:nvPr/>
          </p:nvSpPr>
          <p:spPr>
            <a:xfrm>
              <a:off x="6244119" y="1770930"/>
              <a:ext cx="634191" cy="385636"/>
            </a:xfrm>
            <a:custGeom>
              <a:rect b="b" l="l" r="r" t="t"/>
              <a:pathLst>
                <a:path extrusionOk="0" h="10617" w="17460">
                  <a:moveTo>
                    <a:pt x="17459" y="0"/>
                  </a:moveTo>
                  <a:lnTo>
                    <a:pt x="16094" y="1472"/>
                  </a:lnTo>
                  <a:lnTo>
                    <a:pt x="15711" y="2953"/>
                  </a:lnTo>
                  <a:lnTo>
                    <a:pt x="14266" y="3774"/>
                  </a:lnTo>
                  <a:lnTo>
                    <a:pt x="13855" y="4478"/>
                  </a:lnTo>
                  <a:lnTo>
                    <a:pt x="13052" y="4719"/>
                  </a:lnTo>
                  <a:lnTo>
                    <a:pt x="12687" y="5995"/>
                  </a:lnTo>
                  <a:lnTo>
                    <a:pt x="11304" y="6164"/>
                  </a:lnTo>
                  <a:lnTo>
                    <a:pt x="10519" y="5692"/>
                  </a:lnTo>
                  <a:lnTo>
                    <a:pt x="10153" y="4951"/>
                  </a:lnTo>
                  <a:lnTo>
                    <a:pt x="8806" y="5112"/>
                  </a:lnTo>
                  <a:lnTo>
                    <a:pt x="8253" y="5879"/>
                  </a:lnTo>
                  <a:lnTo>
                    <a:pt x="7370" y="5897"/>
                  </a:lnTo>
                  <a:lnTo>
                    <a:pt x="6130" y="4701"/>
                  </a:lnTo>
                  <a:lnTo>
                    <a:pt x="5059" y="4496"/>
                  </a:lnTo>
                  <a:lnTo>
                    <a:pt x="4363" y="4889"/>
                  </a:lnTo>
                  <a:lnTo>
                    <a:pt x="3596" y="3836"/>
                  </a:lnTo>
                  <a:lnTo>
                    <a:pt x="2748" y="3444"/>
                  </a:lnTo>
                  <a:lnTo>
                    <a:pt x="1749" y="5308"/>
                  </a:lnTo>
                  <a:lnTo>
                    <a:pt x="938" y="6075"/>
                  </a:lnTo>
                  <a:lnTo>
                    <a:pt x="777" y="7271"/>
                  </a:lnTo>
                  <a:lnTo>
                    <a:pt x="1" y="7868"/>
                  </a:lnTo>
                  <a:lnTo>
                    <a:pt x="1" y="8975"/>
                  </a:lnTo>
                  <a:lnTo>
                    <a:pt x="938" y="8983"/>
                  </a:lnTo>
                  <a:lnTo>
                    <a:pt x="2053" y="9091"/>
                  </a:lnTo>
                  <a:lnTo>
                    <a:pt x="2918" y="8859"/>
                  </a:lnTo>
                  <a:lnTo>
                    <a:pt x="5220" y="8859"/>
                  </a:lnTo>
                  <a:lnTo>
                    <a:pt x="5844" y="9091"/>
                  </a:lnTo>
                  <a:lnTo>
                    <a:pt x="7343" y="8903"/>
                  </a:lnTo>
                  <a:lnTo>
                    <a:pt x="8190" y="9091"/>
                  </a:lnTo>
                  <a:lnTo>
                    <a:pt x="7655" y="9813"/>
                  </a:lnTo>
                  <a:lnTo>
                    <a:pt x="9073" y="9974"/>
                  </a:lnTo>
                  <a:lnTo>
                    <a:pt x="10867" y="9626"/>
                  </a:lnTo>
                  <a:lnTo>
                    <a:pt x="11901" y="9626"/>
                  </a:lnTo>
                  <a:lnTo>
                    <a:pt x="12865" y="9974"/>
                  </a:lnTo>
                  <a:lnTo>
                    <a:pt x="14970" y="9974"/>
                  </a:lnTo>
                  <a:lnTo>
                    <a:pt x="15693" y="10616"/>
                  </a:lnTo>
                  <a:lnTo>
                    <a:pt x="17459" y="10616"/>
                  </a:lnTo>
                  <a:lnTo>
                    <a:pt x="1745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194"/>
            <p:cNvSpPr/>
            <p:nvPr/>
          </p:nvSpPr>
          <p:spPr>
            <a:xfrm>
              <a:off x="6704892" y="1770930"/>
              <a:ext cx="173404" cy="243034"/>
            </a:xfrm>
            <a:custGeom>
              <a:rect b="b" l="l" r="r" t="t"/>
              <a:pathLst>
                <a:path extrusionOk="0" h="6691" w="4774">
                  <a:moveTo>
                    <a:pt x="4773" y="0"/>
                  </a:moveTo>
                  <a:lnTo>
                    <a:pt x="3408" y="1472"/>
                  </a:lnTo>
                  <a:lnTo>
                    <a:pt x="3025" y="2953"/>
                  </a:lnTo>
                  <a:lnTo>
                    <a:pt x="1588" y="3774"/>
                  </a:lnTo>
                  <a:lnTo>
                    <a:pt x="1169" y="4478"/>
                  </a:lnTo>
                  <a:lnTo>
                    <a:pt x="366" y="4719"/>
                  </a:lnTo>
                  <a:lnTo>
                    <a:pt x="1" y="5995"/>
                  </a:lnTo>
                  <a:lnTo>
                    <a:pt x="1722" y="6691"/>
                  </a:lnTo>
                  <a:lnTo>
                    <a:pt x="580" y="5727"/>
                  </a:lnTo>
                  <a:lnTo>
                    <a:pt x="759" y="5255"/>
                  </a:lnTo>
                  <a:lnTo>
                    <a:pt x="1321" y="4844"/>
                  </a:lnTo>
                  <a:lnTo>
                    <a:pt x="1901" y="4692"/>
                  </a:lnTo>
                  <a:lnTo>
                    <a:pt x="2097" y="3916"/>
                  </a:lnTo>
                  <a:lnTo>
                    <a:pt x="3212" y="3765"/>
                  </a:lnTo>
                  <a:lnTo>
                    <a:pt x="3310" y="3015"/>
                  </a:lnTo>
                  <a:lnTo>
                    <a:pt x="3614" y="2373"/>
                  </a:lnTo>
                  <a:lnTo>
                    <a:pt x="4015" y="3916"/>
                  </a:lnTo>
                  <a:lnTo>
                    <a:pt x="3890" y="1490"/>
                  </a:lnTo>
                  <a:lnTo>
                    <a:pt x="4773"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194"/>
            <p:cNvSpPr/>
            <p:nvPr/>
          </p:nvSpPr>
          <p:spPr>
            <a:xfrm>
              <a:off x="6612854" y="1950757"/>
              <a:ext cx="92078" cy="79728"/>
            </a:xfrm>
            <a:custGeom>
              <a:rect b="b" l="l" r="r" t="t"/>
              <a:pathLst>
                <a:path extrusionOk="0" h="2195" w="2535">
                  <a:moveTo>
                    <a:pt x="1" y="0"/>
                  </a:moveTo>
                  <a:lnTo>
                    <a:pt x="170" y="1178"/>
                  </a:lnTo>
                  <a:lnTo>
                    <a:pt x="724" y="1454"/>
                  </a:lnTo>
                  <a:lnTo>
                    <a:pt x="724" y="2195"/>
                  </a:lnTo>
                  <a:lnTo>
                    <a:pt x="1089" y="1820"/>
                  </a:lnTo>
                  <a:lnTo>
                    <a:pt x="2535" y="1044"/>
                  </a:lnTo>
                  <a:lnTo>
                    <a:pt x="2535" y="1044"/>
                  </a:lnTo>
                  <a:lnTo>
                    <a:pt x="1152" y="1213"/>
                  </a:lnTo>
                  <a:lnTo>
                    <a:pt x="367" y="741"/>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194"/>
            <p:cNvSpPr/>
            <p:nvPr/>
          </p:nvSpPr>
          <p:spPr>
            <a:xfrm>
              <a:off x="6676380" y="2039200"/>
              <a:ext cx="64182" cy="94003"/>
            </a:xfrm>
            <a:custGeom>
              <a:rect b="b" l="l" r="r" t="t"/>
              <a:pathLst>
                <a:path extrusionOk="0" h="2588" w="1767">
                  <a:moveTo>
                    <a:pt x="1767" y="1"/>
                  </a:moveTo>
                  <a:lnTo>
                    <a:pt x="1276" y="652"/>
                  </a:lnTo>
                  <a:lnTo>
                    <a:pt x="786" y="1794"/>
                  </a:lnTo>
                  <a:lnTo>
                    <a:pt x="0" y="2240"/>
                  </a:lnTo>
                  <a:lnTo>
                    <a:pt x="964" y="2588"/>
                  </a:lnTo>
                  <a:lnTo>
                    <a:pt x="1410" y="1758"/>
                  </a:lnTo>
                  <a:lnTo>
                    <a:pt x="1410" y="1027"/>
                  </a:lnTo>
                  <a:lnTo>
                    <a:pt x="176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194"/>
            <p:cNvSpPr/>
            <p:nvPr/>
          </p:nvSpPr>
          <p:spPr>
            <a:xfrm>
              <a:off x="6778443" y="1943311"/>
              <a:ext cx="99851" cy="213249"/>
            </a:xfrm>
            <a:custGeom>
              <a:rect b="b" l="l" r="r" t="t"/>
              <a:pathLst>
                <a:path extrusionOk="0" h="5871" w="2749">
                  <a:moveTo>
                    <a:pt x="1089" y="0"/>
                  </a:moveTo>
                  <a:lnTo>
                    <a:pt x="661" y="1115"/>
                  </a:lnTo>
                  <a:lnTo>
                    <a:pt x="482" y="3212"/>
                  </a:lnTo>
                  <a:lnTo>
                    <a:pt x="1" y="4514"/>
                  </a:lnTo>
                  <a:lnTo>
                    <a:pt x="259" y="5228"/>
                  </a:lnTo>
                  <a:lnTo>
                    <a:pt x="982" y="5870"/>
                  </a:lnTo>
                  <a:lnTo>
                    <a:pt x="2748" y="5870"/>
                  </a:lnTo>
                  <a:lnTo>
                    <a:pt x="2748" y="3105"/>
                  </a:lnTo>
                  <a:lnTo>
                    <a:pt x="2133" y="4737"/>
                  </a:lnTo>
                  <a:lnTo>
                    <a:pt x="1678" y="4086"/>
                  </a:lnTo>
                  <a:lnTo>
                    <a:pt x="1544" y="2480"/>
                  </a:lnTo>
                  <a:lnTo>
                    <a:pt x="1071" y="1302"/>
                  </a:lnTo>
                  <a:lnTo>
                    <a:pt x="108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194"/>
            <p:cNvSpPr/>
            <p:nvPr/>
          </p:nvSpPr>
          <p:spPr>
            <a:xfrm>
              <a:off x="6787850" y="2079044"/>
              <a:ext cx="26261" cy="77512"/>
            </a:xfrm>
            <a:custGeom>
              <a:rect b="b" l="l" r="r" t="t"/>
              <a:pathLst>
                <a:path extrusionOk="0" h="2134" w="723">
                  <a:moveTo>
                    <a:pt x="607" y="1"/>
                  </a:moveTo>
                  <a:lnTo>
                    <a:pt x="437" y="1455"/>
                  </a:lnTo>
                  <a:lnTo>
                    <a:pt x="205" y="875"/>
                  </a:lnTo>
                  <a:lnTo>
                    <a:pt x="0" y="1491"/>
                  </a:lnTo>
                  <a:lnTo>
                    <a:pt x="723" y="2133"/>
                  </a:lnTo>
                  <a:lnTo>
                    <a:pt x="607"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194"/>
            <p:cNvSpPr/>
            <p:nvPr/>
          </p:nvSpPr>
          <p:spPr>
            <a:xfrm>
              <a:off x="6743139" y="2044067"/>
              <a:ext cx="23355" cy="89135"/>
            </a:xfrm>
            <a:custGeom>
              <a:rect b="b" l="l" r="r" t="t"/>
              <a:pathLst>
                <a:path extrusionOk="0" h="2454" w="643">
                  <a:moveTo>
                    <a:pt x="419" y="0"/>
                  </a:moveTo>
                  <a:lnTo>
                    <a:pt x="98" y="1410"/>
                  </a:lnTo>
                  <a:lnTo>
                    <a:pt x="188" y="1883"/>
                  </a:lnTo>
                  <a:lnTo>
                    <a:pt x="0" y="2454"/>
                  </a:lnTo>
                  <a:lnTo>
                    <a:pt x="643" y="2454"/>
                  </a:lnTo>
                  <a:lnTo>
                    <a:pt x="366" y="1232"/>
                  </a:lnTo>
                  <a:lnTo>
                    <a:pt x="419"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194"/>
            <p:cNvSpPr/>
            <p:nvPr/>
          </p:nvSpPr>
          <p:spPr>
            <a:xfrm>
              <a:off x="6522159" y="2039200"/>
              <a:ext cx="54447" cy="94003"/>
            </a:xfrm>
            <a:custGeom>
              <a:rect b="b" l="l" r="r" t="t"/>
              <a:pathLst>
                <a:path extrusionOk="0" h="2588" w="1499">
                  <a:moveTo>
                    <a:pt x="1187" y="1"/>
                  </a:moveTo>
                  <a:lnTo>
                    <a:pt x="1187" y="1455"/>
                  </a:lnTo>
                  <a:lnTo>
                    <a:pt x="0" y="2427"/>
                  </a:lnTo>
                  <a:lnTo>
                    <a:pt x="1418" y="2588"/>
                  </a:lnTo>
                  <a:lnTo>
                    <a:pt x="1499" y="1151"/>
                  </a:lnTo>
                  <a:lnTo>
                    <a:pt x="118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194"/>
            <p:cNvSpPr/>
            <p:nvPr/>
          </p:nvSpPr>
          <p:spPr>
            <a:xfrm>
              <a:off x="6573663" y="2047299"/>
              <a:ext cx="73262" cy="85903"/>
            </a:xfrm>
            <a:custGeom>
              <a:rect b="b" l="l" r="r" t="t"/>
              <a:pathLst>
                <a:path extrusionOk="0" h="2365" w="2017">
                  <a:moveTo>
                    <a:pt x="2017" y="1"/>
                  </a:moveTo>
                  <a:lnTo>
                    <a:pt x="1321" y="1214"/>
                  </a:lnTo>
                  <a:lnTo>
                    <a:pt x="1160" y="1785"/>
                  </a:lnTo>
                  <a:lnTo>
                    <a:pt x="0" y="2365"/>
                  </a:lnTo>
                  <a:lnTo>
                    <a:pt x="1794" y="2017"/>
                  </a:lnTo>
                  <a:lnTo>
                    <a:pt x="1695" y="1259"/>
                  </a:lnTo>
                  <a:lnTo>
                    <a:pt x="2017"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194"/>
            <p:cNvSpPr/>
            <p:nvPr/>
          </p:nvSpPr>
          <p:spPr>
            <a:xfrm>
              <a:off x="6510791" y="2044067"/>
              <a:ext cx="30838" cy="57063"/>
            </a:xfrm>
            <a:custGeom>
              <a:rect b="b" l="l" r="r" t="t"/>
              <a:pathLst>
                <a:path extrusionOk="0" h="1571" w="849">
                  <a:moveTo>
                    <a:pt x="545" y="0"/>
                  </a:moveTo>
                  <a:lnTo>
                    <a:pt x="393" y="848"/>
                  </a:lnTo>
                  <a:lnTo>
                    <a:pt x="1" y="1383"/>
                  </a:lnTo>
                  <a:lnTo>
                    <a:pt x="848" y="1571"/>
                  </a:lnTo>
                  <a:lnTo>
                    <a:pt x="54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194"/>
            <p:cNvSpPr/>
            <p:nvPr/>
          </p:nvSpPr>
          <p:spPr>
            <a:xfrm>
              <a:off x="6410362" y="1934231"/>
              <a:ext cx="133522" cy="94656"/>
            </a:xfrm>
            <a:custGeom>
              <a:rect b="b" l="l" r="r" t="t"/>
              <a:pathLst>
                <a:path extrusionOk="0" h="2606" w="3676">
                  <a:moveTo>
                    <a:pt x="482" y="0"/>
                  </a:moveTo>
                  <a:lnTo>
                    <a:pt x="901" y="375"/>
                  </a:lnTo>
                  <a:lnTo>
                    <a:pt x="955" y="812"/>
                  </a:lnTo>
                  <a:lnTo>
                    <a:pt x="1321" y="518"/>
                  </a:lnTo>
                  <a:lnTo>
                    <a:pt x="2061" y="1142"/>
                  </a:lnTo>
                  <a:lnTo>
                    <a:pt x="1267" y="1401"/>
                  </a:lnTo>
                  <a:lnTo>
                    <a:pt x="0" y="2605"/>
                  </a:lnTo>
                  <a:lnTo>
                    <a:pt x="1642" y="1677"/>
                  </a:lnTo>
                  <a:lnTo>
                    <a:pt x="2462" y="1481"/>
                  </a:lnTo>
                  <a:lnTo>
                    <a:pt x="2766" y="1909"/>
                  </a:lnTo>
                  <a:lnTo>
                    <a:pt x="2578" y="2605"/>
                  </a:lnTo>
                  <a:lnTo>
                    <a:pt x="3676" y="1383"/>
                  </a:lnTo>
                  <a:lnTo>
                    <a:pt x="2793" y="1401"/>
                  </a:lnTo>
                  <a:lnTo>
                    <a:pt x="1553" y="205"/>
                  </a:lnTo>
                  <a:lnTo>
                    <a:pt x="482"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194"/>
            <p:cNvSpPr/>
            <p:nvPr/>
          </p:nvSpPr>
          <p:spPr>
            <a:xfrm>
              <a:off x="6343930" y="1895985"/>
              <a:ext cx="58697" cy="52522"/>
            </a:xfrm>
            <a:custGeom>
              <a:rect b="b" l="l" r="r" t="t"/>
              <a:pathLst>
                <a:path extrusionOk="0" h="1446" w="1616">
                  <a:moveTo>
                    <a:pt x="0" y="1"/>
                  </a:moveTo>
                  <a:lnTo>
                    <a:pt x="1615" y="1446"/>
                  </a:lnTo>
                  <a:lnTo>
                    <a:pt x="848" y="393"/>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194"/>
            <p:cNvSpPr/>
            <p:nvPr/>
          </p:nvSpPr>
          <p:spPr>
            <a:xfrm>
              <a:off x="6244119" y="1963724"/>
              <a:ext cx="116704" cy="137408"/>
            </a:xfrm>
            <a:custGeom>
              <a:rect b="b" l="l" r="r" t="t"/>
              <a:pathLst>
                <a:path extrusionOk="0" h="3783" w="3213">
                  <a:moveTo>
                    <a:pt x="1749" y="0"/>
                  </a:moveTo>
                  <a:lnTo>
                    <a:pt x="938" y="767"/>
                  </a:lnTo>
                  <a:lnTo>
                    <a:pt x="777" y="1963"/>
                  </a:lnTo>
                  <a:lnTo>
                    <a:pt x="1" y="2560"/>
                  </a:lnTo>
                  <a:lnTo>
                    <a:pt x="1" y="3667"/>
                  </a:lnTo>
                  <a:lnTo>
                    <a:pt x="938" y="3675"/>
                  </a:lnTo>
                  <a:lnTo>
                    <a:pt x="2053" y="3783"/>
                  </a:lnTo>
                  <a:lnTo>
                    <a:pt x="2186" y="2212"/>
                  </a:lnTo>
                  <a:lnTo>
                    <a:pt x="1687" y="3426"/>
                  </a:lnTo>
                  <a:lnTo>
                    <a:pt x="688" y="3488"/>
                  </a:lnTo>
                  <a:lnTo>
                    <a:pt x="304" y="2917"/>
                  </a:lnTo>
                  <a:lnTo>
                    <a:pt x="1223" y="1963"/>
                  </a:lnTo>
                  <a:lnTo>
                    <a:pt x="1419" y="1258"/>
                  </a:lnTo>
                  <a:lnTo>
                    <a:pt x="2427" y="740"/>
                  </a:lnTo>
                  <a:lnTo>
                    <a:pt x="3212" y="54"/>
                  </a:lnTo>
                  <a:lnTo>
                    <a:pt x="2133" y="544"/>
                  </a:lnTo>
                  <a:lnTo>
                    <a:pt x="1348" y="669"/>
                  </a:lnTo>
                  <a:lnTo>
                    <a:pt x="174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194"/>
            <p:cNvSpPr/>
            <p:nvPr/>
          </p:nvSpPr>
          <p:spPr>
            <a:xfrm>
              <a:off x="6343930" y="2023654"/>
              <a:ext cx="31128" cy="69049"/>
            </a:xfrm>
            <a:custGeom>
              <a:rect b="b" l="l" r="r" t="t"/>
              <a:pathLst>
                <a:path extrusionOk="0" h="1901" w="857">
                  <a:moveTo>
                    <a:pt x="0" y="0"/>
                  </a:moveTo>
                  <a:lnTo>
                    <a:pt x="170" y="1901"/>
                  </a:lnTo>
                  <a:lnTo>
                    <a:pt x="857" y="190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194"/>
            <p:cNvSpPr/>
            <p:nvPr/>
          </p:nvSpPr>
          <p:spPr>
            <a:xfrm>
              <a:off x="6433681" y="2028848"/>
              <a:ext cx="26624" cy="72282"/>
            </a:xfrm>
            <a:custGeom>
              <a:rect b="b" l="l" r="r" t="t"/>
              <a:pathLst>
                <a:path extrusionOk="0" h="1990" w="733">
                  <a:moveTo>
                    <a:pt x="465" y="0"/>
                  </a:moveTo>
                  <a:lnTo>
                    <a:pt x="268" y="901"/>
                  </a:lnTo>
                  <a:lnTo>
                    <a:pt x="331" y="1303"/>
                  </a:lnTo>
                  <a:lnTo>
                    <a:pt x="1" y="1758"/>
                  </a:lnTo>
                  <a:lnTo>
                    <a:pt x="625" y="1990"/>
                  </a:lnTo>
                  <a:lnTo>
                    <a:pt x="732" y="1472"/>
                  </a:lnTo>
                  <a:lnTo>
                    <a:pt x="500" y="839"/>
                  </a:lnTo>
                  <a:lnTo>
                    <a:pt x="46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3" name="Google Shape;12553;p194"/>
          <p:cNvGrpSpPr/>
          <p:nvPr/>
        </p:nvGrpSpPr>
        <p:grpSpPr>
          <a:xfrm flipH="1">
            <a:off x="-720324" y="2485877"/>
            <a:ext cx="1440661" cy="3029051"/>
            <a:chOff x="-1016344" y="3145131"/>
            <a:chExt cx="1064239" cy="2285558"/>
          </a:xfrm>
        </p:grpSpPr>
        <p:sp>
          <p:nvSpPr>
            <p:cNvPr id="12554" name="Google Shape;12554;p194"/>
            <p:cNvSpPr/>
            <p:nvPr/>
          </p:nvSpPr>
          <p:spPr>
            <a:xfrm>
              <a:off x="-740545" y="4071077"/>
              <a:ext cx="104308" cy="1359612"/>
            </a:xfrm>
            <a:custGeom>
              <a:rect b="b" l="l" r="r" t="t"/>
              <a:pathLst>
                <a:path extrusionOk="0" h="11170" w="857">
                  <a:moveTo>
                    <a:pt x="206" y="1"/>
                  </a:moveTo>
                  <a:cubicBezTo>
                    <a:pt x="206" y="1"/>
                    <a:pt x="0" y="563"/>
                    <a:pt x="206" y="1749"/>
                  </a:cubicBezTo>
                  <a:cubicBezTo>
                    <a:pt x="357" y="2677"/>
                    <a:pt x="206" y="11170"/>
                    <a:pt x="206" y="11170"/>
                  </a:cubicBezTo>
                  <a:lnTo>
                    <a:pt x="652" y="11170"/>
                  </a:lnTo>
                  <a:cubicBezTo>
                    <a:pt x="652" y="11170"/>
                    <a:pt x="500" y="2677"/>
                    <a:pt x="652" y="1749"/>
                  </a:cubicBezTo>
                  <a:cubicBezTo>
                    <a:pt x="857" y="563"/>
                    <a:pt x="652" y="1"/>
                    <a:pt x="652" y="1"/>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194"/>
            <p:cNvSpPr/>
            <p:nvPr/>
          </p:nvSpPr>
          <p:spPr>
            <a:xfrm>
              <a:off x="-695999" y="4071077"/>
              <a:ext cx="59761" cy="1359612"/>
            </a:xfrm>
            <a:custGeom>
              <a:rect b="b" l="l" r="r" t="t"/>
              <a:pathLst>
                <a:path extrusionOk="0" h="11170" w="491">
                  <a:moveTo>
                    <a:pt x="161" y="1"/>
                  </a:moveTo>
                  <a:cubicBezTo>
                    <a:pt x="161" y="1"/>
                    <a:pt x="357" y="563"/>
                    <a:pt x="161" y="1749"/>
                  </a:cubicBezTo>
                  <a:cubicBezTo>
                    <a:pt x="0" y="2677"/>
                    <a:pt x="161" y="11170"/>
                    <a:pt x="161" y="11170"/>
                  </a:cubicBezTo>
                  <a:lnTo>
                    <a:pt x="286" y="11170"/>
                  </a:lnTo>
                  <a:cubicBezTo>
                    <a:pt x="286" y="11170"/>
                    <a:pt x="134" y="2677"/>
                    <a:pt x="286" y="1749"/>
                  </a:cubicBezTo>
                  <a:cubicBezTo>
                    <a:pt x="491" y="563"/>
                    <a:pt x="286" y="1"/>
                    <a:pt x="286" y="1"/>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194"/>
            <p:cNvSpPr/>
            <p:nvPr/>
          </p:nvSpPr>
          <p:spPr>
            <a:xfrm>
              <a:off x="-1016344" y="3740977"/>
              <a:ext cx="654813" cy="512685"/>
            </a:xfrm>
            <a:custGeom>
              <a:rect b="b" l="l" r="r" t="t"/>
              <a:pathLst>
                <a:path extrusionOk="0" h="4212" w="5380">
                  <a:moveTo>
                    <a:pt x="2106" y="1"/>
                  </a:moveTo>
                  <a:cubicBezTo>
                    <a:pt x="2231" y="473"/>
                    <a:pt x="2293" y="839"/>
                    <a:pt x="2293" y="839"/>
                  </a:cubicBezTo>
                  <a:cubicBezTo>
                    <a:pt x="1936" y="259"/>
                    <a:pt x="1374" y="72"/>
                    <a:pt x="1374" y="72"/>
                  </a:cubicBezTo>
                  <a:lnTo>
                    <a:pt x="1374" y="72"/>
                  </a:lnTo>
                  <a:cubicBezTo>
                    <a:pt x="1999" y="500"/>
                    <a:pt x="2115" y="1098"/>
                    <a:pt x="2115" y="1098"/>
                  </a:cubicBezTo>
                  <a:cubicBezTo>
                    <a:pt x="1695" y="527"/>
                    <a:pt x="884" y="527"/>
                    <a:pt x="884" y="527"/>
                  </a:cubicBezTo>
                  <a:lnTo>
                    <a:pt x="884" y="527"/>
                  </a:lnTo>
                  <a:cubicBezTo>
                    <a:pt x="1410" y="687"/>
                    <a:pt x="1749" y="1142"/>
                    <a:pt x="1749" y="1142"/>
                  </a:cubicBezTo>
                  <a:cubicBezTo>
                    <a:pt x="1749" y="1142"/>
                    <a:pt x="1446" y="902"/>
                    <a:pt x="1000" y="866"/>
                  </a:cubicBezTo>
                  <a:cubicBezTo>
                    <a:pt x="909" y="857"/>
                    <a:pt x="827" y="853"/>
                    <a:pt x="753" y="853"/>
                  </a:cubicBezTo>
                  <a:cubicBezTo>
                    <a:pt x="461" y="853"/>
                    <a:pt x="313" y="910"/>
                    <a:pt x="313" y="910"/>
                  </a:cubicBezTo>
                  <a:cubicBezTo>
                    <a:pt x="1107" y="937"/>
                    <a:pt x="1383" y="1303"/>
                    <a:pt x="1383" y="1303"/>
                  </a:cubicBezTo>
                  <a:cubicBezTo>
                    <a:pt x="1174" y="1239"/>
                    <a:pt x="966" y="1226"/>
                    <a:pt x="832" y="1226"/>
                  </a:cubicBezTo>
                  <a:cubicBezTo>
                    <a:pt x="743" y="1226"/>
                    <a:pt x="687" y="1232"/>
                    <a:pt x="687" y="1232"/>
                  </a:cubicBezTo>
                  <a:cubicBezTo>
                    <a:pt x="1232" y="1330"/>
                    <a:pt x="1481" y="1606"/>
                    <a:pt x="1481" y="1606"/>
                  </a:cubicBezTo>
                  <a:cubicBezTo>
                    <a:pt x="1481" y="1606"/>
                    <a:pt x="1220" y="1531"/>
                    <a:pt x="934" y="1531"/>
                  </a:cubicBezTo>
                  <a:cubicBezTo>
                    <a:pt x="791" y="1531"/>
                    <a:pt x="643" y="1550"/>
                    <a:pt x="518" y="1606"/>
                  </a:cubicBezTo>
                  <a:cubicBezTo>
                    <a:pt x="152" y="1776"/>
                    <a:pt x="81" y="2106"/>
                    <a:pt x="81" y="2106"/>
                  </a:cubicBezTo>
                  <a:cubicBezTo>
                    <a:pt x="249" y="1895"/>
                    <a:pt x="521" y="1756"/>
                    <a:pt x="851" y="1756"/>
                  </a:cubicBezTo>
                  <a:cubicBezTo>
                    <a:pt x="870" y="1756"/>
                    <a:pt x="890" y="1757"/>
                    <a:pt x="910" y="1758"/>
                  </a:cubicBezTo>
                  <a:cubicBezTo>
                    <a:pt x="1223" y="1767"/>
                    <a:pt x="1374" y="1910"/>
                    <a:pt x="1374" y="1910"/>
                  </a:cubicBezTo>
                  <a:cubicBezTo>
                    <a:pt x="1374" y="1910"/>
                    <a:pt x="1275" y="1893"/>
                    <a:pt x="1127" y="1893"/>
                  </a:cubicBezTo>
                  <a:cubicBezTo>
                    <a:pt x="954" y="1893"/>
                    <a:pt x="713" y="1916"/>
                    <a:pt x="482" y="2017"/>
                  </a:cubicBezTo>
                  <a:cubicBezTo>
                    <a:pt x="63" y="2204"/>
                    <a:pt x="0" y="2543"/>
                    <a:pt x="0" y="2543"/>
                  </a:cubicBezTo>
                  <a:cubicBezTo>
                    <a:pt x="277" y="2231"/>
                    <a:pt x="785" y="2168"/>
                    <a:pt x="786" y="2168"/>
                  </a:cubicBezTo>
                  <a:lnTo>
                    <a:pt x="786" y="2168"/>
                  </a:lnTo>
                  <a:cubicBezTo>
                    <a:pt x="143" y="2481"/>
                    <a:pt x="36" y="3034"/>
                    <a:pt x="36" y="3034"/>
                  </a:cubicBezTo>
                  <a:cubicBezTo>
                    <a:pt x="241" y="2811"/>
                    <a:pt x="643" y="2686"/>
                    <a:pt x="643" y="2686"/>
                  </a:cubicBezTo>
                  <a:lnTo>
                    <a:pt x="643" y="2686"/>
                  </a:lnTo>
                  <a:cubicBezTo>
                    <a:pt x="215" y="3016"/>
                    <a:pt x="90" y="3489"/>
                    <a:pt x="90" y="3489"/>
                  </a:cubicBezTo>
                  <a:cubicBezTo>
                    <a:pt x="366" y="3096"/>
                    <a:pt x="875" y="2918"/>
                    <a:pt x="875" y="2918"/>
                  </a:cubicBezTo>
                  <a:lnTo>
                    <a:pt x="875" y="2918"/>
                  </a:lnTo>
                  <a:cubicBezTo>
                    <a:pt x="661" y="3185"/>
                    <a:pt x="598" y="3551"/>
                    <a:pt x="598" y="3551"/>
                  </a:cubicBezTo>
                  <a:cubicBezTo>
                    <a:pt x="919" y="2802"/>
                    <a:pt x="1508" y="2686"/>
                    <a:pt x="1508" y="2686"/>
                  </a:cubicBezTo>
                  <a:lnTo>
                    <a:pt x="1508" y="2686"/>
                  </a:lnTo>
                  <a:cubicBezTo>
                    <a:pt x="928" y="2980"/>
                    <a:pt x="839" y="3756"/>
                    <a:pt x="839" y="3756"/>
                  </a:cubicBezTo>
                  <a:cubicBezTo>
                    <a:pt x="1107" y="3034"/>
                    <a:pt x="1633" y="2811"/>
                    <a:pt x="1633" y="2811"/>
                  </a:cubicBezTo>
                  <a:lnTo>
                    <a:pt x="1633" y="2811"/>
                  </a:lnTo>
                  <a:cubicBezTo>
                    <a:pt x="1071" y="3426"/>
                    <a:pt x="1294" y="4140"/>
                    <a:pt x="1294" y="4140"/>
                  </a:cubicBezTo>
                  <a:cubicBezTo>
                    <a:pt x="1294" y="3524"/>
                    <a:pt x="1588" y="3212"/>
                    <a:pt x="1588" y="3212"/>
                  </a:cubicBezTo>
                  <a:lnTo>
                    <a:pt x="1588" y="3212"/>
                  </a:lnTo>
                  <a:cubicBezTo>
                    <a:pt x="1464" y="3551"/>
                    <a:pt x="1517" y="3837"/>
                    <a:pt x="1517" y="3837"/>
                  </a:cubicBezTo>
                  <a:cubicBezTo>
                    <a:pt x="1642" y="3185"/>
                    <a:pt x="1999" y="2918"/>
                    <a:pt x="1999" y="2918"/>
                  </a:cubicBezTo>
                  <a:lnTo>
                    <a:pt x="1999" y="2918"/>
                  </a:lnTo>
                  <a:cubicBezTo>
                    <a:pt x="1785" y="3310"/>
                    <a:pt x="1820" y="3899"/>
                    <a:pt x="1820" y="3899"/>
                  </a:cubicBezTo>
                  <a:cubicBezTo>
                    <a:pt x="1927" y="3230"/>
                    <a:pt x="2266" y="2838"/>
                    <a:pt x="2266" y="2837"/>
                  </a:cubicBezTo>
                  <a:lnTo>
                    <a:pt x="2266" y="2837"/>
                  </a:lnTo>
                  <a:cubicBezTo>
                    <a:pt x="2008" y="3507"/>
                    <a:pt x="2284" y="4211"/>
                    <a:pt x="2284" y="4211"/>
                  </a:cubicBezTo>
                  <a:cubicBezTo>
                    <a:pt x="2195" y="3069"/>
                    <a:pt x="2695" y="2713"/>
                    <a:pt x="2695" y="2713"/>
                  </a:cubicBezTo>
                  <a:cubicBezTo>
                    <a:pt x="2695" y="2713"/>
                    <a:pt x="3194" y="3069"/>
                    <a:pt x="3105" y="4211"/>
                  </a:cubicBezTo>
                  <a:cubicBezTo>
                    <a:pt x="3105" y="4211"/>
                    <a:pt x="3382" y="3507"/>
                    <a:pt x="3114" y="2837"/>
                  </a:cubicBezTo>
                  <a:lnTo>
                    <a:pt x="3114" y="2837"/>
                  </a:lnTo>
                  <a:cubicBezTo>
                    <a:pt x="3114" y="2838"/>
                    <a:pt x="3453" y="3230"/>
                    <a:pt x="3560" y="3899"/>
                  </a:cubicBezTo>
                  <a:cubicBezTo>
                    <a:pt x="3560" y="3899"/>
                    <a:pt x="3605" y="3310"/>
                    <a:pt x="3390" y="2918"/>
                  </a:cubicBezTo>
                  <a:lnTo>
                    <a:pt x="3390" y="2918"/>
                  </a:lnTo>
                  <a:cubicBezTo>
                    <a:pt x="3391" y="2918"/>
                    <a:pt x="3747" y="3185"/>
                    <a:pt x="3872" y="3837"/>
                  </a:cubicBezTo>
                  <a:cubicBezTo>
                    <a:pt x="3872" y="3837"/>
                    <a:pt x="3926" y="3551"/>
                    <a:pt x="3801" y="3212"/>
                  </a:cubicBezTo>
                  <a:lnTo>
                    <a:pt x="3801" y="3212"/>
                  </a:lnTo>
                  <a:cubicBezTo>
                    <a:pt x="3801" y="3212"/>
                    <a:pt x="4095" y="3524"/>
                    <a:pt x="4095" y="4140"/>
                  </a:cubicBezTo>
                  <a:cubicBezTo>
                    <a:pt x="4095" y="4140"/>
                    <a:pt x="4318" y="3426"/>
                    <a:pt x="3747" y="2811"/>
                  </a:cubicBezTo>
                  <a:lnTo>
                    <a:pt x="3747" y="2811"/>
                  </a:lnTo>
                  <a:cubicBezTo>
                    <a:pt x="3747" y="2811"/>
                    <a:pt x="4274" y="3034"/>
                    <a:pt x="4550" y="3756"/>
                  </a:cubicBezTo>
                  <a:cubicBezTo>
                    <a:pt x="4550" y="3756"/>
                    <a:pt x="4452" y="2980"/>
                    <a:pt x="3881" y="2686"/>
                  </a:cubicBezTo>
                  <a:lnTo>
                    <a:pt x="3881" y="2686"/>
                  </a:lnTo>
                  <a:cubicBezTo>
                    <a:pt x="3881" y="2686"/>
                    <a:pt x="4470" y="2802"/>
                    <a:pt x="4791" y="3551"/>
                  </a:cubicBezTo>
                  <a:cubicBezTo>
                    <a:pt x="4791" y="3551"/>
                    <a:pt x="4729" y="3185"/>
                    <a:pt x="4515" y="2918"/>
                  </a:cubicBezTo>
                  <a:lnTo>
                    <a:pt x="4515" y="2918"/>
                  </a:lnTo>
                  <a:cubicBezTo>
                    <a:pt x="4515" y="2918"/>
                    <a:pt x="5014" y="3096"/>
                    <a:pt x="5300" y="3489"/>
                  </a:cubicBezTo>
                  <a:cubicBezTo>
                    <a:pt x="5300" y="3489"/>
                    <a:pt x="5166" y="3016"/>
                    <a:pt x="4746" y="2686"/>
                  </a:cubicBezTo>
                  <a:lnTo>
                    <a:pt x="4746" y="2686"/>
                  </a:lnTo>
                  <a:cubicBezTo>
                    <a:pt x="4747" y="2686"/>
                    <a:pt x="5139" y="2811"/>
                    <a:pt x="5353" y="3034"/>
                  </a:cubicBezTo>
                  <a:cubicBezTo>
                    <a:pt x="5353" y="3034"/>
                    <a:pt x="5246" y="2481"/>
                    <a:pt x="4604" y="2168"/>
                  </a:cubicBezTo>
                  <a:lnTo>
                    <a:pt x="4604" y="2168"/>
                  </a:lnTo>
                  <a:cubicBezTo>
                    <a:pt x="4604" y="2168"/>
                    <a:pt x="5103" y="2231"/>
                    <a:pt x="5380" y="2543"/>
                  </a:cubicBezTo>
                  <a:cubicBezTo>
                    <a:pt x="5380" y="2543"/>
                    <a:pt x="5326" y="2204"/>
                    <a:pt x="4898" y="2017"/>
                  </a:cubicBezTo>
                  <a:cubicBezTo>
                    <a:pt x="4672" y="1916"/>
                    <a:pt x="4431" y="1893"/>
                    <a:pt x="4256" y="1893"/>
                  </a:cubicBezTo>
                  <a:cubicBezTo>
                    <a:pt x="4107" y="1893"/>
                    <a:pt x="4006" y="1910"/>
                    <a:pt x="4006" y="1910"/>
                  </a:cubicBezTo>
                  <a:cubicBezTo>
                    <a:pt x="4006" y="1910"/>
                    <a:pt x="4158" y="1767"/>
                    <a:pt x="4470" y="1758"/>
                  </a:cubicBezTo>
                  <a:cubicBezTo>
                    <a:pt x="4490" y="1757"/>
                    <a:pt x="4510" y="1756"/>
                    <a:pt x="4530" y="1756"/>
                  </a:cubicBezTo>
                  <a:cubicBezTo>
                    <a:pt x="4861" y="1756"/>
                    <a:pt x="5140" y="1895"/>
                    <a:pt x="5308" y="2106"/>
                  </a:cubicBezTo>
                  <a:cubicBezTo>
                    <a:pt x="5308" y="2106"/>
                    <a:pt x="5237" y="1776"/>
                    <a:pt x="4871" y="1606"/>
                  </a:cubicBezTo>
                  <a:cubicBezTo>
                    <a:pt x="4746" y="1550"/>
                    <a:pt x="4598" y="1531"/>
                    <a:pt x="4455" y="1531"/>
                  </a:cubicBezTo>
                  <a:cubicBezTo>
                    <a:pt x="4170" y="1531"/>
                    <a:pt x="3908" y="1606"/>
                    <a:pt x="3908" y="1606"/>
                  </a:cubicBezTo>
                  <a:cubicBezTo>
                    <a:pt x="3908" y="1606"/>
                    <a:pt x="4149" y="1330"/>
                    <a:pt x="4702" y="1232"/>
                  </a:cubicBezTo>
                  <a:cubicBezTo>
                    <a:pt x="4702" y="1232"/>
                    <a:pt x="4645" y="1226"/>
                    <a:pt x="4555" y="1226"/>
                  </a:cubicBezTo>
                  <a:cubicBezTo>
                    <a:pt x="4419" y="1226"/>
                    <a:pt x="4209" y="1239"/>
                    <a:pt x="4006" y="1303"/>
                  </a:cubicBezTo>
                  <a:cubicBezTo>
                    <a:pt x="4006" y="1303"/>
                    <a:pt x="4283" y="937"/>
                    <a:pt x="5077" y="910"/>
                  </a:cubicBezTo>
                  <a:cubicBezTo>
                    <a:pt x="5077" y="910"/>
                    <a:pt x="4922" y="853"/>
                    <a:pt x="4632" y="853"/>
                  </a:cubicBezTo>
                  <a:cubicBezTo>
                    <a:pt x="4560" y="853"/>
                    <a:pt x="4479" y="857"/>
                    <a:pt x="4390" y="866"/>
                  </a:cubicBezTo>
                  <a:cubicBezTo>
                    <a:pt x="3935" y="902"/>
                    <a:pt x="3640" y="1142"/>
                    <a:pt x="3640" y="1142"/>
                  </a:cubicBezTo>
                  <a:cubicBezTo>
                    <a:pt x="3640" y="1142"/>
                    <a:pt x="3979" y="687"/>
                    <a:pt x="4506" y="527"/>
                  </a:cubicBezTo>
                  <a:lnTo>
                    <a:pt x="4506" y="527"/>
                  </a:lnTo>
                  <a:cubicBezTo>
                    <a:pt x="4505" y="527"/>
                    <a:pt x="3685" y="527"/>
                    <a:pt x="3266" y="1098"/>
                  </a:cubicBezTo>
                  <a:cubicBezTo>
                    <a:pt x="3266" y="1098"/>
                    <a:pt x="3382" y="500"/>
                    <a:pt x="4006" y="72"/>
                  </a:cubicBezTo>
                  <a:lnTo>
                    <a:pt x="4006" y="72"/>
                  </a:lnTo>
                  <a:cubicBezTo>
                    <a:pt x="4006" y="72"/>
                    <a:pt x="3444" y="259"/>
                    <a:pt x="3096" y="839"/>
                  </a:cubicBezTo>
                  <a:cubicBezTo>
                    <a:pt x="3096" y="839"/>
                    <a:pt x="3159" y="473"/>
                    <a:pt x="3283" y="1"/>
                  </a:cubicBezTo>
                  <a:lnTo>
                    <a:pt x="3283" y="1"/>
                  </a:lnTo>
                  <a:cubicBezTo>
                    <a:pt x="3283" y="1"/>
                    <a:pt x="2837" y="295"/>
                    <a:pt x="2695" y="919"/>
                  </a:cubicBezTo>
                  <a:cubicBezTo>
                    <a:pt x="2552" y="295"/>
                    <a:pt x="2106" y="1"/>
                    <a:pt x="2106" y="1"/>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194"/>
            <p:cNvSpPr/>
            <p:nvPr/>
          </p:nvSpPr>
          <p:spPr>
            <a:xfrm>
              <a:off x="-883922" y="3861478"/>
              <a:ext cx="391062" cy="306369"/>
            </a:xfrm>
            <a:custGeom>
              <a:rect b="b" l="l" r="r" t="t"/>
              <a:pathLst>
                <a:path extrusionOk="0" h="2517" w="3213">
                  <a:moveTo>
                    <a:pt x="1955" y="1"/>
                  </a:moveTo>
                  <a:cubicBezTo>
                    <a:pt x="1954" y="1"/>
                    <a:pt x="1687" y="179"/>
                    <a:pt x="1607" y="554"/>
                  </a:cubicBezTo>
                  <a:cubicBezTo>
                    <a:pt x="1517" y="179"/>
                    <a:pt x="1250" y="1"/>
                    <a:pt x="1250" y="1"/>
                  </a:cubicBezTo>
                  <a:lnTo>
                    <a:pt x="1250" y="1"/>
                  </a:lnTo>
                  <a:cubicBezTo>
                    <a:pt x="1330" y="286"/>
                    <a:pt x="1366" y="500"/>
                    <a:pt x="1366" y="500"/>
                  </a:cubicBezTo>
                  <a:cubicBezTo>
                    <a:pt x="1152" y="161"/>
                    <a:pt x="822" y="45"/>
                    <a:pt x="822" y="45"/>
                  </a:cubicBezTo>
                  <a:lnTo>
                    <a:pt x="822" y="45"/>
                  </a:lnTo>
                  <a:cubicBezTo>
                    <a:pt x="1196" y="304"/>
                    <a:pt x="1259" y="661"/>
                    <a:pt x="1259" y="661"/>
                  </a:cubicBezTo>
                  <a:cubicBezTo>
                    <a:pt x="1009" y="322"/>
                    <a:pt x="527" y="313"/>
                    <a:pt x="527" y="313"/>
                  </a:cubicBezTo>
                  <a:lnTo>
                    <a:pt x="527" y="313"/>
                  </a:lnTo>
                  <a:cubicBezTo>
                    <a:pt x="839" y="411"/>
                    <a:pt x="1045" y="688"/>
                    <a:pt x="1045" y="688"/>
                  </a:cubicBezTo>
                  <a:cubicBezTo>
                    <a:pt x="1045" y="688"/>
                    <a:pt x="866" y="545"/>
                    <a:pt x="590" y="518"/>
                  </a:cubicBezTo>
                  <a:cubicBezTo>
                    <a:pt x="536" y="513"/>
                    <a:pt x="488" y="511"/>
                    <a:pt x="444" y="511"/>
                  </a:cubicBezTo>
                  <a:cubicBezTo>
                    <a:pt x="271" y="511"/>
                    <a:pt x="179" y="545"/>
                    <a:pt x="179" y="545"/>
                  </a:cubicBezTo>
                  <a:cubicBezTo>
                    <a:pt x="661" y="563"/>
                    <a:pt x="822" y="777"/>
                    <a:pt x="822" y="777"/>
                  </a:cubicBezTo>
                  <a:cubicBezTo>
                    <a:pt x="711" y="743"/>
                    <a:pt x="601" y="736"/>
                    <a:pt x="522" y="736"/>
                  </a:cubicBezTo>
                  <a:cubicBezTo>
                    <a:pt x="455" y="736"/>
                    <a:pt x="411" y="741"/>
                    <a:pt x="411" y="741"/>
                  </a:cubicBezTo>
                  <a:cubicBezTo>
                    <a:pt x="732" y="795"/>
                    <a:pt x="875" y="964"/>
                    <a:pt x="875" y="964"/>
                  </a:cubicBezTo>
                  <a:cubicBezTo>
                    <a:pt x="875" y="964"/>
                    <a:pt x="720" y="917"/>
                    <a:pt x="551" y="917"/>
                  </a:cubicBezTo>
                  <a:cubicBezTo>
                    <a:pt x="467" y="917"/>
                    <a:pt x="378" y="929"/>
                    <a:pt x="304" y="964"/>
                  </a:cubicBezTo>
                  <a:cubicBezTo>
                    <a:pt x="90" y="1062"/>
                    <a:pt x="45" y="1259"/>
                    <a:pt x="45" y="1259"/>
                  </a:cubicBezTo>
                  <a:cubicBezTo>
                    <a:pt x="147" y="1132"/>
                    <a:pt x="313" y="1053"/>
                    <a:pt x="513" y="1053"/>
                  </a:cubicBezTo>
                  <a:cubicBezTo>
                    <a:pt x="523" y="1053"/>
                    <a:pt x="534" y="1053"/>
                    <a:pt x="545" y="1053"/>
                  </a:cubicBezTo>
                  <a:cubicBezTo>
                    <a:pt x="732" y="1053"/>
                    <a:pt x="822" y="1143"/>
                    <a:pt x="822" y="1143"/>
                  </a:cubicBezTo>
                  <a:cubicBezTo>
                    <a:pt x="822" y="1143"/>
                    <a:pt x="758" y="1130"/>
                    <a:pt x="663" y="1130"/>
                  </a:cubicBezTo>
                  <a:cubicBezTo>
                    <a:pt x="560" y="1130"/>
                    <a:pt x="421" y="1145"/>
                    <a:pt x="286" y="1205"/>
                  </a:cubicBezTo>
                  <a:cubicBezTo>
                    <a:pt x="37" y="1312"/>
                    <a:pt x="1" y="1517"/>
                    <a:pt x="1" y="1517"/>
                  </a:cubicBezTo>
                  <a:cubicBezTo>
                    <a:pt x="170" y="1330"/>
                    <a:pt x="465" y="1294"/>
                    <a:pt x="465" y="1294"/>
                  </a:cubicBezTo>
                  <a:lnTo>
                    <a:pt x="465" y="1294"/>
                  </a:lnTo>
                  <a:cubicBezTo>
                    <a:pt x="81" y="1482"/>
                    <a:pt x="19" y="1812"/>
                    <a:pt x="19" y="1812"/>
                  </a:cubicBezTo>
                  <a:cubicBezTo>
                    <a:pt x="144" y="1678"/>
                    <a:pt x="384" y="1607"/>
                    <a:pt x="384" y="1607"/>
                  </a:cubicBezTo>
                  <a:lnTo>
                    <a:pt x="384" y="1607"/>
                  </a:lnTo>
                  <a:cubicBezTo>
                    <a:pt x="126" y="1803"/>
                    <a:pt x="54" y="2079"/>
                    <a:pt x="54" y="2079"/>
                  </a:cubicBezTo>
                  <a:cubicBezTo>
                    <a:pt x="215" y="1847"/>
                    <a:pt x="518" y="1740"/>
                    <a:pt x="518" y="1740"/>
                  </a:cubicBezTo>
                  <a:lnTo>
                    <a:pt x="518" y="1740"/>
                  </a:lnTo>
                  <a:cubicBezTo>
                    <a:pt x="393" y="1901"/>
                    <a:pt x="349" y="2115"/>
                    <a:pt x="349" y="2115"/>
                  </a:cubicBezTo>
                  <a:cubicBezTo>
                    <a:pt x="545" y="1678"/>
                    <a:pt x="893" y="1607"/>
                    <a:pt x="893" y="1607"/>
                  </a:cubicBezTo>
                  <a:lnTo>
                    <a:pt x="893" y="1607"/>
                  </a:lnTo>
                  <a:cubicBezTo>
                    <a:pt x="554" y="1785"/>
                    <a:pt x="500" y="2249"/>
                    <a:pt x="500" y="2249"/>
                  </a:cubicBezTo>
                  <a:cubicBezTo>
                    <a:pt x="661" y="1812"/>
                    <a:pt x="973" y="1678"/>
                    <a:pt x="973" y="1678"/>
                  </a:cubicBezTo>
                  <a:lnTo>
                    <a:pt x="973" y="1678"/>
                  </a:lnTo>
                  <a:cubicBezTo>
                    <a:pt x="634" y="2053"/>
                    <a:pt x="768" y="2472"/>
                    <a:pt x="768" y="2472"/>
                  </a:cubicBezTo>
                  <a:cubicBezTo>
                    <a:pt x="768" y="2106"/>
                    <a:pt x="946" y="1919"/>
                    <a:pt x="946" y="1919"/>
                  </a:cubicBezTo>
                  <a:lnTo>
                    <a:pt x="946" y="1919"/>
                  </a:lnTo>
                  <a:cubicBezTo>
                    <a:pt x="866" y="2124"/>
                    <a:pt x="902" y="2293"/>
                    <a:pt x="902" y="2293"/>
                  </a:cubicBezTo>
                  <a:cubicBezTo>
                    <a:pt x="973" y="1901"/>
                    <a:pt x="1187" y="1749"/>
                    <a:pt x="1187" y="1749"/>
                  </a:cubicBezTo>
                  <a:lnTo>
                    <a:pt x="1187" y="1749"/>
                  </a:lnTo>
                  <a:cubicBezTo>
                    <a:pt x="1062" y="1972"/>
                    <a:pt x="1089" y="2329"/>
                    <a:pt x="1089" y="2329"/>
                  </a:cubicBezTo>
                  <a:cubicBezTo>
                    <a:pt x="1152" y="1928"/>
                    <a:pt x="1357" y="1696"/>
                    <a:pt x="1357" y="1696"/>
                  </a:cubicBezTo>
                  <a:lnTo>
                    <a:pt x="1357" y="1696"/>
                  </a:lnTo>
                  <a:cubicBezTo>
                    <a:pt x="1196" y="2088"/>
                    <a:pt x="1357" y="2517"/>
                    <a:pt x="1357" y="2517"/>
                  </a:cubicBezTo>
                  <a:cubicBezTo>
                    <a:pt x="1303" y="1830"/>
                    <a:pt x="1607" y="1624"/>
                    <a:pt x="1607" y="1624"/>
                  </a:cubicBezTo>
                  <a:cubicBezTo>
                    <a:pt x="1607" y="1624"/>
                    <a:pt x="1901" y="1830"/>
                    <a:pt x="1847" y="2517"/>
                  </a:cubicBezTo>
                  <a:cubicBezTo>
                    <a:pt x="1847" y="2517"/>
                    <a:pt x="2017" y="2088"/>
                    <a:pt x="1856" y="1696"/>
                  </a:cubicBezTo>
                  <a:lnTo>
                    <a:pt x="1856" y="1696"/>
                  </a:lnTo>
                  <a:cubicBezTo>
                    <a:pt x="1856" y="1696"/>
                    <a:pt x="2062" y="1928"/>
                    <a:pt x="2124" y="2329"/>
                  </a:cubicBezTo>
                  <a:cubicBezTo>
                    <a:pt x="2124" y="2329"/>
                    <a:pt x="2151" y="1972"/>
                    <a:pt x="2017" y="1749"/>
                  </a:cubicBezTo>
                  <a:lnTo>
                    <a:pt x="2017" y="1749"/>
                  </a:lnTo>
                  <a:cubicBezTo>
                    <a:pt x="2017" y="1749"/>
                    <a:pt x="2231" y="1901"/>
                    <a:pt x="2302" y="2293"/>
                  </a:cubicBezTo>
                  <a:cubicBezTo>
                    <a:pt x="2302" y="2293"/>
                    <a:pt x="2338" y="2124"/>
                    <a:pt x="2267" y="1919"/>
                  </a:cubicBezTo>
                  <a:lnTo>
                    <a:pt x="2267" y="1919"/>
                  </a:lnTo>
                  <a:cubicBezTo>
                    <a:pt x="2267" y="1919"/>
                    <a:pt x="2436" y="2106"/>
                    <a:pt x="2436" y="2472"/>
                  </a:cubicBezTo>
                  <a:cubicBezTo>
                    <a:pt x="2436" y="2472"/>
                    <a:pt x="2570" y="2053"/>
                    <a:pt x="2240" y="1678"/>
                  </a:cubicBezTo>
                  <a:lnTo>
                    <a:pt x="2240" y="1678"/>
                  </a:lnTo>
                  <a:cubicBezTo>
                    <a:pt x="2240" y="1678"/>
                    <a:pt x="2552" y="1812"/>
                    <a:pt x="2713" y="2249"/>
                  </a:cubicBezTo>
                  <a:cubicBezTo>
                    <a:pt x="2713" y="2249"/>
                    <a:pt x="2659" y="1785"/>
                    <a:pt x="2311" y="1607"/>
                  </a:cubicBezTo>
                  <a:lnTo>
                    <a:pt x="2311" y="1607"/>
                  </a:lnTo>
                  <a:cubicBezTo>
                    <a:pt x="2311" y="1607"/>
                    <a:pt x="2668" y="1678"/>
                    <a:pt x="2856" y="2115"/>
                  </a:cubicBezTo>
                  <a:cubicBezTo>
                    <a:pt x="2856" y="2115"/>
                    <a:pt x="2820" y="1901"/>
                    <a:pt x="2695" y="1740"/>
                  </a:cubicBezTo>
                  <a:lnTo>
                    <a:pt x="2695" y="1740"/>
                  </a:lnTo>
                  <a:cubicBezTo>
                    <a:pt x="2695" y="1740"/>
                    <a:pt x="2989" y="1847"/>
                    <a:pt x="3159" y="2079"/>
                  </a:cubicBezTo>
                  <a:cubicBezTo>
                    <a:pt x="3159" y="2079"/>
                    <a:pt x="3079" y="1803"/>
                    <a:pt x="2829" y="1607"/>
                  </a:cubicBezTo>
                  <a:lnTo>
                    <a:pt x="2829" y="1607"/>
                  </a:lnTo>
                  <a:cubicBezTo>
                    <a:pt x="2829" y="1607"/>
                    <a:pt x="3070" y="1678"/>
                    <a:pt x="3195" y="1812"/>
                  </a:cubicBezTo>
                  <a:cubicBezTo>
                    <a:pt x="3195" y="1812"/>
                    <a:pt x="3132" y="1482"/>
                    <a:pt x="2740" y="1294"/>
                  </a:cubicBezTo>
                  <a:lnTo>
                    <a:pt x="2740" y="1294"/>
                  </a:lnTo>
                  <a:cubicBezTo>
                    <a:pt x="2740" y="1294"/>
                    <a:pt x="3043" y="1330"/>
                    <a:pt x="3212" y="1517"/>
                  </a:cubicBezTo>
                  <a:cubicBezTo>
                    <a:pt x="3212" y="1517"/>
                    <a:pt x="3177" y="1312"/>
                    <a:pt x="2927" y="1205"/>
                  </a:cubicBezTo>
                  <a:cubicBezTo>
                    <a:pt x="2792" y="1145"/>
                    <a:pt x="2653" y="1130"/>
                    <a:pt x="2550" y="1130"/>
                  </a:cubicBezTo>
                  <a:cubicBezTo>
                    <a:pt x="2455" y="1130"/>
                    <a:pt x="2392" y="1143"/>
                    <a:pt x="2392" y="1143"/>
                  </a:cubicBezTo>
                  <a:cubicBezTo>
                    <a:pt x="2392" y="1143"/>
                    <a:pt x="2481" y="1053"/>
                    <a:pt x="2668" y="1053"/>
                  </a:cubicBezTo>
                  <a:cubicBezTo>
                    <a:pt x="2679" y="1053"/>
                    <a:pt x="2690" y="1053"/>
                    <a:pt x="2700" y="1053"/>
                  </a:cubicBezTo>
                  <a:cubicBezTo>
                    <a:pt x="2900" y="1053"/>
                    <a:pt x="3066" y="1132"/>
                    <a:pt x="3168" y="1259"/>
                  </a:cubicBezTo>
                  <a:cubicBezTo>
                    <a:pt x="3168" y="1259"/>
                    <a:pt x="3123" y="1062"/>
                    <a:pt x="2900" y="964"/>
                  </a:cubicBezTo>
                  <a:cubicBezTo>
                    <a:pt x="2826" y="929"/>
                    <a:pt x="2738" y="917"/>
                    <a:pt x="2653" y="917"/>
                  </a:cubicBezTo>
                  <a:cubicBezTo>
                    <a:pt x="2484" y="917"/>
                    <a:pt x="2329" y="964"/>
                    <a:pt x="2329" y="964"/>
                  </a:cubicBezTo>
                  <a:cubicBezTo>
                    <a:pt x="2329" y="964"/>
                    <a:pt x="2472" y="795"/>
                    <a:pt x="2802" y="741"/>
                  </a:cubicBezTo>
                  <a:cubicBezTo>
                    <a:pt x="2802" y="741"/>
                    <a:pt x="2756" y="736"/>
                    <a:pt x="2688" y="736"/>
                  </a:cubicBezTo>
                  <a:cubicBezTo>
                    <a:pt x="2608" y="736"/>
                    <a:pt x="2497" y="743"/>
                    <a:pt x="2392" y="777"/>
                  </a:cubicBezTo>
                  <a:cubicBezTo>
                    <a:pt x="2392" y="777"/>
                    <a:pt x="2552" y="563"/>
                    <a:pt x="3025" y="545"/>
                  </a:cubicBezTo>
                  <a:cubicBezTo>
                    <a:pt x="3025" y="545"/>
                    <a:pt x="2934" y="511"/>
                    <a:pt x="2760" y="511"/>
                  </a:cubicBezTo>
                  <a:cubicBezTo>
                    <a:pt x="2717" y="511"/>
                    <a:pt x="2668" y="513"/>
                    <a:pt x="2615" y="518"/>
                  </a:cubicBezTo>
                  <a:cubicBezTo>
                    <a:pt x="2347" y="545"/>
                    <a:pt x="2169" y="688"/>
                    <a:pt x="2169" y="688"/>
                  </a:cubicBezTo>
                  <a:cubicBezTo>
                    <a:pt x="2169" y="688"/>
                    <a:pt x="2374" y="411"/>
                    <a:pt x="2686" y="313"/>
                  </a:cubicBezTo>
                  <a:lnTo>
                    <a:pt x="2686" y="313"/>
                  </a:lnTo>
                  <a:cubicBezTo>
                    <a:pt x="2686" y="313"/>
                    <a:pt x="2195" y="322"/>
                    <a:pt x="1946" y="661"/>
                  </a:cubicBezTo>
                  <a:cubicBezTo>
                    <a:pt x="1946" y="661"/>
                    <a:pt x="2017" y="304"/>
                    <a:pt x="2392" y="45"/>
                  </a:cubicBezTo>
                  <a:lnTo>
                    <a:pt x="2392" y="45"/>
                  </a:lnTo>
                  <a:cubicBezTo>
                    <a:pt x="2392" y="45"/>
                    <a:pt x="2053" y="161"/>
                    <a:pt x="1847" y="500"/>
                  </a:cubicBezTo>
                  <a:cubicBezTo>
                    <a:pt x="1847" y="500"/>
                    <a:pt x="1883" y="286"/>
                    <a:pt x="1955"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58" name="Google Shape;12558;p194"/>
            <p:cNvGrpSpPr/>
            <p:nvPr/>
          </p:nvGrpSpPr>
          <p:grpSpPr>
            <a:xfrm>
              <a:off x="-740564" y="3145131"/>
              <a:ext cx="788459" cy="2030640"/>
              <a:chOff x="4025327" y="4080797"/>
              <a:chExt cx="659136" cy="1697576"/>
            </a:xfrm>
          </p:grpSpPr>
          <p:sp>
            <p:nvSpPr>
              <p:cNvPr id="12559" name="Google Shape;12559;p194"/>
              <p:cNvSpPr/>
              <p:nvPr/>
            </p:nvSpPr>
            <p:spPr>
              <a:xfrm>
                <a:off x="4302184" y="4412109"/>
                <a:ext cx="105413" cy="1366264"/>
              </a:xfrm>
              <a:custGeom>
                <a:rect b="b" l="l" r="r" t="t"/>
                <a:pathLst>
                  <a:path extrusionOk="0" h="13427" w="1036">
                    <a:moveTo>
                      <a:pt x="250" y="0"/>
                    </a:moveTo>
                    <a:cubicBezTo>
                      <a:pt x="250" y="0"/>
                      <a:pt x="0" y="670"/>
                      <a:pt x="250" y="2106"/>
                    </a:cubicBezTo>
                    <a:cubicBezTo>
                      <a:pt x="437" y="3212"/>
                      <a:pt x="250" y="13427"/>
                      <a:pt x="250" y="13427"/>
                    </a:cubicBezTo>
                    <a:lnTo>
                      <a:pt x="785" y="13427"/>
                    </a:lnTo>
                    <a:cubicBezTo>
                      <a:pt x="785" y="13427"/>
                      <a:pt x="598" y="3212"/>
                      <a:pt x="785" y="2106"/>
                    </a:cubicBezTo>
                    <a:cubicBezTo>
                      <a:pt x="1035" y="670"/>
                      <a:pt x="785" y="0"/>
                      <a:pt x="785" y="0"/>
                    </a:cubicBez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194"/>
              <p:cNvSpPr/>
              <p:nvPr/>
            </p:nvSpPr>
            <p:spPr>
              <a:xfrm>
                <a:off x="4346648" y="4412109"/>
                <a:ext cx="60948" cy="1366264"/>
              </a:xfrm>
              <a:custGeom>
                <a:rect b="b" l="l" r="r" t="t"/>
                <a:pathLst>
                  <a:path extrusionOk="0" h="13427" w="599">
                    <a:moveTo>
                      <a:pt x="188" y="0"/>
                    </a:moveTo>
                    <a:cubicBezTo>
                      <a:pt x="188" y="0"/>
                      <a:pt x="429" y="670"/>
                      <a:pt x="188" y="2106"/>
                    </a:cubicBezTo>
                    <a:cubicBezTo>
                      <a:pt x="0" y="3212"/>
                      <a:pt x="188" y="13427"/>
                      <a:pt x="188" y="13427"/>
                    </a:cubicBezTo>
                    <a:lnTo>
                      <a:pt x="348" y="13427"/>
                    </a:lnTo>
                    <a:cubicBezTo>
                      <a:pt x="348" y="13427"/>
                      <a:pt x="161" y="3212"/>
                      <a:pt x="348" y="2106"/>
                    </a:cubicBezTo>
                    <a:cubicBezTo>
                      <a:pt x="598" y="670"/>
                      <a:pt x="348" y="0"/>
                      <a:pt x="348" y="0"/>
                    </a:cubicBez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194"/>
              <p:cNvSpPr/>
              <p:nvPr/>
            </p:nvSpPr>
            <p:spPr>
              <a:xfrm>
                <a:off x="4025327" y="4080797"/>
                <a:ext cx="659136" cy="514779"/>
              </a:xfrm>
              <a:custGeom>
                <a:rect b="b" l="l" r="r" t="t"/>
                <a:pathLst>
                  <a:path extrusionOk="0" h="5059" w="6478">
                    <a:moveTo>
                      <a:pt x="2525" y="0"/>
                    </a:moveTo>
                    <a:cubicBezTo>
                      <a:pt x="2686" y="562"/>
                      <a:pt x="2757" y="1008"/>
                      <a:pt x="2757" y="1008"/>
                    </a:cubicBezTo>
                    <a:cubicBezTo>
                      <a:pt x="2329" y="304"/>
                      <a:pt x="1660" y="81"/>
                      <a:pt x="1660" y="81"/>
                    </a:cubicBezTo>
                    <a:lnTo>
                      <a:pt x="1660" y="81"/>
                    </a:lnTo>
                    <a:cubicBezTo>
                      <a:pt x="2409" y="598"/>
                      <a:pt x="2552" y="1321"/>
                      <a:pt x="2552" y="1321"/>
                    </a:cubicBezTo>
                    <a:cubicBezTo>
                      <a:pt x="2043" y="634"/>
                      <a:pt x="1062" y="625"/>
                      <a:pt x="1062" y="625"/>
                    </a:cubicBezTo>
                    <a:lnTo>
                      <a:pt x="1062" y="625"/>
                    </a:lnTo>
                    <a:cubicBezTo>
                      <a:pt x="1695" y="821"/>
                      <a:pt x="2106" y="1365"/>
                      <a:pt x="2106" y="1365"/>
                    </a:cubicBezTo>
                    <a:cubicBezTo>
                      <a:pt x="2106" y="1365"/>
                      <a:pt x="1740" y="1080"/>
                      <a:pt x="1196" y="1035"/>
                    </a:cubicBezTo>
                    <a:cubicBezTo>
                      <a:pt x="1095" y="1025"/>
                      <a:pt x="1004" y="1021"/>
                      <a:pt x="921" y="1021"/>
                    </a:cubicBezTo>
                    <a:cubicBezTo>
                      <a:pt x="564" y="1021"/>
                      <a:pt x="375" y="1098"/>
                      <a:pt x="375" y="1098"/>
                    </a:cubicBezTo>
                    <a:cubicBezTo>
                      <a:pt x="1330" y="1115"/>
                      <a:pt x="1660" y="1561"/>
                      <a:pt x="1660" y="1561"/>
                    </a:cubicBezTo>
                    <a:cubicBezTo>
                      <a:pt x="1432" y="1487"/>
                      <a:pt x="1198" y="1471"/>
                      <a:pt x="1036" y="1471"/>
                    </a:cubicBezTo>
                    <a:cubicBezTo>
                      <a:pt x="906" y="1471"/>
                      <a:pt x="821" y="1481"/>
                      <a:pt x="821" y="1481"/>
                    </a:cubicBezTo>
                    <a:cubicBezTo>
                      <a:pt x="1481" y="1588"/>
                      <a:pt x="1776" y="1927"/>
                      <a:pt x="1776" y="1927"/>
                    </a:cubicBezTo>
                    <a:cubicBezTo>
                      <a:pt x="1776" y="1927"/>
                      <a:pt x="1462" y="1836"/>
                      <a:pt x="1122" y="1836"/>
                    </a:cubicBezTo>
                    <a:cubicBezTo>
                      <a:pt x="951" y="1836"/>
                      <a:pt x="774" y="1859"/>
                      <a:pt x="625" y="1927"/>
                    </a:cubicBezTo>
                    <a:cubicBezTo>
                      <a:pt x="179" y="2124"/>
                      <a:pt x="90" y="2525"/>
                      <a:pt x="90" y="2525"/>
                    </a:cubicBezTo>
                    <a:cubicBezTo>
                      <a:pt x="302" y="2270"/>
                      <a:pt x="635" y="2104"/>
                      <a:pt x="1036" y="2104"/>
                    </a:cubicBezTo>
                    <a:cubicBezTo>
                      <a:pt x="1057" y="2104"/>
                      <a:pt x="1077" y="2105"/>
                      <a:pt x="1098" y="2106"/>
                    </a:cubicBezTo>
                    <a:cubicBezTo>
                      <a:pt x="1472" y="2124"/>
                      <a:pt x="1660" y="2284"/>
                      <a:pt x="1660" y="2284"/>
                    </a:cubicBezTo>
                    <a:cubicBezTo>
                      <a:pt x="1660" y="2284"/>
                      <a:pt x="1549" y="2266"/>
                      <a:pt x="1380" y="2266"/>
                    </a:cubicBezTo>
                    <a:cubicBezTo>
                      <a:pt x="1169" y="2266"/>
                      <a:pt x="868" y="2294"/>
                      <a:pt x="580" y="2418"/>
                    </a:cubicBezTo>
                    <a:cubicBezTo>
                      <a:pt x="72" y="2641"/>
                      <a:pt x="0" y="3051"/>
                      <a:pt x="0" y="3051"/>
                    </a:cubicBezTo>
                    <a:cubicBezTo>
                      <a:pt x="339" y="2668"/>
                      <a:pt x="946" y="2596"/>
                      <a:pt x="946" y="2596"/>
                    </a:cubicBezTo>
                    <a:lnTo>
                      <a:pt x="946" y="2596"/>
                    </a:lnTo>
                    <a:cubicBezTo>
                      <a:pt x="170" y="2980"/>
                      <a:pt x="45" y="3640"/>
                      <a:pt x="45" y="3640"/>
                    </a:cubicBezTo>
                    <a:cubicBezTo>
                      <a:pt x="295" y="3381"/>
                      <a:pt x="776" y="3230"/>
                      <a:pt x="777" y="3230"/>
                    </a:cubicBezTo>
                    <a:lnTo>
                      <a:pt x="777" y="3230"/>
                    </a:lnTo>
                    <a:cubicBezTo>
                      <a:pt x="268" y="3622"/>
                      <a:pt x="107" y="4184"/>
                      <a:pt x="107" y="4184"/>
                    </a:cubicBezTo>
                    <a:cubicBezTo>
                      <a:pt x="446" y="3720"/>
                      <a:pt x="1053" y="3506"/>
                      <a:pt x="1053" y="3506"/>
                    </a:cubicBezTo>
                    <a:lnTo>
                      <a:pt x="1053" y="3506"/>
                    </a:lnTo>
                    <a:cubicBezTo>
                      <a:pt x="794" y="3827"/>
                      <a:pt x="714" y="4256"/>
                      <a:pt x="714" y="4256"/>
                    </a:cubicBezTo>
                    <a:cubicBezTo>
                      <a:pt x="1107" y="3364"/>
                      <a:pt x="1811" y="3230"/>
                      <a:pt x="1811" y="3230"/>
                    </a:cubicBezTo>
                    <a:lnTo>
                      <a:pt x="1811" y="3230"/>
                    </a:lnTo>
                    <a:cubicBezTo>
                      <a:pt x="1124" y="3587"/>
                      <a:pt x="1009" y="4514"/>
                      <a:pt x="1009" y="4514"/>
                    </a:cubicBezTo>
                    <a:cubicBezTo>
                      <a:pt x="1339" y="3640"/>
                      <a:pt x="1963" y="3381"/>
                      <a:pt x="1963" y="3381"/>
                    </a:cubicBezTo>
                    <a:lnTo>
                      <a:pt x="1963" y="3381"/>
                    </a:lnTo>
                    <a:cubicBezTo>
                      <a:pt x="1285" y="4122"/>
                      <a:pt x="1553" y="4969"/>
                      <a:pt x="1553" y="4969"/>
                    </a:cubicBezTo>
                    <a:cubicBezTo>
                      <a:pt x="1553" y="4238"/>
                      <a:pt x="1909" y="3854"/>
                      <a:pt x="1910" y="3854"/>
                    </a:cubicBezTo>
                    <a:lnTo>
                      <a:pt x="1910" y="3854"/>
                    </a:lnTo>
                    <a:cubicBezTo>
                      <a:pt x="1758" y="4265"/>
                      <a:pt x="1829" y="4604"/>
                      <a:pt x="1829" y="4604"/>
                    </a:cubicBezTo>
                    <a:cubicBezTo>
                      <a:pt x="1972" y="3828"/>
                      <a:pt x="2400" y="3506"/>
                      <a:pt x="2400" y="3506"/>
                    </a:cubicBezTo>
                    <a:lnTo>
                      <a:pt x="2400" y="3506"/>
                    </a:lnTo>
                    <a:cubicBezTo>
                      <a:pt x="2150" y="3970"/>
                      <a:pt x="2195" y="4684"/>
                      <a:pt x="2195" y="4684"/>
                    </a:cubicBezTo>
                    <a:cubicBezTo>
                      <a:pt x="2320" y="3872"/>
                      <a:pt x="2730" y="3408"/>
                      <a:pt x="2730" y="3408"/>
                    </a:cubicBezTo>
                    <a:lnTo>
                      <a:pt x="2730" y="3408"/>
                    </a:lnTo>
                    <a:cubicBezTo>
                      <a:pt x="2409" y="4202"/>
                      <a:pt x="2739" y="5059"/>
                      <a:pt x="2739" y="5059"/>
                    </a:cubicBezTo>
                    <a:cubicBezTo>
                      <a:pt x="2641" y="3685"/>
                      <a:pt x="3239" y="3256"/>
                      <a:pt x="3239" y="3256"/>
                    </a:cubicBezTo>
                    <a:cubicBezTo>
                      <a:pt x="3239" y="3256"/>
                      <a:pt x="3836" y="3685"/>
                      <a:pt x="3738" y="5059"/>
                    </a:cubicBezTo>
                    <a:cubicBezTo>
                      <a:pt x="3738" y="5059"/>
                      <a:pt x="4068" y="4202"/>
                      <a:pt x="3747" y="3408"/>
                    </a:cubicBezTo>
                    <a:lnTo>
                      <a:pt x="3747" y="3408"/>
                    </a:lnTo>
                    <a:cubicBezTo>
                      <a:pt x="3747" y="3408"/>
                      <a:pt x="4158" y="3872"/>
                      <a:pt x="4283" y="4684"/>
                    </a:cubicBezTo>
                    <a:cubicBezTo>
                      <a:pt x="4283" y="4684"/>
                      <a:pt x="4327" y="3970"/>
                      <a:pt x="4077" y="3506"/>
                    </a:cubicBezTo>
                    <a:lnTo>
                      <a:pt x="4077" y="3506"/>
                    </a:lnTo>
                    <a:cubicBezTo>
                      <a:pt x="4077" y="3506"/>
                      <a:pt x="4506" y="3828"/>
                      <a:pt x="4648" y="4604"/>
                    </a:cubicBezTo>
                    <a:cubicBezTo>
                      <a:pt x="4648" y="4604"/>
                      <a:pt x="4720" y="4265"/>
                      <a:pt x="4568" y="3854"/>
                    </a:cubicBezTo>
                    <a:lnTo>
                      <a:pt x="4568" y="3854"/>
                    </a:lnTo>
                    <a:cubicBezTo>
                      <a:pt x="4568" y="3854"/>
                      <a:pt x="4925" y="4238"/>
                      <a:pt x="4925" y="4969"/>
                    </a:cubicBezTo>
                    <a:cubicBezTo>
                      <a:pt x="4925" y="4969"/>
                      <a:pt x="5192" y="4122"/>
                      <a:pt x="4514" y="3381"/>
                    </a:cubicBezTo>
                    <a:lnTo>
                      <a:pt x="4514" y="3381"/>
                    </a:lnTo>
                    <a:cubicBezTo>
                      <a:pt x="4515" y="3381"/>
                      <a:pt x="5139" y="3640"/>
                      <a:pt x="5469" y="4514"/>
                    </a:cubicBezTo>
                    <a:cubicBezTo>
                      <a:pt x="5469" y="4514"/>
                      <a:pt x="5353" y="3587"/>
                      <a:pt x="4666" y="3230"/>
                    </a:cubicBezTo>
                    <a:lnTo>
                      <a:pt x="4666" y="3230"/>
                    </a:lnTo>
                    <a:cubicBezTo>
                      <a:pt x="4666" y="3230"/>
                      <a:pt x="5371" y="3364"/>
                      <a:pt x="5763" y="4256"/>
                    </a:cubicBezTo>
                    <a:cubicBezTo>
                      <a:pt x="5763" y="4256"/>
                      <a:pt x="5683" y="3827"/>
                      <a:pt x="5424" y="3506"/>
                    </a:cubicBezTo>
                    <a:lnTo>
                      <a:pt x="5424" y="3506"/>
                    </a:lnTo>
                    <a:cubicBezTo>
                      <a:pt x="5425" y="3506"/>
                      <a:pt x="6031" y="3720"/>
                      <a:pt x="6370" y="4184"/>
                    </a:cubicBezTo>
                    <a:cubicBezTo>
                      <a:pt x="6370" y="4184"/>
                      <a:pt x="6209" y="3622"/>
                      <a:pt x="5701" y="3230"/>
                    </a:cubicBezTo>
                    <a:lnTo>
                      <a:pt x="5701" y="3230"/>
                    </a:lnTo>
                    <a:cubicBezTo>
                      <a:pt x="5701" y="3230"/>
                      <a:pt x="6183" y="3381"/>
                      <a:pt x="6433" y="3640"/>
                    </a:cubicBezTo>
                    <a:cubicBezTo>
                      <a:pt x="6433" y="3640"/>
                      <a:pt x="6308" y="2980"/>
                      <a:pt x="5531" y="2596"/>
                    </a:cubicBezTo>
                    <a:lnTo>
                      <a:pt x="5531" y="2596"/>
                    </a:lnTo>
                    <a:cubicBezTo>
                      <a:pt x="5532" y="2596"/>
                      <a:pt x="6138" y="2668"/>
                      <a:pt x="6477" y="3051"/>
                    </a:cubicBezTo>
                    <a:cubicBezTo>
                      <a:pt x="6477" y="3051"/>
                      <a:pt x="6406" y="2641"/>
                      <a:pt x="5888" y="2418"/>
                    </a:cubicBezTo>
                    <a:cubicBezTo>
                      <a:pt x="5606" y="2294"/>
                      <a:pt x="5307" y="2266"/>
                      <a:pt x="5097" y="2266"/>
                    </a:cubicBezTo>
                    <a:cubicBezTo>
                      <a:pt x="4929" y="2266"/>
                      <a:pt x="4818" y="2284"/>
                      <a:pt x="4818" y="2284"/>
                    </a:cubicBezTo>
                    <a:cubicBezTo>
                      <a:pt x="4818" y="2284"/>
                      <a:pt x="5005" y="2124"/>
                      <a:pt x="5380" y="2106"/>
                    </a:cubicBezTo>
                    <a:cubicBezTo>
                      <a:pt x="5400" y="2105"/>
                      <a:pt x="5421" y="2104"/>
                      <a:pt x="5441" y="2104"/>
                    </a:cubicBezTo>
                    <a:cubicBezTo>
                      <a:pt x="5842" y="2104"/>
                      <a:pt x="6176" y="2270"/>
                      <a:pt x="6388" y="2525"/>
                    </a:cubicBezTo>
                    <a:cubicBezTo>
                      <a:pt x="6388" y="2525"/>
                      <a:pt x="6299" y="2124"/>
                      <a:pt x="5853" y="1927"/>
                    </a:cubicBezTo>
                    <a:cubicBezTo>
                      <a:pt x="5704" y="1859"/>
                      <a:pt x="5527" y="1836"/>
                      <a:pt x="5356" y="1836"/>
                    </a:cubicBezTo>
                    <a:cubicBezTo>
                      <a:pt x="5015" y="1836"/>
                      <a:pt x="4702" y="1927"/>
                      <a:pt x="4702" y="1927"/>
                    </a:cubicBezTo>
                    <a:cubicBezTo>
                      <a:pt x="4702" y="1927"/>
                      <a:pt x="4987" y="1588"/>
                      <a:pt x="5656" y="1481"/>
                    </a:cubicBezTo>
                    <a:cubicBezTo>
                      <a:pt x="5656" y="1481"/>
                      <a:pt x="5572" y="1471"/>
                      <a:pt x="5442" y="1471"/>
                    </a:cubicBezTo>
                    <a:cubicBezTo>
                      <a:pt x="5279" y="1471"/>
                      <a:pt x="5046" y="1487"/>
                      <a:pt x="4818" y="1561"/>
                    </a:cubicBezTo>
                    <a:cubicBezTo>
                      <a:pt x="4818" y="1561"/>
                      <a:pt x="5148" y="1115"/>
                      <a:pt x="6102" y="1098"/>
                    </a:cubicBezTo>
                    <a:cubicBezTo>
                      <a:pt x="6102" y="1098"/>
                      <a:pt x="5914" y="1021"/>
                      <a:pt x="5551" y="1021"/>
                    </a:cubicBezTo>
                    <a:cubicBezTo>
                      <a:pt x="5468" y="1021"/>
                      <a:pt x="5375" y="1025"/>
                      <a:pt x="5273" y="1035"/>
                    </a:cubicBezTo>
                    <a:cubicBezTo>
                      <a:pt x="4738" y="1080"/>
                      <a:pt x="4372" y="1365"/>
                      <a:pt x="4372" y="1365"/>
                    </a:cubicBezTo>
                    <a:cubicBezTo>
                      <a:pt x="4372" y="1365"/>
                      <a:pt x="4782" y="821"/>
                      <a:pt x="5416" y="625"/>
                    </a:cubicBezTo>
                    <a:lnTo>
                      <a:pt x="5416" y="625"/>
                    </a:lnTo>
                    <a:cubicBezTo>
                      <a:pt x="5415" y="625"/>
                      <a:pt x="4434" y="634"/>
                      <a:pt x="3926" y="1321"/>
                    </a:cubicBezTo>
                    <a:cubicBezTo>
                      <a:pt x="3926" y="1321"/>
                      <a:pt x="4068" y="598"/>
                      <a:pt x="4818" y="81"/>
                    </a:cubicBezTo>
                    <a:lnTo>
                      <a:pt x="4818" y="81"/>
                    </a:lnTo>
                    <a:cubicBezTo>
                      <a:pt x="4818" y="81"/>
                      <a:pt x="4149" y="304"/>
                      <a:pt x="3721" y="1008"/>
                    </a:cubicBezTo>
                    <a:cubicBezTo>
                      <a:pt x="3721" y="1008"/>
                      <a:pt x="3792" y="562"/>
                      <a:pt x="3952" y="0"/>
                    </a:cubicBezTo>
                    <a:lnTo>
                      <a:pt x="3952" y="0"/>
                    </a:lnTo>
                    <a:cubicBezTo>
                      <a:pt x="3952" y="0"/>
                      <a:pt x="3408" y="348"/>
                      <a:pt x="3239" y="1107"/>
                    </a:cubicBezTo>
                    <a:cubicBezTo>
                      <a:pt x="3069" y="348"/>
                      <a:pt x="2525" y="0"/>
                      <a:pt x="2525" y="0"/>
                    </a:cubicBezTo>
                    <a:close/>
                  </a:path>
                </a:pathLst>
              </a:custGeom>
              <a:solidFill>
                <a:srgbClr val="636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194"/>
              <p:cNvSpPr/>
              <p:nvPr/>
            </p:nvSpPr>
            <p:spPr>
              <a:xfrm>
                <a:off x="4158719" y="4201478"/>
                <a:ext cx="392246" cy="307911"/>
              </a:xfrm>
              <a:custGeom>
                <a:rect b="b" l="l" r="r" t="t"/>
                <a:pathLst>
                  <a:path extrusionOk="0" h="3026" w="3855">
                    <a:moveTo>
                      <a:pt x="1500" y="1"/>
                    </a:moveTo>
                    <a:cubicBezTo>
                      <a:pt x="1598" y="340"/>
                      <a:pt x="1633" y="607"/>
                      <a:pt x="1633" y="607"/>
                    </a:cubicBezTo>
                    <a:cubicBezTo>
                      <a:pt x="1384" y="188"/>
                      <a:pt x="982" y="54"/>
                      <a:pt x="982" y="54"/>
                    </a:cubicBezTo>
                    <a:lnTo>
                      <a:pt x="982" y="54"/>
                    </a:lnTo>
                    <a:cubicBezTo>
                      <a:pt x="1428" y="358"/>
                      <a:pt x="1517" y="795"/>
                      <a:pt x="1517" y="795"/>
                    </a:cubicBezTo>
                    <a:cubicBezTo>
                      <a:pt x="1214" y="384"/>
                      <a:pt x="634" y="375"/>
                      <a:pt x="634" y="375"/>
                    </a:cubicBezTo>
                    <a:lnTo>
                      <a:pt x="634" y="375"/>
                    </a:lnTo>
                    <a:cubicBezTo>
                      <a:pt x="1000" y="491"/>
                      <a:pt x="1250" y="822"/>
                      <a:pt x="1250" y="822"/>
                    </a:cubicBezTo>
                    <a:cubicBezTo>
                      <a:pt x="1250" y="822"/>
                      <a:pt x="1036" y="652"/>
                      <a:pt x="715" y="625"/>
                    </a:cubicBezTo>
                    <a:cubicBezTo>
                      <a:pt x="648" y="618"/>
                      <a:pt x="589" y="615"/>
                      <a:pt x="536" y="615"/>
                    </a:cubicBezTo>
                    <a:cubicBezTo>
                      <a:pt x="323" y="615"/>
                      <a:pt x="215" y="661"/>
                      <a:pt x="215" y="661"/>
                    </a:cubicBezTo>
                    <a:cubicBezTo>
                      <a:pt x="786" y="670"/>
                      <a:pt x="982" y="938"/>
                      <a:pt x="982" y="938"/>
                    </a:cubicBezTo>
                    <a:cubicBezTo>
                      <a:pt x="838" y="889"/>
                      <a:pt x="690" y="880"/>
                      <a:pt x="595" y="880"/>
                    </a:cubicBezTo>
                    <a:cubicBezTo>
                      <a:pt x="531" y="880"/>
                      <a:pt x="491" y="884"/>
                      <a:pt x="491" y="884"/>
                    </a:cubicBezTo>
                    <a:cubicBezTo>
                      <a:pt x="884" y="955"/>
                      <a:pt x="1054" y="1152"/>
                      <a:pt x="1054" y="1152"/>
                    </a:cubicBezTo>
                    <a:cubicBezTo>
                      <a:pt x="1054" y="1152"/>
                      <a:pt x="867" y="1100"/>
                      <a:pt x="664" y="1100"/>
                    </a:cubicBezTo>
                    <a:cubicBezTo>
                      <a:pt x="562" y="1100"/>
                      <a:pt x="456" y="1113"/>
                      <a:pt x="367" y="1152"/>
                    </a:cubicBezTo>
                    <a:cubicBezTo>
                      <a:pt x="99" y="1277"/>
                      <a:pt x="54" y="1508"/>
                      <a:pt x="54" y="1508"/>
                    </a:cubicBezTo>
                    <a:cubicBezTo>
                      <a:pt x="174" y="1355"/>
                      <a:pt x="376" y="1258"/>
                      <a:pt x="620" y="1258"/>
                    </a:cubicBezTo>
                    <a:cubicBezTo>
                      <a:pt x="630" y="1258"/>
                      <a:pt x="641" y="1258"/>
                      <a:pt x="652" y="1259"/>
                    </a:cubicBezTo>
                    <a:cubicBezTo>
                      <a:pt x="875" y="1268"/>
                      <a:pt x="982" y="1366"/>
                      <a:pt x="982" y="1366"/>
                    </a:cubicBezTo>
                    <a:cubicBezTo>
                      <a:pt x="982" y="1366"/>
                      <a:pt x="917" y="1355"/>
                      <a:pt x="817" y="1355"/>
                    </a:cubicBezTo>
                    <a:cubicBezTo>
                      <a:pt x="692" y="1355"/>
                      <a:pt x="513" y="1372"/>
                      <a:pt x="340" y="1446"/>
                    </a:cubicBezTo>
                    <a:cubicBezTo>
                      <a:pt x="37" y="1580"/>
                      <a:pt x="1" y="1821"/>
                      <a:pt x="1" y="1821"/>
                    </a:cubicBezTo>
                    <a:cubicBezTo>
                      <a:pt x="197" y="1598"/>
                      <a:pt x="563" y="1553"/>
                      <a:pt x="563" y="1553"/>
                    </a:cubicBezTo>
                    <a:lnTo>
                      <a:pt x="563" y="1553"/>
                    </a:lnTo>
                    <a:cubicBezTo>
                      <a:pt x="99" y="1785"/>
                      <a:pt x="19" y="2178"/>
                      <a:pt x="19" y="2178"/>
                    </a:cubicBezTo>
                    <a:cubicBezTo>
                      <a:pt x="170" y="2017"/>
                      <a:pt x="456" y="1928"/>
                      <a:pt x="456" y="1928"/>
                    </a:cubicBezTo>
                    <a:lnTo>
                      <a:pt x="456" y="1928"/>
                    </a:lnTo>
                    <a:cubicBezTo>
                      <a:pt x="152" y="2169"/>
                      <a:pt x="54" y="2499"/>
                      <a:pt x="54" y="2499"/>
                    </a:cubicBezTo>
                    <a:cubicBezTo>
                      <a:pt x="260" y="2222"/>
                      <a:pt x="625" y="2097"/>
                      <a:pt x="625" y="2097"/>
                    </a:cubicBezTo>
                    <a:lnTo>
                      <a:pt x="625" y="2097"/>
                    </a:lnTo>
                    <a:cubicBezTo>
                      <a:pt x="465" y="2285"/>
                      <a:pt x="420" y="2543"/>
                      <a:pt x="420" y="2543"/>
                    </a:cubicBezTo>
                    <a:cubicBezTo>
                      <a:pt x="652" y="2017"/>
                      <a:pt x="1080" y="1928"/>
                      <a:pt x="1080" y="1928"/>
                    </a:cubicBezTo>
                    <a:lnTo>
                      <a:pt x="1080" y="1928"/>
                    </a:lnTo>
                    <a:cubicBezTo>
                      <a:pt x="661" y="2142"/>
                      <a:pt x="599" y="2695"/>
                      <a:pt x="599" y="2695"/>
                    </a:cubicBezTo>
                    <a:cubicBezTo>
                      <a:pt x="795" y="2178"/>
                      <a:pt x="1169" y="2017"/>
                      <a:pt x="1169" y="2017"/>
                    </a:cubicBezTo>
                    <a:lnTo>
                      <a:pt x="1169" y="2017"/>
                    </a:lnTo>
                    <a:cubicBezTo>
                      <a:pt x="759" y="2463"/>
                      <a:pt x="920" y="2971"/>
                      <a:pt x="920" y="2971"/>
                    </a:cubicBezTo>
                    <a:cubicBezTo>
                      <a:pt x="920" y="2534"/>
                      <a:pt x="1134" y="2303"/>
                      <a:pt x="1134" y="2302"/>
                    </a:cubicBezTo>
                    <a:lnTo>
                      <a:pt x="1134" y="2302"/>
                    </a:lnTo>
                    <a:cubicBezTo>
                      <a:pt x="1045" y="2552"/>
                      <a:pt x="1089" y="2748"/>
                      <a:pt x="1089" y="2748"/>
                    </a:cubicBezTo>
                    <a:cubicBezTo>
                      <a:pt x="1169" y="2285"/>
                      <a:pt x="1428" y="2097"/>
                      <a:pt x="1428" y="2097"/>
                    </a:cubicBezTo>
                    <a:lnTo>
                      <a:pt x="1428" y="2097"/>
                    </a:lnTo>
                    <a:cubicBezTo>
                      <a:pt x="1277" y="2374"/>
                      <a:pt x="1303" y="2802"/>
                      <a:pt x="1303" y="2802"/>
                    </a:cubicBezTo>
                    <a:cubicBezTo>
                      <a:pt x="1384" y="2320"/>
                      <a:pt x="1624" y="2044"/>
                      <a:pt x="1624" y="2044"/>
                    </a:cubicBezTo>
                    <a:lnTo>
                      <a:pt x="1624" y="2044"/>
                    </a:lnTo>
                    <a:cubicBezTo>
                      <a:pt x="1437" y="2517"/>
                      <a:pt x="1633" y="3025"/>
                      <a:pt x="1633" y="3025"/>
                    </a:cubicBezTo>
                    <a:cubicBezTo>
                      <a:pt x="1571" y="2204"/>
                      <a:pt x="1928" y="1946"/>
                      <a:pt x="1928" y="1946"/>
                    </a:cubicBezTo>
                    <a:cubicBezTo>
                      <a:pt x="1928" y="1946"/>
                      <a:pt x="2285" y="2204"/>
                      <a:pt x="2222" y="3025"/>
                    </a:cubicBezTo>
                    <a:cubicBezTo>
                      <a:pt x="2222" y="3025"/>
                      <a:pt x="2418" y="2517"/>
                      <a:pt x="2231" y="2044"/>
                    </a:cubicBezTo>
                    <a:lnTo>
                      <a:pt x="2231" y="2044"/>
                    </a:lnTo>
                    <a:cubicBezTo>
                      <a:pt x="2231" y="2044"/>
                      <a:pt x="2472" y="2320"/>
                      <a:pt x="2552" y="2802"/>
                    </a:cubicBezTo>
                    <a:cubicBezTo>
                      <a:pt x="2552" y="2802"/>
                      <a:pt x="2579" y="2374"/>
                      <a:pt x="2427" y="2097"/>
                    </a:cubicBezTo>
                    <a:lnTo>
                      <a:pt x="2427" y="2097"/>
                    </a:lnTo>
                    <a:cubicBezTo>
                      <a:pt x="2427" y="2097"/>
                      <a:pt x="2686" y="2285"/>
                      <a:pt x="2766" y="2748"/>
                    </a:cubicBezTo>
                    <a:cubicBezTo>
                      <a:pt x="2766" y="2748"/>
                      <a:pt x="2811" y="2552"/>
                      <a:pt x="2722" y="2302"/>
                    </a:cubicBezTo>
                    <a:lnTo>
                      <a:pt x="2722" y="2302"/>
                    </a:lnTo>
                    <a:cubicBezTo>
                      <a:pt x="2722" y="2303"/>
                      <a:pt x="2936" y="2534"/>
                      <a:pt x="2936" y="2971"/>
                    </a:cubicBezTo>
                    <a:cubicBezTo>
                      <a:pt x="2936" y="2971"/>
                      <a:pt x="3096" y="2463"/>
                      <a:pt x="2686" y="2017"/>
                    </a:cubicBezTo>
                    <a:lnTo>
                      <a:pt x="2686" y="2017"/>
                    </a:lnTo>
                    <a:cubicBezTo>
                      <a:pt x="2686" y="2017"/>
                      <a:pt x="3061" y="2178"/>
                      <a:pt x="3257" y="2695"/>
                    </a:cubicBezTo>
                    <a:cubicBezTo>
                      <a:pt x="3257" y="2695"/>
                      <a:pt x="3195" y="2142"/>
                      <a:pt x="2775" y="1928"/>
                    </a:cubicBezTo>
                    <a:lnTo>
                      <a:pt x="2775" y="1928"/>
                    </a:lnTo>
                    <a:cubicBezTo>
                      <a:pt x="2775" y="1928"/>
                      <a:pt x="3204" y="2017"/>
                      <a:pt x="3435" y="2543"/>
                    </a:cubicBezTo>
                    <a:cubicBezTo>
                      <a:pt x="3435" y="2543"/>
                      <a:pt x="3391" y="2285"/>
                      <a:pt x="3230" y="2097"/>
                    </a:cubicBezTo>
                    <a:lnTo>
                      <a:pt x="3230" y="2097"/>
                    </a:lnTo>
                    <a:cubicBezTo>
                      <a:pt x="3230" y="2097"/>
                      <a:pt x="3596" y="2222"/>
                      <a:pt x="3792" y="2499"/>
                    </a:cubicBezTo>
                    <a:cubicBezTo>
                      <a:pt x="3792" y="2499"/>
                      <a:pt x="3703" y="2169"/>
                      <a:pt x="3400" y="1928"/>
                    </a:cubicBezTo>
                    <a:lnTo>
                      <a:pt x="3400" y="1928"/>
                    </a:lnTo>
                    <a:cubicBezTo>
                      <a:pt x="3400" y="1928"/>
                      <a:pt x="3685" y="2017"/>
                      <a:pt x="3837" y="2178"/>
                    </a:cubicBezTo>
                    <a:cubicBezTo>
                      <a:pt x="3837" y="2178"/>
                      <a:pt x="3757" y="1785"/>
                      <a:pt x="3293" y="1553"/>
                    </a:cubicBezTo>
                    <a:lnTo>
                      <a:pt x="3293" y="1553"/>
                    </a:lnTo>
                    <a:cubicBezTo>
                      <a:pt x="3293" y="1553"/>
                      <a:pt x="3658" y="1598"/>
                      <a:pt x="3855" y="1821"/>
                    </a:cubicBezTo>
                    <a:cubicBezTo>
                      <a:pt x="3855" y="1821"/>
                      <a:pt x="3819" y="1580"/>
                      <a:pt x="3507" y="1446"/>
                    </a:cubicBezTo>
                    <a:cubicBezTo>
                      <a:pt x="3338" y="1372"/>
                      <a:pt x="3162" y="1355"/>
                      <a:pt x="3038" y="1355"/>
                    </a:cubicBezTo>
                    <a:cubicBezTo>
                      <a:pt x="2939" y="1355"/>
                      <a:pt x="2873" y="1366"/>
                      <a:pt x="2873" y="1366"/>
                    </a:cubicBezTo>
                    <a:cubicBezTo>
                      <a:pt x="2873" y="1366"/>
                      <a:pt x="2980" y="1268"/>
                      <a:pt x="3203" y="1259"/>
                    </a:cubicBezTo>
                    <a:cubicBezTo>
                      <a:pt x="3214" y="1258"/>
                      <a:pt x="3225" y="1258"/>
                      <a:pt x="3236" y="1258"/>
                    </a:cubicBezTo>
                    <a:cubicBezTo>
                      <a:pt x="3480" y="1258"/>
                      <a:pt x="3682" y="1355"/>
                      <a:pt x="3801" y="1508"/>
                    </a:cubicBezTo>
                    <a:cubicBezTo>
                      <a:pt x="3801" y="1508"/>
                      <a:pt x="3757" y="1277"/>
                      <a:pt x="3489" y="1152"/>
                    </a:cubicBezTo>
                    <a:cubicBezTo>
                      <a:pt x="3400" y="1113"/>
                      <a:pt x="3294" y="1100"/>
                      <a:pt x="3192" y="1100"/>
                    </a:cubicBezTo>
                    <a:cubicBezTo>
                      <a:pt x="2988" y="1100"/>
                      <a:pt x="2802" y="1152"/>
                      <a:pt x="2802" y="1152"/>
                    </a:cubicBezTo>
                    <a:cubicBezTo>
                      <a:pt x="2802" y="1152"/>
                      <a:pt x="2972" y="955"/>
                      <a:pt x="3364" y="884"/>
                    </a:cubicBezTo>
                    <a:cubicBezTo>
                      <a:pt x="3364" y="884"/>
                      <a:pt x="3324" y="880"/>
                      <a:pt x="3260" y="880"/>
                    </a:cubicBezTo>
                    <a:cubicBezTo>
                      <a:pt x="3164" y="880"/>
                      <a:pt x="3014" y="889"/>
                      <a:pt x="2864" y="938"/>
                    </a:cubicBezTo>
                    <a:cubicBezTo>
                      <a:pt x="2864" y="938"/>
                      <a:pt x="3070" y="670"/>
                      <a:pt x="3641" y="661"/>
                    </a:cubicBezTo>
                    <a:cubicBezTo>
                      <a:pt x="3641" y="661"/>
                      <a:pt x="3526" y="615"/>
                      <a:pt x="3316" y="615"/>
                    </a:cubicBezTo>
                    <a:cubicBezTo>
                      <a:pt x="3264" y="615"/>
                      <a:pt x="3205" y="618"/>
                      <a:pt x="3141" y="625"/>
                    </a:cubicBezTo>
                    <a:cubicBezTo>
                      <a:pt x="2820" y="652"/>
                      <a:pt x="2606" y="822"/>
                      <a:pt x="2606" y="822"/>
                    </a:cubicBezTo>
                    <a:cubicBezTo>
                      <a:pt x="2606" y="822"/>
                      <a:pt x="2847" y="491"/>
                      <a:pt x="3221" y="375"/>
                    </a:cubicBezTo>
                    <a:lnTo>
                      <a:pt x="3221" y="375"/>
                    </a:lnTo>
                    <a:cubicBezTo>
                      <a:pt x="3221" y="375"/>
                      <a:pt x="2641" y="384"/>
                      <a:pt x="2338" y="795"/>
                    </a:cubicBezTo>
                    <a:cubicBezTo>
                      <a:pt x="2338" y="795"/>
                      <a:pt x="2427" y="358"/>
                      <a:pt x="2873" y="54"/>
                    </a:cubicBezTo>
                    <a:lnTo>
                      <a:pt x="2873" y="54"/>
                    </a:lnTo>
                    <a:cubicBezTo>
                      <a:pt x="2873" y="54"/>
                      <a:pt x="2472" y="188"/>
                      <a:pt x="2213" y="607"/>
                    </a:cubicBezTo>
                    <a:cubicBezTo>
                      <a:pt x="2213" y="607"/>
                      <a:pt x="2258" y="340"/>
                      <a:pt x="2356" y="1"/>
                    </a:cubicBezTo>
                    <a:lnTo>
                      <a:pt x="2356" y="1"/>
                    </a:lnTo>
                    <a:cubicBezTo>
                      <a:pt x="2356" y="1"/>
                      <a:pt x="2035" y="215"/>
                      <a:pt x="1928" y="661"/>
                    </a:cubicBezTo>
                    <a:cubicBezTo>
                      <a:pt x="1821" y="215"/>
                      <a:pt x="1500" y="1"/>
                      <a:pt x="150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563" name="Google Shape;12563;p194"/>
          <p:cNvSpPr txBox="1"/>
          <p:nvPr>
            <p:ph type="title"/>
          </p:nvPr>
        </p:nvSpPr>
        <p:spPr>
          <a:xfrm>
            <a:off x="713100" y="741400"/>
            <a:ext cx="3000000" cy="8730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50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2564" name="Google Shape;12564;p194"/>
          <p:cNvSpPr txBox="1"/>
          <p:nvPr>
            <p:ph idx="1" type="subTitle"/>
          </p:nvPr>
        </p:nvSpPr>
        <p:spPr>
          <a:xfrm>
            <a:off x="713100" y="1614400"/>
            <a:ext cx="3000000" cy="13317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SzPts val="1400"/>
              <a:buNone/>
              <a:defRPr sz="18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2565" name="Google Shape;12565;p194"/>
          <p:cNvSpPr txBox="1"/>
          <p:nvPr/>
        </p:nvSpPr>
        <p:spPr>
          <a:xfrm>
            <a:off x="720000" y="3457400"/>
            <a:ext cx="2850900" cy="6156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300"/>
              </a:spcBef>
              <a:spcAft>
                <a:spcPts val="0"/>
              </a:spcAft>
              <a:buNone/>
            </a:pPr>
            <a:r>
              <a:rPr lang="en" sz="1000">
                <a:solidFill>
                  <a:schemeClr val="lt1"/>
                </a:solidFill>
                <a:latin typeface="Bellota Text"/>
                <a:ea typeface="Bellota Text"/>
                <a:cs typeface="Bellota Text"/>
                <a:sym typeface="Bellota Text"/>
              </a:rPr>
              <a:t>CREDITS: This presentation template was created by </a:t>
            </a:r>
            <a:r>
              <a:rPr b="1" lang="en" sz="1000">
                <a:solidFill>
                  <a:schemeClr val="lt1"/>
                </a:solidFill>
                <a:uFill>
                  <a:noFill/>
                </a:uFill>
                <a:latin typeface="Bellota Text"/>
                <a:ea typeface="Bellota Text"/>
                <a:cs typeface="Bellota Text"/>
                <a:sym typeface="Bellota Text"/>
                <a:hlinkClick r:id="rId2">
                  <a:extLst>
                    <a:ext uri="{A12FA001-AC4F-418D-AE19-62706E023703}">
                      <ahyp:hlinkClr val="tx"/>
                    </a:ext>
                  </a:extLst>
                </a:hlinkClick>
              </a:rPr>
              <a:t>Slidesgo</a:t>
            </a:r>
            <a:r>
              <a:rPr lang="en" sz="1000">
                <a:solidFill>
                  <a:schemeClr val="lt1"/>
                </a:solidFill>
                <a:latin typeface="Bellota Text"/>
                <a:ea typeface="Bellota Text"/>
                <a:cs typeface="Bellota Text"/>
                <a:sym typeface="Bellota Text"/>
              </a:rPr>
              <a:t>, including icons by </a:t>
            </a:r>
            <a:r>
              <a:rPr b="1" lang="en" sz="1000">
                <a:solidFill>
                  <a:schemeClr val="lt1"/>
                </a:solidFill>
                <a:uFill>
                  <a:noFill/>
                </a:uFill>
                <a:latin typeface="Bellota Text"/>
                <a:ea typeface="Bellota Text"/>
                <a:cs typeface="Bellota Text"/>
                <a:sym typeface="Bellota Text"/>
                <a:hlinkClick r:id="rId3">
                  <a:extLst>
                    <a:ext uri="{A12FA001-AC4F-418D-AE19-62706E023703}">
                      <ahyp:hlinkClr val="tx"/>
                    </a:ext>
                  </a:extLst>
                </a:hlinkClick>
              </a:rPr>
              <a:t>Flaticon</a:t>
            </a:r>
            <a:r>
              <a:rPr b="1" lang="en" sz="1000">
                <a:solidFill>
                  <a:schemeClr val="lt1"/>
                </a:solidFill>
                <a:latin typeface="Bellota Text"/>
                <a:ea typeface="Bellota Text"/>
                <a:cs typeface="Bellota Text"/>
                <a:sym typeface="Bellota Text"/>
              </a:rPr>
              <a:t> </a:t>
            </a:r>
            <a:r>
              <a:rPr lang="en" sz="1000">
                <a:solidFill>
                  <a:schemeClr val="lt1"/>
                </a:solidFill>
                <a:latin typeface="Bellota Text"/>
                <a:ea typeface="Bellota Text"/>
                <a:cs typeface="Bellota Text"/>
                <a:sym typeface="Bellota Text"/>
              </a:rPr>
              <a:t>and infographics &amp; images by </a:t>
            </a:r>
            <a:r>
              <a:rPr b="1" lang="en" sz="1000">
                <a:solidFill>
                  <a:schemeClr val="lt1"/>
                </a:solidFill>
                <a:uFill>
                  <a:noFill/>
                </a:uFill>
                <a:latin typeface="Bellota Text"/>
                <a:ea typeface="Bellota Text"/>
                <a:cs typeface="Bellota Text"/>
                <a:sym typeface="Bellota Text"/>
                <a:hlinkClick r:id="rId4">
                  <a:extLst>
                    <a:ext uri="{A12FA001-AC4F-418D-AE19-62706E023703}">
                      <ahyp:hlinkClr val="tx"/>
                    </a:ext>
                  </a:extLst>
                </a:hlinkClick>
              </a:rPr>
              <a:t>Freepik</a:t>
            </a:r>
            <a:endParaRPr b="1" sz="1000">
              <a:solidFill>
                <a:schemeClr val="lt1"/>
              </a:solidFill>
              <a:latin typeface="Bellota Text"/>
              <a:ea typeface="Bellota Text"/>
              <a:cs typeface="Bellota Text"/>
              <a:sym typeface="Bellota Text"/>
            </a:endParaRPr>
          </a:p>
        </p:txBody>
      </p:sp>
    </p:spTree>
  </p:cSld>
  <p:clrMapOvr>
    <a:masterClrMapping/>
  </p:clrMapOvr>
</p:sldLayout>
</file>

<file path=ppt/slideLayouts/slideLayout1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12566" name="Shape 12566"/>
        <p:cNvGrpSpPr/>
        <p:nvPr/>
      </p:nvGrpSpPr>
      <p:grpSpPr>
        <a:xfrm>
          <a:off x="0" y="0"/>
          <a:ext cx="0" cy="0"/>
          <a:chOff x="0" y="0"/>
          <a:chExt cx="0" cy="0"/>
        </a:xfrm>
      </p:grpSpPr>
      <p:grpSp>
        <p:nvGrpSpPr>
          <p:cNvPr id="12567" name="Google Shape;12567;p195"/>
          <p:cNvGrpSpPr/>
          <p:nvPr/>
        </p:nvGrpSpPr>
        <p:grpSpPr>
          <a:xfrm flipH="1">
            <a:off x="5999814" y="1145449"/>
            <a:ext cx="3922876" cy="3010780"/>
            <a:chOff x="-675270" y="-663276"/>
            <a:chExt cx="3564955" cy="3010780"/>
          </a:xfrm>
        </p:grpSpPr>
        <p:sp>
          <p:nvSpPr>
            <p:cNvPr id="12568" name="Google Shape;12568;p195"/>
            <p:cNvSpPr/>
            <p:nvPr/>
          </p:nvSpPr>
          <p:spPr>
            <a:xfrm>
              <a:off x="-675270" y="-663276"/>
              <a:ext cx="3564955" cy="3010780"/>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195"/>
            <p:cNvSpPr/>
            <p:nvPr/>
          </p:nvSpPr>
          <p:spPr>
            <a:xfrm>
              <a:off x="-394641" y="-320127"/>
              <a:ext cx="2150090" cy="2042707"/>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0" name="Google Shape;12570;p195"/>
          <p:cNvGrpSpPr/>
          <p:nvPr/>
        </p:nvGrpSpPr>
        <p:grpSpPr>
          <a:xfrm>
            <a:off x="-782526" y="1145449"/>
            <a:ext cx="3564955" cy="3010780"/>
            <a:chOff x="-782526" y="-663276"/>
            <a:chExt cx="3564955" cy="3010780"/>
          </a:xfrm>
        </p:grpSpPr>
        <p:sp>
          <p:nvSpPr>
            <p:cNvPr id="12571" name="Google Shape;12571;p195"/>
            <p:cNvSpPr/>
            <p:nvPr/>
          </p:nvSpPr>
          <p:spPr>
            <a:xfrm>
              <a:off x="-782526" y="-663276"/>
              <a:ext cx="3564955" cy="3010780"/>
            </a:xfrm>
            <a:custGeom>
              <a:rect b="b" l="l" r="r" t="t"/>
              <a:pathLst>
                <a:path extrusionOk="0" h="9710" w="11498">
                  <a:moveTo>
                    <a:pt x="1" y="1"/>
                  </a:moveTo>
                  <a:lnTo>
                    <a:pt x="1" y="4765"/>
                  </a:lnTo>
                  <a:lnTo>
                    <a:pt x="2499" y="6674"/>
                  </a:lnTo>
                  <a:cubicBezTo>
                    <a:pt x="2499" y="6674"/>
                    <a:pt x="5487" y="8173"/>
                    <a:pt x="5612" y="8181"/>
                  </a:cubicBezTo>
                  <a:cubicBezTo>
                    <a:pt x="5701" y="8188"/>
                    <a:pt x="9134" y="9709"/>
                    <a:pt x="10712" y="9709"/>
                  </a:cubicBezTo>
                  <a:cubicBezTo>
                    <a:pt x="11190" y="9709"/>
                    <a:pt x="11497" y="9570"/>
                    <a:pt x="11491" y="9207"/>
                  </a:cubicBezTo>
                  <a:cubicBezTo>
                    <a:pt x="11470" y="8371"/>
                    <a:pt x="10912" y="8282"/>
                    <a:pt x="10676" y="8282"/>
                  </a:cubicBezTo>
                  <a:cubicBezTo>
                    <a:pt x="10612" y="8282"/>
                    <a:pt x="10572" y="8289"/>
                    <a:pt x="10572" y="8289"/>
                  </a:cubicBezTo>
                  <a:cubicBezTo>
                    <a:pt x="10419" y="7828"/>
                    <a:pt x="10062" y="7744"/>
                    <a:pt x="9823" y="7744"/>
                  </a:cubicBezTo>
                  <a:cubicBezTo>
                    <a:pt x="9688" y="7744"/>
                    <a:pt x="9591" y="7771"/>
                    <a:pt x="9591" y="7771"/>
                  </a:cubicBezTo>
                  <a:cubicBezTo>
                    <a:pt x="9374" y="6479"/>
                    <a:pt x="8227" y="6414"/>
                    <a:pt x="7998" y="6414"/>
                  </a:cubicBezTo>
                  <a:cubicBezTo>
                    <a:pt x="7973" y="6414"/>
                    <a:pt x="7958" y="6415"/>
                    <a:pt x="7958" y="6415"/>
                  </a:cubicBezTo>
                  <a:cubicBezTo>
                    <a:pt x="7891" y="5720"/>
                    <a:pt x="7317" y="5664"/>
                    <a:pt x="7132" y="5664"/>
                  </a:cubicBezTo>
                  <a:cubicBezTo>
                    <a:pt x="7096" y="5664"/>
                    <a:pt x="7075" y="5666"/>
                    <a:pt x="7075" y="5666"/>
                  </a:cubicBezTo>
                  <a:cubicBezTo>
                    <a:pt x="6955" y="4763"/>
                    <a:pt x="6284" y="4669"/>
                    <a:pt x="6008" y="4669"/>
                  </a:cubicBezTo>
                  <a:cubicBezTo>
                    <a:pt x="5934" y="4669"/>
                    <a:pt x="5889" y="4675"/>
                    <a:pt x="5889" y="4675"/>
                  </a:cubicBezTo>
                  <a:cubicBezTo>
                    <a:pt x="5950" y="3989"/>
                    <a:pt x="5399" y="3943"/>
                    <a:pt x="5248" y="3943"/>
                  </a:cubicBezTo>
                  <a:cubicBezTo>
                    <a:pt x="5225" y="3943"/>
                    <a:pt x="5211" y="3944"/>
                    <a:pt x="5211" y="3944"/>
                  </a:cubicBezTo>
                  <a:cubicBezTo>
                    <a:pt x="5285" y="2492"/>
                    <a:pt x="4294" y="2369"/>
                    <a:pt x="3957" y="2369"/>
                  </a:cubicBezTo>
                  <a:cubicBezTo>
                    <a:pt x="3888" y="2369"/>
                    <a:pt x="3846" y="2374"/>
                    <a:pt x="3846" y="2374"/>
                  </a:cubicBezTo>
                  <a:cubicBezTo>
                    <a:pt x="3917" y="1642"/>
                    <a:pt x="3266" y="1517"/>
                    <a:pt x="3266" y="1517"/>
                  </a:cubicBezTo>
                  <a:cubicBezTo>
                    <a:pt x="3257" y="19"/>
                    <a:pt x="2187" y="1"/>
                    <a:pt x="2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195"/>
            <p:cNvSpPr/>
            <p:nvPr/>
          </p:nvSpPr>
          <p:spPr>
            <a:xfrm>
              <a:off x="-76302" y="-258327"/>
              <a:ext cx="2150090" cy="2042707"/>
            </a:xfrm>
            <a:custGeom>
              <a:rect b="b" l="l" r="r" t="t"/>
              <a:pathLst>
                <a:path extrusionOk="0" h="8891" w="9359">
                  <a:moveTo>
                    <a:pt x="1" y="1"/>
                  </a:moveTo>
                  <a:lnTo>
                    <a:pt x="1" y="6433"/>
                  </a:lnTo>
                  <a:lnTo>
                    <a:pt x="4568" y="8074"/>
                  </a:lnTo>
                  <a:cubicBezTo>
                    <a:pt x="4568" y="8074"/>
                    <a:pt x="6929" y="8891"/>
                    <a:pt x="8306" y="8891"/>
                  </a:cubicBezTo>
                  <a:cubicBezTo>
                    <a:pt x="8935" y="8891"/>
                    <a:pt x="9359" y="8721"/>
                    <a:pt x="9261" y="8226"/>
                  </a:cubicBezTo>
                  <a:cubicBezTo>
                    <a:pt x="9061" y="7245"/>
                    <a:pt x="8473" y="7060"/>
                    <a:pt x="8056" y="7060"/>
                  </a:cubicBezTo>
                  <a:cubicBezTo>
                    <a:pt x="7801" y="7060"/>
                    <a:pt x="7611" y="7129"/>
                    <a:pt x="7611" y="7129"/>
                  </a:cubicBezTo>
                  <a:cubicBezTo>
                    <a:pt x="7484" y="6920"/>
                    <a:pt x="7308" y="6872"/>
                    <a:pt x="7173" y="6872"/>
                  </a:cubicBezTo>
                  <a:cubicBezTo>
                    <a:pt x="7060" y="6872"/>
                    <a:pt x="6977" y="6906"/>
                    <a:pt x="6977" y="6906"/>
                  </a:cubicBezTo>
                  <a:cubicBezTo>
                    <a:pt x="6866" y="6099"/>
                    <a:pt x="6215" y="5990"/>
                    <a:pt x="5870" y="5990"/>
                  </a:cubicBezTo>
                  <a:cubicBezTo>
                    <a:pt x="5742" y="5990"/>
                    <a:pt x="5657" y="6005"/>
                    <a:pt x="5657" y="6005"/>
                  </a:cubicBezTo>
                  <a:cubicBezTo>
                    <a:pt x="5480" y="5432"/>
                    <a:pt x="5058" y="5365"/>
                    <a:pt x="4869" y="5365"/>
                  </a:cubicBezTo>
                  <a:cubicBezTo>
                    <a:pt x="4810" y="5365"/>
                    <a:pt x="4774" y="5371"/>
                    <a:pt x="4774" y="5371"/>
                  </a:cubicBezTo>
                  <a:lnTo>
                    <a:pt x="4417" y="5487"/>
                  </a:lnTo>
                  <a:cubicBezTo>
                    <a:pt x="4417" y="5487"/>
                    <a:pt x="4384" y="5501"/>
                    <a:pt x="4337" y="5501"/>
                  </a:cubicBezTo>
                  <a:cubicBezTo>
                    <a:pt x="4208" y="5501"/>
                    <a:pt x="3969" y="5396"/>
                    <a:pt x="3989" y="4604"/>
                  </a:cubicBezTo>
                  <a:cubicBezTo>
                    <a:pt x="4024" y="3516"/>
                    <a:pt x="3159" y="3480"/>
                    <a:pt x="3159" y="3480"/>
                  </a:cubicBezTo>
                  <a:cubicBezTo>
                    <a:pt x="3128" y="2414"/>
                    <a:pt x="2396" y="2336"/>
                    <a:pt x="2182" y="2336"/>
                  </a:cubicBezTo>
                  <a:cubicBezTo>
                    <a:pt x="2145" y="2336"/>
                    <a:pt x="2124" y="2338"/>
                    <a:pt x="2124" y="2338"/>
                  </a:cubicBezTo>
                  <a:cubicBezTo>
                    <a:pt x="2132" y="1840"/>
                    <a:pt x="1743" y="1802"/>
                    <a:pt x="1623" y="1802"/>
                  </a:cubicBezTo>
                  <a:cubicBezTo>
                    <a:pt x="1602" y="1802"/>
                    <a:pt x="1589" y="1803"/>
                    <a:pt x="1589" y="1803"/>
                  </a:cubicBezTo>
                  <a:cubicBezTo>
                    <a:pt x="1535" y="224"/>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3" name="Google Shape;12573;p195"/>
          <p:cNvGrpSpPr/>
          <p:nvPr/>
        </p:nvGrpSpPr>
        <p:grpSpPr>
          <a:xfrm>
            <a:off x="4075012" y="2534446"/>
            <a:ext cx="1095122" cy="1096793"/>
            <a:chOff x="3992801" y="1928374"/>
            <a:chExt cx="1783297" cy="1786017"/>
          </a:xfrm>
        </p:grpSpPr>
        <p:sp>
          <p:nvSpPr>
            <p:cNvPr id="12574" name="Google Shape;12574;p195"/>
            <p:cNvSpPr/>
            <p:nvPr/>
          </p:nvSpPr>
          <p:spPr>
            <a:xfrm>
              <a:off x="3992801" y="1928374"/>
              <a:ext cx="1783297" cy="1786017"/>
            </a:xfrm>
            <a:custGeom>
              <a:rect b="b" l="l" r="r" t="t"/>
              <a:pathLst>
                <a:path extrusionOk="0" h="5942" w="5933">
                  <a:moveTo>
                    <a:pt x="2971" y="0"/>
                  </a:moveTo>
                  <a:cubicBezTo>
                    <a:pt x="1330" y="0"/>
                    <a:pt x="0" y="1330"/>
                    <a:pt x="0" y="2971"/>
                  </a:cubicBezTo>
                  <a:cubicBezTo>
                    <a:pt x="0" y="4612"/>
                    <a:pt x="1330" y="5942"/>
                    <a:pt x="2971" y="5942"/>
                  </a:cubicBezTo>
                  <a:cubicBezTo>
                    <a:pt x="4604" y="5942"/>
                    <a:pt x="5933" y="4612"/>
                    <a:pt x="5933" y="2971"/>
                  </a:cubicBezTo>
                  <a:cubicBezTo>
                    <a:pt x="5933" y="1330"/>
                    <a:pt x="4604" y="0"/>
                    <a:pt x="29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195"/>
            <p:cNvSpPr/>
            <p:nvPr/>
          </p:nvSpPr>
          <p:spPr>
            <a:xfrm>
              <a:off x="4118741" y="2057021"/>
              <a:ext cx="1531417" cy="1528724"/>
            </a:xfrm>
            <a:custGeom>
              <a:rect b="b" l="l" r="r" t="t"/>
              <a:pathLst>
                <a:path extrusionOk="0" h="5086" w="5095">
                  <a:moveTo>
                    <a:pt x="2552" y="1"/>
                  </a:moveTo>
                  <a:cubicBezTo>
                    <a:pt x="1142" y="1"/>
                    <a:pt x="1" y="1142"/>
                    <a:pt x="1" y="2543"/>
                  </a:cubicBezTo>
                  <a:cubicBezTo>
                    <a:pt x="1" y="3953"/>
                    <a:pt x="1142" y="5085"/>
                    <a:pt x="2552" y="5085"/>
                  </a:cubicBezTo>
                  <a:cubicBezTo>
                    <a:pt x="3953" y="5085"/>
                    <a:pt x="5095" y="3953"/>
                    <a:pt x="5095" y="2543"/>
                  </a:cubicBezTo>
                  <a:cubicBezTo>
                    <a:pt x="5095" y="1142"/>
                    <a:pt x="3953" y="1"/>
                    <a:pt x="25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76" name="Google Shape;12576;p195"/>
          <p:cNvSpPr/>
          <p:nvPr/>
        </p:nvSpPr>
        <p:spPr>
          <a:xfrm>
            <a:off x="2" y="3089503"/>
            <a:ext cx="9144017" cy="2775510"/>
          </a:xfrm>
          <a:custGeom>
            <a:rect b="b" l="l" r="r" t="t"/>
            <a:pathLst>
              <a:path extrusionOk="0" h="9234" w="30422">
                <a:moveTo>
                  <a:pt x="1" y="0"/>
                </a:moveTo>
                <a:lnTo>
                  <a:pt x="1" y="9233"/>
                </a:lnTo>
                <a:lnTo>
                  <a:pt x="30422" y="9233"/>
                </a:lnTo>
                <a:lnTo>
                  <a:pt x="30422" y="0"/>
                </a:lnTo>
                <a:close/>
              </a:path>
            </a:pathLst>
          </a:custGeom>
          <a:solidFill>
            <a:srgbClr val="38A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195"/>
          <p:cNvSpPr/>
          <p:nvPr/>
        </p:nvSpPr>
        <p:spPr>
          <a:xfrm>
            <a:off x="2" y="3089503"/>
            <a:ext cx="8385071" cy="2775510"/>
          </a:xfrm>
          <a:custGeom>
            <a:rect b="b" l="l" r="r" t="t"/>
            <a:pathLst>
              <a:path extrusionOk="0" h="9234" w="27897">
                <a:moveTo>
                  <a:pt x="14337" y="0"/>
                </a:moveTo>
                <a:cubicBezTo>
                  <a:pt x="14337" y="0"/>
                  <a:pt x="12053" y="402"/>
                  <a:pt x="13222" y="633"/>
                </a:cubicBezTo>
                <a:cubicBezTo>
                  <a:pt x="14391" y="857"/>
                  <a:pt x="13704" y="1276"/>
                  <a:pt x="11001" y="1419"/>
                </a:cubicBezTo>
                <a:cubicBezTo>
                  <a:pt x="8289" y="1561"/>
                  <a:pt x="8164" y="2204"/>
                  <a:pt x="9529" y="2346"/>
                </a:cubicBezTo>
                <a:cubicBezTo>
                  <a:pt x="10885" y="2489"/>
                  <a:pt x="4131" y="3470"/>
                  <a:pt x="5808" y="4006"/>
                </a:cubicBezTo>
                <a:cubicBezTo>
                  <a:pt x="7495" y="4550"/>
                  <a:pt x="4961" y="5040"/>
                  <a:pt x="3257" y="5272"/>
                </a:cubicBezTo>
                <a:cubicBezTo>
                  <a:pt x="1553" y="5504"/>
                  <a:pt x="1375" y="6040"/>
                  <a:pt x="2365" y="6227"/>
                </a:cubicBezTo>
                <a:cubicBezTo>
                  <a:pt x="3355" y="6414"/>
                  <a:pt x="1" y="7271"/>
                  <a:pt x="1" y="7271"/>
                </a:cubicBezTo>
                <a:lnTo>
                  <a:pt x="1" y="9233"/>
                </a:lnTo>
                <a:lnTo>
                  <a:pt x="27897" y="9233"/>
                </a:lnTo>
                <a:lnTo>
                  <a:pt x="27897" y="7137"/>
                </a:lnTo>
                <a:cubicBezTo>
                  <a:pt x="27897" y="7137"/>
                  <a:pt x="23472" y="6361"/>
                  <a:pt x="24445" y="5504"/>
                </a:cubicBezTo>
                <a:cubicBezTo>
                  <a:pt x="25417" y="4648"/>
                  <a:pt x="20171" y="4434"/>
                  <a:pt x="21340" y="3925"/>
                </a:cubicBezTo>
                <a:cubicBezTo>
                  <a:pt x="22500" y="3417"/>
                  <a:pt x="21893" y="2917"/>
                  <a:pt x="20912" y="2721"/>
                </a:cubicBezTo>
                <a:cubicBezTo>
                  <a:pt x="19939" y="2534"/>
                  <a:pt x="18780" y="2034"/>
                  <a:pt x="19422" y="1481"/>
                </a:cubicBezTo>
                <a:cubicBezTo>
                  <a:pt x="20055" y="928"/>
                  <a:pt x="19288" y="732"/>
                  <a:pt x="18512" y="491"/>
                </a:cubicBezTo>
                <a:cubicBezTo>
                  <a:pt x="17727" y="259"/>
                  <a:pt x="18637" y="0"/>
                  <a:pt x="18637"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195"/>
          <p:cNvSpPr/>
          <p:nvPr/>
        </p:nvSpPr>
        <p:spPr>
          <a:xfrm>
            <a:off x="482720" y="3237687"/>
            <a:ext cx="6006641" cy="2627326"/>
          </a:xfrm>
          <a:custGeom>
            <a:rect b="b" l="l" r="r" t="t"/>
            <a:pathLst>
              <a:path extrusionOk="0" h="8741" w="19984">
                <a:moveTo>
                  <a:pt x="15406" y="1"/>
                </a:moveTo>
                <a:cubicBezTo>
                  <a:pt x="14566" y="1"/>
                  <a:pt x="13350" y="213"/>
                  <a:pt x="13953" y="506"/>
                </a:cubicBezTo>
                <a:cubicBezTo>
                  <a:pt x="14604" y="818"/>
                  <a:pt x="15033" y="1452"/>
                  <a:pt x="12722" y="1711"/>
                </a:cubicBezTo>
                <a:cubicBezTo>
                  <a:pt x="10420" y="1960"/>
                  <a:pt x="10304" y="2683"/>
                  <a:pt x="12347" y="3111"/>
                </a:cubicBezTo>
                <a:cubicBezTo>
                  <a:pt x="13739" y="3406"/>
                  <a:pt x="11669" y="4512"/>
                  <a:pt x="9635" y="4512"/>
                </a:cubicBezTo>
                <a:cubicBezTo>
                  <a:pt x="7601" y="4512"/>
                  <a:pt x="7245" y="4994"/>
                  <a:pt x="8413" y="5315"/>
                </a:cubicBezTo>
                <a:cubicBezTo>
                  <a:pt x="9350" y="5573"/>
                  <a:pt x="8922" y="6100"/>
                  <a:pt x="4827" y="6358"/>
                </a:cubicBezTo>
                <a:cubicBezTo>
                  <a:pt x="723" y="6617"/>
                  <a:pt x="3069" y="7670"/>
                  <a:pt x="4060" y="7866"/>
                </a:cubicBezTo>
                <a:cubicBezTo>
                  <a:pt x="4390" y="7929"/>
                  <a:pt x="4747" y="8125"/>
                  <a:pt x="3319" y="8339"/>
                </a:cubicBezTo>
                <a:cubicBezTo>
                  <a:pt x="1892" y="8544"/>
                  <a:pt x="1" y="8740"/>
                  <a:pt x="1" y="8740"/>
                </a:cubicBezTo>
                <a:lnTo>
                  <a:pt x="19984" y="8740"/>
                </a:lnTo>
                <a:cubicBezTo>
                  <a:pt x="19984" y="8740"/>
                  <a:pt x="17985" y="8464"/>
                  <a:pt x="18895" y="8000"/>
                </a:cubicBezTo>
                <a:cubicBezTo>
                  <a:pt x="19805" y="7527"/>
                  <a:pt x="19181" y="7393"/>
                  <a:pt x="17174" y="7143"/>
                </a:cubicBezTo>
                <a:cubicBezTo>
                  <a:pt x="15158" y="6903"/>
                  <a:pt x="15728" y="6358"/>
                  <a:pt x="17638" y="5877"/>
                </a:cubicBezTo>
                <a:cubicBezTo>
                  <a:pt x="19556" y="5395"/>
                  <a:pt x="18173" y="4735"/>
                  <a:pt x="16888" y="4512"/>
                </a:cubicBezTo>
                <a:cubicBezTo>
                  <a:pt x="15604" y="4289"/>
                  <a:pt x="15363" y="4084"/>
                  <a:pt x="16826" y="3513"/>
                </a:cubicBezTo>
                <a:cubicBezTo>
                  <a:pt x="18298" y="2951"/>
                  <a:pt x="17495" y="2344"/>
                  <a:pt x="16576" y="2121"/>
                </a:cubicBezTo>
                <a:cubicBezTo>
                  <a:pt x="15648" y="1898"/>
                  <a:pt x="15273" y="1532"/>
                  <a:pt x="16166" y="1211"/>
                </a:cubicBezTo>
                <a:cubicBezTo>
                  <a:pt x="17067" y="890"/>
                  <a:pt x="15639" y="604"/>
                  <a:pt x="15282" y="435"/>
                </a:cubicBezTo>
                <a:cubicBezTo>
                  <a:pt x="14926" y="274"/>
                  <a:pt x="16451" y="51"/>
                  <a:pt x="15630" y="7"/>
                </a:cubicBezTo>
                <a:cubicBezTo>
                  <a:pt x="15560" y="3"/>
                  <a:pt x="15485" y="1"/>
                  <a:pt x="15406" y="1"/>
                </a:cubicBezTo>
                <a:close/>
              </a:path>
            </a:pathLst>
          </a:custGeom>
          <a:solidFill>
            <a:srgbClr val="6BC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195"/>
          <p:cNvSpPr/>
          <p:nvPr/>
        </p:nvSpPr>
        <p:spPr>
          <a:xfrm flipH="1">
            <a:off x="8929401" y="4662505"/>
            <a:ext cx="521499" cy="499422"/>
          </a:xfrm>
          <a:custGeom>
            <a:rect b="b" l="l" r="r" t="t"/>
            <a:pathLst>
              <a:path extrusionOk="0" h="2286" w="2667">
                <a:moveTo>
                  <a:pt x="2001" y="0"/>
                </a:moveTo>
                <a:lnTo>
                  <a:pt x="0" y="2286"/>
                </a:lnTo>
                <a:lnTo>
                  <a:pt x="2667" y="2238"/>
                </a:lnTo>
                <a:close/>
              </a:path>
            </a:pathLst>
          </a:custGeom>
          <a:solidFill>
            <a:srgbClr val="CC946E"/>
          </a:solidFill>
          <a:ln>
            <a:noFill/>
          </a:ln>
        </p:spPr>
      </p:sp>
      <p:sp>
        <p:nvSpPr>
          <p:cNvPr id="12580" name="Google Shape;12580;p195"/>
          <p:cNvSpPr/>
          <p:nvPr/>
        </p:nvSpPr>
        <p:spPr>
          <a:xfrm>
            <a:off x="-301725" y="4662505"/>
            <a:ext cx="541821" cy="499422"/>
          </a:xfrm>
          <a:custGeom>
            <a:rect b="b" l="l" r="r" t="t"/>
            <a:pathLst>
              <a:path extrusionOk="0" h="2286" w="2667">
                <a:moveTo>
                  <a:pt x="2001" y="0"/>
                </a:moveTo>
                <a:lnTo>
                  <a:pt x="0" y="2286"/>
                </a:lnTo>
                <a:lnTo>
                  <a:pt x="2667" y="2238"/>
                </a:lnTo>
                <a:close/>
              </a:path>
            </a:pathLst>
          </a:custGeom>
          <a:solidFill>
            <a:srgbClr val="CC946E"/>
          </a:solidFill>
          <a:ln>
            <a:noFill/>
          </a:ln>
        </p:spPr>
      </p:sp>
      <p:sp>
        <p:nvSpPr>
          <p:cNvPr id="12581" name="Google Shape;12581;p195"/>
          <p:cNvSpPr/>
          <p:nvPr/>
        </p:nvSpPr>
        <p:spPr>
          <a:xfrm>
            <a:off x="69041" y="4651473"/>
            <a:ext cx="8979662" cy="510440"/>
          </a:xfrm>
          <a:custGeom>
            <a:rect b="b" l="l" r="r" t="t"/>
            <a:pathLst>
              <a:path extrusionOk="0" h="1491" w="30422">
                <a:moveTo>
                  <a:pt x="1" y="0"/>
                </a:moveTo>
                <a:lnTo>
                  <a:pt x="1" y="1490"/>
                </a:lnTo>
                <a:lnTo>
                  <a:pt x="30422" y="1490"/>
                </a:lnTo>
                <a:lnTo>
                  <a:pt x="3042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195"/>
          <p:cNvSpPr/>
          <p:nvPr/>
        </p:nvSpPr>
        <p:spPr>
          <a:xfrm>
            <a:off x="-336500" y="4637799"/>
            <a:ext cx="9817059" cy="540024"/>
          </a:xfrm>
          <a:custGeom>
            <a:rect b="b" l="l" r="r" t="t"/>
            <a:pathLst>
              <a:path extrusionOk="0" h="1776" w="33259">
                <a:moveTo>
                  <a:pt x="31769" y="81"/>
                </a:moveTo>
                <a:lnTo>
                  <a:pt x="33089" y="1696"/>
                </a:lnTo>
                <a:lnTo>
                  <a:pt x="170" y="1696"/>
                </a:lnTo>
                <a:lnTo>
                  <a:pt x="1482" y="81"/>
                </a:lnTo>
                <a:close/>
                <a:moveTo>
                  <a:pt x="1446" y="1"/>
                </a:moveTo>
                <a:lnTo>
                  <a:pt x="1" y="1776"/>
                </a:lnTo>
                <a:lnTo>
                  <a:pt x="33259" y="1776"/>
                </a:lnTo>
                <a:lnTo>
                  <a:pt x="318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195"/>
          <p:cNvSpPr/>
          <p:nvPr/>
        </p:nvSpPr>
        <p:spPr>
          <a:xfrm>
            <a:off x="1114495" y="4637799"/>
            <a:ext cx="6912586" cy="540024"/>
          </a:xfrm>
          <a:custGeom>
            <a:rect b="b" l="l" r="r" t="t"/>
            <a:pathLst>
              <a:path extrusionOk="0" h="1776" w="23419">
                <a:moveTo>
                  <a:pt x="22357" y="81"/>
                </a:moveTo>
                <a:lnTo>
                  <a:pt x="23275" y="1696"/>
                </a:lnTo>
                <a:lnTo>
                  <a:pt x="143" y="1696"/>
                </a:lnTo>
                <a:lnTo>
                  <a:pt x="1071" y="81"/>
                </a:lnTo>
                <a:close/>
                <a:moveTo>
                  <a:pt x="1026" y="1"/>
                </a:moveTo>
                <a:lnTo>
                  <a:pt x="0" y="1776"/>
                </a:lnTo>
                <a:lnTo>
                  <a:pt x="23418" y="1776"/>
                </a:lnTo>
                <a:lnTo>
                  <a:pt x="22401"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195"/>
          <p:cNvSpPr/>
          <p:nvPr/>
        </p:nvSpPr>
        <p:spPr>
          <a:xfrm>
            <a:off x="2438868" y="4637799"/>
            <a:ext cx="4266092" cy="540024"/>
          </a:xfrm>
          <a:custGeom>
            <a:rect b="b" l="l" r="r" t="t"/>
            <a:pathLst>
              <a:path extrusionOk="0" h="1776" w="14453">
                <a:moveTo>
                  <a:pt x="13766" y="81"/>
                </a:moveTo>
                <a:lnTo>
                  <a:pt x="14337" y="1696"/>
                </a:lnTo>
                <a:lnTo>
                  <a:pt x="117" y="1696"/>
                </a:lnTo>
                <a:lnTo>
                  <a:pt x="688" y="81"/>
                </a:lnTo>
                <a:close/>
                <a:moveTo>
                  <a:pt x="625" y="1"/>
                </a:moveTo>
                <a:lnTo>
                  <a:pt x="1" y="1776"/>
                </a:lnTo>
                <a:lnTo>
                  <a:pt x="14453" y="1776"/>
                </a:lnTo>
                <a:lnTo>
                  <a:pt x="13819"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195"/>
          <p:cNvSpPr/>
          <p:nvPr/>
        </p:nvSpPr>
        <p:spPr>
          <a:xfrm>
            <a:off x="3805448" y="4637799"/>
            <a:ext cx="1530161" cy="540024"/>
          </a:xfrm>
          <a:custGeom>
            <a:rect b="b" l="l" r="r" t="t"/>
            <a:pathLst>
              <a:path extrusionOk="0" h="1776" w="5184">
                <a:moveTo>
                  <a:pt x="4890" y="81"/>
                </a:moveTo>
                <a:lnTo>
                  <a:pt x="5095" y="1696"/>
                </a:lnTo>
                <a:lnTo>
                  <a:pt x="99" y="1696"/>
                </a:lnTo>
                <a:lnTo>
                  <a:pt x="295" y="81"/>
                </a:lnTo>
                <a:close/>
                <a:moveTo>
                  <a:pt x="224" y="1"/>
                </a:moveTo>
                <a:lnTo>
                  <a:pt x="1" y="1776"/>
                </a:lnTo>
                <a:lnTo>
                  <a:pt x="5184" y="1776"/>
                </a:lnTo>
                <a:lnTo>
                  <a:pt x="4961"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86" name="Google Shape;12586;p195"/>
          <p:cNvGrpSpPr/>
          <p:nvPr/>
        </p:nvGrpSpPr>
        <p:grpSpPr>
          <a:xfrm>
            <a:off x="-138200" y="3248800"/>
            <a:ext cx="9401995" cy="1473275"/>
            <a:chOff x="-138200" y="2987850"/>
            <a:chExt cx="9401995" cy="1473275"/>
          </a:xfrm>
        </p:grpSpPr>
        <p:sp>
          <p:nvSpPr>
            <p:cNvPr id="12587" name="Google Shape;12587;p195"/>
            <p:cNvSpPr/>
            <p:nvPr/>
          </p:nvSpPr>
          <p:spPr>
            <a:xfrm>
              <a:off x="-138200" y="2987850"/>
              <a:ext cx="9401995" cy="139927"/>
            </a:xfrm>
            <a:custGeom>
              <a:rect b="b" l="l" r="r" t="t"/>
              <a:pathLst>
                <a:path extrusionOk="0" h="616" w="30422">
                  <a:moveTo>
                    <a:pt x="1" y="0"/>
                  </a:moveTo>
                  <a:lnTo>
                    <a:pt x="1" y="616"/>
                  </a:lnTo>
                  <a:lnTo>
                    <a:pt x="30422" y="616"/>
                  </a:lnTo>
                  <a:lnTo>
                    <a:pt x="30422"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195"/>
            <p:cNvSpPr/>
            <p:nvPr/>
          </p:nvSpPr>
          <p:spPr>
            <a:xfrm>
              <a:off x="-138200" y="3076891"/>
              <a:ext cx="9401995" cy="50882"/>
            </a:xfrm>
            <a:custGeom>
              <a:rect b="b" l="l" r="r" t="t"/>
              <a:pathLst>
                <a:path extrusionOk="0" h="224" w="30422">
                  <a:moveTo>
                    <a:pt x="1" y="1"/>
                  </a:moveTo>
                  <a:lnTo>
                    <a:pt x="1" y="224"/>
                  </a:lnTo>
                  <a:lnTo>
                    <a:pt x="30422" y="224"/>
                  </a:lnTo>
                  <a:lnTo>
                    <a:pt x="3042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195"/>
            <p:cNvSpPr/>
            <p:nvPr/>
          </p:nvSpPr>
          <p:spPr>
            <a:xfrm>
              <a:off x="-138200" y="4313024"/>
              <a:ext cx="9401995" cy="138110"/>
            </a:xfrm>
            <a:custGeom>
              <a:rect b="b" l="l" r="r" t="t"/>
              <a:pathLst>
                <a:path extrusionOk="0" h="608" w="30422">
                  <a:moveTo>
                    <a:pt x="1" y="1"/>
                  </a:moveTo>
                  <a:lnTo>
                    <a:pt x="1" y="607"/>
                  </a:lnTo>
                  <a:lnTo>
                    <a:pt x="30422" y="607"/>
                  </a:lnTo>
                  <a:lnTo>
                    <a:pt x="30422"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195"/>
            <p:cNvSpPr/>
            <p:nvPr/>
          </p:nvSpPr>
          <p:spPr>
            <a:xfrm>
              <a:off x="-138200" y="4313024"/>
              <a:ext cx="9401995" cy="30666"/>
            </a:xfrm>
            <a:custGeom>
              <a:rect b="b" l="l" r="r" t="t"/>
              <a:pathLst>
                <a:path extrusionOk="0" h="135" w="30422">
                  <a:moveTo>
                    <a:pt x="1" y="1"/>
                  </a:moveTo>
                  <a:lnTo>
                    <a:pt x="1" y="135"/>
                  </a:lnTo>
                  <a:lnTo>
                    <a:pt x="30422" y="135"/>
                  </a:lnTo>
                  <a:lnTo>
                    <a:pt x="3042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195"/>
            <p:cNvSpPr/>
            <p:nvPr/>
          </p:nvSpPr>
          <p:spPr>
            <a:xfrm>
              <a:off x="-138200" y="4402292"/>
              <a:ext cx="9401995" cy="48838"/>
            </a:xfrm>
            <a:custGeom>
              <a:rect b="b" l="l" r="r" t="t"/>
              <a:pathLst>
                <a:path extrusionOk="0" h="215" w="30422">
                  <a:moveTo>
                    <a:pt x="1" y="0"/>
                  </a:moveTo>
                  <a:lnTo>
                    <a:pt x="1" y="214"/>
                  </a:lnTo>
                  <a:lnTo>
                    <a:pt x="30422" y="214"/>
                  </a:lnTo>
                  <a:lnTo>
                    <a:pt x="30422" y="0"/>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92" name="Google Shape;12592;p195"/>
            <p:cNvGrpSpPr/>
            <p:nvPr/>
          </p:nvGrpSpPr>
          <p:grpSpPr>
            <a:xfrm>
              <a:off x="1190934" y="3127728"/>
              <a:ext cx="389354" cy="1185780"/>
              <a:chOff x="1491295" y="3180738"/>
              <a:chExt cx="354635" cy="1080043"/>
            </a:xfrm>
          </p:grpSpPr>
          <p:sp>
            <p:nvSpPr>
              <p:cNvPr id="12593" name="Google Shape;12593;p195"/>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195"/>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195"/>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195"/>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195"/>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195"/>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99" name="Google Shape;12599;p195"/>
            <p:cNvSpPr/>
            <p:nvPr/>
          </p:nvSpPr>
          <p:spPr>
            <a:xfrm>
              <a:off x="1802734"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195"/>
            <p:cNvSpPr/>
            <p:nvPr/>
          </p:nvSpPr>
          <p:spPr>
            <a:xfrm>
              <a:off x="1768436"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195"/>
            <p:cNvSpPr/>
            <p:nvPr/>
          </p:nvSpPr>
          <p:spPr>
            <a:xfrm>
              <a:off x="1855430"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195"/>
            <p:cNvSpPr/>
            <p:nvPr/>
          </p:nvSpPr>
          <p:spPr>
            <a:xfrm>
              <a:off x="1855430" y="3255194"/>
              <a:ext cx="107667" cy="928382"/>
            </a:xfrm>
            <a:custGeom>
              <a:rect b="b" l="l" r="r" t="t"/>
              <a:pathLst>
                <a:path extrusionOk="0" h="4087" w="474">
                  <a:moveTo>
                    <a:pt x="1" y="1"/>
                  </a:moveTo>
                  <a:lnTo>
                    <a:pt x="1"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195"/>
            <p:cNvSpPr/>
            <p:nvPr/>
          </p:nvSpPr>
          <p:spPr>
            <a:xfrm>
              <a:off x="1802734"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195"/>
            <p:cNvSpPr/>
            <p:nvPr/>
          </p:nvSpPr>
          <p:spPr>
            <a:xfrm>
              <a:off x="1768436"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195"/>
            <p:cNvSpPr/>
            <p:nvPr/>
          </p:nvSpPr>
          <p:spPr>
            <a:xfrm>
              <a:off x="2380345"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195"/>
            <p:cNvSpPr/>
            <p:nvPr/>
          </p:nvSpPr>
          <p:spPr>
            <a:xfrm>
              <a:off x="2345820"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195"/>
            <p:cNvSpPr/>
            <p:nvPr/>
          </p:nvSpPr>
          <p:spPr>
            <a:xfrm>
              <a:off x="2433041"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195"/>
            <p:cNvSpPr/>
            <p:nvPr/>
          </p:nvSpPr>
          <p:spPr>
            <a:xfrm>
              <a:off x="2433041" y="3255194"/>
              <a:ext cx="107440" cy="928382"/>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195"/>
            <p:cNvSpPr/>
            <p:nvPr/>
          </p:nvSpPr>
          <p:spPr>
            <a:xfrm>
              <a:off x="2380345"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195"/>
            <p:cNvSpPr/>
            <p:nvPr/>
          </p:nvSpPr>
          <p:spPr>
            <a:xfrm>
              <a:off x="2345820"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195"/>
            <p:cNvSpPr/>
            <p:nvPr/>
          </p:nvSpPr>
          <p:spPr>
            <a:xfrm>
              <a:off x="2959773" y="3190456"/>
              <a:ext cx="316413" cy="64966"/>
            </a:xfrm>
            <a:custGeom>
              <a:rect b="b" l="l" r="r" t="t"/>
              <a:pathLst>
                <a:path extrusionOk="0" h="286" w="1393">
                  <a:moveTo>
                    <a:pt x="1" y="0"/>
                  </a:moveTo>
                  <a:lnTo>
                    <a:pt x="1"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195"/>
            <p:cNvSpPr/>
            <p:nvPr/>
          </p:nvSpPr>
          <p:spPr>
            <a:xfrm>
              <a:off x="2923431"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195"/>
            <p:cNvSpPr/>
            <p:nvPr/>
          </p:nvSpPr>
          <p:spPr>
            <a:xfrm>
              <a:off x="3012469" y="3255194"/>
              <a:ext cx="211018" cy="928382"/>
            </a:xfrm>
            <a:custGeom>
              <a:rect b="b" l="l" r="r" t="t"/>
              <a:pathLst>
                <a:path extrusionOk="0" h="4087" w="929">
                  <a:moveTo>
                    <a:pt x="1" y="1"/>
                  </a:moveTo>
                  <a:lnTo>
                    <a:pt x="1" y="4087"/>
                  </a:lnTo>
                  <a:lnTo>
                    <a:pt x="928" y="4087"/>
                  </a:lnTo>
                  <a:lnTo>
                    <a:pt x="92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195"/>
            <p:cNvSpPr/>
            <p:nvPr/>
          </p:nvSpPr>
          <p:spPr>
            <a:xfrm>
              <a:off x="3012469"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195"/>
            <p:cNvSpPr/>
            <p:nvPr/>
          </p:nvSpPr>
          <p:spPr>
            <a:xfrm>
              <a:off x="2959773" y="4183320"/>
              <a:ext cx="316413" cy="65193"/>
            </a:xfrm>
            <a:custGeom>
              <a:rect b="b" l="l" r="r" t="t"/>
              <a:pathLst>
                <a:path extrusionOk="0" h="287" w="1393">
                  <a:moveTo>
                    <a:pt x="1" y="1"/>
                  </a:moveTo>
                  <a:lnTo>
                    <a:pt x="1"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195"/>
            <p:cNvSpPr/>
            <p:nvPr/>
          </p:nvSpPr>
          <p:spPr>
            <a:xfrm>
              <a:off x="2923431"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195"/>
            <p:cNvSpPr/>
            <p:nvPr/>
          </p:nvSpPr>
          <p:spPr>
            <a:xfrm>
              <a:off x="3537384" y="3190456"/>
              <a:ext cx="316186" cy="64966"/>
            </a:xfrm>
            <a:custGeom>
              <a:rect b="b" l="l" r="r" t="t"/>
              <a:pathLst>
                <a:path extrusionOk="0" h="286" w="1392">
                  <a:moveTo>
                    <a:pt x="0" y="0"/>
                  </a:moveTo>
                  <a:lnTo>
                    <a:pt x="0"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195"/>
            <p:cNvSpPr/>
            <p:nvPr/>
          </p:nvSpPr>
          <p:spPr>
            <a:xfrm>
              <a:off x="3500815"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195"/>
            <p:cNvSpPr/>
            <p:nvPr/>
          </p:nvSpPr>
          <p:spPr>
            <a:xfrm>
              <a:off x="3590080" y="3255194"/>
              <a:ext cx="210791" cy="928382"/>
            </a:xfrm>
            <a:custGeom>
              <a:rect b="b" l="l" r="r" t="t"/>
              <a:pathLst>
                <a:path extrusionOk="0" h="4087" w="928">
                  <a:moveTo>
                    <a:pt x="0" y="1"/>
                  </a:moveTo>
                  <a:lnTo>
                    <a:pt x="0" y="4087"/>
                  </a:lnTo>
                  <a:lnTo>
                    <a:pt x="928" y="4087"/>
                  </a:lnTo>
                  <a:lnTo>
                    <a:pt x="92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195"/>
            <p:cNvSpPr/>
            <p:nvPr/>
          </p:nvSpPr>
          <p:spPr>
            <a:xfrm>
              <a:off x="3590080" y="3255194"/>
              <a:ext cx="105395" cy="928382"/>
            </a:xfrm>
            <a:custGeom>
              <a:rect b="b" l="l" r="r" t="t"/>
              <a:pathLst>
                <a:path extrusionOk="0" h="4087" w="464">
                  <a:moveTo>
                    <a:pt x="0" y="1"/>
                  </a:moveTo>
                  <a:lnTo>
                    <a:pt x="0"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195"/>
            <p:cNvSpPr/>
            <p:nvPr/>
          </p:nvSpPr>
          <p:spPr>
            <a:xfrm>
              <a:off x="3537384" y="4183320"/>
              <a:ext cx="316186" cy="65193"/>
            </a:xfrm>
            <a:custGeom>
              <a:rect b="b" l="l" r="r" t="t"/>
              <a:pathLst>
                <a:path extrusionOk="0" h="287" w="1392">
                  <a:moveTo>
                    <a:pt x="0" y="1"/>
                  </a:moveTo>
                  <a:lnTo>
                    <a:pt x="0"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195"/>
            <p:cNvSpPr/>
            <p:nvPr/>
          </p:nvSpPr>
          <p:spPr>
            <a:xfrm>
              <a:off x="3500815"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195"/>
            <p:cNvSpPr/>
            <p:nvPr/>
          </p:nvSpPr>
          <p:spPr>
            <a:xfrm>
              <a:off x="4114768" y="3190456"/>
              <a:ext cx="316413" cy="64966"/>
            </a:xfrm>
            <a:custGeom>
              <a:rect b="b" l="l" r="r" t="t"/>
              <a:pathLst>
                <a:path extrusionOk="0" h="286" w="1393">
                  <a:moveTo>
                    <a:pt x="1" y="0"/>
                  </a:moveTo>
                  <a:lnTo>
                    <a:pt x="1" y="286"/>
                  </a:lnTo>
                  <a:lnTo>
                    <a:pt x="1392" y="286"/>
                  </a:lnTo>
                  <a:lnTo>
                    <a:pt x="1392"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195"/>
            <p:cNvSpPr/>
            <p:nvPr/>
          </p:nvSpPr>
          <p:spPr>
            <a:xfrm>
              <a:off x="4078426"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195"/>
            <p:cNvSpPr/>
            <p:nvPr/>
          </p:nvSpPr>
          <p:spPr>
            <a:xfrm>
              <a:off x="4167464" y="3255194"/>
              <a:ext cx="211018" cy="928382"/>
            </a:xfrm>
            <a:custGeom>
              <a:rect b="b" l="l" r="r" t="t"/>
              <a:pathLst>
                <a:path extrusionOk="0" h="4087" w="929">
                  <a:moveTo>
                    <a:pt x="1" y="1"/>
                  </a:moveTo>
                  <a:lnTo>
                    <a:pt x="1" y="4087"/>
                  </a:lnTo>
                  <a:lnTo>
                    <a:pt x="928" y="4087"/>
                  </a:lnTo>
                  <a:lnTo>
                    <a:pt x="928"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195"/>
            <p:cNvSpPr/>
            <p:nvPr/>
          </p:nvSpPr>
          <p:spPr>
            <a:xfrm>
              <a:off x="4167464"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195"/>
            <p:cNvSpPr/>
            <p:nvPr/>
          </p:nvSpPr>
          <p:spPr>
            <a:xfrm>
              <a:off x="4114768" y="4183320"/>
              <a:ext cx="316413" cy="65193"/>
            </a:xfrm>
            <a:custGeom>
              <a:rect b="b" l="l" r="r" t="t"/>
              <a:pathLst>
                <a:path extrusionOk="0" h="287" w="1393">
                  <a:moveTo>
                    <a:pt x="1" y="1"/>
                  </a:moveTo>
                  <a:lnTo>
                    <a:pt x="1" y="286"/>
                  </a:lnTo>
                  <a:lnTo>
                    <a:pt x="1392" y="286"/>
                  </a:lnTo>
                  <a:lnTo>
                    <a:pt x="1392"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195"/>
            <p:cNvSpPr/>
            <p:nvPr/>
          </p:nvSpPr>
          <p:spPr>
            <a:xfrm>
              <a:off x="4078426"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195"/>
            <p:cNvSpPr/>
            <p:nvPr/>
          </p:nvSpPr>
          <p:spPr>
            <a:xfrm>
              <a:off x="4692379"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195"/>
            <p:cNvSpPr/>
            <p:nvPr/>
          </p:nvSpPr>
          <p:spPr>
            <a:xfrm>
              <a:off x="4655809"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195"/>
            <p:cNvSpPr/>
            <p:nvPr/>
          </p:nvSpPr>
          <p:spPr>
            <a:xfrm>
              <a:off x="4745074"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195"/>
            <p:cNvSpPr/>
            <p:nvPr/>
          </p:nvSpPr>
          <p:spPr>
            <a:xfrm>
              <a:off x="4745074" y="3255194"/>
              <a:ext cx="105395" cy="928382"/>
            </a:xfrm>
            <a:custGeom>
              <a:rect b="b" l="l" r="r" t="t"/>
              <a:pathLst>
                <a:path extrusionOk="0" h="4087" w="464">
                  <a:moveTo>
                    <a:pt x="0" y="1"/>
                  </a:moveTo>
                  <a:lnTo>
                    <a:pt x="0"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195"/>
            <p:cNvSpPr/>
            <p:nvPr/>
          </p:nvSpPr>
          <p:spPr>
            <a:xfrm>
              <a:off x="4692379"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195"/>
            <p:cNvSpPr/>
            <p:nvPr/>
          </p:nvSpPr>
          <p:spPr>
            <a:xfrm>
              <a:off x="4655809"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195"/>
            <p:cNvSpPr/>
            <p:nvPr/>
          </p:nvSpPr>
          <p:spPr>
            <a:xfrm>
              <a:off x="5269762"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195"/>
            <p:cNvSpPr/>
            <p:nvPr/>
          </p:nvSpPr>
          <p:spPr>
            <a:xfrm>
              <a:off x="5233420"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195"/>
            <p:cNvSpPr/>
            <p:nvPr/>
          </p:nvSpPr>
          <p:spPr>
            <a:xfrm>
              <a:off x="5322458"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195"/>
            <p:cNvSpPr/>
            <p:nvPr/>
          </p:nvSpPr>
          <p:spPr>
            <a:xfrm>
              <a:off x="5322458"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195"/>
            <p:cNvSpPr/>
            <p:nvPr/>
          </p:nvSpPr>
          <p:spPr>
            <a:xfrm>
              <a:off x="5269762"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195"/>
            <p:cNvSpPr/>
            <p:nvPr/>
          </p:nvSpPr>
          <p:spPr>
            <a:xfrm>
              <a:off x="5233420"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195"/>
            <p:cNvSpPr/>
            <p:nvPr/>
          </p:nvSpPr>
          <p:spPr>
            <a:xfrm>
              <a:off x="5847373"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195"/>
            <p:cNvSpPr/>
            <p:nvPr/>
          </p:nvSpPr>
          <p:spPr>
            <a:xfrm>
              <a:off x="5810804" y="3127536"/>
              <a:ext cx="389327" cy="63149"/>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195"/>
            <p:cNvSpPr/>
            <p:nvPr/>
          </p:nvSpPr>
          <p:spPr>
            <a:xfrm>
              <a:off x="5900069"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195"/>
            <p:cNvSpPr/>
            <p:nvPr/>
          </p:nvSpPr>
          <p:spPr>
            <a:xfrm>
              <a:off x="5900069" y="3255194"/>
              <a:ext cx="105395" cy="928382"/>
            </a:xfrm>
            <a:custGeom>
              <a:rect b="b" l="l" r="r" t="t"/>
              <a:pathLst>
                <a:path extrusionOk="0" h="4087" w="464">
                  <a:moveTo>
                    <a:pt x="0" y="1"/>
                  </a:moveTo>
                  <a:lnTo>
                    <a:pt x="0"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195"/>
            <p:cNvSpPr/>
            <p:nvPr/>
          </p:nvSpPr>
          <p:spPr>
            <a:xfrm>
              <a:off x="5847373"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195"/>
            <p:cNvSpPr/>
            <p:nvPr/>
          </p:nvSpPr>
          <p:spPr>
            <a:xfrm>
              <a:off x="5810804" y="4248285"/>
              <a:ext cx="389327" cy="6496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195"/>
            <p:cNvSpPr/>
            <p:nvPr/>
          </p:nvSpPr>
          <p:spPr>
            <a:xfrm>
              <a:off x="6424757"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195"/>
            <p:cNvSpPr/>
            <p:nvPr/>
          </p:nvSpPr>
          <p:spPr>
            <a:xfrm>
              <a:off x="6388415" y="3127536"/>
              <a:ext cx="389099" cy="63149"/>
            </a:xfrm>
            <a:custGeom>
              <a:rect b="b" l="l" r="r" t="t"/>
              <a:pathLst>
                <a:path extrusionOk="0" h="278" w="1713">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195"/>
            <p:cNvSpPr/>
            <p:nvPr/>
          </p:nvSpPr>
          <p:spPr>
            <a:xfrm>
              <a:off x="6477453"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195"/>
            <p:cNvSpPr/>
            <p:nvPr/>
          </p:nvSpPr>
          <p:spPr>
            <a:xfrm>
              <a:off x="6477453" y="3255194"/>
              <a:ext cx="105622" cy="928382"/>
            </a:xfrm>
            <a:custGeom>
              <a:rect b="b" l="l" r="r" t="t"/>
              <a:pathLst>
                <a:path extrusionOk="0" h="4087" w="465">
                  <a:moveTo>
                    <a:pt x="1" y="1"/>
                  </a:moveTo>
                  <a:lnTo>
                    <a:pt x="1" y="4087"/>
                  </a:lnTo>
                  <a:lnTo>
                    <a:pt x="464" y="4087"/>
                  </a:lnTo>
                  <a:lnTo>
                    <a:pt x="464"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195"/>
            <p:cNvSpPr/>
            <p:nvPr/>
          </p:nvSpPr>
          <p:spPr>
            <a:xfrm>
              <a:off x="6424757"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195"/>
            <p:cNvSpPr/>
            <p:nvPr/>
          </p:nvSpPr>
          <p:spPr>
            <a:xfrm>
              <a:off x="6388415" y="4248285"/>
              <a:ext cx="389099" cy="64966"/>
            </a:xfrm>
            <a:custGeom>
              <a:rect b="b" l="l" r="r" t="t"/>
              <a:pathLst>
                <a:path extrusionOk="0" h="286" w="1713">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195"/>
            <p:cNvSpPr/>
            <p:nvPr/>
          </p:nvSpPr>
          <p:spPr>
            <a:xfrm>
              <a:off x="7002368" y="3190456"/>
              <a:ext cx="318230" cy="6496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195"/>
            <p:cNvSpPr/>
            <p:nvPr/>
          </p:nvSpPr>
          <p:spPr>
            <a:xfrm>
              <a:off x="6967843" y="3127536"/>
              <a:ext cx="389327" cy="63149"/>
            </a:xfrm>
            <a:custGeom>
              <a:rect b="b" l="l" r="r" t="t"/>
              <a:pathLst>
                <a:path extrusionOk="0" h="278" w="1714">
                  <a:moveTo>
                    <a:pt x="0" y="1"/>
                  </a:moveTo>
                  <a:lnTo>
                    <a:pt x="0"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195"/>
            <p:cNvSpPr/>
            <p:nvPr/>
          </p:nvSpPr>
          <p:spPr>
            <a:xfrm>
              <a:off x="7055064" y="3255194"/>
              <a:ext cx="212835" cy="928382"/>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195"/>
            <p:cNvSpPr/>
            <p:nvPr/>
          </p:nvSpPr>
          <p:spPr>
            <a:xfrm>
              <a:off x="7055064" y="3255194"/>
              <a:ext cx="107440" cy="928382"/>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195"/>
            <p:cNvSpPr/>
            <p:nvPr/>
          </p:nvSpPr>
          <p:spPr>
            <a:xfrm>
              <a:off x="7002368" y="4183320"/>
              <a:ext cx="318230" cy="6519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195"/>
            <p:cNvSpPr/>
            <p:nvPr/>
          </p:nvSpPr>
          <p:spPr>
            <a:xfrm>
              <a:off x="6967843" y="4248285"/>
              <a:ext cx="389327" cy="64966"/>
            </a:xfrm>
            <a:custGeom>
              <a:rect b="b" l="l" r="r" t="t"/>
              <a:pathLst>
                <a:path extrusionOk="0" h="286" w="1714">
                  <a:moveTo>
                    <a:pt x="0" y="0"/>
                  </a:moveTo>
                  <a:lnTo>
                    <a:pt x="0"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195"/>
            <p:cNvSpPr/>
            <p:nvPr/>
          </p:nvSpPr>
          <p:spPr>
            <a:xfrm>
              <a:off x="7579752" y="3190456"/>
              <a:ext cx="318457" cy="64966"/>
            </a:xfrm>
            <a:custGeom>
              <a:rect b="b" l="l" r="r" t="t"/>
              <a:pathLst>
                <a:path extrusionOk="0" h="286" w="1402">
                  <a:moveTo>
                    <a:pt x="1" y="0"/>
                  </a:moveTo>
                  <a:lnTo>
                    <a:pt x="1"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195"/>
            <p:cNvSpPr/>
            <p:nvPr/>
          </p:nvSpPr>
          <p:spPr>
            <a:xfrm>
              <a:off x="7545227" y="3127536"/>
              <a:ext cx="389327" cy="63149"/>
            </a:xfrm>
            <a:custGeom>
              <a:rect b="b" l="l" r="r" t="t"/>
              <a:pathLst>
                <a:path extrusionOk="0" h="278" w="1714">
                  <a:moveTo>
                    <a:pt x="1" y="1"/>
                  </a:moveTo>
                  <a:lnTo>
                    <a:pt x="1" y="277"/>
                  </a:lnTo>
                  <a:lnTo>
                    <a:pt x="1714" y="277"/>
                  </a:lnTo>
                  <a:lnTo>
                    <a:pt x="1714"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195"/>
            <p:cNvSpPr/>
            <p:nvPr/>
          </p:nvSpPr>
          <p:spPr>
            <a:xfrm>
              <a:off x="7632448" y="3255194"/>
              <a:ext cx="213062" cy="928382"/>
            </a:xfrm>
            <a:custGeom>
              <a:rect b="b" l="l" r="r" t="t"/>
              <a:pathLst>
                <a:path extrusionOk="0" h="4087" w="938">
                  <a:moveTo>
                    <a:pt x="1" y="1"/>
                  </a:moveTo>
                  <a:lnTo>
                    <a:pt x="1"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195"/>
            <p:cNvSpPr/>
            <p:nvPr/>
          </p:nvSpPr>
          <p:spPr>
            <a:xfrm>
              <a:off x="7632448" y="3255194"/>
              <a:ext cx="107667" cy="928382"/>
            </a:xfrm>
            <a:custGeom>
              <a:rect b="b" l="l" r="r" t="t"/>
              <a:pathLst>
                <a:path extrusionOk="0" h="4087" w="474">
                  <a:moveTo>
                    <a:pt x="1" y="1"/>
                  </a:moveTo>
                  <a:lnTo>
                    <a:pt x="1"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195"/>
            <p:cNvSpPr/>
            <p:nvPr/>
          </p:nvSpPr>
          <p:spPr>
            <a:xfrm>
              <a:off x="7579752" y="4183320"/>
              <a:ext cx="318457" cy="65193"/>
            </a:xfrm>
            <a:custGeom>
              <a:rect b="b" l="l" r="r" t="t"/>
              <a:pathLst>
                <a:path extrusionOk="0" h="287" w="1402">
                  <a:moveTo>
                    <a:pt x="1" y="1"/>
                  </a:moveTo>
                  <a:lnTo>
                    <a:pt x="1"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195"/>
            <p:cNvSpPr/>
            <p:nvPr/>
          </p:nvSpPr>
          <p:spPr>
            <a:xfrm>
              <a:off x="7545227" y="4248285"/>
              <a:ext cx="389327" cy="64966"/>
            </a:xfrm>
            <a:custGeom>
              <a:rect b="b" l="l" r="r" t="t"/>
              <a:pathLst>
                <a:path extrusionOk="0" h="286" w="1714">
                  <a:moveTo>
                    <a:pt x="1" y="0"/>
                  </a:moveTo>
                  <a:lnTo>
                    <a:pt x="1" y="286"/>
                  </a:lnTo>
                  <a:lnTo>
                    <a:pt x="1714" y="286"/>
                  </a:lnTo>
                  <a:lnTo>
                    <a:pt x="171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195"/>
            <p:cNvSpPr/>
            <p:nvPr/>
          </p:nvSpPr>
          <p:spPr>
            <a:xfrm>
              <a:off x="5625306" y="4376851"/>
              <a:ext cx="1574796" cy="84275"/>
            </a:xfrm>
            <a:custGeom>
              <a:rect b="b" l="l" r="r" t="t"/>
              <a:pathLst>
                <a:path extrusionOk="0" h="371" w="6933">
                  <a:moveTo>
                    <a:pt x="1854" y="1"/>
                  </a:moveTo>
                  <a:cubicBezTo>
                    <a:pt x="1640" y="1"/>
                    <a:pt x="1437" y="14"/>
                    <a:pt x="1437" y="14"/>
                  </a:cubicBezTo>
                  <a:cubicBezTo>
                    <a:pt x="1437" y="14"/>
                    <a:pt x="1306" y="26"/>
                    <a:pt x="1193" y="26"/>
                  </a:cubicBezTo>
                  <a:cubicBezTo>
                    <a:pt x="1136" y="26"/>
                    <a:pt x="1083" y="23"/>
                    <a:pt x="1054" y="14"/>
                  </a:cubicBezTo>
                  <a:cubicBezTo>
                    <a:pt x="1049" y="13"/>
                    <a:pt x="1044" y="12"/>
                    <a:pt x="1039" y="12"/>
                  </a:cubicBezTo>
                  <a:cubicBezTo>
                    <a:pt x="966" y="12"/>
                    <a:pt x="911" y="130"/>
                    <a:pt x="911" y="130"/>
                  </a:cubicBezTo>
                  <a:lnTo>
                    <a:pt x="813" y="112"/>
                  </a:lnTo>
                  <a:cubicBezTo>
                    <a:pt x="813" y="112"/>
                    <a:pt x="608" y="148"/>
                    <a:pt x="590" y="157"/>
                  </a:cubicBezTo>
                  <a:cubicBezTo>
                    <a:pt x="572" y="157"/>
                    <a:pt x="509" y="193"/>
                    <a:pt x="509" y="193"/>
                  </a:cubicBezTo>
                  <a:lnTo>
                    <a:pt x="1" y="371"/>
                  </a:lnTo>
                  <a:lnTo>
                    <a:pt x="6933" y="317"/>
                  </a:lnTo>
                  <a:lnTo>
                    <a:pt x="6522" y="157"/>
                  </a:lnTo>
                  <a:lnTo>
                    <a:pt x="5942" y="139"/>
                  </a:lnTo>
                  <a:lnTo>
                    <a:pt x="5487" y="228"/>
                  </a:lnTo>
                  <a:cubicBezTo>
                    <a:pt x="5487" y="228"/>
                    <a:pt x="5077" y="228"/>
                    <a:pt x="4818" y="193"/>
                  </a:cubicBezTo>
                  <a:cubicBezTo>
                    <a:pt x="4551" y="157"/>
                    <a:pt x="4515" y="184"/>
                    <a:pt x="4354" y="112"/>
                  </a:cubicBezTo>
                  <a:cubicBezTo>
                    <a:pt x="4258" y="72"/>
                    <a:pt x="4161" y="65"/>
                    <a:pt x="4104" y="65"/>
                  </a:cubicBezTo>
                  <a:cubicBezTo>
                    <a:pt x="4071" y="65"/>
                    <a:pt x="4051" y="68"/>
                    <a:pt x="4051" y="68"/>
                  </a:cubicBezTo>
                  <a:lnTo>
                    <a:pt x="3846" y="68"/>
                  </a:lnTo>
                  <a:lnTo>
                    <a:pt x="3569" y="77"/>
                  </a:lnTo>
                  <a:lnTo>
                    <a:pt x="3346" y="68"/>
                  </a:lnTo>
                  <a:lnTo>
                    <a:pt x="2963" y="94"/>
                  </a:lnTo>
                  <a:lnTo>
                    <a:pt x="2650" y="193"/>
                  </a:lnTo>
                  <a:cubicBezTo>
                    <a:pt x="2650" y="193"/>
                    <a:pt x="2436" y="175"/>
                    <a:pt x="2338" y="68"/>
                  </a:cubicBezTo>
                  <a:cubicBezTo>
                    <a:pt x="2294" y="14"/>
                    <a:pt x="2068" y="1"/>
                    <a:pt x="18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66" name="Google Shape;12666;p195"/>
            <p:cNvGrpSpPr/>
            <p:nvPr/>
          </p:nvGrpSpPr>
          <p:grpSpPr>
            <a:xfrm>
              <a:off x="613339" y="3127728"/>
              <a:ext cx="389354" cy="1185780"/>
              <a:chOff x="1491295" y="3180738"/>
              <a:chExt cx="354635" cy="1080043"/>
            </a:xfrm>
          </p:grpSpPr>
          <p:sp>
            <p:nvSpPr>
              <p:cNvPr id="12667" name="Google Shape;12667;p195"/>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195"/>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195"/>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195"/>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195"/>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195"/>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3" name="Google Shape;12673;p195"/>
            <p:cNvGrpSpPr/>
            <p:nvPr/>
          </p:nvGrpSpPr>
          <p:grpSpPr>
            <a:xfrm>
              <a:off x="35745" y="3127728"/>
              <a:ext cx="389354" cy="1185780"/>
              <a:chOff x="1491295" y="3180738"/>
              <a:chExt cx="354635" cy="1080043"/>
            </a:xfrm>
          </p:grpSpPr>
          <p:sp>
            <p:nvSpPr>
              <p:cNvPr id="12674" name="Google Shape;12674;p195"/>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195"/>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195"/>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195"/>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195"/>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195"/>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0" name="Google Shape;12680;p195"/>
            <p:cNvGrpSpPr/>
            <p:nvPr/>
          </p:nvGrpSpPr>
          <p:grpSpPr>
            <a:xfrm>
              <a:off x="8122725" y="3127728"/>
              <a:ext cx="389354" cy="1185780"/>
              <a:chOff x="1491295" y="3180738"/>
              <a:chExt cx="354635" cy="1080043"/>
            </a:xfrm>
          </p:grpSpPr>
          <p:sp>
            <p:nvSpPr>
              <p:cNvPr id="12681" name="Google Shape;12681;p195"/>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195"/>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195"/>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195"/>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195"/>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195"/>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7" name="Google Shape;12687;p195"/>
            <p:cNvGrpSpPr/>
            <p:nvPr/>
          </p:nvGrpSpPr>
          <p:grpSpPr>
            <a:xfrm>
              <a:off x="8700100" y="3127728"/>
              <a:ext cx="389354" cy="1185780"/>
              <a:chOff x="1491295" y="3180738"/>
              <a:chExt cx="354635" cy="1080043"/>
            </a:xfrm>
          </p:grpSpPr>
          <p:sp>
            <p:nvSpPr>
              <p:cNvPr id="12688" name="Google Shape;12688;p195"/>
              <p:cNvSpPr/>
              <p:nvPr/>
            </p:nvSpPr>
            <p:spPr>
              <a:xfrm>
                <a:off x="1522743" y="3238050"/>
                <a:ext cx="289874" cy="59176"/>
              </a:xfrm>
              <a:custGeom>
                <a:rect b="b" l="l" r="r" t="t"/>
                <a:pathLst>
                  <a:path extrusionOk="0" h="286" w="1401">
                    <a:moveTo>
                      <a:pt x="0" y="0"/>
                    </a:moveTo>
                    <a:lnTo>
                      <a:pt x="0" y="286"/>
                    </a:lnTo>
                    <a:lnTo>
                      <a:pt x="1401" y="286"/>
                    </a:lnTo>
                    <a:lnTo>
                      <a:pt x="1401" y="0"/>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195"/>
              <p:cNvSpPr/>
              <p:nvPr/>
            </p:nvSpPr>
            <p:spPr>
              <a:xfrm>
                <a:off x="1491295" y="3180738"/>
                <a:ext cx="354635" cy="57521"/>
              </a:xfrm>
              <a:custGeom>
                <a:rect b="b" l="l" r="r" t="t"/>
                <a:pathLst>
                  <a:path extrusionOk="0" h="278" w="1714">
                    <a:moveTo>
                      <a:pt x="1" y="1"/>
                    </a:moveTo>
                    <a:lnTo>
                      <a:pt x="1" y="277"/>
                    </a:lnTo>
                    <a:lnTo>
                      <a:pt x="1713" y="277"/>
                    </a:lnTo>
                    <a:lnTo>
                      <a:pt x="1713" y="1"/>
                    </a:ln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195"/>
              <p:cNvSpPr/>
              <p:nvPr/>
            </p:nvSpPr>
            <p:spPr>
              <a:xfrm>
                <a:off x="1570744" y="3297018"/>
                <a:ext cx="193870" cy="845641"/>
              </a:xfrm>
              <a:custGeom>
                <a:rect b="b" l="l" r="r" t="t"/>
                <a:pathLst>
                  <a:path extrusionOk="0" h="4087" w="937">
                    <a:moveTo>
                      <a:pt x="0" y="1"/>
                    </a:moveTo>
                    <a:lnTo>
                      <a:pt x="0" y="4087"/>
                    </a:lnTo>
                    <a:lnTo>
                      <a:pt x="937" y="4087"/>
                    </a:lnTo>
                    <a:lnTo>
                      <a:pt x="937"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195"/>
              <p:cNvSpPr/>
              <p:nvPr/>
            </p:nvSpPr>
            <p:spPr>
              <a:xfrm>
                <a:off x="1570744" y="3297018"/>
                <a:ext cx="97866" cy="845641"/>
              </a:xfrm>
              <a:custGeom>
                <a:rect b="b" l="l" r="r" t="t"/>
                <a:pathLst>
                  <a:path extrusionOk="0" h="4087" w="473">
                    <a:moveTo>
                      <a:pt x="0" y="1"/>
                    </a:moveTo>
                    <a:lnTo>
                      <a:pt x="0" y="4087"/>
                    </a:lnTo>
                    <a:lnTo>
                      <a:pt x="473" y="4087"/>
                    </a:lnTo>
                    <a:lnTo>
                      <a:pt x="473"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195"/>
              <p:cNvSpPr/>
              <p:nvPr/>
            </p:nvSpPr>
            <p:spPr>
              <a:xfrm>
                <a:off x="1522743" y="4142430"/>
                <a:ext cx="289874" cy="59383"/>
              </a:xfrm>
              <a:custGeom>
                <a:rect b="b" l="l" r="r" t="t"/>
                <a:pathLst>
                  <a:path extrusionOk="0" h="287" w="1401">
                    <a:moveTo>
                      <a:pt x="0" y="1"/>
                    </a:moveTo>
                    <a:lnTo>
                      <a:pt x="0" y="286"/>
                    </a:lnTo>
                    <a:lnTo>
                      <a:pt x="1401" y="286"/>
                    </a:lnTo>
                    <a:lnTo>
                      <a:pt x="1401" y="1"/>
                    </a:lnTo>
                    <a:close/>
                  </a:path>
                </a:pathLst>
              </a:custGeom>
              <a:solidFill>
                <a:srgbClr val="CC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195"/>
              <p:cNvSpPr/>
              <p:nvPr/>
            </p:nvSpPr>
            <p:spPr>
              <a:xfrm>
                <a:off x="1491295" y="4201605"/>
                <a:ext cx="354635" cy="59176"/>
              </a:xfrm>
              <a:custGeom>
                <a:rect b="b" l="l" r="r" t="t"/>
                <a:pathLst>
                  <a:path extrusionOk="0" h="286" w="1714">
                    <a:moveTo>
                      <a:pt x="1" y="0"/>
                    </a:moveTo>
                    <a:lnTo>
                      <a:pt x="1" y="286"/>
                    </a:lnTo>
                    <a:lnTo>
                      <a:pt x="1713" y="286"/>
                    </a:lnTo>
                    <a:lnTo>
                      <a:pt x="1713"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694" name="Google Shape;12694;p195"/>
          <p:cNvSpPr/>
          <p:nvPr/>
        </p:nvSpPr>
        <p:spPr>
          <a:xfrm>
            <a:off x="1850546" y="4519646"/>
            <a:ext cx="2045463" cy="127457"/>
          </a:xfrm>
          <a:custGeom>
            <a:rect b="b" l="l" r="r" t="t"/>
            <a:pathLst>
              <a:path extrusionOk="0" h="616" w="9886">
                <a:moveTo>
                  <a:pt x="2418" y="0"/>
                </a:moveTo>
                <a:lnTo>
                  <a:pt x="2142" y="99"/>
                </a:lnTo>
                <a:lnTo>
                  <a:pt x="1919" y="188"/>
                </a:lnTo>
                <a:lnTo>
                  <a:pt x="1740" y="295"/>
                </a:lnTo>
                <a:cubicBezTo>
                  <a:pt x="1740" y="295"/>
                  <a:pt x="1571" y="188"/>
                  <a:pt x="1339" y="161"/>
                </a:cubicBezTo>
                <a:cubicBezTo>
                  <a:pt x="1290" y="155"/>
                  <a:pt x="1256" y="153"/>
                  <a:pt x="1234" y="153"/>
                </a:cubicBezTo>
                <a:cubicBezTo>
                  <a:pt x="1210" y="153"/>
                  <a:pt x="1199" y="156"/>
                  <a:pt x="1194" y="158"/>
                </a:cubicBezTo>
                <a:lnTo>
                  <a:pt x="1194" y="158"/>
                </a:lnTo>
                <a:cubicBezTo>
                  <a:pt x="1194" y="158"/>
                  <a:pt x="1194" y="158"/>
                  <a:pt x="1194" y="158"/>
                </a:cubicBezTo>
                <a:cubicBezTo>
                  <a:pt x="1108" y="158"/>
                  <a:pt x="558" y="327"/>
                  <a:pt x="483" y="402"/>
                </a:cubicBezTo>
                <a:lnTo>
                  <a:pt x="1" y="616"/>
                </a:lnTo>
                <a:lnTo>
                  <a:pt x="9885" y="616"/>
                </a:lnTo>
                <a:lnTo>
                  <a:pt x="9537" y="473"/>
                </a:lnTo>
                <a:lnTo>
                  <a:pt x="9261" y="402"/>
                </a:lnTo>
                <a:cubicBezTo>
                  <a:pt x="9261" y="402"/>
                  <a:pt x="9100" y="429"/>
                  <a:pt x="8833" y="473"/>
                </a:cubicBezTo>
                <a:cubicBezTo>
                  <a:pt x="8791" y="480"/>
                  <a:pt x="8757" y="483"/>
                  <a:pt x="8729" y="483"/>
                </a:cubicBezTo>
                <a:cubicBezTo>
                  <a:pt x="8584" y="483"/>
                  <a:pt x="8610" y="402"/>
                  <a:pt x="8610" y="402"/>
                </a:cubicBezTo>
                <a:cubicBezTo>
                  <a:pt x="8610" y="402"/>
                  <a:pt x="8306" y="188"/>
                  <a:pt x="8199" y="188"/>
                </a:cubicBezTo>
                <a:cubicBezTo>
                  <a:pt x="8083" y="188"/>
                  <a:pt x="7949" y="188"/>
                  <a:pt x="7816" y="206"/>
                </a:cubicBezTo>
                <a:cubicBezTo>
                  <a:pt x="7682" y="223"/>
                  <a:pt x="7575" y="295"/>
                  <a:pt x="7486" y="295"/>
                </a:cubicBezTo>
                <a:cubicBezTo>
                  <a:pt x="7396" y="287"/>
                  <a:pt x="7306" y="203"/>
                  <a:pt x="7154" y="203"/>
                </a:cubicBezTo>
                <a:cubicBezTo>
                  <a:pt x="7140" y="203"/>
                  <a:pt x="7126" y="204"/>
                  <a:pt x="7111" y="206"/>
                </a:cubicBezTo>
                <a:cubicBezTo>
                  <a:pt x="7048" y="212"/>
                  <a:pt x="6995" y="213"/>
                  <a:pt x="6951" y="213"/>
                </a:cubicBezTo>
                <a:cubicBezTo>
                  <a:pt x="6864" y="213"/>
                  <a:pt x="6816" y="206"/>
                  <a:pt x="6816" y="206"/>
                </a:cubicBezTo>
                <a:lnTo>
                  <a:pt x="6486" y="295"/>
                </a:lnTo>
                <a:lnTo>
                  <a:pt x="6147" y="473"/>
                </a:lnTo>
                <a:lnTo>
                  <a:pt x="5853" y="402"/>
                </a:lnTo>
                <a:lnTo>
                  <a:pt x="5425" y="206"/>
                </a:lnTo>
                <a:lnTo>
                  <a:pt x="4863" y="99"/>
                </a:lnTo>
                <a:cubicBezTo>
                  <a:pt x="4863" y="99"/>
                  <a:pt x="4435" y="161"/>
                  <a:pt x="4256" y="161"/>
                </a:cubicBezTo>
                <a:cubicBezTo>
                  <a:pt x="4078" y="161"/>
                  <a:pt x="4033" y="206"/>
                  <a:pt x="4033" y="206"/>
                </a:cubicBezTo>
                <a:cubicBezTo>
                  <a:pt x="4033" y="206"/>
                  <a:pt x="3699" y="297"/>
                  <a:pt x="3514" y="297"/>
                </a:cubicBezTo>
                <a:cubicBezTo>
                  <a:pt x="3498" y="297"/>
                  <a:pt x="3484" y="296"/>
                  <a:pt x="3471" y="295"/>
                </a:cubicBezTo>
                <a:cubicBezTo>
                  <a:pt x="3293" y="268"/>
                  <a:pt x="3159" y="99"/>
                  <a:pt x="3159" y="99"/>
                </a:cubicBezTo>
                <a:cubicBezTo>
                  <a:pt x="3159" y="99"/>
                  <a:pt x="3111" y="138"/>
                  <a:pt x="3050" y="138"/>
                </a:cubicBezTo>
                <a:cubicBezTo>
                  <a:pt x="3020" y="138"/>
                  <a:pt x="2986" y="128"/>
                  <a:pt x="2954" y="99"/>
                </a:cubicBezTo>
                <a:cubicBezTo>
                  <a:pt x="2919" y="67"/>
                  <a:pt x="2890" y="57"/>
                  <a:pt x="2864" y="57"/>
                </a:cubicBezTo>
                <a:cubicBezTo>
                  <a:pt x="2815" y="57"/>
                  <a:pt x="2774" y="93"/>
                  <a:pt x="2722" y="99"/>
                </a:cubicBezTo>
                <a:cubicBezTo>
                  <a:pt x="2718" y="99"/>
                  <a:pt x="2714" y="99"/>
                  <a:pt x="2710" y="99"/>
                </a:cubicBezTo>
                <a:cubicBezTo>
                  <a:pt x="2616" y="99"/>
                  <a:pt x="2418" y="0"/>
                  <a:pt x="2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95" name="Google Shape;12695;p195"/>
          <p:cNvGrpSpPr/>
          <p:nvPr/>
        </p:nvGrpSpPr>
        <p:grpSpPr>
          <a:xfrm>
            <a:off x="-440352" y="4372550"/>
            <a:ext cx="2183372" cy="583072"/>
            <a:chOff x="379848" y="4111600"/>
            <a:chExt cx="2183372" cy="583072"/>
          </a:xfrm>
        </p:grpSpPr>
        <p:sp>
          <p:nvSpPr>
            <p:cNvPr id="12696" name="Google Shape;12696;p195"/>
            <p:cNvSpPr/>
            <p:nvPr/>
          </p:nvSpPr>
          <p:spPr>
            <a:xfrm>
              <a:off x="379848" y="4111600"/>
              <a:ext cx="2183372" cy="583072"/>
            </a:xfrm>
            <a:custGeom>
              <a:rect b="b" l="l" r="r" t="t"/>
              <a:pathLst>
                <a:path extrusionOk="0" h="2818" w="7397">
                  <a:moveTo>
                    <a:pt x="1584" y="1"/>
                  </a:moveTo>
                  <a:cubicBezTo>
                    <a:pt x="1376" y="1"/>
                    <a:pt x="1196" y="52"/>
                    <a:pt x="1196" y="52"/>
                  </a:cubicBezTo>
                  <a:lnTo>
                    <a:pt x="0" y="2817"/>
                  </a:lnTo>
                  <a:lnTo>
                    <a:pt x="7396" y="2817"/>
                  </a:lnTo>
                  <a:cubicBezTo>
                    <a:pt x="7292" y="2500"/>
                    <a:pt x="7094" y="2422"/>
                    <a:pt x="6924" y="2422"/>
                  </a:cubicBezTo>
                  <a:cubicBezTo>
                    <a:pt x="6759" y="2422"/>
                    <a:pt x="6620" y="2496"/>
                    <a:pt x="6620" y="2496"/>
                  </a:cubicBezTo>
                  <a:cubicBezTo>
                    <a:pt x="6496" y="2241"/>
                    <a:pt x="6327" y="2167"/>
                    <a:pt x="6172" y="2167"/>
                  </a:cubicBezTo>
                  <a:cubicBezTo>
                    <a:pt x="5959" y="2167"/>
                    <a:pt x="5772" y="2309"/>
                    <a:pt x="5772" y="2309"/>
                  </a:cubicBezTo>
                  <a:cubicBezTo>
                    <a:pt x="5688" y="1947"/>
                    <a:pt x="5515" y="1848"/>
                    <a:pt x="5351" y="1848"/>
                  </a:cubicBezTo>
                  <a:cubicBezTo>
                    <a:pt x="5149" y="1848"/>
                    <a:pt x="4961" y="1996"/>
                    <a:pt x="4961" y="1996"/>
                  </a:cubicBezTo>
                  <a:cubicBezTo>
                    <a:pt x="4890" y="1622"/>
                    <a:pt x="4712" y="1517"/>
                    <a:pt x="4537" y="1517"/>
                  </a:cubicBezTo>
                  <a:cubicBezTo>
                    <a:pt x="4315" y="1517"/>
                    <a:pt x="4095" y="1684"/>
                    <a:pt x="4095" y="1684"/>
                  </a:cubicBezTo>
                  <a:cubicBezTo>
                    <a:pt x="4067" y="1207"/>
                    <a:pt x="3877" y="1076"/>
                    <a:pt x="3676" y="1076"/>
                  </a:cubicBezTo>
                  <a:cubicBezTo>
                    <a:pt x="3430" y="1076"/>
                    <a:pt x="3167" y="1274"/>
                    <a:pt x="3167" y="1274"/>
                  </a:cubicBezTo>
                  <a:cubicBezTo>
                    <a:pt x="3202" y="765"/>
                    <a:pt x="2976" y="633"/>
                    <a:pt x="2733" y="633"/>
                  </a:cubicBezTo>
                  <a:cubicBezTo>
                    <a:pt x="2473" y="633"/>
                    <a:pt x="2195" y="783"/>
                    <a:pt x="2195" y="783"/>
                  </a:cubicBezTo>
                  <a:cubicBezTo>
                    <a:pt x="2315" y="128"/>
                    <a:pt x="1914" y="1"/>
                    <a:pt x="1584"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195"/>
            <p:cNvSpPr/>
            <p:nvPr/>
          </p:nvSpPr>
          <p:spPr>
            <a:xfrm>
              <a:off x="514145" y="4335678"/>
              <a:ext cx="1340662" cy="358989"/>
            </a:xfrm>
            <a:custGeom>
              <a:rect b="b" l="l" r="r" t="t"/>
              <a:pathLst>
                <a:path extrusionOk="0" h="1735" w="4542">
                  <a:moveTo>
                    <a:pt x="974" y="0"/>
                  </a:moveTo>
                  <a:cubicBezTo>
                    <a:pt x="848" y="0"/>
                    <a:pt x="741" y="30"/>
                    <a:pt x="741" y="30"/>
                  </a:cubicBezTo>
                  <a:lnTo>
                    <a:pt x="0" y="1734"/>
                  </a:lnTo>
                  <a:lnTo>
                    <a:pt x="4541" y="1734"/>
                  </a:lnTo>
                  <a:cubicBezTo>
                    <a:pt x="4478" y="1540"/>
                    <a:pt x="4358" y="1492"/>
                    <a:pt x="4254" y="1492"/>
                  </a:cubicBezTo>
                  <a:cubicBezTo>
                    <a:pt x="4153" y="1492"/>
                    <a:pt x="4068" y="1538"/>
                    <a:pt x="4068" y="1538"/>
                  </a:cubicBezTo>
                  <a:cubicBezTo>
                    <a:pt x="3994" y="1381"/>
                    <a:pt x="3889" y="1335"/>
                    <a:pt x="3792" y="1335"/>
                  </a:cubicBezTo>
                  <a:cubicBezTo>
                    <a:pt x="3659" y="1335"/>
                    <a:pt x="3542" y="1422"/>
                    <a:pt x="3542" y="1422"/>
                  </a:cubicBezTo>
                  <a:cubicBezTo>
                    <a:pt x="3494" y="1202"/>
                    <a:pt x="3391" y="1142"/>
                    <a:pt x="3292" y="1142"/>
                  </a:cubicBezTo>
                  <a:cubicBezTo>
                    <a:pt x="3169" y="1142"/>
                    <a:pt x="3051" y="1235"/>
                    <a:pt x="3051" y="1235"/>
                  </a:cubicBezTo>
                  <a:cubicBezTo>
                    <a:pt x="3004" y="1001"/>
                    <a:pt x="2893" y="936"/>
                    <a:pt x="2785" y="936"/>
                  </a:cubicBezTo>
                  <a:cubicBezTo>
                    <a:pt x="2649" y="936"/>
                    <a:pt x="2516" y="1038"/>
                    <a:pt x="2516" y="1038"/>
                  </a:cubicBezTo>
                  <a:cubicBezTo>
                    <a:pt x="2500" y="747"/>
                    <a:pt x="2384" y="666"/>
                    <a:pt x="2261" y="666"/>
                  </a:cubicBezTo>
                  <a:cubicBezTo>
                    <a:pt x="2108" y="666"/>
                    <a:pt x="1945" y="789"/>
                    <a:pt x="1945" y="789"/>
                  </a:cubicBezTo>
                  <a:cubicBezTo>
                    <a:pt x="1967" y="474"/>
                    <a:pt x="1828" y="392"/>
                    <a:pt x="1679" y="392"/>
                  </a:cubicBezTo>
                  <a:cubicBezTo>
                    <a:pt x="1519" y="392"/>
                    <a:pt x="1348" y="485"/>
                    <a:pt x="1348" y="485"/>
                  </a:cubicBezTo>
                  <a:cubicBezTo>
                    <a:pt x="1425" y="78"/>
                    <a:pt x="1176" y="0"/>
                    <a:pt x="9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8" name="Google Shape;12698;p195"/>
          <p:cNvGrpSpPr/>
          <p:nvPr/>
        </p:nvGrpSpPr>
        <p:grpSpPr>
          <a:xfrm>
            <a:off x="7400797" y="4372550"/>
            <a:ext cx="2183077" cy="583072"/>
            <a:chOff x="6551897" y="4111600"/>
            <a:chExt cx="2183077" cy="583072"/>
          </a:xfrm>
        </p:grpSpPr>
        <p:sp>
          <p:nvSpPr>
            <p:cNvPr id="12699" name="Google Shape;12699;p195"/>
            <p:cNvSpPr/>
            <p:nvPr/>
          </p:nvSpPr>
          <p:spPr>
            <a:xfrm>
              <a:off x="6551897" y="4111600"/>
              <a:ext cx="2183077" cy="583072"/>
            </a:xfrm>
            <a:custGeom>
              <a:rect b="b" l="l" r="r" t="t"/>
              <a:pathLst>
                <a:path extrusionOk="0" h="2818" w="7396">
                  <a:moveTo>
                    <a:pt x="5812" y="1"/>
                  </a:moveTo>
                  <a:cubicBezTo>
                    <a:pt x="5483" y="1"/>
                    <a:pt x="5081" y="128"/>
                    <a:pt x="5201" y="783"/>
                  </a:cubicBezTo>
                  <a:cubicBezTo>
                    <a:pt x="5201" y="783"/>
                    <a:pt x="4925" y="633"/>
                    <a:pt x="4667" y="633"/>
                  </a:cubicBezTo>
                  <a:cubicBezTo>
                    <a:pt x="4425" y="633"/>
                    <a:pt x="4199" y="765"/>
                    <a:pt x="4229" y="1274"/>
                  </a:cubicBezTo>
                  <a:cubicBezTo>
                    <a:pt x="4229" y="1274"/>
                    <a:pt x="3966" y="1076"/>
                    <a:pt x="3720" y="1076"/>
                  </a:cubicBezTo>
                  <a:cubicBezTo>
                    <a:pt x="3519" y="1076"/>
                    <a:pt x="3329" y="1207"/>
                    <a:pt x="3301" y="1684"/>
                  </a:cubicBezTo>
                  <a:cubicBezTo>
                    <a:pt x="3301" y="1684"/>
                    <a:pt x="3082" y="1517"/>
                    <a:pt x="2860" y="1517"/>
                  </a:cubicBezTo>
                  <a:cubicBezTo>
                    <a:pt x="2684" y="1517"/>
                    <a:pt x="2507" y="1622"/>
                    <a:pt x="2436" y="1996"/>
                  </a:cubicBezTo>
                  <a:cubicBezTo>
                    <a:pt x="2436" y="1996"/>
                    <a:pt x="2247" y="1848"/>
                    <a:pt x="2047" y="1848"/>
                  </a:cubicBezTo>
                  <a:cubicBezTo>
                    <a:pt x="1884" y="1848"/>
                    <a:pt x="1713" y="1947"/>
                    <a:pt x="1633" y="2309"/>
                  </a:cubicBezTo>
                  <a:cubicBezTo>
                    <a:pt x="1633" y="2309"/>
                    <a:pt x="1444" y="2167"/>
                    <a:pt x="1227" y="2167"/>
                  </a:cubicBezTo>
                  <a:cubicBezTo>
                    <a:pt x="1071" y="2167"/>
                    <a:pt x="900" y="2241"/>
                    <a:pt x="777" y="2496"/>
                  </a:cubicBezTo>
                  <a:cubicBezTo>
                    <a:pt x="777" y="2496"/>
                    <a:pt x="640" y="2422"/>
                    <a:pt x="476" y="2422"/>
                  </a:cubicBezTo>
                  <a:cubicBezTo>
                    <a:pt x="307" y="2422"/>
                    <a:pt x="109" y="2500"/>
                    <a:pt x="0" y="2817"/>
                  </a:cubicBezTo>
                  <a:lnTo>
                    <a:pt x="7396" y="2817"/>
                  </a:lnTo>
                  <a:lnTo>
                    <a:pt x="6201" y="52"/>
                  </a:lnTo>
                  <a:cubicBezTo>
                    <a:pt x="6201" y="52"/>
                    <a:pt x="6021" y="1"/>
                    <a:pt x="5812"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195"/>
            <p:cNvSpPr/>
            <p:nvPr/>
          </p:nvSpPr>
          <p:spPr>
            <a:xfrm>
              <a:off x="7260276" y="4335678"/>
              <a:ext cx="1340367" cy="358989"/>
            </a:xfrm>
            <a:custGeom>
              <a:rect b="b" l="l" r="r" t="t"/>
              <a:pathLst>
                <a:path extrusionOk="0" h="1735" w="4541">
                  <a:moveTo>
                    <a:pt x="3574" y="0"/>
                  </a:moveTo>
                  <a:cubicBezTo>
                    <a:pt x="3369" y="0"/>
                    <a:pt x="3117" y="78"/>
                    <a:pt x="3194" y="485"/>
                  </a:cubicBezTo>
                  <a:cubicBezTo>
                    <a:pt x="3194" y="485"/>
                    <a:pt x="3023" y="392"/>
                    <a:pt x="2863" y="392"/>
                  </a:cubicBezTo>
                  <a:cubicBezTo>
                    <a:pt x="2714" y="392"/>
                    <a:pt x="2575" y="474"/>
                    <a:pt x="2596" y="789"/>
                  </a:cubicBezTo>
                  <a:cubicBezTo>
                    <a:pt x="2596" y="789"/>
                    <a:pt x="2433" y="666"/>
                    <a:pt x="2281" y="666"/>
                  </a:cubicBezTo>
                  <a:cubicBezTo>
                    <a:pt x="2157" y="666"/>
                    <a:pt x="2041" y="747"/>
                    <a:pt x="2025" y="1038"/>
                  </a:cubicBezTo>
                  <a:cubicBezTo>
                    <a:pt x="2025" y="1038"/>
                    <a:pt x="1893" y="936"/>
                    <a:pt x="1758" y="936"/>
                  </a:cubicBezTo>
                  <a:cubicBezTo>
                    <a:pt x="1651" y="936"/>
                    <a:pt x="1542" y="1001"/>
                    <a:pt x="1499" y="1235"/>
                  </a:cubicBezTo>
                  <a:cubicBezTo>
                    <a:pt x="1499" y="1235"/>
                    <a:pt x="1379" y="1142"/>
                    <a:pt x="1254" y="1142"/>
                  </a:cubicBezTo>
                  <a:cubicBezTo>
                    <a:pt x="1152" y="1142"/>
                    <a:pt x="1047" y="1202"/>
                    <a:pt x="999" y="1422"/>
                  </a:cubicBezTo>
                  <a:cubicBezTo>
                    <a:pt x="999" y="1422"/>
                    <a:pt x="885" y="1335"/>
                    <a:pt x="753" y="1335"/>
                  </a:cubicBezTo>
                  <a:cubicBezTo>
                    <a:pt x="657" y="1335"/>
                    <a:pt x="552" y="1381"/>
                    <a:pt x="473" y="1538"/>
                  </a:cubicBezTo>
                  <a:cubicBezTo>
                    <a:pt x="473" y="1538"/>
                    <a:pt x="388" y="1492"/>
                    <a:pt x="287" y="1492"/>
                  </a:cubicBezTo>
                  <a:cubicBezTo>
                    <a:pt x="184" y="1492"/>
                    <a:pt x="63" y="1540"/>
                    <a:pt x="0" y="1734"/>
                  </a:cubicBezTo>
                  <a:lnTo>
                    <a:pt x="4541" y="1734"/>
                  </a:lnTo>
                  <a:lnTo>
                    <a:pt x="3809" y="30"/>
                  </a:lnTo>
                  <a:cubicBezTo>
                    <a:pt x="3809" y="30"/>
                    <a:pt x="3701" y="0"/>
                    <a:pt x="35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1" name="Google Shape;12701;p195"/>
          <p:cNvGrpSpPr/>
          <p:nvPr/>
        </p:nvGrpSpPr>
        <p:grpSpPr>
          <a:xfrm>
            <a:off x="-301731" y="2688291"/>
            <a:ext cx="942613" cy="2225784"/>
            <a:chOff x="1214466" y="2918796"/>
            <a:chExt cx="786428" cy="1856987"/>
          </a:xfrm>
        </p:grpSpPr>
        <p:sp>
          <p:nvSpPr>
            <p:cNvPr id="12702" name="Google Shape;12702;p195"/>
            <p:cNvSpPr/>
            <p:nvPr/>
          </p:nvSpPr>
          <p:spPr>
            <a:xfrm>
              <a:off x="1718262" y="3276741"/>
              <a:ext cx="282632" cy="1052344"/>
            </a:xfrm>
            <a:custGeom>
              <a:rect b="b" l="l" r="r" t="t"/>
              <a:pathLst>
                <a:path extrusionOk="0" h="5086" w="1366">
                  <a:moveTo>
                    <a:pt x="1366" y="1"/>
                  </a:moveTo>
                  <a:lnTo>
                    <a:pt x="1" y="5005"/>
                  </a:lnTo>
                  <a:lnTo>
                    <a:pt x="99" y="5086"/>
                  </a:lnTo>
                  <a:cubicBezTo>
                    <a:pt x="1294" y="2321"/>
                    <a:pt x="1366" y="1"/>
                    <a:pt x="13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195"/>
            <p:cNvSpPr/>
            <p:nvPr/>
          </p:nvSpPr>
          <p:spPr>
            <a:xfrm>
              <a:off x="1696123" y="3276741"/>
              <a:ext cx="304771" cy="1035791"/>
            </a:xfrm>
            <a:custGeom>
              <a:rect b="b" l="l" r="r" t="t"/>
              <a:pathLst>
                <a:path extrusionOk="0" h="5006" w="1473">
                  <a:moveTo>
                    <a:pt x="1473" y="1"/>
                  </a:moveTo>
                  <a:cubicBezTo>
                    <a:pt x="1473" y="1"/>
                    <a:pt x="483" y="1553"/>
                    <a:pt x="1" y="4916"/>
                  </a:cubicBezTo>
                  <a:lnTo>
                    <a:pt x="108" y="5005"/>
                  </a:lnTo>
                  <a:lnTo>
                    <a:pt x="1473"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195"/>
            <p:cNvSpPr/>
            <p:nvPr/>
          </p:nvSpPr>
          <p:spPr>
            <a:xfrm>
              <a:off x="1687020" y="3134598"/>
              <a:ext cx="227182" cy="1069104"/>
            </a:xfrm>
            <a:custGeom>
              <a:rect b="b" l="l" r="r" t="t"/>
              <a:pathLst>
                <a:path extrusionOk="0" h="5167" w="1098">
                  <a:moveTo>
                    <a:pt x="999" y="1"/>
                  </a:moveTo>
                  <a:lnTo>
                    <a:pt x="0" y="5086"/>
                  </a:lnTo>
                  <a:lnTo>
                    <a:pt x="107" y="5166"/>
                  </a:lnTo>
                  <a:cubicBezTo>
                    <a:pt x="1097" y="2321"/>
                    <a:pt x="999" y="1"/>
                    <a:pt x="9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195"/>
            <p:cNvSpPr/>
            <p:nvPr/>
          </p:nvSpPr>
          <p:spPr>
            <a:xfrm>
              <a:off x="1664882" y="3134598"/>
              <a:ext cx="229044" cy="1052344"/>
            </a:xfrm>
            <a:custGeom>
              <a:rect b="b" l="l" r="r" t="t"/>
              <a:pathLst>
                <a:path extrusionOk="0" h="5086" w="1107">
                  <a:moveTo>
                    <a:pt x="1106" y="1"/>
                  </a:moveTo>
                  <a:cubicBezTo>
                    <a:pt x="1106" y="1"/>
                    <a:pt x="232" y="1625"/>
                    <a:pt x="0" y="5014"/>
                  </a:cubicBezTo>
                  <a:lnTo>
                    <a:pt x="107" y="5086"/>
                  </a:lnTo>
                  <a:lnTo>
                    <a:pt x="1106"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195"/>
            <p:cNvSpPr/>
            <p:nvPr/>
          </p:nvSpPr>
          <p:spPr>
            <a:xfrm>
              <a:off x="1648123" y="3007352"/>
              <a:ext cx="171938" cy="1118762"/>
            </a:xfrm>
            <a:custGeom>
              <a:rect b="b" l="l" r="r" t="t"/>
              <a:pathLst>
                <a:path extrusionOk="0" h="5407" w="831">
                  <a:moveTo>
                    <a:pt x="527" y="0"/>
                  </a:moveTo>
                  <a:lnTo>
                    <a:pt x="1" y="5362"/>
                  </a:lnTo>
                  <a:lnTo>
                    <a:pt x="108" y="5406"/>
                  </a:lnTo>
                  <a:cubicBezTo>
                    <a:pt x="830" y="2258"/>
                    <a:pt x="527" y="1"/>
                    <a:pt x="5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195"/>
            <p:cNvSpPr/>
            <p:nvPr/>
          </p:nvSpPr>
          <p:spPr>
            <a:xfrm>
              <a:off x="1609434" y="3007352"/>
              <a:ext cx="147937" cy="1109451"/>
            </a:xfrm>
            <a:custGeom>
              <a:rect b="b" l="l" r="r" t="t"/>
              <a:pathLst>
                <a:path extrusionOk="0" h="5362" w="715">
                  <a:moveTo>
                    <a:pt x="714" y="0"/>
                  </a:moveTo>
                  <a:lnTo>
                    <a:pt x="714" y="0"/>
                  </a:lnTo>
                  <a:cubicBezTo>
                    <a:pt x="714" y="1"/>
                    <a:pt x="1" y="1910"/>
                    <a:pt x="72" y="5326"/>
                  </a:cubicBezTo>
                  <a:lnTo>
                    <a:pt x="188" y="5362"/>
                  </a:lnTo>
                  <a:lnTo>
                    <a:pt x="71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195"/>
            <p:cNvSpPr/>
            <p:nvPr/>
          </p:nvSpPr>
          <p:spPr>
            <a:xfrm>
              <a:off x="1607571" y="2918796"/>
              <a:ext cx="109039" cy="1127866"/>
            </a:xfrm>
            <a:custGeom>
              <a:rect b="b" l="l" r="r" t="t"/>
              <a:pathLst>
                <a:path extrusionOk="0" h="5451" w="527">
                  <a:moveTo>
                    <a:pt x="1" y="0"/>
                  </a:moveTo>
                  <a:lnTo>
                    <a:pt x="1" y="5451"/>
                  </a:lnTo>
                  <a:lnTo>
                    <a:pt x="117" y="5451"/>
                  </a:lnTo>
                  <a:cubicBezTo>
                    <a:pt x="527" y="2114"/>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195"/>
            <p:cNvSpPr/>
            <p:nvPr/>
          </p:nvSpPr>
          <p:spPr>
            <a:xfrm>
              <a:off x="1500605" y="2918796"/>
              <a:ext cx="107177" cy="1127866"/>
            </a:xfrm>
            <a:custGeom>
              <a:rect b="b" l="l" r="r" t="t"/>
              <a:pathLst>
                <a:path extrusionOk="0" h="5451" w="518">
                  <a:moveTo>
                    <a:pt x="518" y="0"/>
                  </a:moveTo>
                  <a:cubicBezTo>
                    <a:pt x="518" y="0"/>
                    <a:pt x="0" y="2114"/>
                    <a:pt x="402" y="5451"/>
                  </a:cubicBezTo>
                  <a:lnTo>
                    <a:pt x="518" y="5451"/>
                  </a:lnTo>
                  <a:lnTo>
                    <a:pt x="51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195"/>
            <p:cNvSpPr/>
            <p:nvPr/>
          </p:nvSpPr>
          <p:spPr>
            <a:xfrm>
              <a:off x="1214466" y="3276741"/>
              <a:ext cx="284494" cy="1052344"/>
            </a:xfrm>
            <a:custGeom>
              <a:rect b="b" l="l" r="r" t="t"/>
              <a:pathLst>
                <a:path extrusionOk="0" h="5086" w="1375">
                  <a:moveTo>
                    <a:pt x="0" y="1"/>
                  </a:moveTo>
                  <a:cubicBezTo>
                    <a:pt x="0" y="1"/>
                    <a:pt x="72" y="2321"/>
                    <a:pt x="1276" y="5086"/>
                  </a:cubicBezTo>
                  <a:lnTo>
                    <a:pt x="1374" y="5005"/>
                  </a:lnTo>
                  <a:lnTo>
                    <a:pt x="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195"/>
            <p:cNvSpPr/>
            <p:nvPr/>
          </p:nvSpPr>
          <p:spPr>
            <a:xfrm>
              <a:off x="1214466" y="3276741"/>
              <a:ext cx="304771" cy="1035791"/>
            </a:xfrm>
            <a:custGeom>
              <a:rect b="b" l="l" r="r" t="t"/>
              <a:pathLst>
                <a:path extrusionOk="0" h="5006" w="1473">
                  <a:moveTo>
                    <a:pt x="0" y="1"/>
                  </a:moveTo>
                  <a:lnTo>
                    <a:pt x="1374" y="5005"/>
                  </a:lnTo>
                  <a:lnTo>
                    <a:pt x="1472" y="4916"/>
                  </a:lnTo>
                  <a:cubicBezTo>
                    <a:pt x="1000" y="1553"/>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195"/>
            <p:cNvSpPr/>
            <p:nvPr/>
          </p:nvSpPr>
          <p:spPr>
            <a:xfrm>
              <a:off x="1301156" y="3134598"/>
              <a:ext cx="229044" cy="1069104"/>
            </a:xfrm>
            <a:custGeom>
              <a:rect b="b" l="l" r="r" t="t"/>
              <a:pathLst>
                <a:path extrusionOk="0" h="5167" w="1107">
                  <a:moveTo>
                    <a:pt x="108" y="1"/>
                  </a:moveTo>
                  <a:cubicBezTo>
                    <a:pt x="108" y="1"/>
                    <a:pt x="1" y="2321"/>
                    <a:pt x="1000" y="5166"/>
                  </a:cubicBezTo>
                  <a:lnTo>
                    <a:pt x="1107" y="5086"/>
                  </a:lnTo>
                  <a:lnTo>
                    <a:pt x="10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195"/>
            <p:cNvSpPr/>
            <p:nvPr/>
          </p:nvSpPr>
          <p:spPr>
            <a:xfrm>
              <a:off x="1323294" y="3134598"/>
              <a:ext cx="229044" cy="1052344"/>
            </a:xfrm>
            <a:custGeom>
              <a:rect b="b" l="l" r="r" t="t"/>
              <a:pathLst>
                <a:path extrusionOk="0" h="5086" w="1107">
                  <a:moveTo>
                    <a:pt x="1" y="1"/>
                  </a:moveTo>
                  <a:lnTo>
                    <a:pt x="1000" y="5086"/>
                  </a:lnTo>
                  <a:lnTo>
                    <a:pt x="1107" y="5014"/>
                  </a:lnTo>
                  <a:cubicBezTo>
                    <a:pt x="875" y="1625"/>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195"/>
            <p:cNvSpPr/>
            <p:nvPr/>
          </p:nvSpPr>
          <p:spPr>
            <a:xfrm>
              <a:off x="1395295" y="3007352"/>
              <a:ext cx="173800" cy="1118762"/>
            </a:xfrm>
            <a:custGeom>
              <a:rect b="b" l="l" r="r" t="t"/>
              <a:pathLst>
                <a:path extrusionOk="0" h="5407" w="840">
                  <a:moveTo>
                    <a:pt x="313" y="0"/>
                  </a:moveTo>
                  <a:cubicBezTo>
                    <a:pt x="313" y="1"/>
                    <a:pt x="1" y="2258"/>
                    <a:pt x="723" y="5406"/>
                  </a:cubicBezTo>
                  <a:lnTo>
                    <a:pt x="839" y="5362"/>
                  </a:lnTo>
                  <a:lnTo>
                    <a:pt x="313"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195"/>
            <p:cNvSpPr/>
            <p:nvPr/>
          </p:nvSpPr>
          <p:spPr>
            <a:xfrm>
              <a:off x="1459847" y="3007352"/>
              <a:ext cx="147937" cy="1109451"/>
            </a:xfrm>
            <a:custGeom>
              <a:rect b="b" l="l" r="r" t="t"/>
              <a:pathLst>
                <a:path extrusionOk="0" h="5362" w="715">
                  <a:moveTo>
                    <a:pt x="1" y="0"/>
                  </a:moveTo>
                  <a:lnTo>
                    <a:pt x="527" y="5362"/>
                  </a:lnTo>
                  <a:lnTo>
                    <a:pt x="634" y="5326"/>
                  </a:lnTo>
                  <a:cubicBezTo>
                    <a:pt x="715" y="1910"/>
                    <a:pt x="1" y="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195"/>
            <p:cNvSpPr/>
            <p:nvPr/>
          </p:nvSpPr>
          <p:spPr>
            <a:xfrm>
              <a:off x="1268053" y="3994907"/>
              <a:ext cx="681131" cy="86902"/>
            </a:xfrm>
            <a:custGeom>
              <a:rect b="b" l="l" r="r" t="t"/>
              <a:pathLst>
                <a:path extrusionOk="0" h="420" w="3292">
                  <a:moveTo>
                    <a:pt x="0" y="0"/>
                  </a:moveTo>
                  <a:lnTo>
                    <a:pt x="0" y="419"/>
                  </a:lnTo>
                  <a:lnTo>
                    <a:pt x="3292" y="419"/>
                  </a:lnTo>
                  <a:lnTo>
                    <a:pt x="3292"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195"/>
            <p:cNvSpPr/>
            <p:nvPr/>
          </p:nvSpPr>
          <p:spPr>
            <a:xfrm>
              <a:off x="1308605" y="4081600"/>
              <a:ext cx="598162" cy="694183"/>
            </a:xfrm>
            <a:custGeom>
              <a:rect b="b" l="l" r="r" t="t"/>
              <a:pathLst>
                <a:path extrusionOk="0" h="3355" w="2891">
                  <a:moveTo>
                    <a:pt x="0" y="0"/>
                  </a:moveTo>
                  <a:lnTo>
                    <a:pt x="250" y="3355"/>
                  </a:lnTo>
                  <a:lnTo>
                    <a:pt x="2650" y="3355"/>
                  </a:lnTo>
                  <a:lnTo>
                    <a:pt x="289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195"/>
            <p:cNvSpPr/>
            <p:nvPr/>
          </p:nvSpPr>
          <p:spPr>
            <a:xfrm>
              <a:off x="1308605" y="4081600"/>
              <a:ext cx="598162" cy="51934"/>
            </a:xfrm>
            <a:custGeom>
              <a:rect b="b" l="l" r="r" t="t"/>
              <a:pathLst>
                <a:path extrusionOk="0" h="251" w="2891">
                  <a:moveTo>
                    <a:pt x="0" y="0"/>
                  </a:moveTo>
                  <a:lnTo>
                    <a:pt x="18" y="250"/>
                  </a:lnTo>
                  <a:lnTo>
                    <a:pt x="2873" y="250"/>
                  </a:lnTo>
                  <a:lnTo>
                    <a:pt x="289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19" name="Google Shape;12719;p195"/>
          <p:cNvSpPr/>
          <p:nvPr/>
        </p:nvSpPr>
        <p:spPr>
          <a:xfrm>
            <a:off x="3335900" y="4668671"/>
            <a:ext cx="638923" cy="98075"/>
          </a:xfrm>
          <a:custGeom>
            <a:rect b="b" l="l" r="r" t="t"/>
            <a:pathLst>
              <a:path extrusionOk="0" h="474" w="3088">
                <a:moveTo>
                  <a:pt x="1544" y="1"/>
                </a:moveTo>
                <a:cubicBezTo>
                  <a:pt x="688" y="1"/>
                  <a:pt x="1" y="108"/>
                  <a:pt x="1" y="233"/>
                </a:cubicBezTo>
                <a:cubicBezTo>
                  <a:pt x="1" y="366"/>
                  <a:pt x="688" y="474"/>
                  <a:pt x="1544" y="474"/>
                </a:cubicBezTo>
                <a:cubicBezTo>
                  <a:pt x="2400" y="474"/>
                  <a:pt x="3087" y="366"/>
                  <a:pt x="3087" y="233"/>
                </a:cubicBezTo>
                <a:cubicBezTo>
                  <a:pt x="3087" y="108"/>
                  <a:pt x="2400" y="1"/>
                  <a:pt x="1544" y="1"/>
                </a:cubicBez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20" name="Google Shape;12720;p195"/>
          <p:cNvGrpSpPr/>
          <p:nvPr/>
        </p:nvGrpSpPr>
        <p:grpSpPr>
          <a:xfrm>
            <a:off x="3281612" y="2848135"/>
            <a:ext cx="769416" cy="1873929"/>
            <a:chOff x="3455165" y="2902037"/>
            <a:chExt cx="635198" cy="1547039"/>
          </a:xfrm>
        </p:grpSpPr>
        <p:sp>
          <p:nvSpPr>
            <p:cNvPr id="12721" name="Google Shape;12721;p195"/>
            <p:cNvSpPr/>
            <p:nvPr/>
          </p:nvSpPr>
          <p:spPr>
            <a:xfrm>
              <a:off x="3477303" y="2902037"/>
              <a:ext cx="590921" cy="956338"/>
            </a:xfrm>
            <a:custGeom>
              <a:rect b="b" l="l" r="r" t="t"/>
              <a:pathLst>
                <a:path extrusionOk="0" h="4622" w="2856">
                  <a:moveTo>
                    <a:pt x="1428" y="1"/>
                  </a:moveTo>
                  <a:cubicBezTo>
                    <a:pt x="1428" y="1"/>
                    <a:pt x="1330" y="90"/>
                    <a:pt x="1339" y="144"/>
                  </a:cubicBezTo>
                  <a:cubicBezTo>
                    <a:pt x="1348" y="206"/>
                    <a:pt x="1383" y="277"/>
                    <a:pt x="1330" y="295"/>
                  </a:cubicBezTo>
                  <a:cubicBezTo>
                    <a:pt x="1285" y="304"/>
                    <a:pt x="1285" y="331"/>
                    <a:pt x="1214" y="358"/>
                  </a:cubicBezTo>
                  <a:cubicBezTo>
                    <a:pt x="1143" y="376"/>
                    <a:pt x="1214" y="456"/>
                    <a:pt x="1214" y="509"/>
                  </a:cubicBezTo>
                  <a:cubicBezTo>
                    <a:pt x="1214" y="563"/>
                    <a:pt x="1107" y="857"/>
                    <a:pt x="1107" y="857"/>
                  </a:cubicBezTo>
                  <a:lnTo>
                    <a:pt x="1027" y="973"/>
                  </a:lnTo>
                  <a:cubicBezTo>
                    <a:pt x="1027" y="973"/>
                    <a:pt x="812" y="1152"/>
                    <a:pt x="812" y="1232"/>
                  </a:cubicBezTo>
                  <a:cubicBezTo>
                    <a:pt x="812" y="1312"/>
                    <a:pt x="830" y="1312"/>
                    <a:pt x="857" y="1410"/>
                  </a:cubicBezTo>
                  <a:cubicBezTo>
                    <a:pt x="884" y="1517"/>
                    <a:pt x="848" y="1491"/>
                    <a:pt x="812" y="1553"/>
                  </a:cubicBezTo>
                  <a:cubicBezTo>
                    <a:pt x="777" y="1616"/>
                    <a:pt x="465" y="1767"/>
                    <a:pt x="465" y="1767"/>
                  </a:cubicBezTo>
                  <a:cubicBezTo>
                    <a:pt x="465" y="1767"/>
                    <a:pt x="366" y="1856"/>
                    <a:pt x="366" y="1883"/>
                  </a:cubicBezTo>
                  <a:cubicBezTo>
                    <a:pt x="366" y="1910"/>
                    <a:pt x="465" y="2106"/>
                    <a:pt x="465" y="2106"/>
                  </a:cubicBezTo>
                  <a:lnTo>
                    <a:pt x="491" y="2222"/>
                  </a:lnTo>
                  <a:lnTo>
                    <a:pt x="366" y="2347"/>
                  </a:lnTo>
                  <a:cubicBezTo>
                    <a:pt x="366" y="2347"/>
                    <a:pt x="313" y="2410"/>
                    <a:pt x="313" y="2454"/>
                  </a:cubicBezTo>
                  <a:cubicBezTo>
                    <a:pt x="322" y="2499"/>
                    <a:pt x="313" y="2454"/>
                    <a:pt x="420" y="2659"/>
                  </a:cubicBezTo>
                  <a:cubicBezTo>
                    <a:pt x="483" y="2786"/>
                    <a:pt x="465" y="2809"/>
                    <a:pt x="444" y="2809"/>
                  </a:cubicBezTo>
                  <a:cubicBezTo>
                    <a:pt x="432" y="2809"/>
                    <a:pt x="420" y="2802"/>
                    <a:pt x="420" y="2802"/>
                  </a:cubicBezTo>
                  <a:lnTo>
                    <a:pt x="90" y="2963"/>
                  </a:lnTo>
                  <a:cubicBezTo>
                    <a:pt x="90" y="2963"/>
                    <a:pt x="126" y="3016"/>
                    <a:pt x="126" y="3034"/>
                  </a:cubicBezTo>
                  <a:cubicBezTo>
                    <a:pt x="134" y="3052"/>
                    <a:pt x="188" y="3114"/>
                    <a:pt x="250" y="3177"/>
                  </a:cubicBezTo>
                  <a:cubicBezTo>
                    <a:pt x="304" y="3239"/>
                    <a:pt x="152" y="3328"/>
                    <a:pt x="152" y="3328"/>
                  </a:cubicBezTo>
                  <a:lnTo>
                    <a:pt x="1" y="3605"/>
                  </a:lnTo>
                  <a:lnTo>
                    <a:pt x="90" y="3783"/>
                  </a:lnTo>
                  <a:lnTo>
                    <a:pt x="215" y="3953"/>
                  </a:lnTo>
                  <a:cubicBezTo>
                    <a:pt x="215" y="3953"/>
                    <a:pt x="188" y="3989"/>
                    <a:pt x="188" y="4042"/>
                  </a:cubicBezTo>
                  <a:cubicBezTo>
                    <a:pt x="188" y="4105"/>
                    <a:pt x="250" y="4399"/>
                    <a:pt x="250" y="4399"/>
                  </a:cubicBezTo>
                  <a:lnTo>
                    <a:pt x="366" y="4622"/>
                  </a:lnTo>
                  <a:lnTo>
                    <a:pt x="1428" y="4595"/>
                  </a:lnTo>
                  <a:lnTo>
                    <a:pt x="2490" y="4622"/>
                  </a:lnTo>
                  <a:lnTo>
                    <a:pt x="2606" y="4399"/>
                  </a:lnTo>
                  <a:cubicBezTo>
                    <a:pt x="2606" y="4399"/>
                    <a:pt x="2668" y="4105"/>
                    <a:pt x="2668" y="4042"/>
                  </a:cubicBezTo>
                  <a:cubicBezTo>
                    <a:pt x="2668" y="3989"/>
                    <a:pt x="2641" y="3953"/>
                    <a:pt x="2641" y="3953"/>
                  </a:cubicBezTo>
                  <a:lnTo>
                    <a:pt x="2766" y="3783"/>
                  </a:lnTo>
                  <a:lnTo>
                    <a:pt x="2855" y="3605"/>
                  </a:lnTo>
                  <a:lnTo>
                    <a:pt x="2704" y="3328"/>
                  </a:lnTo>
                  <a:cubicBezTo>
                    <a:pt x="2704" y="3328"/>
                    <a:pt x="2552" y="3239"/>
                    <a:pt x="2606" y="3177"/>
                  </a:cubicBezTo>
                  <a:cubicBezTo>
                    <a:pt x="2668" y="3114"/>
                    <a:pt x="2722" y="3052"/>
                    <a:pt x="2730" y="3034"/>
                  </a:cubicBezTo>
                  <a:cubicBezTo>
                    <a:pt x="2730" y="3016"/>
                    <a:pt x="2766" y="2963"/>
                    <a:pt x="2766" y="2963"/>
                  </a:cubicBezTo>
                  <a:lnTo>
                    <a:pt x="2436" y="2802"/>
                  </a:lnTo>
                  <a:cubicBezTo>
                    <a:pt x="2436" y="2802"/>
                    <a:pt x="2424" y="2809"/>
                    <a:pt x="2412" y="2809"/>
                  </a:cubicBezTo>
                  <a:cubicBezTo>
                    <a:pt x="2391" y="2809"/>
                    <a:pt x="2373" y="2786"/>
                    <a:pt x="2436" y="2659"/>
                  </a:cubicBezTo>
                  <a:cubicBezTo>
                    <a:pt x="2543" y="2454"/>
                    <a:pt x="2534" y="2499"/>
                    <a:pt x="2543" y="2454"/>
                  </a:cubicBezTo>
                  <a:cubicBezTo>
                    <a:pt x="2543" y="2410"/>
                    <a:pt x="2490" y="2347"/>
                    <a:pt x="2490" y="2347"/>
                  </a:cubicBezTo>
                  <a:lnTo>
                    <a:pt x="2365" y="2222"/>
                  </a:lnTo>
                  <a:lnTo>
                    <a:pt x="2391" y="2106"/>
                  </a:lnTo>
                  <a:cubicBezTo>
                    <a:pt x="2391" y="2106"/>
                    <a:pt x="2490" y="1910"/>
                    <a:pt x="2490" y="1883"/>
                  </a:cubicBezTo>
                  <a:cubicBezTo>
                    <a:pt x="2490" y="1856"/>
                    <a:pt x="2391" y="1767"/>
                    <a:pt x="2391" y="1767"/>
                  </a:cubicBezTo>
                  <a:cubicBezTo>
                    <a:pt x="2391" y="1767"/>
                    <a:pt x="2079" y="1616"/>
                    <a:pt x="2044" y="1553"/>
                  </a:cubicBezTo>
                  <a:cubicBezTo>
                    <a:pt x="2008" y="1491"/>
                    <a:pt x="1972" y="1517"/>
                    <a:pt x="1999" y="1410"/>
                  </a:cubicBezTo>
                  <a:cubicBezTo>
                    <a:pt x="2026" y="1312"/>
                    <a:pt x="2044" y="1312"/>
                    <a:pt x="2044" y="1232"/>
                  </a:cubicBezTo>
                  <a:cubicBezTo>
                    <a:pt x="2044" y="1152"/>
                    <a:pt x="1829" y="973"/>
                    <a:pt x="1829" y="973"/>
                  </a:cubicBezTo>
                  <a:lnTo>
                    <a:pt x="1749" y="857"/>
                  </a:lnTo>
                  <a:cubicBezTo>
                    <a:pt x="1749" y="857"/>
                    <a:pt x="1642" y="563"/>
                    <a:pt x="1642" y="509"/>
                  </a:cubicBezTo>
                  <a:cubicBezTo>
                    <a:pt x="1642" y="456"/>
                    <a:pt x="1713" y="376"/>
                    <a:pt x="1642" y="358"/>
                  </a:cubicBezTo>
                  <a:cubicBezTo>
                    <a:pt x="1571" y="331"/>
                    <a:pt x="1571" y="304"/>
                    <a:pt x="1526" y="295"/>
                  </a:cubicBezTo>
                  <a:cubicBezTo>
                    <a:pt x="1473" y="277"/>
                    <a:pt x="1508" y="206"/>
                    <a:pt x="1517" y="144"/>
                  </a:cubicBezTo>
                  <a:cubicBezTo>
                    <a:pt x="1526" y="90"/>
                    <a:pt x="1428" y="1"/>
                    <a:pt x="1428"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195"/>
            <p:cNvSpPr/>
            <p:nvPr/>
          </p:nvSpPr>
          <p:spPr>
            <a:xfrm>
              <a:off x="3584476" y="3249016"/>
              <a:ext cx="376567" cy="609350"/>
            </a:xfrm>
            <a:custGeom>
              <a:rect b="b" l="l" r="r" t="t"/>
              <a:pathLst>
                <a:path extrusionOk="0" h="2945" w="1820">
                  <a:moveTo>
                    <a:pt x="910" y="1"/>
                  </a:moveTo>
                  <a:cubicBezTo>
                    <a:pt x="910" y="1"/>
                    <a:pt x="848" y="63"/>
                    <a:pt x="856" y="99"/>
                  </a:cubicBezTo>
                  <a:cubicBezTo>
                    <a:pt x="856" y="135"/>
                    <a:pt x="883" y="179"/>
                    <a:pt x="848" y="188"/>
                  </a:cubicBezTo>
                  <a:cubicBezTo>
                    <a:pt x="821" y="197"/>
                    <a:pt x="821" y="215"/>
                    <a:pt x="776" y="233"/>
                  </a:cubicBezTo>
                  <a:cubicBezTo>
                    <a:pt x="732" y="242"/>
                    <a:pt x="776" y="286"/>
                    <a:pt x="776" y="322"/>
                  </a:cubicBezTo>
                  <a:cubicBezTo>
                    <a:pt x="776" y="358"/>
                    <a:pt x="705" y="545"/>
                    <a:pt x="705" y="545"/>
                  </a:cubicBezTo>
                  <a:lnTo>
                    <a:pt x="651" y="625"/>
                  </a:lnTo>
                  <a:cubicBezTo>
                    <a:pt x="651" y="625"/>
                    <a:pt x="517" y="741"/>
                    <a:pt x="517" y="786"/>
                  </a:cubicBezTo>
                  <a:cubicBezTo>
                    <a:pt x="517" y="840"/>
                    <a:pt x="526" y="840"/>
                    <a:pt x="544" y="902"/>
                  </a:cubicBezTo>
                  <a:cubicBezTo>
                    <a:pt x="562" y="964"/>
                    <a:pt x="544" y="947"/>
                    <a:pt x="517" y="991"/>
                  </a:cubicBezTo>
                  <a:cubicBezTo>
                    <a:pt x="500" y="1027"/>
                    <a:pt x="294" y="1125"/>
                    <a:pt x="294" y="1125"/>
                  </a:cubicBezTo>
                  <a:cubicBezTo>
                    <a:pt x="294" y="1125"/>
                    <a:pt x="241" y="1179"/>
                    <a:pt x="241" y="1196"/>
                  </a:cubicBezTo>
                  <a:cubicBezTo>
                    <a:pt x="241" y="1214"/>
                    <a:pt x="294" y="1348"/>
                    <a:pt x="294" y="1348"/>
                  </a:cubicBezTo>
                  <a:lnTo>
                    <a:pt x="312" y="1419"/>
                  </a:lnTo>
                  <a:lnTo>
                    <a:pt x="232" y="1491"/>
                  </a:lnTo>
                  <a:cubicBezTo>
                    <a:pt x="232" y="1491"/>
                    <a:pt x="196" y="1535"/>
                    <a:pt x="205" y="1562"/>
                  </a:cubicBezTo>
                  <a:cubicBezTo>
                    <a:pt x="205" y="1598"/>
                    <a:pt x="205" y="1562"/>
                    <a:pt x="268" y="1696"/>
                  </a:cubicBezTo>
                  <a:cubicBezTo>
                    <a:pt x="307" y="1775"/>
                    <a:pt x="297" y="1790"/>
                    <a:pt x="283" y="1790"/>
                  </a:cubicBezTo>
                  <a:cubicBezTo>
                    <a:pt x="276" y="1790"/>
                    <a:pt x="268" y="1785"/>
                    <a:pt x="268" y="1785"/>
                  </a:cubicBezTo>
                  <a:lnTo>
                    <a:pt x="62" y="1883"/>
                  </a:lnTo>
                  <a:cubicBezTo>
                    <a:pt x="62" y="1883"/>
                    <a:pt x="80" y="1919"/>
                    <a:pt x="80" y="1937"/>
                  </a:cubicBezTo>
                  <a:cubicBezTo>
                    <a:pt x="89" y="1946"/>
                    <a:pt x="116" y="1990"/>
                    <a:pt x="161" y="2026"/>
                  </a:cubicBezTo>
                  <a:cubicBezTo>
                    <a:pt x="196" y="2071"/>
                    <a:pt x="98" y="2124"/>
                    <a:pt x="98" y="2124"/>
                  </a:cubicBezTo>
                  <a:lnTo>
                    <a:pt x="0" y="2303"/>
                  </a:lnTo>
                  <a:lnTo>
                    <a:pt x="62" y="2410"/>
                  </a:lnTo>
                  <a:lnTo>
                    <a:pt x="134" y="2517"/>
                  </a:lnTo>
                  <a:cubicBezTo>
                    <a:pt x="134" y="2517"/>
                    <a:pt x="116" y="2543"/>
                    <a:pt x="116" y="2579"/>
                  </a:cubicBezTo>
                  <a:cubicBezTo>
                    <a:pt x="116" y="2615"/>
                    <a:pt x="161" y="2802"/>
                    <a:pt x="161" y="2802"/>
                  </a:cubicBezTo>
                  <a:lnTo>
                    <a:pt x="232" y="2945"/>
                  </a:lnTo>
                  <a:lnTo>
                    <a:pt x="910" y="2927"/>
                  </a:lnTo>
                  <a:lnTo>
                    <a:pt x="1588" y="2945"/>
                  </a:lnTo>
                  <a:lnTo>
                    <a:pt x="1659" y="2802"/>
                  </a:lnTo>
                  <a:cubicBezTo>
                    <a:pt x="1659" y="2802"/>
                    <a:pt x="1704" y="2615"/>
                    <a:pt x="1704" y="2579"/>
                  </a:cubicBezTo>
                  <a:cubicBezTo>
                    <a:pt x="1704" y="2543"/>
                    <a:pt x="1686" y="2517"/>
                    <a:pt x="1686" y="2517"/>
                  </a:cubicBezTo>
                  <a:lnTo>
                    <a:pt x="1757" y="2410"/>
                  </a:lnTo>
                  <a:lnTo>
                    <a:pt x="1820" y="2303"/>
                  </a:lnTo>
                  <a:lnTo>
                    <a:pt x="1722" y="2124"/>
                  </a:lnTo>
                  <a:cubicBezTo>
                    <a:pt x="1722" y="2124"/>
                    <a:pt x="1624" y="2071"/>
                    <a:pt x="1659" y="2026"/>
                  </a:cubicBezTo>
                  <a:cubicBezTo>
                    <a:pt x="1704" y="1990"/>
                    <a:pt x="1731" y="1946"/>
                    <a:pt x="1740" y="1937"/>
                  </a:cubicBezTo>
                  <a:cubicBezTo>
                    <a:pt x="1740" y="1919"/>
                    <a:pt x="1757" y="1883"/>
                    <a:pt x="1757" y="1883"/>
                  </a:cubicBezTo>
                  <a:lnTo>
                    <a:pt x="1552" y="1785"/>
                  </a:lnTo>
                  <a:cubicBezTo>
                    <a:pt x="1552" y="1785"/>
                    <a:pt x="1544" y="1790"/>
                    <a:pt x="1537" y="1790"/>
                  </a:cubicBezTo>
                  <a:cubicBezTo>
                    <a:pt x="1523" y="1790"/>
                    <a:pt x="1513" y="1775"/>
                    <a:pt x="1552" y="1696"/>
                  </a:cubicBezTo>
                  <a:cubicBezTo>
                    <a:pt x="1615" y="1562"/>
                    <a:pt x="1615" y="1598"/>
                    <a:pt x="1615" y="1562"/>
                  </a:cubicBezTo>
                  <a:cubicBezTo>
                    <a:pt x="1624" y="1535"/>
                    <a:pt x="1588" y="1491"/>
                    <a:pt x="1588" y="1491"/>
                  </a:cubicBezTo>
                  <a:lnTo>
                    <a:pt x="1508" y="1419"/>
                  </a:lnTo>
                  <a:lnTo>
                    <a:pt x="1526" y="1348"/>
                  </a:lnTo>
                  <a:cubicBezTo>
                    <a:pt x="1526" y="1348"/>
                    <a:pt x="1579" y="1214"/>
                    <a:pt x="1579" y="1196"/>
                  </a:cubicBezTo>
                  <a:cubicBezTo>
                    <a:pt x="1579" y="1179"/>
                    <a:pt x="1526" y="1125"/>
                    <a:pt x="1526" y="1125"/>
                  </a:cubicBezTo>
                  <a:cubicBezTo>
                    <a:pt x="1526" y="1125"/>
                    <a:pt x="1320" y="1027"/>
                    <a:pt x="1303" y="991"/>
                  </a:cubicBezTo>
                  <a:cubicBezTo>
                    <a:pt x="1276" y="947"/>
                    <a:pt x="1258" y="964"/>
                    <a:pt x="1276" y="902"/>
                  </a:cubicBezTo>
                  <a:cubicBezTo>
                    <a:pt x="1294" y="840"/>
                    <a:pt x="1303" y="840"/>
                    <a:pt x="1303" y="786"/>
                  </a:cubicBezTo>
                  <a:cubicBezTo>
                    <a:pt x="1303" y="741"/>
                    <a:pt x="1169" y="625"/>
                    <a:pt x="1169" y="625"/>
                  </a:cubicBezTo>
                  <a:lnTo>
                    <a:pt x="1115" y="545"/>
                  </a:lnTo>
                  <a:cubicBezTo>
                    <a:pt x="1115" y="545"/>
                    <a:pt x="1044" y="358"/>
                    <a:pt x="1044" y="322"/>
                  </a:cubicBezTo>
                  <a:cubicBezTo>
                    <a:pt x="1044" y="286"/>
                    <a:pt x="1088" y="242"/>
                    <a:pt x="1044" y="233"/>
                  </a:cubicBezTo>
                  <a:cubicBezTo>
                    <a:pt x="999" y="215"/>
                    <a:pt x="999" y="197"/>
                    <a:pt x="972" y="188"/>
                  </a:cubicBezTo>
                  <a:cubicBezTo>
                    <a:pt x="937" y="179"/>
                    <a:pt x="964" y="135"/>
                    <a:pt x="964" y="99"/>
                  </a:cubicBezTo>
                  <a:cubicBezTo>
                    <a:pt x="972" y="63"/>
                    <a:pt x="91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195"/>
            <p:cNvSpPr/>
            <p:nvPr/>
          </p:nvSpPr>
          <p:spPr>
            <a:xfrm>
              <a:off x="3468200" y="3647721"/>
              <a:ext cx="234423" cy="129733"/>
            </a:xfrm>
            <a:custGeom>
              <a:rect b="b" l="l" r="r" t="t"/>
              <a:pathLst>
                <a:path extrusionOk="0" h="627" w="1133">
                  <a:moveTo>
                    <a:pt x="800" y="503"/>
                  </a:moveTo>
                  <a:lnTo>
                    <a:pt x="785" y="518"/>
                  </a:lnTo>
                  <a:cubicBezTo>
                    <a:pt x="785" y="518"/>
                    <a:pt x="808" y="505"/>
                    <a:pt x="800" y="503"/>
                  </a:cubicBezTo>
                  <a:close/>
                  <a:moveTo>
                    <a:pt x="696" y="1"/>
                  </a:moveTo>
                  <a:cubicBezTo>
                    <a:pt x="624" y="1"/>
                    <a:pt x="277" y="117"/>
                    <a:pt x="170" y="117"/>
                  </a:cubicBezTo>
                  <a:cubicBezTo>
                    <a:pt x="54" y="117"/>
                    <a:pt x="0" y="224"/>
                    <a:pt x="0" y="224"/>
                  </a:cubicBezTo>
                  <a:lnTo>
                    <a:pt x="0" y="349"/>
                  </a:lnTo>
                  <a:lnTo>
                    <a:pt x="71" y="518"/>
                  </a:lnTo>
                  <a:lnTo>
                    <a:pt x="205" y="518"/>
                  </a:lnTo>
                  <a:lnTo>
                    <a:pt x="294" y="590"/>
                  </a:lnTo>
                  <a:cubicBezTo>
                    <a:pt x="294" y="590"/>
                    <a:pt x="390" y="627"/>
                    <a:pt x="448" y="627"/>
                  </a:cubicBezTo>
                  <a:cubicBezTo>
                    <a:pt x="454" y="627"/>
                    <a:pt x="459" y="626"/>
                    <a:pt x="464" y="625"/>
                  </a:cubicBezTo>
                  <a:cubicBezTo>
                    <a:pt x="517" y="616"/>
                    <a:pt x="491" y="616"/>
                    <a:pt x="509" y="599"/>
                  </a:cubicBezTo>
                  <a:cubicBezTo>
                    <a:pt x="535" y="581"/>
                    <a:pt x="616" y="545"/>
                    <a:pt x="732" y="518"/>
                  </a:cubicBezTo>
                  <a:cubicBezTo>
                    <a:pt x="770" y="506"/>
                    <a:pt x="789" y="502"/>
                    <a:pt x="797" y="502"/>
                  </a:cubicBezTo>
                  <a:cubicBezTo>
                    <a:pt x="799" y="502"/>
                    <a:pt x="800" y="503"/>
                    <a:pt x="800" y="503"/>
                  </a:cubicBezTo>
                  <a:lnTo>
                    <a:pt x="800" y="503"/>
                  </a:lnTo>
                  <a:lnTo>
                    <a:pt x="865" y="438"/>
                  </a:lnTo>
                  <a:cubicBezTo>
                    <a:pt x="865" y="438"/>
                    <a:pt x="869" y="439"/>
                    <a:pt x="875" y="439"/>
                  </a:cubicBezTo>
                  <a:cubicBezTo>
                    <a:pt x="891" y="439"/>
                    <a:pt x="923" y="434"/>
                    <a:pt x="955" y="402"/>
                  </a:cubicBezTo>
                  <a:cubicBezTo>
                    <a:pt x="999" y="367"/>
                    <a:pt x="955" y="313"/>
                    <a:pt x="955" y="313"/>
                  </a:cubicBezTo>
                  <a:cubicBezTo>
                    <a:pt x="955" y="313"/>
                    <a:pt x="981" y="313"/>
                    <a:pt x="1053" y="269"/>
                  </a:cubicBezTo>
                  <a:cubicBezTo>
                    <a:pt x="1133" y="233"/>
                    <a:pt x="1106" y="215"/>
                    <a:pt x="1106" y="215"/>
                  </a:cubicBezTo>
                  <a:lnTo>
                    <a:pt x="1106" y="170"/>
                  </a:lnTo>
                  <a:lnTo>
                    <a:pt x="1053" y="126"/>
                  </a:lnTo>
                  <a:cubicBezTo>
                    <a:pt x="1053" y="126"/>
                    <a:pt x="767" y="1"/>
                    <a:pt x="696"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195"/>
            <p:cNvSpPr/>
            <p:nvPr/>
          </p:nvSpPr>
          <p:spPr>
            <a:xfrm>
              <a:off x="3800270" y="3535165"/>
              <a:ext cx="206284" cy="138837"/>
            </a:xfrm>
            <a:custGeom>
              <a:rect b="b" l="l" r="r" t="t"/>
              <a:pathLst>
                <a:path extrusionOk="0" h="671" w="997">
                  <a:moveTo>
                    <a:pt x="643" y="1"/>
                  </a:moveTo>
                  <a:lnTo>
                    <a:pt x="411" y="152"/>
                  </a:lnTo>
                  <a:cubicBezTo>
                    <a:pt x="411" y="152"/>
                    <a:pt x="277" y="206"/>
                    <a:pt x="161" y="206"/>
                  </a:cubicBezTo>
                  <a:cubicBezTo>
                    <a:pt x="150" y="205"/>
                    <a:pt x="140" y="205"/>
                    <a:pt x="130" y="205"/>
                  </a:cubicBezTo>
                  <a:cubicBezTo>
                    <a:pt x="49" y="205"/>
                    <a:pt x="25" y="236"/>
                    <a:pt x="1" y="268"/>
                  </a:cubicBezTo>
                  <a:lnTo>
                    <a:pt x="1" y="465"/>
                  </a:lnTo>
                  <a:lnTo>
                    <a:pt x="197" y="545"/>
                  </a:lnTo>
                  <a:lnTo>
                    <a:pt x="340" y="652"/>
                  </a:lnTo>
                  <a:cubicBezTo>
                    <a:pt x="340" y="652"/>
                    <a:pt x="453" y="671"/>
                    <a:pt x="525" y="671"/>
                  </a:cubicBezTo>
                  <a:cubicBezTo>
                    <a:pt x="552" y="671"/>
                    <a:pt x="573" y="668"/>
                    <a:pt x="581" y="661"/>
                  </a:cubicBezTo>
                  <a:cubicBezTo>
                    <a:pt x="599" y="643"/>
                    <a:pt x="670" y="482"/>
                    <a:pt x="670" y="482"/>
                  </a:cubicBezTo>
                  <a:cubicBezTo>
                    <a:pt x="670" y="482"/>
                    <a:pt x="741" y="420"/>
                    <a:pt x="902" y="268"/>
                  </a:cubicBezTo>
                  <a:cubicBezTo>
                    <a:pt x="987" y="178"/>
                    <a:pt x="996" y="158"/>
                    <a:pt x="988" y="158"/>
                  </a:cubicBezTo>
                  <a:cubicBezTo>
                    <a:pt x="981" y="158"/>
                    <a:pt x="964" y="170"/>
                    <a:pt x="964" y="170"/>
                  </a:cubicBezTo>
                  <a:lnTo>
                    <a:pt x="902" y="54"/>
                  </a:lnTo>
                  <a:lnTo>
                    <a:pt x="643" y="1"/>
                  </a:ln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195"/>
            <p:cNvSpPr/>
            <p:nvPr/>
          </p:nvSpPr>
          <p:spPr>
            <a:xfrm>
              <a:off x="3554890" y="3458610"/>
              <a:ext cx="181042" cy="95179"/>
            </a:xfrm>
            <a:custGeom>
              <a:rect b="b" l="l" r="r" t="t"/>
              <a:pathLst>
                <a:path extrusionOk="0" h="460" w="875">
                  <a:moveTo>
                    <a:pt x="450" y="0"/>
                  </a:moveTo>
                  <a:cubicBezTo>
                    <a:pt x="415" y="0"/>
                    <a:pt x="386" y="7"/>
                    <a:pt x="366" y="23"/>
                  </a:cubicBezTo>
                  <a:cubicBezTo>
                    <a:pt x="313" y="59"/>
                    <a:pt x="277" y="192"/>
                    <a:pt x="277" y="192"/>
                  </a:cubicBezTo>
                  <a:lnTo>
                    <a:pt x="134" y="210"/>
                  </a:lnTo>
                  <a:cubicBezTo>
                    <a:pt x="134" y="210"/>
                    <a:pt x="126" y="209"/>
                    <a:pt x="113" y="209"/>
                  </a:cubicBezTo>
                  <a:cubicBezTo>
                    <a:pt x="94" y="209"/>
                    <a:pt x="66" y="212"/>
                    <a:pt x="45" y="228"/>
                  </a:cubicBezTo>
                  <a:cubicBezTo>
                    <a:pt x="0" y="255"/>
                    <a:pt x="0" y="371"/>
                    <a:pt x="0" y="371"/>
                  </a:cubicBezTo>
                  <a:lnTo>
                    <a:pt x="90" y="415"/>
                  </a:lnTo>
                  <a:lnTo>
                    <a:pt x="455" y="460"/>
                  </a:lnTo>
                  <a:lnTo>
                    <a:pt x="634" y="371"/>
                  </a:lnTo>
                  <a:lnTo>
                    <a:pt x="812" y="308"/>
                  </a:lnTo>
                  <a:cubicBezTo>
                    <a:pt x="812" y="308"/>
                    <a:pt x="875" y="237"/>
                    <a:pt x="839" y="201"/>
                  </a:cubicBezTo>
                  <a:cubicBezTo>
                    <a:pt x="803" y="166"/>
                    <a:pt x="741" y="76"/>
                    <a:pt x="741" y="76"/>
                  </a:cubicBezTo>
                  <a:cubicBezTo>
                    <a:pt x="741" y="76"/>
                    <a:pt x="687" y="59"/>
                    <a:pt x="598" y="32"/>
                  </a:cubicBezTo>
                  <a:cubicBezTo>
                    <a:pt x="548" y="12"/>
                    <a:pt x="495" y="0"/>
                    <a:pt x="450"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195"/>
            <p:cNvSpPr/>
            <p:nvPr/>
          </p:nvSpPr>
          <p:spPr>
            <a:xfrm>
              <a:off x="3785580" y="3225222"/>
              <a:ext cx="251183" cy="118146"/>
            </a:xfrm>
            <a:custGeom>
              <a:rect b="b" l="l" r="r" t="t"/>
              <a:pathLst>
                <a:path extrusionOk="0" h="571" w="1214">
                  <a:moveTo>
                    <a:pt x="794" y="0"/>
                  </a:moveTo>
                  <a:cubicBezTo>
                    <a:pt x="794" y="0"/>
                    <a:pt x="696" y="0"/>
                    <a:pt x="500" y="80"/>
                  </a:cubicBezTo>
                  <a:cubicBezTo>
                    <a:pt x="397" y="116"/>
                    <a:pt x="351" y="125"/>
                    <a:pt x="329" y="125"/>
                  </a:cubicBezTo>
                  <a:cubicBezTo>
                    <a:pt x="308" y="125"/>
                    <a:pt x="313" y="116"/>
                    <a:pt x="313" y="116"/>
                  </a:cubicBezTo>
                  <a:lnTo>
                    <a:pt x="313" y="116"/>
                  </a:lnTo>
                  <a:lnTo>
                    <a:pt x="250" y="196"/>
                  </a:lnTo>
                  <a:lnTo>
                    <a:pt x="0" y="303"/>
                  </a:lnTo>
                  <a:lnTo>
                    <a:pt x="72" y="544"/>
                  </a:lnTo>
                  <a:cubicBezTo>
                    <a:pt x="72" y="544"/>
                    <a:pt x="99" y="535"/>
                    <a:pt x="215" y="526"/>
                  </a:cubicBezTo>
                  <a:cubicBezTo>
                    <a:pt x="227" y="525"/>
                    <a:pt x="240" y="525"/>
                    <a:pt x="252" y="525"/>
                  </a:cubicBezTo>
                  <a:cubicBezTo>
                    <a:pt x="347" y="525"/>
                    <a:pt x="411" y="553"/>
                    <a:pt x="411" y="553"/>
                  </a:cubicBezTo>
                  <a:lnTo>
                    <a:pt x="598" y="571"/>
                  </a:lnTo>
                  <a:cubicBezTo>
                    <a:pt x="598" y="571"/>
                    <a:pt x="705" y="437"/>
                    <a:pt x="803" y="393"/>
                  </a:cubicBezTo>
                  <a:cubicBezTo>
                    <a:pt x="839" y="375"/>
                    <a:pt x="862" y="369"/>
                    <a:pt x="882" y="369"/>
                  </a:cubicBezTo>
                  <a:cubicBezTo>
                    <a:pt x="923" y="369"/>
                    <a:pt x="955" y="393"/>
                    <a:pt x="1062" y="393"/>
                  </a:cubicBezTo>
                  <a:cubicBezTo>
                    <a:pt x="1214" y="384"/>
                    <a:pt x="1196" y="285"/>
                    <a:pt x="1196" y="285"/>
                  </a:cubicBezTo>
                  <a:lnTo>
                    <a:pt x="1196" y="205"/>
                  </a:lnTo>
                  <a:cubicBezTo>
                    <a:pt x="1196" y="205"/>
                    <a:pt x="1124" y="62"/>
                    <a:pt x="1124" y="62"/>
                  </a:cubicBezTo>
                  <a:cubicBezTo>
                    <a:pt x="1124" y="62"/>
                    <a:pt x="973" y="27"/>
                    <a:pt x="973" y="27"/>
                  </a:cubicBezTo>
                  <a:lnTo>
                    <a:pt x="794" y="0"/>
                  </a:ln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195"/>
            <p:cNvSpPr/>
            <p:nvPr/>
          </p:nvSpPr>
          <p:spPr>
            <a:xfrm>
              <a:off x="3586131" y="3105217"/>
              <a:ext cx="214354" cy="86902"/>
            </a:xfrm>
            <a:custGeom>
              <a:rect b="b" l="l" r="r" t="t"/>
              <a:pathLst>
                <a:path extrusionOk="0" h="420" w="1036">
                  <a:moveTo>
                    <a:pt x="583" y="1"/>
                  </a:moveTo>
                  <a:cubicBezTo>
                    <a:pt x="570" y="1"/>
                    <a:pt x="554" y="3"/>
                    <a:pt x="536" y="9"/>
                  </a:cubicBezTo>
                  <a:cubicBezTo>
                    <a:pt x="438" y="45"/>
                    <a:pt x="278" y="63"/>
                    <a:pt x="278" y="63"/>
                  </a:cubicBezTo>
                  <a:lnTo>
                    <a:pt x="126" y="63"/>
                  </a:lnTo>
                  <a:cubicBezTo>
                    <a:pt x="126" y="63"/>
                    <a:pt x="1" y="152"/>
                    <a:pt x="28" y="223"/>
                  </a:cubicBezTo>
                  <a:cubicBezTo>
                    <a:pt x="54" y="295"/>
                    <a:pt x="126" y="366"/>
                    <a:pt x="126" y="366"/>
                  </a:cubicBezTo>
                  <a:cubicBezTo>
                    <a:pt x="126" y="366"/>
                    <a:pt x="518" y="411"/>
                    <a:pt x="536" y="411"/>
                  </a:cubicBezTo>
                  <a:cubicBezTo>
                    <a:pt x="563" y="411"/>
                    <a:pt x="732" y="419"/>
                    <a:pt x="732" y="419"/>
                  </a:cubicBezTo>
                  <a:lnTo>
                    <a:pt x="964" y="366"/>
                  </a:lnTo>
                  <a:lnTo>
                    <a:pt x="1036" y="286"/>
                  </a:lnTo>
                  <a:lnTo>
                    <a:pt x="822" y="143"/>
                  </a:lnTo>
                  <a:cubicBezTo>
                    <a:pt x="759" y="107"/>
                    <a:pt x="670" y="63"/>
                    <a:pt x="670" y="63"/>
                  </a:cubicBezTo>
                  <a:cubicBezTo>
                    <a:pt x="670" y="63"/>
                    <a:pt x="651" y="1"/>
                    <a:pt x="583"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195"/>
            <p:cNvSpPr/>
            <p:nvPr/>
          </p:nvSpPr>
          <p:spPr>
            <a:xfrm>
              <a:off x="3847649" y="3360331"/>
              <a:ext cx="159524" cy="73660"/>
            </a:xfrm>
            <a:custGeom>
              <a:rect b="b" l="l" r="r" t="t"/>
              <a:pathLst>
                <a:path extrusionOk="0" h="356" w="771">
                  <a:moveTo>
                    <a:pt x="370" y="0"/>
                  </a:moveTo>
                  <a:cubicBezTo>
                    <a:pt x="352" y="0"/>
                    <a:pt x="331" y="4"/>
                    <a:pt x="298" y="16"/>
                  </a:cubicBezTo>
                  <a:cubicBezTo>
                    <a:pt x="200" y="61"/>
                    <a:pt x="164" y="25"/>
                    <a:pt x="129" y="87"/>
                  </a:cubicBezTo>
                  <a:cubicBezTo>
                    <a:pt x="102" y="150"/>
                    <a:pt x="48" y="239"/>
                    <a:pt x="48" y="239"/>
                  </a:cubicBezTo>
                  <a:cubicBezTo>
                    <a:pt x="48" y="239"/>
                    <a:pt x="41" y="238"/>
                    <a:pt x="34" y="238"/>
                  </a:cubicBezTo>
                  <a:cubicBezTo>
                    <a:pt x="19" y="238"/>
                    <a:pt x="1" y="242"/>
                    <a:pt x="31" y="266"/>
                  </a:cubicBezTo>
                  <a:cubicBezTo>
                    <a:pt x="66" y="310"/>
                    <a:pt x="218" y="355"/>
                    <a:pt x="218" y="355"/>
                  </a:cubicBezTo>
                  <a:lnTo>
                    <a:pt x="414" y="346"/>
                  </a:lnTo>
                  <a:lnTo>
                    <a:pt x="610" y="328"/>
                  </a:lnTo>
                  <a:lnTo>
                    <a:pt x="753" y="239"/>
                  </a:lnTo>
                  <a:lnTo>
                    <a:pt x="771" y="141"/>
                  </a:lnTo>
                  <a:lnTo>
                    <a:pt x="762" y="52"/>
                  </a:lnTo>
                  <a:cubicBezTo>
                    <a:pt x="726" y="43"/>
                    <a:pt x="628" y="16"/>
                    <a:pt x="512" y="16"/>
                  </a:cubicBezTo>
                  <a:cubicBezTo>
                    <a:pt x="429" y="16"/>
                    <a:pt x="405" y="0"/>
                    <a:pt x="370" y="0"/>
                  </a:cubicBez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195"/>
            <p:cNvSpPr/>
            <p:nvPr/>
          </p:nvSpPr>
          <p:spPr>
            <a:xfrm>
              <a:off x="3541855" y="3438954"/>
              <a:ext cx="118350" cy="72418"/>
            </a:xfrm>
            <a:custGeom>
              <a:rect b="b" l="l" r="r" t="t"/>
              <a:pathLst>
                <a:path extrusionOk="0" h="350" w="572">
                  <a:moveTo>
                    <a:pt x="379" y="1"/>
                  </a:moveTo>
                  <a:cubicBezTo>
                    <a:pt x="371" y="1"/>
                    <a:pt x="364" y="1"/>
                    <a:pt x="358" y="2"/>
                  </a:cubicBezTo>
                  <a:cubicBezTo>
                    <a:pt x="286" y="11"/>
                    <a:pt x="197" y="11"/>
                    <a:pt x="197" y="11"/>
                  </a:cubicBezTo>
                  <a:cubicBezTo>
                    <a:pt x="170" y="11"/>
                    <a:pt x="54" y="29"/>
                    <a:pt x="37" y="55"/>
                  </a:cubicBezTo>
                  <a:cubicBezTo>
                    <a:pt x="19" y="82"/>
                    <a:pt x="1" y="91"/>
                    <a:pt x="10" y="145"/>
                  </a:cubicBezTo>
                  <a:cubicBezTo>
                    <a:pt x="28" y="198"/>
                    <a:pt x="81" y="269"/>
                    <a:pt x="81" y="269"/>
                  </a:cubicBezTo>
                  <a:lnTo>
                    <a:pt x="233" y="323"/>
                  </a:lnTo>
                  <a:lnTo>
                    <a:pt x="376" y="350"/>
                  </a:lnTo>
                  <a:cubicBezTo>
                    <a:pt x="376" y="350"/>
                    <a:pt x="518" y="252"/>
                    <a:pt x="536" y="198"/>
                  </a:cubicBezTo>
                  <a:cubicBezTo>
                    <a:pt x="554" y="136"/>
                    <a:pt x="572" y="64"/>
                    <a:pt x="572" y="64"/>
                  </a:cubicBezTo>
                  <a:lnTo>
                    <a:pt x="563" y="38"/>
                  </a:lnTo>
                  <a:cubicBezTo>
                    <a:pt x="563" y="38"/>
                    <a:pt x="452" y="1"/>
                    <a:pt x="379"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195"/>
            <p:cNvSpPr/>
            <p:nvPr/>
          </p:nvSpPr>
          <p:spPr>
            <a:xfrm>
              <a:off x="3536476" y="3616272"/>
              <a:ext cx="201319" cy="104076"/>
            </a:xfrm>
            <a:custGeom>
              <a:rect b="b" l="l" r="r" t="t"/>
              <a:pathLst>
                <a:path extrusionOk="0" h="503" w="973">
                  <a:moveTo>
                    <a:pt x="455" y="0"/>
                  </a:moveTo>
                  <a:cubicBezTo>
                    <a:pt x="446" y="0"/>
                    <a:pt x="437" y="0"/>
                    <a:pt x="428" y="1"/>
                  </a:cubicBezTo>
                  <a:cubicBezTo>
                    <a:pt x="330" y="10"/>
                    <a:pt x="205" y="73"/>
                    <a:pt x="205" y="73"/>
                  </a:cubicBezTo>
                  <a:lnTo>
                    <a:pt x="89" y="108"/>
                  </a:lnTo>
                  <a:cubicBezTo>
                    <a:pt x="89" y="108"/>
                    <a:pt x="73" y="100"/>
                    <a:pt x="58" y="100"/>
                  </a:cubicBezTo>
                  <a:cubicBezTo>
                    <a:pt x="50" y="100"/>
                    <a:pt x="42" y="102"/>
                    <a:pt x="36" y="108"/>
                  </a:cubicBezTo>
                  <a:cubicBezTo>
                    <a:pt x="18" y="117"/>
                    <a:pt x="0" y="206"/>
                    <a:pt x="0" y="206"/>
                  </a:cubicBezTo>
                  <a:lnTo>
                    <a:pt x="89" y="305"/>
                  </a:lnTo>
                  <a:cubicBezTo>
                    <a:pt x="89" y="305"/>
                    <a:pt x="98" y="314"/>
                    <a:pt x="134" y="340"/>
                  </a:cubicBezTo>
                  <a:cubicBezTo>
                    <a:pt x="156" y="362"/>
                    <a:pt x="171" y="401"/>
                    <a:pt x="205" y="401"/>
                  </a:cubicBezTo>
                  <a:cubicBezTo>
                    <a:pt x="213" y="401"/>
                    <a:pt x="222" y="399"/>
                    <a:pt x="232" y="394"/>
                  </a:cubicBezTo>
                  <a:cubicBezTo>
                    <a:pt x="286" y="367"/>
                    <a:pt x="321" y="358"/>
                    <a:pt x="321" y="358"/>
                  </a:cubicBezTo>
                  <a:cubicBezTo>
                    <a:pt x="321" y="358"/>
                    <a:pt x="375" y="403"/>
                    <a:pt x="410" y="438"/>
                  </a:cubicBezTo>
                  <a:cubicBezTo>
                    <a:pt x="446" y="474"/>
                    <a:pt x="428" y="465"/>
                    <a:pt x="518" y="483"/>
                  </a:cubicBezTo>
                  <a:cubicBezTo>
                    <a:pt x="566" y="499"/>
                    <a:pt x="601" y="502"/>
                    <a:pt x="622" y="502"/>
                  </a:cubicBezTo>
                  <a:cubicBezTo>
                    <a:pt x="635" y="502"/>
                    <a:pt x="642" y="501"/>
                    <a:pt x="642" y="501"/>
                  </a:cubicBezTo>
                  <a:lnTo>
                    <a:pt x="776" y="474"/>
                  </a:lnTo>
                  <a:lnTo>
                    <a:pt x="865" y="367"/>
                  </a:lnTo>
                  <a:cubicBezTo>
                    <a:pt x="865" y="367"/>
                    <a:pt x="972" y="305"/>
                    <a:pt x="919" y="251"/>
                  </a:cubicBezTo>
                  <a:cubicBezTo>
                    <a:pt x="874" y="189"/>
                    <a:pt x="794" y="126"/>
                    <a:pt x="758" y="108"/>
                  </a:cubicBezTo>
                  <a:cubicBezTo>
                    <a:pt x="723" y="90"/>
                    <a:pt x="625" y="37"/>
                    <a:pt x="625" y="37"/>
                  </a:cubicBezTo>
                  <a:cubicBezTo>
                    <a:pt x="625" y="37"/>
                    <a:pt x="543" y="0"/>
                    <a:pt x="455"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195"/>
            <p:cNvSpPr/>
            <p:nvPr/>
          </p:nvSpPr>
          <p:spPr>
            <a:xfrm>
              <a:off x="3815166" y="3716207"/>
              <a:ext cx="252424" cy="97868"/>
            </a:xfrm>
            <a:custGeom>
              <a:rect b="b" l="l" r="r" t="t"/>
              <a:pathLst>
                <a:path extrusionOk="0" h="473" w="1220">
                  <a:moveTo>
                    <a:pt x="170" y="0"/>
                  </a:moveTo>
                  <a:lnTo>
                    <a:pt x="54" y="80"/>
                  </a:lnTo>
                  <a:lnTo>
                    <a:pt x="0" y="250"/>
                  </a:lnTo>
                  <a:lnTo>
                    <a:pt x="54" y="339"/>
                  </a:lnTo>
                  <a:lnTo>
                    <a:pt x="107" y="410"/>
                  </a:lnTo>
                  <a:lnTo>
                    <a:pt x="286" y="446"/>
                  </a:lnTo>
                  <a:cubicBezTo>
                    <a:pt x="286" y="446"/>
                    <a:pt x="354" y="472"/>
                    <a:pt x="422" y="472"/>
                  </a:cubicBezTo>
                  <a:cubicBezTo>
                    <a:pt x="443" y="472"/>
                    <a:pt x="463" y="470"/>
                    <a:pt x="482" y="464"/>
                  </a:cubicBezTo>
                  <a:cubicBezTo>
                    <a:pt x="527" y="455"/>
                    <a:pt x="571" y="453"/>
                    <a:pt x="605" y="453"/>
                  </a:cubicBezTo>
                  <a:cubicBezTo>
                    <a:pt x="638" y="453"/>
                    <a:pt x="660" y="455"/>
                    <a:pt x="660" y="455"/>
                  </a:cubicBezTo>
                  <a:cubicBezTo>
                    <a:pt x="660" y="455"/>
                    <a:pt x="750" y="401"/>
                    <a:pt x="999" y="330"/>
                  </a:cubicBezTo>
                  <a:cubicBezTo>
                    <a:pt x="1211" y="264"/>
                    <a:pt x="1220" y="258"/>
                    <a:pt x="1216" y="258"/>
                  </a:cubicBezTo>
                  <a:cubicBezTo>
                    <a:pt x="1215" y="258"/>
                    <a:pt x="1213" y="259"/>
                    <a:pt x="1213" y="259"/>
                  </a:cubicBezTo>
                  <a:lnTo>
                    <a:pt x="1053" y="187"/>
                  </a:lnTo>
                  <a:cubicBezTo>
                    <a:pt x="1053" y="187"/>
                    <a:pt x="999" y="161"/>
                    <a:pt x="928" y="143"/>
                  </a:cubicBezTo>
                  <a:cubicBezTo>
                    <a:pt x="857" y="125"/>
                    <a:pt x="830" y="18"/>
                    <a:pt x="830" y="18"/>
                  </a:cubicBezTo>
                  <a:lnTo>
                    <a:pt x="687" y="0"/>
                  </a:lnTo>
                  <a:lnTo>
                    <a:pt x="455" y="62"/>
                  </a:lnTo>
                  <a:lnTo>
                    <a:pt x="170" y="0"/>
                  </a:ln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195"/>
            <p:cNvSpPr/>
            <p:nvPr/>
          </p:nvSpPr>
          <p:spPr>
            <a:xfrm>
              <a:off x="3763442" y="3300742"/>
              <a:ext cx="179180" cy="87109"/>
            </a:xfrm>
            <a:custGeom>
              <a:rect b="b" l="l" r="r" t="t"/>
              <a:pathLst>
                <a:path extrusionOk="0" h="421" w="866">
                  <a:moveTo>
                    <a:pt x="732" y="1"/>
                  </a:moveTo>
                  <a:lnTo>
                    <a:pt x="598" y="19"/>
                  </a:lnTo>
                  <a:cubicBezTo>
                    <a:pt x="598" y="19"/>
                    <a:pt x="523" y="34"/>
                    <a:pt x="474" y="34"/>
                  </a:cubicBezTo>
                  <a:cubicBezTo>
                    <a:pt x="458" y="34"/>
                    <a:pt x="444" y="32"/>
                    <a:pt x="438" y="28"/>
                  </a:cubicBezTo>
                  <a:cubicBezTo>
                    <a:pt x="432" y="22"/>
                    <a:pt x="419" y="20"/>
                    <a:pt x="401" y="20"/>
                  </a:cubicBezTo>
                  <a:cubicBezTo>
                    <a:pt x="330" y="20"/>
                    <a:pt x="188" y="54"/>
                    <a:pt x="188" y="54"/>
                  </a:cubicBezTo>
                  <a:cubicBezTo>
                    <a:pt x="188" y="54"/>
                    <a:pt x="63" y="170"/>
                    <a:pt x="45" y="215"/>
                  </a:cubicBezTo>
                  <a:lnTo>
                    <a:pt x="0" y="322"/>
                  </a:lnTo>
                  <a:lnTo>
                    <a:pt x="45" y="402"/>
                  </a:lnTo>
                  <a:lnTo>
                    <a:pt x="268" y="420"/>
                  </a:lnTo>
                  <a:cubicBezTo>
                    <a:pt x="268" y="420"/>
                    <a:pt x="375" y="411"/>
                    <a:pt x="420" y="367"/>
                  </a:cubicBezTo>
                  <a:cubicBezTo>
                    <a:pt x="441" y="345"/>
                    <a:pt x="468" y="336"/>
                    <a:pt x="506" y="336"/>
                  </a:cubicBezTo>
                  <a:cubicBezTo>
                    <a:pt x="548" y="336"/>
                    <a:pt x="603" y="348"/>
                    <a:pt x="678" y="367"/>
                  </a:cubicBezTo>
                  <a:cubicBezTo>
                    <a:pt x="702" y="371"/>
                    <a:pt x="723" y="373"/>
                    <a:pt x="741" y="373"/>
                  </a:cubicBezTo>
                  <a:cubicBezTo>
                    <a:pt x="827" y="373"/>
                    <a:pt x="857" y="331"/>
                    <a:pt x="857" y="331"/>
                  </a:cubicBezTo>
                  <a:cubicBezTo>
                    <a:pt x="857" y="331"/>
                    <a:pt x="866" y="170"/>
                    <a:pt x="857" y="144"/>
                  </a:cubicBezTo>
                  <a:cubicBezTo>
                    <a:pt x="839" y="117"/>
                    <a:pt x="732" y="1"/>
                    <a:pt x="732"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195"/>
            <p:cNvSpPr/>
            <p:nvPr/>
          </p:nvSpPr>
          <p:spPr>
            <a:xfrm>
              <a:off x="3455165" y="3852764"/>
              <a:ext cx="635198" cy="64763"/>
            </a:xfrm>
            <a:custGeom>
              <a:rect b="b" l="l" r="r" t="t"/>
              <a:pathLst>
                <a:path extrusionOk="0" h="313" w="3070">
                  <a:moveTo>
                    <a:pt x="1" y="0"/>
                  </a:moveTo>
                  <a:lnTo>
                    <a:pt x="1" y="312"/>
                  </a:lnTo>
                  <a:lnTo>
                    <a:pt x="3069" y="312"/>
                  </a:lnTo>
                  <a:lnTo>
                    <a:pt x="3069"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195"/>
            <p:cNvSpPr/>
            <p:nvPr/>
          </p:nvSpPr>
          <p:spPr>
            <a:xfrm>
              <a:off x="3493855" y="3917318"/>
              <a:ext cx="557816" cy="531759"/>
            </a:xfrm>
            <a:custGeom>
              <a:rect b="b" l="l" r="r" t="t"/>
              <a:pathLst>
                <a:path extrusionOk="0" h="2570" w="2696">
                  <a:moveTo>
                    <a:pt x="1" y="0"/>
                  </a:moveTo>
                  <a:lnTo>
                    <a:pt x="233" y="2570"/>
                  </a:lnTo>
                  <a:lnTo>
                    <a:pt x="2463" y="2570"/>
                  </a:lnTo>
                  <a:lnTo>
                    <a:pt x="269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195"/>
            <p:cNvSpPr/>
            <p:nvPr/>
          </p:nvSpPr>
          <p:spPr>
            <a:xfrm>
              <a:off x="3493855" y="3917318"/>
              <a:ext cx="557816" cy="40761"/>
            </a:xfrm>
            <a:custGeom>
              <a:rect b="b" l="l" r="r" t="t"/>
              <a:pathLst>
                <a:path extrusionOk="0" h="197" w="2696">
                  <a:moveTo>
                    <a:pt x="1" y="0"/>
                  </a:moveTo>
                  <a:lnTo>
                    <a:pt x="19" y="197"/>
                  </a:lnTo>
                  <a:lnTo>
                    <a:pt x="2677" y="197"/>
                  </a:lnTo>
                  <a:lnTo>
                    <a:pt x="269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36" name="Google Shape;12736;p195"/>
          <p:cNvSpPr/>
          <p:nvPr/>
        </p:nvSpPr>
        <p:spPr>
          <a:xfrm>
            <a:off x="5161992" y="4675538"/>
            <a:ext cx="638716" cy="98075"/>
          </a:xfrm>
          <a:custGeom>
            <a:rect b="b" l="l" r="r" t="t"/>
            <a:pathLst>
              <a:path extrusionOk="0" h="474" w="3087">
                <a:moveTo>
                  <a:pt x="1543" y="1"/>
                </a:moveTo>
                <a:cubicBezTo>
                  <a:pt x="696" y="1"/>
                  <a:pt x="0" y="108"/>
                  <a:pt x="0" y="233"/>
                </a:cubicBezTo>
                <a:cubicBezTo>
                  <a:pt x="0" y="366"/>
                  <a:pt x="696" y="474"/>
                  <a:pt x="1543" y="474"/>
                </a:cubicBezTo>
                <a:cubicBezTo>
                  <a:pt x="2400" y="474"/>
                  <a:pt x="3087" y="366"/>
                  <a:pt x="3087" y="233"/>
                </a:cubicBezTo>
                <a:cubicBezTo>
                  <a:pt x="3087" y="108"/>
                  <a:pt x="2400" y="1"/>
                  <a:pt x="1543" y="1"/>
                </a:cubicBezTo>
                <a:close/>
              </a:path>
            </a:pathLst>
          </a:custGeom>
          <a:solidFill>
            <a:srgbClr val="B57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37" name="Google Shape;12737;p195"/>
          <p:cNvGrpSpPr/>
          <p:nvPr/>
        </p:nvGrpSpPr>
        <p:grpSpPr>
          <a:xfrm>
            <a:off x="5105677" y="2848135"/>
            <a:ext cx="769165" cy="1873929"/>
            <a:chOff x="5033378" y="2902037"/>
            <a:chExt cx="634991" cy="1547039"/>
          </a:xfrm>
        </p:grpSpPr>
        <p:sp>
          <p:nvSpPr>
            <p:cNvPr id="12738" name="Google Shape;12738;p195"/>
            <p:cNvSpPr/>
            <p:nvPr/>
          </p:nvSpPr>
          <p:spPr>
            <a:xfrm>
              <a:off x="5055516" y="2902037"/>
              <a:ext cx="592576" cy="956338"/>
            </a:xfrm>
            <a:custGeom>
              <a:rect b="b" l="l" r="r" t="t"/>
              <a:pathLst>
                <a:path extrusionOk="0" h="4622" w="2864">
                  <a:moveTo>
                    <a:pt x="1427" y="1"/>
                  </a:moveTo>
                  <a:cubicBezTo>
                    <a:pt x="1427" y="1"/>
                    <a:pt x="1329" y="90"/>
                    <a:pt x="1338" y="144"/>
                  </a:cubicBezTo>
                  <a:cubicBezTo>
                    <a:pt x="1347" y="206"/>
                    <a:pt x="1383" y="277"/>
                    <a:pt x="1338" y="295"/>
                  </a:cubicBezTo>
                  <a:cubicBezTo>
                    <a:pt x="1285" y="304"/>
                    <a:pt x="1285" y="331"/>
                    <a:pt x="1213" y="358"/>
                  </a:cubicBezTo>
                  <a:cubicBezTo>
                    <a:pt x="1142" y="376"/>
                    <a:pt x="1213" y="456"/>
                    <a:pt x="1213" y="509"/>
                  </a:cubicBezTo>
                  <a:cubicBezTo>
                    <a:pt x="1213" y="563"/>
                    <a:pt x="1115" y="857"/>
                    <a:pt x="1115" y="857"/>
                  </a:cubicBezTo>
                  <a:lnTo>
                    <a:pt x="1026" y="973"/>
                  </a:lnTo>
                  <a:cubicBezTo>
                    <a:pt x="1026" y="973"/>
                    <a:pt x="812" y="1152"/>
                    <a:pt x="812" y="1232"/>
                  </a:cubicBezTo>
                  <a:cubicBezTo>
                    <a:pt x="821" y="1312"/>
                    <a:pt x="830" y="1312"/>
                    <a:pt x="857" y="1410"/>
                  </a:cubicBezTo>
                  <a:cubicBezTo>
                    <a:pt x="883" y="1517"/>
                    <a:pt x="848" y="1491"/>
                    <a:pt x="812" y="1553"/>
                  </a:cubicBezTo>
                  <a:cubicBezTo>
                    <a:pt x="776" y="1616"/>
                    <a:pt x="464" y="1767"/>
                    <a:pt x="464" y="1767"/>
                  </a:cubicBezTo>
                  <a:cubicBezTo>
                    <a:pt x="464" y="1767"/>
                    <a:pt x="375" y="1856"/>
                    <a:pt x="375" y="1883"/>
                  </a:cubicBezTo>
                  <a:cubicBezTo>
                    <a:pt x="375" y="1910"/>
                    <a:pt x="464" y="2106"/>
                    <a:pt x="464" y="2106"/>
                  </a:cubicBezTo>
                  <a:lnTo>
                    <a:pt x="500" y="2222"/>
                  </a:lnTo>
                  <a:lnTo>
                    <a:pt x="366" y="2347"/>
                  </a:lnTo>
                  <a:cubicBezTo>
                    <a:pt x="366" y="2347"/>
                    <a:pt x="312" y="2410"/>
                    <a:pt x="321" y="2454"/>
                  </a:cubicBezTo>
                  <a:cubicBezTo>
                    <a:pt x="321" y="2499"/>
                    <a:pt x="321" y="2454"/>
                    <a:pt x="419" y="2659"/>
                  </a:cubicBezTo>
                  <a:cubicBezTo>
                    <a:pt x="489" y="2786"/>
                    <a:pt x="468" y="2809"/>
                    <a:pt x="445" y="2809"/>
                  </a:cubicBezTo>
                  <a:cubicBezTo>
                    <a:pt x="433" y="2809"/>
                    <a:pt x="419" y="2802"/>
                    <a:pt x="419" y="2802"/>
                  </a:cubicBezTo>
                  <a:lnTo>
                    <a:pt x="89" y="2963"/>
                  </a:lnTo>
                  <a:cubicBezTo>
                    <a:pt x="89" y="2963"/>
                    <a:pt x="125" y="3016"/>
                    <a:pt x="134" y="3034"/>
                  </a:cubicBezTo>
                  <a:cubicBezTo>
                    <a:pt x="134" y="3052"/>
                    <a:pt x="187" y="3114"/>
                    <a:pt x="250" y="3177"/>
                  </a:cubicBezTo>
                  <a:cubicBezTo>
                    <a:pt x="312" y="3239"/>
                    <a:pt x="152" y="3328"/>
                    <a:pt x="152" y="3328"/>
                  </a:cubicBezTo>
                  <a:lnTo>
                    <a:pt x="0" y="3605"/>
                  </a:lnTo>
                  <a:lnTo>
                    <a:pt x="89" y="3783"/>
                  </a:lnTo>
                  <a:lnTo>
                    <a:pt x="214" y="3953"/>
                  </a:lnTo>
                  <a:cubicBezTo>
                    <a:pt x="214" y="3953"/>
                    <a:pt x="187" y="3989"/>
                    <a:pt x="187" y="4042"/>
                  </a:cubicBezTo>
                  <a:cubicBezTo>
                    <a:pt x="187" y="4105"/>
                    <a:pt x="250" y="4399"/>
                    <a:pt x="250" y="4399"/>
                  </a:cubicBezTo>
                  <a:lnTo>
                    <a:pt x="366" y="4622"/>
                  </a:lnTo>
                  <a:lnTo>
                    <a:pt x="1427" y="4595"/>
                  </a:lnTo>
                  <a:lnTo>
                    <a:pt x="2498" y="4622"/>
                  </a:lnTo>
                  <a:lnTo>
                    <a:pt x="2614" y="4399"/>
                  </a:lnTo>
                  <a:cubicBezTo>
                    <a:pt x="2614" y="4399"/>
                    <a:pt x="2676" y="4105"/>
                    <a:pt x="2676" y="4042"/>
                  </a:cubicBezTo>
                  <a:cubicBezTo>
                    <a:pt x="2676" y="3989"/>
                    <a:pt x="2650" y="3953"/>
                    <a:pt x="2650" y="3953"/>
                  </a:cubicBezTo>
                  <a:lnTo>
                    <a:pt x="2766" y="3783"/>
                  </a:lnTo>
                  <a:lnTo>
                    <a:pt x="2864" y="3605"/>
                  </a:lnTo>
                  <a:lnTo>
                    <a:pt x="2712" y="3328"/>
                  </a:lnTo>
                  <a:cubicBezTo>
                    <a:pt x="2712" y="3328"/>
                    <a:pt x="2552" y="3239"/>
                    <a:pt x="2614" y="3177"/>
                  </a:cubicBezTo>
                  <a:cubicBezTo>
                    <a:pt x="2676" y="3114"/>
                    <a:pt x="2721" y="3052"/>
                    <a:pt x="2730" y="3034"/>
                  </a:cubicBezTo>
                  <a:cubicBezTo>
                    <a:pt x="2739" y="3016"/>
                    <a:pt x="2766" y="2963"/>
                    <a:pt x="2766" y="2963"/>
                  </a:cubicBezTo>
                  <a:lnTo>
                    <a:pt x="2436" y="2802"/>
                  </a:lnTo>
                  <a:cubicBezTo>
                    <a:pt x="2436" y="2802"/>
                    <a:pt x="2423" y="2809"/>
                    <a:pt x="2412" y="2809"/>
                  </a:cubicBezTo>
                  <a:cubicBezTo>
                    <a:pt x="2391" y="2809"/>
                    <a:pt x="2372" y="2786"/>
                    <a:pt x="2436" y="2659"/>
                  </a:cubicBezTo>
                  <a:cubicBezTo>
                    <a:pt x="2543" y="2454"/>
                    <a:pt x="2534" y="2499"/>
                    <a:pt x="2543" y="2454"/>
                  </a:cubicBezTo>
                  <a:cubicBezTo>
                    <a:pt x="2552" y="2410"/>
                    <a:pt x="2498" y="2347"/>
                    <a:pt x="2498" y="2347"/>
                  </a:cubicBezTo>
                  <a:lnTo>
                    <a:pt x="2364" y="2222"/>
                  </a:lnTo>
                  <a:lnTo>
                    <a:pt x="2391" y="2106"/>
                  </a:lnTo>
                  <a:cubicBezTo>
                    <a:pt x="2391" y="2106"/>
                    <a:pt x="2489" y="1910"/>
                    <a:pt x="2489" y="1883"/>
                  </a:cubicBezTo>
                  <a:cubicBezTo>
                    <a:pt x="2489" y="1856"/>
                    <a:pt x="2391" y="1767"/>
                    <a:pt x="2391" y="1767"/>
                  </a:cubicBezTo>
                  <a:cubicBezTo>
                    <a:pt x="2391" y="1767"/>
                    <a:pt x="2079" y="1616"/>
                    <a:pt x="2043" y="1553"/>
                  </a:cubicBezTo>
                  <a:cubicBezTo>
                    <a:pt x="2007" y="1491"/>
                    <a:pt x="1981" y="1517"/>
                    <a:pt x="2007" y="1410"/>
                  </a:cubicBezTo>
                  <a:cubicBezTo>
                    <a:pt x="2034" y="1312"/>
                    <a:pt x="2043" y="1312"/>
                    <a:pt x="2043" y="1232"/>
                  </a:cubicBezTo>
                  <a:cubicBezTo>
                    <a:pt x="2052" y="1152"/>
                    <a:pt x="1829" y="973"/>
                    <a:pt x="1829" y="973"/>
                  </a:cubicBezTo>
                  <a:lnTo>
                    <a:pt x="1749" y="857"/>
                  </a:lnTo>
                  <a:cubicBezTo>
                    <a:pt x="1749" y="857"/>
                    <a:pt x="1642" y="563"/>
                    <a:pt x="1642" y="509"/>
                  </a:cubicBezTo>
                  <a:cubicBezTo>
                    <a:pt x="1642" y="456"/>
                    <a:pt x="1713" y="376"/>
                    <a:pt x="1642" y="358"/>
                  </a:cubicBezTo>
                  <a:cubicBezTo>
                    <a:pt x="1579" y="331"/>
                    <a:pt x="1570" y="304"/>
                    <a:pt x="1526" y="295"/>
                  </a:cubicBezTo>
                  <a:cubicBezTo>
                    <a:pt x="1481" y="277"/>
                    <a:pt x="1517" y="206"/>
                    <a:pt x="1517" y="144"/>
                  </a:cubicBezTo>
                  <a:cubicBezTo>
                    <a:pt x="1526" y="90"/>
                    <a:pt x="1427" y="1"/>
                    <a:pt x="1427"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195"/>
            <p:cNvSpPr/>
            <p:nvPr/>
          </p:nvSpPr>
          <p:spPr>
            <a:xfrm>
              <a:off x="5162482" y="3249016"/>
              <a:ext cx="376774" cy="609350"/>
            </a:xfrm>
            <a:custGeom>
              <a:rect b="b" l="l" r="r" t="t"/>
              <a:pathLst>
                <a:path extrusionOk="0" h="2945" w="1821">
                  <a:moveTo>
                    <a:pt x="910" y="1"/>
                  </a:moveTo>
                  <a:cubicBezTo>
                    <a:pt x="910" y="1"/>
                    <a:pt x="848" y="63"/>
                    <a:pt x="857" y="99"/>
                  </a:cubicBezTo>
                  <a:cubicBezTo>
                    <a:pt x="857" y="135"/>
                    <a:pt x="884" y="179"/>
                    <a:pt x="848" y="188"/>
                  </a:cubicBezTo>
                  <a:cubicBezTo>
                    <a:pt x="821" y="197"/>
                    <a:pt x="821" y="215"/>
                    <a:pt x="777" y="233"/>
                  </a:cubicBezTo>
                  <a:cubicBezTo>
                    <a:pt x="732" y="242"/>
                    <a:pt x="777" y="286"/>
                    <a:pt x="777" y="322"/>
                  </a:cubicBezTo>
                  <a:cubicBezTo>
                    <a:pt x="777" y="358"/>
                    <a:pt x="714" y="545"/>
                    <a:pt x="714" y="545"/>
                  </a:cubicBezTo>
                  <a:lnTo>
                    <a:pt x="661" y="625"/>
                  </a:lnTo>
                  <a:cubicBezTo>
                    <a:pt x="661" y="625"/>
                    <a:pt x="518" y="741"/>
                    <a:pt x="518" y="786"/>
                  </a:cubicBezTo>
                  <a:cubicBezTo>
                    <a:pt x="527" y="840"/>
                    <a:pt x="527" y="840"/>
                    <a:pt x="545" y="902"/>
                  </a:cubicBezTo>
                  <a:cubicBezTo>
                    <a:pt x="563" y="964"/>
                    <a:pt x="545" y="947"/>
                    <a:pt x="518" y="991"/>
                  </a:cubicBezTo>
                  <a:cubicBezTo>
                    <a:pt x="500" y="1027"/>
                    <a:pt x="295" y="1125"/>
                    <a:pt x="295" y="1125"/>
                  </a:cubicBezTo>
                  <a:cubicBezTo>
                    <a:pt x="295" y="1125"/>
                    <a:pt x="241" y="1179"/>
                    <a:pt x="241" y="1196"/>
                  </a:cubicBezTo>
                  <a:cubicBezTo>
                    <a:pt x="241" y="1214"/>
                    <a:pt x="295" y="1348"/>
                    <a:pt x="295" y="1348"/>
                  </a:cubicBezTo>
                  <a:lnTo>
                    <a:pt x="322" y="1419"/>
                  </a:lnTo>
                  <a:lnTo>
                    <a:pt x="232" y="1491"/>
                  </a:lnTo>
                  <a:cubicBezTo>
                    <a:pt x="232" y="1491"/>
                    <a:pt x="197" y="1535"/>
                    <a:pt x="206" y="1562"/>
                  </a:cubicBezTo>
                  <a:cubicBezTo>
                    <a:pt x="206" y="1598"/>
                    <a:pt x="206" y="1562"/>
                    <a:pt x="268" y="1696"/>
                  </a:cubicBezTo>
                  <a:cubicBezTo>
                    <a:pt x="314" y="1775"/>
                    <a:pt x="301" y="1790"/>
                    <a:pt x="286" y="1790"/>
                  </a:cubicBezTo>
                  <a:cubicBezTo>
                    <a:pt x="278" y="1790"/>
                    <a:pt x="268" y="1785"/>
                    <a:pt x="268" y="1785"/>
                  </a:cubicBezTo>
                  <a:lnTo>
                    <a:pt x="63" y="1883"/>
                  </a:lnTo>
                  <a:cubicBezTo>
                    <a:pt x="63" y="1883"/>
                    <a:pt x="81" y="1919"/>
                    <a:pt x="90" y="1937"/>
                  </a:cubicBezTo>
                  <a:cubicBezTo>
                    <a:pt x="90" y="1946"/>
                    <a:pt x="125" y="1990"/>
                    <a:pt x="161" y="2026"/>
                  </a:cubicBezTo>
                  <a:cubicBezTo>
                    <a:pt x="197" y="2071"/>
                    <a:pt x="99" y="2124"/>
                    <a:pt x="99" y="2124"/>
                  </a:cubicBezTo>
                  <a:lnTo>
                    <a:pt x="1" y="2303"/>
                  </a:lnTo>
                  <a:lnTo>
                    <a:pt x="63" y="2410"/>
                  </a:lnTo>
                  <a:lnTo>
                    <a:pt x="134" y="2517"/>
                  </a:lnTo>
                  <a:cubicBezTo>
                    <a:pt x="134" y="2517"/>
                    <a:pt x="125" y="2543"/>
                    <a:pt x="125" y="2579"/>
                  </a:cubicBezTo>
                  <a:cubicBezTo>
                    <a:pt x="125" y="2615"/>
                    <a:pt x="161" y="2802"/>
                    <a:pt x="161" y="2802"/>
                  </a:cubicBezTo>
                  <a:lnTo>
                    <a:pt x="232" y="2945"/>
                  </a:lnTo>
                  <a:lnTo>
                    <a:pt x="910" y="2927"/>
                  </a:lnTo>
                  <a:lnTo>
                    <a:pt x="1588" y="2945"/>
                  </a:lnTo>
                  <a:lnTo>
                    <a:pt x="1669" y="2802"/>
                  </a:lnTo>
                  <a:cubicBezTo>
                    <a:pt x="1669" y="2802"/>
                    <a:pt x="1704" y="2615"/>
                    <a:pt x="1704" y="2579"/>
                  </a:cubicBezTo>
                  <a:cubicBezTo>
                    <a:pt x="1704" y="2543"/>
                    <a:pt x="1687" y="2517"/>
                    <a:pt x="1687" y="2517"/>
                  </a:cubicBezTo>
                  <a:lnTo>
                    <a:pt x="1767" y="2410"/>
                  </a:lnTo>
                  <a:lnTo>
                    <a:pt x="1820" y="2303"/>
                  </a:lnTo>
                  <a:lnTo>
                    <a:pt x="1731" y="2124"/>
                  </a:lnTo>
                  <a:cubicBezTo>
                    <a:pt x="1731" y="2124"/>
                    <a:pt x="1624" y="2071"/>
                    <a:pt x="1669" y="2026"/>
                  </a:cubicBezTo>
                  <a:cubicBezTo>
                    <a:pt x="1704" y="1990"/>
                    <a:pt x="1731" y="1946"/>
                    <a:pt x="1740" y="1937"/>
                  </a:cubicBezTo>
                  <a:cubicBezTo>
                    <a:pt x="1740" y="1919"/>
                    <a:pt x="1767" y="1883"/>
                    <a:pt x="1767" y="1883"/>
                  </a:cubicBezTo>
                  <a:lnTo>
                    <a:pt x="1553" y="1785"/>
                  </a:lnTo>
                  <a:cubicBezTo>
                    <a:pt x="1553" y="1785"/>
                    <a:pt x="1545" y="1790"/>
                    <a:pt x="1537" y="1790"/>
                  </a:cubicBezTo>
                  <a:cubicBezTo>
                    <a:pt x="1524" y="1790"/>
                    <a:pt x="1513" y="1775"/>
                    <a:pt x="1553" y="1696"/>
                  </a:cubicBezTo>
                  <a:cubicBezTo>
                    <a:pt x="1624" y="1562"/>
                    <a:pt x="1615" y="1598"/>
                    <a:pt x="1624" y="1562"/>
                  </a:cubicBezTo>
                  <a:cubicBezTo>
                    <a:pt x="1624" y="1535"/>
                    <a:pt x="1588" y="1491"/>
                    <a:pt x="1588" y="1491"/>
                  </a:cubicBezTo>
                  <a:lnTo>
                    <a:pt x="1508" y="1419"/>
                  </a:lnTo>
                  <a:lnTo>
                    <a:pt x="1526" y="1348"/>
                  </a:lnTo>
                  <a:cubicBezTo>
                    <a:pt x="1526" y="1348"/>
                    <a:pt x="1588" y="1214"/>
                    <a:pt x="1588" y="1196"/>
                  </a:cubicBezTo>
                  <a:cubicBezTo>
                    <a:pt x="1588" y="1179"/>
                    <a:pt x="1526" y="1125"/>
                    <a:pt x="1526" y="1125"/>
                  </a:cubicBezTo>
                  <a:cubicBezTo>
                    <a:pt x="1526" y="1125"/>
                    <a:pt x="1330" y="1027"/>
                    <a:pt x="1303" y="991"/>
                  </a:cubicBezTo>
                  <a:cubicBezTo>
                    <a:pt x="1285" y="947"/>
                    <a:pt x="1258" y="964"/>
                    <a:pt x="1276" y="902"/>
                  </a:cubicBezTo>
                  <a:cubicBezTo>
                    <a:pt x="1294" y="840"/>
                    <a:pt x="1303" y="840"/>
                    <a:pt x="1303" y="786"/>
                  </a:cubicBezTo>
                  <a:cubicBezTo>
                    <a:pt x="1303" y="741"/>
                    <a:pt x="1169" y="625"/>
                    <a:pt x="1169" y="625"/>
                  </a:cubicBezTo>
                  <a:lnTo>
                    <a:pt x="1116" y="545"/>
                  </a:lnTo>
                  <a:cubicBezTo>
                    <a:pt x="1116" y="545"/>
                    <a:pt x="1053" y="358"/>
                    <a:pt x="1053" y="322"/>
                  </a:cubicBezTo>
                  <a:cubicBezTo>
                    <a:pt x="1053" y="286"/>
                    <a:pt x="1098" y="242"/>
                    <a:pt x="1053" y="233"/>
                  </a:cubicBezTo>
                  <a:cubicBezTo>
                    <a:pt x="1009" y="215"/>
                    <a:pt x="1000" y="197"/>
                    <a:pt x="973" y="188"/>
                  </a:cubicBezTo>
                  <a:cubicBezTo>
                    <a:pt x="946" y="179"/>
                    <a:pt x="964" y="135"/>
                    <a:pt x="973" y="99"/>
                  </a:cubicBezTo>
                  <a:cubicBezTo>
                    <a:pt x="973" y="63"/>
                    <a:pt x="91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195"/>
            <p:cNvSpPr/>
            <p:nvPr/>
          </p:nvSpPr>
          <p:spPr>
            <a:xfrm>
              <a:off x="5046206" y="3647721"/>
              <a:ext cx="234630" cy="129733"/>
            </a:xfrm>
            <a:custGeom>
              <a:rect b="b" l="l" r="r" t="t"/>
              <a:pathLst>
                <a:path extrusionOk="0" h="627" w="1134">
                  <a:moveTo>
                    <a:pt x="801" y="502"/>
                  </a:moveTo>
                  <a:lnTo>
                    <a:pt x="786" y="518"/>
                  </a:lnTo>
                  <a:cubicBezTo>
                    <a:pt x="786" y="518"/>
                    <a:pt x="817" y="502"/>
                    <a:pt x="801" y="502"/>
                  </a:cubicBezTo>
                  <a:close/>
                  <a:moveTo>
                    <a:pt x="696" y="1"/>
                  </a:moveTo>
                  <a:cubicBezTo>
                    <a:pt x="625" y="1"/>
                    <a:pt x="277" y="117"/>
                    <a:pt x="170" y="117"/>
                  </a:cubicBezTo>
                  <a:cubicBezTo>
                    <a:pt x="63" y="117"/>
                    <a:pt x="1" y="224"/>
                    <a:pt x="1" y="224"/>
                  </a:cubicBezTo>
                  <a:lnTo>
                    <a:pt x="1" y="349"/>
                  </a:lnTo>
                  <a:lnTo>
                    <a:pt x="72" y="518"/>
                  </a:lnTo>
                  <a:lnTo>
                    <a:pt x="206" y="518"/>
                  </a:lnTo>
                  <a:lnTo>
                    <a:pt x="304" y="590"/>
                  </a:lnTo>
                  <a:cubicBezTo>
                    <a:pt x="304" y="590"/>
                    <a:pt x="392" y="627"/>
                    <a:pt x="449" y="627"/>
                  </a:cubicBezTo>
                  <a:cubicBezTo>
                    <a:pt x="454" y="627"/>
                    <a:pt x="460" y="626"/>
                    <a:pt x="464" y="625"/>
                  </a:cubicBezTo>
                  <a:cubicBezTo>
                    <a:pt x="518" y="616"/>
                    <a:pt x="491" y="616"/>
                    <a:pt x="518" y="599"/>
                  </a:cubicBezTo>
                  <a:cubicBezTo>
                    <a:pt x="536" y="581"/>
                    <a:pt x="616" y="545"/>
                    <a:pt x="732" y="518"/>
                  </a:cubicBezTo>
                  <a:cubicBezTo>
                    <a:pt x="774" y="506"/>
                    <a:pt x="793" y="502"/>
                    <a:pt x="801" y="502"/>
                  </a:cubicBezTo>
                  <a:lnTo>
                    <a:pt x="866" y="438"/>
                  </a:lnTo>
                  <a:cubicBezTo>
                    <a:pt x="866" y="438"/>
                    <a:pt x="869" y="439"/>
                    <a:pt x="876" y="439"/>
                  </a:cubicBezTo>
                  <a:cubicBezTo>
                    <a:pt x="891" y="439"/>
                    <a:pt x="923" y="434"/>
                    <a:pt x="955" y="402"/>
                  </a:cubicBezTo>
                  <a:cubicBezTo>
                    <a:pt x="1000" y="367"/>
                    <a:pt x="955" y="313"/>
                    <a:pt x="955" y="313"/>
                  </a:cubicBezTo>
                  <a:cubicBezTo>
                    <a:pt x="955" y="313"/>
                    <a:pt x="982" y="313"/>
                    <a:pt x="1062" y="269"/>
                  </a:cubicBezTo>
                  <a:cubicBezTo>
                    <a:pt x="1133" y="233"/>
                    <a:pt x="1107" y="215"/>
                    <a:pt x="1107" y="215"/>
                  </a:cubicBezTo>
                  <a:lnTo>
                    <a:pt x="1107" y="170"/>
                  </a:lnTo>
                  <a:lnTo>
                    <a:pt x="1053" y="126"/>
                  </a:lnTo>
                  <a:cubicBezTo>
                    <a:pt x="1053" y="126"/>
                    <a:pt x="768" y="1"/>
                    <a:pt x="696"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195"/>
            <p:cNvSpPr/>
            <p:nvPr/>
          </p:nvSpPr>
          <p:spPr>
            <a:xfrm>
              <a:off x="5380345" y="3535165"/>
              <a:ext cx="204215" cy="138837"/>
            </a:xfrm>
            <a:custGeom>
              <a:rect b="b" l="l" r="r" t="t"/>
              <a:pathLst>
                <a:path extrusionOk="0" h="671" w="987">
                  <a:moveTo>
                    <a:pt x="643" y="1"/>
                  </a:moveTo>
                  <a:lnTo>
                    <a:pt x="402" y="152"/>
                  </a:lnTo>
                  <a:cubicBezTo>
                    <a:pt x="402" y="152"/>
                    <a:pt x="268" y="206"/>
                    <a:pt x="152" y="206"/>
                  </a:cubicBezTo>
                  <a:cubicBezTo>
                    <a:pt x="141" y="205"/>
                    <a:pt x="130" y="205"/>
                    <a:pt x="121" y="205"/>
                  </a:cubicBezTo>
                  <a:cubicBezTo>
                    <a:pt x="41" y="205"/>
                    <a:pt x="24" y="236"/>
                    <a:pt x="0" y="268"/>
                  </a:cubicBezTo>
                  <a:lnTo>
                    <a:pt x="0" y="465"/>
                  </a:lnTo>
                  <a:lnTo>
                    <a:pt x="188" y="545"/>
                  </a:lnTo>
                  <a:lnTo>
                    <a:pt x="330" y="652"/>
                  </a:lnTo>
                  <a:cubicBezTo>
                    <a:pt x="330" y="652"/>
                    <a:pt x="448" y="671"/>
                    <a:pt x="519" y="671"/>
                  </a:cubicBezTo>
                  <a:cubicBezTo>
                    <a:pt x="546" y="671"/>
                    <a:pt x="566" y="668"/>
                    <a:pt x="571" y="661"/>
                  </a:cubicBezTo>
                  <a:cubicBezTo>
                    <a:pt x="589" y="643"/>
                    <a:pt x="660" y="482"/>
                    <a:pt x="660" y="482"/>
                  </a:cubicBezTo>
                  <a:cubicBezTo>
                    <a:pt x="660" y="482"/>
                    <a:pt x="732" y="420"/>
                    <a:pt x="892" y="268"/>
                  </a:cubicBezTo>
                  <a:cubicBezTo>
                    <a:pt x="978" y="178"/>
                    <a:pt x="987" y="158"/>
                    <a:pt x="978" y="158"/>
                  </a:cubicBezTo>
                  <a:cubicBezTo>
                    <a:pt x="972" y="158"/>
                    <a:pt x="955" y="170"/>
                    <a:pt x="955" y="170"/>
                  </a:cubicBezTo>
                  <a:lnTo>
                    <a:pt x="892" y="54"/>
                  </a:lnTo>
                  <a:lnTo>
                    <a:pt x="643" y="1"/>
                  </a:ln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195"/>
            <p:cNvSpPr/>
            <p:nvPr/>
          </p:nvSpPr>
          <p:spPr>
            <a:xfrm>
              <a:off x="5134758" y="3458610"/>
              <a:ext cx="179387" cy="95179"/>
            </a:xfrm>
            <a:custGeom>
              <a:rect b="b" l="l" r="r" t="t"/>
              <a:pathLst>
                <a:path extrusionOk="0" h="460" w="867">
                  <a:moveTo>
                    <a:pt x="442" y="0"/>
                  </a:moveTo>
                  <a:cubicBezTo>
                    <a:pt x="407" y="0"/>
                    <a:pt x="377" y="7"/>
                    <a:pt x="358" y="23"/>
                  </a:cubicBezTo>
                  <a:cubicBezTo>
                    <a:pt x="304" y="59"/>
                    <a:pt x="268" y="192"/>
                    <a:pt x="268" y="192"/>
                  </a:cubicBezTo>
                  <a:lnTo>
                    <a:pt x="126" y="210"/>
                  </a:lnTo>
                  <a:cubicBezTo>
                    <a:pt x="126" y="210"/>
                    <a:pt x="118" y="209"/>
                    <a:pt x="107" y="209"/>
                  </a:cubicBezTo>
                  <a:cubicBezTo>
                    <a:pt x="90" y="209"/>
                    <a:pt x="63" y="212"/>
                    <a:pt x="36" y="228"/>
                  </a:cubicBezTo>
                  <a:cubicBezTo>
                    <a:pt x="1" y="255"/>
                    <a:pt x="1" y="371"/>
                    <a:pt x="1" y="371"/>
                  </a:cubicBezTo>
                  <a:lnTo>
                    <a:pt x="90" y="415"/>
                  </a:lnTo>
                  <a:lnTo>
                    <a:pt x="456" y="460"/>
                  </a:lnTo>
                  <a:lnTo>
                    <a:pt x="625" y="371"/>
                  </a:lnTo>
                  <a:lnTo>
                    <a:pt x="804" y="308"/>
                  </a:lnTo>
                  <a:cubicBezTo>
                    <a:pt x="804" y="308"/>
                    <a:pt x="866" y="237"/>
                    <a:pt x="830" y="201"/>
                  </a:cubicBezTo>
                  <a:cubicBezTo>
                    <a:pt x="795" y="166"/>
                    <a:pt x="732" y="76"/>
                    <a:pt x="732" y="76"/>
                  </a:cubicBezTo>
                  <a:cubicBezTo>
                    <a:pt x="732" y="76"/>
                    <a:pt x="679" y="59"/>
                    <a:pt x="590" y="32"/>
                  </a:cubicBezTo>
                  <a:cubicBezTo>
                    <a:pt x="539" y="12"/>
                    <a:pt x="487" y="0"/>
                    <a:pt x="442"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195"/>
            <p:cNvSpPr/>
            <p:nvPr/>
          </p:nvSpPr>
          <p:spPr>
            <a:xfrm>
              <a:off x="5363586" y="3225222"/>
              <a:ext cx="253252" cy="118146"/>
            </a:xfrm>
            <a:custGeom>
              <a:rect b="b" l="l" r="r" t="t"/>
              <a:pathLst>
                <a:path extrusionOk="0" h="571" w="1224">
                  <a:moveTo>
                    <a:pt x="795" y="0"/>
                  </a:moveTo>
                  <a:cubicBezTo>
                    <a:pt x="795" y="0"/>
                    <a:pt x="697" y="0"/>
                    <a:pt x="501" y="80"/>
                  </a:cubicBezTo>
                  <a:cubicBezTo>
                    <a:pt x="398" y="116"/>
                    <a:pt x="351" y="125"/>
                    <a:pt x="330" y="125"/>
                  </a:cubicBezTo>
                  <a:cubicBezTo>
                    <a:pt x="309" y="125"/>
                    <a:pt x="313" y="116"/>
                    <a:pt x="313" y="116"/>
                  </a:cubicBezTo>
                  <a:lnTo>
                    <a:pt x="313" y="116"/>
                  </a:lnTo>
                  <a:lnTo>
                    <a:pt x="251" y="196"/>
                  </a:lnTo>
                  <a:lnTo>
                    <a:pt x="1" y="303"/>
                  </a:lnTo>
                  <a:lnTo>
                    <a:pt x="81" y="544"/>
                  </a:lnTo>
                  <a:cubicBezTo>
                    <a:pt x="81" y="544"/>
                    <a:pt x="99" y="535"/>
                    <a:pt x="215" y="526"/>
                  </a:cubicBezTo>
                  <a:cubicBezTo>
                    <a:pt x="228" y="525"/>
                    <a:pt x="240" y="525"/>
                    <a:pt x="253" y="525"/>
                  </a:cubicBezTo>
                  <a:cubicBezTo>
                    <a:pt x="350" y="525"/>
                    <a:pt x="420" y="553"/>
                    <a:pt x="420" y="553"/>
                  </a:cubicBezTo>
                  <a:lnTo>
                    <a:pt x="599" y="571"/>
                  </a:lnTo>
                  <a:cubicBezTo>
                    <a:pt x="599" y="571"/>
                    <a:pt x="706" y="437"/>
                    <a:pt x="813" y="393"/>
                  </a:cubicBezTo>
                  <a:cubicBezTo>
                    <a:pt x="845" y="375"/>
                    <a:pt x="867" y="369"/>
                    <a:pt x="887" y="369"/>
                  </a:cubicBezTo>
                  <a:cubicBezTo>
                    <a:pt x="928" y="369"/>
                    <a:pt x="961" y="393"/>
                    <a:pt x="1063" y="393"/>
                  </a:cubicBezTo>
                  <a:cubicBezTo>
                    <a:pt x="1223" y="384"/>
                    <a:pt x="1196" y="285"/>
                    <a:pt x="1196" y="285"/>
                  </a:cubicBezTo>
                  <a:lnTo>
                    <a:pt x="1196" y="205"/>
                  </a:lnTo>
                  <a:cubicBezTo>
                    <a:pt x="1196" y="205"/>
                    <a:pt x="1125" y="62"/>
                    <a:pt x="1125" y="62"/>
                  </a:cubicBezTo>
                  <a:cubicBezTo>
                    <a:pt x="1125" y="62"/>
                    <a:pt x="973" y="27"/>
                    <a:pt x="973" y="27"/>
                  </a:cubicBezTo>
                  <a:lnTo>
                    <a:pt x="795" y="0"/>
                  </a:ln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195"/>
            <p:cNvSpPr/>
            <p:nvPr/>
          </p:nvSpPr>
          <p:spPr>
            <a:xfrm>
              <a:off x="5164344" y="3105217"/>
              <a:ext cx="216216" cy="86902"/>
            </a:xfrm>
            <a:custGeom>
              <a:rect b="b" l="l" r="r" t="t"/>
              <a:pathLst>
                <a:path extrusionOk="0" h="420" w="1045">
                  <a:moveTo>
                    <a:pt x="588" y="1"/>
                  </a:moveTo>
                  <a:cubicBezTo>
                    <a:pt x="575" y="1"/>
                    <a:pt x="561" y="3"/>
                    <a:pt x="545" y="9"/>
                  </a:cubicBezTo>
                  <a:cubicBezTo>
                    <a:pt x="447" y="45"/>
                    <a:pt x="277" y="63"/>
                    <a:pt x="277" y="63"/>
                  </a:cubicBezTo>
                  <a:lnTo>
                    <a:pt x="125" y="63"/>
                  </a:lnTo>
                  <a:cubicBezTo>
                    <a:pt x="125" y="63"/>
                    <a:pt x="0" y="152"/>
                    <a:pt x="27" y="223"/>
                  </a:cubicBezTo>
                  <a:cubicBezTo>
                    <a:pt x="54" y="295"/>
                    <a:pt x="125" y="366"/>
                    <a:pt x="125" y="366"/>
                  </a:cubicBezTo>
                  <a:cubicBezTo>
                    <a:pt x="125" y="366"/>
                    <a:pt x="518" y="411"/>
                    <a:pt x="545" y="411"/>
                  </a:cubicBezTo>
                  <a:cubicBezTo>
                    <a:pt x="562" y="411"/>
                    <a:pt x="732" y="419"/>
                    <a:pt x="732" y="419"/>
                  </a:cubicBezTo>
                  <a:lnTo>
                    <a:pt x="964" y="366"/>
                  </a:lnTo>
                  <a:lnTo>
                    <a:pt x="1044" y="286"/>
                  </a:lnTo>
                  <a:lnTo>
                    <a:pt x="830" y="143"/>
                  </a:lnTo>
                  <a:cubicBezTo>
                    <a:pt x="759" y="107"/>
                    <a:pt x="670" y="63"/>
                    <a:pt x="670" y="63"/>
                  </a:cubicBezTo>
                  <a:cubicBezTo>
                    <a:pt x="670" y="63"/>
                    <a:pt x="651" y="1"/>
                    <a:pt x="588"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195"/>
            <p:cNvSpPr/>
            <p:nvPr/>
          </p:nvSpPr>
          <p:spPr>
            <a:xfrm>
              <a:off x="5425863" y="3360331"/>
              <a:ext cx="159524" cy="73660"/>
            </a:xfrm>
            <a:custGeom>
              <a:rect b="b" l="l" r="r" t="t"/>
              <a:pathLst>
                <a:path extrusionOk="0" h="356" w="771">
                  <a:moveTo>
                    <a:pt x="369" y="0"/>
                  </a:moveTo>
                  <a:cubicBezTo>
                    <a:pt x="351" y="0"/>
                    <a:pt x="330" y="4"/>
                    <a:pt x="298" y="16"/>
                  </a:cubicBezTo>
                  <a:cubicBezTo>
                    <a:pt x="200" y="61"/>
                    <a:pt x="164" y="25"/>
                    <a:pt x="137" y="87"/>
                  </a:cubicBezTo>
                  <a:cubicBezTo>
                    <a:pt x="101" y="150"/>
                    <a:pt x="48" y="239"/>
                    <a:pt x="48" y="239"/>
                  </a:cubicBezTo>
                  <a:cubicBezTo>
                    <a:pt x="48" y="239"/>
                    <a:pt x="41" y="238"/>
                    <a:pt x="33" y="238"/>
                  </a:cubicBezTo>
                  <a:cubicBezTo>
                    <a:pt x="18" y="238"/>
                    <a:pt x="0" y="242"/>
                    <a:pt x="30" y="266"/>
                  </a:cubicBezTo>
                  <a:cubicBezTo>
                    <a:pt x="75" y="310"/>
                    <a:pt x="226" y="355"/>
                    <a:pt x="226" y="355"/>
                  </a:cubicBezTo>
                  <a:lnTo>
                    <a:pt x="414" y="346"/>
                  </a:lnTo>
                  <a:lnTo>
                    <a:pt x="610" y="328"/>
                  </a:lnTo>
                  <a:lnTo>
                    <a:pt x="753" y="239"/>
                  </a:lnTo>
                  <a:lnTo>
                    <a:pt x="770" y="141"/>
                  </a:lnTo>
                  <a:lnTo>
                    <a:pt x="762" y="52"/>
                  </a:lnTo>
                  <a:cubicBezTo>
                    <a:pt x="726" y="43"/>
                    <a:pt x="637" y="16"/>
                    <a:pt x="512" y="16"/>
                  </a:cubicBezTo>
                  <a:cubicBezTo>
                    <a:pt x="428" y="16"/>
                    <a:pt x="405" y="0"/>
                    <a:pt x="369" y="0"/>
                  </a:cubicBezTo>
                  <a:close/>
                </a:path>
              </a:pathLst>
            </a:custGeom>
            <a:solidFill>
              <a:srgbClr val="DB26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195"/>
            <p:cNvSpPr/>
            <p:nvPr/>
          </p:nvSpPr>
          <p:spPr>
            <a:xfrm>
              <a:off x="5120068" y="3438954"/>
              <a:ext cx="118350" cy="72418"/>
            </a:xfrm>
            <a:custGeom>
              <a:rect b="b" l="l" r="r" t="t"/>
              <a:pathLst>
                <a:path extrusionOk="0" h="350" w="572">
                  <a:moveTo>
                    <a:pt x="378" y="1"/>
                  </a:moveTo>
                  <a:cubicBezTo>
                    <a:pt x="371" y="1"/>
                    <a:pt x="364" y="1"/>
                    <a:pt x="357" y="2"/>
                  </a:cubicBezTo>
                  <a:cubicBezTo>
                    <a:pt x="286" y="11"/>
                    <a:pt x="197" y="11"/>
                    <a:pt x="197" y="11"/>
                  </a:cubicBezTo>
                  <a:cubicBezTo>
                    <a:pt x="170" y="11"/>
                    <a:pt x="54" y="29"/>
                    <a:pt x="36" y="55"/>
                  </a:cubicBezTo>
                  <a:cubicBezTo>
                    <a:pt x="27" y="82"/>
                    <a:pt x="0" y="91"/>
                    <a:pt x="18" y="145"/>
                  </a:cubicBezTo>
                  <a:cubicBezTo>
                    <a:pt x="27" y="198"/>
                    <a:pt x="81" y="269"/>
                    <a:pt x="81" y="269"/>
                  </a:cubicBezTo>
                  <a:lnTo>
                    <a:pt x="232" y="323"/>
                  </a:lnTo>
                  <a:lnTo>
                    <a:pt x="384" y="350"/>
                  </a:lnTo>
                  <a:cubicBezTo>
                    <a:pt x="384" y="350"/>
                    <a:pt x="527" y="252"/>
                    <a:pt x="536" y="198"/>
                  </a:cubicBezTo>
                  <a:cubicBezTo>
                    <a:pt x="553" y="136"/>
                    <a:pt x="571" y="64"/>
                    <a:pt x="571" y="64"/>
                  </a:cubicBezTo>
                  <a:lnTo>
                    <a:pt x="571" y="38"/>
                  </a:lnTo>
                  <a:cubicBezTo>
                    <a:pt x="571" y="38"/>
                    <a:pt x="453" y="1"/>
                    <a:pt x="378"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195"/>
            <p:cNvSpPr/>
            <p:nvPr/>
          </p:nvSpPr>
          <p:spPr>
            <a:xfrm>
              <a:off x="5114482" y="3616272"/>
              <a:ext cx="201319" cy="104076"/>
            </a:xfrm>
            <a:custGeom>
              <a:rect b="b" l="l" r="r" t="t"/>
              <a:pathLst>
                <a:path extrusionOk="0" h="503" w="973">
                  <a:moveTo>
                    <a:pt x="456" y="0"/>
                  </a:moveTo>
                  <a:cubicBezTo>
                    <a:pt x="447" y="0"/>
                    <a:pt x="438" y="0"/>
                    <a:pt x="429" y="1"/>
                  </a:cubicBezTo>
                  <a:cubicBezTo>
                    <a:pt x="331" y="10"/>
                    <a:pt x="206" y="73"/>
                    <a:pt x="206" y="73"/>
                  </a:cubicBezTo>
                  <a:lnTo>
                    <a:pt x="99" y="108"/>
                  </a:lnTo>
                  <a:cubicBezTo>
                    <a:pt x="99" y="108"/>
                    <a:pt x="79" y="100"/>
                    <a:pt x="60" y="100"/>
                  </a:cubicBezTo>
                  <a:cubicBezTo>
                    <a:pt x="51" y="100"/>
                    <a:pt x="42" y="102"/>
                    <a:pt x="36" y="108"/>
                  </a:cubicBezTo>
                  <a:cubicBezTo>
                    <a:pt x="18" y="117"/>
                    <a:pt x="1" y="206"/>
                    <a:pt x="1" y="206"/>
                  </a:cubicBezTo>
                  <a:lnTo>
                    <a:pt x="99" y="305"/>
                  </a:lnTo>
                  <a:cubicBezTo>
                    <a:pt x="99" y="305"/>
                    <a:pt x="108" y="314"/>
                    <a:pt x="134" y="340"/>
                  </a:cubicBezTo>
                  <a:cubicBezTo>
                    <a:pt x="163" y="362"/>
                    <a:pt x="175" y="401"/>
                    <a:pt x="206" y="401"/>
                  </a:cubicBezTo>
                  <a:cubicBezTo>
                    <a:pt x="214" y="401"/>
                    <a:pt x="222" y="399"/>
                    <a:pt x="233" y="394"/>
                  </a:cubicBezTo>
                  <a:cubicBezTo>
                    <a:pt x="286" y="367"/>
                    <a:pt x="322" y="358"/>
                    <a:pt x="322" y="358"/>
                  </a:cubicBezTo>
                  <a:cubicBezTo>
                    <a:pt x="322" y="358"/>
                    <a:pt x="375" y="403"/>
                    <a:pt x="411" y="438"/>
                  </a:cubicBezTo>
                  <a:cubicBezTo>
                    <a:pt x="447" y="474"/>
                    <a:pt x="438" y="465"/>
                    <a:pt x="518" y="483"/>
                  </a:cubicBezTo>
                  <a:cubicBezTo>
                    <a:pt x="566" y="499"/>
                    <a:pt x="602" y="502"/>
                    <a:pt x="622" y="502"/>
                  </a:cubicBezTo>
                  <a:cubicBezTo>
                    <a:pt x="636" y="502"/>
                    <a:pt x="643" y="501"/>
                    <a:pt x="643" y="501"/>
                  </a:cubicBezTo>
                  <a:lnTo>
                    <a:pt x="786" y="474"/>
                  </a:lnTo>
                  <a:lnTo>
                    <a:pt x="875" y="367"/>
                  </a:lnTo>
                  <a:cubicBezTo>
                    <a:pt x="875" y="367"/>
                    <a:pt x="973" y="305"/>
                    <a:pt x="928" y="251"/>
                  </a:cubicBezTo>
                  <a:cubicBezTo>
                    <a:pt x="875" y="189"/>
                    <a:pt x="795" y="126"/>
                    <a:pt x="759" y="108"/>
                  </a:cubicBezTo>
                  <a:cubicBezTo>
                    <a:pt x="723" y="90"/>
                    <a:pt x="634" y="37"/>
                    <a:pt x="634" y="37"/>
                  </a:cubicBezTo>
                  <a:cubicBezTo>
                    <a:pt x="634" y="37"/>
                    <a:pt x="546" y="0"/>
                    <a:pt x="456" y="0"/>
                  </a:cubicBezTo>
                  <a:close/>
                </a:path>
              </a:pathLst>
            </a:custGeom>
            <a:solidFill>
              <a:srgbClr val="F25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195"/>
            <p:cNvSpPr/>
            <p:nvPr/>
          </p:nvSpPr>
          <p:spPr>
            <a:xfrm>
              <a:off x="5393173" y="3716207"/>
              <a:ext cx="252631" cy="97868"/>
            </a:xfrm>
            <a:custGeom>
              <a:rect b="b" l="l" r="r" t="t"/>
              <a:pathLst>
                <a:path extrusionOk="0" h="473" w="1221">
                  <a:moveTo>
                    <a:pt x="170" y="0"/>
                  </a:moveTo>
                  <a:lnTo>
                    <a:pt x="54" y="80"/>
                  </a:lnTo>
                  <a:lnTo>
                    <a:pt x="1" y="250"/>
                  </a:lnTo>
                  <a:lnTo>
                    <a:pt x="54" y="339"/>
                  </a:lnTo>
                  <a:lnTo>
                    <a:pt x="108" y="410"/>
                  </a:lnTo>
                  <a:lnTo>
                    <a:pt x="295" y="446"/>
                  </a:lnTo>
                  <a:cubicBezTo>
                    <a:pt x="295" y="446"/>
                    <a:pt x="358" y="472"/>
                    <a:pt x="428" y="472"/>
                  </a:cubicBezTo>
                  <a:cubicBezTo>
                    <a:pt x="449" y="472"/>
                    <a:pt x="471" y="470"/>
                    <a:pt x="491" y="464"/>
                  </a:cubicBezTo>
                  <a:cubicBezTo>
                    <a:pt x="531" y="455"/>
                    <a:pt x="574" y="453"/>
                    <a:pt x="606" y="453"/>
                  </a:cubicBezTo>
                  <a:cubicBezTo>
                    <a:pt x="639" y="453"/>
                    <a:pt x="661" y="455"/>
                    <a:pt x="661" y="455"/>
                  </a:cubicBezTo>
                  <a:cubicBezTo>
                    <a:pt x="661" y="455"/>
                    <a:pt x="750" y="401"/>
                    <a:pt x="1009" y="330"/>
                  </a:cubicBezTo>
                  <a:cubicBezTo>
                    <a:pt x="1213" y="264"/>
                    <a:pt x="1220" y="258"/>
                    <a:pt x="1216" y="258"/>
                  </a:cubicBezTo>
                  <a:cubicBezTo>
                    <a:pt x="1215" y="258"/>
                    <a:pt x="1214" y="259"/>
                    <a:pt x="1214" y="259"/>
                  </a:cubicBezTo>
                  <a:lnTo>
                    <a:pt x="1053" y="187"/>
                  </a:lnTo>
                  <a:cubicBezTo>
                    <a:pt x="1053" y="187"/>
                    <a:pt x="1000" y="161"/>
                    <a:pt x="928" y="143"/>
                  </a:cubicBezTo>
                  <a:cubicBezTo>
                    <a:pt x="866" y="125"/>
                    <a:pt x="830" y="18"/>
                    <a:pt x="830" y="18"/>
                  </a:cubicBezTo>
                  <a:lnTo>
                    <a:pt x="688" y="0"/>
                  </a:lnTo>
                  <a:lnTo>
                    <a:pt x="456" y="62"/>
                  </a:lnTo>
                  <a:lnTo>
                    <a:pt x="170" y="0"/>
                  </a:ln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195"/>
            <p:cNvSpPr/>
            <p:nvPr/>
          </p:nvSpPr>
          <p:spPr>
            <a:xfrm>
              <a:off x="5341448" y="3300742"/>
              <a:ext cx="179387" cy="87109"/>
            </a:xfrm>
            <a:custGeom>
              <a:rect b="b" l="l" r="r" t="t"/>
              <a:pathLst>
                <a:path extrusionOk="0" h="421" w="867">
                  <a:moveTo>
                    <a:pt x="732" y="1"/>
                  </a:moveTo>
                  <a:lnTo>
                    <a:pt x="608" y="19"/>
                  </a:lnTo>
                  <a:cubicBezTo>
                    <a:pt x="608" y="19"/>
                    <a:pt x="527" y="34"/>
                    <a:pt x="476" y="34"/>
                  </a:cubicBezTo>
                  <a:cubicBezTo>
                    <a:pt x="459" y="34"/>
                    <a:pt x="445" y="32"/>
                    <a:pt x="438" y="28"/>
                  </a:cubicBezTo>
                  <a:cubicBezTo>
                    <a:pt x="433" y="22"/>
                    <a:pt x="419" y="20"/>
                    <a:pt x="402" y="20"/>
                  </a:cubicBezTo>
                  <a:cubicBezTo>
                    <a:pt x="331" y="20"/>
                    <a:pt x="188" y="54"/>
                    <a:pt x="188" y="54"/>
                  </a:cubicBezTo>
                  <a:cubicBezTo>
                    <a:pt x="188" y="54"/>
                    <a:pt x="63" y="170"/>
                    <a:pt x="45" y="215"/>
                  </a:cubicBezTo>
                  <a:lnTo>
                    <a:pt x="1" y="322"/>
                  </a:lnTo>
                  <a:lnTo>
                    <a:pt x="45" y="402"/>
                  </a:lnTo>
                  <a:lnTo>
                    <a:pt x="269" y="420"/>
                  </a:lnTo>
                  <a:cubicBezTo>
                    <a:pt x="269" y="420"/>
                    <a:pt x="384" y="411"/>
                    <a:pt x="429" y="367"/>
                  </a:cubicBezTo>
                  <a:cubicBezTo>
                    <a:pt x="450" y="345"/>
                    <a:pt x="475" y="336"/>
                    <a:pt x="511" y="336"/>
                  </a:cubicBezTo>
                  <a:cubicBezTo>
                    <a:pt x="551" y="336"/>
                    <a:pt x="604" y="348"/>
                    <a:pt x="679" y="367"/>
                  </a:cubicBezTo>
                  <a:cubicBezTo>
                    <a:pt x="704" y="371"/>
                    <a:pt x="726" y="373"/>
                    <a:pt x="745" y="373"/>
                  </a:cubicBezTo>
                  <a:cubicBezTo>
                    <a:pt x="833" y="373"/>
                    <a:pt x="857" y="331"/>
                    <a:pt x="857" y="331"/>
                  </a:cubicBezTo>
                  <a:cubicBezTo>
                    <a:pt x="857" y="331"/>
                    <a:pt x="866" y="170"/>
                    <a:pt x="857" y="144"/>
                  </a:cubicBezTo>
                  <a:cubicBezTo>
                    <a:pt x="848" y="117"/>
                    <a:pt x="732" y="1"/>
                    <a:pt x="732" y="1"/>
                  </a:cubicBezTo>
                  <a:close/>
                </a:path>
              </a:pathLst>
            </a:custGeom>
            <a:solidFill>
              <a:srgbClr val="EA3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195"/>
            <p:cNvSpPr/>
            <p:nvPr/>
          </p:nvSpPr>
          <p:spPr>
            <a:xfrm>
              <a:off x="5033378" y="3852764"/>
              <a:ext cx="634991" cy="64763"/>
            </a:xfrm>
            <a:custGeom>
              <a:rect b="b" l="l" r="r" t="t"/>
              <a:pathLst>
                <a:path extrusionOk="0" h="313" w="3069">
                  <a:moveTo>
                    <a:pt x="0" y="0"/>
                  </a:moveTo>
                  <a:lnTo>
                    <a:pt x="0" y="312"/>
                  </a:lnTo>
                  <a:lnTo>
                    <a:pt x="3069" y="312"/>
                  </a:lnTo>
                  <a:lnTo>
                    <a:pt x="3069"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195"/>
            <p:cNvSpPr/>
            <p:nvPr/>
          </p:nvSpPr>
          <p:spPr>
            <a:xfrm>
              <a:off x="5072068" y="3917318"/>
              <a:ext cx="557609" cy="531759"/>
            </a:xfrm>
            <a:custGeom>
              <a:rect b="b" l="l" r="r" t="t"/>
              <a:pathLst>
                <a:path extrusionOk="0" h="2570" w="2695">
                  <a:moveTo>
                    <a:pt x="0" y="0"/>
                  </a:moveTo>
                  <a:lnTo>
                    <a:pt x="232" y="2570"/>
                  </a:lnTo>
                  <a:lnTo>
                    <a:pt x="2472" y="2570"/>
                  </a:lnTo>
                  <a:lnTo>
                    <a:pt x="269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195"/>
            <p:cNvSpPr/>
            <p:nvPr/>
          </p:nvSpPr>
          <p:spPr>
            <a:xfrm>
              <a:off x="5072068" y="3917318"/>
              <a:ext cx="557609" cy="40761"/>
            </a:xfrm>
            <a:custGeom>
              <a:rect b="b" l="l" r="r" t="t"/>
              <a:pathLst>
                <a:path extrusionOk="0" h="197" w="2695">
                  <a:moveTo>
                    <a:pt x="0" y="0"/>
                  </a:moveTo>
                  <a:lnTo>
                    <a:pt x="18" y="197"/>
                  </a:lnTo>
                  <a:lnTo>
                    <a:pt x="2677" y="197"/>
                  </a:lnTo>
                  <a:lnTo>
                    <a:pt x="269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3" name="Google Shape;12753;p195"/>
          <p:cNvGrpSpPr/>
          <p:nvPr/>
        </p:nvGrpSpPr>
        <p:grpSpPr>
          <a:xfrm>
            <a:off x="8430894" y="2688291"/>
            <a:ext cx="942613" cy="2225784"/>
            <a:chOff x="1214466" y="2918796"/>
            <a:chExt cx="786428" cy="1856987"/>
          </a:xfrm>
        </p:grpSpPr>
        <p:sp>
          <p:nvSpPr>
            <p:cNvPr id="12754" name="Google Shape;12754;p195"/>
            <p:cNvSpPr/>
            <p:nvPr/>
          </p:nvSpPr>
          <p:spPr>
            <a:xfrm>
              <a:off x="1718262" y="3276741"/>
              <a:ext cx="282632" cy="1052344"/>
            </a:xfrm>
            <a:custGeom>
              <a:rect b="b" l="l" r="r" t="t"/>
              <a:pathLst>
                <a:path extrusionOk="0" h="5086" w="1366">
                  <a:moveTo>
                    <a:pt x="1366" y="1"/>
                  </a:moveTo>
                  <a:lnTo>
                    <a:pt x="1" y="5005"/>
                  </a:lnTo>
                  <a:lnTo>
                    <a:pt x="99" y="5086"/>
                  </a:lnTo>
                  <a:cubicBezTo>
                    <a:pt x="1294" y="2321"/>
                    <a:pt x="1366" y="1"/>
                    <a:pt x="13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195"/>
            <p:cNvSpPr/>
            <p:nvPr/>
          </p:nvSpPr>
          <p:spPr>
            <a:xfrm>
              <a:off x="1696123" y="3276741"/>
              <a:ext cx="304771" cy="1035791"/>
            </a:xfrm>
            <a:custGeom>
              <a:rect b="b" l="l" r="r" t="t"/>
              <a:pathLst>
                <a:path extrusionOk="0" h="5006" w="1473">
                  <a:moveTo>
                    <a:pt x="1473" y="1"/>
                  </a:moveTo>
                  <a:cubicBezTo>
                    <a:pt x="1473" y="1"/>
                    <a:pt x="483" y="1553"/>
                    <a:pt x="1" y="4916"/>
                  </a:cubicBezTo>
                  <a:lnTo>
                    <a:pt x="108" y="5005"/>
                  </a:lnTo>
                  <a:lnTo>
                    <a:pt x="1473"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195"/>
            <p:cNvSpPr/>
            <p:nvPr/>
          </p:nvSpPr>
          <p:spPr>
            <a:xfrm>
              <a:off x="1687020" y="3134598"/>
              <a:ext cx="227182" cy="1069104"/>
            </a:xfrm>
            <a:custGeom>
              <a:rect b="b" l="l" r="r" t="t"/>
              <a:pathLst>
                <a:path extrusionOk="0" h="5167" w="1098">
                  <a:moveTo>
                    <a:pt x="999" y="1"/>
                  </a:moveTo>
                  <a:lnTo>
                    <a:pt x="0" y="5086"/>
                  </a:lnTo>
                  <a:lnTo>
                    <a:pt x="107" y="5166"/>
                  </a:lnTo>
                  <a:cubicBezTo>
                    <a:pt x="1097" y="2321"/>
                    <a:pt x="999" y="1"/>
                    <a:pt x="9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195"/>
            <p:cNvSpPr/>
            <p:nvPr/>
          </p:nvSpPr>
          <p:spPr>
            <a:xfrm>
              <a:off x="1664882" y="3134598"/>
              <a:ext cx="229044" cy="1052344"/>
            </a:xfrm>
            <a:custGeom>
              <a:rect b="b" l="l" r="r" t="t"/>
              <a:pathLst>
                <a:path extrusionOk="0" h="5086" w="1107">
                  <a:moveTo>
                    <a:pt x="1106" y="1"/>
                  </a:moveTo>
                  <a:cubicBezTo>
                    <a:pt x="1106" y="1"/>
                    <a:pt x="232" y="1625"/>
                    <a:pt x="0" y="5014"/>
                  </a:cubicBezTo>
                  <a:lnTo>
                    <a:pt x="107" y="5086"/>
                  </a:lnTo>
                  <a:lnTo>
                    <a:pt x="1106"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195"/>
            <p:cNvSpPr/>
            <p:nvPr/>
          </p:nvSpPr>
          <p:spPr>
            <a:xfrm>
              <a:off x="1648123" y="3007352"/>
              <a:ext cx="171938" cy="1118762"/>
            </a:xfrm>
            <a:custGeom>
              <a:rect b="b" l="l" r="r" t="t"/>
              <a:pathLst>
                <a:path extrusionOk="0" h="5407" w="831">
                  <a:moveTo>
                    <a:pt x="527" y="0"/>
                  </a:moveTo>
                  <a:lnTo>
                    <a:pt x="1" y="5362"/>
                  </a:lnTo>
                  <a:lnTo>
                    <a:pt x="108" y="5406"/>
                  </a:lnTo>
                  <a:cubicBezTo>
                    <a:pt x="830" y="2258"/>
                    <a:pt x="527" y="1"/>
                    <a:pt x="5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195"/>
            <p:cNvSpPr/>
            <p:nvPr/>
          </p:nvSpPr>
          <p:spPr>
            <a:xfrm>
              <a:off x="1609434" y="3007352"/>
              <a:ext cx="147937" cy="1109451"/>
            </a:xfrm>
            <a:custGeom>
              <a:rect b="b" l="l" r="r" t="t"/>
              <a:pathLst>
                <a:path extrusionOk="0" h="5362" w="715">
                  <a:moveTo>
                    <a:pt x="714" y="0"/>
                  </a:moveTo>
                  <a:lnTo>
                    <a:pt x="714" y="0"/>
                  </a:lnTo>
                  <a:cubicBezTo>
                    <a:pt x="714" y="1"/>
                    <a:pt x="1" y="1910"/>
                    <a:pt x="72" y="5326"/>
                  </a:cubicBezTo>
                  <a:lnTo>
                    <a:pt x="188" y="5362"/>
                  </a:lnTo>
                  <a:lnTo>
                    <a:pt x="714"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195"/>
            <p:cNvSpPr/>
            <p:nvPr/>
          </p:nvSpPr>
          <p:spPr>
            <a:xfrm>
              <a:off x="1607571" y="2918796"/>
              <a:ext cx="109039" cy="1127866"/>
            </a:xfrm>
            <a:custGeom>
              <a:rect b="b" l="l" r="r" t="t"/>
              <a:pathLst>
                <a:path extrusionOk="0" h="5451" w="527">
                  <a:moveTo>
                    <a:pt x="1" y="0"/>
                  </a:moveTo>
                  <a:lnTo>
                    <a:pt x="1" y="5451"/>
                  </a:lnTo>
                  <a:lnTo>
                    <a:pt x="117" y="5451"/>
                  </a:lnTo>
                  <a:cubicBezTo>
                    <a:pt x="527" y="2114"/>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195"/>
            <p:cNvSpPr/>
            <p:nvPr/>
          </p:nvSpPr>
          <p:spPr>
            <a:xfrm>
              <a:off x="1500605" y="2918796"/>
              <a:ext cx="107177" cy="1127866"/>
            </a:xfrm>
            <a:custGeom>
              <a:rect b="b" l="l" r="r" t="t"/>
              <a:pathLst>
                <a:path extrusionOk="0" h="5451" w="518">
                  <a:moveTo>
                    <a:pt x="518" y="0"/>
                  </a:moveTo>
                  <a:cubicBezTo>
                    <a:pt x="518" y="0"/>
                    <a:pt x="0" y="2114"/>
                    <a:pt x="402" y="5451"/>
                  </a:cubicBezTo>
                  <a:lnTo>
                    <a:pt x="518" y="5451"/>
                  </a:lnTo>
                  <a:lnTo>
                    <a:pt x="518"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195"/>
            <p:cNvSpPr/>
            <p:nvPr/>
          </p:nvSpPr>
          <p:spPr>
            <a:xfrm>
              <a:off x="1214466" y="3276741"/>
              <a:ext cx="284494" cy="1052344"/>
            </a:xfrm>
            <a:custGeom>
              <a:rect b="b" l="l" r="r" t="t"/>
              <a:pathLst>
                <a:path extrusionOk="0" h="5086" w="1375">
                  <a:moveTo>
                    <a:pt x="0" y="1"/>
                  </a:moveTo>
                  <a:cubicBezTo>
                    <a:pt x="0" y="1"/>
                    <a:pt x="72" y="2321"/>
                    <a:pt x="1276" y="5086"/>
                  </a:cubicBezTo>
                  <a:lnTo>
                    <a:pt x="1374" y="5005"/>
                  </a:lnTo>
                  <a:lnTo>
                    <a:pt x="0"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195"/>
            <p:cNvSpPr/>
            <p:nvPr/>
          </p:nvSpPr>
          <p:spPr>
            <a:xfrm>
              <a:off x="1214466" y="3276741"/>
              <a:ext cx="304771" cy="1035791"/>
            </a:xfrm>
            <a:custGeom>
              <a:rect b="b" l="l" r="r" t="t"/>
              <a:pathLst>
                <a:path extrusionOk="0" h="5006" w="1473">
                  <a:moveTo>
                    <a:pt x="0" y="1"/>
                  </a:moveTo>
                  <a:lnTo>
                    <a:pt x="1374" y="5005"/>
                  </a:lnTo>
                  <a:lnTo>
                    <a:pt x="1472" y="4916"/>
                  </a:lnTo>
                  <a:cubicBezTo>
                    <a:pt x="1000" y="1553"/>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195"/>
            <p:cNvSpPr/>
            <p:nvPr/>
          </p:nvSpPr>
          <p:spPr>
            <a:xfrm>
              <a:off x="1301156" y="3134598"/>
              <a:ext cx="229044" cy="1069104"/>
            </a:xfrm>
            <a:custGeom>
              <a:rect b="b" l="l" r="r" t="t"/>
              <a:pathLst>
                <a:path extrusionOk="0" h="5167" w="1107">
                  <a:moveTo>
                    <a:pt x="108" y="1"/>
                  </a:moveTo>
                  <a:cubicBezTo>
                    <a:pt x="108" y="1"/>
                    <a:pt x="1" y="2321"/>
                    <a:pt x="1000" y="5166"/>
                  </a:cubicBezTo>
                  <a:lnTo>
                    <a:pt x="1107" y="5086"/>
                  </a:lnTo>
                  <a:lnTo>
                    <a:pt x="108" y="1"/>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195"/>
            <p:cNvSpPr/>
            <p:nvPr/>
          </p:nvSpPr>
          <p:spPr>
            <a:xfrm>
              <a:off x="1323294" y="3134598"/>
              <a:ext cx="229044" cy="1052344"/>
            </a:xfrm>
            <a:custGeom>
              <a:rect b="b" l="l" r="r" t="t"/>
              <a:pathLst>
                <a:path extrusionOk="0" h="5086" w="1107">
                  <a:moveTo>
                    <a:pt x="1" y="1"/>
                  </a:moveTo>
                  <a:lnTo>
                    <a:pt x="1000" y="5086"/>
                  </a:lnTo>
                  <a:lnTo>
                    <a:pt x="1107" y="5014"/>
                  </a:lnTo>
                  <a:cubicBezTo>
                    <a:pt x="875" y="1625"/>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195"/>
            <p:cNvSpPr/>
            <p:nvPr/>
          </p:nvSpPr>
          <p:spPr>
            <a:xfrm>
              <a:off x="1395295" y="3007352"/>
              <a:ext cx="173800" cy="1118762"/>
            </a:xfrm>
            <a:custGeom>
              <a:rect b="b" l="l" r="r" t="t"/>
              <a:pathLst>
                <a:path extrusionOk="0" h="5407" w="840">
                  <a:moveTo>
                    <a:pt x="313" y="0"/>
                  </a:moveTo>
                  <a:cubicBezTo>
                    <a:pt x="313" y="1"/>
                    <a:pt x="1" y="2258"/>
                    <a:pt x="723" y="5406"/>
                  </a:cubicBezTo>
                  <a:lnTo>
                    <a:pt x="839" y="5362"/>
                  </a:lnTo>
                  <a:lnTo>
                    <a:pt x="313"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195"/>
            <p:cNvSpPr/>
            <p:nvPr/>
          </p:nvSpPr>
          <p:spPr>
            <a:xfrm>
              <a:off x="1459847" y="3007352"/>
              <a:ext cx="147937" cy="1109451"/>
            </a:xfrm>
            <a:custGeom>
              <a:rect b="b" l="l" r="r" t="t"/>
              <a:pathLst>
                <a:path extrusionOk="0" h="5362" w="715">
                  <a:moveTo>
                    <a:pt x="1" y="0"/>
                  </a:moveTo>
                  <a:lnTo>
                    <a:pt x="527" y="5362"/>
                  </a:lnTo>
                  <a:lnTo>
                    <a:pt x="634" y="5326"/>
                  </a:lnTo>
                  <a:cubicBezTo>
                    <a:pt x="715" y="1910"/>
                    <a:pt x="1" y="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195"/>
            <p:cNvSpPr/>
            <p:nvPr/>
          </p:nvSpPr>
          <p:spPr>
            <a:xfrm>
              <a:off x="1268053" y="3994907"/>
              <a:ext cx="681131" cy="86902"/>
            </a:xfrm>
            <a:custGeom>
              <a:rect b="b" l="l" r="r" t="t"/>
              <a:pathLst>
                <a:path extrusionOk="0" h="420" w="3292">
                  <a:moveTo>
                    <a:pt x="0" y="0"/>
                  </a:moveTo>
                  <a:lnTo>
                    <a:pt x="0" y="419"/>
                  </a:lnTo>
                  <a:lnTo>
                    <a:pt x="3292" y="419"/>
                  </a:lnTo>
                  <a:lnTo>
                    <a:pt x="3292"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195"/>
            <p:cNvSpPr/>
            <p:nvPr/>
          </p:nvSpPr>
          <p:spPr>
            <a:xfrm>
              <a:off x="1308605" y="4081600"/>
              <a:ext cx="598162" cy="694183"/>
            </a:xfrm>
            <a:custGeom>
              <a:rect b="b" l="l" r="r" t="t"/>
              <a:pathLst>
                <a:path extrusionOk="0" h="3355" w="2891">
                  <a:moveTo>
                    <a:pt x="0" y="0"/>
                  </a:moveTo>
                  <a:lnTo>
                    <a:pt x="250" y="3355"/>
                  </a:lnTo>
                  <a:lnTo>
                    <a:pt x="2650" y="3355"/>
                  </a:lnTo>
                  <a:lnTo>
                    <a:pt x="289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195"/>
            <p:cNvSpPr/>
            <p:nvPr/>
          </p:nvSpPr>
          <p:spPr>
            <a:xfrm>
              <a:off x="1308605" y="4081600"/>
              <a:ext cx="598162" cy="51934"/>
            </a:xfrm>
            <a:custGeom>
              <a:rect b="b" l="l" r="r" t="t"/>
              <a:pathLst>
                <a:path extrusionOk="0" h="251" w="2891">
                  <a:moveTo>
                    <a:pt x="0" y="0"/>
                  </a:moveTo>
                  <a:lnTo>
                    <a:pt x="18" y="250"/>
                  </a:lnTo>
                  <a:lnTo>
                    <a:pt x="2873" y="250"/>
                  </a:lnTo>
                  <a:lnTo>
                    <a:pt x="289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71" name="Google Shape;12771;p195"/>
          <p:cNvSpPr/>
          <p:nvPr/>
        </p:nvSpPr>
        <p:spPr>
          <a:xfrm>
            <a:off x="8274941" y="294388"/>
            <a:ext cx="1254515" cy="174375"/>
          </a:xfrm>
          <a:custGeom>
            <a:rect b="b" l="l" r="r" t="t"/>
            <a:pathLst>
              <a:path extrusionOk="0" h="759" w="5461">
                <a:moveTo>
                  <a:pt x="2793" y="0"/>
                </a:moveTo>
                <a:cubicBezTo>
                  <a:pt x="2177" y="0"/>
                  <a:pt x="1865" y="375"/>
                  <a:pt x="1865" y="375"/>
                </a:cubicBezTo>
                <a:cubicBezTo>
                  <a:pt x="1798" y="352"/>
                  <a:pt x="1736" y="342"/>
                  <a:pt x="1680" y="342"/>
                </a:cubicBezTo>
                <a:cubicBezTo>
                  <a:pt x="1433" y="342"/>
                  <a:pt x="1303" y="526"/>
                  <a:pt x="1303" y="526"/>
                </a:cubicBezTo>
                <a:cubicBezTo>
                  <a:pt x="1120" y="454"/>
                  <a:pt x="954" y="426"/>
                  <a:pt x="806" y="426"/>
                </a:cubicBezTo>
                <a:cubicBezTo>
                  <a:pt x="295" y="426"/>
                  <a:pt x="0" y="758"/>
                  <a:pt x="0" y="758"/>
                </a:cubicBezTo>
                <a:lnTo>
                  <a:pt x="5460" y="758"/>
                </a:lnTo>
                <a:cubicBezTo>
                  <a:pt x="5270" y="491"/>
                  <a:pt x="4996" y="421"/>
                  <a:pt x="4764" y="421"/>
                </a:cubicBezTo>
                <a:cubicBezTo>
                  <a:pt x="4517" y="421"/>
                  <a:pt x="4318" y="500"/>
                  <a:pt x="4318" y="500"/>
                </a:cubicBezTo>
                <a:cubicBezTo>
                  <a:pt x="4212" y="383"/>
                  <a:pt x="4084" y="347"/>
                  <a:pt x="3969" y="347"/>
                </a:cubicBezTo>
                <a:cubicBezTo>
                  <a:pt x="3795" y="347"/>
                  <a:pt x="3649" y="428"/>
                  <a:pt x="3649" y="428"/>
                </a:cubicBezTo>
                <a:cubicBezTo>
                  <a:pt x="3649" y="428"/>
                  <a:pt x="3408" y="0"/>
                  <a:pt x="27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195"/>
          <p:cNvSpPr/>
          <p:nvPr/>
        </p:nvSpPr>
        <p:spPr>
          <a:xfrm>
            <a:off x="-336509" y="539388"/>
            <a:ext cx="1254515" cy="174375"/>
          </a:xfrm>
          <a:custGeom>
            <a:rect b="b" l="l" r="r" t="t"/>
            <a:pathLst>
              <a:path extrusionOk="0" h="759" w="5461">
                <a:moveTo>
                  <a:pt x="2793" y="0"/>
                </a:moveTo>
                <a:cubicBezTo>
                  <a:pt x="2177" y="0"/>
                  <a:pt x="1865" y="375"/>
                  <a:pt x="1865" y="375"/>
                </a:cubicBezTo>
                <a:cubicBezTo>
                  <a:pt x="1798" y="352"/>
                  <a:pt x="1736" y="342"/>
                  <a:pt x="1680" y="342"/>
                </a:cubicBezTo>
                <a:cubicBezTo>
                  <a:pt x="1433" y="342"/>
                  <a:pt x="1303" y="526"/>
                  <a:pt x="1303" y="526"/>
                </a:cubicBezTo>
                <a:cubicBezTo>
                  <a:pt x="1120" y="454"/>
                  <a:pt x="954" y="426"/>
                  <a:pt x="806" y="426"/>
                </a:cubicBezTo>
                <a:cubicBezTo>
                  <a:pt x="295" y="426"/>
                  <a:pt x="0" y="758"/>
                  <a:pt x="0" y="758"/>
                </a:cubicBezTo>
                <a:lnTo>
                  <a:pt x="5460" y="758"/>
                </a:lnTo>
                <a:cubicBezTo>
                  <a:pt x="5270" y="491"/>
                  <a:pt x="4996" y="421"/>
                  <a:pt x="4764" y="421"/>
                </a:cubicBezTo>
                <a:cubicBezTo>
                  <a:pt x="4517" y="421"/>
                  <a:pt x="4318" y="500"/>
                  <a:pt x="4318" y="500"/>
                </a:cubicBezTo>
                <a:cubicBezTo>
                  <a:pt x="4212" y="383"/>
                  <a:pt x="4084" y="347"/>
                  <a:pt x="3969" y="347"/>
                </a:cubicBezTo>
                <a:cubicBezTo>
                  <a:pt x="3795" y="347"/>
                  <a:pt x="3649" y="428"/>
                  <a:pt x="3649" y="428"/>
                </a:cubicBezTo>
                <a:cubicBezTo>
                  <a:pt x="3649" y="428"/>
                  <a:pt x="3408" y="0"/>
                  <a:pt x="27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12773" name="Shape 12773"/>
        <p:cNvGrpSpPr/>
        <p:nvPr/>
      </p:nvGrpSpPr>
      <p:grpSpPr>
        <a:xfrm>
          <a:off x="0" y="0"/>
          <a:ext cx="0" cy="0"/>
          <a:chOff x="0" y="0"/>
          <a:chExt cx="0" cy="0"/>
        </a:xfrm>
      </p:grpSpPr>
      <p:sp>
        <p:nvSpPr>
          <p:cNvPr id="12774" name="Google Shape;12774;p196"/>
          <p:cNvSpPr/>
          <p:nvPr/>
        </p:nvSpPr>
        <p:spPr>
          <a:xfrm flipH="1">
            <a:off x="-1" y="4762490"/>
            <a:ext cx="9173906"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196"/>
          <p:cNvSpPr/>
          <p:nvPr/>
        </p:nvSpPr>
        <p:spPr>
          <a:xfrm rot="238332">
            <a:off x="-3594095" y="4242315"/>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76" name="Google Shape;12776;p196"/>
          <p:cNvGrpSpPr/>
          <p:nvPr/>
        </p:nvGrpSpPr>
        <p:grpSpPr>
          <a:xfrm>
            <a:off x="-12751" y="2647408"/>
            <a:ext cx="2737383" cy="2109215"/>
            <a:chOff x="3363545" y="1191568"/>
            <a:chExt cx="384038" cy="295876"/>
          </a:xfrm>
        </p:grpSpPr>
        <p:sp>
          <p:nvSpPr>
            <p:cNvPr id="12777" name="Google Shape;12777;p196"/>
            <p:cNvSpPr/>
            <p:nvPr/>
          </p:nvSpPr>
          <p:spPr>
            <a:xfrm>
              <a:off x="3363545"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196"/>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196"/>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196"/>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196"/>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196"/>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196"/>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84" name="Google Shape;12784;p196"/>
          <p:cNvSpPr/>
          <p:nvPr/>
        </p:nvSpPr>
        <p:spPr>
          <a:xfrm flipH="1" rot="-238332">
            <a:off x="7203298" y="4242312"/>
            <a:ext cx="5554009" cy="2709911"/>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85" name="Google Shape;12785;p196"/>
          <p:cNvGrpSpPr/>
          <p:nvPr/>
        </p:nvGrpSpPr>
        <p:grpSpPr>
          <a:xfrm flipH="1">
            <a:off x="6438566" y="2647368"/>
            <a:ext cx="2737383" cy="2109215"/>
            <a:chOff x="3363545" y="1191568"/>
            <a:chExt cx="384038" cy="295876"/>
          </a:xfrm>
        </p:grpSpPr>
        <p:sp>
          <p:nvSpPr>
            <p:cNvPr id="12786" name="Google Shape;12786;p196"/>
            <p:cNvSpPr/>
            <p:nvPr/>
          </p:nvSpPr>
          <p:spPr>
            <a:xfrm>
              <a:off x="3363545" y="1191568"/>
              <a:ext cx="384038" cy="295556"/>
            </a:xfrm>
            <a:custGeom>
              <a:rect b="b" l="l" r="r" t="t"/>
              <a:pathLst>
                <a:path extrusionOk="0" h="8137" w="10573">
                  <a:moveTo>
                    <a:pt x="1" y="0"/>
                  </a:moveTo>
                  <a:lnTo>
                    <a:pt x="1" y="8136"/>
                  </a:lnTo>
                  <a:lnTo>
                    <a:pt x="10572" y="8136"/>
                  </a:lnTo>
                  <a:cubicBezTo>
                    <a:pt x="10572" y="8136"/>
                    <a:pt x="9968" y="6752"/>
                    <a:pt x="8349" y="6752"/>
                  </a:cubicBezTo>
                  <a:cubicBezTo>
                    <a:pt x="8039" y="6752"/>
                    <a:pt x="7693" y="6803"/>
                    <a:pt x="7307" y="6923"/>
                  </a:cubicBezTo>
                  <a:cubicBezTo>
                    <a:pt x="7307" y="6923"/>
                    <a:pt x="7045" y="6324"/>
                    <a:pt x="6368" y="6324"/>
                  </a:cubicBezTo>
                  <a:cubicBezTo>
                    <a:pt x="6266" y="6324"/>
                    <a:pt x="6154" y="6338"/>
                    <a:pt x="6031" y="6370"/>
                  </a:cubicBezTo>
                  <a:cubicBezTo>
                    <a:pt x="6031" y="6370"/>
                    <a:pt x="5866" y="4914"/>
                    <a:pt x="4272" y="4914"/>
                  </a:cubicBezTo>
                  <a:cubicBezTo>
                    <a:pt x="4169" y="4914"/>
                    <a:pt x="4060" y="4921"/>
                    <a:pt x="3944" y="4934"/>
                  </a:cubicBezTo>
                  <a:cubicBezTo>
                    <a:pt x="3944" y="4934"/>
                    <a:pt x="3874" y="4041"/>
                    <a:pt x="2911" y="4041"/>
                  </a:cubicBezTo>
                  <a:cubicBezTo>
                    <a:pt x="2901" y="4041"/>
                    <a:pt x="2892" y="4041"/>
                    <a:pt x="2882" y="4042"/>
                  </a:cubicBezTo>
                  <a:cubicBezTo>
                    <a:pt x="2882" y="4042"/>
                    <a:pt x="3221" y="2454"/>
                    <a:pt x="1615" y="2311"/>
                  </a:cubicBezTo>
                  <a:cubicBezTo>
                    <a:pt x="1615" y="2311"/>
                    <a:pt x="1678" y="1526"/>
                    <a:pt x="1000" y="1463"/>
                  </a:cubicBezTo>
                  <a:cubicBezTo>
                    <a:pt x="1000" y="1463"/>
                    <a:pt x="1187" y="25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196"/>
            <p:cNvSpPr/>
            <p:nvPr/>
          </p:nvSpPr>
          <p:spPr>
            <a:xfrm>
              <a:off x="3363545" y="1291670"/>
              <a:ext cx="254076" cy="195451"/>
            </a:xfrm>
            <a:custGeom>
              <a:rect b="b" l="l" r="r" t="t"/>
              <a:pathLst>
                <a:path extrusionOk="0" h="5381" w="6995">
                  <a:moveTo>
                    <a:pt x="1" y="1"/>
                  </a:moveTo>
                  <a:lnTo>
                    <a:pt x="1" y="5380"/>
                  </a:lnTo>
                  <a:lnTo>
                    <a:pt x="6995" y="5380"/>
                  </a:lnTo>
                  <a:cubicBezTo>
                    <a:pt x="6995" y="5380"/>
                    <a:pt x="6591" y="4466"/>
                    <a:pt x="5520" y="4466"/>
                  </a:cubicBezTo>
                  <a:cubicBezTo>
                    <a:pt x="5316" y="4466"/>
                    <a:pt x="5089" y="4499"/>
                    <a:pt x="4836" y="4577"/>
                  </a:cubicBezTo>
                  <a:cubicBezTo>
                    <a:pt x="4836" y="4577"/>
                    <a:pt x="4659" y="4184"/>
                    <a:pt x="4206" y="4184"/>
                  </a:cubicBezTo>
                  <a:cubicBezTo>
                    <a:pt x="4139" y="4184"/>
                    <a:pt x="4067" y="4192"/>
                    <a:pt x="3988" y="4212"/>
                  </a:cubicBezTo>
                  <a:cubicBezTo>
                    <a:pt x="3988" y="4212"/>
                    <a:pt x="3878" y="3246"/>
                    <a:pt x="2813" y="3246"/>
                  </a:cubicBezTo>
                  <a:cubicBezTo>
                    <a:pt x="2748" y="3246"/>
                    <a:pt x="2678" y="3249"/>
                    <a:pt x="2606" y="3257"/>
                  </a:cubicBezTo>
                  <a:cubicBezTo>
                    <a:pt x="2606" y="3257"/>
                    <a:pt x="2562" y="2677"/>
                    <a:pt x="1938" y="2677"/>
                  </a:cubicBezTo>
                  <a:cubicBezTo>
                    <a:pt x="1929" y="2677"/>
                    <a:pt x="1919" y="2677"/>
                    <a:pt x="1910" y="2677"/>
                  </a:cubicBezTo>
                  <a:cubicBezTo>
                    <a:pt x="1910" y="2677"/>
                    <a:pt x="2133" y="1625"/>
                    <a:pt x="1071" y="1526"/>
                  </a:cubicBezTo>
                  <a:cubicBezTo>
                    <a:pt x="1071" y="1526"/>
                    <a:pt x="1116" y="1009"/>
                    <a:pt x="661" y="973"/>
                  </a:cubicBezTo>
                  <a:cubicBezTo>
                    <a:pt x="661" y="973"/>
                    <a:pt x="786" y="17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196"/>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196"/>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196"/>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196"/>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196"/>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93" name="Google Shape;12793;p196"/>
          <p:cNvSpPr/>
          <p:nvPr/>
        </p:nvSpPr>
        <p:spPr>
          <a:xfrm flipH="1">
            <a:off x="-334053" y="8650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196"/>
          <p:cNvSpPr/>
          <p:nvPr/>
        </p:nvSpPr>
        <p:spPr>
          <a:xfrm flipH="1">
            <a:off x="8430904" y="158472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9_2">
    <p:spTree>
      <p:nvGrpSpPr>
        <p:cNvPr id="12795" name="Shape 12795"/>
        <p:cNvGrpSpPr/>
        <p:nvPr/>
      </p:nvGrpSpPr>
      <p:grpSpPr>
        <a:xfrm>
          <a:off x="0" y="0"/>
          <a:ext cx="0" cy="0"/>
          <a:chOff x="0" y="0"/>
          <a:chExt cx="0" cy="0"/>
        </a:xfrm>
      </p:grpSpPr>
      <p:sp>
        <p:nvSpPr>
          <p:cNvPr id="12796" name="Google Shape;12796;p197"/>
          <p:cNvSpPr/>
          <p:nvPr/>
        </p:nvSpPr>
        <p:spPr>
          <a:xfrm flipH="1">
            <a:off x="-6" y="3996398"/>
            <a:ext cx="9173906" cy="1147080"/>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197"/>
          <p:cNvSpPr/>
          <p:nvPr/>
        </p:nvSpPr>
        <p:spPr>
          <a:xfrm flipH="1">
            <a:off x="-459104" y="3775428"/>
            <a:ext cx="6683105" cy="2534470"/>
          </a:xfrm>
          <a:custGeom>
            <a:rect b="b" l="l" r="r" t="t"/>
            <a:pathLst>
              <a:path extrusionOk="0" h="13052" w="30413">
                <a:moveTo>
                  <a:pt x="22990" y="1"/>
                </a:moveTo>
                <a:lnTo>
                  <a:pt x="13801" y="1071"/>
                </a:lnTo>
                <a:lnTo>
                  <a:pt x="13596" y="1071"/>
                </a:lnTo>
                <a:cubicBezTo>
                  <a:pt x="13596" y="1071"/>
                  <a:pt x="9965" y="1437"/>
                  <a:pt x="11027" y="1856"/>
                </a:cubicBezTo>
                <a:cubicBezTo>
                  <a:pt x="12080" y="2275"/>
                  <a:pt x="12570" y="2552"/>
                  <a:pt x="10447" y="2918"/>
                </a:cubicBezTo>
                <a:cubicBezTo>
                  <a:pt x="8333" y="3275"/>
                  <a:pt x="5960" y="3560"/>
                  <a:pt x="7610" y="4184"/>
                </a:cubicBezTo>
                <a:cubicBezTo>
                  <a:pt x="9260" y="4800"/>
                  <a:pt x="6575" y="5549"/>
                  <a:pt x="3694" y="5755"/>
                </a:cubicBezTo>
                <a:cubicBezTo>
                  <a:pt x="2427" y="5844"/>
                  <a:pt x="1098" y="6450"/>
                  <a:pt x="0" y="7102"/>
                </a:cubicBezTo>
                <a:lnTo>
                  <a:pt x="0" y="13052"/>
                </a:lnTo>
                <a:lnTo>
                  <a:pt x="28869" y="13052"/>
                </a:lnTo>
                <a:lnTo>
                  <a:pt x="30412" y="12704"/>
                </a:lnTo>
                <a:lnTo>
                  <a:pt x="30412" y="81"/>
                </a:lnTo>
                <a:lnTo>
                  <a:pt x="30038"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197"/>
          <p:cNvSpPr/>
          <p:nvPr/>
        </p:nvSpPr>
        <p:spPr>
          <a:xfrm flipH="1">
            <a:off x="-459104" y="3775428"/>
            <a:ext cx="6683105" cy="2534470"/>
          </a:xfrm>
          <a:custGeom>
            <a:rect b="b" l="l" r="r" t="t"/>
            <a:pathLst>
              <a:path extrusionOk="0" h="13052" w="30413">
                <a:moveTo>
                  <a:pt x="22990" y="1"/>
                </a:moveTo>
                <a:lnTo>
                  <a:pt x="15728" y="848"/>
                </a:lnTo>
                <a:lnTo>
                  <a:pt x="13569" y="1749"/>
                </a:lnTo>
                <a:cubicBezTo>
                  <a:pt x="13569" y="1749"/>
                  <a:pt x="15666" y="2409"/>
                  <a:pt x="12766" y="2909"/>
                </a:cubicBezTo>
                <a:cubicBezTo>
                  <a:pt x="9867" y="3417"/>
                  <a:pt x="12017" y="3997"/>
                  <a:pt x="13337" y="4184"/>
                </a:cubicBezTo>
                <a:cubicBezTo>
                  <a:pt x="14649" y="4372"/>
                  <a:pt x="15407" y="5210"/>
                  <a:pt x="8939" y="6236"/>
                </a:cubicBezTo>
                <a:cubicBezTo>
                  <a:pt x="2480" y="7271"/>
                  <a:pt x="4684" y="7789"/>
                  <a:pt x="5888" y="8029"/>
                </a:cubicBezTo>
                <a:cubicBezTo>
                  <a:pt x="7030" y="8252"/>
                  <a:pt x="5291" y="8725"/>
                  <a:pt x="0" y="9555"/>
                </a:cubicBezTo>
                <a:lnTo>
                  <a:pt x="0" y="13052"/>
                </a:lnTo>
                <a:lnTo>
                  <a:pt x="28494" y="13052"/>
                </a:lnTo>
                <a:lnTo>
                  <a:pt x="28155" y="7887"/>
                </a:lnTo>
                <a:cubicBezTo>
                  <a:pt x="28155" y="7887"/>
                  <a:pt x="25953" y="8060"/>
                  <a:pt x="24567" y="8060"/>
                </a:cubicBezTo>
                <a:cubicBezTo>
                  <a:pt x="24042" y="8060"/>
                  <a:pt x="23635" y="8036"/>
                  <a:pt x="23507" y="7967"/>
                </a:cubicBezTo>
                <a:cubicBezTo>
                  <a:pt x="23035" y="7726"/>
                  <a:pt x="26639" y="7664"/>
                  <a:pt x="25104" y="6888"/>
                </a:cubicBezTo>
                <a:cubicBezTo>
                  <a:pt x="23579" y="6111"/>
                  <a:pt x="18413" y="6067"/>
                  <a:pt x="20233" y="5317"/>
                </a:cubicBezTo>
                <a:cubicBezTo>
                  <a:pt x="22062" y="4577"/>
                  <a:pt x="20028" y="4220"/>
                  <a:pt x="18333" y="3640"/>
                </a:cubicBezTo>
                <a:cubicBezTo>
                  <a:pt x="16638" y="3060"/>
                  <a:pt x="17236" y="2543"/>
                  <a:pt x="18770" y="2525"/>
                </a:cubicBezTo>
                <a:cubicBezTo>
                  <a:pt x="18807" y="2525"/>
                  <a:pt x="18842" y="2525"/>
                  <a:pt x="18876" y="2525"/>
                </a:cubicBezTo>
                <a:cubicBezTo>
                  <a:pt x="20301" y="2525"/>
                  <a:pt x="20215" y="2879"/>
                  <a:pt x="19832" y="3105"/>
                </a:cubicBezTo>
                <a:cubicBezTo>
                  <a:pt x="19586" y="3247"/>
                  <a:pt x="19856" y="3386"/>
                  <a:pt x="20555" y="3386"/>
                </a:cubicBezTo>
                <a:cubicBezTo>
                  <a:pt x="20997" y="3386"/>
                  <a:pt x="21611" y="3330"/>
                  <a:pt x="22374" y="3185"/>
                </a:cubicBezTo>
                <a:cubicBezTo>
                  <a:pt x="22844" y="3098"/>
                  <a:pt x="23275" y="3061"/>
                  <a:pt x="23640" y="3061"/>
                </a:cubicBezTo>
                <a:cubicBezTo>
                  <a:pt x="24807" y="3061"/>
                  <a:pt x="25303" y="3439"/>
                  <a:pt x="24257" y="3765"/>
                </a:cubicBezTo>
                <a:cubicBezTo>
                  <a:pt x="23293" y="4074"/>
                  <a:pt x="23579" y="4205"/>
                  <a:pt x="24624" y="4205"/>
                </a:cubicBezTo>
                <a:cubicBezTo>
                  <a:pt x="25060" y="4205"/>
                  <a:pt x="25627" y="4182"/>
                  <a:pt x="26291" y="4140"/>
                </a:cubicBezTo>
                <a:cubicBezTo>
                  <a:pt x="26778" y="4109"/>
                  <a:pt x="27185" y="4094"/>
                  <a:pt x="27510" y="4094"/>
                </a:cubicBezTo>
                <a:cubicBezTo>
                  <a:pt x="28693" y="4094"/>
                  <a:pt x="28808" y="4287"/>
                  <a:pt x="27843" y="4595"/>
                </a:cubicBezTo>
                <a:cubicBezTo>
                  <a:pt x="27072" y="4842"/>
                  <a:pt x="27244" y="5114"/>
                  <a:pt x="28358" y="5114"/>
                </a:cubicBezTo>
                <a:cubicBezTo>
                  <a:pt x="28855" y="5114"/>
                  <a:pt x="29540" y="5060"/>
                  <a:pt x="30412" y="4925"/>
                </a:cubicBezTo>
                <a:lnTo>
                  <a:pt x="30412" y="179"/>
                </a:lnTo>
                <a:cubicBezTo>
                  <a:pt x="29547" y="108"/>
                  <a:pt x="28494" y="45"/>
                  <a:pt x="27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99" name="Google Shape;12799;p197"/>
          <p:cNvGrpSpPr/>
          <p:nvPr/>
        </p:nvGrpSpPr>
        <p:grpSpPr>
          <a:xfrm flipH="1">
            <a:off x="-760212" y="1663728"/>
            <a:ext cx="4484281" cy="2708498"/>
            <a:chOff x="6244119" y="1698941"/>
            <a:chExt cx="760628" cy="457625"/>
          </a:xfrm>
        </p:grpSpPr>
        <p:sp>
          <p:nvSpPr>
            <p:cNvPr id="12800" name="Google Shape;12800;p197"/>
            <p:cNvSpPr/>
            <p:nvPr/>
          </p:nvSpPr>
          <p:spPr>
            <a:xfrm>
              <a:off x="6462191" y="1698941"/>
              <a:ext cx="542556" cy="308882"/>
            </a:xfrm>
            <a:custGeom>
              <a:rect b="b" l="l" r="r" t="t"/>
              <a:pathLst>
                <a:path extrusionOk="0" h="6522" w="11456">
                  <a:moveTo>
                    <a:pt x="9502" y="0"/>
                  </a:moveTo>
                  <a:cubicBezTo>
                    <a:pt x="8699" y="0"/>
                    <a:pt x="8708" y="848"/>
                    <a:pt x="8708" y="848"/>
                  </a:cubicBezTo>
                  <a:cubicBezTo>
                    <a:pt x="8671" y="845"/>
                    <a:pt x="8636" y="844"/>
                    <a:pt x="8602" y="844"/>
                  </a:cubicBezTo>
                  <a:cubicBezTo>
                    <a:pt x="7656" y="844"/>
                    <a:pt x="7664" y="1775"/>
                    <a:pt x="7664" y="1775"/>
                  </a:cubicBezTo>
                  <a:cubicBezTo>
                    <a:pt x="7631" y="1773"/>
                    <a:pt x="7600" y="1772"/>
                    <a:pt x="7570" y="1772"/>
                  </a:cubicBezTo>
                  <a:cubicBezTo>
                    <a:pt x="6944" y="1772"/>
                    <a:pt x="6977" y="2284"/>
                    <a:pt x="6977" y="2284"/>
                  </a:cubicBezTo>
                  <a:cubicBezTo>
                    <a:pt x="6883" y="2268"/>
                    <a:pt x="6797" y="2261"/>
                    <a:pt x="6719" y="2261"/>
                  </a:cubicBezTo>
                  <a:cubicBezTo>
                    <a:pt x="5978" y="2261"/>
                    <a:pt x="5897" y="2882"/>
                    <a:pt x="5897" y="2882"/>
                  </a:cubicBezTo>
                  <a:cubicBezTo>
                    <a:pt x="5785" y="2868"/>
                    <a:pt x="5681" y="2861"/>
                    <a:pt x="5583" y="2861"/>
                  </a:cubicBezTo>
                  <a:cubicBezTo>
                    <a:pt x="4370" y="2861"/>
                    <a:pt x="4202" y="3854"/>
                    <a:pt x="4202" y="3854"/>
                  </a:cubicBezTo>
                  <a:cubicBezTo>
                    <a:pt x="4113" y="3833"/>
                    <a:pt x="4032" y="3823"/>
                    <a:pt x="3959" y="3823"/>
                  </a:cubicBezTo>
                  <a:cubicBezTo>
                    <a:pt x="3453" y="3823"/>
                    <a:pt x="3337" y="4273"/>
                    <a:pt x="3337" y="4273"/>
                  </a:cubicBezTo>
                  <a:cubicBezTo>
                    <a:pt x="3145" y="4199"/>
                    <a:pt x="2971" y="4168"/>
                    <a:pt x="2815" y="4168"/>
                  </a:cubicBezTo>
                  <a:cubicBezTo>
                    <a:pt x="2108" y="4168"/>
                    <a:pt x="1767" y="4791"/>
                    <a:pt x="1767" y="4791"/>
                  </a:cubicBezTo>
                  <a:cubicBezTo>
                    <a:pt x="1649" y="4743"/>
                    <a:pt x="1540" y="4724"/>
                    <a:pt x="1440" y="4724"/>
                  </a:cubicBezTo>
                  <a:cubicBezTo>
                    <a:pt x="1014" y="4724"/>
                    <a:pt x="768" y="5076"/>
                    <a:pt x="768" y="5076"/>
                  </a:cubicBezTo>
                  <a:lnTo>
                    <a:pt x="1" y="6521"/>
                  </a:lnTo>
                  <a:lnTo>
                    <a:pt x="11455" y="6521"/>
                  </a:lnTo>
                  <a:lnTo>
                    <a:pt x="1145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197"/>
            <p:cNvSpPr/>
            <p:nvPr/>
          </p:nvSpPr>
          <p:spPr>
            <a:xfrm>
              <a:off x="6401936" y="1925441"/>
              <a:ext cx="24990" cy="29240"/>
            </a:xfrm>
            <a:custGeom>
              <a:rect b="b" l="l" r="r" t="t"/>
              <a:pathLst>
                <a:path extrusionOk="0" h="805" w="688">
                  <a:moveTo>
                    <a:pt x="669" y="0"/>
                  </a:moveTo>
                  <a:cubicBezTo>
                    <a:pt x="619" y="0"/>
                    <a:pt x="477" y="18"/>
                    <a:pt x="455" y="215"/>
                  </a:cubicBezTo>
                  <a:cubicBezTo>
                    <a:pt x="455" y="215"/>
                    <a:pt x="437" y="208"/>
                    <a:pt x="413" y="208"/>
                  </a:cubicBezTo>
                  <a:cubicBezTo>
                    <a:pt x="378" y="208"/>
                    <a:pt x="332" y="224"/>
                    <a:pt x="322" y="305"/>
                  </a:cubicBezTo>
                  <a:cubicBezTo>
                    <a:pt x="322" y="305"/>
                    <a:pt x="274" y="288"/>
                    <a:pt x="215" y="288"/>
                  </a:cubicBezTo>
                  <a:cubicBezTo>
                    <a:pt x="132" y="288"/>
                    <a:pt x="26" y="321"/>
                    <a:pt x="0" y="483"/>
                  </a:cubicBezTo>
                  <a:lnTo>
                    <a:pt x="687" y="804"/>
                  </a:lnTo>
                  <a:lnTo>
                    <a:pt x="687" y="1"/>
                  </a:lnTo>
                  <a:cubicBezTo>
                    <a:pt x="687" y="1"/>
                    <a:pt x="680" y="0"/>
                    <a:pt x="669"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197"/>
            <p:cNvSpPr/>
            <p:nvPr/>
          </p:nvSpPr>
          <p:spPr>
            <a:xfrm>
              <a:off x="6780077" y="1840885"/>
              <a:ext cx="47328" cy="114452"/>
            </a:xfrm>
            <a:custGeom>
              <a:rect b="b" l="l" r="r" t="t"/>
              <a:pathLst>
                <a:path extrusionOk="0" h="3151" w="1303">
                  <a:moveTo>
                    <a:pt x="0" y="1"/>
                  </a:moveTo>
                  <a:lnTo>
                    <a:pt x="0" y="3150"/>
                  </a:lnTo>
                  <a:lnTo>
                    <a:pt x="1303" y="3150"/>
                  </a:lnTo>
                  <a:lnTo>
                    <a:pt x="1303"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197"/>
            <p:cNvSpPr/>
            <p:nvPr/>
          </p:nvSpPr>
          <p:spPr>
            <a:xfrm>
              <a:off x="6804376" y="1859373"/>
              <a:ext cx="5848" cy="10388"/>
            </a:xfrm>
            <a:custGeom>
              <a:rect b="b" l="l" r="r" t="t"/>
              <a:pathLst>
                <a:path extrusionOk="0" h="286" w="161">
                  <a:moveTo>
                    <a:pt x="0" y="0"/>
                  </a:moveTo>
                  <a:lnTo>
                    <a:pt x="0" y="286"/>
                  </a:lnTo>
                  <a:lnTo>
                    <a:pt x="161" y="286"/>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197"/>
            <p:cNvSpPr/>
            <p:nvPr/>
          </p:nvSpPr>
          <p:spPr>
            <a:xfrm>
              <a:off x="6790756" y="1848694"/>
              <a:ext cx="5884" cy="10715"/>
            </a:xfrm>
            <a:custGeom>
              <a:rect b="b" l="l" r="r" t="t"/>
              <a:pathLst>
                <a:path extrusionOk="0" h="295" w="162">
                  <a:moveTo>
                    <a:pt x="1" y="0"/>
                  </a:moveTo>
                  <a:lnTo>
                    <a:pt x="1" y="294"/>
                  </a:lnTo>
                  <a:lnTo>
                    <a:pt x="161" y="294"/>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197"/>
            <p:cNvSpPr/>
            <p:nvPr/>
          </p:nvSpPr>
          <p:spPr>
            <a:xfrm>
              <a:off x="6816689" y="1871359"/>
              <a:ext cx="5848" cy="10715"/>
            </a:xfrm>
            <a:custGeom>
              <a:rect b="b" l="l" r="r" t="t"/>
              <a:pathLst>
                <a:path extrusionOk="0" h="295" w="161">
                  <a:moveTo>
                    <a:pt x="0" y="1"/>
                  </a:moveTo>
                  <a:lnTo>
                    <a:pt x="0"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197"/>
            <p:cNvSpPr/>
            <p:nvPr/>
          </p:nvSpPr>
          <p:spPr>
            <a:xfrm>
              <a:off x="6808590" y="1896965"/>
              <a:ext cx="5848" cy="10715"/>
            </a:xfrm>
            <a:custGeom>
              <a:rect b="b" l="l" r="r" t="t"/>
              <a:pathLst>
                <a:path extrusionOk="0" h="295" w="161">
                  <a:moveTo>
                    <a:pt x="0" y="0"/>
                  </a:moveTo>
                  <a:lnTo>
                    <a:pt x="0"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197"/>
            <p:cNvSpPr/>
            <p:nvPr/>
          </p:nvSpPr>
          <p:spPr>
            <a:xfrm>
              <a:off x="6817343" y="1912838"/>
              <a:ext cx="5848" cy="10715"/>
            </a:xfrm>
            <a:custGeom>
              <a:rect b="b" l="l" r="r" t="t"/>
              <a:pathLst>
                <a:path extrusionOk="0" h="295" w="161">
                  <a:moveTo>
                    <a:pt x="0" y="0"/>
                  </a:moveTo>
                  <a:lnTo>
                    <a:pt x="0" y="295"/>
                  </a:lnTo>
                  <a:lnTo>
                    <a:pt x="161" y="295"/>
                  </a:lnTo>
                  <a:lnTo>
                    <a:pt x="16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197"/>
            <p:cNvSpPr/>
            <p:nvPr/>
          </p:nvSpPr>
          <p:spPr>
            <a:xfrm>
              <a:off x="6787850" y="1870051"/>
              <a:ext cx="5848" cy="10751"/>
            </a:xfrm>
            <a:custGeom>
              <a:rect b="b" l="l" r="r" t="t"/>
              <a:pathLst>
                <a:path extrusionOk="0" h="296" w="161">
                  <a:moveTo>
                    <a:pt x="0" y="1"/>
                  </a:moveTo>
                  <a:lnTo>
                    <a:pt x="0" y="295"/>
                  </a:lnTo>
                  <a:lnTo>
                    <a:pt x="161" y="295"/>
                  </a:lnTo>
                  <a:lnTo>
                    <a:pt x="161"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197"/>
            <p:cNvSpPr/>
            <p:nvPr/>
          </p:nvSpPr>
          <p:spPr>
            <a:xfrm>
              <a:off x="6800817" y="1930671"/>
              <a:ext cx="11696" cy="24663"/>
            </a:xfrm>
            <a:custGeom>
              <a:rect b="b" l="l" r="r" t="t"/>
              <a:pathLst>
                <a:path extrusionOk="0" h="679" w="322">
                  <a:moveTo>
                    <a:pt x="0" y="0"/>
                  </a:moveTo>
                  <a:lnTo>
                    <a:pt x="0" y="678"/>
                  </a:lnTo>
                  <a:lnTo>
                    <a:pt x="321" y="678"/>
                  </a:lnTo>
                  <a:lnTo>
                    <a:pt x="321"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197"/>
            <p:cNvSpPr/>
            <p:nvPr/>
          </p:nvSpPr>
          <p:spPr>
            <a:xfrm>
              <a:off x="6780077" y="1829553"/>
              <a:ext cx="47328" cy="11369"/>
            </a:xfrm>
            <a:custGeom>
              <a:rect b="b" l="l" r="r" t="t"/>
              <a:pathLst>
                <a:path extrusionOk="0" h="313" w="1303">
                  <a:moveTo>
                    <a:pt x="312" y="1"/>
                  </a:moveTo>
                  <a:lnTo>
                    <a:pt x="0" y="313"/>
                  </a:lnTo>
                  <a:lnTo>
                    <a:pt x="1303" y="313"/>
                  </a:lnTo>
                  <a:lnTo>
                    <a:pt x="130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197"/>
            <p:cNvSpPr/>
            <p:nvPr/>
          </p:nvSpPr>
          <p:spPr>
            <a:xfrm>
              <a:off x="6426235" y="1898563"/>
              <a:ext cx="32109" cy="56118"/>
            </a:xfrm>
            <a:custGeom>
              <a:rect b="b" l="l" r="r" t="t"/>
              <a:pathLst>
                <a:path extrusionOk="0" h="1545" w="884">
                  <a:moveTo>
                    <a:pt x="0" y="1"/>
                  </a:moveTo>
                  <a:lnTo>
                    <a:pt x="0" y="1544"/>
                  </a:lnTo>
                  <a:lnTo>
                    <a:pt x="884" y="1544"/>
                  </a:lnTo>
                  <a:lnTo>
                    <a:pt x="884"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197"/>
            <p:cNvSpPr/>
            <p:nvPr/>
          </p:nvSpPr>
          <p:spPr>
            <a:xfrm>
              <a:off x="6458306" y="1890791"/>
              <a:ext cx="7482" cy="63891"/>
            </a:xfrm>
            <a:custGeom>
              <a:rect b="b" l="l" r="r" t="t"/>
              <a:pathLst>
                <a:path extrusionOk="0" h="1759" w="206">
                  <a:moveTo>
                    <a:pt x="206" y="1"/>
                  </a:moveTo>
                  <a:lnTo>
                    <a:pt x="1" y="215"/>
                  </a:lnTo>
                  <a:lnTo>
                    <a:pt x="1" y="1758"/>
                  </a:lnTo>
                  <a:lnTo>
                    <a:pt x="206" y="1758"/>
                  </a:lnTo>
                  <a:lnTo>
                    <a:pt x="206"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197"/>
            <p:cNvSpPr/>
            <p:nvPr/>
          </p:nvSpPr>
          <p:spPr>
            <a:xfrm>
              <a:off x="6430121" y="1903757"/>
              <a:ext cx="4250" cy="7156"/>
            </a:xfrm>
            <a:custGeom>
              <a:rect b="b" l="l" r="r" t="t"/>
              <a:pathLst>
                <a:path extrusionOk="0" h="197" w="117">
                  <a:moveTo>
                    <a:pt x="0" y="1"/>
                  </a:moveTo>
                  <a:lnTo>
                    <a:pt x="0" y="197"/>
                  </a:lnTo>
                  <a:lnTo>
                    <a:pt x="116" y="197"/>
                  </a:lnTo>
                  <a:lnTo>
                    <a:pt x="11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197"/>
            <p:cNvSpPr/>
            <p:nvPr/>
          </p:nvSpPr>
          <p:spPr>
            <a:xfrm>
              <a:off x="6449553" y="1905719"/>
              <a:ext cx="4250" cy="7156"/>
            </a:xfrm>
            <a:custGeom>
              <a:rect b="b" l="l" r="r" t="t"/>
              <a:pathLst>
                <a:path extrusionOk="0" h="197" w="117">
                  <a:moveTo>
                    <a:pt x="1" y="0"/>
                  </a:moveTo>
                  <a:lnTo>
                    <a:pt x="1" y="196"/>
                  </a:lnTo>
                  <a:lnTo>
                    <a:pt x="117" y="196"/>
                  </a:lnTo>
                  <a:lnTo>
                    <a:pt x="117"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197"/>
            <p:cNvSpPr/>
            <p:nvPr/>
          </p:nvSpPr>
          <p:spPr>
            <a:xfrm>
              <a:off x="6439528" y="1911857"/>
              <a:ext cx="4250" cy="7156"/>
            </a:xfrm>
            <a:custGeom>
              <a:rect b="b" l="l" r="r" t="t"/>
              <a:pathLst>
                <a:path extrusionOk="0" h="197" w="117">
                  <a:moveTo>
                    <a:pt x="0" y="1"/>
                  </a:moveTo>
                  <a:lnTo>
                    <a:pt x="0" y="197"/>
                  </a:lnTo>
                  <a:lnTo>
                    <a:pt x="116" y="197"/>
                  </a:lnTo>
                  <a:lnTo>
                    <a:pt x="11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197"/>
            <p:cNvSpPr/>
            <p:nvPr/>
          </p:nvSpPr>
          <p:spPr>
            <a:xfrm>
              <a:off x="6448282" y="1925151"/>
              <a:ext cx="4250" cy="7156"/>
            </a:xfrm>
            <a:custGeom>
              <a:rect b="b" l="l" r="r" t="t"/>
              <a:pathLst>
                <a:path extrusionOk="0" h="197" w="117">
                  <a:moveTo>
                    <a:pt x="0" y="0"/>
                  </a:moveTo>
                  <a:lnTo>
                    <a:pt x="0" y="197"/>
                  </a:lnTo>
                  <a:lnTo>
                    <a:pt x="116" y="197"/>
                  </a:lnTo>
                  <a:lnTo>
                    <a:pt x="116"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197"/>
            <p:cNvSpPr/>
            <p:nvPr/>
          </p:nvSpPr>
          <p:spPr>
            <a:xfrm>
              <a:off x="6433027" y="1923843"/>
              <a:ext cx="4250" cy="7192"/>
            </a:xfrm>
            <a:custGeom>
              <a:rect b="b" l="l" r="r" t="t"/>
              <a:pathLst>
                <a:path extrusionOk="0" h="198" w="117">
                  <a:moveTo>
                    <a:pt x="1" y="1"/>
                  </a:moveTo>
                  <a:lnTo>
                    <a:pt x="1" y="197"/>
                  </a:lnTo>
                  <a:lnTo>
                    <a:pt x="117" y="197"/>
                  </a:lnTo>
                  <a:lnTo>
                    <a:pt x="11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197"/>
            <p:cNvSpPr/>
            <p:nvPr/>
          </p:nvSpPr>
          <p:spPr>
            <a:xfrm>
              <a:off x="6436259" y="1939389"/>
              <a:ext cx="8136" cy="15292"/>
            </a:xfrm>
            <a:custGeom>
              <a:rect b="b" l="l" r="r" t="t"/>
              <a:pathLst>
                <a:path extrusionOk="0" h="421" w="224">
                  <a:moveTo>
                    <a:pt x="1" y="1"/>
                  </a:moveTo>
                  <a:lnTo>
                    <a:pt x="1" y="420"/>
                  </a:lnTo>
                  <a:lnTo>
                    <a:pt x="224" y="420"/>
                  </a:lnTo>
                  <a:lnTo>
                    <a:pt x="22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197"/>
            <p:cNvSpPr/>
            <p:nvPr/>
          </p:nvSpPr>
          <p:spPr>
            <a:xfrm>
              <a:off x="6426235" y="1890791"/>
              <a:ext cx="39555" cy="7809"/>
            </a:xfrm>
            <a:custGeom>
              <a:rect b="b" l="l" r="r" t="t"/>
              <a:pathLst>
                <a:path extrusionOk="0" h="215" w="1089">
                  <a:moveTo>
                    <a:pt x="215" y="1"/>
                  </a:moveTo>
                  <a:lnTo>
                    <a:pt x="0" y="215"/>
                  </a:lnTo>
                  <a:lnTo>
                    <a:pt x="884" y="215"/>
                  </a:lnTo>
                  <a:lnTo>
                    <a:pt x="108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197"/>
            <p:cNvSpPr/>
            <p:nvPr/>
          </p:nvSpPr>
          <p:spPr>
            <a:xfrm>
              <a:off x="6577549" y="1906990"/>
              <a:ext cx="52849" cy="85285"/>
            </a:xfrm>
            <a:custGeom>
              <a:rect b="b" l="l" r="r" t="t"/>
              <a:pathLst>
                <a:path extrusionOk="0" h="2348" w="1455">
                  <a:moveTo>
                    <a:pt x="1" y="1"/>
                  </a:moveTo>
                  <a:lnTo>
                    <a:pt x="1" y="2347"/>
                  </a:lnTo>
                  <a:lnTo>
                    <a:pt x="1455" y="2347"/>
                  </a:lnTo>
                  <a:lnTo>
                    <a:pt x="1455" y="1"/>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197"/>
            <p:cNvSpPr/>
            <p:nvPr/>
          </p:nvSpPr>
          <p:spPr>
            <a:xfrm>
              <a:off x="6616450" y="1913491"/>
              <a:ext cx="5521" cy="9734"/>
            </a:xfrm>
            <a:custGeom>
              <a:rect b="b" l="l" r="r" t="t"/>
              <a:pathLst>
                <a:path extrusionOk="0" h="268" w="152">
                  <a:moveTo>
                    <a:pt x="0" y="0"/>
                  </a:moveTo>
                  <a:lnTo>
                    <a:pt x="0" y="268"/>
                  </a:lnTo>
                  <a:lnTo>
                    <a:pt x="152" y="268"/>
                  </a:lnTo>
                  <a:lnTo>
                    <a:pt x="152"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197"/>
            <p:cNvSpPr/>
            <p:nvPr/>
          </p:nvSpPr>
          <p:spPr>
            <a:xfrm>
              <a:off x="6602502" y="1925804"/>
              <a:ext cx="5230" cy="9734"/>
            </a:xfrm>
            <a:custGeom>
              <a:rect b="b" l="l" r="r" t="t"/>
              <a:pathLst>
                <a:path extrusionOk="0" h="268" w="144">
                  <a:moveTo>
                    <a:pt x="0" y="0"/>
                  </a:moveTo>
                  <a:lnTo>
                    <a:pt x="0" y="268"/>
                  </a:lnTo>
                  <a:lnTo>
                    <a:pt x="143" y="268"/>
                  </a:lnTo>
                  <a:lnTo>
                    <a:pt x="143"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197"/>
            <p:cNvSpPr/>
            <p:nvPr/>
          </p:nvSpPr>
          <p:spPr>
            <a:xfrm>
              <a:off x="6584668" y="1915743"/>
              <a:ext cx="5230" cy="9444"/>
            </a:xfrm>
            <a:custGeom>
              <a:rect b="b" l="l" r="r" t="t"/>
              <a:pathLst>
                <a:path extrusionOk="0" h="260" w="144">
                  <a:moveTo>
                    <a:pt x="1" y="1"/>
                  </a:moveTo>
                  <a:lnTo>
                    <a:pt x="1" y="259"/>
                  </a:lnTo>
                  <a:lnTo>
                    <a:pt x="144" y="259"/>
                  </a:lnTo>
                  <a:lnTo>
                    <a:pt x="144"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197"/>
            <p:cNvSpPr/>
            <p:nvPr/>
          </p:nvSpPr>
          <p:spPr>
            <a:xfrm>
              <a:off x="6613834" y="1936483"/>
              <a:ext cx="5557" cy="9444"/>
            </a:xfrm>
            <a:custGeom>
              <a:rect b="b" l="l" r="r" t="t"/>
              <a:pathLst>
                <a:path extrusionOk="0" h="260" w="153">
                  <a:moveTo>
                    <a:pt x="1" y="1"/>
                  </a:moveTo>
                  <a:lnTo>
                    <a:pt x="1" y="259"/>
                  </a:lnTo>
                  <a:lnTo>
                    <a:pt x="152" y="259"/>
                  </a:lnTo>
                  <a:lnTo>
                    <a:pt x="152"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197"/>
            <p:cNvSpPr/>
            <p:nvPr/>
          </p:nvSpPr>
          <p:spPr>
            <a:xfrm>
              <a:off x="6588228" y="1935502"/>
              <a:ext cx="5557" cy="9771"/>
            </a:xfrm>
            <a:custGeom>
              <a:rect b="b" l="l" r="r" t="t"/>
              <a:pathLst>
                <a:path extrusionOk="0" h="269" w="153">
                  <a:moveTo>
                    <a:pt x="1" y="1"/>
                  </a:moveTo>
                  <a:lnTo>
                    <a:pt x="1" y="269"/>
                  </a:lnTo>
                  <a:lnTo>
                    <a:pt x="153" y="269"/>
                  </a:lnTo>
                  <a:lnTo>
                    <a:pt x="153"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197"/>
            <p:cNvSpPr/>
            <p:nvPr/>
          </p:nvSpPr>
          <p:spPr>
            <a:xfrm>
              <a:off x="6602502" y="1964668"/>
              <a:ext cx="13330" cy="27605"/>
            </a:xfrm>
            <a:custGeom>
              <a:rect b="b" l="l" r="r" t="t"/>
              <a:pathLst>
                <a:path extrusionOk="0" h="760" w="367">
                  <a:moveTo>
                    <a:pt x="0" y="1"/>
                  </a:moveTo>
                  <a:lnTo>
                    <a:pt x="0" y="759"/>
                  </a:lnTo>
                  <a:lnTo>
                    <a:pt x="366" y="759"/>
                  </a:lnTo>
                  <a:lnTo>
                    <a:pt x="366"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197"/>
            <p:cNvSpPr/>
            <p:nvPr/>
          </p:nvSpPr>
          <p:spPr>
            <a:xfrm>
              <a:off x="6577549" y="1894350"/>
              <a:ext cx="52849" cy="12677"/>
            </a:xfrm>
            <a:custGeom>
              <a:rect b="b" l="l" r="r" t="t"/>
              <a:pathLst>
                <a:path extrusionOk="0" h="349" w="1455">
                  <a:moveTo>
                    <a:pt x="1" y="1"/>
                  </a:moveTo>
                  <a:lnTo>
                    <a:pt x="1" y="349"/>
                  </a:lnTo>
                  <a:lnTo>
                    <a:pt x="1455" y="349"/>
                  </a:lnTo>
                  <a:lnTo>
                    <a:pt x="145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197"/>
            <p:cNvSpPr/>
            <p:nvPr/>
          </p:nvSpPr>
          <p:spPr>
            <a:xfrm>
              <a:off x="6560369" y="1980214"/>
              <a:ext cx="17217" cy="12059"/>
            </a:xfrm>
            <a:custGeom>
              <a:rect b="b" l="l" r="r" t="t"/>
              <a:pathLst>
                <a:path extrusionOk="0" h="332" w="474">
                  <a:moveTo>
                    <a:pt x="460" y="0"/>
                  </a:moveTo>
                  <a:cubicBezTo>
                    <a:pt x="423" y="0"/>
                    <a:pt x="320" y="12"/>
                    <a:pt x="313" y="144"/>
                  </a:cubicBezTo>
                  <a:cubicBezTo>
                    <a:pt x="313" y="144"/>
                    <a:pt x="300" y="140"/>
                    <a:pt x="284" y="140"/>
                  </a:cubicBezTo>
                  <a:cubicBezTo>
                    <a:pt x="257" y="140"/>
                    <a:pt x="220" y="150"/>
                    <a:pt x="215" y="206"/>
                  </a:cubicBezTo>
                  <a:cubicBezTo>
                    <a:pt x="215" y="206"/>
                    <a:pt x="182" y="194"/>
                    <a:pt x="141" y="194"/>
                  </a:cubicBezTo>
                  <a:cubicBezTo>
                    <a:pt x="86" y="194"/>
                    <a:pt x="16" y="217"/>
                    <a:pt x="1" y="331"/>
                  </a:cubicBezTo>
                  <a:lnTo>
                    <a:pt x="474" y="331"/>
                  </a:lnTo>
                  <a:lnTo>
                    <a:pt x="474" y="1"/>
                  </a:lnTo>
                  <a:cubicBezTo>
                    <a:pt x="474" y="1"/>
                    <a:pt x="469" y="0"/>
                    <a:pt x="460"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197"/>
            <p:cNvSpPr/>
            <p:nvPr/>
          </p:nvSpPr>
          <p:spPr>
            <a:xfrm>
              <a:off x="6671186" y="1975637"/>
              <a:ext cx="24663" cy="17253"/>
            </a:xfrm>
            <a:custGeom>
              <a:rect b="b" l="l" r="r" t="t"/>
              <a:pathLst>
                <a:path extrusionOk="0" h="475" w="679">
                  <a:moveTo>
                    <a:pt x="651" y="0"/>
                  </a:moveTo>
                  <a:cubicBezTo>
                    <a:pt x="594" y="0"/>
                    <a:pt x="467" y="21"/>
                    <a:pt x="447" y="207"/>
                  </a:cubicBezTo>
                  <a:cubicBezTo>
                    <a:pt x="447" y="207"/>
                    <a:pt x="431" y="203"/>
                    <a:pt x="411" y="203"/>
                  </a:cubicBezTo>
                  <a:cubicBezTo>
                    <a:pt x="375" y="203"/>
                    <a:pt x="324" y="217"/>
                    <a:pt x="313" y="297"/>
                  </a:cubicBezTo>
                  <a:cubicBezTo>
                    <a:pt x="313" y="297"/>
                    <a:pt x="265" y="280"/>
                    <a:pt x="207" y="280"/>
                  </a:cubicBezTo>
                  <a:cubicBezTo>
                    <a:pt x="125" y="280"/>
                    <a:pt x="22" y="313"/>
                    <a:pt x="1" y="475"/>
                  </a:cubicBezTo>
                  <a:lnTo>
                    <a:pt x="679" y="475"/>
                  </a:lnTo>
                  <a:lnTo>
                    <a:pt x="679" y="2"/>
                  </a:lnTo>
                  <a:cubicBezTo>
                    <a:pt x="679" y="2"/>
                    <a:pt x="668" y="0"/>
                    <a:pt x="65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197"/>
            <p:cNvSpPr/>
            <p:nvPr/>
          </p:nvSpPr>
          <p:spPr>
            <a:xfrm>
              <a:off x="6552597" y="1940950"/>
              <a:ext cx="24990" cy="17290"/>
            </a:xfrm>
            <a:custGeom>
              <a:rect b="b" l="l" r="r" t="t"/>
              <a:pathLst>
                <a:path extrusionOk="0" h="476" w="688">
                  <a:moveTo>
                    <a:pt x="659" y="1"/>
                  </a:moveTo>
                  <a:cubicBezTo>
                    <a:pt x="599" y="1"/>
                    <a:pt x="467" y="22"/>
                    <a:pt x="447" y="208"/>
                  </a:cubicBezTo>
                  <a:cubicBezTo>
                    <a:pt x="447" y="208"/>
                    <a:pt x="431" y="203"/>
                    <a:pt x="411" y="203"/>
                  </a:cubicBezTo>
                  <a:cubicBezTo>
                    <a:pt x="375" y="203"/>
                    <a:pt x="324" y="217"/>
                    <a:pt x="313" y="297"/>
                  </a:cubicBezTo>
                  <a:cubicBezTo>
                    <a:pt x="313" y="297"/>
                    <a:pt x="265" y="280"/>
                    <a:pt x="207" y="280"/>
                  </a:cubicBezTo>
                  <a:cubicBezTo>
                    <a:pt x="125" y="280"/>
                    <a:pt x="22" y="314"/>
                    <a:pt x="1" y="475"/>
                  </a:cubicBezTo>
                  <a:lnTo>
                    <a:pt x="688" y="475"/>
                  </a:lnTo>
                  <a:lnTo>
                    <a:pt x="688" y="3"/>
                  </a:lnTo>
                  <a:cubicBezTo>
                    <a:pt x="688" y="3"/>
                    <a:pt x="676" y="1"/>
                    <a:pt x="659"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197"/>
            <p:cNvSpPr/>
            <p:nvPr/>
          </p:nvSpPr>
          <p:spPr>
            <a:xfrm>
              <a:off x="6510464" y="1968809"/>
              <a:ext cx="24990" cy="17290"/>
            </a:xfrm>
            <a:custGeom>
              <a:rect b="b" l="l" r="r" t="t"/>
              <a:pathLst>
                <a:path extrusionOk="0" h="476" w="688">
                  <a:moveTo>
                    <a:pt x="659" y="1"/>
                  </a:moveTo>
                  <a:cubicBezTo>
                    <a:pt x="600" y="1"/>
                    <a:pt x="470" y="22"/>
                    <a:pt x="456" y="208"/>
                  </a:cubicBezTo>
                  <a:cubicBezTo>
                    <a:pt x="456" y="208"/>
                    <a:pt x="441" y="204"/>
                    <a:pt x="420" y="204"/>
                  </a:cubicBezTo>
                  <a:cubicBezTo>
                    <a:pt x="382" y="204"/>
                    <a:pt x="325" y="219"/>
                    <a:pt x="313" y="306"/>
                  </a:cubicBezTo>
                  <a:cubicBezTo>
                    <a:pt x="313" y="306"/>
                    <a:pt x="260" y="286"/>
                    <a:pt x="198" y="286"/>
                  </a:cubicBezTo>
                  <a:cubicBezTo>
                    <a:pt x="118" y="286"/>
                    <a:pt x="21" y="320"/>
                    <a:pt x="1" y="476"/>
                  </a:cubicBezTo>
                  <a:lnTo>
                    <a:pt x="688" y="476"/>
                  </a:lnTo>
                  <a:lnTo>
                    <a:pt x="688" y="3"/>
                  </a:lnTo>
                  <a:cubicBezTo>
                    <a:pt x="688" y="3"/>
                    <a:pt x="677" y="1"/>
                    <a:pt x="659"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197"/>
            <p:cNvSpPr/>
            <p:nvPr/>
          </p:nvSpPr>
          <p:spPr>
            <a:xfrm>
              <a:off x="6458306" y="1938408"/>
              <a:ext cx="24990" cy="17253"/>
            </a:xfrm>
            <a:custGeom>
              <a:rect b="b" l="l" r="r" t="t"/>
              <a:pathLst>
                <a:path extrusionOk="0" h="475" w="688">
                  <a:moveTo>
                    <a:pt x="668" y="0"/>
                  </a:moveTo>
                  <a:cubicBezTo>
                    <a:pt x="614" y="0"/>
                    <a:pt x="470" y="18"/>
                    <a:pt x="456" y="206"/>
                  </a:cubicBezTo>
                  <a:cubicBezTo>
                    <a:pt x="456" y="206"/>
                    <a:pt x="440" y="202"/>
                    <a:pt x="420" y="202"/>
                  </a:cubicBezTo>
                  <a:cubicBezTo>
                    <a:pt x="382" y="202"/>
                    <a:pt x="324" y="217"/>
                    <a:pt x="313" y="305"/>
                  </a:cubicBezTo>
                  <a:cubicBezTo>
                    <a:pt x="313" y="305"/>
                    <a:pt x="265" y="287"/>
                    <a:pt x="206" y="287"/>
                  </a:cubicBezTo>
                  <a:cubicBezTo>
                    <a:pt x="126" y="287"/>
                    <a:pt x="26" y="320"/>
                    <a:pt x="1" y="474"/>
                  </a:cubicBezTo>
                  <a:lnTo>
                    <a:pt x="688" y="474"/>
                  </a:lnTo>
                  <a:lnTo>
                    <a:pt x="688" y="1"/>
                  </a:lnTo>
                  <a:cubicBezTo>
                    <a:pt x="688" y="1"/>
                    <a:pt x="680" y="0"/>
                    <a:pt x="668"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197"/>
            <p:cNvSpPr/>
            <p:nvPr/>
          </p:nvSpPr>
          <p:spPr>
            <a:xfrm>
              <a:off x="6537705" y="1951411"/>
              <a:ext cx="39882" cy="31128"/>
            </a:xfrm>
            <a:custGeom>
              <a:rect b="b" l="l" r="r" t="t"/>
              <a:pathLst>
                <a:path extrusionOk="0" h="857" w="1098">
                  <a:moveTo>
                    <a:pt x="955" y="0"/>
                  </a:moveTo>
                  <a:lnTo>
                    <a:pt x="411" y="187"/>
                  </a:lnTo>
                  <a:cubicBezTo>
                    <a:pt x="411" y="187"/>
                    <a:pt x="363" y="169"/>
                    <a:pt x="302" y="169"/>
                  </a:cubicBezTo>
                  <a:cubicBezTo>
                    <a:pt x="229" y="169"/>
                    <a:pt x="138" y="195"/>
                    <a:pt x="89" y="312"/>
                  </a:cubicBezTo>
                  <a:cubicBezTo>
                    <a:pt x="0" y="535"/>
                    <a:pt x="223" y="848"/>
                    <a:pt x="250" y="848"/>
                  </a:cubicBezTo>
                  <a:cubicBezTo>
                    <a:pt x="277" y="856"/>
                    <a:pt x="553" y="856"/>
                    <a:pt x="553" y="856"/>
                  </a:cubicBezTo>
                  <a:cubicBezTo>
                    <a:pt x="553" y="856"/>
                    <a:pt x="678" y="785"/>
                    <a:pt x="839" y="678"/>
                  </a:cubicBezTo>
                  <a:cubicBezTo>
                    <a:pt x="990" y="571"/>
                    <a:pt x="1098" y="339"/>
                    <a:pt x="1098" y="339"/>
                  </a:cubicBezTo>
                  <a:lnTo>
                    <a:pt x="1071" y="9"/>
                  </a:lnTo>
                  <a:lnTo>
                    <a:pt x="955"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197"/>
            <p:cNvSpPr/>
            <p:nvPr/>
          </p:nvSpPr>
          <p:spPr>
            <a:xfrm>
              <a:off x="6714626" y="1924134"/>
              <a:ext cx="41807" cy="14674"/>
            </a:xfrm>
            <a:custGeom>
              <a:rect b="b" l="l" r="r" t="t"/>
              <a:pathLst>
                <a:path extrusionOk="0" h="404" w="1151">
                  <a:moveTo>
                    <a:pt x="552" y="1"/>
                  </a:moveTo>
                  <a:cubicBezTo>
                    <a:pt x="507" y="1"/>
                    <a:pt x="398" y="17"/>
                    <a:pt x="384" y="180"/>
                  </a:cubicBezTo>
                  <a:cubicBezTo>
                    <a:pt x="384" y="180"/>
                    <a:pt x="367" y="174"/>
                    <a:pt x="346" y="174"/>
                  </a:cubicBezTo>
                  <a:cubicBezTo>
                    <a:pt x="314" y="174"/>
                    <a:pt x="273" y="187"/>
                    <a:pt x="268" y="251"/>
                  </a:cubicBezTo>
                  <a:cubicBezTo>
                    <a:pt x="268" y="251"/>
                    <a:pt x="229" y="238"/>
                    <a:pt x="181" y="238"/>
                  </a:cubicBezTo>
                  <a:cubicBezTo>
                    <a:pt x="111" y="238"/>
                    <a:pt x="21" y="266"/>
                    <a:pt x="0" y="403"/>
                  </a:cubicBezTo>
                  <a:lnTo>
                    <a:pt x="1151" y="403"/>
                  </a:lnTo>
                  <a:cubicBezTo>
                    <a:pt x="1130" y="266"/>
                    <a:pt x="1040" y="238"/>
                    <a:pt x="970" y="238"/>
                  </a:cubicBezTo>
                  <a:cubicBezTo>
                    <a:pt x="922" y="238"/>
                    <a:pt x="883" y="251"/>
                    <a:pt x="883" y="251"/>
                  </a:cubicBezTo>
                  <a:cubicBezTo>
                    <a:pt x="873" y="187"/>
                    <a:pt x="833" y="174"/>
                    <a:pt x="803" y="174"/>
                  </a:cubicBezTo>
                  <a:cubicBezTo>
                    <a:pt x="783" y="174"/>
                    <a:pt x="767" y="180"/>
                    <a:pt x="767" y="180"/>
                  </a:cubicBezTo>
                  <a:cubicBezTo>
                    <a:pt x="753" y="17"/>
                    <a:pt x="638" y="1"/>
                    <a:pt x="591" y="1"/>
                  </a:cubicBezTo>
                  <a:cubicBezTo>
                    <a:pt x="579" y="1"/>
                    <a:pt x="571" y="2"/>
                    <a:pt x="571" y="2"/>
                  </a:cubicBezTo>
                  <a:cubicBezTo>
                    <a:pt x="571" y="2"/>
                    <a:pt x="564" y="1"/>
                    <a:pt x="552"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197"/>
            <p:cNvSpPr/>
            <p:nvPr/>
          </p:nvSpPr>
          <p:spPr>
            <a:xfrm>
              <a:off x="6695812" y="1893079"/>
              <a:ext cx="32109" cy="104028"/>
            </a:xfrm>
            <a:custGeom>
              <a:rect b="b" l="l" r="r" t="t"/>
              <a:pathLst>
                <a:path extrusionOk="0" h="2864" w="884">
                  <a:moveTo>
                    <a:pt x="1" y="0"/>
                  </a:moveTo>
                  <a:lnTo>
                    <a:pt x="1" y="2864"/>
                  </a:lnTo>
                  <a:lnTo>
                    <a:pt x="884" y="2864"/>
                  </a:lnTo>
                  <a:lnTo>
                    <a:pt x="88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197"/>
            <p:cNvSpPr/>
            <p:nvPr/>
          </p:nvSpPr>
          <p:spPr>
            <a:xfrm>
              <a:off x="6727884" y="1885306"/>
              <a:ext cx="7519" cy="111801"/>
            </a:xfrm>
            <a:custGeom>
              <a:rect b="b" l="l" r="r" t="t"/>
              <a:pathLst>
                <a:path extrusionOk="0" h="3078" w="207">
                  <a:moveTo>
                    <a:pt x="206" y="0"/>
                  </a:moveTo>
                  <a:lnTo>
                    <a:pt x="1" y="214"/>
                  </a:lnTo>
                  <a:lnTo>
                    <a:pt x="1" y="3078"/>
                  </a:lnTo>
                  <a:lnTo>
                    <a:pt x="206" y="3078"/>
                  </a:lnTo>
                  <a:lnTo>
                    <a:pt x="206" y="0"/>
                  </a:lnTo>
                  <a:close/>
                </a:path>
              </a:pathLst>
            </a:custGeom>
            <a:solidFill>
              <a:srgbClr val="DDB9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197"/>
            <p:cNvSpPr/>
            <p:nvPr/>
          </p:nvSpPr>
          <p:spPr>
            <a:xfrm>
              <a:off x="6701006" y="1898236"/>
              <a:ext cx="3923" cy="7192"/>
            </a:xfrm>
            <a:custGeom>
              <a:rect b="b" l="l" r="r" t="t"/>
              <a:pathLst>
                <a:path extrusionOk="0" h="198" w="108">
                  <a:moveTo>
                    <a:pt x="0" y="1"/>
                  </a:moveTo>
                  <a:lnTo>
                    <a:pt x="0"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197"/>
            <p:cNvSpPr/>
            <p:nvPr/>
          </p:nvSpPr>
          <p:spPr>
            <a:xfrm>
              <a:off x="6710086" y="1911530"/>
              <a:ext cx="3923" cy="7192"/>
            </a:xfrm>
            <a:custGeom>
              <a:rect b="b" l="l" r="r" t="t"/>
              <a:pathLst>
                <a:path extrusionOk="0" h="198"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197"/>
            <p:cNvSpPr/>
            <p:nvPr/>
          </p:nvSpPr>
          <p:spPr>
            <a:xfrm>
              <a:off x="6718513" y="1900198"/>
              <a:ext cx="3923" cy="7156"/>
            </a:xfrm>
            <a:custGeom>
              <a:rect b="b" l="l" r="r" t="t"/>
              <a:pathLst>
                <a:path extrusionOk="0" h="197"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197"/>
            <p:cNvSpPr/>
            <p:nvPr/>
          </p:nvSpPr>
          <p:spPr>
            <a:xfrm>
              <a:off x="6700025" y="1919303"/>
              <a:ext cx="3923" cy="7192"/>
            </a:xfrm>
            <a:custGeom>
              <a:rect b="b" l="l" r="r" t="t"/>
              <a:pathLst>
                <a:path extrusionOk="0" h="198"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197"/>
            <p:cNvSpPr/>
            <p:nvPr/>
          </p:nvSpPr>
          <p:spPr>
            <a:xfrm>
              <a:off x="6720438" y="1923516"/>
              <a:ext cx="3923" cy="7192"/>
            </a:xfrm>
            <a:custGeom>
              <a:rect b="b" l="l" r="r" t="t"/>
              <a:pathLst>
                <a:path extrusionOk="0" h="198"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197"/>
            <p:cNvSpPr/>
            <p:nvPr/>
          </p:nvSpPr>
          <p:spPr>
            <a:xfrm>
              <a:off x="6709432" y="1932923"/>
              <a:ext cx="3923" cy="7156"/>
            </a:xfrm>
            <a:custGeom>
              <a:rect b="b" l="l" r="r" t="t"/>
              <a:pathLst>
                <a:path extrusionOk="0" h="197" w="108">
                  <a:moveTo>
                    <a:pt x="0" y="1"/>
                  </a:moveTo>
                  <a:lnTo>
                    <a:pt x="0" y="197"/>
                  </a:lnTo>
                  <a:lnTo>
                    <a:pt x="107" y="197"/>
                  </a:lnTo>
                  <a:lnTo>
                    <a:pt x="107"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197"/>
            <p:cNvSpPr/>
            <p:nvPr/>
          </p:nvSpPr>
          <p:spPr>
            <a:xfrm>
              <a:off x="6699371" y="1944909"/>
              <a:ext cx="3923" cy="7156"/>
            </a:xfrm>
            <a:custGeom>
              <a:rect b="b" l="l" r="r" t="t"/>
              <a:pathLst>
                <a:path extrusionOk="0" h="197" w="108">
                  <a:moveTo>
                    <a:pt x="1" y="1"/>
                  </a:moveTo>
                  <a:lnTo>
                    <a:pt x="1" y="197"/>
                  </a:lnTo>
                  <a:lnTo>
                    <a:pt x="108" y="197"/>
                  </a:lnTo>
                  <a:lnTo>
                    <a:pt x="10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197"/>
            <p:cNvSpPr/>
            <p:nvPr/>
          </p:nvSpPr>
          <p:spPr>
            <a:xfrm>
              <a:off x="6702931" y="1963070"/>
              <a:ext cx="3959" cy="7156"/>
            </a:xfrm>
            <a:custGeom>
              <a:rect b="b" l="l" r="r" t="t"/>
              <a:pathLst>
                <a:path extrusionOk="0" h="197" w="109">
                  <a:moveTo>
                    <a:pt x="1" y="0"/>
                  </a:moveTo>
                  <a:lnTo>
                    <a:pt x="1" y="196"/>
                  </a:lnTo>
                  <a:lnTo>
                    <a:pt x="108" y="196"/>
                  </a:lnTo>
                  <a:lnTo>
                    <a:pt x="108" y="0"/>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197"/>
            <p:cNvSpPr/>
            <p:nvPr/>
          </p:nvSpPr>
          <p:spPr>
            <a:xfrm>
              <a:off x="6695812" y="1885306"/>
              <a:ext cx="39592" cy="7809"/>
            </a:xfrm>
            <a:custGeom>
              <a:rect b="b" l="l" r="r" t="t"/>
              <a:pathLst>
                <a:path extrusionOk="0" h="215" w="1090">
                  <a:moveTo>
                    <a:pt x="215" y="0"/>
                  </a:moveTo>
                  <a:lnTo>
                    <a:pt x="1" y="214"/>
                  </a:lnTo>
                  <a:lnTo>
                    <a:pt x="884" y="214"/>
                  </a:lnTo>
                  <a:lnTo>
                    <a:pt x="10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197"/>
            <p:cNvSpPr/>
            <p:nvPr/>
          </p:nvSpPr>
          <p:spPr>
            <a:xfrm>
              <a:off x="6634901" y="1859373"/>
              <a:ext cx="15909" cy="139696"/>
            </a:xfrm>
            <a:custGeom>
              <a:rect b="b" l="l" r="r" t="t"/>
              <a:pathLst>
                <a:path extrusionOk="0" h="3846" w="438">
                  <a:moveTo>
                    <a:pt x="438" y="0"/>
                  </a:moveTo>
                  <a:cubicBezTo>
                    <a:pt x="438" y="0"/>
                    <a:pt x="384" y="63"/>
                    <a:pt x="393" y="143"/>
                  </a:cubicBezTo>
                  <a:cubicBezTo>
                    <a:pt x="402" y="215"/>
                    <a:pt x="322" y="250"/>
                    <a:pt x="357" y="313"/>
                  </a:cubicBezTo>
                  <a:cubicBezTo>
                    <a:pt x="384" y="384"/>
                    <a:pt x="286" y="402"/>
                    <a:pt x="331" y="491"/>
                  </a:cubicBezTo>
                  <a:cubicBezTo>
                    <a:pt x="375" y="571"/>
                    <a:pt x="268" y="670"/>
                    <a:pt x="304" y="759"/>
                  </a:cubicBezTo>
                  <a:cubicBezTo>
                    <a:pt x="348" y="857"/>
                    <a:pt x="259" y="893"/>
                    <a:pt x="295" y="973"/>
                  </a:cubicBezTo>
                  <a:cubicBezTo>
                    <a:pt x="340" y="1053"/>
                    <a:pt x="206" y="1142"/>
                    <a:pt x="268" y="1276"/>
                  </a:cubicBezTo>
                  <a:cubicBezTo>
                    <a:pt x="340" y="1401"/>
                    <a:pt x="206" y="1472"/>
                    <a:pt x="250" y="1562"/>
                  </a:cubicBezTo>
                  <a:cubicBezTo>
                    <a:pt x="295" y="1660"/>
                    <a:pt x="134" y="1767"/>
                    <a:pt x="206" y="1865"/>
                  </a:cubicBezTo>
                  <a:cubicBezTo>
                    <a:pt x="277" y="1972"/>
                    <a:pt x="143" y="2061"/>
                    <a:pt x="188" y="2142"/>
                  </a:cubicBezTo>
                  <a:cubicBezTo>
                    <a:pt x="233" y="2222"/>
                    <a:pt x="108" y="2338"/>
                    <a:pt x="179" y="2427"/>
                  </a:cubicBezTo>
                  <a:cubicBezTo>
                    <a:pt x="241" y="2516"/>
                    <a:pt x="90" y="2623"/>
                    <a:pt x="134" y="2739"/>
                  </a:cubicBezTo>
                  <a:cubicBezTo>
                    <a:pt x="188" y="2864"/>
                    <a:pt x="63" y="2998"/>
                    <a:pt x="125" y="3105"/>
                  </a:cubicBezTo>
                  <a:cubicBezTo>
                    <a:pt x="188" y="3212"/>
                    <a:pt x="36" y="3239"/>
                    <a:pt x="108" y="3355"/>
                  </a:cubicBezTo>
                  <a:cubicBezTo>
                    <a:pt x="179" y="3480"/>
                    <a:pt x="1" y="3631"/>
                    <a:pt x="1" y="3845"/>
                  </a:cubicBezTo>
                  <a:lnTo>
                    <a:pt x="438" y="3845"/>
                  </a:lnTo>
                  <a:lnTo>
                    <a:pt x="4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197"/>
            <p:cNvSpPr/>
            <p:nvPr/>
          </p:nvSpPr>
          <p:spPr>
            <a:xfrm>
              <a:off x="6650773" y="1859373"/>
              <a:ext cx="15909" cy="139696"/>
            </a:xfrm>
            <a:custGeom>
              <a:rect b="b" l="l" r="r" t="t"/>
              <a:pathLst>
                <a:path extrusionOk="0" h="3846" w="438">
                  <a:moveTo>
                    <a:pt x="1" y="0"/>
                  </a:moveTo>
                  <a:lnTo>
                    <a:pt x="1" y="3845"/>
                  </a:lnTo>
                  <a:lnTo>
                    <a:pt x="438" y="3845"/>
                  </a:lnTo>
                  <a:cubicBezTo>
                    <a:pt x="438" y="3631"/>
                    <a:pt x="259" y="3480"/>
                    <a:pt x="331" y="3355"/>
                  </a:cubicBezTo>
                  <a:cubicBezTo>
                    <a:pt x="402" y="3239"/>
                    <a:pt x="250" y="3212"/>
                    <a:pt x="313" y="3105"/>
                  </a:cubicBezTo>
                  <a:cubicBezTo>
                    <a:pt x="375" y="2998"/>
                    <a:pt x="250" y="2864"/>
                    <a:pt x="304" y="2739"/>
                  </a:cubicBezTo>
                  <a:cubicBezTo>
                    <a:pt x="358" y="2623"/>
                    <a:pt x="197" y="2516"/>
                    <a:pt x="268" y="2427"/>
                  </a:cubicBezTo>
                  <a:cubicBezTo>
                    <a:pt x="331" y="2338"/>
                    <a:pt x="206" y="2222"/>
                    <a:pt x="250" y="2142"/>
                  </a:cubicBezTo>
                  <a:cubicBezTo>
                    <a:pt x="295" y="2061"/>
                    <a:pt x="170" y="1972"/>
                    <a:pt x="233" y="1865"/>
                  </a:cubicBezTo>
                  <a:cubicBezTo>
                    <a:pt x="304" y="1767"/>
                    <a:pt x="152" y="1660"/>
                    <a:pt x="188" y="1562"/>
                  </a:cubicBezTo>
                  <a:cubicBezTo>
                    <a:pt x="233" y="1472"/>
                    <a:pt x="108" y="1401"/>
                    <a:pt x="170" y="1276"/>
                  </a:cubicBezTo>
                  <a:cubicBezTo>
                    <a:pt x="242" y="1142"/>
                    <a:pt x="99" y="1053"/>
                    <a:pt x="143" y="973"/>
                  </a:cubicBezTo>
                  <a:cubicBezTo>
                    <a:pt x="188" y="893"/>
                    <a:pt x="90" y="857"/>
                    <a:pt x="135" y="759"/>
                  </a:cubicBezTo>
                  <a:cubicBezTo>
                    <a:pt x="179" y="670"/>
                    <a:pt x="63" y="571"/>
                    <a:pt x="108" y="491"/>
                  </a:cubicBezTo>
                  <a:cubicBezTo>
                    <a:pt x="161" y="402"/>
                    <a:pt x="54" y="384"/>
                    <a:pt x="90" y="313"/>
                  </a:cubicBezTo>
                  <a:cubicBezTo>
                    <a:pt x="117" y="250"/>
                    <a:pt x="45" y="215"/>
                    <a:pt x="54" y="143"/>
                  </a:cubicBezTo>
                  <a:cubicBezTo>
                    <a:pt x="63" y="63"/>
                    <a:pt x="1" y="0"/>
                    <a:pt x="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197"/>
            <p:cNvSpPr/>
            <p:nvPr/>
          </p:nvSpPr>
          <p:spPr>
            <a:xfrm>
              <a:off x="6474179" y="1859373"/>
              <a:ext cx="15909" cy="139696"/>
            </a:xfrm>
            <a:custGeom>
              <a:rect b="b" l="l" r="r" t="t"/>
              <a:pathLst>
                <a:path extrusionOk="0" h="3846" w="438">
                  <a:moveTo>
                    <a:pt x="438" y="0"/>
                  </a:moveTo>
                  <a:cubicBezTo>
                    <a:pt x="438" y="0"/>
                    <a:pt x="375" y="63"/>
                    <a:pt x="384" y="143"/>
                  </a:cubicBezTo>
                  <a:cubicBezTo>
                    <a:pt x="393" y="215"/>
                    <a:pt x="322" y="250"/>
                    <a:pt x="349" y="313"/>
                  </a:cubicBezTo>
                  <a:cubicBezTo>
                    <a:pt x="384" y="384"/>
                    <a:pt x="277" y="402"/>
                    <a:pt x="331" y="491"/>
                  </a:cubicBezTo>
                  <a:cubicBezTo>
                    <a:pt x="375" y="571"/>
                    <a:pt x="259" y="670"/>
                    <a:pt x="304" y="759"/>
                  </a:cubicBezTo>
                  <a:cubicBezTo>
                    <a:pt x="349" y="857"/>
                    <a:pt x="251" y="893"/>
                    <a:pt x="295" y="973"/>
                  </a:cubicBezTo>
                  <a:cubicBezTo>
                    <a:pt x="340" y="1053"/>
                    <a:pt x="197" y="1142"/>
                    <a:pt x="268" y="1276"/>
                  </a:cubicBezTo>
                  <a:cubicBezTo>
                    <a:pt x="331" y="1401"/>
                    <a:pt x="206" y="1472"/>
                    <a:pt x="251" y="1562"/>
                  </a:cubicBezTo>
                  <a:cubicBezTo>
                    <a:pt x="286" y="1660"/>
                    <a:pt x="135" y="1767"/>
                    <a:pt x="206" y="1865"/>
                  </a:cubicBezTo>
                  <a:cubicBezTo>
                    <a:pt x="268" y="1972"/>
                    <a:pt x="143" y="2061"/>
                    <a:pt x="188" y="2142"/>
                  </a:cubicBezTo>
                  <a:cubicBezTo>
                    <a:pt x="233" y="2222"/>
                    <a:pt x="108" y="2338"/>
                    <a:pt x="170" y="2427"/>
                  </a:cubicBezTo>
                  <a:cubicBezTo>
                    <a:pt x="242" y="2516"/>
                    <a:pt x="81" y="2623"/>
                    <a:pt x="135" y="2739"/>
                  </a:cubicBezTo>
                  <a:cubicBezTo>
                    <a:pt x="188" y="2864"/>
                    <a:pt x="63" y="2998"/>
                    <a:pt x="126" y="3105"/>
                  </a:cubicBezTo>
                  <a:cubicBezTo>
                    <a:pt x="188" y="3212"/>
                    <a:pt x="36" y="3239"/>
                    <a:pt x="108" y="3355"/>
                  </a:cubicBezTo>
                  <a:cubicBezTo>
                    <a:pt x="179" y="3480"/>
                    <a:pt x="1" y="3631"/>
                    <a:pt x="1" y="3845"/>
                  </a:cubicBezTo>
                  <a:lnTo>
                    <a:pt x="438" y="3845"/>
                  </a:lnTo>
                  <a:lnTo>
                    <a:pt x="4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197"/>
            <p:cNvSpPr/>
            <p:nvPr/>
          </p:nvSpPr>
          <p:spPr>
            <a:xfrm>
              <a:off x="6490051" y="1859373"/>
              <a:ext cx="15909" cy="139696"/>
            </a:xfrm>
            <a:custGeom>
              <a:rect b="b" l="l" r="r" t="t"/>
              <a:pathLst>
                <a:path extrusionOk="0" h="3846" w="438">
                  <a:moveTo>
                    <a:pt x="1" y="0"/>
                  </a:moveTo>
                  <a:lnTo>
                    <a:pt x="1" y="3845"/>
                  </a:lnTo>
                  <a:lnTo>
                    <a:pt x="438" y="3845"/>
                  </a:lnTo>
                  <a:cubicBezTo>
                    <a:pt x="438" y="3631"/>
                    <a:pt x="260" y="3480"/>
                    <a:pt x="331" y="3355"/>
                  </a:cubicBezTo>
                  <a:cubicBezTo>
                    <a:pt x="402" y="3239"/>
                    <a:pt x="251" y="3212"/>
                    <a:pt x="313" y="3105"/>
                  </a:cubicBezTo>
                  <a:cubicBezTo>
                    <a:pt x="376" y="2998"/>
                    <a:pt x="251" y="2864"/>
                    <a:pt x="304" y="2739"/>
                  </a:cubicBezTo>
                  <a:cubicBezTo>
                    <a:pt x="358" y="2623"/>
                    <a:pt x="197" y="2516"/>
                    <a:pt x="260" y="2427"/>
                  </a:cubicBezTo>
                  <a:cubicBezTo>
                    <a:pt x="331" y="2338"/>
                    <a:pt x="206" y="2222"/>
                    <a:pt x="251" y="2142"/>
                  </a:cubicBezTo>
                  <a:cubicBezTo>
                    <a:pt x="295" y="2061"/>
                    <a:pt x="161" y="1972"/>
                    <a:pt x="233" y="1865"/>
                  </a:cubicBezTo>
                  <a:cubicBezTo>
                    <a:pt x="304" y="1767"/>
                    <a:pt x="144" y="1660"/>
                    <a:pt x="188" y="1562"/>
                  </a:cubicBezTo>
                  <a:cubicBezTo>
                    <a:pt x="233" y="1472"/>
                    <a:pt x="99" y="1401"/>
                    <a:pt x="170" y="1276"/>
                  </a:cubicBezTo>
                  <a:cubicBezTo>
                    <a:pt x="233" y="1142"/>
                    <a:pt x="99" y="1053"/>
                    <a:pt x="144" y="973"/>
                  </a:cubicBezTo>
                  <a:cubicBezTo>
                    <a:pt x="179" y="893"/>
                    <a:pt x="90" y="857"/>
                    <a:pt x="135" y="759"/>
                  </a:cubicBezTo>
                  <a:cubicBezTo>
                    <a:pt x="170" y="670"/>
                    <a:pt x="63" y="571"/>
                    <a:pt x="108" y="491"/>
                  </a:cubicBezTo>
                  <a:cubicBezTo>
                    <a:pt x="153" y="402"/>
                    <a:pt x="54" y="384"/>
                    <a:pt x="81" y="313"/>
                  </a:cubicBezTo>
                  <a:cubicBezTo>
                    <a:pt x="117" y="250"/>
                    <a:pt x="37" y="215"/>
                    <a:pt x="45" y="143"/>
                  </a:cubicBezTo>
                  <a:cubicBezTo>
                    <a:pt x="54" y="63"/>
                    <a:pt x="1" y="0"/>
                    <a:pt x="1" y="0"/>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197"/>
            <p:cNvSpPr/>
            <p:nvPr/>
          </p:nvSpPr>
          <p:spPr>
            <a:xfrm>
              <a:off x="6654987" y="1902450"/>
              <a:ext cx="12677" cy="111510"/>
            </a:xfrm>
            <a:custGeom>
              <a:rect b="b" l="l" r="r" t="t"/>
              <a:pathLst>
                <a:path extrusionOk="0" h="3070" w="349">
                  <a:moveTo>
                    <a:pt x="349" y="1"/>
                  </a:moveTo>
                  <a:cubicBezTo>
                    <a:pt x="349" y="1"/>
                    <a:pt x="304" y="54"/>
                    <a:pt x="313" y="117"/>
                  </a:cubicBezTo>
                  <a:cubicBezTo>
                    <a:pt x="322" y="179"/>
                    <a:pt x="259" y="206"/>
                    <a:pt x="277" y="251"/>
                  </a:cubicBezTo>
                  <a:cubicBezTo>
                    <a:pt x="304" y="304"/>
                    <a:pt x="224" y="331"/>
                    <a:pt x="259" y="393"/>
                  </a:cubicBezTo>
                  <a:cubicBezTo>
                    <a:pt x="295" y="456"/>
                    <a:pt x="206" y="536"/>
                    <a:pt x="242" y="608"/>
                  </a:cubicBezTo>
                  <a:cubicBezTo>
                    <a:pt x="277" y="688"/>
                    <a:pt x="206" y="715"/>
                    <a:pt x="233" y="777"/>
                  </a:cubicBezTo>
                  <a:cubicBezTo>
                    <a:pt x="268" y="848"/>
                    <a:pt x="161" y="911"/>
                    <a:pt x="215" y="1018"/>
                  </a:cubicBezTo>
                  <a:cubicBezTo>
                    <a:pt x="268" y="1125"/>
                    <a:pt x="161" y="1179"/>
                    <a:pt x="197" y="1250"/>
                  </a:cubicBezTo>
                  <a:cubicBezTo>
                    <a:pt x="233" y="1321"/>
                    <a:pt x="108" y="1410"/>
                    <a:pt x="161" y="1491"/>
                  </a:cubicBezTo>
                  <a:cubicBezTo>
                    <a:pt x="215" y="1580"/>
                    <a:pt x="117" y="1651"/>
                    <a:pt x="143" y="1714"/>
                  </a:cubicBezTo>
                  <a:cubicBezTo>
                    <a:pt x="179" y="1776"/>
                    <a:pt x="90" y="1865"/>
                    <a:pt x="143" y="1937"/>
                  </a:cubicBezTo>
                  <a:cubicBezTo>
                    <a:pt x="197" y="2008"/>
                    <a:pt x="63" y="2097"/>
                    <a:pt x="108" y="2187"/>
                  </a:cubicBezTo>
                  <a:cubicBezTo>
                    <a:pt x="152" y="2285"/>
                    <a:pt x="45" y="2392"/>
                    <a:pt x="99" y="2481"/>
                  </a:cubicBezTo>
                  <a:cubicBezTo>
                    <a:pt x="152" y="2561"/>
                    <a:pt x="27" y="2588"/>
                    <a:pt x="90" y="2686"/>
                  </a:cubicBezTo>
                  <a:cubicBezTo>
                    <a:pt x="143" y="2775"/>
                    <a:pt x="1" y="2900"/>
                    <a:pt x="1" y="3070"/>
                  </a:cubicBezTo>
                  <a:lnTo>
                    <a:pt x="349" y="3070"/>
                  </a:lnTo>
                  <a:lnTo>
                    <a:pt x="3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197"/>
            <p:cNvSpPr/>
            <p:nvPr/>
          </p:nvSpPr>
          <p:spPr>
            <a:xfrm>
              <a:off x="6667626" y="1902450"/>
              <a:ext cx="12677" cy="111510"/>
            </a:xfrm>
            <a:custGeom>
              <a:rect b="b" l="l" r="r" t="t"/>
              <a:pathLst>
                <a:path extrusionOk="0" h="3070" w="349">
                  <a:moveTo>
                    <a:pt x="1" y="1"/>
                  </a:moveTo>
                  <a:lnTo>
                    <a:pt x="1" y="3070"/>
                  </a:lnTo>
                  <a:lnTo>
                    <a:pt x="349" y="3070"/>
                  </a:lnTo>
                  <a:cubicBezTo>
                    <a:pt x="349" y="2900"/>
                    <a:pt x="206" y="2775"/>
                    <a:pt x="268" y="2686"/>
                  </a:cubicBezTo>
                  <a:cubicBezTo>
                    <a:pt x="322" y="2588"/>
                    <a:pt x="197" y="2561"/>
                    <a:pt x="250" y="2481"/>
                  </a:cubicBezTo>
                  <a:cubicBezTo>
                    <a:pt x="304" y="2392"/>
                    <a:pt x="197" y="2285"/>
                    <a:pt x="241" y="2187"/>
                  </a:cubicBezTo>
                  <a:cubicBezTo>
                    <a:pt x="286" y="2097"/>
                    <a:pt x="161" y="2008"/>
                    <a:pt x="206" y="1937"/>
                  </a:cubicBezTo>
                  <a:cubicBezTo>
                    <a:pt x="259" y="1865"/>
                    <a:pt x="170" y="1776"/>
                    <a:pt x="206" y="1714"/>
                  </a:cubicBezTo>
                  <a:cubicBezTo>
                    <a:pt x="241" y="1651"/>
                    <a:pt x="134" y="1580"/>
                    <a:pt x="188" y="1491"/>
                  </a:cubicBezTo>
                  <a:cubicBezTo>
                    <a:pt x="241" y="1410"/>
                    <a:pt x="117" y="1321"/>
                    <a:pt x="152" y="1250"/>
                  </a:cubicBezTo>
                  <a:cubicBezTo>
                    <a:pt x="188" y="1179"/>
                    <a:pt x="81" y="1125"/>
                    <a:pt x="134" y="1018"/>
                  </a:cubicBezTo>
                  <a:cubicBezTo>
                    <a:pt x="188" y="911"/>
                    <a:pt x="81" y="848"/>
                    <a:pt x="117" y="777"/>
                  </a:cubicBezTo>
                  <a:cubicBezTo>
                    <a:pt x="152" y="715"/>
                    <a:pt x="72" y="688"/>
                    <a:pt x="108" y="608"/>
                  </a:cubicBezTo>
                  <a:cubicBezTo>
                    <a:pt x="143" y="536"/>
                    <a:pt x="54" y="456"/>
                    <a:pt x="90" y="393"/>
                  </a:cubicBezTo>
                  <a:cubicBezTo>
                    <a:pt x="125" y="331"/>
                    <a:pt x="45" y="304"/>
                    <a:pt x="72" y="251"/>
                  </a:cubicBezTo>
                  <a:cubicBezTo>
                    <a:pt x="90" y="206"/>
                    <a:pt x="36" y="179"/>
                    <a:pt x="36" y="117"/>
                  </a:cubicBezTo>
                  <a:cubicBezTo>
                    <a:pt x="45" y="54"/>
                    <a:pt x="1" y="1"/>
                    <a:pt x="1"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197"/>
            <p:cNvSpPr/>
            <p:nvPr/>
          </p:nvSpPr>
          <p:spPr>
            <a:xfrm>
              <a:off x="6389296" y="1882037"/>
              <a:ext cx="12677" cy="111183"/>
            </a:xfrm>
            <a:custGeom>
              <a:rect b="b" l="l" r="r" t="t"/>
              <a:pathLst>
                <a:path extrusionOk="0" h="3061" w="349">
                  <a:moveTo>
                    <a:pt x="348" y="1"/>
                  </a:moveTo>
                  <a:cubicBezTo>
                    <a:pt x="348" y="1"/>
                    <a:pt x="304" y="46"/>
                    <a:pt x="304" y="108"/>
                  </a:cubicBezTo>
                  <a:cubicBezTo>
                    <a:pt x="313" y="170"/>
                    <a:pt x="250" y="197"/>
                    <a:pt x="277" y="251"/>
                  </a:cubicBezTo>
                  <a:cubicBezTo>
                    <a:pt x="304" y="304"/>
                    <a:pt x="223" y="322"/>
                    <a:pt x="259" y="385"/>
                  </a:cubicBezTo>
                  <a:cubicBezTo>
                    <a:pt x="295" y="456"/>
                    <a:pt x="206" y="527"/>
                    <a:pt x="241" y="608"/>
                  </a:cubicBezTo>
                  <a:cubicBezTo>
                    <a:pt x="277" y="679"/>
                    <a:pt x="197" y="715"/>
                    <a:pt x="232" y="777"/>
                  </a:cubicBezTo>
                  <a:cubicBezTo>
                    <a:pt x="268" y="840"/>
                    <a:pt x="161" y="911"/>
                    <a:pt x="215" y="1009"/>
                  </a:cubicBezTo>
                  <a:cubicBezTo>
                    <a:pt x="268" y="1116"/>
                    <a:pt x="161" y="1170"/>
                    <a:pt x="197" y="1241"/>
                  </a:cubicBezTo>
                  <a:cubicBezTo>
                    <a:pt x="232" y="1321"/>
                    <a:pt x="99" y="1402"/>
                    <a:pt x="161" y="1491"/>
                  </a:cubicBezTo>
                  <a:cubicBezTo>
                    <a:pt x="215" y="1571"/>
                    <a:pt x="107" y="1642"/>
                    <a:pt x="143" y="1705"/>
                  </a:cubicBezTo>
                  <a:cubicBezTo>
                    <a:pt x="179" y="1776"/>
                    <a:pt x="81" y="1865"/>
                    <a:pt x="134" y="1937"/>
                  </a:cubicBezTo>
                  <a:cubicBezTo>
                    <a:pt x="188" y="2008"/>
                    <a:pt x="63" y="2088"/>
                    <a:pt x="107" y="2187"/>
                  </a:cubicBezTo>
                  <a:cubicBezTo>
                    <a:pt x="143" y="2285"/>
                    <a:pt x="45" y="2392"/>
                    <a:pt x="99" y="2472"/>
                  </a:cubicBezTo>
                  <a:cubicBezTo>
                    <a:pt x="143" y="2561"/>
                    <a:pt x="27" y="2579"/>
                    <a:pt x="81" y="2677"/>
                  </a:cubicBezTo>
                  <a:cubicBezTo>
                    <a:pt x="134" y="2766"/>
                    <a:pt x="0" y="2891"/>
                    <a:pt x="0" y="3061"/>
                  </a:cubicBezTo>
                  <a:lnTo>
                    <a:pt x="348" y="3061"/>
                  </a:lnTo>
                  <a:lnTo>
                    <a:pt x="3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197"/>
            <p:cNvSpPr/>
            <p:nvPr/>
          </p:nvSpPr>
          <p:spPr>
            <a:xfrm>
              <a:off x="6401936" y="1882037"/>
              <a:ext cx="12677" cy="111183"/>
            </a:xfrm>
            <a:custGeom>
              <a:rect b="b" l="l" r="r" t="t"/>
              <a:pathLst>
                <a:path extrusionOk="0" h="3061" w="349">
                  <a:moveTo>
                    <a:pt x="0" y="1"/>
                  </a:moveTo>
                  <a:lnTo>
                    <a:pt x="0" y="3061"/>
                  </a:lnTo>
                  <a:lnTo>
                    <a:pt x="348" y="3061"/>
                  </a:lnTo>
                  <a:cubicBezTo>
                    <a:pt x="348" y="2891"/>
                    <a:pt x="206" y="2766"/>
                    <a:pt x="259" y="2677"/>
                  </a:cubicBezTo>
                  <a:cubicBezTo>
                    <a:pt x="313" y="2579"/>
                    <a:pt x="197" y="2561"/>
                    <a:pt x="250" y="2472"/>
                  </a:cubicBezTo>
                  <a:cubicBezTo>
                    <a:pt x="295" y="2392"/>
                    <a:pt x="197" y="2285"/>
                    <a:pt x="241" y="2187"/>
                  </a:cubicBezTo>
                  <a:cubicBezTo>
                    <a:pt x="277" y="2088"/>
                    <a:pt x="152" y="2008"/>
                    <a:pt x="206" y="1937"/>
                  </a:cubicBezTo>
                  <a:cubicBezTo>
                    <a:pt x="259" y="1865"/>
                    <a:pt x="161" y="1776"/>
                    <a:pt x="197" y="1705"/>
                  </a:cubicBezTo>
                  <a:cubicBezTo>
                    <a:pt x="232" y="1642"/>
                    <a:pt x="125" y="1571"/>
                    <a:pt x="188" y="1491"/>
                  </a:cubicBezTo>
                  <a:cubicBezTo>
                    <a:pt x="241" y="1402"/>
                    <a:pt x="116" y="1321"/>
                    <a:pt x="152" y="1241"/>
                  </a:cubicBezTo>
                  <a:cubicBezTo>
                    <a:pt x="179" y="1170"/>
                    <a:pt x="81" y="1116"/>
                    <a:pt x="134" y="1009"/>
                  </a:cubicBezTo>
                  <a:cubicBezTo>
                    <a:pt x="188" y="911"/>
                    <a:pt x="81" y="840"/>
                    <a:pt x="107" y="777"/>
                  </a:cubicBezTo>
                  <a:cubicBezTo>
                    <a:pt x="143" y="715"/>
                    <a:pt x="72" y="679"/>
                    <a:pt x="107" y="608"/>
                  </a:cubicBezTo>
                  <a:cubicBezTo>
                    <a:pt x="134" y="527"/>
                    <a:pt x="45" y="456"/>
                    <a:pt x="81" y="385"/>
                  </a:cubicBezTo>
                  <a:cubicBezTo>
                    <a:pt x="125" y="322"/>
                    <a:pt x="45" y="304"/>
                    <a:pt x="63" y="251"/>
                  </a:cubicBezTo>
                  <a:cubicBezTo>
                    <a:pt x="90" y="197"/>
                    <a:pt x="27" y="170"/>
                    <a:pt x="36" y="108"/>
                  </a:cubicBezTo>
                  <a:cubicBezTo>
                    <a:pt x="45" y="46"/>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197"/>
            <p:cNvSpPr/>
            <p:nvPr/>
          </p:nvSpPr>
          <p:spPr>
            <a:xfrm>
              <a:off x="6528951" y="1902450"/>
              <a:ext cx="12677" cy="111510"/>
            </a:xfrm>
            <a:custGeom>
              <a:rect b="b" l="l" r="r" t="t"/>
              <a:pathLst>
                <a:path extrusionOk="0" h="3070" w="349">
                  <a:moveTo>
                    <a:pt x="348" y="1"/>
                  </a:moveTo>
                  <a:cubicBezTo>
                    <a:pt x="348" y="1"/>
                    <a:pt x="304" y="46"/>
                    <a:pt x="313" y="117"/>
                  </a:cubicBezTo>
                  <a:cubicBezTo>
                    <a:pt x="322" y="179"/>
                    <a:pt x="259" y="206"/>
                    <a:pt x="286" y="251"/>
                  </a:cubicBezTo>
                  <a:cubicBezTo>
                    <a:pt x="304" y="304"/>
                    <a:pt x="223" y="322"/>
                    <a:pt x="259" y="393"/>
                  </a:cubicBezTo>
                  <a:cubicBezTo>
                    <a:pt x="304" y="456"/>
                    <a:pt x="214" y="536"/>
                    <a:pt x="241" y="608"/>
                  </a:cubicBezTo>
                  <a:cubicBezTo>
                    <a:pt x="277" y="688"/>
                    <a:pt x="206" y="715"/>
                    <a:pt x="232" y="777"/>
                  </a:cubicBezTo>
                  <a:cubicBezTo>
                    <a:pt x="268" y="840"/>
                    <a:pt x="161" y="911"/>
                    <a:pt x="214" y="1018"/>
                  </a:cubicBezTo>
                  <a:cubicBezTo>
                    <a:pt x="268" y="1125"/>
                    <a:pt x="170" y="1179"/>
                    <a:pt x="197" y="1250"/>
                  </a:cubicBezTo>
                  <a:cubicBezTo>
                    <a:pt x="232" y="1321"/>
                    <a:pt x="107" y="1410"/>
                    <a:pt x="161" y="1491"/>
                  </a:cubicBezTo>
                  <a:cubicBezTo>
                    <a:pt x="214" y="1580"/>
                    <a:pt x="116" y="1651"/>
                    <a:pt x="152" y="1714"/>
                  </a:cubicBezTo>
                  <a:cubicBezTo>
                    <a:pt x="188" y="1776"/>
                    <a:pt x="90" y="1865"/>
                    <a:pt x="143" y="1937"/>
                  </a:cubicBezTo>
                  <a:cubicBezTo>
                    <a:pt x="197" y="2008"/>
                    <a:pt x="72" y="2088"/>
                    <a:pt x="107" y="2187"/>
                  </a:cubicBezTo>
                  <a:cubicBezTo>
                    <a:pt x="152" y="2285"/>
                    <a:pt x="54" y="2392"/>
                    <a:pt x="99" y="2481"/>
                  </a:cubicBezTo>
                  <a:cubicBezTo>
                    <a:pt x="152" y="2561"/>
                    <a:pt x="27" y="2588"/>
                    <a:pt x="90" y="2677"/>
                  </a:cubicBezTo>
                  <a:cubicBezTo>
                    <a:pt x="143" y="2775"/>
                    <a:pt x="0" y="2891"/>
                    <a:pt x="0" y="3070"/>
                  </a:cubicBezTo>
                  <a:lnTo>
                    <a:pt x="348" y="3070"/>
                  </a:lnTo>
                  <a:lnTo>
                    <a:pt x="3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197"/>
            <p:cNvSpPr/>
            <p:nvPr/>
          </p:nvSpPr>
          <p:spPr>
            <a:xfrm>
              <a:off x="6541591" y="1902450"/>
              <a:ext cx="12677" cy="111510"/>
            </a:xfrm>
            <a:custGeom>
              <a:rect b="b" l="l" r="r" t="t"/>
              <a:pathLst>
                <a:path extrusionOk="0" h="3070" w="349">
                  <a:moveTo>
                    <a:pt x="0" y="1"/>
                  </a:moveTo>
                  <a:lnTo>
                    <a:pt x="0" y="3070"/>
                  </a:lnTo>
                  <a:lnTo>
                    <a:pt x="348" y="3070"/>
                  </a:lnTo>
                  <a:cubicBezTo>
                    <a:pt x="348" y="2891"/>
                    <a:pt x="214" y="2775"/>
                    <a:pt x="268" y="2677"/>
                  </a:cubicBezTo>
                  <a:cubicBezTo>
                    <a:pt x="321" y="2588"/>
                    <a:pt x="197" y="2561"/>
                    <a:pt x="250" y="2481"/>
                  </a:cubicBezTo>
                  <a:cubicBezTo>
                    <a:pt x="304" y="2392"/>
                    <a:pt x="197" y="2285"/>
                    <a:pt x="241" y="2187"/>
                  </a:cubicBezTo>
                  <a:cubicBezTo>
                    <a:pt x="286" y="2088"/>
                    <a:pt x="161" y="2008"/>
                    <a:pt x="214" y="1937"/>
                  </a:cubicBezTo>
                  <a:cubicBezTo>
                    <a:pt x="268" y="1865"/>
                    <a:pt x="170" y="1776"/>
                    <a:pt x="205" y="1714"/>
                  </a:cubicBezTo>
                  <a:cubicBezTo>
                    <a:pt x="241" y="1651"/>
                    <a:pt x="134" y="1580"/>
                    <a:pt x="188" y="1491"/>
                  </a:cubicBezTo>
                  <a:cubicBezTo>
                    <a:pt x="241" y="1410"/>
                    <a:pt x="116" y="1321"/>
                    <a:pt x="152" y="1250"/>
                  </a:cubicBezTo>
                  <a:cubicBezTo>
                    <a:pt x="188" y="1179"/>
                    <a:pt x="81" y="1125"/>
                    <a:pt x="134" y="1018"/>
                  </a:cubicBezTo>
                  <a:cubicBezTo>
                    <a:pt x="188" y="911"/>
                    <a:pt x="81" y="840"/>
                    <a:pt x="116" y="777"/>
                  </a:cubicBezTo>
                  <a:cubicBezTo>
                    <a:pt x="152" y="715"/>
                    <a:pt x="72" y="688"/>
                    <a:pt x="107" y="608"/>
                  </a:cubicBezTo>
                  <a:cubicBezTo>
                    <a:pt x="143" y="536"/>
                    <a:pt x="54" y="456"/>
                    <a:pt x="90" y="393"/>
                  </a:cubicBezTo>
                  <a:cubicBezTo>
                    <a:pt x="125" y="322"/>
                    <a:pt x="45" y="304"/>
                    <a:pt x="72" y="251"/>
                  </a:cubicBezTo>
                  <a:cubicBezTo>
                    <a:pt x="98" y="206"/>
                    <a:pt x="36" y="179"/>
                    <a:pt x="45" y="117"/>
                  </a:cubicBezTo>
                  <a:cubicBezTo>
                    <a:pt x="45" y="46"/>
                    <a:pt x="0" y="1"/>
                    <a:pt x="0" y="1"/>
                  </a:cubicBez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197"/>
            <p:cNvSpPr/>
            <p:nvPr/>
          </p:nvSpPr>
          <p:spPr>
            <a:xfrm>
              <a:off x="6244119" y="1770930"/>
              <a:ext cx="634191" cy="385636"/>
            </a:xfrm>
            <a:custGeom>
              <a:rect b="b" l="l" r="r" t="t"/>
              <a:pathLst>
                <a:path extrusionOk="0" h="10617" w="17460">
                  <a:moveTo>
                    <a:pt x="17459" y="0"/>
                  </a:moveTo>
                  <a:lnTo>
                    <a:pt x="16094" y="1472"/>
                  </a:lnTo>
                  <a:lnTo>
                    <a:pt x="15711" y="2953"/>
                  </a:lnTo>
                  <a:lnTo>
                    <a:pt x="14266" y="3774"/>
                  </a:lnTo>
                  <a:lnTo>
                    <a:pt x="13855" y="4478"/>
                  </a:lnTo>
                  <a:lnTo>
                    <a:pt x="13052" y="4719"/>
                  </a:lnTo>
                  <a:lnTo>
                    <a:pt x="12687" y="5995"/>
                  </a:lnTo>
                  <a:lnTo>
                    <a:pt x="11304" y="6164"/>
                  </a:lnTo>
                  <a:lnTo>
                    <a:pt x="10519" y="5692"/>
                  </a:lnTo>
                  <a:lnTo>
                    <a:pt x="10153" y="4951"/>
                  </a:lnTo>
                  <a:lnTo>
                    <a:pt x="8806" y="5112"/>
                  </a:lnTo>
                  <a:lnTo>
                    <a:pt x="8253" y="5879"/>
                  </a:lnTo>
                  <a:lnTo>
                    <a:pt x="7370" y="5897"/>
                  </a:lnTo>
                  <a:lnTo>
                    <a:pt x="6130" y="4701"/>
                  </a:lnTo>
                  <a:lnTo>
                    <a:pt x="5059" y="4496"/>
                  </a:lnTo>
                  <a:lnTo>
                    <a:pt x="4363" y="4889"/>
                  </a:lnTo>
                  <a:lnTo>
                    <a:pt x="3596" y="3836"/>
                  </a:lnTo>
                  <a:lnTo>
                    <a:pt x="2748" y="3444"/>
                  </a:lnTo>
                  <a:lnTo>
                    <a:pt x="1749" y="5308"/>
                  </a:lnTo>
                  <a:lnTo>
                    <a:pt x="938" y="6075"/>
                  </a:lnTo>
                  <a:lnTo>
                    <a:pt x="777" y="7271"/>
                  </a:lnTo>
                  <a:lnTo>
                    <a:pt x="1" y="7868"/>
                  </a:lnTo>
                  <a:lnTo>
                    <a:pt x="1" y="8975"/>
                  </a:lnTo>
                  <a:lnTo>
                    <a:pt x="938" y="8983"/>
                  </a:lnTo>
                  <a:lnTo>
                    <a:pt x="2053" y="9091"/>
                  </a:lnTo>
                  <a:lnTo>
                    <a:pt x="2918" y="8859"/>
                  </a:lnTo>
                  <a:lnTo>
                    <a:pt x="5220" y="8859"/>
                  </a:lnTo>
                  <a:lnTo>
                    <a:pt x="5844" y="9091"/>
                  </a:lnTo>
                  <a:lnTo>
                    <a:pt x="7343" y="8903"/>
                  </a:lnTo>
                  <a:lnTo>
                    <a:pt x="8190" y="9091"/>
                  </a:lnTo>
                  <a:lnTo>
                    <a:pt x="7655" y="9813"/>
                  </a:lnTo>
                  <a:lnTo>
                    <a:pt x="9073" y="9974"/>
                  </a:lnTo>
                  <a:lnTo>
                    <a:pt x="10867" y="9626"/>
                  </a:lnTo>
                  <a:lnTo>
                    <a:pt x="11901" y="9626"/>
                  </a:lnTo>
                  <a:lnTo>
                    <a:pt x="12865" y="9974"/>
                  </a:lnTo>
                  <a:lnTo>
                    <a:pt x="14970" y="9974"/>
                  </a:lnTo>
                  <a:lnTo>
                    <a:pt x="15693" y="10616"/>
                  </a:lnTo>
                  <a:lnTo>
                    <a:pt x="17459" y="10616"/>
                  </a:lnTo>
                  <a:lnTo>
                    <a:pt x="1745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197"/>
            <p:cNvSpPr/>
            <p:nvPr/>
          </p:nvSpPr>
          <p:spPr>
            <a:xfrm>
              <a:off x="6704892" y="1770930"/>
              <a:ext cx="173404" cy="243034"/>
            </a:xfrm>
            <a:custGeom>
              <a:rect b="b" l="l" r="r" t="t"/>
              <a:pathLst>
                <a:path extrusionOk="0" h="6691" w="4774">
                  <a:moveTo>
                    <a:pt x="4773" y="0"/>
                  </a:moveTo>
                  <a:lnTo>
                    <a:pt x="3408" y="1472"/>
                  </a:lnTo>
                  <a:lnTo>
                    <a:pt x="3025" y="2953"/>
                  </a:lnTo>
                  <a:lnTo>
                    <a:pt x="1588" y="3774"/>
                  </a:lnTo>
                  <a:lnTo>
                    <a:pt x="1169" y="4478"/>
                  </a:lnTo>
                  <a:lnTo>
                    <a:pt x="366" y="4719"/>
                  </a:lnTo>
                  <a:lnTo>
                    <a:pt x="1" y="5995"/>
                  </a:lnTo>
                  <a:lnTo>
                    <a:pt x="1722" y="6691"/>
                  </a:lnTo>
                  <a:lnTo>
                    <a:pt x="580" y="5727"/>
                  </a:lnTo>
                  <a:lnTo>
                    <a:pt x="759" y="5255"/>
                  </a:lnTo>
                  <a:lnTo>
                    <a:pt x="1321" y="4844"/>
                  </a:lnTo>
                  <a:lnTo>
                    <a:pt x="1901" y="4692"/>
                  </a:lnTo>
                  <a:lnTo>
                    <a:pt x="2097" y="3916"/>
                  </a:lnTo>
                  <a:lnTo>
                    <a:pt x="3212" y="3765"/>
                  </a:lnTo>
                  <a:lnTo>
                    <a:pt x="3310" y="3015"/>
                  </a:lnTo>
                  <a:lnTo>
                    <a:pt x="3614" y="2373"/>
                  </a:lnTo>
                  <a:lnTo>
                    <a:pt x="4015" y="3916"/>
                  </a:lnTo>
                  <a:lnTo>
                    <a:pt x="3890" y="1490"/>
                  </a:lnTo>
                  <a:lnTo>
                    <a:pt x="4773"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197"/>
            <p:cNvSpPr/>
            <p:nvPr/>
          </p:nvSpPr>
          <p:spPr>
            <a:xfrm>
              <a:off x="6612854" y="1950757"/>
              <a:ext cx="92078" cy="79728"/>
            </a:xfrm>
            <a:custGeom>
              <a:rect b="b" l="l" r="r" t="t"/>
              <a:pathLst>
                <a:path extrusionOk="0" h="2195" w="2535">
                  <a:moveTo>
                    <a:pt x="1" y="0"/>
                  </a:moveTo>
                  <a:lnTo>
                    <a:pt x="170" y="1178"/>
                  </a:lnTo>
                  <a:lnTo>
                    <a:pt x="724" y="1454"/>
                  </a:lnTo>
                  <a:lnTo>
                    <a:pt x="724" y="2195"/>
                  </a:lnTo>
                  <a:lnTo>
                    <a:pt x="1089" y="1820"/>
                  </a:lnTo>
                  <a:lnTo>
                    <a:pt x="2535" y="1044"/>
                  </a:lnTo>
                  <a:lnTo>
                    <a:pt x="2535" y="1044"/>
                  </a:lnTo>
                  <a:lnTo>
                    <a:pt x="1152" y="1213"/>
                  </a:lnTo>
                  <a:lnTo>
                    <a:pt x="367" y="741"/>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197"/>
            <p:cNvSpPr/>
            <p:nvPr/>
          </p:nvSpPr>
          <p:spPr>
            <a:xfrm>
              <a:off x="6676380" y="2039200"/>
              <a:ext cx="64182" cy="94003"/>
            </a:xfrm>
            <a:custGeom>
              <a:rect b="b" l="l" r="r" t="t"/>
              <a:pathLst>
                <a:path extrusionOk="0" h="2588" w="1767">
                  <a:moveTo>
                    <a:pt x="1767" y="1"/>
                  </a:moveTo>
                  <a:lnTo>
                    <a:pt x="1276" y="652"/>
                  </a:lnTo>
                  <a:lnTo>
                    <a:pt x="786" y="1794"/>
                  </a:lnTo>
                  <a:lnTo>
                    <a:pt x="0" y="2240"/>
                  </a:lnTo>
                  <a:lnTo>
                    <a:pt x="964" y="2588"/>
                  </a:lnTo>
                  <a:lnTo>
                    <a:pt x="1410" y="1758"/>
                  </a:lnTo>
                  <a:lnTo>
                    <a:pt x="1410" y="1027"/>
                  </a:lnTo>
                  <a:lnTo>
                    <a:pt x="176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197"/>
            <p:cNvSpPr/>
            <p:nvPr/>
          </p:nvSpPr>
          <p:spPr>
            <a:xfrm>
              <a:off x="6778443" y="1943311"/>
              <a:ext cx="99851" cy="213249"/>
            </a:xfrm>
            <a:custGeom>
              <a:rect b="b" l="l" r="r" t="t"/>
              <a:pathLst>
                <a:path extrusionOk="0" h="5871" w="2749">
                  <a:moveTo>
                    <a:pt x="1089" y="0"/>
                  </a:moveTo>
                  <a:lnTo>
                    <a:pt x="661" y="1115"/>
                  </a:lnTo>
                  <a:lnTo>
                    <a:pt x="482" y="3212"/>
                  </a:lnTo>
                  <a:lnTo>
                    <a:pt x="1" y="4514"/>
                  </a:lnTo>
                  <a:lnTo>
                    <a:pt x="259" y="5228"/>
                  </a:lnTo>
                  <a:lnTo>
                    <a:pt x="982" y="5870"/>
                  </a:lnTo>
                  <a:lnTo>
                    <a:pt x="2748" y="5870"/>
                  </a:lnTo>
                  <a:lnTo>
                    <a:pt x="2748" y="3105"/>
                  </a:lnTo>
                  <a:lnTo>
                    <a:pt x="2133" y="4737"/>
                  </a:lnTo>
                  <a:lnTo>
                    <a:pt x="1678" y="4086"/>
                  </a:lnTo>
                  <a:lnTo>
                    <a:pt x="1544" y="2480"/>
                  </a:lnTo>
                  <a:lnTo>
                    <a:pt x="1071" y="1302"/>
                  </a:lnTo>
                  <a:lnTo>
                    <a:pt x="108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197"/>
            <p:cNvSpPr/>
            <p:nvPr/>
          </p:nvSpPr>
          <p:spPr>
            <a:xfrm>
              <a:off x="6787850" y="2079044"/>
              <a:ext cx="26261" cy="77512"/>
            </a:xfrm>
            <a:custGeom>
              <a:rect b="b" l="l" r="r" t="t"/>
              <a:pathLst>
                <a:path extrusionOk="0" h="2134" w="723">
                  <a:moveTo>
                    <a:pt x="607" y="1"/>
                  </a:moveTo>
                  <a:lnTo>
                    <a:pt x="437" y="1455"/>
                  </a:lnTo>
                  <a:lnTo>
                    <a:pt x="205" y="875"/>
                  </a:lnTo>
                  <a:lnTo>
                    <a:pt x="0" y="1491"/>
                  </a:lnTo>
                  <a:lnTo>
                    <a:pt x="723" y="2133"/>
                  </a:lnTo>
                  <a:lnTo>
                    <a:pt x="607"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197"/>
            <p:cNvSpPr/>
            <p:nvPr/>
          </p:nvSpPr>
          <p:spPr>
            <a:xfrm>
              <a:off x="6743139" y="2044067"/>
              <a:ext cx="23355" cy="89135"/>
            </a:xfrm>
            <a:custGeom>
              <a:rect b="b" l="l" r="r" t="t"/>
              <a:pathLst>
                <a:path extrusionOk="0" h="2454" w="643">
                  <a:moveTo>
                    <a:pt x="419" y="0"/>
                  </a:moveTo>
                  <a:lnTo>
                    <a:pt x="98" y="1410"/>
                  </a:lnTo>
                  <a:lnTo>
                    <a:pt x="188" y="1883"/>
                  </a:lnTo>
                  <a:lnTo>
                    <a:pt x="0" y="2454"/>
                  </a:lnTo>
                  <a:lnTo>
                    <a:pt x="643" y="2454"/>
                  </a:lnTo>
                  <a:lnTo>
                    <a:pt x="366" y="1232"/>
                  </a:lnTo>
                  <a:lnTo>
                    <a:pt x="419"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197"/>
            <p:cNvSpPr/>
            <p:nvPr/>
          </p:nvSpPr>
          <p:spPr>
            <a:xfrm>
              <a:off x="6522159" y="2039200"/>
              <a:ext cx="54447" cy="94003"/>
            </a:xfrm>
            <a:custGeom>
              <a:rect b="b" l="l" r="r" t="t"/>
              <a:pathLst>
                <a:path extrusionOk="0" h="2588" w="1499">
                  <a:moveTo>
                    <a:pt x="1187" y="1"/>
                  </a:moveTo>
                  <a:lnTo>
                    <a:pt x="1187" y="1455"/>
                  </a:lnTo>
                  <a:lnTo>
                    <a:pt x="0" y="2427"/>
                  </a:lnTo>
                  <a:lnTo>
                    <a:pt x="1418" y="2588"/>
                  </a:lnTo>
                  <a:lnTo>
                    <a:pt x="1499" y="1151"/>
                  </a:lnTo>
                  <a:lnTo>
                    <a:pt x="1187"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197"/>
            <p:cNvSpPr/>
            <p:nvPr/>
          </p:nvSpPr>
          <p:spPr>
            <a:xfrm>
              <a:off x="6573663" y="2047299"/>
              <a:ext cx="73262" cy="85903"/>
            </a:xfrm>
            <a:custGeom>
              <a:rect b="b" l="l" r="r" t="t"/>
              <a:pathLst>
                <a:path extrusionOk="0" h="2365" w="2017">
                  <a:moveTo>
                    <a:pt x="2017" y="1"/>
                  </a:moveTo>
                  <a:lnTo>
                    <a:pt x="1321" y="1214"/>
                  </a:lnTo>
                  <a:lnTo>
                    <a:pt x="1160" y="1785"/>
                  </a:lnTo>
                  <a:lnTo>
                    <a:pt x="0" y="2365"/>
                  </a:lnTo>
                  <a:lnTo>
                    <a:pt x="1794" y="2017"/>
                  </a:lnTo>
                  <a:lnTo>
                    <a:pt x="1695" y="1259"/>
                  </a:lnTo>
                  <a:lnTo>
                    <a:pt x="2017"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197"/>
            <p:cNvSpPr/>
            <p:nvPr/>
          </p:nvSpPr>
          <p:spPr>
            <a:xfrm>
              <a:off x="6510791" y="2044067"/>
              <a:ext cx="30838" cy="57063"/>
            </a:xfrm>
            <a:custGeom>
              <a:rect b="b" l="l" r="r" t="t"/>
              <a:pathLst>
                <a:path extrusionOk="0" h="1571" w="849">
                  <a:moveTo>
                    <a:pt x="545" y="0"/>
                  </a:moveTo>
                  <a:lnTo>
                    <a:pt x="393" y="848"/>
                  </a:lnTo>
                  <a:lnTo>
                    <a:pt x="1" y="1383"/>
                  </a:lnTo>
                  <a:lnTo>
                    <a:pt x="848" y="1571"/>
                  </a:lnTo>
                  <a:lnTo>
                    <a:pt x="545"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197"/>
            <p:cNvSpPr/>
            <p:nvPr/>
          </p:nvSpPr>
          <p:spPr>
            <a:xfrm>
              <a:off x="6410362" y="1934231"/>
              <a:ext cx="133522" cy="94656"/>
            </a:xfrm>
            <a:custGeom>
              <a:rect b="b" l="l" r="r" t="t"/>
              <a:pathLst>
                <a:path extrusionOk="0" h="2606" w="3676">
                  <a:moveTo>
                    <a:pt x="482" y="0"/>
                  </a:moveTo>
                  <a:lnTo>
                    <a:pt x="901" y="375"/>
                  </a:lnTo>
                  <a:lnTo>
                    <a:pt x="955" y="812"/>
                  </a:lnTo>
                  <a:lnTo>
                    <a:pt x="1321" y="518"/>
                  </a:lnTo>
                  <a:lnTo>
                    <a:pt x="2061" y="1142"/>
                  </a:lnTo>
                  <a:lnTo>
                    <a:pt x="1267" y="1401"/>
                  </a:lnTo>
                  <a:lnTo>
                    <a:pt x="0" y="2605"/>
                  </a:lnTo>
                  <a:lnTo>
                    <a:pt x="1642" y="1677"/>
                  </a:lnTo>
                  <a:lnTo>
                    <a:pt x="2462" y="1481"/>
                  </a:lnTo>
                  <a:lnTo>
                    <a:pt x="2766" y="1909"/>
                  </a:lnTo>
                  <a:lnTo>
                    <a:pt x="2578" y="2605"/>
                  </a:lnTo>
                  <a:lnTo>
                    <a:pt x="3676" y="1383"/>
                  </a:lnTo>
                  <a:lnTo>
                    <a:pt x="2793" y="1401"/>
                  </a:lnTo>
                  <a:lnTo>
                    <a:pt x="1553" y="205"/>
                  </a:lnTo>
                  <a:lnTo>
                    <a:pt x="482"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197"/>
            <p:cNvSpPr/>
            <p:nvPr/>
          </p:nvSpPr>
          <p:spPr>
            <a:xfrm>
              <a:off x="6343930" y="1895985"/>
              <a:ext cx="58697" cy="52522"/>
            </a:xfrm>
            <a:custGeom>
              <a:rect b="b" l="l" r="r" t="t"/>
              <a:pathLst>
                <a:path extrusionOk="0" h="1446" w="1616">
                  <a:moveTo>
                    <a:pt x="0" y="1"/>
                  </a:moveTo>
                  <a:lnTo>
                    <a:pt x="1615" y="1446"/>
                  </a:lnTo>
                  <a:lnTo>
                    <a:pt x="848" y="393"/>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197"/>
            <p:cNvSpPr/>
            <p:nvPr/>
          </p:nvSpPr>
          <p:spPr>
            <a:xfrm>
              <a:off x="6244119" y="1963724"/>
              <a:ext cx="116704" cy="137408"/>
            </a:xfrm>
            <a:custGeom>
              <a:rect b="b" l="l" r="r" t="t"/>
              <a:pathLst>
                <a:path extrusionOk="0" h="3783" w="3213">
                  <a:moveTo>
                    <a:pt x="1749" y="0"/>
                  </a:moveTo>
                  <a:lnTo>
                    <a:pt x="938" y="767"/>
                  </a:lnTo>
                  <a:lnTo>
                    <a:pt x="777" y="1963"/>
                  </a:lnTo>
                  <a:lnTo>
                    <a:pt x="1" y="2560"/>
                  </a:lnTo>
                  <a:lnTo>
                    <a:pt x="1" y="3667"/>
                  </a:lnTo>
                  <a:lnTo>
                    <a:pt x="938" y="3675"/>
                  </a:lnTo>
                  <a:lnTo>
                    <a:pt x="2053" y="3783"/>
                  </a:lnTo>
                  <a:lnTo>
                    <a:pt x="2186" y="2212"/>
                  </a:lnTo>
                  <a:lnTo>
                    <a:pt x="1687" y="3426"/>
                  </a:lnTo>
                  <a:lnTo>
                    <a:pt x="688" y="3488"/>
                  </a:lnTo>
                  <a:lnTo>
                    <a:pt x="304" y="2917"/>
                  </a:lnTo>
                  <a:lnTo>
                    <a:pt x="1223" y="1963"/>
                  </a:lnTo>
                  <a:lnTo>
                    <a:pt x="1419" y="1258"/>
                  </a:lnTo>
                  <a:lnTo>
                    <a:pt x="2427" y="740"/>
                  </a:lnTo>
                  <a:lnTo>
                    <a:pt x="3212" y="54"/>
                  </a:lnTo>
                  <a:lnTo>
                    <a:pt x="2133" y="544"/>
                  </a:lnTo>
                  <a:lnTo>
                    <a:pt x="1348" y="669"/>
                  </a:lnTo>
                  <a:lnTo>
                    <a:pt x="1749"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197"/>
            <p:cNvSpPr/>
            <p:nvPr/>
          </p:nvSpPr>
          <p:spPr>
            <a:xfrm>
              <a:off x="6343930" y="2023654"/>
              <a:ext cx="31128" cy="69049"/>
            </a:xfrm>
            <a:custGeom>
              <a:rect b="b" l="l" r="r" t="t"/>
              <a:pathLst>
                <a:path extrusionOk="0" h="1901" w="857">
                  <a:moveTo>
                    <a:pt x="0" y="0"/>
                  </a:moveTo>
                  <a:lnTo>
                    <a:pt x="170" y="1901"/>
                  </a:lnTo>
                  <a:lnTo>
                    <a:pt x="857" y="190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197"/>
            <p:cNvSpPr/>
            <p:nvPr/>
          </p:nvSpPr>
          <p:spPr>
            <a:xfrm>
              <a:off x="6433681" y="2028848"/>
              <a:ext cx="26624" cy="72282"/>
            </a:xfrm>
            <a:custGeom>
              <a:rect b="b" l="l" r="r" t="t"/>
              <a:pathLst>
                <a:path extrusionOk="0" h="1990" w="733">
                  <a:moveTo>
                    <a:pt x="465" y="0"/>
                  </a:moveTo>
                  <a:lnTo>
                    <a:pt x="268" y="901"/>
                  </a:lnTo>
                  <a:lnTo>
                    <a:pt x="331" y="1303"/>
                  </a:lnTo>
                  <a:lnTo>
                    <a:pt x="1" y="1758"/>
                  </a:lnTo>
                  <a:lnTo>
                    <a:pt x="625" y="1990"/>
                  </a:lnTo>
                  <a:lnTo>
                    <a:pt x="732" y="1472"/>
                  </a:lnTo>
                  <a:lnTo>
                    <a:pt x="500" y="839"/>
                  </a:lnTo>
                  <a:lnTo>
                    <a:pt x="465"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1" name="Google Shape;12871;p197"/>
          <p:cNvGrpSpPr/>
          <p:nvPr/>
        </p:nvGrpSpPr>
        <p:grpSpPr>
          <a:xfrm>
            <a:off x="1694749" y="-132157"/>
            <a:ext cx="1151601" cy="1147072"/>
            <a:chOff x="6089572" y="1894059"/>
            <a:chExt cx="91097" cy="90734"/>
          </a:xfrm>
        </p:grpSpPr>
        <p:sp>
          <p:nvSpPr>
            <p:cNvPr id="12872" name="Google Shape;12872;p197"/>
            <p:cNvSpPr/>
            <p:nvPr/>
          </p:nvSpPr>
          <p:spPr>
            <a:xfrm>
              <a:off x="6089572" y="1894059"/>
              <a:ext cx="91097" cy="90734"/>
            </a:xfrm>
            <a:custGeom>
              <a:rect b="b" l="l" r="r" t="t"/>
              <a:pathLst>
                <a:path extrusionOk="0" h="2498" w="2508">
                  <a:moveTo>
                    <a:pt x="1258" y="0"/>
                  </a:moveTo>
                  <a:cubicBezTo>
                    <a:pt x="562" y="0"/>
                    <a:pt x="0" y="553"/>
                    <a:pt x="0" y="1249"/>
                  </a:cubicBezTo>
                  <a:cubicBezTo>
                    <a:pt x="0" y="1936"/>
                    <a:pt x="562" y="2498"/>
                    <a:pt x="1258" y="2498"/>
                  </a:cubicBezTo>
                  <a:cubicBezTo>
                    <a:pt x="1945" y="2498"/>
                    <a:pt x="2507" y="1936"/>
                    <a:pt x="2507" y="1249"/>
                  </a:cubicBezTo>
                  <a:cubicBezTo>
                    <a:pt x="2507" y="553"/>
                    <a:pt x="1945" y="0"/>
                    <a:pt x="12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197"/>
            <p:cNvSpPr/>
            <p:nvPr/>
          </p:nvSpPr>
          <p:spPr>
            <a:xfrm>
              <a:off x="6096037" y="1900525"/>
              <a:ext cx="78130" cy="77803"/>
            </a:xfrm>
            <a:custGeom>
              <a:rect b="b" l="l" r="r" t="t"/>
              <a:pathLst>
                <a:path extrusionOk="0" h="2142" w="2151">
                  <a:moveTo>
                    <a:pt x="1080" y="0"/>
                  </a:moveTo>
                  <a:cubicBezTo>
                    <a:pt x="483" y="0"/>
                    <a:pt x="1" y="482"/>
                    <a:pt x="1" y="1071"/>
                  </a:cubicBezTo>
                  <a:cubicBezTo>
                    <a:pt x="1" y="1660"/>
                    <a:pt x="483" y="2141"/>
                    <a:pt x="1080" y="2141"/>
                  </a:cubicBezTo>
                  <a:cubicBezTo>
                    <a:pt x="1669" y="2141"/>
                    <a:pt x="2151" y="1660"/>
                    <a:pt x="2151" y="1071"/>
                  </a:cubicBezTo>
                  <a:cubicBezTo>
                    <a:pt x="2151" y="482"/>
                    <a:pt x="1669" y="0"/>
                    <a:pt x="1080" y="0"/>
                  </a:cubicBezTo>
                  <a:close/>
                </a:path>
              </a:pathLst>
            </a:custGeom>
            <a:solidFill>
              <a:srgbClr val="EA9B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CUSTOM_9_3">
    <p:spTree>
      <p:nvGrpSpPr>
        <p:cNvPr id="12874" name="Shape 12874"/>
        <p:cNvGrpSpPr/>
        <p:nvPr/>
      </p:nvGrpSpPr>
      <p:grpSpPr>
        <a:xfrm>
          <a:off x="0" y="0"/>
          <a:ext cx="0" cy="0"/>
          <a:chOff x="0" y="0"/>
          <a:chExt cx="0" cy="0"/>
        </a:xfrm>
      </p:grpSpPr>
      <p:sp>
        <p:nvSpPr>
          <p:cNvPr id="12875" name="Google Shape;12875;p198"/>
          <p:cNvSpPr/>
          <p:nvPr/>
        </p:nvSpPr>
        <p:spPr>
          <a:xfrm>
            <a:off x="0" y="4762496"/>
            <a:ext cx="9144017" cy="380986"/>
          </a:xfrm>
          <a:custGeom>
            <a:rect b="b" l="l" r="r" t="t"/>
            <a:pathLst>
              <a:path extrusionOk="0" h="11777" w="30422">
                <a:moveTo>
                  <a:pt x="1" y="1"/>
                </a:moveTo>
                <a:lnTo>
                  <a:pt x="1" y="11776"/>
                </a:lnTo>
                <a:lnTo>
                  <a:pt x="30421" y="11776"/>
                </a:lnTo>
                <a:lnTo>
                  <a:pt x="304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198"/>
          <p:cNvSpPr/>
          <p:nvPr/>
        </p:nvSpPr>
        <p:spPr>
          <a:xfrm flipH="1" rot="-27">
            <a:off x="6928297" y="4535828"/>
            <a:ext cx="5553997" cy="1661087"/>
          </a:xfrm>
          <a:custGeom>
            <a:rect b="b" l="l" r="r" t="t"/>
            <a:pathLst>
              <a:path extrusionOk="0" h="9386" w="17540">
                <a:moveTo>
                  <a:pt x="12544" y="1"/>
                </a:moveTo>
                <a:lnTo>
                  <a:pt x="9992" y="1428"/>
                </a:lnTo>
                <a:lnTo>
                  <a:pt x="4113" y="2677"/>
                </a:lnTo>
                <a:lnTo>
                  <a:pt x="1" y="5327"/>
                </a:lnTo>
                <a:lnTo>
                  <a:pt x="1" y="9386"/>
                </a:lnTo>
                <a:lnTo>
                  <a:pt x="1669" y="9386"/>
                </a:lnTo>
                <a:cubicBezTo>
                  <a:pt x="1669" y="9386"/>
                  <a:pt x="759" y="9252"/>
                  <a:pt x="1232" y="9091"/>
                </a:cubicBezTo>
                <a:cubicBezTo>
                  <a:pt x="1700" y="8924"/>
                  <a:pt x="2455" y="8520"/>
                  <a:pt x="1755" y="8520"/>
                </a:cubicBezTo>
                <a:cubicBezTo>
                  <a:pt x="1747" y="8520"/>
                  <a:pt x="1739" y="8520"/>
                  <a:pt x="1731" y="8520"/>
                </a:cubicBezTo>
                <a:cubicBezTo>
                  <a:pt x="1718" y="8521"/>
                  <a:pt x="1706" y="8521"/>
                  <a:pt x="1694" y="8521"/>
                </a:cubicBezTo>
                <a:cubicBezTo>
                  <a:pt x="1008" y="8521"/>
                  <a:pt x="1743" y="8278"/>
                  <a:pt x="2409" y="8181"/>
                </a:cubicBezTo>
                <a:cubicBezTo>
                  <a:pt x="3087" y="8074"/>
                  <a:pt x="3881" y="7717"/>
                  <a:pt x="3141" y="7655"/>
                </a:cubicBezTo>
                <a:cubicBezTo>
                  <a:pt x="2392" y="7593"/>
                  <a:pt x="3534" y="7102"/>
                  <a:pt x="4586" y="7004"/>
                </a:cubicBezTo>
                <a:cubicBezTo>
                  <a:pt x="5557" y="6922"/>
                  <a:pt x="5739" y="6559"/>
                  <a:pt x="5334" y="6559"/>
                </a:cubicBezTo>
                <a:cubicBezTo>
                  <a:pt x="5300" y="6559"/>
                  <a:pt x="5262" y="6561"/>
                  <a:pt x="5220" y="6567"/>
                </a:cubicBezTo>
                <a:cubicBezTo>
                  <a:pt x="5182" y="6572"/>
                  <a:pt x="5149" y="6574"/>
                  <a:pt x="5120" y="6574"/>
                </a:cubicBezTo>
                <a:cubicBezTo>
                  <a:pt x="4742" y="6574"/>
                  <a:pt x="5187" y="6157"/>
                  <a:pt x="5701" y="6049"/>
                </a:cubicBezTo>
                <a:cubicBezTo>
                  <a:pt x="6254" y="5924"/>
                  <a:pt x="6451" y="5773"/>
                  <a:pt x="6014" y="5773"/>
                </a:cubicBezTo>
                <a:cubicBezTo>
                  <a:pt x="5576" y="5773"/>
                  <a:pt x="4577" y="5541"/>
                  <a:pt x="6683" y="5318"/>
                </a:cubicBezTo>
                <a:cubicBezTo>
                  <a:pt x="8788" y="5095"/>
                  <a:pt x="10331" y="4542"/>
                  <a:pt x="9332" y="4542"/>
                </a:cubicBezTo>
                <a:cubicBezTo>
                  <a:pt x="8324" y="4542"/>
                  <a:pt x="8503" y="4158"/>
                  <a:pt x="9154" y="3971"/>
                </a:cubicBezTo>
                <a:cubicBezTo>
                  <a:pt x="9794" y="3780"/>
                  <a:pt x="9561" y="3640"/>
                  <a:pt x="9351" y="3640"/>
                </a:cubicBezTo>
                <a:cubicBezTo>
                  <a:pt x="9345" y="3640"/>
                  <a:pt x="9339" y="3640"/>
                  <a:pt x="9332" y="3641"/>
                </a:cubicBezTo>
                <a:cubicBezTo>
                  <a:pt x="9328" y="3641"/>
                  <a:pt x="9324" y="3641"/>
                  <a:pt x="9319" y="3641"/>
                </a:cubicBezTo>
                <a:cubicBezTo>
                  <a:pt x="9104" y="3641"/>
                  <a:pt x="8974" y="3424"/>
                  <a:pt x="9796" y="3293"/>
                </a:cubicBezTo>
                <a:cubicBezTo>
                  <a:pt x="10635" y="3159"/>
                  <a:pt x="11009" y="2882"/>
                  <a:pt x="10572" y="2864"/>
                </a:cubicBezTo>
                <a:cubicBezTo>
                  <a:pt x="10135" y="2847"/>
                  <a:pt x="11009" y="2606"/>
                  <a:pt x="11429" y="2472"/>
                </a:cubicBezTo>
                <a:cubicBezTo>
                  <a:pt x="11857" y="2338"/>
                  <a:pt x="11009" y="2294"/>
                  <a:pt x="11429" y="2142"/>
                </a:cubicBezTo>
                <a:cubicBezTo>
                  <a:pt x="11583" y="2090"/>
                  <a:pt x="11737" y="2069"/>
                  <a:pt x="11860" y="2069"/>
                </a:cubicBezTo>
                <a:cubicBezTo>
                  <a:pt x="12080" y="2069"/>
                  <a:pt x="12202" y="2137"/>
                  <a:pt x="12053" y="2222"/>
                </a:cubicBezTo>
                <a:cubicBezTo>
                  <a:pt x="11834" y="2348"/>
                  <a:pt x="12219" y="2419"/>
                  <a:pt x="12428" y="2419"/>
                </a:cubicBezTo>
                <a:cubicBezTo>
                  <a:pt x="12441" y="2419"/>
                  <a:pt x="12453" y="2419"/>
                  <a:pt x="12463" y="2418"/>
                </a:cubicBezTo>
                <a:cubicBezTo>
                  <a:pt x="12471" y="2418"/>
                  <a:pt x="12479" y="2417"/>
                  <a:pt x="12487" y="2417"/>
                </a:cubicBezTo>
                <a:cubicBezTo>
                  <a:pt x="12679" y="2417"/>
                  <a:pt x="12901" y="2620"/>
                  <a:pt x="12695" y="2757"/>
                </a:cubicBezTo>
                <a:cubicBezTo>
                  <a:pt x="12534" y="2872"/>
                  <a:pt x="13032" y="2956"/>
                  <a:pt x="13558" y="2956"/>
                </a:cubicBezTo>
                <a:cubicBezTo>
                  <a:pt x="13730" y="2956"/>
                  <a:pt x="13904" y="2947"/>
                  <a:pt x="14060" y="2927"/>
                </a:cubicBezTo>
                <a:cubicBezTo>
                  <a:pt x="14694" y="2847"/>
                  <a:pt x="14881" y="2748"/>
                  <a:pt x="14560" y="2695"/>
                </a:cubicBezTo>
                <a:cubicBezTo>
                  <a:pt x="14239" y="2641"/>
                  <a:pt x="14310" y="2517"/>
                  <a:pt x="14560" y="2490"/>
                </a:cubicBezTo>
                <a:cubicBezTo>
                  <a:pt x="14810" y="2472"/>
                  <a:pt x="15042" y="2285"/>
                  <a:pt x="14961" y="2222"/>
                </a:cubicBezTo>
                <a:cubicBezTo>
                  <a:pt x="14881" y="2160"/>
                  <a:pt x="15122" y="2088"/>
                  <a:pt x="15577" y="2070"/>
                </a:cubicBezTo>
                <a:cubicBezTo>
                  <a:pt x="16032" y="2044"/>
                  <a:pt x="15845" y="1839"/>
                  <a:pt x="15845" y="1839"/>
                </a:cubicBezTo>
                <a:cubicBezTo>
                  <a:pt x="15845" y="1839"/>
                  <a:pt x="15782" y="1624"/>
                  <a:pt x="16665" y="1526"/>
                </a:cubicBezTo>
                <a:cubicBezTo>
                  <a:pt x="17540" y="1428"/>
                  <a:pt x="17174" y="1268"/>
                  <a:pt x="17174" y="1268"/>
                </a:cubicBezTo>
                <a:lnTo>
                  <a:pt x="15568" y="536"/>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198"/>
          <p:cNvSpPr/>
          <p:nvPr/>
        </p:nvSpPr>
        <p:spPr>
          <a:xfrm>
            <a:off x="-281248" y="4723350"/>
            <a:ext cx="1872395" cy="736075"/>
          </a:xfrm>
          <a:custGeom>
            <a:rect b="b" l="l" r="r" t="t"/>
            <a:pathLst>
              <a:path extrusionOk="0" h="9395" w="17540">
                <a:moveTo>
                  <a:pt x="12544" y="1"/>
                </a:moveTo>
                <a:lnTo>
                  <a:pt x="9992" y="1437"/>
                </a:lnTo>
                <a:lnTo>
                  <a:pt x="4113" y="2686"/>
                </a:lnTo>
                <a:lnTo>
                  <a:pt x="1" y="5336"/>
                </a:lnTo>
                <a:lnTo>
                  <a:pt x="1" y="9395"/>
                </a:lnTo>
                <a:lnTo>
                  <a:pt x="1669" y="9395"/>
                </a:lnTo>
                <a:cubicBezTo>
                  <a:pt x="1669" y="9395"/>
                  <a:pt x="759" y="9261"/>
                  <a:pt x="1232" y="9091"/>
                </a:cubicBezTo>
                <a:cubicBezTo>
                  <a:pt x="1704" y="8934"/>
                  <a:pt x="2441" y="8529"/>
                  <a:pt x="1776" y="8529"/>
                </a:cubicBezTo>
                <a:cubicBezTo>
                  <a:pt x="1762" y="8529"/>
                  <a:pt x="1747" y="8529"/>
                  <a:pt x="1731" y="8529"/>
                </a:cubicBezTo>
                <a:cubicBezTo>
                  <a:pt x="1718" y="8530"/>
                  <a:pt x="1706" y="8530"/>
                  <a:pt x="1694" y="8530"/>
                </a:cubicBezTo>
                <a:cubicBezTo>
                  <a:pt x="1008" y="8530"/>
                  <a:pt x="1743" y="8287"/>
                  <a:pt x="2409" y="8181"/>
                </a:cubicBezTo>
                <a:cubicBezTo>
                  <a:pt x="3087" y="8083"/>
                  <a:pt x="3881" y="7726"/>
                  <a:pt x="3141" y="7664"/>
                </a:cubicBezTo>
                <a:cubicBezTo>
                  <a:pt x="2392" y="7602"/>
                  <a:pt x="3534" y="7111"/>
                  <a:pt x="4586" y="7013"/>
                </a:cubicBezTo>
                <a:cubicBezTo>
                  <a:pt x="5555" y="6922"/>
                  <a:pt x="5746" y="6567"/>
                  <a:pt x="5345" y="6567"/>
                </a:cubicBezTo>
                <a:cubicBezTo>
                  <a:pt x="5310" y="6567"/>
                  <a:pt x="5272" y="6570"/>
                  <a:pt x="5229" y="6576"/>
                </a:cubicBezTo>
                <a:cubicBezTo>
                  <a:pt x="5191" y="6581"/>
                  <a:pt x="5158" y="6583"/>
                  <a:pt x="5129" y="6583"/>
                </a:cubicBezTo>
                <a:cubicBezTo>
                  <a:pt x="4749" y="6583"/>
                  <a:pt x="5187" y="6166"/>
                  <a:pt x="5701" y="6058"/>
                </a:cubicBezTo>
                <a:cubicBezTo>
                  <a:pt x="6254" y="5933"/>
                  <a:pt x="6451" y="5782"/>
                  <a:pt x="6014" y="5782"/>
                </a:cubicBezTo>
                <a:cubicBezTo>
                  <a:pt x="5585" y="5782"/>
                  <a:pt x="4577" y="5550"/>
                  <a:pt x="6683" y="5327"/>
                </a:cubicBezTo>
                <a:cubicBezTo>
                  <a:pt x="8788" y="5104"/>
                  <a:pt x="10340" y="4551"/>
                  <a:pt x="9332" y="4551"/>
                </a:cubicBezTo>
                <a:cubicBezTo>
                  <a:pt x="8324" y="4551"/>
                  <a:pt x="8503" y="4167"/>
                  <a:pt x="9163" y="3971"/>
                </a:cubicBezTo>
                <a:cubicBezTo>
                  <a:pt x="9795" y="3789"/>
                  <a:pt x="9561" y="3649"/>
                  <a:pt x="9351" y="3649"/>
                </a:cubicBezTo>
                <a:cubicBezTo>
                  <a:pt x="9345" y="3649"/>
                  <a:pt x="9339" y="3649"/>
                  <a:pt x="9332" y="3650"/>
                </a:cubicBezTo>
                <a:cubicBezTo>
                  <a:pt x="9328" y="3650"/>
                  <a:pt x="9324" y="3650"/>
                  <a:pt x="9320" y="3650"/>
                </a:cubicBezTo>
                <a:cubicBezTo>
                  <a:pt x="9112" y="3650"/>
                  <a:pt x="8974" y="3433"/>
                  <a:pt x="9796" y="3293"/>
                </a:cubicBezTo>
                <a:cubicBezTo>
                  <a:pt x="10635" y="3159"/>
                  <a:pt x="11009" y="2891"/>
                  <a:pt x="10572" y="2873"/>
                </a:cubicBezTo>
                <a:cubicBezTo>
                  <a:pt x="10135" y="2856"/>
                  <a:pt x="11009" y="2615"/>
                  <a:pt x="11438" y="2481"/>
                </a:cubicBezTo>
                <a:cubicBezTo>
                  <a:pt x="11857" y="2347"/>
                  <a:pt x="11009" y="2303"/>
                  <a:pt x="11438" y="2151"/>
                </a:cubicBezTo>
                <a:cubicBezTo>
                  <a:pt x="11588" y="2096"/>
                  <a:pt x="11740" y="2074"/>
                  <a:pt x="11861" y="2074"/>
                </a:cubicBezTo>
                <a:cubicBezTo>
                  <a:pt x="12079" y="2074"/>
                  <a:pt x="12202" y="2145"/>
                  <a:pt x="12053" y="2231"/>
                </a:cubicBezTo>
                <a:cubicBezTo>
                  <a:pt x="11853" y="2351"/>
                  <a:pt x="12192" y="2421"/>
                  <a:pt x="12406" y="2421"/>
                </a:cubicBezTo>
                <a:cubicBezTo>
                  <a:pt x="12430" y="2421"/>
                  <a:pt x="12452" y="2420"/>
                  <a:pt x="12472" y="2418"/>
                </a:cubicBezTo>
                <a:cubicBezTo>
                  <a:pt x="12476" y="2418"/>
                  <a:pt x="12480" y="2418"/>
                  <a:pt x="12484" y="2418"/>
                </a:cubicBezTo>
                <a:cubicBezTo>
                  <a:pt x="12679" y="2418"/>
                  <a:pt x="12914" y="2627"/>
                  <a:pt x="12695" y="2766"/>
                </a:cubicBezTo>
                <a:cubicBezTo>
                  <a:pt x="12532" y="2875"/>
                  <a:pt x="13049" y="2963"/>
                  <a:pt x="13581" y="2963"/>
                </a:cubicBezTo>
                <a:cubicBezTo>
                  <a:pt x="13746" y="2963"/>
                  <a:pt x="13912" y="2955"/>
                  <a:pt x="14060" y="2936"/>
                </a:cubicBezTo>
                <a:cubicBezTo>
                  <a:pt x="14694" y="2856"/>
                  <a:pt x="14881" y="2757"/>
                  <a:pt x="14560" y="2704"/>
                </a:cubicBezTo>
                <a:cubicBezTo>
                  <a:pt x="14239" y="2650"/>
                  <a:pt x="14310" y="2517"/>
                  <a:pt x="14560" y="2499"/>
                </a:cubicBezTo>
                <a:cubicBezTo>
                  <a:pt x="14810" y="2481"/>
                  <a:pt x="15051" y="2294"/>
                  <a:pt x="14961" y="2231"/>
                </a:cubicBezTo>
                <a:cubicBezTo>
                  <a:pt x="14881" y="2169"/>
                  <a:pt x="15122" y="2097"/>
                  <a:pt x="15577" y="2071"/>
                </a:cubicBezTo>
                <a:cubicBezTo>
                  <a:pt x="16032" y="2053"/>
                  <a:pt x="15845" y="1848"/>
                  <a:pt x="15845" y="1848"/>
                </a:cubicBezTo>
                <a:cubicBezTo>
                  <a:pt x="15845" y="1848"/>
                  <a:pt x="15782" y="1633"/>
                  <a:pt x="16665" y="1526"/>
                </a:cubicBezTo>
                <a:cubicBezTo>
                  <a:pt x="17540" y="1428"/>
                  <a:pt x="17174" y="1277"/>
                  <a:pt x="17174" y="1277"/>
                </a:cubicBezTo>
                <a:lnTo>
                  <a:pt x="15568" y="545"/>
                </a:lnTo>
                <a:lnTo>
                  <a:pt x="13962" y="1"/>
                </a:ln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78" name="Google Shape;12878;p198"/>
          <p:cNvGrpSpPr/>
          <p:nvPr/>
        </p:nvGrpSpPr>
        <p:grpSpPr>
          <a:xfrm>
            <a:off x="-107222" y="3866483"/>
            <a:ext cx="1587377" cy="1306567"/>
            <a:chOff x="1352322" y="1338997"/>
            <a:chExt cx="415457" cy="676942"/>
          </a:xfrm>
        </p:grpSpPr>
        <p:sp>
          <p:nvSpPr>
            <p:cNvPr id="12879" name="Google Shape;12879;p198"/>
            <p:cNvSpPr/>
            <p:nvPr/>
          </p:nvSpPr>
          <p:spPr>
            <a:xfrm>
              <a:off x="1352322" y="1338997"/>
              <a:ext cx="415457" cy="676942"/>
            </a:xfrm>
            <a:custGeom>
              <a:rect b="b" l="l" r="r" t="t"/>
              <a:pathLst>
                <a:path extrusionOk="0" h="18637" w="11438">
                  <a:moveTo>
                    <a:pt x="1" y="0"/>
                  </a:moveTo>
                  <a:lnTo>
                    <a:pt x="1" y="18636"/>
                  </a:lnTo>
                  <a:lnTo>
                    <a:pt x="679" y="17932"/>
                  </a:lnTo>
                  <a:lnTo>
                    <a:pt x="1419" y="17673"/>
                  </a:lnTo>
                  <a:lnTo>
                    <a:pt x="2026" y="17673"/>
                  </a:lnTo>
                  <a:lnTo>
                    <a:pt x="2365" y="17307"/>
                  </a:lnTo>
                  <a:lnTo>
                    <a:pt x="2748" y="16950"/>
                  </a:lnTo>
                  <a:lnTo>
                    <a:pt x="3587" y="16950"/>
                  </a:lnTo>
                  <a:lnTo>
                    <a:pt x="5175" y="16130"/>
                  </a:lnTo>
                  <a:lnTo>
                    <a:pt x="5229" y="15746"/>
                  </a:lnTo>
                  <a:lnTo>
                    <a:pt x="5898" y="15407"/>
                  </a:lnTo>
                  <a:lnTo>
                    <a:pt x="5898" y="14970"/>
                  </a:lnTo>
                  <a:lnTo>
                    <a:pt x="6692" y="14640"/>
                  </a:lnTo>
                  <a:lnTo>
                    <a:pt x="7682" y="14640"/>
                  </a:lnTo>
                  <a:lnTo>
                    <a:pt x="8619" y="14301"/>
                  </a:lnTo>
                  <a:lnTo>
                    <a:pt x="8734" y="13819"/>
                  </a:lnTo>
                  <a:lnTo>
                    <a:pt x="9243" y="13578"/>
                  </a:lnTo>
                  <a:lnTo>
                    <a:pt x="9412" y="13195"/>
                  </a:lnTo>
                  <a:lnTo>
                    <a:pt x="9966" y="13195"/>
                  </a:lnTo>
                  <a:lnTo>
                    <a:pt x="10519" y="12900"/>
                  </a:lnTo>
                  <a:lnTo>
                    <a:pt x="11027" y="12900"/>
                  </a:lnTo>
                  <a:lnTo>
                    <a:pt x="11438" y="12713"/>
                  </a:lnTo>
                  <a:lnTo>
                    <a:pt x="11027" y="12374"/>
                  </a:lnTo>
                  <a:lnTo>
                    <a:pt x="10519" y="12062"/>
                  </a:lnTo>
                  <a:lnTo>
                    <a:pt x="9939" y="11919"/>
                  </a:lnTo>
                  <a:lnTo>
                    <a:pt x="9484" y="11294"/>
                  </a:lnTo>
                  <a:lnTo>
                    <a:pt x="8904" y="11437"/>
                  </a:lnTo>
                  <a:lnTo>
                    <a:pt x="8520" y="10982"/>
                  </a:lnTo>
                  <a:lnTo>
                    <a:pt x="8520" y="10349"/>
                  </a:lnTo>
                  <a:lnTo>
                    <a:pt x="8208" y="10188"/>
                  </a:lnTo>
                  <a:lnTo>
                    <a:pt x="7682" y="9894"/>
                  </a:lnTo>
                  <a:lnTo>
                    <a:pt x="7486" y="9412"/>
                  </a:lnTo>
                  <a:lnTo>
                    <a:pt x="6959" y="9028"/>
                  </a:lnTo>
                  <a:lnTo>
                    <a:pt x="6263" y="8279"/>
                  </a:lnTo>
                  <a:lnTo>
                    <a:pt x="5416" y="6914"/>
                  </a:lnTo>
                  <a:lnTo>
                    <a:pt x="5005" y="5951"/>
                  </a:lnTo>
                  <a:lnTo>
                    <a:pt x="4872" y="5656"/>
                  </a:lnTo>
                  <a:lnTo>
                    <a:pt x="4452" y="5157"/>
                  </a:lnTo>
                  <a:lnTo>
                    <a:pt x="4113" y="4479"/>
                  </a:lnTo>
                  <a:lnTo>
                    <a:pt x="3400" y="3827"/>
                  </a:lnTo>
                  <a:lnTo>
                    <a:pt x="2454" y="3185"/>
                  </a:lnTo>
                  <a:lnTo>
                    <a:pt x="1883" y="2195"/>
                  </a:lnTo>
                  <a:lnTo>
                    <a:pt x="991" y="1428"/>
                  </a:lnTo>
                  <a:lnTo>
                    <a:pt x="607" y="94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198"/>
            <p:cNvSpPr/>
            <p:nvPr/>
          </p:nvSpPr>
          <p:spPr>
            <a:xfrm>
              <a:off x="1352322" y="1431652"/>
              <a:ext cx="166284" cy="584284"/>
            </a:xfrm>
            <a:custGeom>
              <a:rect b="b" l="l" r="r" t="t"/>
              <a:pathLst>
                <a:path extrusionOk="0" h="16086" w="4578">
                  <a:moveTo>
                    <a:pt x="1" y="1"/>
                  </a:moveTo>
                  <a:lnTo>
                    <a:pt x="1" y="16085"/>
                  </a:lnTo>
                  <a:lnTo>
                    <a:pt x="679" y="15381"/>
                  </a:lnTo>
                  <a:lnTo>
                    <a:pt x="1419" y="15122"/>
                  </a:lnTo>
                  <a:lnTo>
                    <a:pt x="2026" y="15122"/>
                  </a:lnTo>
                  <a:lnTo>
                    <a:pt x="2365" y="14756"/>
                  </a:lnTo>
                  <a:lnTo>
                    <a:pt x="2748" y="14399"/>
                  </a:lnTo>
                  <a:lnTo>
                    <a:pt x="3587" y="14399"/>
                  </a:lnTo>
                  <a:lnTo>
                    <a:pt x="4577" y="13891"/>
                  </a:lnTo>
                  <a:lnTo>
                    <a:pt x="2811" y="11143"/>
                  </a:lnTo>
                  <a:lnTo>
                    <a:pt x="2811" y="10197"/>
                  </a:lnTo>
                  <a:lnTo>
                    <a:pt x="2409" y="8886"/>
                  </a:lnTo>
                  <a:lnTo>
                    <a:pt x="2811" y="7387"/>
                  </a:lnTo>
                  <a:lnTo>
                    <a:pt x="2624" y="5532"/>
                  </a:lnTo>
                  <a:lnTo>
                    <a:pt x="1937" y="5353"/>
                  </a:lnTo>
                  <a:lnTo>
                    <a:pt x="1669" y="4943"/>
                  </a:lnTo>
                  <a:lnTo>
                    <a:pt x="1669" y="4158"/>
                  </a:lnTo>
                  <a:lnTo>
                    <a:pt x="634" y="2998"/>
                  </a:lnTo>
                  <a:lnTo>
                    <a:pt x="1"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198"/>
            <p:cNvSpPr/>
            <p:nvPr/>
          </p:nvSpPr>
          <p:spPr>
            <a:xfrm>
              <a:off x="1443053" y="1472151"/>
              <a:ext cx="232682" cy="282298"/>
            </a:xfrm>
            <a:custGeom>
              <a:rect b="b" l="l" r="r" t="t"/>
              <a:pathLst>
                <a:path extrusionOk="0" h="7772" w="6406">
                  <a:moveTo>
                    <a:pt x="652" y="1"/>
                  </a:moveTo>
                  <a:lnTo>
                    <a:pt x="1" y="679"/>
                  </a:lnTo>
                  <a:lnTo>
                    <a:pt x="1009" y="1152"/>
                  </a:lnTo>
                  <a:lnTo>
                    <a:pt x="1259" y="1696"/>
                  </a:lnTo>
                  <a:lnTo>
                    <a:pt x="1892" y="2088"/>
                  </a:lnTo>
                  <a:lnTo>
                    <a:pt x="2454" y="3275"/>
                  </a:lnTo>
                  <a:lnTo>
                    <a:pt x="3034" y="4702"/>
                  </a:lnTo>
                  <a:lnTo>
                    <a:pt x="3640" y="5478"/>
                  </a:lnTo>
                  <a:lnTo>
                    <a:pt x="4408" y="5648"/>
                  </a:lnTo>
                  <a:lnTo>
                    <a:pt x="4765" y="5835"/>
                  </a:lnTo>
                  <a:lnTo>
                    <a:pt x="5041" y="6478"/>
                  </a:lnTo>
                  <a:lnTo>
                    <a:pt x="5657" y="6781"/>
                  </a:lnTo>
                  <a:lnTo>
                    <a:pt x="5657" y="7459"/>
                  </a:lnTo>
                  <a:lnTo>
                    <a:pt x="6406" y="7771"/>
                  </a:lnTo>
                  <a:lnTo>
                    <a:pt x="6406" y="7771"/>
                  </a:lnTo>
                  <a:lnTo>
                    <a:pt x="6022" y="7316"/>
                  </a:lnTo>
                  <a:lnTo>
                    <a:pt x="6022" y="6683"/>
                  </a:lnTo>
                  <a:lnTo>
                    <a:pt x="5710" y="6522"/>
                  </a:lnTo>
                  <a:lnTo>
                    <a:pt x="5184" y="6228"/>
                  </a:lnTo>
                  <a:lnTo>
                    <a:pt x="4988" y="5746"/>
                  </a:lnTo>
                  <a:lnTo>
                    <a:pt x="4461" y="5362"/>
                  </a:lnTo>
                  <a:lnTo>
                    <a:pt x="3765" y="4613"/>
                  </a:lnTo>
                  <a:lnTo>
                    <a:pt x="2918" y="3248"/>
                  </a:lnTo>
                  <a:lnTo>
                    <a:pt x="2507" y="2285"/>
                  </a:lnTo>
                  <a:lnTo>
                    <a:pt x="2374" y="1990"/>
                  </a:lnTo>
                  <a:lnTo>
                    <a:pt x="1954" y="1491"/>
                  </a:lnTo>
                  <a:lnTo>
                    <a:pt x="1615" y="813"/>
                  </a:lnTo>
                  <a:lnTo>
                    <a:pt x="902" y="161"/>
                  </a:lnTo>
                  <a:lnTo>
                    <a:pt x="652"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198"/>
            <p:cNvSpPr/>
            <p:nvPr/>
          </p:nvSpPr>
          <p:spPr>
            <a:xfrm>
              <a:off x="1352322" y="1338997"/>
              <a:ext cx="149431" cy="162688"/>
            </a:xfrm>
            <a:custGeom>
              <a:rect b="b" l="l" r="r" t="t"/>
              <a:pathLst>
                <a:path extrusionOk="0" h="4479" w="4114">
                  <a:moveTo>
                    <a:pt x="1" y="0"/>
                  </a:moveTo>
                  <a:lnTo>
                    <a:pt x="518" y="1927"/>
                  </a:lnTo>
                  <a:lnTo>
                    <a:pt x="982" y="2356"/>
                  </a:lnTo>
                  <a:lnTo>
                    <a:pt x="1517" y="3711"/>
                  </a:lnTo>
                  <a:lnTo>
                    <a:pt x="2499" y="4345"/>
                  </a:lnTo>
                  <a:lnTo>
                    <a:pt x="4113" y="4479"/>
                  </a:lnTo>
                  <a:lnTo>
                    <a:pt x="3400" y="3827"/>
                  </a:lnTo>
                  <a:lnTo>
                    <a:pt x="2454" y="3185"/>
                  </a:lnTo>
                  <a:lnTo>
                    <a:pt x="1883" y="2195"/>
                  </a:lnTo>
                  <a:lnTo>
                    <a:pt x="991" y="1428"/>
                  </a:lnTo>
                  <a:lnTo>
                    <a:pt x="607" y="946"/>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198"/>
            <p:cNvSpPr/>
            <p:nvPr/>
          </p:nvSpPr>
          <p:spPr>
            <a:xfrm>
              <a:off x="1352322" y="1978942"/>
              <a:ext cx="24663" cy="36976"/>
            </a:xfrm>
            <a:custGeom>
              <a:rect b="b" l="l" r="r" t="t"/>
              <a:pathLst>
                <a:path extrusionOk="0" h="1018" w="679">
                  <a:moveTo>
                    <a:pt x="1" y="0"/>
                  </a:moveTo>
                  <a:lnTo>
                    <a:pt x="1" y="1017"/>
                  </a:lnTo>
                  <a:lnTo>
                    <a:pt x="679" y="313"/>
                  </a:lnTo>
                  <a:lnTo>
                    <a:pt x="1"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198"/>
            <p:cNvSpPr/>
            <p:nvPr/>
          </p:nvSpPr>
          <p:spPr>
            <a:xfrm>
              <a:off x="1495537" y="1844481"/>
              <a:ext cx="46711" cy="91714"/>
            </a:xfrm>
            <a:custGeom>
              <a:rect b="b" l="l" r="r" t="t"/>
              <a:pathLst>
                <a:path extrusionOk="0" h="2525" w="1286">
                  <a:moveTo>
                    <a:pt x="1" y="0"/>
                  </a:moveTo>
                  <a:lnTo>
                    <a:pt x="634" y="2525"/>
                  </a:lnTo>
                  <a:lnTo>
                    <a:pt x="1232" y="2213"/>
                  </a:lnTo>
                  <a:lnTo>
                    <a:pt x="1286" y="1829"/>
                  </a:lnTo>
                  <a:lnTo>
                    <a:pt x="1"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198"/>
            <p:cNvSpPr/>
            <p:nvPr/>
          </p:nvSpPr>
          <p:spPr>
            <a:xfrm>
              <a:off x="1397033" y="1504549"/>
              <a:ext cx="234316" cy="366203"/>
            </a:xfrm>
            <a:custGeom>
              <a:rect b="b" l="l" r="r" t="t"/>
              <a:pathLst>
                <a:path extrusionOk="0" h="10082" w="6451">
                  <a:moveTo>
                    <a:pt x="1" y="1"/>
                  </a:moveTo>
                  <a:lnTo>
                    <a:pt x="1187" y="1580"/>
                  </a:lnTo>
                  <a:lnTo>
                    <a:pt x="1972" y="1839"/>
                  </a:lnTo>
                  <a:lnTo>
                    <a:pt x="3212" y="4185"/>
                  </a:lnTo>
                  <a:lnTo>
                    <a:pt x="3212" y="7370"/>
                  </a:lnTo>
                  <a:lnTo>
                    <a:pt x="4310" y="8271"/>
                  </a:lnTo>
                  <a:lnTo>
                    <a:pt x="4702" y="9038"/>
                  </a:lnTo>
                  <a:lnTo>
                    <a:pt x="5461" y="10082"/>
                  </a:lnTo>
                  <a:lnTo>
                    <a:pt x="6451" y="10082"/>
                  </a:lnTo>
                  <a:lnTo>
                    <a:pt x="5487" y="8298"/>
                  </a:lnTo>
                  <a:lnTo>
                    <a:pt x="3980" y="7227"/>
                  </a:lnTo>
                  <a:lnTo>
                    <a:pt x="3810" y="4720"/>
                  </a:lnTo>
                  <a:lnTo>
                    <a:pt x="2097" y="1241"/>
                  </a:lnTo>
                  <a:lnTo>
                    <a:pt x="1268" y="1036"/>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198"/>
            <p:cNvSpPr/>
            <p:nvPr/>
          </p:nvSpPr>
          <p:spPr>
            <a:xfrm>
              <a:off x="1501712" y="1789381"/>
              <a:ext cx="64836" cy="121535"/>
            </a:xfrm>
            <a:custGeom>
              <a:rect b="b" l="l" r="r" t="t"/>
              <a:pathLst>
                <a:path extrusionOk="0" h="3346" w="1785">
                  <a:moveTo>
                    <a:pt x="0" y="1"/>
                  </a:moveTo>
                  <a:lnTo>
                    <a:pt x="1116" y="3346"/>
                  </a:lnTo>
                  <a:lnTo>
                    <a:pt x="1785" y="3007"/>
                  </a:lnTo>
                  <a:lnTo>
                    <a:pt x="1785" y="2570"/>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198"/>
            <p:cNvSpPr/>
            <p:nvPr/>
          </p:nvSpPr>
          <p:spPr>
            <a:xfrm>
              <a:off x="1375350" y="1836381"/>
              <a:ext cx="50561" cy="144527"/>
            </a:xfrm>
            <a:custGeom>
              <a:rect b="b" l="l" r="r" t="t"/>
              <a:pathLst>
                <a:path extrusionOk="0" h="3979" w="1392">
                  <a:moveTo>
                    <a:pt x="0" y="0"/>
                  </a:moveTo>
                  <a:lnTo>
                    <a:pt x="785" y="3979"/>
                  </a:lnTo>
                  <a:lnTo>
                    <a:pt x="1392" y="3979"/>
                  </a:lnTo>
                  <a:lnTo>
                    <a:pt x="0"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198"/>
            <p:cNvSpPr/>
            <p:nvPr/>
          </p:nvSpPr>
          <p:spPr>
            <a:xfrm>
              <a:off x="1397033" y="1751135"/>
              <a:ext cx="85612" cy="203551"/>
            </a:xfrm>
            <a:custGeom>
              <a:rect b="b" l="l" r="r" t="t"/>
              <a:pathLst>
                <a:path extrusionOk="0" h="5604" w="2357">
                  <a:moveTo>
                    <a:pt x="1" y="1"/>
                  </a:moveTo>
                  <a:lnTo>
                    <a:pt x="1517" y="5603"/>
                  </a:lnTo>
                  <a:lnTo>
                    <a:pt x="2356" y="5603"/>
                  </a:lnTo>
                  <a:lnTo>
                    <a:pt x="1"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198"/>
            <p:cNvSpPr/>
            <p:nvPr/>
          </p:nvSpPr>
          <p:spPr>
            <a:xfrm>
              <a:off x="1584343" y="1723603"/>
              <a:ext cx="85249" cy="134829"/>
            </a:xfrm>
            <a:custGeom>
              <a:rect b="b" l="l" r="r" t="t"/>
              <a:pathLst>
                <a:path extrusionOk="0" h="3712" w="2347">
                  <a:moveTo>
                    <a:pt x="0" y="1"/>
                  </a:moveTo>
                  <a:lnTo>
                    <a:pt x="651" y="1196"/>
                  </a:lnTo>
                  <a:lnTo>
                    <a:pt x="1481" y="2088"/>
                  </a:lnTo>
                  <a:lnTo>
                    <a:pt x="1579" y="2909"/>
                  </a:lnTo>
                  <a:lnTo>
                    <a:pt x="2231" y="3712"/>
                  </a:lnTo>
                  <a:lnTo>
                    <a:pt x="2346" y="3230"/>
                  </a:lnTo>
                  <a:lnTo>
                    <a:pt x="1838" y="1678"/>
                  </a:lnTo>
                  <a:lnTo>
                    <a:pt x="1187" y="1214"/>
                  </a:lnTo>
                  <a:lnTo>
                    <a:pt x="0"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198"/>
            <p:cNvSpPr/>
            <p:nvPr/>
          </p:nvSpPr>
          <p:spPr>
            <a:xfrm>
              <a:off x="1675691" y="1793268"/>
              <a:ext cx="18524" cy="38938"/>
            </a:xfrm>
            <a:custGeom>
              <a:rect b="b" l="l" r="r" t="t"/>
              <a:pathLst>
                <a:path extrusionOk="0" h="1072" w="510">
                  <a:moveTo>
                    <a:pt x="1" y="1"/>
                  </a:moveTo>
                  <a:lnTo>
                    <a:pt x="340" y="1071"/>
                  </a:lnTo>
                  <a:lnTo>
                    <a:pt x="509" y="688"/>
                  </a:lnTo>
                  <a:lnTo>
                    <a:pt x="1" y="1"/>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198"/>
            <p:cNvSpPr/>
            <p:nvPr/>
          </p:nvSpPr>
          <p:spPr>
            <a:xfrm>
              <a:off x="1698719" y="1777722"/>
              <a:ext cx="54157" cy="29857"/>
            </a:xfrm>
            <a:custGeom>
              <a:rect b="b" l="l" r="r" t="t"/>
              <a:pathLst>
                <a:path extrusionOk="0" h="822" w="1491">
                  <a:moveTo>
                    <a:pt x="0" y="0"/>
                  </a:moveTo>
                  <a:lnTo>
                    <a:pt x="982" y="821"/>
                  </a:lnTo>
                  <a:lnTo>
                    <a:pt x="1490" y="821"/>
                  </a:lnTo>
                  <a:lnTo>
                    <a:pt x="0"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2" name="Google Shape;12892;p198"/>
          <p:cNvGrpSpPr/>
          <p:nvPr/>
        </p:nvGrpSpPr>
        <p:grpSpPr>
          <a:xfrm flipH="1">
            <a:off x="6989366" y="3989002"/>
            <a:ext cx="2154611" cy="785401"/>
            <a:chOff x="3363545" y="1399908"/>
            <a:chExt cx="240164" cy="87537"/>
          </a:xfrm>
        </p:grpSpPr>
        <p:sp>
          <p:nvSpPr>
            <p:cNvPr id="12893" name="Google Shape;12893;p198"/>
            <p:cNvSpPr/>
            <p:nvPr/>
          </p:nvSpPr>
          <p:spPr>
            <a:xfrm>
              <a:off x="3363545" y="1399908"/>
              <a:ext cx="240164" cy="87537"/>
            </a:xfrm>
            <a:custGeom>
              <a:rect b="b" l="l" r="r" t="t"/>
              <a:pathLst>
                <a:path extrusionOk="0" h="2410" w="6612">
                  <a:moveTo>
                    <a:pt x="1" y="1"/>
                  </a:moveTo>
                  <a:lnTo>
                    <a:pt x="1"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198"/>
            <p:cNvSpPr/>
            <p:nvPr/>
          </p:nvSpPr>
          <p:spPr>
            <a:xfrm>
              <a:off x="3363545" y="1442367"/>
              <a:ext cx="192836" cy="45076"/>
            </a:xfrm>
            <a:custGeom>
              <a:rect b="b" l="l" r="r" t="t"/>
              <a:pathLst>
                <a:path extrusionOk="0" h="1241" w="5309">
                  <a:moveTo>
                    <a:pt x="1" y="0"/>
                  </a:moveTo>
                  <a:lnTo>
                    <a:pt x="1" y="607"/>
                  </a:lnTo>
                  <a:lnTo>
                    <a:pt x="857" y="571"/>
                  </a:lnTo>
                  <a:lnTo>
                    <a:pt x="1160" y="678"/>
                  </a:lnTo>
                  <a:lnTo>
                    <a:pt x="1303" y="705"/>
                  </a:lnTo>
                  <a:lnTo>
                    <a:pt x="1749" y="758"/>
                  </a:lnTo>
                  <a:lnTo>
                    <a:pt x="2311" y="571"/>
                  </a:lnTo>
                  <a:lnTo>
                    <a:pt x="2499" y="651"/>
                  </a:lnTo>
                  <a:lnTo>
                    <a:pt x="2757" y="750"/>
                  </a:lnTo>
                  <a:lnTo>
                    <a:pt x="3310" y="1044"/>
                  </a:lnTo>
                  <a:lnTo>
                    <a:pt x="4069" y="1240"/>
                  </a:lnTo>
                  <a:lnTo>
                    <a:pt x="5309" y="1240"/>
                  </a:lnTo>
                  <a:lnTo>
                    <a:pt x="4881" y="937"/>
                  </a:lnTo>
                  <a:lnTo>
                    <a:pt x="3141" y="571"/>
                  </a:lnTo>
                  <a:lnTo>
                    <a:pt x="2400" y="241"/>
                  </a:lnTo>
                  <a:lnTo>
                    <a:pt x="1366" y="98"/>
                  </a:lnTo>
                  <a:lnTo>
                    <a:pt x="607" y="0"/>
                  </a:lnTo>
                  <a:lnTo>
                    <a:pt x="322" y="36"/>
                  </a:lnTo>
                  <a:lnTo>
                    <a:pt x="1" y="0"/>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198"/>
            <p:cNvSpPr/>
            <p:nvPr/>
          </p:nvSpPr>
          <p:spPr>
            <a:xfrm>
              <a:off x="3363545" y="1399908"/>
              <a:ext cx="240164" cy="87537"/>
            </a:xfrm>
            <a:custGeom>
              <a:rect b="b" l="l" r="r" t="t"/>
              <a:pathLst>
                <a:path extrusionOk="0" h="2410" w="6612">
                  <a:moveTo>
                    <a:pt x="1" y="1"/>
                  </a:moveTo>
                  <a:lnTo>
                    <a:pt x="1" y="1776"/>
                  </a:lnTo>
                  <a:lnTo>
                    <a:pt x="920" y="1624"/>
                  </a:lnTo>
                  <a:lnTo>
                    <a:pt x="1375" y="1767"/>
                  </a:lnTo>
                  <a:lnTo>
                    <a:pt x="2400" y="1669"/>
                  </a:lnTo>
                  <a:lnTo>
                    <a:pt x="3649" y="2186"/>
                  </a:lnTo>
                  <a:lnTo>
                    <a:pt x="5220" y="2409"/>
                  </a:lnTo>
                  <a:lnTo>
                    <a:pt x="6611" y="2409"/>
                  </a:lnTo>
                  <a:lnTo>
                    <a:pt x="5648" y="1954"/>
                  </a:lnTo>
                  <a:lnTo>
                    <a:pt x="4194" y="1785"/>
                  </a:lnTo>
                  <a:lnTo>
                    <a:pt x="3667" y="1365"/>
                  </a:lnTo>
                  <a:lnTo>
                    <a:pt x="2918" y="1285"/>
                  </a:lnTo>
                  <a:lnTo>
                    <a:pt x="2525" y="1142"/>
                  </a:lnTo>
                  <a:lnTo>
                    <a:pt x="1615" y="937"/>
                  </a:lnTo>
                  <a:lnTo>
                    <a:pt x="1053" y="44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198"/>
            <p:cNvSpPr/>
            <p:nvPr/>
          </p:nvSpPr>
          <p:spPr>
            <a:xfrm>
              <a:off x="3363545" y="1446907"/>
              <a:ext cx="189603" cy="40536"/>
            </a:xfrm>
            <a:custGeom>
              <a:rect b="b" l="l" r="r" t="t"/>
              <a:pathLst>
                <a:path extrusionOk="0" h="1116" w="5220">
                  <a:moveTo>
                    <a:pt x="1" y="0"/>
                  </a:moveTo>
                  <a:lnTo>
                    <a:pt x="1" y="482"/>
                  </a:lnTo>
                  <a:lnTo>
                    <a:pt x="920" y="330"/>
                  </a:lnTo>
                  <a:lnTo>
                    <a:pt x="1375" y="473"/>
                  </a:lnTo>
                  <a:lnTo>
                    <a:pt x="2400" y="375"/>
                  </a:lnTo>
                  <a:lnTo>
                    <a:pt x="3649" y="892"/>
                  </a:lnTo>
                  <a:lnTo>
                    <a:pt x="5220" y="1115"/>
                  </a:lnTo>
                  <a:lnTo>
                    <a:pt x="5220" y="1115"/>
                  </a:lnTo>
                  <a:lnTo>
                    <a:pt x="4265" y="794"/>
                  </a:lnTo>
                  <a:lnTo>
                    <a:pt x="3649" y="794"/>
                  </a:lnTo>
                  <a:lnTo>
                    <a:pt x="3168" y="571"/>
                  </a:lnTo>
                  <a:lnTo>
                    <a:pt x="2525" y="214"/>
                  </a:lnTo>
                  <a:lnTo>
                    <a:pt x="1722" y="330"/>
                  </a:lnTo>
                  <a:lnTo>
                    <a:pt x="955" y="98"/>
                  </a:lnTo>
                  <a:lnTo>
                    <a:pt x="456" y="143"/>
                  </a:lnTo>
                  <a:lnTo>
                    <a:pt x="1" y="0"/>
                  </a:lnTo>
                  <a:close/>
                </a:path>
              </a:pathLst>
            </a:custGeom>
            <a:solidFill>
              <a:srgbClr val="515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198"/>
            <p:cNvSpPr/>
            <p:nvPr/>
          </p:nvSpPr>
          <p:spPr>
            <a:xfrm>
              <a:off x="3380398" y="1468918"/>
              <a:ext cx="79764" cy="18524"/>
            </a:xfrm>
            <a:custGeom>
              <a:rect b="b" l="l" r="r" t="t"/>
              <a:pathLst>
                <a:path extrusionOk="0" h="510" w="2196">
                  <a:moveTo>
                    <a:pt x="456" y="1"/>
                  </a:moveTo>
                  <a:lnTo>
                    <a:pt x="331" y="331"/>
                  </a:lnTo>
                  <a:lnTo>
                    <a:pt x="1" y="509"/>
                  </a:lnTo>
                  <a:lnTo>
                    <a:pt x="589" y="509"/>
                  </a:lnTo>
                  <a:lnTo>
                    <a:pt x="456" y="1"/>
                  </a:lnTo>
                  <a:close/>
                  <a:moveTo>
                    <a:pt x="2124" y="152"/>
                  </a:moveTo>
                  <a:lnTo>
                    <a:pt x="2079" y="509"/>
                  </a:lnTo>
                  <a:lnTo>
                    <a:pt x="2195" y="509"/>
                  </a:lnTo>
                  <a:lnTo>
                    <a:pt x="2124" y="152"/>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98" name="Google Shape;12898;p198"/>
          <p:cNvSpPr/>
          <p:nvPr/>
        </p:nvSpPr>
        <p:spPr>
          <a:xfrm flipH="1">
            <a:off x="-281246" y="195779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198"/>
          <p:cNvSpPr/>
          <p:nvPr/>
        </p:nvSpPr>
        <p:spPr>
          <a:xfrm flipH="1">
            <a:off x="7784522" y="89463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198"/>
          <p:cNvSpPr/>
          <p:nvPr/>
        </p:nvSpPr>
        <p:spPr>
          <a:xfrm flipH="1">
            <a:off x="8430904" y="1991707"/>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198"/>
          <p:cNvSpPr/>
          <p:nvPr/>
        </p:nvSpPr>
        <p:spPr>
          <a:xfrm flipH="1">
            <a:off x="-145626" y="239627"/>
            <a:ext cx="1255728" cy="238749"/>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2" Type="http://schemas.openxmlformats.org/officeDocument/2006/relationships/theme" Target="../theme/theme2.xml"/><Relationship Id="rId9" Type="http://schemas.openxmlformats.org/officeDocument/2006/relationships/slideLayout" Target="../slideLayouts/slideLayout9.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20" Type="http://schemas.openxmlformats.org/officeDocument/2006/relationships/slideLayout" Target="../slideLayouts/slideLayout31.xml"/><Relationship Id="rId22" Type="http://schemas.openxmlformats.org/officeDocument/2006/relationships/slideLayout" Target="../slideLayouts/slideLayout33.xml"/><Relationship Id="rId21" Type="http://schemas.openxmlformats.org/officeDocument/2006/relationships/slideLayout" Target="../slideLayouts/slideLayout32.xml"/><Relationship Id="rId24" Type="http://schemas.openxmlformats.org/officeDocument/2006/relationships/slideLayout" Target="../slideLayouts/slideLayout35.xml"/><Relationship Id="rId23" Type="http://schemas.openxmlformats.org/officeDocument/2006/relationships/slideLayout" Target="../slideLayouts/slideLayout34.xml"/><Relationship Id="rId1" Type="http://schemas.openxmlformats.org/officeDocument/2006/relationships/slideLayout" Target="../slideLayouts/slideLayout12.xml"/><Relationship Id="rId2" Type="http://schemas.openxmlformats.org/officeDocument/2006/relationships/slideLayout" Target="../slideLayouts/slideLayout13.xml"/><Relationship Id="rId3" Type="http://schemas.openxmlformats.org/officeDocument/2006/relationships/slideLayout" Target="../slideLayouts/slideLayout14.xml"/><Relationship Id="rId4" Type="http://schemas.openxmlformats.org/officeDocument/2006/relationships/slideLayout" Target="../slideLayouts/slideLayout15.xml"/><Relationship Id="rId9" Type="http://schemas.openxmlformats.org/officeDocument/2006/relationships/slideLayout" Target="../slideLayouts/slideLayout20.xml"/><Relationship Id="rId26" Type="http://schemas.openxmlformats.org/officeDocument/2006/relationships/slideLayout" Target="../slideLayouts/slideLayout37.xml"/><Relationship Id="rId25" Type="http://schemas.openxmlformats.org/officeDocument/2006/relationships/slideLayout" Target="../slideLayouts/slideLayout36.xml"/><Relationship Id="rId28" Type="http://schemas.openxmlformats.org/officeDocument/2006/relationships/slideLayout" Target="../slideLayouts/slideLayout39.xml"/><Relationship Id="rId27" Type="http://schemas.openxmlformats.org/officeDocument/2006/relationships/slideLayout" Target="../slideLayouts/slideLayout38.xml"/><Relationship Id="rId5" Type="http://schemas.openxmlformats.org/officeDocument/2006/relationships/slideLayout" Target="../slideLayouts/slideLayout16.xml"/><Relationship Id="rId6" Type="http://schemas.openxmlformats.org/officeDocument/2006/relationships/slideLayout" Target="../slideLayouts/slideLayout17.xml"/><Relationship Id="rId29" Type="http://schemas.openxmlformats.org/officeDocument/2006/relationships/slideLayout" Target="../slideLayouts/slideLayout40.xml"/><Relationship Id="rId7" Type="http://schemas.openxmlformats.org/officeDocument/2006/relationships/slideLayout" Target="../slideLayouts/slideLayout18.xml"/><Relationship Id="rId8" Type="http://schemas.openxmlformats.org/officeDocument/2006/relationships/slideLayout" Target="../slideLayouts/slideLayout19.xml"/><Relationship Id="rId31" Type="http://schemas.openxmlformats.org/officeDocument/2006/relationships/theme" Target="../theme/theme6.xml"/><Relationship Id="rId30" Type="http://schemas.openxmlformats.org/officeDocument/2006/relationships/slideLayout" Target="../slideLayouts/slideLayout41.xml"/><Relationship Id="rId11" Type="http://schemas.openxmlformats.org/officeDocument/2006/relationships/slideLayout" Target="../slideLayouts/slideLayout22.xml"/><Relationship Id="rId10" Type="http://schemas.openxmlformats.org/officeDocument/2006/relationships/slideLayout" Target="../slideLayouts/slideLayout21.xml"/><Relationship Id="rId13" Type="http://schemas.openxmlformats.org/officeDocument/2006/relationships/slideLayout" Target="../slideLayouts/slideLayout24.xml"/><Relationship Id="rId12" Type="http://schemas.openxmlformats.org/officeDocument/2006/relationships/slideLayout" Target="../slideLayouts/slideLayout23.xml"/><Relationship Id="rId15" Type="http://schemas.openxmlformats.org/officeDocument/2006/relationships/slideLayout" Target="../slideLayouts/slideLayout26.xml"/><Relationship Id="rId14" Type="http://schemas.openxmlformats.org/officeDocument/2006/relationships/slideLayout" Target="../slideLayouts/slideLayout25.xml"/><Relationship Id="rId17" Type="http://schemas.openxmlformats.org/officeDocument/2006/relationships/slideLayout" Target="../slideLayouts/slideLayout28.xml"/><Relationship Id="rId16" Type="http://schemas.openxmlformats.org/officeDocument/2006/relationships/slideLayout" Target="../slideLayouts/slideLayout27.xml"/><Relationship Id="rId19" Type="http://schemas.openxmlformats.org/officeDocument/2006/relationships/slideLayout" Target="../slideLayouts/slideLayout30.xml"/><Relationship Id="rId18" Type="http://schemas.openxmlformats.org/officeDocument/2006/relationships/slideLayout" Target="../slideLayouts/slideLayout29.xml"/></Relationships>
</file>

<file path=ppt/slideMasters/_rels/slideMaster3.xml.rels><?xml version="1.0" encoding="UTF-8" standalone="yes"?><Relationships xmlns="http://schemas.openxmlformats.org/package/2006/relationships"><Relationship Id="rId20" Type="http://schemas.openxmlformats.org/officeDocument/2006/relationships/slideLayout" Target="../slideLayouts/slideLayout61.xml"/><Relationship Id="rId22" Type="http://schemas.openxmlformats.org/officeDocument/2006/relationships/slideLayout" Target="../slideLayouts/slideLayout63.xml"/><Relationship Id="rId21" Type="http://schemas.openxmlformats.org/officeDocument/2006/relationships/slideLayout" Target="../slideLayouts/slideLayout62.xml"/><Relationship Id="rId24" Type="http://schemas.openxmlformats.org/officeDocument/2006/relationships/slideLayout" Target="../slideLayouts/slideLayout65.xml"/><Relationship Id="rId23" Type="http://schemas.openxmlformats.org/officeDocument/2006/relationships/slideLayout" Target="../slideLayouts/slideLayout64.xml"/><Relationship Id="rId1" Type="http://schemas.openxmlformats.org/officeDocument/2006/relationships/slideLayout" Target="../slideLayouts/slideLayout42.xml"/><Relationship Id="rId2" Type="http://schemas.openxmlformats.org/officeDocument/2006/relationships/slideLayout" Target="../slideLayouts/slideLayout43.xml"/><Relationship Id="rId3" Type="http://schemas.openxmlformats.org/officeDocument/2006/relationships/slideLayout" Target="../slideLayouts/slideLayout44.xml"/><Relationship Id="rId4" Type="http://schemas.openxmlformats.org/officeDocument/2006/relationships/slideLayout" Target="../slideLayouts/slideLayout45.xml"/><Relationship Id="rId9" Type="http://schemas.openxmlformats.org/officeDocument/2006/relationships/slideLayout" Target="../slideLayouts/slideLayout50.xml"/><Relationship Id="rId26" Type="http://schemas.openxmlformats.org/officeDocument/2006/relationships/slideLayout" Target="../slideLayouts/slideLayout67.xml"/><Relationship Id="rId25" Type="http://schemas.openxmlformats.org/officeDocument/2006/relationships/slideLayout" Target="../slideLayouts/slideLayout66.xml"/><Relationship Id="rId28" Type="http://schemas.openxmlformats.org/officeDocument/2006/relationships/slideLayout" Target="../slideLayouts/slideLayout69.xml"/><Relationship Id="rId27" Type="http://schemas.openxmlformats.org/officeDocument/2006/relationships/slideLayout" Target="../slideLayouts/slideLayout68.xml"/><Relationship Id="rId5" Type="http://schemas.openxmlformats.org/officeDocument/2006/relationships/slideLayout" Target="../slideLayouts/slideLayout46.xml"/><Relationship Id="rId6" Type="http://schemas.openxmlformats.org/officeDocument/2006/relationships/slideLayout" Target="../slideLayouts/slideLayout47.xml"/><Relationship Id="rId29" Type="http://schemas.openxmlformats.org/officeDocument/2006/relationships/slideLayout" Target="../slideLayouts/slideLayout70.xml"/><Relationship Id="rId7" Type="http://schemas.openxmlformats.org/officeDocument/2006/relationships/slideLayout" Target="../slideLayouts/slideLayout48.xml"/><Relationship Id="rId8" Type="http://schemas.openxmlformats.org/officeDocument/2006/relationships/slideLayout" Target="../slideLayouts/slideLayout49.xml"/><Relationship Id="rId31" Type="http://schemas.openxmlformats.org/officeDocument/2006/relationships/theme" Target="../theme/theme4.xml"/><Relationship Id="rId30" Type="http://schemas.openxmlformats.org/officeDocument/2006/relationships/slideLayout" Target="../slideLayouts/slideLayout71.xml"/><Relationship Id="rId11" Type="http://schemas.openxmlformats.org/officeDocument/2006/relationships/slideLayout" Target="../slideLayouts/slideLayout52.xml"/><Relationship Id="rId10" Type="http://schemas.openxmlformats.org/officeDocument/2006/relationships/slideLayout" Target="../slideLayouts/slideLayout51.xml"/><Relationship Id="rId13" Type="http://schemas.openxmlformats.org/officeDocument/2006/relationships/slideLayout" Target="../slideLayouts/slideLayout54.xml"/><Relationship Id="rId12" Type="http://schemas.openxmlformats.org/officeDocument/2006/relationships/slideLayout" Target="../slideLayouts/slideLayout53.xml"/><Relationship Id="rId15" Type="http://schemas.openxmlformats.org/officeDocument/2006/relationships/slideLayout" Target="../slideLayouts/slideLayout56.xml"/><Relationship Id="rId14" Type="http://schemas.openxmlformats.org/officeDocument/2006/relationships/slideLayout" Target="../slideLayouts/slideLayout55.xml"/><Relationship Id="rId17" Type="http://schemas.openxmlformats.org/officeDocument/2006/relationships/slideLayout" Target="../slideLayouts/slideLayout58.xml"/><Relationship Id="rId16" Type="http://schemas.openxmlformats.org/officeDocument/2006/relationships/slideLayout" Target="../slideLayouts/slideLayout57.xml"/><Relationship Id="rId19" Type="http://schemas.openxmlformats.org/officeDocument/2006/relationships/slideLayout" Target="../slideLayouts/slideLayout60.xml"/><Relationship Id="rId18" Type="http://schemas.openxmlformats.org/officeDocument/2006/relationships/slideLayout" Target="../slideLayouts/slideLayout59.xml"/></Relationships>
</file>

<file path=ppt/slideMasters/_rels/slideMaster4.xml.rels><?xml version="1.0" encoding="UTF-8" standalone="yes"?><Relationships xmlns="http://schemas.openxmlformats.org/package/2006/relationships"><Relationship Id="rId20" Type="http://schemas.openxmlformats.org/officeDocument/2006/relationships/slideLayout" Target="../slideLayouts/slideLayout91.xml"/><Relationship Id="rId22" Type="http://schemas.openxmlformats.org/officeDocument/2006/relationships/slideLayout" Target="../slideLayouts/slideLayout93.xml"/><Relationship Id="rId21" Type="http://schemas.openxmlformats.org/officeDocument/2006/relationships/slideLayout" Target="../slideLayouts/slideLayout92.xml"/><Relationship Id="rId24" Type="http://schemas.openxmlformats.org/officeDocument/2006/relationships/slideLayout" Target="../slideLayouts/slideLayout95.xml"/><Relationship Id="rId23" Type="http://schemas.openxmlformats.org/officeDocument/2006/relationships/slideLayout" Target="../slideLayouts/slideLayout94.xml"/><Relationship Id="rId1" Type="http://schemas.openxmlformats.org/officeDocument/2006/relationships/slideLayout" Target="../slideLayouts/slideLayout72.xml"/><Relationship Id="rId2" Type="http://schemas.openxmlformats.org/officeDocument/2006/relationships/slideLayout" Target="../slideLayouts/slideLayout73.xml"/><Relationship Id="rId3" Type="http://schemas.openxmlformats.org/officeDocument/2006/relationships/slideLayout" Target="../slideLayouts/slideLayout74.xml"/><Relationship Id="rId4" Type="http://schemas.openxmlformats.org/officeDocument/2006/relationships/slideLayout" Target="../slideLayouts/slideLayout75.xml"/><Relationship Id="rId9" Type="http://schemas.openxmlformats.org/officeDocument/2006/relationships/slideLayout" Target="../slideLayouts/slideLayout80.xml"/><Relationship Id="rId26" Type="http://schemas.openxmlformats.org/officeDocument/2006/relationships/slideLayout" Target="../slideLayouts/slideLayout97.xml"/><Relationship Id="rId25" Type="http://schemas.openxmlformats.org/officeDocument/2006/relationships/slideLayout" Target="../slideLayouts/slideLayout96.xml"/><Relationship Id="rId28" Type="http://schemas.openxmlformats.org/officeDocument/2006/relationships/slideLayout" Target="../slideLayouts/slideLayout99.xml"/><Relationship Id="rId27" Type="http://schemas.openxmlformats.org/officeDocument/2006/relationships/slideLayout" Target="../slideLayouts/slideLayout98.xml"/><Relationship Id="rId5" Type="http://schemas.openxmlformats.org/officeDocument/2006/relationships/slideLayout" Target="../slideLayouts/slideLayout76.xml"/><Relationship Id="rId6" Type="http://schemas.openxmlformats.org/officeDocument/2006/relationships/slideLayout" Target="../slideLayouts/slideLayout77.xml"/><Relationship Id="rId29" Type="http://schemas.openxmlformats.org/officeDocument/2006/relationships/slideLayout" Target="../slideLayouts/slideLayout100.xml"/><Relationship Id="rId7" Type="http://schemas.openxmlformats.org/officeDocument/2006/relationships/slideLayout" Target="../slideLayouts/slideLayout78.xml"/><Relationship Id="rId8" Type="http://schemas.openxmlformats.org/officeDocument/2006/relationships/slideLayout" Target="../slideLayouts/slideLayout79.xml"/><Relationship Id="rId31" Type="http://schemas.openxmlformats.org/officeDocument/2006/relationships/theme" Target="../theme/theme3.xml"/><Relationship Id="rId30" Type="http://schemas.openxmlformats.org/officeDocument/2006/relationships/slideLayout" Target="../slideLayouts/slideLayout101.xml"/><Relationship Id="rId11" Type="http://schemas.openxmlformats.org/officeDocument/2006/relationships/slideLayout" Target="../slideLayouts/slideLayout82.xml"/><Relationship Id="rId10" Type="http://schemas.openxmlformats.org/officeDocument/2006/relationships/slideLayout" Target="../slideLayouts/slideLayout81.xml"/><Relationship Id="rId13" Type="http://schemas.openxmlformats.org/officeDocument/2006/relationships/slideLayout" Target="../slideLayouts/slideLayout84.xml"/><Relationship Id="rId12" Type="http://schemas.openxmlformats.org/officeDocument/2006/relationships/slideLayout" Target="../slideLayouts/slideLayout83.xml"/><Relationship Id="rId15" Type="http://schemas.openxmlformats.org/officeDocument/2006/relationships/slideLayout" Target="../slideLayouts/slideLayout86.xml"/><Relationship Id="rId14" Type="http://schemas.openxmlformats.org/officeDocument/2006/relationships/slideLayout" Target="../slideLayouts/slideLayout85.xml"/><Relationship Id="rId17" Type="http://schemas.openxmlformats.org/officeDocument/2006/relationships/slideLayout" Target="../slideLayouts/slideLayout88.xml"/><Relationship Id="rId16" Type="http://schemas.openxmlformats.org/officeDocument/2006/relationships/slideLayout" Target="../slideLayouts/slideLayout87.xml"/><Relationship Id="rId19" Type="http://schemas.openxmlformats.org/officeDocument/2006/relationships/slideLayout" Target="../slideLayouts/slideLayout90.xml"/><Relationship Id="rId18" Type="http://schemas.openxmlformats.org/officeDocument/2006/relationships/slideLayout" Target="../slideLayouts/slideLayout89.xml"/></Relationships>
</file>

<file path=ppt/slideMasters/_rels/slideMaster5.xml.rels><?xml version="1.0" encoding="UTF-8" standalone="yes"?><Relationships xmlns="http://schemas.openxmlformats.org/package/2006/relationships"><Relationship Id="rId20" Type="http://schemas.openxmlformats.org/officeDocument/2006/relationships/slideLayout" Target="../slideLayouts/slideLayout121.xml"/><Relationship Id="rId22" Type="http://schemas.openxmlformats.org/officeDocument/2006/relationships/slideLayout" Target="../slideLayouts/slideLayout123.xml"/><Relationship Id="rId21" Type="http://schemas.openxmlformats.org/officeDocument/2006/relationships/slideLayout" Target="../slideLayouts/slideLayout122.xml"/><Relationship Id="rId24" Type="http://schemas.openxmlformats.org/officeDocument/2006/relationships/slideLayout" Target="../slideLayouts/slideLayout125.xml"/><Relationship Id="rId23" Type="http://schemas.openxmlformats.org/officeDocument/2006/relationships/slideLayout" Target="../slideLayouts/slideLayout124.xml"/><Relationship Id="rId1" Type="http://schemas.openxmlformats.org/officeDocument/2006/relationships/slideLayout" Target="../slideLayouts/slideLayout102.xml"/><Relationship Id="rId2" Type="http://schemas.openxmlformats.org/officeDocument/2006/relationships/slideLayout" Target="../slideLayouts/slideLayout103.xml"/><Relationship Id="rId3" Type="http://schemas.openxmlformats.org/officeDocument/2006/relationships/slideLayout" Target="../slideLayouts/slideLayout104.xml"/><Relationship Id="rId4" Type="http://schemas.openxmlformats.org/officeDocument/2006/relationships/slideLayout" Target="../slideLayouts/slideLayout105.xml"/><Relationship Id="rId9" Type="http://schemas.openxmlformats.org/officeDocument/2006/relationships/slideLayout" Target="../slideLayouts/slideLayout110.xml"/><Relationship Id="rId26" Type="http://schemas.openxmlformats.org/officeDocument/2006/relationships/slideLayout" Target="../slideLayouts/slideLayout127.xml"/><Relationship Id="rId25" Type="http://schemas.openxmlformats.org/officeDocument/2006/relationships/slideLayout" Target="../slideLayouts/slideLayout126.xml"/><Relationship Id="rId28" Type="http://schemas.openxmlformats.org/officeDocument/2006/relationships/slideLayout" Target="../slideLayouts/slideLayout129.xml"/><Relationship Id="rId27" Type="http://schemas.openxmlformats.org/officeDocument/2006/relationships/slideLayout" Target="../slideLayouts/slideLayout128.xml"/><Relationship Id="rId5" Type="http://schemas.openxmlformats.org/officeDocument/2006/relationships/slideLayout" Target="../slideLayouts/slideLayout106.xml"/><Relationship Id="rId6" Type="http://schemas.openxmlformats.org/officeDocument/2006/relationships/slideLayout" Target="../slideLayouts/slideLayout107.xml"/><Relationship Id="rId29" Type="http://schemas.openxmlformats.org/officeDocument/2006/relationships/slideLayout" Target="../slideLayouts/slideLayout130.xml"/><Relationship Id="rId7" Type="http://schemas.openxmlformats.org/officeDocument/2006/relationships/slideLayout" Target="../slideLayouts/slideLayout108.xml"/><Relationship Id="rId8" Type="http://schemas.openxmlformats.org/officeDocument/2006/relationships/slideLayout" Target="../slideLayouts/slideLayout109.xml"/><Relationship Id="rId31" Type="http://schemas.openxmlformats.org/officeDocument/2006/relationships/theme" Target="../theme/theme1.xml"/><Relationship Id="rId30" Type="http://schemas.openxmlformats.org/officeDocument/2006/relationships/slideLayout" Target="../slideLayouts/slideLayout131.xml"/><Relationship Id="rId11" Type="http://schemas.openxmlformats.org/officeDocument/2006/relationships/slideLayout" Target="../slideLayouts/slideLayout112.xml"/><Relationship Id="rId10" Type="http://schemas.openxmlformats.org/officeDocument/2006/relationships/slideLayout" Target="../slideLayouts/slideLayout111.xml"/><Relationship Id="rId13" Type="http://schemas.openxmlformats.org/officeDocument/2006/relationships/slideLayout" Target="../slideLayouts/slideLayout114.xml"/><Relationship Id="rId12" Type="http://schemas.openxmlformats.org/officeDocument/2006/relationships/slideLayout" Target="../slideLayouts/slideLayout113.xml"/><Relationship Id="rId15" Type="http://schemas.openxmlformats.org/officeDocument/2006/relationships/slideLayout" Target="../slideLayouts/slideLayout116.xml"/><Relationship Id="rId14" Type="http://schemas.openxmlformats.org/officeDocument/2006/relationships/slideLayout" Target="../slideLayouts/slideLayout115.xml"/><Relationship Id="rId17" Type="http://schemas.openxmlformats.org/officeDocument/2006/relationships/slideLayout" Target="../slideLayouts/slideLayout118.xml"/><Relationship Id="rId16" Type="http://schemas.openxmlformats.org/officeDocument/2006/relationships/slideLayout" Target="../slideLayouts/slideLayout117.xml"/><Relationship Id="rId19" Type="http://schemas.openxmlformats.org/officeDocument/2006/relationships/slideLayout" Target="../slideLayouts/slideLayout120.xml"/><Relationship Id="rId18" Type="http://schemas.openxmlformats.org/officeDocument/2006/relationships/slideLayout" Target="../slideLayouts/slideLayout119.xml"/></Relationships>
</file>

<file path=ppt/slideMasters/_rels/slideMaster6.xml.rels><?xml version="1.0" encoding="UTF-8" standalone="yes"?><Relationships xmlns="http://schemas.openxmlformats.org/package/2006/relationships"><Relationship Id="rId20" Type="http://schemas.openxmlformats.org/officeDocument/2006/relationships/slideLayout" Target="../slideLayouts/slideLayout151.xml"/><Relationship Id="rId22" Type="http://schemas.openxmlformats.org/officeDocument/2006/relationships/slideLayout" Target="../slideLayouts/slideLayout153.xml"/><Relationship Id="rId21" Type="http://schemas.openxmlformats.org/officeDocument/2006/relationships/slideLayout" Target="../slideLayouts/slideLayout152.xml"/><Relationship Id="rId24" Type="http://schemas.openxmlformats.org/officeDocument/2006/relationships/slideLayout" Target="../slideLayouts/slideLayout155.xml"/><Relationship Id="rId23" Type="http://schemas.openxmlformats.org/officeDocument/2006/relationships/slideLayout" Target="../slideLayouts/slideLayout154.xml"/><Relationship Id="rId1" Type="http://schemas.openxmlformats.org/officeDocument/2006/relationships/slideLayout" Target="../slideLayouts/slideLayout132.xml"/><Relationship Id="rId2" Type="http://schemas.openxmlformats.org/officeDocument/2006/relationships/slideLayout" Target="../slideLayouts/slideLayout133.xml"/><Relationship Id="rId3" Type="http://schemas.openxmlformats.org/officeDocument/2006/relationships/slideLayout" Target="../slideLayouts/slideLayout134.xml"/><Relationship Id="rId4" Type="http://schemas.openxmlformats.org/officeDocument/2006/relationships/slideLayout" Target="../slideLayouts/slideLayout135.xml"/><Relationship Id="rId9" Type="http://schemas.openxmlformats.org/officeDocument/2006/relationships/slideLayout" Target="../slideLayouts/slideLayout140.xml"/><Relationship Id="rId26" Type="http://schemas.openxmlformats.org/officeDocument/2006/relationships/slideLayout" Target="../slideLayouts/slideLayout157.xml"/><Relationship Id="rId25" Type="http://schemas.openxmlformats.org/officeDocument/2006/relationships/slideLayout" Target="../slideLayouts/slideLayout156.xml"/><Relationship Id="rId28" Type="http://schemas.openxmlformats.org/officeDocument/2006/relationships/slideLayout" Target="../slideLayouts/slideLayout159.xml"/><Relationship Id="rId27" Type="http://schemas.openxmlformats.org/officeDocument/2006/relationships/slideLayout" Target="../slideLayouts/slideLayout158.xml"/><Relationship Id="rId5" Type="http://schemas.openxmlformats.org/officeDocument/2006/relationships/slideLayout" Target="../slideLayouts/slideLayout136.xml"/><Relationship Id="rId6" Type="http://schemas.openxmlformats.org/officeDocument/2006/relationships/slideLayout" Target="../slideLayouts/slideLayout137.xml"/><Relationship Id="rId29" Type="http://schemas.openxmlformats.org/officeDocument/2006/relationships/slideLayout" Target="../slideLayouts/slideLayout160.xml"/><Relationship Id="rId7" Type="http://schemas.openxmlformats.org/officeDocument/2006/relationships/slideLayout" Target="../slideLayouts/slideLayout138.xml"/><Relationship Id="rId8" Type="http://schemas.openxmlformats.org/officeDocument/2006/relationships/slideLayout" Target="../slideLayouts/slideLayout139.xml"/><Relationship Id="rId31" Type="http://schemas.openxmlformats.org/officeDocument/2006/relationships/theme" Target="../theme/theme5.xml"/><Relationship Id="rId30" Type="http://schemas.openxmlformats.org/officeDocument/2006/relationships/slideLayout" Target="../slideLayouts/slideLayout161.xml"/><Relationship Id="rId11" Type="http://schemas.openxmlformats.org/officeDocument/2006/relationships/slideLayout" Target="../slideLayouts/slideLayout142.xml"/><Relationship Id="rId10" Type="http://schemas.openxmlformats.org/officeDocument/2006/relationships/slideLayout" Target="../slideLayouts/slideLayout141.xml"/><Relationship Id="rId13" Type="http://schemas.openxmlformats.org/officeDocument/2006/relationships/slideLayout" Target="../slideLayouts/slideLayout144.xml"/><Relationship Id="rId12" Type="http://schemas.openxmlformats.org/officeDocument/2006/relationships/slideLayout" Target="../slideLayouts/slideLayout143.xml"/><Relationship Id="rId15" Type="http://schemas.openxmlformats.org/officeDocument/2006/relationships/slideLayout" Target="../slideLayouts/slideLayout146.xml"/><Relationship Id="rId14" Type="http://schemas.openxmlformats.org/officeDocument/2006/relationships/slideLayout" Target="../slideLayouts/slideLayout145.xml"/><Relationship Id="rId17" Type="http://schemas.openxmlformats.org/officeDocument/2006/relationships/slideLayout" Target="../slideLayouts/slideLayout148.xml"/><Relationship Id="rId16" Type="http://schemas.openxmlformats.org/officeDocument/2006/relationships/slideLayout" Target="../slideLayouts/slideLayout147.xml"/><Relationship Id="rId19" Type="http://schemas.openxmlformats.org/officeDocument/2006/relationships/slideLayout" Target="../slideLayouts/slideLayout150.xml"/><Relationship Id="rId18" Type="http://schemas.openxmlformats.org/officeDocument/2006/relationships/slideLayout" Target="../slideLayouts/slideLayout149.xml"/></Relationships>
</file>

<file path=ppt/slideMasters/_rels/slideMaster7.xml.rels><?xml version="1.0" encoding="UTF-8" standalone="yes"?><Relationships xmlns="http://schemas.openxmlformats.org/package/2006/relationships"><Relationship Id="rId20" Type="http://schemas.openxmlformats.org/officeDocument/2006/relationships/slideLayout" Target="../slideLayouts/slideLayout181.xml"/><Relationship Id="rId22" Type="http://schemas.openxmlformats.org/officeDocument/2006/relationships/slideLayout" Target="../slideLayouts/slideLayout183.xml"/><Relationship Id="rId21" Type="http://schemas.openxmlformats.org/officeDocument/2006/relationships/slideLayout" Target="../slideLayouts/slideLayout182.xml"/><Relationship Id="rId24" Type="http://schemas.openxmlformats.org/officeDocument/2006/relationships/slideLayout" Target="../slideLayouts/slideLayout185.xml"/><Relationship Id="rId23" Type="http://schemas.openxmlformats.org/officeDocument/2006/relationships/slideLayout" Target="../slideLayouts/slideLayout184.xml"/><Relationship Id="rId1" Type="http://schemas.openxmlformats.org/officeDocument/2006/relationships/slideLayout" Target="../slideLayouts/slideLayout162.xml"/><Relationship Id="rId2" Type="http://schemas.openxmlformats.org/officeDocument/2006/relationships/slideLayout" Target="../slideLayouts/slideLayout163.xml"/><Relationship Id="rId3" Type="http://schemas.openxmlformats.org/officeDocument/2006/relationships/slideLayout" Target="../slideLayouts/slideLayout164.xml"/><Relationship Id="rId4" Type="http://schemas.openxmlformats.org/officeDocument/2006/relationships/slideLayout" Target="../slideLayouts/slideLayout165.xml"/><Relationship Id="rId9" Type="http://schemas.openxmlformats.org/officeDocument/2006/relationships/slideLayout" Target="../slideLayouts/slideLayout170.xml"/><Relationship Id="rId26" Type="http://schemas.openxmlformats.org/officeDocument/2006/relationships/slideLayout" Target="../slideLayouts/slideLayout187.xml"/><Relationship Id="rId25" Type="http://schemas.openxmlformats.org/officeDocument/2006/relationships/slideLayout" Target="../slideLayouts/slideLayout186.xml"/><Relationship Id="rId28" Type="http://schemas.openxmlformats.org/officeDocument/2006/relationships/slideLayout" Target="../slideLayouts/slideLayout189.xml"/><Relationship Id="rId27" Type="http://schemas.openxmlformats.org/officeDocument/2006/relationships/slideLayout" Target="../slideLayouts/slideLayout188.xml"/><Relationship Id="rId5" Type="http://schemas.openxmlformats.org/officeDocument/2006/relationships/slideLayout" Target="../slideLayouts/slideLayout166.xml"/><Relationship Id="rId6" Type="http://schemas.openxmlformats.org/officeDocument/2006/relationships/slideLayout" Target="../slideLayouts/slideLayout167.xml"/><Relationship Id="rId29" Type="http://schemas.openxmlformats.org/officeDocument/2006/relationships/slideLayout" Target="../slideLayouts/slideLayout190.xml"/><Relationship Id="rId7" Type="http://schemas.openxmlformats.org/officeDocument/2006/relationships/slideLayout" Target="../slideLayouts/slideLayout168.xml"/><Relationship Id="rId8" Type="http://schemas.openxmlformats.org/officeDocument/2006/relationships/slideLayout" Target="../slideLayouts/slideLayout169.xml"/><Relationship Id="rId31" Type="http://schemas.openxmlformats.org/officeDocument/2006/relationships/theme" Target="../theme/theme7.xml"/><Relationship Id="rId30" Type="http://schemas.openxmlformats.org/officeDocument/2006/relationships/slideLayout" Target="../slideLayouts/slideLayout191.xml"/><Relationship Id="rId11" Type="http://schemas.openxmlformats.org/officeDocument/2006/relationships/slideLayout" Target="../slideLayouts/slideLayout172.xml"/><Relationship Id="rId10" Type="http://schemas.openxmlformats.org/officeDocument/2006/relationships/slideLayout" Target="../slideLayouts/slideLayout171.xml"/><Relationship Id="rId13" Type="http://schemas.openxmlformats.org/officeDocument/2006/relationships/slideLayout" Target="../slideLayouts/slideLayout174.xml"/><Relationship Id="rId12" Type="http://schemas.openxmlformats.org/officeDocument/2006/relationships/slideLayout" Target="../slideLayouts/slideLayout173.xml"/><Relationship Id="rId15" Type="http://schemas.openxmlformats.org/officeDocument/2006/relationships/slideLayout" Target="../slideLayouts/slideLayout176.xml"/><Relationship Id="rId14" Type="http://schemas.openxmlformats.org/officeDocument/2006/relationships/slideLayout" Target="../slideLayouts/slideLayout175.xml"/><Relationship Id="rId17" Type="http://schemas.openxmlformats.org/officeDocument/2006/relationships/slideLayout" Target="../slideLayouts/slideLayout178.xml"/><Relationship Id="rId16" Type="http://schemas.openxmlformats.org/officeDocument/2006/relationships/slideLayout" Target="../slideLayouts/slideLayout177.xml"/><Relationship Id="rId19" Type="http://schemas.openxmlformats.org/officeDocument/2006/relationships/slideLayout" Target="../slideLayouts/slideLayout180.xml"/><Relationship Id="rId18" Type="http://schemas.openxmlformats.org/officeDocument/2006/relationships/slideLayout" Target="../slideLayouts/slideLayout179.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rmAutofit/>
          </a:bodyPr>
          <a:lstStyle>
            <a:lvl1pPr lvl="0">
              <a:spcBef>
                <a:spcPts val="0"/>
              </a:spcBef>
              <a:spcAft>
                <a:spcPts val="0"/>
              </a:spcAft>
              <a:buClr>
                <a:schemeClr val="dk1"/>
              </a:buClr>
              <a:buSzPts val="2800"/>
              <a:buNone/>
              <a:defRPr sz="2800">
                <a:solidFill>
                  <a:schemeClr val="dk1"/>
                </a:solidFill>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rmAutofit/>
          </a:bodyPr>
          <a:lstStyle>
            <a:lvl1pPr indent="-342900" lvl="0" marL="457200">
              <a:lnSpc>
                <a:spcPct val="115000"/>
              </a:lnSpc>
              <a:spcBef>
                <a:spcPts val="0"/>
              </a:spcBef>
              <a:spcAft>
                <a:spcPts val="0"/>
              </a:spcAft>
              <a:buClr>
                <a:schemeClr val="dk2"/>
              </a:buClr>
              <a:buSzPts val="1800"/>
              <a:buChar char="●"/>
              <a:defRPr sz="1800">
                <a:solidFill>
                  <a:schemeClr val="dk2"/>
                </a:solidFill>
              </a:defRPr>
            </a:lvl1pPr>
            <a:lvl2pPr indent="-317500" lvl="1" marL="914400">
              <a:lnSpc>
                <a:spcPct val="115000"/>
              </a:lnSpc>
              <a:spcBef>
                <a:spcPts val="0"/>
              </a:spcBef>
              <a:spcAft>
                <a:spcPts val="0"/>
              </a:spcAft>
              <a:buClr>
                <a:schemeClr val="dk2"/>
              </a:buClr>
              <a:buSzPts val="1400"/>
              <a:buChar char="○"/>
              <a:defRPr>
                <a:solidFill>
                  <a:schemeClr val="dk2"/>
                </a:solidFill>
              </a:defRPr>
            </a:lvl2pPr>
            <a:lvl3pPr indent="-317500" lvl="2" marL="1371600">
              <a:lnSpc>
                <a:spcPct val="115000"/>
              </a:lnSpc>
              <a:spcBef>
                <a:spcPts val="0"/>
              </a:spcBef>
              <a:spcAft>
                <a:spcPts val="0"/>
              </a:spcAft>
              <a:buClr>
                <a:schemeClr val="dk2"/>
              </a:buClr>
              <a:buSzPts val="1400"/>
              <a:buChar char="■"/>
              <a:defRPr>
                <a:solidFill>
                  <a:schemeClr val="dk2"/>
                </a:solidFill>
              </a:defRPr>
            </a:lvl3pPr>
            <a:lvl4pPr indent="-317500" lvl="3" marL="1828800">
              <a:lnSpc>
                <a:spcPct val="115000"/>
              </a:lnSpc>
              <a:spcBef>
                <a:spcPts val="0"/>
              </a:spcBef>
              <a:spcAft>
                <a:spcPts val="0"/>
              </a:spcAft>
              <a:buClr>
                <a:schemeClr val="dk2"/>
              </a:buClr>
              <a:buSzPts val="1400"/>
              <a:buChar char="●"/>
              <a:defRPr>
                <a:solidFill>
                  <a:schemeClr val="dk2"/>
                </a:solidFill>
              </a:defRPr>
            </a:lvl4pPr>
            <a:lvl5pPr indent="-317500" lvl="4" marL="2286000">
              <a:lnSpc>
                <a:spcPct val="115000"/>
              </a:lnSpc>
              <a:spcBef>
                <a:spcPts val="0"/>
              </a:spcBef>
              <a:spcAft>
                <a:spcPts val="0"/>
              </a:spcAft>
              <a:buClr>
                <a:schemeClr val="dk2"/>
              </a:buClr>
              <a:buSzPts val="1400"/>
              <a:buChar char="○"/>
              <a:defRPr>
                <a:solidFill>
                  <a:schemeClr val="dk2"/>
                </a:solidFill>
              </a:defRPr>
            </a:lvl5pPr>
            <a:lvl6pPr indent="-317500" lvl="5" marL="2743200">
              <a:lnSpc>
                <a:spcPct val="115000"/>
              </a:lnSpc>
              <a:spcBef>
                <a:spcPts val="0"/>
              </a:spcBef>
              <a:spcAft>
                <a:spcPts val="0"/>
              </a:spcAft>
              <a:buClr>
                <a:schemeClr val="dk2"/>
              </a:buClr>
              <a:buSzPts val="1400"/>
              <a:buChar char="■"/>
              <a:defRPr>
                <a:solidFill>
                  <a:schemeClr val="dk2"/>
                </a:solidFill>
              </a:defRPr>
            </a:lvl6pPr>
            <a:lvl7pPr indent="-317500" lvl="6" marL="3200400">
              <a:lnSpc>
                <a:spcPct val="115000"/>
              </a:lnSpc>
              <a:spcBef>
                <a:spcPts val="0"/>
              </a:spcBef>
              <a:spcAft>
                <a:spcPts val="0"/>
              </a:spcAft>
              <a:buClr>
                <a:schemeClr val="dk2"/>
              </a:buClr>
              <a:buSzPts val="1400"/>
              <a:buChar char="●"/>
              <a:defRPr>
                <a:solidFill>
                  <a:schemeClr val="dk2"/>
                </a:solidFill>
              </a:defRPr>
            </a:lvl7pPr>
            <a:lvl8pPr indent="-317500" lvl="7" marL="3657600">
              <a:lnSpc>
                <a:spcPct val="115000"/>
              </a:lnSpc>
              <a:spcBef>
                <a:spcPts val="0"/>
              </a:spcBef>
              <a:spcAft>
                <a:spcPts val="0"/>
              </a:spcAft>
              <a:buClr>
                <a:schemeClr val="dk2"/>
              </a:buClr>
              <a:buSzPts val="1400"/>
              <a:buChar char="○"/>
              <a:defRPr>
                <a:solidFill>
                  <a:schemeClr val="dk2"/>
                </a:solidFill>
              </a:defRPr>
            </a:lvl8pPr>
            <a:lvl9pPr indent="-317500" lvl="8" marL="4114800">
              <a:lnSpc>
                <a:spcPct val="115000"/>
              </a:lnSpc>
              <a:spcBef>
                <a:spcPts val="0"/>
              </a:spcBef>
              <a:spcAft>
                <a:spcPts val="0"/>
              </a:spcAft>
              <a:buClr>
                <a:schemeClr val="dk2"/>
              </a:buClr>
              <a:buSzPts val="1400"/>
              <a:buChar char="■"/>
              <a:defRPr>
                <a:solidFill>
                  <a:schemeClr val="dk2"/>
                </a:solidFill>
              </a:defRPr>
            </a:lvl9pPr>
          </a:lstStyle>
          <a:p/>
        </p:txBody>
      </p:sp>
      <p:sp>
        <p:nvSpPr>
          <p:cNvPr id="8" name="Google Shape;8;p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gradFill>
          <a:gsLst>
            <a:gs pos="0">
              <a:srgbClr val="9FDCE4"/>
            </a:gs>
            <a:gs pos="100000">
              <a:srgbClr val="41B1C0"/>
            </a:gs>
          </a:gsLst>
          <a:lin ang="5400012" scaled="0"/>
        </a:gradFill>
      </p:bgPr>
    </p:bg>
    <p:spTree>
      <p:nvGrpSpPr>
        <p:cNvPr id="50" name="Shape 50"/>
        <p:cNvGrpSpPr/>
        <p:nvPr/>
      </p:nvGrpSpPr>
      <p:grpSpPr>
        <a:xfrm>
          <a:off x="0" y="0"/>
          <a:ext cx="0" cy="0"/>
          <a:chOff x="0" y="0"/>
          <a:chExt cx="0" cy="0"/>
        </a:xfrm>
      </p:grpSpPr>
      <p:sp>
        <p:nvSpPr>
          <p:cNvPr id="51" name="Google Shape;51;p13"/>
          <p:cNvSpPr txBox="1"/>
          <p:nvPr>
            <p:ph type="title"/>
          </p:nvPr>
        </p:nvSpPr>
        <p:spPr>
          <a:xfrm>
            <a:off x="713100" y="539400"/>
            <a:ext cx="7717800" cy="5727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1pPr>
            <a:lvl2pPr lvl="1">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2pPr>
            <a:lvl3pPr lvl="2">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3pPr>
            <a:lvl4pPr lvl="3">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4pPr>
            <a:lvl5pPr lvl="4">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5pPr>
            <a:lvl6pPr lvl="5">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6pPr>
            <a:lvl7pPr lvl="6">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7pPr>
            <a:lvl8pPr lvl="7">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8pPr>
            <a:lvl9pPr lvl="8">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9pPr>
          </a:lstStyle>
          <a:p/>
        </p:txBody>
      </p:sp>
      <p:sp>
        <p:nvSpPr>
          <p:cNvPr id="52" name="Google Shape;52;p13"/>
          <p:cNvSpPr txBox="1"/>
          <p:nvPr>
            <p:ph idx="1" type="body"/>
          </p:nvPr>
        </p:nvSpPr>
        <p:spPr>
          <a:xfrm>
            <a:off x="713100" y="1152475"/>
            <a:ext cx="77178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1pPr>
            <a:lvl2pPr indent="-317500" lvl="1" marL="9144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2pPr>
            <a:lvl3pPr indent="-317500" lvl="2" marL="13716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3pPr>
            <a:lvl4pPr indent="-317500" lvl="3" marL="18288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4pPr>
            <a:lvl5pPr indent="-317500" lvl="4" marL="22860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5pPr>
            <a:lvl6pPr indent="-317500" lvl="5" marL="27432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6pPr>
            <a:lvl7pPr indent="-317500" lvl="6" marL="32004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7pPr>
            <a:lvl8pPr indent="-317500" lvl="7" marL="36576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8pPr>
            <a:lvl9pPr indent="-317500" lvl="8" marL="4114800">
              <a:lnSpc>
                <a:spcPct val="115000"/>
              </a:lnSpc>
              <a:spcBef>
                <a:spcPts val="1600"/>
              </a:spcBef>
              <a:spcAft>
                <a:spcPts val="1600"/>
              </a:spcAft>
              <a:buClr>
                <a:schemeClr val="lt1"/>
              </a:buClr>
              <a:buSzPts val="1400"/>
              <a:buFont typeface="Bellota Text"/>
              <a:buChar char="■"/>
              <a:defRPr>
                <a:solidFill>
                  <a:schemeClr val="lt1"/>
                </a:solidFill>
                <a:latin typeface="Bellota Text"/>
                <a:ea typeface="Bellota Text"/>
                <a:cs typeface="Bellota Text"/>
                <a:sym typeface="Bellota Text"/>
              </a:defRPr>
            </a:lvl9pPr>
          </a:lstStyle>
          <a:p/>
        </p:txBody>
      </p:sp>
    </p:spTree>
  </p:cSld>
  <p:clrMap accent1="accent1" accent2="accent2" accent3="accent3" accent4="accent4" accent5="accent5" accent6="accent6" bg1="lt1" bg2="dk2" tx1="dk1" tx2="lt2" folHlink="folHlink" hlink="hlink"/>
  <p:sldLayoutIdLst>
    <p:sldLayoutId id="2147483659" r:id="rId1"/>
    <p:sldLayoutId id="2147483660" r:id="rId2"/>
    <p:sldLayoutId id="2147483661" r:id="rId3"/>
    <p:sldLayoutId id="2147483662" r:id="rId4"/>
    <p:sldLayoutId id="2147483663" r:id="rId5"/>
    <p:sldLayoutId id="2147483664" r:id="rId6"/>
    <p:sldLayoutId id="2147483665" r:id="rId7"/>
    <p:sldLayoutId id="2147483666" r:id="rId8"/>
    <p:sldLayoutId id="2147483667" r:id="rId9"/>
    <p:sldLayoutId id="2147483668" r:id="rId10"/>
    <p:sldLayoutId id="2147483669" r:id="rId11"/>
    <p:sldLayoutId id="2147483670" r:id="rId12"/>
    <p:sldLayoutId id="2147483671" r:id="rId13"/>
    <p:sldLayoutId id="2147483672" r:id="rId14"/>
    <p:sldLayoutId id="2147483673" r:id="rId15"/>
    <p:sldLayoutId id="2147483674" r:id="rId16"/>
    <p:sldLayoutId id="2147483675" r:id="rId17"/>
    <p:sldLayoutId id="2147483676" r:id="rId18"/>
    <p:sldLayoutId id="2147483677" r:id="rId19"/>
    <p:sldLayoutId id="2147483678" r:id="rId20"/>
    <p:sldLayoutId id="2147483679" r:id="rId21"/>
    <p:sldLayoutId id="2147483680" r:id="rId22"/>
    <p:sldLayoutId id="2147483681" r:id="rId23"/>
    <p:sldLayoutId id="2147483682" r:id="rId24"/>
    <p:sldLayoutId id="2147483683" r:id="rId25"/>
    <p:sldLayoutId id="2147483684" r:id="rId26"/>
    <p:sldLayoutId id="2147483685" r:id="rId27"/>
    <p:sldLayoutId id="2147483686" r:id="rId28"/>
    <p:sldLayoutId id="2147483687" r:id="rId29"/>
    <p:sldLayoutId id="2147483688" r:id="rId30"/>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gradFill>
          <a:gsLst>
            <a:gs pos="0">
              <a:srgbClr val="9FDCE4"/>
            </a:gs>
            <a:gs pos="100000">
              <a:srgbClr val="41B1C0"/>
            </a:gs>
          </a:gsLst>
          <a:lin ang="5400012" scaled="0"/>
        </a:gradFill>
      </p:bgPr>
    </p:bg>
    <p:spTree>
      <p:nvGrpSpPr>
        <p:cNvPr id="2192" name="Shape 2192"/>
        <p:cNvGrpSpPr/>
        <p:nvPr/>
      </p:nvGrpSpPr>
      <p:grpSpPr>
        <a:xfrm>
          <a:off x="0" y="0"/>
          <a:ext cx="0" cy="0"/>
          <a:chOff x="0" y="0"/>
          <a:chExt cx="0" cy="0"/>
        </a:xfrm>
      </p:grpSpPr>
      <p:sp>
        <p:nvSpPr>
          <p:cNvPr id="2193" name="Google Shape;2193;p44"/>
          <p:cNvSpPr txBox="1"/>
          <p:nvPr>
            <p:ph type="title"/>
          </p:nvPr>
        </p:nvSpPr>
        <p:spPr>
          <a:xfrm>
            <a:off x="713100" y="539400"/>
            <a:ext cx="7717800" cy="5727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1pPr>
            <a:lvl2pPr lvl="1">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2pPr>
            <a:lvl3pPr lvl="2">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3pPr>
            <a:lvl4pPr lvl="3">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4pPr>
            <a:lvl5pPr lvl="4">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5pPr>
            <a:lvl6pPr lvl="5">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6pPr>
            <a:lvl7pPr lvl="6">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7pPr>
            <a:lvl8pPr lvl="7">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8pPr>
            <a:lvl9pPr lvl="8">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9pPr>
          </a:lstStyle>
          <a:p/>
        </p:txBody>
      </p:sp>
      <p:sp>
        <p:nvSpPr>
          <p:cNvPr id="2194" name="Google Shape;2194;p44"/>
          <p:cNvSpPr txBox="1"/>
          <p:nvPr>
            <p:ph idx="1" type="body"/>
          </p:nvPr>
        </p:nvSpPr>
        <p:spPr>
          <a:xfrm>
            <a:off x="713100" y="1152475"/>
            <a:ext cx="77178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1pPr>
            <a:lvl2pPr indent="-317500" lvl="1" marL="9144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2pPr>
            <a:lvl3pPr indent="-317500" lvl="2" marL="13716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3pPr>
            <a:lvl4pPr indent="-317500" lvl="3" marL="18288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4pPr>
            <a:lvl5pPr indent="-317500" lvl="4" marL="22860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5pPr>
            <a:lvl6pPr indent="-317500" lvl="5" marL="27432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6pPr>
            <a:lvl7pPr indent="-317500" lvl="6" marL="32004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7pPr>
            <a:lvl8pPr indent="-317500" lvl="7" marL="36576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8pPr>
            <a:lvl9pPr indent="-317500" lvl="8" marL="4114800">
              <a:lnSpc>
                <a:spcPct val="115000"/>
              </a:lnSpc>
              <a:spcBef>
                <a:spcPts val="1600"/>
              </a:spcBef>
              <a:spcAft>
                <a:spcPts val="1600"/>
              </a:spcAft>
              <a:buClr>
                <a:schemeClr val="lt1"/>
              </a:buClr>
              <a:buSzPts val="1400"/>
              <a:buFont typeface="Bellota Text"/>
              <a:buChar char="■"/>
              <a:defRPr>
                <a:solidFill>
                  <a:schemeClr val="lt1"/>
                </a:solidFill>
                <a:latin typeface="Bellota Text"/>
                <a:ea typeface="Bellota Text"/>
                <a:cs typeface="Bellota Text"/>
                <a:sym typeface="Bellota Text"/>
              </a:defRPr>
            </a:lvl9pPr>
          </a:lstStyle>
          <a:p/>
        </p:txBody>
      </p:sp>
    </p:spTree>
  </p:cSld>
  <p:clrMap accent1="accent1" accent2="accent2" accent3="accent3" accent4="accent4" accent5="accent5" accent6="accent6" bg1="lt1" bg2="dk2" tx1="dk1" tx2="lt2" folHlink="folHlink" hlink="hlink"/>
  <p:sldLayoutIdLst>
    <p:sldLayoutId id="2147483689" r:id="rId1"/>
    <p:sldLayoutId id="2147483690" r:id="rId2"/>
    <p:sldLayoutId id="2147483691" r:id="rId3"/>
    <p:sldLayoutId id="2147483692" r:id="rId4"/>
    <p:sldLayoutId id="2147483693" r:id="rId5"/>
    <p:sldLayoutId id="2147483694" r:id="rId6"/>
    <p:sldLayoutId id="2147483695" r:id="rId7"/>
    <p:sldLayoutId id="2147483696" r:id="rId8"/>
    <p:sldLayoutId id="2147483697" r:id="rId9"/>
    <p:sldLayoutId id="2147483698" r:id="rId10"/>
    <p:sldLayoutId id="2147483699" r:id="rId11"/>
    <p:sldLayoutId id="2147483700" r:id="rId12"/>
    <p:sldLayoutId id="2147483701" r:id="rId13"/>
    <p:sldLayoutId id="2147483702" r:id="rId14"/>
    <p:sldLayoutId id="2147483703" r:id="rId15"/>
    <p:sldLayoutId id="2147483704" r:id="rId16"/>
    <p:sldLayoutId id="2147483705" r:id="rId17"/>
    <p:sldLayoutId id="2147483706" r:id="rId18"/>
    <p:sldLayoutId id="2147483707" r:id="rId19"/>
    <p:sldLayoutId id="2147483708" r:id="rId20"/>
    <p:sldLayoutId id="2147483709" r:id="rId21"/>
    <p:sldLayoutId id="2147483710" r:id="rId22"/>
    <p:sldLayoutId id="2147483711" r:id="rId23"/>
    <p:sldLayoutId id="2147483712" r:id="rId24"/>
    <p:sldLayoutId id="2147483713" r:id="rId25"/>
    <p:sldLayoutId id="2147483714" r:id="rId26"/>
    <p:sldLayoutId id="2147483715" r:id="rId27"/>
    <p:sldLayoutId id="2147483716" r:id="rId28"/>
    <p:sldLayoutId id="2147483717" r:id="rId29"/>
    <p:sldLayoutId id="2147483718" r:id="rId30"/>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gradFill>
          <a:gsLst>
            <a:gs pos="0">
              <a:srgbClr val="9FDCE4"/>
            </a:gs>
            <a:gs pos="100000">
              <a:srgbClr val="41B1C0"/>
            </a:gs>
          </a:gsLst>
          <a:lin ang="5400012" scaled="0"/>
        </a:gradFill>
      </p:bgPr>
    </p:bg>
    <p:spTree>
      <p:nvGrpSpPr>
        <p:cNvPr id="4334" name="Shape 4334"/>
        <p:cNvGrpSpPr/>
        <p:nvPr/>
      </p:nvGrpSpPr>
      <p:grpSpPr>
        <a:xfrm>
          <a:off x="0" y="0"/>
          <a:ext cx="0" cy="0"/>
          <a:chOff x="0" y="0"/>
          <a:chExt cx="0" cy="0"/>
        </a:xfrm>
      </p:grpSpPr>
      <p:sp>
        <p:nvSpPr>
          <p:cNvPr id="4335" name="Google Shape;4335;p75"/>
          <p:cNvSpPr txBox="1"/>
          <p:nvPr>
            <p:ph type="title"/>
          </p:nvPr>
        </p:nvSpPr>
        <p:spPr>
          <a:xfrm>
            <a:off x="713100" y="539400"/>
            <a:ext cx="7717800" cy="5727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1pPr>
            <a:lvl2pPr lvl="1">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2pPr>
            <a:lvl3pPr lvl="2">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3pPr>
            <a:lvl4pPr lvl="3">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4pPr>
            <a:lvl5pPr lvl="4">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5pPr>
            <a:lvl6pPr lvl="5">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6pPr>
            <a:lvl7pPr lvl="6">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7pPr>
            <a:lvl8pPr lvl="7">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8pPr>
            <a:lvl9pPr lvl="8">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9pPr>
          </a:lstStyle>
          <a:p/>
        </p:txBody>
      </p:sp>
      <p:sp>
        <p:nvSpPr>
          <p:cNvPr id="4336" name="Google Shape;4336;p75"/>
          <p:cNvSpPr txBox="1"/>
          <p:nvPr>
            <p:ph idx="1" type="body"/>
          </p:nvPr>
        </p:nvSpPr>
        <p:spPr>
          <a:xfrm>
            <a:off x="713100" y="1152475"/>
            <a:ext cx="77178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1pPr>
            <a:lvl2pPr indent="-317500" lvl="1" marL="9144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2pPr>
            <a:lvl3pPr indent="-317500" lvl="2" marL="13716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3pPr>
            <a:lvl4pPr indent="-317500" lvl="3" marL="18288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4pPr>
            <a:lvl5pPr indent="-317500" lvl="4" marL="22860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5pPr>
            <a:lvl6pPr indent="-317500" lvl="5" marL="27432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6pPr>
            <a:lvl7pPr indent="-317500" lvl="6" marL="32004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7pPr>
            <a:lvl8pPr indent="-317500" lvl="7" marL="36576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8pPr>
            <a:lvl9pPr indent="-317500" lvl="8" marL="4114800">
              <a:lnSpc>
                <a:spcPct val="115000"/>
              </a:lnSpc>
              <a:spcBef>
                <a:spcPts val="1600"/>
              </a:spcBef>
              <a:spcAft>
                <a:spcPts val="1600"/>
              </a:spcAft>
              <a:buClr>
                <a:schemeClr val="lt1"/>
              </a:buClr>
              <a:buSzPts val="1400"/>
              <a:buFont typeface="Bellota Text"/>
              <a:buChar char="■"/>
              <a:defRPr>
                <a:solidFill>
                  <a:schemeClr val="lt1"/>
                </a:solidFill>
                <a:latin typeface="Bellota Text"/>
                <a:ea typeface="Bellota Text"/>
                <a:cs typeface="Bellota Text"/>
                <a:sym typeface="Bellota Text"/>
              </a:defRPr>
            </a:lvl9pPr>
          </a:lstStyle>
          <a:p/>
        </p:txBody>
      </p:sp>
    </p:spTree>
  </p:cSld>
  <p:clrMap accent1="accent1" accent2="accent2" accent3="accent3" accent4="accent4" accent5="accent5" accent6="accent6" bg1="lt1" bg2="dk2" tx1="dk1" tx2="lt2" folHlink="folHlink" hlink="hlink"/>
  <p:sldLayoutIdLst>
    <p:sldLayoutId id="2147483719" r:id="rId1"/>
    <p:sldLayoutId id="2147483720" r:id="rId2"/>
    <p:sldLayoutId id="2147483721" r:id="rId3"/>
    <p:sldLayoutId id="2147483722" r:id="rId4"/>
    <p:sldLayoutId id="2147483723" r:id="rId5"/>
    <p:sldLayoutId id="2147483724" r:id="rId6"/>
    <p:sldLayoutId id="2147483725" r:id="rId7"/>
    <p:sldLayoutId id="2147483726" r:id="rId8"/>
    <p:sldLayoutId id="2147483727" r:id="rId9"/>
    <p:sldLayoutId id="2147483728" r:id="rId10"/>
    <p:sldLayoutId id="2147483729" r:id="rId11"/>
    <p:sldLayoutId id="2147483730" r:id="rId12"/>
    <p:sldLayoutId id="2147483731" r:id="rId13"/>
    <p:sldLayoutId id="2147483732" r:id="rId14"/>
    <p:sldLayoutId id="2147483733" r:id="rId15"/>
    <p:sldLayoutId id="2147483734" r:id="rId16"/>
    <p:sldLayoutId id="2147483735" r:id="rId17"/>
    <p:sldLayoutId id="2147483736" r:id="rId18"/>
    <p:sldLayoutId id="2147483737" r:id="rId19"/>
    <p:sldLayoutId id="2147483738" r:id="rId20"/>
    <p:sldLayoutId id="2147483739" r:id="rId21"/>
    <p:sldLayoutId id="2147483740" r:id="rId22"/>
    <p:sldLayoutId id="2147483741" r:id="rId23"/>
    <p:sldLayoutId id="2147483742" r:id="rId24"/>
    <p:sldLayoutId id="2147483743" r:id="rId25"/>
    <p:sldLayoutId id="2147483744" r:id="rId26"/>
    <p:sldLayoutId id="2147483745" r:id="rId27"/>
    <p:sldLayoutId id="2147483746" r:id="rId28"/>
    <p:sldLayoutId id="2147483747" r:id="rId29"/>
    <p:sldLayoutId id="2147483748" r:id="rId30"/>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5.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gradFill>
          <a:gsLst>
            <a:gs pos="0">
              <a:srgbClr val="9FDCE4"/>
            </a:gs>
            <a:gs pos="100000">
              <a:srgbClr val="41B1C0"/>
            </a:gs>
          </a:gsLst>
          <a:lin ang="5400012" scaled="0"/>
        </a:gradFill>
      </p:bgPr>
    </p:bg>
    <p:spTree>
      <p:nvGrpSpPr>
        <p:cNvPr id="6476" name="Shape 6476"/>
        <p:cNvGrpSpPr/>
        <p:nvPr/>
      </p:nvGrpSpPr>
      <p:grpSpPr>
        <a:xfrm>
          <a:off x="0" y="0"/>
          <a:ext cx="0" cy="0"/>
          <a:chOff x="0" y="0"/>
          <a:chExt cx="0" cy="0"/>
        </a:xfrm>
      </p:grpSpPr>
      <p:sp>
        <p:nvSpPr>
          <p:cNvPr id="6477" name="Google Shape;6477;p106"/>
          <p:cNvSpPr txBox="1"/>
          <p:nvPr>
            <p:ph type="title"/>
          </p:nvPr>
        </p:nvSpPr>
        <p:spPr>
          <a:xfrm>
            <a:off x="713100" y="539400"/>
            <a:ext cx="7717800" cy="5727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1pPr>
            <a:lvl2pPr lvl="1">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2pPr>
            <a:lvl3pPr lvl="2">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3pPr>
            <a:lvl4pPr lvl="3">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4pPr>
            <a:lvl5pPr lvl="4">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5pPr>
            <a:lvl6pPr lvl="5">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6pPr>
            <a:lvl7pPr lvl="6">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7pPr>
            <a:lvl8pPr lvl="7">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8pPr>
            <a:lvl9pPr lvl="8">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9pPr>
          </a:lstStyle>
          <a:p/>
        </p:txBody>
      </p:sp>
      <p:sp>
        <p:nvSpPr>
          <p:cNvPr id="6478" name="Google Shape;6478;p106"/>
          <p:cNvSpPr txBox="1"/>
          <p:nvPr>
            <p:ph idx="1" type="body"/>
          </p:nvPr>
        </p:nvSpPr>
        <p:spPr>
          <a:xfrm>
            <a:off x="713100" y="1152475"/>
            <a:ext cx="77178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1pPr>
            <a:lvl2pPr indent="-317500" lvl="1" marL="9144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2pPr>
            <a:lvl3pPr indent="-317500" lvl="2" marL="13716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3pPr>
            <a:lvl4pPr indent="-317500" lvl="3" marL="18288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4pPr>
            <a:lvl5pPr indent="-317500" lvl="4" marL="22860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5pPr>
            <a:lvl6pPr indent="-317500" lvl="5" marL="27432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6pPr>
            <a:lvl7pPr indent="-317500" lvl="6" marL="32004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7pPr>
            <a:lvl8pPr indent="-317500" lvl="7" marL="36576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8pPr>
            <a:lvl9pPr indent="-317500" lvl="8" marL="4114800">
              <a:lnSpc>
                <a:spcPct val="115000"/>
              </a:lnSpc>
              <a:spcBef>
                <a:spcPts val="1600"/>
              </a:spcBef>
              <a:spcAft>
                <a:spcPts val="1600"/>
              </a:spcAft>
              <a:buClr>
                <a:schemeClr val="lt1"/>
              </a:buClr>
              <a:buSzPts val="1400"/>
              <a:buFont typeface="Bellota Text"/>
              <a:buChar char="■"/>
              <a:defRPr>
                <a:solidFill>
                  <a:schemeClr val="lt1"/>
                </a:solidFill>
                <a:latin typeface="Bellota Text"/>
                <a:ea typeface="Bellota Text"/>
                <a:cs typeface="Bellota Text"/>
                <a:sym typeface="Bellota Text"/>
              </a:defRPr>
            </a:lvl9pPr>
          </a:lstStyle>
          <a:p/>
        </p:txBody>
      </p:sp>
    </p:spTree>
  </p:cSld>
  <p:clrMap accent1="accent1" accent2="accent2" accent3="accent3" accent4="accent4" accent5="accent5" accent6="accent6" bg1="lt1" bg2="dk2" tx1="dk1" tx2="lt2" folHlink="folHlink" hlink="hlink"/>
  <p:sldLayoutIdLst>
    <p:sldLayoutId id="2147483749" r:id="rId1"/>
    <p:sldLayoutId id="2147483750" r:id="rId2"/>
    <p:sldLayoutId id="2147483751" r:id="rId3"/>
    <p:sldLayoutId id="2147483752" r:id="rId4"/>
    <p:sldLayoutId id="2147483753" r:id="rId5"/>
    <p:sldLayoutId id="2147483754" r:id="rId6"/>
    <p:sldLayoutId id="2147483755" r:id="rId7"/>
    <p:sldLayoutId id="2147483756" r:id="rId8"/>
    <p:sldLayoutId id="2147483757" r:id="rId9"/>
    <p:sldLayoutId id="2147483758" r:id="rId10"/>
    <p:sldLayoutId id="2147483759" r:id="rId11"/>
    <p:sldLayoutId id="2147483760" r:id="rId12"/>
    <p:sldLayoutId id="2147483761" r:id="rId13"/>
    <p:sldLayoutId id="2147483762" r:id="rId14"/>
    <p:sldLayoutId id="2147483763" r:id="rId15"/>
    <p:sldLayoutId id="2147483764" r:id="rId16"/>
    <p:sldLayoutId id="2147483765" r:id="rId17"/>
    <p:sldLayoutId id="2147483766" r:id="rId18"/>
    <p:sldLayoutId id="2147483767" r:id="rId19"/>
    <p:sldLayoutId id="2147483768" r:id="rId20"/>
    <p:sldLayoutId id="2147483769" r:id="rId21"/>
    <p:sldLayoutId id="2147483770" r:id="rId22"/>
    <p:sldLayoutId id="2147483771" r:id="rId23"/>
    <p:sldLayoutId id="2147483772" r:id="rId24"/>
    <p:sldLayoutId id="2147483773" r:id="rId25"/>
    <p:sldLayoutId id="2147483774" r:id="rId26"/>
    <p:sldLayoutId id="2147483775" r:id="rId27"/>
    <p:sldLayoutId id="2147483776" r:id="rId28"/>
    <p:sldLayoutId id="2147483777" r:id="rId29"/>
    <p:sldLayoutId id="2147483778" r:id="rId30"/>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6.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gradFill>
          <a:gsLst>
            <a:gs pos="0">
              <a:srgbClr val="9FDCE4"/>
            </a:gs>
            <a:gs pos="100000">
              <a:srgbClr val="41B1C0"/>
            </a:gs>
          </a:gsLst>
          <a:lin ang="5400012" scaled="0"/>
        </a:gradFill>
      </p:bgPr>
    </p:bg>
    <p:spTree>
      <p:nvGrpSpPr>
        <p:cNvPr id="8618" name="Shape 8618"/>
        <p:cNvGrpSpPr/>
        <p:nvPr/>
      </p:nvGrpSpPr>
      <p:grpSpPr>
        <a:xfrm>
          <a:off x="0" y="0"/>
          <a:ext cx="0" cy="0"/>
          <a:chOff x="0" y="0"/>
          <a:chExt cx="0" cy="0"/>
        </a:xfrm>
      </p:grpSpPr>
      <p:sp>
        <p:nvSpPr>
          <p:cNvPr id="8619" name="Google Shape;8619;p137"/>
          <p:cNvSpPr txBox="1"/>
          <p:nvPr>
            <p:ph type="title"/>
          </p:nvPr>
        </p:nvSpPr>
        <p:spPr>
          <a:xfrm>
            <a:off x="713100" y="539400"/>
            <a:ext cx="7717800" cy="5727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1pPr>
            <a:lvl2pPr lvl="1">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2pPr>
            <a:lvl3pPr lvl="2">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3pPr>
            <a:lvl4pPr lvl="3">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4pPr>
            <a:lvl5pPr lvl="4">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5pPr>
            <a:lvl6pPr lvl="5">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6pPr>
            <a:lvl7pPr lvl="6">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7pPr>
            <a:lvl8pPr lvl="7">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8pPr>
            <a:lvl9pPr lvl="8">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9pPr>
          </a:lstStyle>
          <a:p/>
        </p:txBody>
      </p:sp>
      <p:sp>
        <p:nvSpPr>
          <p:cNvPr id="8620" name="Google Shape;8620;p137"/>
          <p:cNvSpPr txBox="1"/>
          <p:nvPr>
            <p:ph idx="1" type="body"/>
          </p:nvPr>
        </p:nvSpPr>
        <p:spPr>
          <a:xfrm>
            <a:off x="713100" y="1152475"/>
            <a:ext cx="77178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1pPr>
            <a:lvl2pPr indent="-317500" lvl="1" marL="9144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2pPr>
            <a:lvl3pPr indent="-317500" lvl="2" marL="13716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3pPr>
            <a:lvl4pPr indent="-317500" lvl="3" marL="18288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4pPr>
            <a:lvl5pPr indent="-317500" lvl="4" marL="22860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5pPr>
            <a:lvl6pPr indent="-317500" lvl="5" marL="27432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6pPr>
            <a:lvl7pPr indent="-317500" lvl="6" marL="32004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7pPr>
            <a:lvl8pPr indent="-317500" lvl="7" marL="36576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8pPr>
            <a:lvl9pPr indent="-317500" lvl="8" marL="4114800">
              <a:lnSpc>
                <a:spcPct val="115000"/>
              </a:lnSpc>
              <a:spcBef>
                <a:spcPts val="1600"/>
              </a:spcBef>
              <a:spcAft>
                <a:spcPts val="1600"/>
              </a:spcAft>
              <a:buClr>
                <a:schemeClr val="lt1"/>
              </a:buClr>
              <a:buSzPts val="1400"/>
              <a:buFont typeface="Bellota Text"/>
              <a:buChar char="■"/>
              <a:defRPr>
                <a:solidFill>
                  <a:schemeClr val="lt1"/>
                </a:solidFill>
                <a:latin typeface="Bellota Text"/>
                <a:ea typeface="Bellota Text"/>
                <a:cs typeface="Bellota Text"/>
                <a:sym typeface="Bellota Text"/>
              </a:defRPr>
            </a:lvl9pPr>
          </a:lstStyle>
          <a:p/>
        </p:txBody>
      </p:sp>
    </p:spTree>
  </p:cSld>
  <p:clrMap accent1="accent1" accent2="accent2" accent3="accent3" accent4="accent4" accent5="accent5" accent6="accent6" bg1="lt1" bg2="dk2" tx1="dk1" tx2="lt2" folHlink="folHlink" hlink="hlink"/>
  <p:sldLayoutIdLst>
    <p:sldLayoutId id="2147483779" r:id="rId1"/>
    <p:sldLayoutId id="2147483780" r:id="rId2"/>
    <p:sldLayoutId id="2147483781" r:id="rId3"/>
    <p:sldLayoutId id="2147483782" r:id="rId4"/>
    <p:sldLayoutId id="2147483783" r:id="rId5"/>
    <p:sldLayoutId id="2147483784" r:id="rId6"/>
    <p:sldLayoutId id="2147483785" r:id="rId7"/>
    <p:sldLayoutId id="2147483786" r:id="rId8"/>
    <p:sldLayoutId id="2147483787" r:id="rId9"/>
    <p:sldLayoutId id="2147483788" r:id="rId10"/>
    <p:sldLayoutId id="2147483789" r:id="rId11"/>
    <p:sldLayoutId id="2147483790" r:id="rId12"/>
    <p:sldLayoutId id="2147483791" r:id="rId13"/>
    <p:sldLayoutId id="2147483792" r:id="rId14"/>
    <p:sldLayoutId id="2147483793" r:id="rId15"/>
    <p:sldLayoutId id="2147483794" r:id="rId16"/>
    <p:sldLayoutId id="2147483795" r:id="rId17"/>
    <p:sldLayoutId id="2147483796" r:id="rId18"/>
    <p:sldLayoutId id="2147483797" r:id="rId19"/>
    <p:sldLayoutId id="2147483798" r:id="rId20"/>
    <p:sldLayoutId id="2147483799" r:id="rId21"/>
    <p:sldLayoutId id="2147483800" r:id="rId22"/>
    <p:sldLayoutId id="2147483801" r:id="rId23"/>
    <p:sldLayoutId id="2147483802" r:id="rId24"/>
    <p:sldLayoutId id="2147483803" r:id="rId25"/>
    <p:sldLayoutId id="2147483804" r:id="rId26"/>
    <p:sldLayoutId id="2147483805" r:id="rId27"/>
    <p:sldLayoutId id="2147483806" r:id="rId28"/>
    <p:sldLayoutId id="2147483807" r:id="rId29"/>
    <p:sldLayoutId id="2147483808" r:id="rId30"/>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7.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gradFill>
          <a:gsLst>
            <a:gs pos="0">
              <a:srgbClr val="9FDCE4"/>
            </a:gs>
            <a:gs pos="100000">
              <a:srgbClr val="41B1C0"/>
            </a:gs>
          </a:gsLst>
          <a:lin ang="5400012" scaled="0"/>
        </a:gradFill>
      </p:bgPr>
    </p:bg>
    <p:spTree>
      <p:nvGrpSpPr>
        <p:cNvPr id="10760" name="Shape 10760"/>
        <p:cNvGrpSpPr/>
        <p:nvPr/>
      </p:nvGrpSpPr>
      <p:grpSpPr>
        <a:xfrm>
          <a:off x="0" y="0"/>
          <a:ext cx="0" cy="0"/>
          <a:chOff x="0" y="0"/>
          <a:chExt cx="0" cy="0"/>
        </a:xfrm>
      </p:grpSpPr>
      <p:sp>
        <p:nvSpPr>
          <p:cNvPr id="10761" name="Google Shape;10761;p168"/>
          <p:cNvSpPr txBox="1"/>
          <p:nvPr>
            <p:ph type="title"/>
          </p:nvPr>
        </p:nvSpPr>
        <p:spPr>
          <a:xfrm>
            <a:off x="713100" y="539400"/>
            <a:ext cx="7717800" cy="5727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1pPr>
            <a:lvl2pPr lvl="1">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2pPr>
            <a:lvl3pPr lvl="2">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3pPr>
            <a:lvl4pPr lvl="3">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4pPr>
            <a:lvl5pPr lvl="4">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5pPr>
            <a:lvl6pPr lvl="5">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6pPr>
            <a:lvl7pPr lvl="6">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7pPr>
            <a:lvl8pPr lvl="7">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8pPr>
            <a:lvl9pPr lvl="8">
              <a:spcBef>
                <a:spcPts val="0"/>
              </a:spcBef>
              <a:spcAft>
                <a:spcPts val="0"/>
              </a:spcAft>
              <a:buClr>
                <a:schemeClr val="lt1"/>
              </a:buClr>
              <a:buSzPts val="3000"/>
              <a:buFont typeface="Federo"/>
              <a:buNone/>
              <a:defRPr b="1" sz="3000">
                <a:solidFill>
                  <a:schemeClr val="lt1"/>
                </a:solidFill>
                <a:latin typeface="Federo"/>
                <a:ea typeface="Federo"/>
                <a:cs typeface="Federo"/>
                <a:sym typeface="Federo"/>
              </a:defRPr>
            </a:lvl9pPr>
          </a:lstStyle>
          <a:p/>
        </p:txBody>
      </p:sp>
      <p:sp>
        <p:nvSpPr>
          <p:cNvPr id="10762" name="Google Shape;10762;p168"/>
          <p:cNvSpPr txBox="1"/>
          <p:nvPr>
            <p:ph idx="1" type="body"/>
          </p:nvPr>
        </p:nvSpPr>
        <p:spPr>
          <a:xfrm>
            <a:off x="713100" y="1152475"/>
            <a:ext cx="77178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1pPr>
            <a:lvl2pPr indent="-317500" lvl="1" marL="9144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2pPr>
            <a:lvl3pPr indent="-317500" lvl="2" marL="13716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3pPr>
            <a:lvl4pPr indent="-317500" lvl="3" marL="18288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4pPr>
            <a:lvl5pPr indent="-317500" lvl="4" marL="22860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5pPr>
            <a:lvl6pPr indent="-317500" lvl="5" marL="27432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6pPr>
            <a:lvl7pPr indent="-317500" lvl="6" marL="32004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7pPr>
            <a:lvl8pPr indent="-317500" lvl="7" marL="3657600">
              <a:lnSpc>
                <a:spcPct val="115000"/>
              </a:lnSpc>
              <a:spcBef>
                <a:spcPts val="1600"/>
              </a:spcBef>
              <a:spcAft>
                <a:spcPts val="0"/>
              </a:spcAft>
              <a:buClr>
                <a:schemeClr val="lt1"/>
              </a:buClr>
              <a:buSzPts val="1400"/>
              <a:buFont typeface="Bellota Text"/>
              <a:buChar char="○"/>
              <a:defRPr>
                <a:solidFill>
                  <a:schemeClr val="lt1"/>
                </a:solidFill>
                <a:latin typeface="Bellota Text"/>
                <a:ea typeface="Bellota Text"/>
                <a:cs typeface="Bellota Text"/>
                <a:sym typeface="Bellota Text"/>
              </a:defRPr>
            </a:lvl8pPr>
            <a:lvl9pPr indent="-317500" lvl="8" marL="4114800">
              <a:lnSpc>
                <a:spcPct val="115000"/>
              </a:lnSpc>
              <a:spcBef>
                <a:spcPts val="1600"/>
              </a:spcBef>
              <a:spcAft>
                <a:spcPts val="1600"/>
              </a:spcAft>
              <a:buClr>
                <a:schemeClr val="lt1"/>
              </a:buClr>
              <a:buSzPts val="1400"/>
              <a:buFont typeface="Bellota Text"/>
              <a:buChar char="■"/>
              <a:defRPr>
                <a:solidFill>
                  <a:schemeClr val="lt1"/>
                </a:solidFill>
                <a:latin typeface="Bellota Text"/>
                <a:ea typeface="Bellota Text"/>
                <a:cs typeface="Bellota Text"/>
                <a:sym typeface="Bellota Text"/>
              </a:defRPr>
            </a:lvl9pPr>
          </a:lstStyle>
          <a:p/>
        </p:txBody>
      </p:sp>
    </p:spTree>
  </p:cSld>
  <p:clrMap accent1="accent1" accent2="accent2" accent3="accent3" accent4="accent4" accent5="accent5" accent6="accent6" bg1="lt1" bg2="dk2" tx1="dk1" tx2="lt2" folHlink="folHlink" hlink="hlink"/>
  <p:sldLayoutIdLst>
    <p:sldLayoutId id="2147483809" r:id="rId1"/>
    <p:sldLayoutId id="2147483810" r:id="rId2"/>
    <p:sldLayoutId id="2147483811" r:id="rId3"/>
    <p:sldLayoutId id="2147483812" r:id="rId4"/>
    <p:sldLayoutId id="2147483813" r:id="rId5"/>
    <p:sldLayoutId id="2147483814" r:id="rId6"/>
    <p:sldLayoutId id="2147483815" r:id="rId7"/>
    <p:sldLayoutId id="2147483816" r:id="rId8"/>
    <p:sldLayoutId id="2147483817" r:id="rId9"/>
    <p:sldLayoutId id="2147483818" r:id="rId10"/>
    <p:sldLayoutId id="2147483819" r:id="rId11"/>
    <p:sldLayoutId id="2147483820" r:id="rId12"/>
    <p:sldLayoutId id="2147483821" r:id="rId13"/>
    <p:sldLayoutId id="2147483822" r:id="rId14"/>
    <p:sldLayoutId id="2147483823" r:id="rId15"/>
    <p:sldLayoutId id="2147483824" r:id="rId16"/>
    <p:sldLayoutId id="2147483825" r:id="rId17"/>
    <p:sldLayoutId id="2147483826" r:id="rId18"/>
    <p:sldLayoutId id="2147483827" r:id="rId19"/>
    <p:sldLayoutId id="2147483828" r:id="rId20"/>
    <p:sldLayoutId id="2147483829" r:id="rId21"/>
    <p:sldLayoutId id="2147483830" r:id="rId22"/>
    <p:sldLayoutId id="2147483831" r:id="rId23"/>
    <p:sldLayoutId id="2147483832" r:id="rId24"/>
    <p:sldLayoutId id="2147483833" r:id="rId25"/>
    <p:sldLayoutId id="2147483834" r:id="rId26"/>
    <p:sldLayoutId id="2147483835" r:id="rId27"/>
    <p:sldLayoutId id="2147483836" r:id="rId28"/>
    <p:sldLayoutId id="2147483837" r:id="rId29"/>
    <p:sldLayoutId id="2147483838" r:id="rId30"/>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65.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7.xml"/><Relationship Id="rId2" Type="http://schemas.openxmlformats.org/officeDocument/2006/relationships/notesSlide" Target="../notesSlides/notesSlide4.xml"/><Relationship Id="rId3" Type="http://schemas.openxmlformats.org/officeDocument/2006/relationships/image" Target="../media/image2.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7.xml"/><Relationship Id="rId2" Type="http://schemas.openxmlformats.org/officeDocument/2006/relationships/notesSlide" Target="../notesSlides/notesSlide5.xml"/><Relationship Id="rId3" Type="http://schemas.openxmlformats.org/officeDocument/2006/relationships/image" Target="../media/image1.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53.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80.xml"/><Relationship Id="rId2" Type="http://schemas.openxmlformats.org/officeDocument/2006/relationships/notesSlide" Target="../notesSlides/notesSlide7.xml"/><Relationship Id="rId3" Type="http://schemas.openxmlformats.org/officeDocument/2006/relationships/image" Target="../media/image4.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80.xml"/><Relationship Id="rId2" Type="http://schemas.openxmlformats.org/officeDocument/2006/relationships/notesSlide" Target="../notesSlides/notesSlide8.xml"/><Relationship Id="rId3" Type="http://schemas.openxmlformats.org/officeDocument/2006/relationships/image" Target="../media/image3.png"/><Relationship Id="rId4" Type="http://schemas.openxmlformats.org/officeDocument/2006/relationships/image" Target="../media/image5.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66.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9.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26.xml"/><Relationship Id="rId2" Type="http://schemas.openxmlformats.org/officeDocument/2006/relationships/notesSlide" Target="../notesSlides/notesSlide11.xml"/><Relationship Id="rId3" Type="http://schemas.openxmlformats.org/officeDocument/2006/relationships/image" Target="../media/image6.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6.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71.xml"/><Relationship Id="rId2" Type="http://schemas.openxmlformats.org/officeDocument/2006/relationships/notesSlide" Target="../notesSlides/notesSlide13.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05" name="Shape 12905"/>
        <p:cNvGrpSpPr/>
        <p:nvPr/>
      </p:nvGrpSpPr>
      <p:grpSpPr>
        <a:xfrm>
          <a:off x="0" y="0"/>
          <a:ext cx="0" cy="0"/>
          <a:chOff x="0" y="0"/>
          <a:chExt cx="0" cy="0"/>
        </a:xfrm>
      </p:grpSpPr>
      <p:sp>
        <p:nvSpPr>
          <p:cNvPr id="12906" name="Google Shape;12906;p199"/>
          <p:cNvSpPr/>
          <p:nvPr/>
        </p:nvSpPr>
        <p:spPr>
          <a:xfrm>
            <a:off x="3726067" y="1385509"/>
            <a:ext cx="1254637" cy="174376"/>
          </a:xfrm>
          <a:custGeom>
            <a:rect b="b" l="l" r="r" t="t"/>
            <a:pathLst>
              <a:path extrusionOk="0" h="759" w="5461">
                <a:moveTo>
                  <a:pt x="2793" y="0"/>
                </a:moveTo>
                <a:cubicBezTo>
                  <a:pt x="2177" y="0"/>
                  <a:pt x="1865" y="375"/>
                  <a:pt x="1865" y="375"/>
                </a:cubicBezTo>
                <a:cubicBezTo>
                  <a:pt x="1798" y="352"/>
                  <a:pt x="1736" y="342"/>
                  <a:pt x="1680" y="342"/>
                </a:cubicBezTo>
                <a:cubicBezTo>
                  <a:pt x="1433" y="342"/>
                  <a:pt x="1303" y="526"/>
                  <a:pt x="1303" y="526"/>
                </a:cubicBezTo>
                <a:cubicBezTo>
                  <a:pt x="1120" y="454"/>
                  <a:pt x="954" y="426"/>
                  <a:pt x="806" y="426"/>
                </a:cubicBezTo>
                <a:cubicBezTo>
                  <a:pt x="295" y="426"/>
                  <a:pt x="0" y="758"/>
                  <a:pt x="0" y="758"/>
                </a:cubicBezTo>
                <a:lnTo>
                  <a:pt x="5460" y="758"/>
                </a:lnTo>
                <a:cubicBezTo>
                  <a:pt x="5270" y="491"/>
                  <a:pt x="4996" y="421"/>
                  <a:pt x="4764" y="421"/>
                </a:cubicBezTo>
                <a:cubicBezTo>
                  <a:pt x="4517" y="421"/>
                  <a:pt x="4318" y="500"/>
                  <a:pt x="4318" y="500"/>
                </a:cubicBezTo>
                <a:cubicBezTo>
                  <a:pt x="4212" y="383"/>
                  <a:pt x="4084" y="347"/>
                  <a:pt x="3969" y="347"/>
                </a:cubicBezTo>
                <a:cubicBezTo>
                  <a:pt x="3795" y="347"/>
                  <a:pt x="3649" y="428"/>
                  <a:pt x="3649" y="428"/>
                </a:cubicBezTo>
                <a:cubicBezTo>
                  <a:pt x="3649" y="428"/>
                  <a:pt x="3408" y="0"/>
                  <a:pt x="2793" y="0"/>
                </a:cubicBezTo>
                <a:close/>
              </a:path>
            </a:pathLst>
          </a:custGeom>
          <a:solidFill>
            <a:srgbClr val="6BC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199"/>
          <p:cNvSpPr txBox="1"/>
          <p:nvPr>
            <p:ph type="ctrTitle"/>
          </p:nvPr>
        </p:nvSpPr>
        <p:spPr>
          <a:xfrm>
            <a:off x="2307600" y="1099475"/>
            <a:ext cx="4528800" cy="217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6200">
                <a:solidFill>
                  <a:schemeClr val="lt1"/>
                </a:solidFill>
              </a:rPr>
              <a:t>WELCOME T</a:t>
            </a:r>
            <a:r>
              <a:rPr lang="en" sz="6200"/>
              <a:t>O Sicily</a:t>
            </a:r>
            <a:endParaRPr sz="6200"/>
          </a:p>
          <a:p>
            <a:pPr indent="0" lvl="0" marL="0" rtl="0" algn="ctr">
              <a:spcBef>
                <a:spcPts val="0"/>
              </a:spcBef>
              <a:spcAft>
                <a:spcPts val="0"/>
              </a:spcAft>
              <a:buNone/>
            </a:pPr>
            <a:r>
              <a:rPr lang="en" sz="6200">
                <a:solidFill>
                  <a:schemeClr val="accent6"/>
                </a:solidFill>
              </a:rPr>
              <a:t> </a:t>
            </a:r>
            <a:endParaRPr b="0" sz="3600">
              <a:solidFill>
                <a:schemeClr val="accent6"/>
              </a:solidFill>
            </a:endParaRPr>
          </a:p>
        </p:txBody>
      </p:sp>
      <p:sp>
        <p:nvSpPr>
          <p:cNvPr id="12908" name="Google Shape;12908;p199"/>
          <p:cNvSpPr txBox="1"/>
          <p:nvPr>
            <p:ph idx="1" type="subTitle"/>
          </p:nvPr>
        </p:nvSpPr>
        <p:spPr>
          <a:xfrm>
            <a:off x="1593000" y="4584250"/>
            <a:ext cx="5958000" cy="475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Paul Clark, Ryan Moore, Seth Rabinowitz, and Owen Williamson </a:t>
            </a:r>
            <a:endParaRPr/>
          </a:p>
        </p:txBody>
      </p:sp>
      <p:sp>
        <p:nvSpPr>
          <p:cNvPr id="12909" name="Google Shape;12909;p199"/>
          <p:cNvSpPr/>
          <p:nvPr/>
        </p:nvSpPr>
        <p:spPr>
          <a:xfrm>
            <a:off x="1002489" y="451066"/>
            <a:ext cx="1113296" cy="176678"/>
          </a:xfrm>
          <a:custGeom>
            <a:rect b="b" l="l" r="r" t="t"/>
            <a:pathLst>
              <a:path extrusionOk="0" h="769" w="4846">
                <a:moveTo>
                  <a:pt x="2481" y="1"/>
                </a:moveTo>
                <a:cubicBezTo>
                  <a:pt x="1937" y="1"/>
                  <a:pt x="1660" y="384"/>
                  <a:pt x="1660" y="384"/>
                </a:cubicBezTo>
                <a:cubicBezTo>
                  <a:pt x="1598" y="361"/>
                  <a:pt x="1541" y="351"/>
                  <a:pt x="1490" y="351"/>
                </a:cubicBezTo>
                <a:cubicBezTo>
                  <a:pt x="1272" y="351"/>
                  <a:pt x="1161" y="527"/>
                  <a:pt x="1161" y="527"/>
                </a:cubicBezTo>
                <a:cubicBezTo>
                  <a:pt x="1000" y="456"/>
                  <a:pt x="854" y="428"/>
                  <a:pt x="723" y="428"/>
                </a:cubicBezTo>
                <a:cubicBezTo>
                  <a:pt x="265" y="428"/>
                  <a:pt x="1" y="768"/>
                  <a:pt x="1" y="768"/>
                </a:cubicBezTo>
                <a:lnTo>
                  <a:pt x="4845" y="768"/>
                </a:lnTo>
                <a:cubicBezTo>
                  <a:pt x="4678" y="498"/>
                  <a:pt x="4438" y="428"/>
                  <a:pt x="4235" y="428"/>
                </a:cubicBezTo>
                <a:cubicBezTo>
                  <a:pt x="4015" y="428"/>
                  <a:pt x="3837" y="509"/>
                  <a:pt x="3837" y="509"/>
                </a:cubicBezTo>
                <a:cubicBezTo>
                  <a:pt x="3739" y="387"/>
                  <a:pt x="3623" y="350"/>
                  <a:pt x="3519" y="350"/>
                </a:cubicBezTo>
                <a:cubicBezTo>
                  <a:pt x="3366" y="350"/>
                  <a:pt x="3239" y="429"/>
                  <a:pt x="3239" y="429"/>
                </a:cubicBezTo>
                <a:cubicBezTo>
                  <a:pt x="3239" y="429"/>
                  <a:pt x="3025" y="1"/>
                  <a:pt x="24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199"/>
          <p:cNvSpPr/>
          <p:nvPr/>
        </p:nvSpPr>
        <p:spPr>
          <a:xfrm>
            <a:off x="6884853" y="452213"/>
            <a:ext cx="1254515" cy="174375"/>
          </a:xfrm>
          <a:custGeom>
            <a:rect b="b" l="l" r="r" t="t"/>
            <a:pathLst>
              <a:path extrusionOk="0" h="759" w="5461">
                <a:moveTo>
                  <a:pt x="2793" y="0"/>
                </a:moveTo>
                <a:cubicBezTo>
                  <a:pt x="2177" y="0"/>
                  <a:pt x="1865" y="375"/>
                  <a:pt x="1865" y="375"/>
                </a:cubicBezTo>
                <a:cubicBezTo>
                  <a:pt x="1798" y="352"/>
                  <a:pt x="1736" y="342"/>
                  <a:pt x="1680" y="342"/>
                </a:cubicBezTo>
                <a:cubicBezTo>
                  <a:pt x="1433" y="342"/>
                  <a:pt x="1303" y="526"/>
                  <a:pt x="1303" y="526"/>
                </a:cubicBezTo>
                <a:cubicBezTo>
                  <a:pt x="1120" y="454"/>
                  <a:pt x="954" y="426"/>
                  <a:pt x="806" y="426"/>
                </a:cubicBezTo>
                <a:cubicBezTo>
                  <a:pt x="295" y="426"/>
                  <a:pt x="0" y="758"/>
                  <a:pt x="0" y="758"/>
                </a:cubicBezTo>
                <a:lnTo>
                  <a:pt x="5460" y="758"/>
                </a:lnTo>
                <a:cubicBezTo>
                  <a:pt x="5270" y="491"/>
                  <a:pt x="4996" y="421"/>
                  <a:pt x="4764" y="421"/>
                </a:cubicBezTo>
                <a:cubicBezTo>
                  <a:pt x="4517" y="421"/>
                  <a:pt x="4318" y="500"/>
                  <a:pt x="4318" y="500"/>
                </a:cubicBezTo>
                <a:cubicBezTo>
                  <a:pt x="4212" y="383"/>
                  <a:pt x="4084" y="347"/>
                  <a:pt x="3969" y="347"/>
                </a:cubicBezTo>
                <a:cubicBezTo>
                  <a:pt x="3795" y="347"/>
                  <a:pt x="3649" y="428"/>
                  <a:pt x="3649" y="428"/>
                </a:cubicBezTo>
                <a:cubicBezTo>
                  <a:pt x="3649" y="428"/>
                  <a:pt x="3408" y="0"/>
                  <a:pt x="27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11" name="Google Shape;12911;p199"/>
          <p:cNvGrpSpPr/>
          <p:nvPr/>
        </p:nvGrpSpPr>
        <p:grpSpPr>
          <a:xfrm>
            <a:off x="3217936" y="3067615"/>
            <a:ext cx="592278" cy="564618"/>
            <a:chOff x="3960087" y="1804164"/>
            <a:chExt cx="135480" cy="129124"/>
          </a:xfrm>
        </p:grpSpPr>
        <p:sp>
          <p:nvSpPr>
            <p:cNvPr id="12912" name="Google Shape;12912;p199"/>
            <p:cNvSpPr/>
            <p:nvPr/>
          </p:nvSpPr>
          <p:spPr>
            <a:xfrm>
              <a:off x="3960087" y="1897619"/>
              <a:ext cx="59968" cy="35669"/>
            </a:xfrm>
            <a:custGeom>
              <a:rect b="b" l="l" r="r" t="t"/>
              <a:pathLst>
                <a:path extrusionOk="0" h="982" w="1651">
                  <a:moveTo>
                    <a:pt x="1651" y="0"/>
                  </a:moveTo>
                  <a:cubicBezTo>
                    <a:pt x="1535" y="0"/>
                    <a:pt x="1428" y="27"/>
                    <a:pt x="1321" y="72"/>
                  </a:cubicBezTo>
                  <a:cubicBezTo>
                    <a:pt x="1267" y="89"/>
                    <a:pt x="1214" y="116"/>
                    <a:pt x="1169" y="152"/>
                  </a:cubicBezTo>
                  <a:cubicBezTo>
                    <a:pt x="1124" y="187"/>
                    <a:pt x="1080" y="232"/>
                    <a:pt x="1044" y="277"/>
                  </a:cubicBezTo>
                  <a:cubicBezTo>
                    <a:pt x="973" y="366"/>
                    <a:pt x="919" y="473"/>
                    <a:pt x="884" y="580"/>
                  </a:cubicBezTo>
                  <a:cubicBezTo>
                    <a:pt x="866" y="634"/>
                    <a:pt x="857" y="696"/>
                    <a:pt x="848" y="750"/>
                  </a:cubicBezTo>
                  <a:cubicBezTo>
                    <a:pt x="848" y="769"/>
                    <a:pt x="848" y="788"/>
                    <a:pt x="848" y="806"/>
                  </a:cubicBezTo>
                  <a:lnTo>
                    <a:pt x="848" y="806"/>
                  </a:lnTo>
                  <a:cubicBezTo>
                    <a:pt x="845" y="805"/>
                    <a:pt x="842" y="804"/>
                    <a:pt x="839" y="803"/>
                  </a:cubicBezTo>
                  <a:cubicBezTo>
                    <a:pt x="803" y="776"/>
                    <a:pt x="768" y="758"/>
                    <a:pt x="723" y="741"/>
                  </a:cubicBezTo>
                  <a:cubicBezTo>
                    <a:pt x="643" y="705"/>
                    <a:pt x="553" y="687"/>
                    <a:pt x="464" y="687"/>
                  </a:cubicBezTo>
                  <a:cubicBezTo>
                    <a:pt x="375" y="687"/>
                    <a:pt x="295" y="714"/>
                    <a:pt x="214" y="741"/>
                  </a:cubicBezTo>
                  <a:cubicBezTo>
                    <a:pt x="134" y="776"/>
                    <a:pt x="63" y="821"/>
                    <a:pt x="0" y="874"/>
                  </a:cubicBezTo>
                  <a:cubicBezTo>
                    <a:pt x="81" y="839"/>
                    <a:pt x="152" y="812"/>
                    <a:pt x="232" y="794"/>
                  </a:cubicBezTo>
                  <a:cubicBezTo>
                    <a:pt x="285" y="781"/>
                    <a:pt x="342" y="773"/>
                    <a:pt x="400" y="773"/>
                  </a:cubicBezTo>
                  <a:cubicBezTo>
                    <a:pt x="421" y="773"/>
                    <a:pt x="443" y="774"/>
                    <a:pt x="464" y="776"/>
                  </a:cubicBezTo>
                  <a:cubicBezTo>
                    <a:pt x="536" y="785"/>
                    <a:pt x="616" y="803"/>
                    <a:pt x="678" y="839"/>
                  </a:cubicBezTo>
                  <a:cubicBezTo>
                    <a:pt x="714" y="848"/>
                    <a:pt x="750" y="874"/>
                    <a:pt x="776" y="892"/>
                  </a:cubicBezTo>
                  <a:cubicBezTo>
                    <a:pt x="812" y="919"/>
                    <a:pt x="839" y="946"/>
                    <a:pt x="866" y="964"/>
                  </a:cubicBezTo>
                  <a:cubicBezTo>
                    <a:pt x="884" y="973"/>
                    <a:pt x="892" y="981"/>
                    <a:pt x="910" y="981"/>
                  </a:cubicBezTo>
                  <a:cubicBezTo>
                    <a:pt x="946" y="981"/>
                    <a:pt x="964" y="946"/>
                    <a:pt x="964" y="919"/>
                  </a:cubicBezTo>
                  <a:cubicBezTo>
                    <a:pt x="964" y="865"/>
                    <a:pt x="964" y="812"/>
                    <a:pt x="973" y="767"/>
                  </a:cubicBezTo>
                  <a:cubicBezTo>
                    <a:pt x="982" y="714"/>
                    <a:pt x="991" y="660"/>
                    <a:pt x="1000" y="616"/>
                  </a:cubicBezTo>
                  <a:cubicBezTo>
                    <a:pt x="1026" y="518"/>
                    <a:pt x="1062" y="419"/>
                    <a:pt x="1124" y="339"/>
                  </a:cubicBezTo>
                  <a:cubicBezTo>
                    <a:pt x="1187" y="250"/>
                    <a:pt x="1258" y="179"/>
                    <a:pt x="1347" y="125"/>
                  </a:cubicBezTo>
                  <a:cubicBezTo>
                    <a:pt x="1437" y="72"/>
                    <a:pt x="1544" y="36"/>
                    <a:pt x="16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199"/>
            <p:cNvSpPr/>
            <p:nvPr/>
          </p:nvSpPr>
          <p:spPr>
            <a:xfrm>
              <a:off x="4052416" y="1836054"/>
              <a:ext cx="43151" cy="26297"/>
            </a:xfrm>
            <a:custGeom>
              <a:rect b="b" l="l" r="r" t="t"/>
              <a:pathLst>
                <a:path extrusionOk="0" h="724" w="1188">
                  <a:moveTo>
                    <a:pt x="1" y="0"/>
                  </a:moveTo>
                  <a:cubicBezTo>
                    <a:pt x="19" y="9"/>
                    <a:pt x="37" y="18"/>
                    <a:pt x="54" y="18"/>
                  </a:cubicBezTo>
                  <a:cubicBezTo>
                    <a:pt x="72" y="27"/>
                    <a:pt x="99" y="36"/>
                    <a:pt x="108" y="45"/>
                  </a:cubicBezTo>
                  <a:cubicBezTo>
                    <a:pt x="144" y="63"/>
                    <a:pt x="179" y="72"/>
                    <a:pt x="215" y="98"/>
                  </a:cubicBezTo>
                  <a:cubicBezTo>
                    <a:pt x="277" y="134"/>
                    <a:pt x="331" y="188"/>
                    <a:pt x="367" y="250"/>
                  </a:cubicBezTo>
                  <a:cubicBezTo>
                    <a:pt x="411" y="312"/>
                    <a:pt x="438" y="375"/>
                    <a:pt x="456" y="446"/>
                  </a:cubicBezTo>
                  <a:cubicBezTo>
                    <a:pt x="465" y="482"/>
                    <a:pt x="465" y="518"/>
                    <a:pt x="474" y="553"/>
                  </a:cubicBezTo>
                  <a:cubicBezTo>
                    <a:pt x="474" y="589"/>
                    <a:pt x="483" y="625"/>
                    <a:pt x="474" y="660"/>
                  </a:cubicBezTo>
                  <a:cubicBezTo>
                    <a:pt x="474" y="669"/>
                    <a:pt x="483" y="687"/>
                    <a:pt x="492" y="696"/>
                  </a:cubicBezTo>
                  <a:cubicBezTo>
                    <a:pt x="503" y="713"/>
                    <a:pt x="526" y="723"/>
                    <a:pt x="548" y="723"/>
                  </a:cubicBezTo>
                  <a:cubicBezTo>
                    <a:pt x="560" y="723"/>
                    <a:pt x="571" y="720"/>
                    <a:pt x="581" y="714"/>
                  </a:cubicBezTo>
                  <a:cubicBezTo>
                    <a:pt x="599" y="696"/>
                    <a:pt x="616" y="678"/>
                    <a:pt x="643" y="660"/>
                  </a:cubicBezTo>
                  <a:cubicBezTo>
                    <a:pt x="661" y="642"/>
                    <a:pt x="679" y="625"/>
                    <a:pt x="706" y="616"/>
                  </a:cubicBezTo>
                  <a:cubicBezTo>
                    <a:pt x="750" y="598"/>
                    <a:pt x="804" y="580"/>
                    <a:pt x="857" y="571"/>
                  </a:cubicBezTo>
                  <a:cubicBezTo>
                    <a:pt x="873" y="568"/>
                    <a:pt x="889" y="567"/>
                    <a:pt x="905" y="567"/>
                  </a:cubicBezTo>
                  <a:cubicBezTo>
                    <a:pt x="943" y="567"/>
                    <a:pt x="983" y="574"/>
                    <a:pt x="1027" y="580"/>
                  </a:cubicBezTo>
                  <a:cubicBezTo>
                    <a:pt x="1080" y="589"/>
                    <a:pt x="1134" y="607"/>
                    <a:pt x="1187" y="634"/>
                  </a:cubicBezTo>
                  <a:cubicBezTo>
                    <a:pt x="1152" y="589"/>
                    <a:pt x="1098" y="553"/>
                    <a:pt x="1036" y="527"/>
                  </a:cubicBezTo>
                  <a:cubicBezTo>
                    <a:pt x="982" y="500"/>
                    <a:pt x="920" y="491"/>
                    <a:pt x="857" y="482"/>
                  </a:cubicBezTo>
                  <a:cubicBezTo>
                    <a:pt x="795" y="482"/>
                    <a:pt x="723" y="491"/>
                    <a:pt x="661" y="518"/>
                  </a:cubicBezTo>
                  <a:cubicBezTo>
                    <a:pt x="640" y="525"/>
                    <a:pt x="619" y="537"/>
                    <a:pt x="593" y="551"/>
                  </a:cubicBezTo>
                  <a:lnTo>
                    <a:pt x="593" y="551"/>
                  </a:lnTo>
                  <a:cubicBezTo>
                    <a:pt x="589" y="505"/>
                    <a:pt x="582" y="459"/>
                    <a:pt x="572" y="411"/>
                  </a:cubicBezTo>
                  <a:cubicBezTo>
                    <a:pt x="545" y="330"/>
                    <a:pt x="500" y="250"/>
                    <a:pt x="447" y="188"/>
                  </a:cubicBezTo>
                  <a:cubicBezTo>
                    <a:pt x="420" y="152"/>
                    <a:pt x="384" y="125"/>
                    <a:pt x="358" y="98"/>
                  </a:cubicBezTo>
                  <a:cubicBezTo>
                    <a:pt x="340" y="89"/>
                    <a:pt x="322" y="80"/>
                    <a:pt x="295" y="63"/>
                  </a:cubicBezTo>
                  <a:cubicBezTo>
                    <a:pt x="277" y="54"/>
                    <a:pt x="260" y="45"/>
                    <a:pt x="242" y="36"/>
                  </a:cubicBezTo>
                  <a:cubicBezTo>
                    <a:pt x="206" y="18"/>
                    <a:pt x="161" y="18"/>
                    <a:pt x="126" y="9"/>
                  </a:cubicBezTo>
                  <a:cubicBezTo>
                    <a:pt x="81" y="0"/>
                    <a:pt x="45"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199"/>
            <p:cNvSpPr/>
            <p:nvPr/>
          </p:nvSpPr>
          <p:spPr>
            <a:xfrm>
              <a:off x="3973053" y="1804164"/>
              <a:ext cx="33707" cy="13221"/>
            </a:xfrm>
            <a:custGeom>
              <a:rect b="b" l="l" r="r" t="t"/>
              <a:pathLst>
                <a:path extrusionOk="0" h="364" w="928">
                  <a:moveTo>
                    <a:pt x="202" y="1"/>
                  </a:moveTo>
                  <a:cubicBezTo>
                    <a:pt x="188" y="1"/>
                    <a:pt x="174" y="2"/>
                    <a:pt x="161" y="4"/>
                  </a:cubicBezTo>
                  <a:cubicBezTo>
                    <a:pt x="125" y="13"/>
                    <a:pt x="98" y="22"/>
                    <a:pt x="72" y="31"/>
                  </a:cubicBezTo>
                  <a:cubicBezTo>
                    <a:pt x="45" y="40"/>
                    <a:pt x="27" y="57"/>
                    <a:pt x="0" y="66"/>
                  </a:cubicBezTo>
                  <a:lnTo>
                    <a:pt x="80" y="66"/>
                  </a:lnTo>
                  <a:cubicBezTo>
                    <a:pt x="107" y="66"/>
                    <a:pt x="134" y="66"/>
                    <a:pt x="161" y="75"/>
                  </a:cubicBezTo>
                  <a:cubicBezTo>
                    <a:pt x="205" y="75"/>
                    <a:pt x="259" y="93"/>
                    <a:pt x="295" y="120"/>
                  </a:cubicBezTo>
                  <a:cubicBezTo>
                    <a:pt x="339" y="147"/>
                    <a:pt x="375" y="173"/>
                    <a:pt x="402" y="209"/>
                  </a:cubicBezTo>
                  <a:cubicBezTo>
                    <a:pt x="419" y="227"/>
                    <a:pt x="437" y="245"/>
                    <a:pt x="446" y="272"/>
                  </a:cubicBezTo>
                  <a:cubicBezTo>
                    <a:pt x="464" y="289"/>
                    <a:pt x="473" y="316"/>
                    <a:pt x="482" y="325"/>
                  </a:cubicBezTo>
                  <a:lnTo>
                    <a:pt x="482" y="334"/>
                  </a:lnTo>
                  <a:cubicBezTo>
                    <a:pt x="491" y="343"/>
                    <a:pt x="500" y="352"/>
                    <a:pt x="518" y="361"/>
                  </a:cubicBezTo>
                  <a:cubicBezTo>
                    <a:pt x="524" y="363"/>
                    <a:pt x="531" y="364"/>
                    <a:pt x="538" y="364"/>
                  </a:cubicBezTo>
                  <a:cubicBezTo>
                    <a:pt x="560" y="364"/>
                    <a:pt x="584" y="352"/>
                    <a:pt x="598" y="325"/>
                  </a:cubicBezTo>
                  <a:cubicBezTo>
                    <a:pt x="607" y="298"/>
                    <a:pt x="616" y="263"/>
                    <a:pt x="643" y="236"/>
                  </a:cubicBezTo>
                  <a:cubicBezTo>
                    <a:pt x="660" y="209"/>
                    <a:pt x="687" y="182"/>
                    <a:pt x="714" y="156"/>
                  </a:cubicBezTo>
                  <a:cubicBezTo>
                    <a:pt x="741" y="138"/>
                    <a:pt x="776" y="120"/>
                    <a:pt x="812" y="102"/>
                  </a:cubicBezTo>
                  <a:cubicBezTo>
                    <a:pt x="848" y="93"/>
                    <a:pt x="883" y="84"/>
                    <a:pt x="928" y="75"/>
                  </a:cubicBezTo>
                  <a:cubicBezTo>
                    <a:pt x="892" y="57"/>
                    <a:pt x="848" y="57"/>
                    <a:pt x="803" y="57"/>
                  </a:cubicBezTo>
                  <a:cubicBezTo>
                    <a:pt x="758" y="57"/>
                    <a:pt x="714" y="66"/>
                    <a:pt x="669" y="84"/>
                  </a:cubicBezTo>
                  <a:cubicBezTo>
                    <a:pt x="625" y="102"/>
                    <a:pt x="589" y="129"/>
                    <a:pt x="553" y="164"/>
                  </a:cubicBezTo>
                  <a:cubicBezTo>
                    <a:pt x="548" y="172"/>
                    <a:pt x="543" y="179"/>
                    <a:pt x="537" y="187"/>
                  </a:cubicBezTo>
                  <a:lnTo>
                    <a:pt x="537" y="187"/>
                  </a:lnTo>
                  <a:cubicBezTo>
                    <a:pt x="524" y="166"/>
                    <a:pt x="509" y="147"/>
                    <a:pt x="491" y="129"/>
                  </a:cubicBezTo>
                  <a:cubicBezTo>
                    <a:pt x="446" y="84"/>
                    <a:pt x="393" y="49"/>
                    <a:pt x="339" y="31"/>
                  </a:cubicBezTo>
                  <a:cubicBezTo>
                    <a:pt x="292" y="11"/>
                    <a:pt x="246" y="1"/>
                    <a:pt x="2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5" name="Google Shape;12915;p199"/>
          <p:cNvGrpSpPr/>
          <p:nvPr/>
        </p:nvGrpSpPr>
        <p:grpSpPr>
          <a:xfrm>
            <a:off x="5427023" y="3277165"/>
            <a:ext cx="383191" cy="254437"/>
            <a:chOff x="4007914" y="1804164"/>
            <a:chExt cx="87653" cy="58188"/>
          </a:xfrm>
        </p:grpSpPr>
        <p:sp>
          <p:nvSpPr>
            <p:cNvPr id="12916" name="Google Shape;12916;p199"/>
            <p:cNvSpPr/>
            <p:nvPr/>
          </p:nvSpPr>
          <p:spPr>
            <a:xfrm>
              <a:off x="4052416" y="1836054"/>
              <a:ext cx="43151" cy="26297"/>
            </a:xfrm>
            <a:custGeom>
              <a:rect b="b" l="l" r="r" t="t"/>
              <a:pathLst>
                <a:path extrusionOk="0" h="724" w="1188">
                  <a:moveTo>
                    <a:pt x="1" y="0"/>
                  </a:moveTo>
                  <a:cubicBezTo>
                    <a:pt x="19" y="9"/>
                    <a:pt x="37" y="18"/>
                    <a:pt x="54" y="18"/>
                  </a:cubicBezTo>
                  <a:cubicBezTo>
                    <a:pt x="72" y="27"/>
                    <a:pt x="99" y="36"/>
                    <a:pt x="108" y="45"/>
                  </a:cubicBezTo>
                  <a:cubicBezTo>
                    <a:pt x="144" y="63"/>
                    <a:pt x="179" y="72"/>
                    <a:pt x="215" y="98"/>
                  </a:cubicBezTo>
                  <a:cubicBezTo>
                    <a:pt x="277" y="134"/>
                    <a:pt x="331" y="188"/>
                    <a:pt x="367" y="250"/>
                  </a:cubicBezTo>
                  <a:cubicBezTo>
                    <a:pt x="411" y="312"/>
                    <a:pt x="438" y="375"/>
                    <a:pt x="456" y="446"/>
                  </a:cubicBezTo>
                  <a:cubicBezTo>
                    <a:pt x="465" y="482"/>
                    <a:pt x="465" y="518"/>
                    <a:pt x="474" y="553"/>
                  </a:cubicBezTo>
                  <a:cubicBezTo>
                    <a:pt x="474" y="589"/>
                    <a:pt x="483" y="625"/>
                    <a:pt x="474" y="660"/>
                  </a:cubicBezTo>
                  <a:cubicBezTo>
                    <a:pt x="474" y="669"/>
                    <a:pt x="483" y="687"/>
                    <a:pt x="492" y="696"/>
                  </a:cubicBezTo>
                  <a:cubicBezTo>
                    <a:pt x="503" y="713"/>
                    <a:pt x="526" y="723"/>
                    <a:pt x="548" y="723"/>
                  </a:cubicBezTo>
                  <a:cubicBezTo>
                    <a:pt x="560" y="723"/>
                    <a:pt x="571" y="720"/>
                    <a:pt x="581" y="714"/>
                  </a:cubicBezTo>
                  <a:cubicBezTo>
                    <a:pt x="599" y="696"/>
                    <a:pt x="616" y="678"/>
                    <a:pt x="643" y="660"/>
                  </a:cubicBezTo>
                  <a:cubicBezTo>
                    <a:pt x="661" y="642"/>
                    <a:pt x="679" y="625"/>
                    <a:pt x="706" y="616"/>
                  </a:cubicBezTo>
                  <a:cubicBezTo>
                    <a:pt x="750" y="598"/>
                    <a:pt x="804" y="580"/>
                    <a:pt x="857" y="571"/>
                  </a:cubicBezTo>
                  <a:cubicBezTo>
                    <a:pt x="873" y="568"/>
                    <a:pt x="889" y="567"/>
                    <a:pt x="905" y="567"/>
                  </a:cubicBezTo>
                  <a:cubicBezTo>
                    <a:pt x="943" y="567"/>
                    <a:pt x="983" y="574"/>
                    <a:pt x="1027" y="580"/>
                  </a:cubicBezTo>
                  <a:cubicBezTo>
                    <a:pt x="1080" y="589"/>
                    <a:pt x="1134" y="607"/>
                    <a:pt x="1187" y="634"/>
                  </a:cubicBezTo>
                  <a:cubicBezTo>
                    <a:pt x="1152" y="589"/>
                    <a:pt x="1098" y="553"/>
                    <a:pt x="1036" y="527"/>
                  </a:cubicBezTo>
                  <a:cubicBezTo>
                    <a:pt x="982" y="500"/>
                    <a:pt x="920" y="491"/>
                    <a:pt x="857" y="482"/>
                  </a:cubicBezTo>
                  <a:cubicBezTo>
                    <a:pt x="795" y="482"/>
                    <a:pt x="723" y="491"/>
                    <a:pt x="661" y="518"/>
                  </a:cubicBezTo>
                  <a:cubicBezTo>
                    <a:pt x="640" y="525"/>
                    <a:pt x="619" y="537"/>
                    <a:pt x="593" y="551"/>
                  </a:cubicBezTo>
                  <a:lnTo>
                    <a:pt x="593" y="551"/>
                  </a:lnTo>
                  <a:cubicBezTo>
                    <a:pt x="589" y="505"/>
                    <a:pt x="582" y="459"/>
                    <a:pt x="572" y="411"/>
                  </a:cubicBezTo>
                  <a:cubicBezTo>
                    <a:pt x="545" y="330"/>
                    <a:pt x="500" y="250"/>
                    <a:pt x="447" y="188"/>
                  </a:cubicBezTo>
                  <a:cubicBezTo>
                    <a:pt x="420" y="152"/>
                    <a:pt x="384" y="125"/>
                    <a:pt x="358" y="98"/>
                  </a:cubicBezTo>
                  <a:cubicBezTo>
                    <a:pt x="340" y="89"/>
                    <a:pt x="322" y="80"/>
                    <a:pt x="295" y="63"/>
                  </a:cubicBezTo>
                  <a:cubicBezTo>
                    <a:pt x="277" y="54"/>
                    <a:pt x="260" y="45"/>
                    <a:pt x="242" y="36"/>
                  </a:cubicBezTo>
                  <a:cubicBezTo>
                    <a:pt x="206" y="18"/>
                    <a:pt x="161" y="18"/>
                    <a:pt x="126" y="9"/>
                  </a:cubicBezTo>
                  <a:cubicBezTo>
                    <a:pt x="81" y="0"/>
                    <a:pt x="45"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199"/>
            <p:cNvSpPr/>
            <p:nvPr/>
          </p:nvSpPr>
          <p:spPr>
            <a:xfrm>
              <a:off x="4007914" y="1804164"/>
              <a:ext cx="33707" cy="13221"/>
            </a:xfrm>
            <a:custGeom>
              <a:rect b="b" l="l" r="r" t="t"/>
              <a:pathLst>
                <a:path extrusionOk="0" h="364" w="928">
                  <a:moveTo>
                    <a:pt x="202" y="1"/>
                  </a:moveTo>
                  <a:cubicBezTo>
                    <a:pt x="188" y="1"/>
                    <a:pt x="174" y="2"/>
                    <a:pt x="161" y="4"/>
                  </a:cubicBezTo>
                  <a:cubicBezTo>
                    <a:pt x="125" y="13"/>
                    <a:pt x="98" y="22"/>
                    <a:pt x="72" y="31"/>
                  </a:cubicBezTo>
                  <a:cubicBezTo>
                    <a:pt x="45" y="40"/>
                    <a:pt x="27" y="57"/>
                    <a:pt x="0" y="66"/>
                  </a:cubicBezTo>
                  <a:lnTo>
                    <a:pt x="80" y="66"/>
                  </a:lnTo>
                  <a:cubicBezTo>
                    <a:pt x="107" y="66"/>
                    <a:pt x="134" y="66"/>
                    <a:pt x="161" y="75"/>
                  </a:cubicBezTo>
                  <a:cubicBezTo>
                    <a:pt x="205" y="75"/>
                    <a:pt x="259" y="93"/>
                    <a:pt x="295" y="120"/>
                  </a:cubicBezTo>
                  <a:cubicBezTo>
                    <a:pt x="339" y="147"/>
                    <a:pt x="375" y="173"/>
                    <a:pt x="402" y="209"/>
                  </a:cubicBezTo>
                  <a:cubicBezTo>
                    <a:pt x="419" y="227"/>
                    <a:pt x="437" y="245"/>
                    <a:pt x="446" y="272"/>
                  </a:cubicBezTo>
                  <a:cubicBezTo>
                    <a:pt x="464" y="289"/>
                    <a:pt x="473" y="316"/>
                    <a:pt x="482" y="325"/>
                  </a:cubicBezTo>
                  <a:lnTo>
                    <a:pt x="482" y="334"/>
                  </a:lnTo>
                  <a:cubicBezTo>
                    <a:pt x="491" y="343"/>
                    <a:pt x="500" y="352"/>
                    <a:pt x="518" y="361"/>
                  </a:cubicBezTo>
                  <a:cubicBezTo>
                    <a:pt x="524" y="363"/>
                    <a:pt x="531" y="364"/>
                    <a:pt x="538" y="364"/>
                  </a:cubicBezTo>
                  <a:cubicBezTo>
                    <a:pt x="560" y="364"/>
                    <a:pt x="584" y="352"/>
                    <a:pt x="598" y="325"/>
                  </a:cubicBezTo>
                  <a:cubicBezTo>
                    <a:pt x="607" y="298"/>
                    <a:pt x="616" y="263"/>
                    <a:pt x="643" y="236"/>
                  </a:cubicBezTo>
                  <a:cubicBezTo>
                    <a:pt x="660" y="209"/>
                    <a:pt x="687" y="182"/>
                    <a:pt x="714" y="156"/>
                  </a:cubicBezTo>
                  <a:cubicBezTo>
                    <a:pt x="741" y="138"/>
                    <a:pt x="776" y="120"/>
                    <a:pt x="812" y="102"/>
                  </a:cubicBezTo>
                  <a:cubicBezTo>
                    <a:pt x="848" y="93"/>
                    <a:pt x="883" y="84"/>
                    <a:pt x="928" y="75"/>
                  </a:cubicBezTo>
                  <a:cubicBezTo>
                    <a:pt x="892" y="57"/>
                    <a:pt x="848" y="57"/>
                    <a:pt x="803" y="57"/>
                  </a:cubicBezTo>
                  <a:cubicBezTo>
                    <a:pt x="758" y="57"/>
                    <a:pt x="714" y="66"/>
                    <a:pt x="669" y="84"/>
                  </a:cubicBezTo>
                  <a:cubicBezTo>
                    <a:pt x="625" y="102"/>
                    <a:pt x="589" y="129"/>
                    <a:pt x="553" y="164"/>
                  </a:cubicBezTo>
                  <a:cubicBezTo>
                    <a:pt x="548" y="172"/>
                    <a:pt x="543" y="179"/>
                    <a:pt x="537" y="187"/>
                  </a:cubicBezTo>
                  <a:lnTo>
                    <a:pt x="537" y="187"/>
                  </a:lnTo>
                  <a:cubicBezTo>
                    <a:pt x="524" y="166"/>
                    <a:pt x="509" y="147"/>
                    <a:pt x="491" y="129"/>
                  </a:cubicBezTo>
                  <a:cubicBezTo>
                    <a:pt x="446" y="84"/>
                    <a:pt x="393" y="49"/>
                    <a:pt x="339" y="31"/>
                  </a:cubicBezTo>
                  <a:cubicBezTo>
                    <a:pt x="292" y="11"/>
                    <a:pt x="246" y="1"/>
                    <a:pt x="2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8" name="Google Shape;12918;p199"/>
          <p:cNvGrpSpPr/>
          <p:nvPr/>
        </p:nvGrpSpPr>
        <p:grpSpPr>
          <a:xfrm>
            <a:off x="2707531" y="4108474"/>
            <a:ext cx="528371" cy="411032"/>
            <a:chOff x="5964808" y="1984136"/>
            <a:chExt cx="176636" cy="137404"/>
          </a:xfrm>
        </p:grpSpPr>
        <p:sp>
          <p:nvSpPr>
            <p:cNvPr id="12919" name="Google Shape;12919;p199"/>
            <p:cNvSpPr/>
            <p:nvPr/>
          </p:nvSpPr>
          <p:spPr>
            <a:xfrm>
              <a:off x="5972908" y="2097532"/>
              <a:ext cx="168536" cy="24009"/>
            </a:xfrm>
            <a:custGeom>
              <a:rect b="b" l="l" r="r" t="t"/>
              <a:pathLst>
                <a:path extrusionOk="0" h="661" w="4640">
                  <a:moveTo>
                    <a:pt x="2320" y="0"/>
                  </a:moveTo>
                  <a:cubicBezTo>
                    <a:pt x="1036" y="0"/>
                    <a:pt x="1" y="143"/>
                    <a:pt x="1" y="330"/>
                  </a:cubicBezTo>
                  <a:cubicBezTo>
                    <a:pt x="1" y="518"/>
                    <a:pt x="1036" y="661"/>
                    <a:pt x="2320" y="661"/>
                  </a:cubicBezTo>
                  <a:cubicBezTo>
                    <a:pt x="3605" y="661"/>
                    <a:pt x="4640" y="518"/>
                    <a:pt x="4640" y="330"/>
                  </a:cubicBezTo>
                  <a:cubicBezTo>
                    <a:pt x="4640" y="143"/>
                    <a:pt x="3605" y="0"/>
                    <a:pt x="2320" y="0"/>
                  </a:cubicBezTo>
                  <a:close/>
                </a:path>
              </a:pathLst>
            </a:custGeom>
            <a:solidFill>
              <a:srgbClr val="38A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199"/>
            <p:cNvSpPr/>
            <p:nvPr/>
          </p:nvSpPr>
          <p:spPr>
            <a:xfrm>
              <a:off x="6039666" y="1984136"/>
              <a:ext cx="48309" cy="89789"/>
            </a:xfrm>
            <a:custGeom>
              <a:rect b="b" l="l" r="r" t="t"/>
              <a:pathLst>
                <a:path extrusionOk="0" h="2472" w="1330">
                  <a:moveTo>
                    <a:pt x="1" y="0"/>
                  </a:moveTo>
                  <a:lnTo>
                    <a:pt x="1" y="2471"/>
                  </a:lnTo>
                  <a:lnTo>
                    <a:pt x="1330" y="2471"/>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199"/>
            <p:cNvSpPr/>
            <p:nvPr/>
          </p:nvSpPr>
          <p:spPr>
            <a:xfrm>
              <a:off x="6002074" y="2079698"/>
              <a:ext cx="91097" cy="15582"/>
            </a:xfrm>
            <a:custGeom>
              <a:rect b="b" l="l" r="r" t="t"/>
              <a:pathLst>
                <a:path extrusionOk="0" h="429" w="2508">
                  <a:moveTo>
                    <a:pt x="358" y="1"/>
                  </a:moveTo>
                  <a:lnTo>
                    <a:pt x="1" y="295"/>
                  </a:lnTo>
                  <a:lnTo>
                    <a:pt x="2508" y="429"/>
                  </a:lnTo>
                  <a:lnTo>
                    <a:pt x="20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199"/>
            <p:cNvSpPr/>
            <p:nvPr/>
          </p:nvSpPr>
          <p:spPr>
            <a:xfrm>
              <a:off x="6010827" y="2083257"/>
              <a:ext cx="73589" cy="12677"/>
            </a:xfrm>
            <a:custGeom>
              <a:rect b="b" l="l" r="r" t="t"/>
              <a:pathLst>
                <a:path extrusionOk="0" h="349" w="2026">
                  <a:moveTo>
                    <a:pt x="286" y="1"/>
                  </a:moveTo>
                  <a:lnTo>
                    <a:pt x="1" y="242"/>
                  </a:lnTo>
                  <a:lnTo>
                    <a:pt x="2026" y="349"/>
                  </a:lnTo>
                  <a:lnTo>
                    <a:pt x="1678" y="1"/>
                  </a:lnTo>
                  <a:close/>
                </a:path>
              </a:pathLst>
            </a:custGeom>
            <a:solidFill>
              <a:srgbClr val="247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199"/>
            <p:cNvSpPr/>
            <p:nvPr/>
          </p:nvSpPr>
          <p:spPr>
            <a:xfrm>
              <a:off x="5964808" y="2089432"/>
              <a:ext cx="168209" cy="20123"/>
            </a:xfrm>
            <a:custGeom>
              <a:rect b="b" l="l" r="r" t="t"/>
              <a:pathLst>
                <a:path extrusionOk="0" h="554" w="4631">
                  <a:moveTo>
                    <a:pt x="1" y="0"/>
                  </a:moveTo>
                  <a:lnTo>
                    <a:pt x="554" y="553"/>
                  </a:lnTo>
                  <a:lnTo>
                    <a:pt x="4631" y="553"/>
                  </a:lnTo>
                  <a:lnTo>
                    <a:pt x="4185" y="107"/>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199"/>
            <p:cNvSpPr/>
            <p:nvPr/>
          </p:nvSpPr>
          <p:spPr>
            <a:xfrm>
              <a:off x="5979736" y="2104324"/>
              <a:ext cx="153281" cy="5230"/>
            </a:xfrm>
            <a:custGeom>
              <a:rect b="b" l="l" r="r" t="t"/>
              <a:pathLst>
                <a:path extrusionOk="0" h="144" w="4220">
                  <a:moveTo>
                    <a:pt x="0" y="1"/>
                  </a:moveTo>
                  <a:lnTo>
                    <a:pt x="143" y="143"/>
                  </a:lnTo>
                  <a:lnTo>
                    <a:pt x="4220" y="143"/>
                  </a:lnTo>
                  <a:lnTo>
                    <a:pt x="4077" y="1"/>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199"/>
            <p:cNvSpPr/>
            <p:nvPr/>
          </p:nvSpPr>
          <p:spPr>
            <a:xfrm>
              <a:off x="6036761" y="1984136"/>
              <a:ext cx="2942" cy="95601"/>
            </a:xfrm>
            <a:custGeom>
              <a:rect b="b" l="l" r="r" t="t"/>
              <a:pathLst>
                <a:path extrusionOk="0" h="2632" w="81">
                  <a:moveTo>
                    <a:pt x="0" y="0"/>
                  </a:moveTo>
                  <a:lnTo>
                    <a:pt x="0" y="2632"/>
                  </a:lnTo>
                  <a:lnTo>
                    <a:pt x="81" y="2632"/>
                  </a:lnTo>
                  <a:lnTo>
                    <a:pt x="81" y="0"/>
                  </a:lnTo>
                  <a:close/>
                </a:path>
              </a:pathLst>
            </a:custGeom>
            <a:solidFill>
              <a:srgbClr val="D8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29" name="Shape 12929"/>
        <p:cNvGrpSpPr/>
        <p:nvPr/>
      </p:nvGrpSpPr>
      <p:grpSpPr>
        <a:xfrm>
          <a:off x="0" y="0"/>
          <a:ext cx="0" cy="0"/>
          <a:chOff x="0" y="0"/>
          <a:chExt cx="0" cy="0"/>
        </a:xfrm>
      </p:grpSpPr>
      <p:sp>
        <p:nvSpPr>
          <p:cNvPr id="12930" name="Google Shape;12930;p200"/>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Mission Statement</a:t>
            </a:r>
            <a:endParaRPr/>
          </a:p>
        </p:txBody>
      </p:sp>
      <p:sp>
        <p:nvSpPr>
          <p:cNvPr id="12931" name="Google Shape;12931;p200"/>
          <p:cNvSpPr txBox="1"/>
          <p:nvPr>
            <p:ph idx="4" type="subTitle"/>
          </p:nvPr>
        </p:nvSpPr>
        <p:spPr>
          <a:xfrm>
            <a:off x="1106975" y="1193775"/>
            <a:ext cx="7154700" cy="203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900"/>
              <a:t>As a residential investment firm, we are looking to optimize our ability to identify future properties that will increase our company’s net income. In order to limit losses related to “unsuccessful” rental properties and identify qualitative attributes of a successful property, we will analyze existing rental properties to understand what characteristics are responsible for their success or failure.</a:t>
            </a:r>
            <a:endParaRPr sz="1900"/>
          </a:p>
        </p:txBody>
      </p:sp>
      <p:sp>
        <p:nvSpPr>
          <p:cNvPr id="12932" name="Google Shape;12932;p200"/>
          <p:cNvSpPr/>
          <p:nvPr/>
        </p:nvSpPr>
        <p:spPr>
          <a:xfrm flipH="1">
            <a:off x="713104" y="102479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200"/>
          <p:cNvSpPr/>
          <p:nvPr/>
        </p:nvSpPr>
        <p:spPr>
          <a:xfrm flipH="1">
            <a:off x="6597397" y="708382"/>
            <a:ext cx="1664150" cy="316426"/>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34" name="Google Shape;12934;p200"/>
          <p:cNvGrpSpPr/>
          <p:nvPr/>
        </p:nvGrpSpPr>
        <p:grpSpPr>
          <a:xfrm>
            <a:off x="2319230" y="4784878"/>
            <a:ext cx="169022" cy="212736"/>
            <a:chOff x="7813057" y="1990929"/>
            <a:chExt cx="45076" cy="56734"/>
          </a:xfrm>
        </p:grpSpPr>
        <p:sp>
          <p:nvSpPr>
            <p:cNvPr id="12935" name="Google Shape;12935;p200"/>
            <p:cNvSpPr/>
            <p:nvPr/>
          </p:nvSpPr>
          <p:spPr>
            <a:xfrm>
              <a:off x="7813057" y="2041161"/>
              <a:ext cx="45076" cy="6502"/>
            </a:xfrm>
            <a:custGeom>
              <a:rect b="b" l="l" r="r" t="t"/>
              <a:pathLst>
                <a:path extrusionOk="0" h="179" w="1241">
                  <a:moveTo>
                    <a:pt x="625" y="0"/>
                  </a:moveTo>
                  <a:cubicBezTo>
                    <a:pt x="277" y="0"/>
                    <a:pt x="0" y="36"/>
                    <a:pt x="0" y="89"/>
                  </a:cubicBezTo>
                  <a:cubicBezTo>
                    <a:pt x="0" y="134"/>
                    <a:pt x="277" y="179"/>
                    <a:pt x="625" y="179"/>
                  </a:cubicBezTo>
                  <a:cubicBezTo>
                    <a:pt x="964" y="179"/>
                    <a:pt x="1241" y="134"/>
                    <a:pt x="1241" y="89"/>
                  </a:cubicBezTo>
                  <a:cubicBezTo>
                    <a:pt x="1241" y="36"/>
                    <a:pt x="964" y="0"/>
                    <a:pt x="625"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200"/>
            <p:cNvSpPr/>
            <p:nvPr/>
          </p:nvSpPr>
          <p:spPr>
            <a:xfrm>
              <a:off x="7815636" y="2038219"/>
              <a:ext cx="40536" cy="5884"/>
            </a:xfrm>
            <a:custGeom>
              <a:rect b="b" l="l" r="r" t="t"/>
              <a:pathLst>
                <a:path extrusionOk="0" h="162" w="1116">
                  <a:moveTo>
                    <a:pt x="367" y="1"/>
                  </a:moveTo>
                  <a:lnTo>
                    <a:pt x="313" y="54"/>
                  </a:lnTo>
                  <a:lnTo>
                    <a:pt x="1" y="54"/>
                  </a:lnTo>
                  <a:lnTo>
                    <a:pt x="72" y="161"/>
                  </a:lnTo>
                  <a:lnTo>
                    <a:pt x="1018" y="161"/>
                  </a:lnTo>
                  <a:lnTo>
                    <a:pt x="1116"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200"/>
            <p:cNvSpPr/>
            <p:nvPr/>
          </p:nvSpPr>
          <p:spPr>
            <a:xfrm>
              <a:off x="7833470" y="2030773"/>
              <a:ext cx="4577" cy="7482"/>
            </a:xfrm>
            <a:custGeom>
              <a:rect b="b" l="l" r="r" t="t"/>
              <a:pathLst>
                <a:path extrusionOk="0" h="206" w="126">
                  <a:moveTo>
                    <a:pt x="1" y="1"/>
                  </a:moveTo>
                  <a:lnTo>
                    <a:pt x="1" y="206"/>
                  </a:lnTo>
                  <a:lnTo>
                    <a:pt x="125" y="206"/>
                  </a:lnTo>
                  <a:lnTo>
                    <a:pt x="125"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200"/>
            <p:cNvSpPr/>
            <p:nvPr/>
          </p:nvSpPr>
          <p:spPr>
            <a:xfrm>
              <a:off x="7830891" y="1990929"/>
              <a:ext cx="24009" cy="45076"/>
            </a:xfrm>
            <a:custGeom>
              <a:rect b="b" l="l" r="r" t="t"/>
              <a:pathLst>
                <a:path extrusionOk="0" h="1241" w="661">
                  <a:moveTo>
                    <a:pt x="0" y="0"/>
                  </a:moveTo>
                  <a:lnTo>
                    <a:pt x="0" y="1240"/>
                  </a:lnTo>
                  <a:lnTo>
                    <a:pt x="660" y="1240"/>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9" name="Google Shape;12939;p200"/>
          <p:cNvGrpSpPr/>
          <p:nvPr/>
        </p:nvGrpSpPr>
        <p:grpSpPr>
          <a:xfrm>
            <a:off x="4915934" y="4832520"/>
            <a:ext cx="298956" cy="272253"/>
            <a:chOff x="7913522" y="2098185"/>
            <a:chExt cx="79728" cy="72607"/>
          </a:xfrm>
        </p:grpSpPr>
        <p:sp>
          <p:nvSpPr>
            <p:cNvPr id="12940" name="Google Shape;12940;p200"/>
            <p:cNvSpPr/>
            <p:nvPr/>
          </p:nvSpPr>
          <p:spPr>
            <a:xfrm>
              <a:off x="7913522" y="2159423"/>
              <a:ext cx="79728" cy="11369"/>
            </a:xfrm>
            <a:custGeom>
              <a:rect b="b" l="l" r="r" t="t"/>
              <a:pathLst>
                <a:path extrusionOk="0" h="313" w="2195">
                  <a:moveTo>
                    <a:pt x="1097" y="0"/>
                  </a:moveTo>
                  <a:cubicBezTo>
                    <a:pt x="491" y="0"/>
                    <a:pt x="0" y="63"/>
                    <a:pt x="0" y="152"/>
                  </a:cubicBezTo>
                  <a:cubicBezTo>
                    <a:pt x="0" y="241"/>
                    <a:pt x="491" y="313"/>
                    <a:pt x="1097" y="313"/>
                  </a:cubicBezTo>
                  <a:cubicBezTo>
                    <a:pt x="1704" y="313"/>
                    <a:pt x="2195" y="241"/>
                    <a:pt x="2195" y="152"/>
                  </a:cubicBezTo>
                  <a:cubicBezTo>
                    <a:pt x="2195" y="63"/>
                    <a:pt x="1704" y="0"/>
                    <a:pt x="1097"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200"/>
            <p:cNvSpPr/>
            <p:nvPr/>
          </p:nvSpPr>
          <p:spPr>
            <a:xfrm>
              <a:off x="7917699" y="2157462"/>
              <a:ext cx="71337" cy="7482"/>
            </a:xfrm>
            <a:custGeom>
              <a:rect b="b" l="l" r="r" t="t"/>
              <a:pathLst>
                <a:path extrusionOk="0" h="206" w="1964">
                  <a:moveTo>
                    <a:pt x="1" y="1"/>
                  </a:moveTo>
                  <a:lnTo>
                    <a:pt x="117" y="206"/>
                  </a:lnTo>
                  <a:lnTo>
                    <a:pt x="1874" y="206"/>
                  </a:lnTo>
                  <a:lnTo>
                    <a:pt x="1964" y="72"/>
                  </a:lnTo>
                  <a:lnTo>
                    <a:pt x="1277" y="72"/>
                  </a:lnTo>
                  <a:lnTo>
                    <a:pt x="1214"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200"/>
            <p:cNvSpPr/>
            <p:nvPr/>
          </p:nvSpPr>
          <p:spPr>
            <a:xfrm>
              <a:off x="7940400" y="2148418"/>
              <a:ext cx="5557" cy="9081"/>
            </a:xfrm>
            <a:custGeom>
              <a:rect b="b" l="l" r="r" t="t"/>
              <a:pathLst>
                <a:path extrusionOk="0" h="250" w="153">
                  <a:moveTo>
                    <a:pt x="0" y="0"/>
                  </a:moveTo>
                  <a:lnTo>
                    <a:pt x="0" y="250"/>
                  </a:lnTo>
                  <a:lnTo>
                    <a:pt x="152" y="250"/>
                  </a:lnTo>
                  <a:lnTo>
                    <a:pt x="152"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200"/>
            <p:cNvSpPr/>
            <p:nvPr/>
          </p:nvSpPr>
          <p:spPr>
            <a:xfrm>
              <a:off x="7919006" y="2098185"/>
              <a:ext cx="30184" cy="56736"/>
            </a:xfrm>
            <a:custGeom>
              <a:rect b="b" l="l" r="r" t="t"/>
              <a:pathLst>
                <a:path extrusionOk="0" h="1562" w="831">
                  <a:moveTo>
                    <a:pt x="830" y="0"/>
                  </a:moveTo>
                  <a:lnTo>
                    <a:pt x="1" y="1561"/>
                  </a:lnTo>
                  <a:lnTo>
                    <a:pt x="830" y="1561"/>
                  </a:lnTo>
                  <a:lnTo>
                    <a:pt x="830"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200"/>
            <p:cNvSpPr/>
            <p:nvPr/>
          </p:nvSpPr>
          <p:spPr>
            <a:xfrm>
              <a:off x="7952386" y="2148418"/>
              <a:ext cx="5557" cy="9081"/>
            </a:xfrm>
            <a:custGeom>
              <a:rect b="b" l="l" r="r" t="t"/>
              <a:pathLst>
                <a:path extrusionOk="0" h="250" w="153">
                  <a:moveTo>
                    <a:pt x="1" y="0"/>
                  </a:moveTo>
                  <a:lnTo>
                    <a:pt x="1" y="250"/>
                  </a:lnTo>
                  <a:lnTo>
                    <a:pt x="152" y="250"/>
                  </a:lnTo>
                  <a:lnTo>
                    <a:pt x="152"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200"/>
            <p:cNvSpPr/>
            <p:nvPr/>
          </p:nvSpPr>
          <p:spPr>
            <a:xfrm>
              <a:off x="7930992" y="2098185"/>
              <a:ext cx="42170" cy="56736"/>
            </a:xfrm>
            <a:custGeom>
              <a:rect b="b" l="l" r="r" t="t"/>
              <a:pathLst>
                <a:path extrusionOk="0" h="1562" w="1161">
                  <a:moveTo>
                    <a:pt x="830" y="0"/>
                  </a:moveTo>
                  <a:lnTo>
                    <a:pt x="1" y="1561"/>
                  </a:lnTo>
                  <a:lnTo>
                    <a:pt x="1160" y="1561"/>
                  </a:lnTo>
                  <a:lnTo>
                    <a:pt x="8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6" name="Google Shape;12946;p200"/>
          <p:cNvGrpSpPr/>
          <p:nvPr/>
        </p:nvGrpSpPr>
        <p:grpSpPr>
          <a:xfrm>
            <a:off x="6275554" y="4645942"/>
            <a:ext cx="146005" cy="156896"/>
            <a:chOff x="7992884" y="1915090"/>
            <a:chExt cx="38938" cy="41842"/>
          </a:xfrm>
        </p:grpSpPr>
        <p:sp>
          <p:nvSpPr>
            <p:cNvPr id="12947" name="Google Shape;12947;p200"/>
            <p:cNvSpPr/>
            <p:nvPr/>
          </p:nvSpPr>
          <p:spPr>
            <a:xfrm>
              <a:off x="7992884" y="1951084"/>
              <a:ext cx="38938" cy="5848"/>
            </a:xfrm>
            <a:custGeom>
              <a:rect b="b" l="l" r="r" t="t"/>
              <a:pathLst>
                <a:path extrusionOk="0" h="161" w="1072">
                  <a:moveTo>
                    <a:pt x="536" y="0"/>
                  </a:moveTo>
                  <a:cubicBezTo>
                    <a:pt x="242" y="0"/>
                    <a:pt x="1" y="36"/>
                    <a:pt x="1" y="80"/>
                  </a:cubicBezTo>
                  <a:cubicBezTo>
                    <a:pt x="1" y="125"/>
                    <a:pt x="242" y="161"/>
                    <a:pt x="536" y="161"/>
                  </a:cubicBezTo>
                  <a:cubicBezTo>
                    <a:pt x="830" y="161"/>
                    <a:pt x="1071" y="125"/>
                    <a:pt x="1071" y="80"/>
                  </a:cubicBezTo>
                  <a:cubicBezTo>
                    <a:pt x="1071" y="36"/>
                    <a:pt x="830" y="0"/>
                    <a:pt x="536"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200"/>
            <p:cNvSpPr/>
            <p:nvPr/>
          </p:nvSpPr>
          <p:spPr>
            <a:xfrm>
              <a:off x="7997424" y="1949776"/>
              <a:ext cx="29857" cy="4250"/>
            </a:xfrm>
            <a:custGeom>
              <a:rect b="b" l="l" r="r" t="t"/>
              <a:pathLst>
                <a:path extrusionOk="0" h="117" w="822">
                  <a:moveTo>
                    <a:pt x="1" y="0"/>
                  </a:moveTo>
                  <a:lnTo>
                    <a:pt x="72" y="116"/>
                  </a:lnTo>
                  <a:lnTo>
                    <a:pt x="768" y="116"/>
                  </a:lnTo>
                  <a:lnTo>
                    <a:pt x="821" y="36"/>
                  </a:lnTo>
                  <a:lnTo>
                    <a:pt x="589" y="36"/>
                  </a:lnTo>
                  <a:lnTo>
                    <a:pt x="55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200"/>
            <p:cNvSpPr/>
            <p:nvPr/>
          </p:nvSpPr>
          <p:spPr>
            <a:xfrm>
              <a:off x="8010718" y="1944256"/>
              <a:ext cx="3269" cy="5557"/>
            </a:xfrm>
            <a:custGeom>
              <a:rect b="b" l="l" r="r" t="t"/>
              <a:pathLst>
                <a:path extrusionOk="0" h="153" w="90">
                  <a:moveTo>
                    <a:pt x="0" y="1"/>
                  </a:moveTo>
                  <a:lnTo>
                    <a:pt x="0" y="152"/>
                  </a:lnTo>
                  <a:lnTo>
                    <a:pt x="90" y="152"/>
                  </a:lnTo>
                  <a:lnTo>
                    <a:pt x="90"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200"/>
            <p:cNvSpPr/>
            <p:nvPr/>
          </p:nvSpPr>
          <p:spPr>
            <a:xfrm>
              <a:off x="7998405" y="1915090"/>
              <a:ext cx="17544" cy="32763"/>
            </a:xfrm>
            <a:custGeom>
              <a:rect b="b" l="l" r="r" t="t"/>
              <a:pathLst>
                <a:path extrusionOk="0" h="902" w="483">
                  <a:moveTo>
                    <a:pt x="482" y="1"/>
                  </a:moveTo>
                  <a:lnTo>
                    <a:pt x="0" y="902"/>
                  </a:lnTo>
                  <a:lnTo>
                    <a:pt x="482" y="902"/>
                  </a:lnTo>
                  <a:lnTo>
                    <a:pt x="48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54" name="Shape 12954"/>
        <p:cNvGrpSpPr/>
        <p:nvPr/>
      </p:nvGrpSpPr>
      <p:grpSpPr>
        <a:xfrm>
          <a:off x="0" y="0"/>
          <a:ext cx="0" cy="0"/>
          <a:chOff x="0" y="0"/>
          <a:chExt cx="0" cy="0"/>
        </a:xfrm>
      </p:grpSpPr>
      <p:sp>
        <p:nvSpPr>
          <p:cNvPr id="12955" name="Google Shape;12955;p201"/>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Want to buy an Airbnb?</a:t>
            </a:r>
            <a:endParaRPr/>
          </a:p>
        </p:txBody>
      </p:sp>
      <p:sp>
        <p:nvSpPr>
          <p:cNvPr id="12956" name="Google Shape;12956;p201"/>
          <p:cNvSpPr txBox="1"/>
          <p:nvPr>
            <p:ph idx="2" type="title"/>
          </p:nvPr>
        </p:nvSpPr>
        <p:spPr>
          <a:xfrm>
            <a:off x="1567525" y="1517075"/>
            <a:ext cx="3905100" cy="315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Overview of Airbnbs in Sicily</a:t>
            </a:r>
            <a:endParaRPr/>
          </a:p>
        </p:txBody>
      </p:sp>
      <p:sp>
        <p:nvSpPr>
          <p:cNvPr id="12957" name="Google Shape;12957;p201"/>
          <p:cNvSpPr txBox="1"/>
          <p:nvPr>
            <p:ph idx="1" type="subTitle"/>
          </p:nvPr>
        </p:nvSpPr>
        <p:spPr>
          <a:xfrm>
            <a:off x="1567525" y="1814848"/>
            <a:ext cx="3905100" cy="31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Number of listings, average price, occupancy</a:t>
            </a:r>
            <a:endParaRPr/>
          </a:p>
        </p:txBody>
      </p:sp>
      <p:sp>
        <p:nvSpPr>
          <p:cNvPr id="12958" name="Google Shape;12958;p201"/>
          <p:cNvSpPr txBox="1"/>
          <p:nvPr>
            <p:ph idx="3" type="title"/>
          </p:nvPr>
        </p:nvSpPr>
        <p:spPr>
          <a:xfrm>
            <a:off x="720000" y="1495475"/>
            <a:ext cx="840600" cy="65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2959" name="Google Shape;12959;p201"/>
          <p:cNvSpPr txBox="1"/>
          <p:nvPr>
            <p:ph idx="4" type="title"/>
          </p:nvPr>
        </p:nvSpPr>
        <p:spPr>
          <a:xfrm>
            <a:off x="1567525" y="2314263"/>
            <a:ext cx="3905100" cy="315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Analysis</a:t>
            </a:r>
            <a:endParaRPr/>
          </a:p>
        </p:txBody>
      </p:sp>
      <p:sp>
        <p:nvSpPr>
          <p:cNvPr id="12960" name="Google Shape;12960;p201"/>
          <p:cNvSpPr txBox="1"/>
          <p:nvPr>
            <p:ph idx="5" type="subTitle"/>
          </p:nvPr>
        </p:nvSpPr>
        <p:spPr>
          <a:xfrm>
            <a:off x="1567525" y="2612025"/>
            <a:ext cx="6471600" cy="31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Optimal neighborhood to buy, type of listing, priorities of guests, and pricing</a:t>
            </a:r>
            <a:endParaRPr/>
          </a:p>
        </p:txBody>
      </p:sp>
      <p:sp>
        <p:nvSpPr>
          <p:cNvPr id="12961" name="Google Shape;12961;p201"/>
          <p:cNvSpPr txBox="1"/>
          <p:nvPr>
            <p:ph idx="6" type="title"/>
          </p:nvPr>
        </p:nvSpPr>
        <p:spPr>
          <a:xfrm>
            <a:off x="720000" y="2292658"/>
            <a:ext cx="840600" cy="65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2962" name="Google Shape;12962;p201"/>
          <p:cNvSpPr txBox="1"/>
          <p:nvPr>
            <p:ph idx="7" type="title"/>
          </p:nvPr>
        </p:nvSpPr>
        <p:spPr>
          <a:xfrm>
            <a:off x="1567525" y="3111425"/>
            <a:ext cx="4751700" cy="315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How much money we will make</a:t>
            </a:r>
            <a:endParaRPr/>
          </a:p>
        </p:txBody>
      </p:sp>
      <p:sp>
        <p:nvSpPr>
          <p:cNvPr id="12963" name="Google Shape;12963;p201"/>
          <p:cNvSpPr txBox="1"/>
          <p:nvPr>
            <p:ph idx="8" type="subTitle"/>
          </p:nvPr>
        </p:nvSpPr>
        <p:spPr>
          <a:xfrm>
            <a:off x="1567525" y="3409216"/>
            <a:ext cx="3905100" cy="31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Listing price versus daily revenue </a:t>
            </a:r>
            <a:endParaRPr/>
          </a:p>
        </p:txBody>
      </p:sp>
      <p:sp>
        <p:nvSpPr>
          <p:cNvPr id="12964" name="Google Shape;12964;p201"/>
          <p:cNvSpPr txBox="1"/>
          <p:nvPr>
            <p:ph idx="9" type="title"/>
          </p:nvPr>
        </p:nvSpPr>
        <p:spPr>
          <a:xfrm>
            <a:off x="720000" y="3089829"/>
            <a:ext cx="840600" cy="65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2965" name="Google Shape;12965;p201"/>
          <p:cNvSpPr txBox="1"/>
          <p:nvPr>
            <p:ph idx="13" type="title"/>
          </p:nvPr>
        </p:nvSpPr>
        <p:spPr>
          <a:xfrm>
            <a:off x="1567525" y="3908627"/>
            <a:ext cx="3905100" cy="315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Conclusion</a:t>
            </a:r>
            <a:endParaRPr/>
          </a:p>
        </p:txBody>
      </p:sp>
      <p:sp>
        <p:nvSpPr>
          <p:cNvPr id="12966" name="Google Shape;12966;p201"/>
          <p:cNvSpPr txBox="1"/>
          <p:nvPr>
            <p:ph idx="14" type="subTitle"/>
          </p:nvPr>
        </p:nvSpPr>
        <p:spPr>
          <a:xfrm>
            <a:off x="1567525" y="4206400"/>
            <a:ext cx="3905100" cy="31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How to have the most successful listing </a:t>
            </a:r>
            <a:endParaRPr/>
          </a:p>
        </p:txBody>
      </p:sp>
      <p:sp>
        <p:nvSpPr>
          <p:cNvPr id="12967" name="Google Shape;12967;p201"/>
          <p:cNvSpPr txBox="1"/>
          <p:nvPr>
            <p:ph idx="15" type="title"/>
          </p:nvPr>
        </p:nvSpPr>
        <p:spPr>
          <a:xfrm>
            <a:off x="720000" y="3887025"/>
            <a:ext cx="840600" cy="65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grpSp>
        <p:nvGrpSpPr>
          <p:cNvPr id="12968" name="Google Shape;12968;p201"/>
          <p:cNvGrpSpPr/>
          <p:nvPr/>
        </p:nvGrpSpPr>
        <p:grpSpPr>
          <a:xfrm>
            <a:off x="306305" y="1371603"/>
            <a:ext cx="169022" cy="212736"/>
            <a:chOff x="7813057" y="1990929"/>
            <a:chExt cx="45076" cy="56734"/>
          </a:xfrm>
        </p:grpSpPr>
        <p:sp>
          <p:nvSpPr>
            <p:cNvPr id="12969" name="Google Shape;12969;p201"/>
            <p:cNvSpPr/>
            <p:nvPr/>
          </p:nvSpPr>
          <p:spPr>
            <a:xfrm>
              <a:off x="7813057" y="2041161"/>
              <a:ext cx="45076" cy="6502"/>
            </a:xfrm>
            <a:custGeom>
              <a:rect b="b" l="l" r="r" t="t"/>
              <a:pathLst>
                <a:path extrusionOk="0" h="179" w="1241">
                  <a:moveTo>
                    <a:pt x="625" y="0"/>
                  </a:moveTo>
                  <a:cubicBezTo>
                    <a:pt x="277" y="0"/>
                    <a:pt x="0" y="36"/>
                    <a:pt x="0" y="89"/>
                  </a:cubicBezTo>
                  <a:cubicBezTo>
                    <a:pt x="0" y="134"/>
                    <a:pt x="277" y="179"/>
                    <a:pt x="625" y="179"/>
                  </a:cubicBezTo>
                  <a:cubicBezTo>
                    <a:pt x="964" y="179"/>
                    <a:pt x="1241" y="134"/>
                    <a:pt x="1241" y="89"/>
                  </a:cubicBezTo>
                  <a:cubicBezTo>
                    <a:pt x="1241" y="36"/>
                    <a:pt x="964" y="0"/>
                    <a:pt x="625"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201"/>
            <p:cNvSpPr/>
            <p:nvPr/>
          </p:nvSpPr>
          <p:spPr>
            <a:xfrm>
              <a:off x="7815636" y="2038219"/>
              <a:ext cx="40536" cy="5884"/>
            </a:xfrm>
            <a:custGeom>
              <a:rect b="b" l="l" r="r" t="t"/>
              <a:pathLst>
                <a:path extrusionOk="0" h="162" w="1116">
                  <a:moveTo>
                    <a:pt x="367" y="1"/>
                  </a:moveTo>
                  <a:lnTo>
                    <a:pt x="313" y="54"/>
                  </a:lnTo>
                  <a:lnTo>
                    <a:pt x="1" y="54"/>
                  </a:lnTo>
                  <a:lnTo>
                    <a:pt x="72" y="161"/>
                  </a:lnTo>
                  <a:lnTo>
                    <a:pt x="1018" y="161"/>
                  </a:lnTo>
                  <a:lnTo>
                    <a:pt x="1116"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201"/>
            <p:cNvSpPr/>
            <p:nvPr/>
          </p:nvSpPr>
          <p:spPr>
            <a:xfrm>
              <a:off x="7833470" y="2030773"/>
              <a:ext cx="4577" cy="7482"/>
            </a:xfrm>
            <a:custGeom>
              <a:rect b="b" l="l" r="r" t="t"/>
              <a:pathLst>
                <a:path extrusionOk="0" h="206" w="126">
                  <a:moveTo>
                    <a:pt x="1" y="1"/>
                  </a:moveTo>
                  <a:lnTo>
                    <a:pt x="1" y="206"/>
                  </a:lnTo>
                  <a:lnTo>
                    <a:pt x="125" y="206"/>
                  </a:lnTo>
                  <a:lnTo>
                    <a:pt x="125"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201"/>
            <p:cNvSpPr/>
            <p:nvPr/>
          </p:nvSpPr>
          <p:spPr>
            <a:xfrm>
              <a:off x="7830891" y="1990929"/>
              <a:ext cx="24009" cy="45076"/>
            </a:xfrm>
            <a:custGeom>
              <a:rect b="b" l="l" r="r" t="t"/>
              <a:pathLst>
                <a:path extrusionOk="0" h="1241" w="661">
                  <a:moveTo>
                    <a:pt x="0" y="0"/>
                  </a:moveTo>
                  <a:lnTo>
                    <a:pt x="0" y="1240"/>
                  </a:lnTo>
                  <a:lnTo>
                    <a:pt x="660" y="1240"/>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3" name="Google Shape;12973;p201"/>
          <p:cNvGrpSpPr/>
          <p:nvPr/>
        </p:nvGrpSpPr>
        <p:grpSpPr>
          <a:xfrm>
            <a:off x="6079559" y="1836670"/>
            <a:ext cx="298956" cy="272253"/>
            <a:chOff x="7913522" y="2098185"/>
            <a:chExt cx="79728" cy="72607"/>
          </a:xfrm>
        </p:grpSpPr>
        <p:sp>
          <p:nvSpPr>
            <p:cNvPr id="12974" name="Google Shape;12974;p201"/>
            <p:cNvSpPr/>
            <p:nvPr/>
          </p:nvSpPr>
          <p:spPr>
            <a:xfrm>
              <a:off x="7913522" y="2159423"/>
              <a:ext cx="79728" cy="11369"/>
            </a:xfrm>
            <a:custGeom>
              <a:rect b="b" l="l" r="r" t="t"/>
              <a:pathLst>
                <a:path extrusionOk="0" h="313" w="2195">
                  <a:moveTo>
                    <a:pt x="1097" y="0"/>
                  </a:moveTo>
                  <a:cubicBezTo>
                    <a:pt x="491" y="0"/>
                    <a:pt x="0" y="63"/>
                    <a:pt x="0" y="152"/>
                  </a:cubicBezTo>
                  <a:cubicBezTo>
                    <a:pt x="0" y="241"/>
                    <a:pt x="491" y="313"/>
                    <a:pt x="1097" y="313"/>
                  </a:cubicBezTo>
                  <a:cubicBezTo>
                    <a:pt x="1704" y="313"/>
                    <a:pt x="2195" y="241"/>
                    <a:pt x="2195" y="152"/>
                  </a:cubicBezTo>
                  <a:cubicBezTo>
                    <a:pt x="2195" y="63"/>
                    <a:pt x="1704" y="0"/>
                    <a:pt x="1097"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201"/>
            <p:cNvSpPr/>
            <p:nvPr/>
          </p:nvSpPr>
          <p:spPr>
            <a:xfrm>
              <a:off x="7917699" y="2157462"/>
              <a:ext cx="71337" cy="7482"/>
            </a:xfrm>
            <a:custGeom>
              <a:rect b="b" l="l" r="r" t="t"/>
              <a:pathLst>
                <a:path extrusionOk="0" h="206" w="1964">
                  <a:moveTo>
                    <a:pt x="1" y="1"/>
                  </a:moveTo>
                  <a:lnTo>
                    <a:pt x="117" y="206"/>
                  </a:lnTo>
                  <a:lnTo>
                    <a:pt x="1874" y="206"/>
                  </a:lnTo>
                  <a:lnTo>
                    <a:pt x="1964" y="72"/>
                  </a:lnTo>
                  <a:lnTo>
                    <a:pt x="1277" y="72"/>
                  </a:lnTo>
                  <a:lnTo>
                    <a:pt x="1214"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201"/>
            <p:cNvSpPr/>
            <p:nvPr/>
          </p:nvSpPr>
          <p:spPr>
            <a:xfrm>
              <a:off x="7940400" y="2148418"/>
              <a:ext cx="5557" cy="9081"/>
            </a:xfrm>
            <a:custGeom>
              <a:rect b="b" l="l" r="r" t="t"/>
              <a:pathLst>
                <a:path extrusionOk="0" h="250" w="153">
                  <a:moveTo>
                    <a:pt x="0" y="0"/>
                  </a:moveTo>
                  <a:lnTo>
                    <a:pt x="0" y="250"/>
                  </a:lnTo>
                  <a:lnTo>
                    <a:pt x="152" y="250"/>
                  </a:lnTo>
                  <a:lnTo>
                    <a:pt x="152"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201"/>
            <p:cNvSpPr/>
            <p:nvPr/>
          </p:nvSpPr>
          <p:spPr>
            <a:xfrm>
              <a:off x="7919006" y="2098185"/>
              <a:ext cx="30184" cy="56736"/>
            </a:xfrm>
            <a:custGeom>
              <a:rect b="b" l="l" r="r" t="t"/>
              <a:pathLst>
                <a:path extrusionOk="0" h="1562" w="831">
                  <a:moveTo>
                    <a:pt x="830" y="0"/>
                  </a:moveTo>
                  <a:lnTo>
                    <a:pt x="1" y="1561"/>
                  </a:lnTo>
                  <a:lnTo>
                    <a:pt x="830" y="1561"/>
                  </a:lnTo>
                  <a:lnTo>
                    <a:pt x="830"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201"/>
            <p:cNvSpPr/>
            <p:nvPr/>
          </p:nvSpPr>
          <p:spPr>
            <a:xfrm>
              <a:off x="7952386" y="2148418"/>
              <a:ext cx="5557" cy="9081"/>
            </a:xfrm>
            <a:custGeom>
              <a:rect b="b" l="l" r="r" t="t"/>
              <a:pathLst>
                <a:path extrusionOk="0" h="250" w="153">
                  <a:moveTo>
                    <a:pt x="1" y="0"/>
                  </a:moveTo>
                  <a:lnTo>
                    <a:pt x="1" y="250"/>
                  </a:lnTo>
                  <a:lnTo>
                    <a:pt x="152" y="250"/>
                  </a:lnTo>
                  <a:lnTo>
                    <a:pt x="152"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201"/>
            <p:cNvSpPr/>
            <p:nvPr/>
          </p:nvSpPr>
          <p:spPr>
            <a:xfrm>
              <a:off x="7930992" y="2098185"/>
              <a:ext cx="42170" cy="56736"/>
            </a:xfrm>
            <a:custGeom>
              <a:rect b="b" l="l" r="r" t="t"/>
              <a:pathLst>
                <a:path extrusionOk="0" h="1562" w="1161">
                  <a:moveTo>
                    <a:pt x="830" y="0"/>
                  </a:moveTo>
                  <a:lnTo>
                    <a:pt x="1" y="1561"/>
                  </a:lnTo>
                  <a:lnTo>
                    <a:pt x="1160" y="1561"/>
                  </a:lnTo>
                  <a:lnTo>
                    <a:pt x="8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0" name="Google Shape;12980;p201"/>
          <p:cNvGrpSpPr/>
          <p:nvPr/>
        </p:nvGrpSpPr>
        <p:grpSpPr>
          <a:xfrm>
            <a:off x="8843079" y="1399517"/>
            <a:ext cx="146005" cy="156896"/>
            <a:chOff x="7992884" y="1915090"/>
            <a:chExt cx="38938" cy="41842"/>
          </a:xfrm>
        </p:grpSpPr>
        <p:sp>
          <p:nvSpPr>
            <p:cNvPr id="12981" name="Google Shape;12981;p201"/>
            <p:cNvSpPr/>
            <p:nvPr/>
          </p:nvSpPr>
          <p:spPr>
            <a:xfrm>
              <a:off x="7992884" y="1951084"/>
              <a:ext cx="38938" cy="5848"/>
            </a:xfrm>
            <a:custGeom>
              <a:rect b="b" l="l" r="r" t="t"/>
              <a:pathLst>
                <a:path extrusionOk="0" h="161" w="1072">
                  <a:moveTo>
                    <a:pt x="536" y="0"/>
                  </a:moveTo>
                  <a:cubicBezTo>
                    <a:pt x="242" y="0"/>
                    <a:pt x="1" y="36"/>
                    <a:pt x="1" y="80"/>
                  </a:cubicBezTo>
                  <a:cubicBezTo>
                    <a:pt x="1" y="125"/>
                    <a:pt x="242" y="161"/>
                    <a:pt x="536" y="161"/>
                  </a:cubicBezTo>
                  <a:cubicBezTo>
                    <a:pt x="830" y="161"/>
                    <a:pt x="1071" y="125"/>
                    <a:pt x="1071" y="80"/>
                  </a:cubicBezTo>
                  <a:cubicBezTo>
                    <a:pt x="1071" y="36"/>
                    <a:pt x="830" y="0"/>
                    <a:pt x="536"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201"/>
            <p:cNvSpPr/>
            <p:nvPr/>
          </p:nvSpPr>
          <p:spPr>
            <a:xfrm>
              <a:off x="7997424" y="1949776"/>
              <a:ext cx="29857" cy="4250"/>
            </a:xfrm>
            <a:custGeom>
              <a:rect b="b" l="l" r="r" t="t"/>
              <a:pathLst>
                <a:path extrusionOk="0" h="117" w="822">
                  <a:moveTo>
                    <a:pt x="1" y="0"/>
                  </a:moveTo>
                  <a:lnTo>
                    <a:pt x="72" y="116"/>
                  </a:lnTo>
                  <a:lnTo>
                    <a:pt x="768" y="116"/>
                  </a:lnTo>
                  <a:lnTo>
                    <a:pt x="821" y="36"/>
                  </a:lnTo>
                  <a:lnTo>
                    <a:pt x="589" y="36"/>
                  </a:lnTo>
                  <a:lnTo>
                    <a:pt x="55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201"/>
            <p:cNvSpPr/>
            <p:nvPr/>
          </p:nvSpPr>
          <p:spPr>
            <a:xfrm>
              <a:off x="8010718" y="1944256"/>
              <a:ext cx="3269" cy="5557"/>
            </a:xfrm>
            <a:custGeom>
              <a:rect b="b" l="l" r="r" t="t"/>
              <a:pathLst>
                <a:path extrusionOk="0" h="153" w="90">
                  <a:moveTo>
                    <a:pt x="0" y="1"/>
                  </a:moveTo>
                  <a:lnTo>
                    <a:pt x="0" y="152"/>
                  </a:lnTo>
                  <a:lnTo>
                    <a:pt x="90" y="152"/>
                  </a:lnTo>
                  <a:lnTo>
                    <a:pt x="90"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201"/>
            <p:cNvSpPr/>
            <p:nvPr/>
          </p:nvSpPr>
          <p:spPr>
            <a:xfrm>
              <a:off x="7998405" y="1915090"/>
              <a:ext cx="17544" cy="32763"/>
            </a:xfrm>
            <a:custGeom>
              <a:rect b="b" l="l" r="r" t="t"/>
              <a:pathLst>
                <a:path extrusionOk="0" h="902" w="483">
                  <a:moveTo>
                    <a:pt x="482" y="1"/>
                  </a:moveTo>
                  <a:lnTo>
                    <a:pt x="0" y="902"/>
                  </a:lnTo>
                  <a:lnTo>
                    <a:pt x="482" y="902"/>
                  </a:lnTo>
                  <a:lnTo>
                    <a:pt x="48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85" name="Google Shape;12985;p201"/>
          <p:cNvSpPr/>
          <p:nvPr/>
        </p:nvSpPr>
        <p:spPr>
          <a:xfrm>
            <a:off x="366600" y="193750"/>
            <a:ext cx="988669" cy="156899"/>
          </a:xfrm>
          <a:custGeom>
            <a:rect b="b" l="l" r="r" t="t"/>
            <a:pathLst>
              <a:path extrusionOk="0" h="769" w="4846">
                <a:moveTo>
                  <a:pt x="2481" y="1"/>
                </a:moveTo>
                <a:cubicBezTo>
                  <a:pt x="1937" y="1"/>
                  <a:pt x="1660" y="384"/>
                  <a:pt x="1660" y="384"/>
                </a:cubicBezTo>
                <a:cubicBezTo>
                  <a:pt x="1598" y="361"/>
                  <a:pt x="1541" y="351"/>
                  <a:pt x="1490" y="351"/>
                </a:cubicBezTo>
                <a:cubicBezTo>
                  <a:pt x="1272" y="351"/>
                  <a:pt x="1161" y="527"/>
                  <a:pt x="1161" y="527"/>
                </a:cubicBezTo>
                <a:cubicBezTo>
                  <a:pt x="1000" y="456"/>
                  <a:pt x="854" y="428"/>
                  <a:pt x="723" y="428"/>
                </a:cubicBezTo>
                <a:cubicBezTo>
                  <a:pt x="265" y="428"/>
                  <a:pt x="1" y="768"/>
                  <a:pt x="1" y="768"/>
                </a:cubicBezTo>
                <a:lnTo>
                  <a:pt x="4845" y="768"/>
                </a:lnTo>
                <a:cubicBezTo>
                  <a:pt x="4678" y="498"/>
                  <a:pt x="4438" y="428"/>
                  <a:pt x="4235" y="428"/>
                </a:cubicBezTo>
                <a:cubicBezTo>
                  <a:pt x="4015" y="428"/>
                  <a:pt x="3837" y="509"/>
                  <a:pt x="3837" y="509"/>
                </a:cubicBezTo>
                <a:cubicBezTo>
                  <a:pt x="3739" y="387"/>
                  <a:pt x="3623" y="350"/>
                  <a:pt x="3519" y="350"/>
                </a:cubicBezTo>
                <a:cubicBezTo>
                  <a:pt x="3366" y="350"/>
                  <a:pt x="3239" y="429"/>
                  <a:pt x="3239" y="429"/>
                </a:cubicBezTo>
                <a:cubicBezTo>
                  <a:pt x="3239" y="429"/>
                  <a:pt x="3025" y="1"/>
                  <a:pt x="24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89" name="Shape 12989"/>
        <p:cNvGrpSpPr/>
        <p:nvPr/>
      </p:nvGrpSpPr>
      <p:grpSpPr>
        <a:xfrm>
          <a:off x="0" y="0"/>
          <a:ext cx="0" cy="0"/>
          <a:chOff x="0" y="0"/>
          <a:chExt cx="0" cy="0"/>
        </a:xfrm>
      </p:grpSpPr>
      <p:sp>
        <p:nvSpPr>
          <p:cNvPr id="12990" name="Google Shape;12990;p202"/>
          <p:cNvSpPr txBox="1"/>
          <p:nvPr>
            <p:ph type="title"/>
          </p:nvPr>
        </p:nvSpPr>
        <p:spPr>
          <a:xfrm>
            <a:off x="4790400" y="1112100"/>
            <a:ext cx="4173900" cy="522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Current Airbnbs in Sicily</a:t>
            </a:r>
            <a:endParaRPr/>
          </a:p>
        </p:txBody>
      </p:sp>
      <p:sp>
        <p:nvSpPr>
          <p:cNvPr id="12991" name="Google Shape;12991;p202"/>
          <p:cNvSpPr txBox="1"/>
          <p:nvPr>
            <p:ph idx="1" type="body"/>
          </p:nvPr>
        </p:nvSpPr>
        <p:spPr>
          <a:xfrm>
            <a:off x="4790400" y="1711314"/>
            <a:ext cx="3640500" cy="22851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Clr>
                <a:schemeClr val="lt1"/>
              </a:buClr>
              <a:buSzPts val="1400"/>
              <a:buChar char="●"/>
            </a:pPr>
            <a:r>
              <a:rPr lang="en"/>
              <a:t>57963 listings in Sicily</a:t>
            </a:r>
            <a:endParaRPr/>
          </a:p>
          <a:p>
            <a:pPr indent="-317500" lvl="1" marL="914400" rtl="0" algn="l">
              <a:spcBef>
                <a:spcPts val="0"/>
              </a:spcBef>
              <a:spcAft>
                <a:spcPts val="0"/>
              </a:spcAft>
              <a:buSzPts val="1400"/>
              <a:buChar char="○"/>
            </a:pPr>
            <a:r>
              <a:rPr lang="en"/>
              <a:t>Palermo leads with over 3600 Airbnbs</a:t>
            </a:r>
            <a:endParaRPr/>
          </a:p>
          <a:p>
            <a:pPr indent="-317500" lvl="1" marL="914400" rtl="0" algn="l">
              <a:spcBef>
                <a:spcPts val="0"/>
              </a:spcBef>
              <a:spcAft>
                <a:spcPts val="0"/>
              </a:spcAft>
              <a:buSzPts val="1400"/>
              <a:buChar char="○"/>
            </a:pPr>
            <a:r>
              <a:rPr lang="en"/>
              <a:t>Catania has nearly 2000</a:t>
            </a:r>
            <a:endParaRPr/>
          </a:p>
          <a:p>
            <a:pPr indent="-317500" lvl="1" marL="914400" rtl="0" algn="l">
              <a:spcBef>
                <a:spcPts val="0"/>
              </a:spcBef>
              <a:spcAft>
                <a:spcPts val="0"/>
              </a:spcAft>
              <a:buSzPts val="1400"/>
              <a:buChar char="○"/>
            </a:pPr>
            <a:r>
              <a:rPr lang="en"/>
              <a:t>Siracusa</a:t>
            </a:r>
            <a:r>
              <a:rPr lang="en"/>
              <a:t> has just under 1500</a:t>
            </a:r>
            <a:endParaRPr/>
          </a:p>
          <a:p>
            <a:pPr indent="-317500" lvl="1" marL="914400" rtl="0" algn="l">
              <a:spcBef>
                <a:spcPts val="0"/>
              </a:spcBef>
              <a:spcAft>
                <a:spcPts val="0"/>
              </a:spcAft>
              <a:buSzPts val="1400"/>
              <a:buChar char="○"/>
            </a:pPr>
            <a:r>
              <a:rPr lang="en"/>
              <a:t>These three cities and their directly adjacent neighborhoods account for 11,783 Airbnbs—20% of those in Sicily</a:t>
            </a:r>
            <a:endParaRPr/>
          </a:p>
          <a:p>
            <a:pPr indent="-317500" lvl="0" marL="457200" rtl="0" algn="l">
              <a:spcBef>
                <a:spcPts val="0"/>
              </a:spcBef>
              <a:spcAft>
                <a:spcPts val="0"/>
              </a:spcAft>
              <a:buSzPts val="1400"/>
              <a:buChar char="●"/>
            </a:pPr>
            <a:r>
              <a:rPr lang="en"/>
              <a:t>The average price for a listing was $305 per night.</a:t>
            </a:r>
            <a:endParaRPr/>
          </a:p>
        </p:txBody>
      </p:sp>
      <p:grpSp>
        <p:nvGrpSpPr>
          <p:cNvPr id="12992" name="Google Shape;12992;p202"/>
          <p:cNvGrpSpPr/>
          <p:nvPr/>
        </p:nvGrpSpPr>
        <p:grpSpPr>
          <a:xfrm>
            <a:off x="488745" y="1112104"/>
            <a:ext cx="1331045" cy="1171150"/>
            <a:chOff x="3650956" y="1757963"/>
            <a:chExt cx="258943" cy="227815"/>
          </a:xfrm>
        </p:grpSpPr>
        <p:sp>
          <p:nvSpPr>
            <p:cNvPr id="12993" name="Google Shape;12993;p202"/>
            <p:cNvSpPr/>
            <p:nvPr/>
          </p:nvSpPr>
          <p:spPr>
            <a:xfrm>
              <a:off x="3650956" y="1757963"/>
              <a:ext cx="258943" cy="227815"/>
            </a:xfrm>
            <a:custGeom>
              <a:rect b="b" l="l" r="r" t="t"/>
              <a:pathLst>
                <a:path extrusionOk="0" h="6272" w="7129">
                  <a:moveTo>
                    <a:pt x="5416" y="0"/>
                  </a:moveTo>
                  <a:lnTo>
                    <a:pt x="3828" y="411"/>
                  </a:lnTo>
                  <a:lnTo>
                    <a:pt x="3337" y="1499"/>
                  </a:lnTo>
                  <a:lnTo>
                    <a:pt x="2320" y="1945"/>
                  </a:lnTo>
                  <a:lnTo>
                    <a:pt x="1642" y="3016"/>
                  </a:lnTo>
                  <a:lnTo>
                    <a:pt x="1535" y="4095"/>
                  </a:lnTo>
                  <a:lnTo>
                    <a:pt x="1018" y="5219"/>
                  </a:lnTo>
                  <a:lnTo>
                    <a:pt x="1" y="6272"/>
                  </a:lnTo>
                  <a:lnTo>
                    <a:pt x="3846" y="6272"/>
                  </a:lnTo>
                  <a:lnTo>
                    <a:pt x="3417" y="5255"/>
                  </a:lnTo>
                  <a:lnTo>
                    <a:pt x="3623" y="4461"/>
                  </a:lnTo>
                  <a:lnTo>
                    <a:pt x="4390" y="3408"/>
                  </a:lnTo>
                  <a:lnTo>
                    <a:pt x="4898" y="3533"/>
                  </a:lnTo>
                  <a:lnTo>
                    <a:pt x="5327" y="4505"/>
                  </a:lnTo>
                  <a:lnTo>
                    <a:pt x="5077" y="5522"/>
                  </a:lnTo>
                  <a:lnTo>
                    <a:pt x="5228" y="6272"/>
                  </a:lnTo>
                  <a:lnTo>
                    <a:pt x="7129" y="6272"/>
                  </a:lnTo>
                  <a:lnTo>
                    <a:pt x="6745" y="5174"/>
                  </a:lnTo>
                  <a:lnTo>
                    <a:pt x="7066" y="4211"/>
                  </a:lnTo>
                  <a:lnTo>
                    <a:pt x="6593" y="2837"/>
                  </a:lnTo>
                  <a:lnTo>
                    <a:pt x="6308" y="1196"/>
                  </a:lnTo>
                  <a:lnTo>
                    <a:pt x="54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202"/>
            <p:cNvSpPr/>
            <p:nvPr/>
          </p:nvSpPr>
          <p:spPr>
            <a:xfrm>
              <a:off x="3710595" y="1757963"/>
              <a:ext cx="169481" cy="109549"/>
            </a:xfrm>
            <a:custGeom>
              <a:rect b="b" l="l" r="r" t="t"/>
              <a:pathLst>
                <a:path extrusionOk="0" h="3016" w="4666">
                  <a:moveTo>
                    <a:pt x="3774" y="0"/>
                  </a:moveTo>
                  <a:lnTo>
                    <a:pt x="2186" y="411"/>
                  </a:lnTo>
                  <a:lnTo>
                    <a:pt x="1695" y="1499"/>
                  </a:lnTo>
                  <a:lnTo>
                    <a:pt x="678" y="1945"/>
                  </a:lnTo>
                  <a:lnTo>
                    <a:pt x="0" y="3016"/>
                  </a:lnTo>
                  <a:lnTo>
                    <a:pt x="0" y="3016"/>
                  </a:lnTo>
                  <a:lnTo>
                    <a:pt x="794" y="2346"/>
                  </a:lnTo>
                  <a:lnTo>
                    <a:pt x="1401" y="2257"/>
                  </a:lnTo>
                  <a:lnTo>
                    <a:pt x="1918" y="2552"/>
                  </a:lnTo>
                  <a:lnTo>
                    <a:pt x="1570" y="1927"/>
                  </a:lnTo>
                  <a:lnTo>
                    <a:pt x="2186" y="2061"/>
                  </a:lnTo>
                  <a:lnTo>
                    <a:pt x="2025" y="1579"/>
                  </a:lnTo>
                  <a:lnTo>
                    <a:pt x="2560" y="866"/>
                  </a:lnTo>
                  <a:lnTo>
                    <a:pt x="3649" y="803"/>
                  </a:lnTo>
                  <a:lnTo>
                    <a:pt x="4666" y="1196"/>
                  </a:lnTo>
                  <a:lnTo>
                    <a:pt x="3774" y="0"/>
                  </a:lnTo>
                  <a:close/>
                </a:path>
              </a:pathLst>
            </a:custGeom>
            <a:solidFill>
              <a:srgbClr val="BA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202"/>
            <p:cNvSpPr/>
            <p:nvPr/>
          </p:nvSpPr>
          <p:spPr>
            <a:xfrm>
              <a:off x="3768600" y="1867472"/>
              <a:ext cx="141295" cy="118302"/>
            </a:xfrm>
            <a:custGeom>
              <a:rect b="b" l="l" r="r" t="t"/>
              <a:pathLst>
                <a:path extrusionOk="0" h="3257" w="3890">
                  <a:moveTo>
                    <a:pt x="1534" y="1"/>
                  </a:moveTo>
                  <a:lnTo>
                    <a:pt x="856" y="116"/>
                  </a:lnTo>
                  <a:lnTo>
                    <a:pt x="259" y="1196"/>
                  </a:lnTo>
                  <a:lnTo>
                    <a:pt x="71" y="447"/>
                  </a:lnTo>
                  <a:lnTo>
                    <a:pt x="0" y="1767"/>
                  </a:lnTo>
                  <a:lnTo>
                    <a:pt x="178" y="2240"/>
                  </a:lnTo>
                  <a:lnTo>
                    <a:pt x="384" y="1446"/>
                  </a:lnTo>
                  <a:lnTo>
                    <a:pt x="1151" y="393"/>
                  </a:lnTo>
                  <a:lnTo>
                    <a:pt x="1659" y="518"/>
                  </a:lnTo>
                  <a:lnTo>
                    <a:pt x="2088" y="1490"/>
                  </a:lnTo>
                  <a:lnTo>
                    <a:pt x="1838" y="2507"/>
                  </a:lnTo>
                  <a:lnTo>
                    <a:pt x="1989" y="3257"/>
                  </a:lnTo>
                  <a:lnTo>
                    <a:pt x="3890" y="3257"/>
                  </a:lnTo>
                  <a:lnTo>
                    <a:pt x="3506" y="2159"/>
                  </a:lnTo>
                  <a:lnTo>
                    <a:pt x="3488" y="3087"/>
                  </a:lnTo>
                  <a:lnTo>
                    <a:pt x="2935" y="2820"/>
                  </a:lnTo>
                  <a:lnTo>
                    <a:pt x="2882" y="1767"/>
                  </a:lnTo>
                  <a:lnTo>
                    <a:pt x="2614" y="2820"/>
                  </a:lnTo>
                  <a:lnTo>
                    <a:pt x="2177" y="2382"/>
                  </a:lnTo>
                  <a:lnTo>
                    <a:pt x="2543" y="973"/>
                  </a:lnTo>
                  <a:lnTo>
                    <a:pt x="1534"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202"/>
            <p:cNvSpPr/>
            <p:nvPr/>
          </p:nvSpPr>
          <p:spPr>
            <a:xfrm>
              <a:off x="3722908" y="1895331"/>
              <a:ext cx="23682" cy="90443"/>
            </a:xfrm>
            <a:custGeom>
              <a:rect b="b" l="l" r="r" t="t"/>
              <a:pathLst>
                <a:path extrusionOk="0" h="2490" w="652">
                  <a:moveTo>
                    <a:pt x="179" y="1"/>
                  </a:moveTo>
                  <a:lnTo>
                    <a:pt x="286" y="1856"/>
                  </a:lnTo>
                  <a:lnTo>
                    <a:pt x="0" y="2490"/>
                  </a:lnTo>
                  <a:lnTo>
                    <a:pt x="651" y="2490"/>
                  </a:lnTo>
                  <a:lnTo>
                    <a:pt x="598" y="1910"/>
                  </a:lnTo>
                  <a:lnTo>
                    <a:pt x="598" y="1348"/>
                  </a:lnTo>
                  <a:lnTo>
                    <a:pt x="179"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202"/>
            <p:cNvSpPr/>
            <p:nvPr/>
          </p:nvSpPr>
          <p:spPr>
            <a:xfrm>
              <a:off x="3650956" y="1906663"/>
              <a:ext cx="57390" cy="79110"/>
            </a:xfrm>
            <a:custGeom>
              <a:rect b="b" l="l" r="r" t="t"/>
              <a:pathLst>
                <a:path extrusionOk="0" h="2178" w="1580">
                  <a:moveTo>
                    <a:pt x="1535" y="1"/>
                  </a:moveTo>
                  <a:lnTo>
                    <a:pt x="1018" y="1125"/>
                  </a:lnTo>
                  <a:lnTo>
                    <a:pt x="1" y="2178"/>
                  </a:lnTo>
                  <a:lnTo>
                    <a:pt x="1250" y="2178"/>
                  </a:lnTo>
                  <a:lnTo>
                    <a:pt x="795" y="1839"/>
                  </a:lnTo>
                  <a:lnTo>
                    <a:pt x="1428" y="1303"/>
                  </a:lnTo>
                  <a:lnTo>
                    <a:pt x="1580" y="643"/>
                  </a:lnTo>
                  <a:lnTo>
                    <a:pt x="153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202"/>
            <p:cNvSpPr/>
            <p:nvPr/>
          </p:nvSpPr>
          <p:spPr>
            <a:xfrm>
              <a:off x="3857370" y="1801367"/>
              <a:ext cx="50270" cy="109549"/>
            </a:xfrm>
            <a:custGeom>
              <a:rect b="b" l="l" r="r" t="t"/>
              <a:pathLst>
                <a:path extrusionOk="0" h="3016" w="1384">
                  <a:moveTo>
                    <a:pt x="625" y="1"/>
                  </a:moveTo>
                  <a:lnTo>
                    <a:pt x="580" y="1357"/>
                  </a:lnTo>
                  <a:lnTo>
                    <a:pt x="0" y="402"/>
                  </a:lnTo>
                  <a:lnTo>
                    <a:pt x="411" y="1874"/>
                  </a:lnTo>
                  <a:lnTo>
                    <a:pt x="1383" y="3016"/>
                  </a:lnTo>
                  <a:lnTo>
                    <a:pt x="910" y="1642"/>
                  </a:lnTo>
                  <a:lnTo>
                    <a:pt x="625" y="1"/>
                  </a:lnTo>
                  <a:close/>
                </a:path>
              </a:pathLst>
            </a:custGeom>
            <a:solidFill>
              <a:srgbClr val="96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9" name="Google Shape;12999;p202"/>
          <p:cNvGrpSpPr/>
          <p:nvPr/>
        </p:nvGrpSpPr>
        <p:grpSpPr>
          <a:xfrm>
            <a:off x="1555847" y="381362"/>
            <a:ext cx="696408" cy="663798"/>
            <a:chOff x="3960087" y="1804164"/>
            <a:chExt cx="135480" cy="129124"/>
          </a:xfrm>
        </p:grpSpPr>
        <p:sp>
          <p:nvSpPr>
            <p:cNvPr id="13000" name="Google Shape;13000;p202"/>
            <p:cNvSpPr/>
            <p:nvPr/>
          </p:nvSpPr>
          <p:spPr>
            <a:xfrm>
              <a:off x="3960087" y="1897619"/>
              <a:ext cx="59968" cy="35669"/>
            </a:xfrm>
            <a:custGeom>
              <a:rect b="b" l="l" r="r" t="t"/>
              <a:pathLst>
                <a:path extrusionOk="0" h="982" w="1651">
                  <a:moveTo>
                    <a:pt x="1651" y="0"/>
                  </a:moveTo>
                  <a:cubicBezTo>
                    <a:pt x="1535" y="0"/>
                    <a:pt x="1428" y="27"/>
                    <a:pt x="1321" y="72"/>
                  </a:cubicBezTo>
                  <a:cubicBezTo>
                    <a:pt x="1267" y="89"/>
                    <a:pt x="1214" y="116"/>
                    <a:pt x="1169" y="152"/>
                  </a:cubicBezTo>
                  <a:cubicBezTo>
                    <a:pt x="1124" y="187"/>
                    <a:pt x="1080" y="232"/>
                    <a:pt x="1044" y="277"/>
                  </a:cubicBezTo>
                  <a:cubicBezTo>
                    <a:pt x="973" y="366"/>
                    <a:pt x="919" y="473"/>
                    <a:pt x="884" y="580"/>
                  </a:cubicBezTo>
                  <a:cubicBezTo>
                    <a:pt x="866" y="634"/>
                    <a:pt x="857" y="696"/>
                    <a:pt x="848" y="750"/>
                  </a:cubicBezTo>
                  <a:cubicBezTo>
                    <a:pt x="848" y="769"/>
                    <a:pt x="848" y="788"/>
                    <a:pt x="848" y="806"/>
                  </a:cubicBezTo>
                  <a:lnTo>
                    <a:pt x="848" y="806"/>
                  </a:lnTo>
                  <a:cubicBezTo>
                    <a:pt x="845" y="805"/>
                    <a:pt x="842" y="804"/>
                    <a:pt x="839" y="803"/>
                  </a:cubicBezTo>
                  <a:cubicBezTo>
                    <a:pt x="803" y="776"/>
                    <a:pt x="768" y="758"/>
                    <a:pt x="723" y="741"/>
                  </a:cubicBezTo>
                  <a:cubicBezTo>
                    <a:pt x="643" y="705"/>
                    <a:pt x="553" y="687"/>
                    <a:pt x="464" y="687"/>
                  </a:cubicBezTo>
                  <a:cubicBezTo>
                    <a:pt x="375" y="687"/>
                    <a:pt x="295" y="714"/>
                    <a:pt x="214" y="741"/>
                  </a:cubicBezTo>
                  <a:cubicBezTo>
                    <a:pt x="134" y="776"/>
                    <a:pt x="63" y="821"/>
                    <a:pt x="0" y="874"/>
                  </a:cubicBezTo>
                  <a:cubicBezTo>
                    <a:pt x="81" y="839"/>
                    <a:pt x="152" y="812"/>
                    <a:pt x="232" y="794"/>
                  </a:cubicBezTo>
                  <a:cubicBezTo>
                    <a:pt x="285" y="781"/>
                    <a:pt x="342" y="773"/>
                    <a:pt x="400" y="773"/>
                  </a:cubicBezTo>
                  <a:cubicBezTo>
                    <a:pt x="421" y="773"/>
                    <a:pt x="443" y="774"/>
                    <a:pt x="464" y="776"/>
                  </a:cubicBezTo>
                  <a:cubicBezTo>
                    <a:pt x="536" y="785"/>
                    <a:pt x="616" y="803"/>
                    <a:pt x="678" y="839"/>
                  </a:cubicBezTo>
                  <a:cubicBezTo>
                    <a:pt x="714" y="848"/>
                    <a:pt x="750" y="874"/>
                    <a:pt x="776" y="892"/>
                  </a:cubicBezTo>
                  <a:cubicBezTo>
                    <a:pt x="812" y="919"/>
                    <a:pt x="839" y="946"/>
                    <a:pt x="866" y="964"/>
                  </a:cubicBezTo>
                  <a:cubicBezTo>
                    <a:pt x="884" y="973"/>
                    <a:pt x="892" y="981"/>
                    <a:pt x="910" y="981"/>
                  </a:cubicBezTo>
                  <a:cubicBezTo>
                    <a:pt x="946" y="981"/>
                    <a:pt x="964" y="946"/>
                    <a:pt x="964" y="919"/>
                  </a:cubicBezTo>
                  <a:cubicBezTo>
                    <a:pt x="964" y="865"/>
                    <a:pt x="964" y="812"/>
                    <a:pt x="973" y="767"/>
                  </a:cubicBezTo>
                  <a:cubicBezTo>
                    <a:pt x="982" y="714"/>
                    <a:pt x="991" y="660"/>
                    <a:pt x="1000" y="616"/>
                  </a:cubicBezTo>
                  <a:cubicBezTo>
                    <a:pt x="1026" y="518"/>
                    <a:pt x="1062" y="419"/>
                    <a:pt x="1124" y="339"/>
                  </a:cubicBezTo>
                  <a:cubicBezTo>
                    <a:pt x="1187" y="250"/>
                    <a:pt x="1258" y="179"/>
                    <a:pt x="1347" y="125"/>
                  </a:cubicBezTo>
                  <a:cubicBezTo>
                    <a:pt x="1437" y="72"/>
                    <a:pt x="1544" y="36"/>
                    <a:pt x="16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202"/>
            <p:cNvSpPr/>
            <p:nvPr/>
          </p:nvSpPr>
          <p:spPr>
            <a:xfrm>
              <a:off x="4052416" y="1836054"/>
              <a:ext cx="43151" cy="26297"/>
            </a:xfrm>
            <a:custGeom>
              <a:rect b="b" l="l" r="r" t="t"/>
              <a:pathLst>
                <a:path extrusionOk="0" h="724" w="1188">
                  <a:moveTo>
                    <a:pt x="1" y="0"/>
                  </a:moveTo>
                  <a:cubicBezTo>
                    <a:pt x="19" y="9"/>
                    <a:pt x="37" y="18"/>
                    <a:pt x="54" y="18"/>
                  </a:cubicBezTo>
                  <a:cubicBezTo>
                    <a:pt x="72" y="27"/>
                    <a:pt x="99" y="36"/>
                    <a:pt x="108" y="45"/>
                  </a:cubicBezTo>
                  <a:cubicBezTo>
                    <a:pt x="144" y="63"/>
                    <a:pt x="179" y="72"/>
                    <a:pt x="215" y="98"/>
                  </a:cubicBezTo>
                  <a:cubicBezTo>
                    <a:pt x="277" y="134"/>
                    <a:pt x="331" y="188"/>
                    <a:pt x="367" y="250"/>
                  </a:cubicBezTo>
                  <a:cubicBezTo>
                    <a:pt x="411" y="312"/>
                    <a:pt x="438" y="375"/>
                    <a:pt x="456" y="446"/>
                  </a:cubicBezTo>
                  <a:cubicBezTo>
                    <a:pt x="465" y="482"/>
                    <a:pt x="465" y="518"/>
                    <a:pt x="474" y="553"/>
                  </a:cubicBezTo>
                  <a:cubicBezTo>
                    <a:pt x="474" y="589"/>
                    <a:pt x="483" y="625"/>
                    <a:pt x="474" y="660"/>
                  </a:cubicBezTo>
                  <a:cubicBezTo>
                    <a:pt x="474" y="669"/>
                    <a:pt x="483" y="687"/>
                    <a:pt x="492" y="696"/>
                  </a:cubicBezTo>
                  <a:cubicBezTo>
                    <a:pt x="503" y="713"/>
                    <a:pt x="526" y="723"/>
                    <a:pt x="548" y="723"/>
                  </a:cubicBezTo>
                  <a:cubicBezTo>
                    <a:pt x="560" y="723"/>
                    <a:pt x="571" y="720"/>
                    <a:pt x="581" y="714"/>
                  </a:cubicBezTo>
                  <a:cubicBezTo>
                    <a:pt x="599" y="696"/>
                    <a:pt x="616" y="678"/>
                    <a:pt x="643" y="660"/>
                  </a:cubicBezTo>
                  <a:cubicBezTo>
                    <a:pt x="661" y="642"/>
                    <a:pt x="679" y="625"/>
                    <a:pt x="706" y="616"/>
                  </a:cubicBezTo>
                  <a:cubicBezTo>
                    <a:pt x="750" y="598"/>
                    <a:pt x="804" y="580"/>
                    <a:pt x="857" y="571"/>
                  </a:cubicBezTo>
                  <a:cubicBezTo>
                    <a:pt x="873" y="568"/>
                    <a:pt x="889" y="567"/>
                    <a:pt x="905" y="567"/>
                  </a:cubicBezTo>
                  <a:cubicBezTo>
                    <a:pt x="943" y="567"/>
                    <a:pt x="983" y="574"/>
                    <a:pt x="1027" y="580"/>
                  </a:cubicBezTo>
                  <a:cubicBezTo>
                    <a:pt x="1080" y="589"/>
                    <a:pt x="1134" y="607"/>
                    <a:pt x="1187" y="634"/>
                  </a:cubicBezTo>
                  <a:cubicBezTo>
                    <a:pt x="1152" y="589"/>
                    <a:pt x="1098" y="553"/>
                    <a:pt x="1036" y="527"/>
                  </a:cubicBezTo>
                  <a:cubicBezTo>
                    <a:pt x="982" y="500"/>
                    <a:pt x="920" y="491"/>
                    <a:pt x="857" y="482"/>
                  </a:cubicBezTo>
                  <a:cubicBezTo>
                    <a:pt x="795" y="482"/>
                    <a:pt x="723" y="491"/>
                    <a:pt x="661" y="518"/>
                  </a:cubicBezTo>
                  <a:cubicBezTo>
                    <a:pt x="640" y="525"/>
                    <a:pt x="619" y="537"/>
                    <a:pt x="593" y="551"/>
                  </a:cubicBezTo>
                  <a:lnTo>
                    <a:pt x="593" y="551"/>
                  </a:lnTo>
                  <a:cubicBezTo>
                    <a:pt x="589" y="505"/>
                    <a:pt x="582" y="459"/>
                    <a:pt x="572" y="411"/>
                  </a:cubicBezTo>
                  <a:cubicBezTo>
                    <a:pt x="545" y="330"/>
                    <a:pt x="500" y="250"/>
                    <a:pt x="447" y="188"/>
                  </a:cubicBezTo>
                  <a:cubicBezTo>
                    <a:pt x="420" y="152"/>
                    <a:pt x="384" y="125"/>
                    <a:pt x="358" y="98"/>
                  </a:cubicBezTo>
                  <a:cubicBezTo>
                    <a:pt x="340" y="89"/>
                    <a:pt x="322" y="80"/>
                    <a:pt x="295" y="63"/>
                  </a:cubicBezTo>
                  <a:cubicBezTo>
                    <a:pt x="277" y="54"/>
                    <a:pt x="260" y="45"/>
                    <a:pt x="242" y="36"/>
                  </a:cubicBezTo>
                  <a:cubicBezTo>
                    <a:pt x="206" y="18"/>
                    <a:pt x="161" y="18"/>
                    <a:pt x="126" y="9"/>
                  </a:cubicBezTo>
                  <a:cubicBezTo>
                    <a:pt x="81" y="0"/>
                    <a:pt x="45"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202"/>
            <p:cNvSpPr/>
            <p:nvPr/>
          </p:nvSpPr>
          <p:spPr>
            <a:xfrm>
              <a:off x="3973053" y="1804164"/>
              <a:ext cx="33707" cy="13221"/>
            </a:xfrm>
            <a:custGeom>
              <a:rect b="b" l="l" r="r" t="t"/>
              <a:pathLst>
                <a:path extrusionOk="0" h="364" w="928">
                  <a:moveTo>
                    <a:pt x="202" y="1"/>
                  </a:moveTo>
                  <a:cubicBezTo>
                    <a:pt x="188" y="1"/>
                    <a:pt x="174" y="2"/>
                    <a:pt x="161" y="4"/>
                  </a:cubicBezTo>
                  <a:cubicBezTo>
                    <a:pt x="125" y="13"/>
                    <a:pt x="98" y="22"/>
                    <a:pt x="72" y="31"/>
                  </a:cubicBezTo>
                  <a:cubicBezTo>
                    <a:pt x="45" y="40"/>
                    <a:pt x="27" y="57"/>
                    <a:pt x="0" y="66"/>
                  </a:cubicBezTo>
                  <a:lnTo>
                    <a:pt x="80" y="66"/>
                  </a:lnTo>
                  <a:cubicBezTo>
                    <a:pt x="107" y="66"/>
                    <a:pt x="134" y="66"/>
                    <a:pt x="161" y="75"/>
                  </a:cubicBezTo>
                  <a:cubicBezTo>
                    <a:pt x="205" y="75"/>
                    <a:pt x="259" y="93"/>
                    <a:pt x="295" y="120"/>
                  </a:cubicBezTo>
                  <a:cubicBezTo>
                    <a:pt x="339" y="147"/>
                    <a:pt x="375" y="173"/>
                    <a:pt x="402" y="209"/>
                  </a:cubicBezTo>
                  <a:cubicBezTo>
                    <a:pt x="419" y="227"/>
                    <a:pt x="437" y="245"/>
                    <a:pt x="446" y="272"/>
                  </a:cubicBezTo>
                  <a:cubicBezTo>
                    <a:pt x="464" y="289"/>
                    <a:pt x="473" y="316"/>
                    <a:pt x="482" y="325"/>
                  </a:cubicBezTo>
                  <a:lnTo>
                    <a:pt x="482" y="334"/>
                  </a:lnTo>
                  <a:cubicBezTo>
                    <a:pt x="491" y="343"/>
                    <a:pt x="500" y="352"/>
                    <a:pt x="518" y="361"/>
                  </a:cubicBezTo>
                  <a:cubicBezTo>
                    <a:pt x="524" y="363"/>
                    <a:pt x="531" y="364"/>
                    <a:pt x="538" y="364"/>
                  </a:cubicBezTo>
                  <a:cubicBezTo>
                    <a:pt x="560" y="364"/>
                    <a:pt x="584" y="352"/>
                    <a:pt x="598" y="325"/>
                  </a:cubicBezTo>
                  <a:cubicBezTo>
                    <a:pt x="607" y="298"/>
                    <a:pt x="616" y="263"/>
                    <a:pt x="643" y="236"/>
                  </a:cubicBezTo>
                  <a:cubicBezTo>
                    <a:pt x="660" y="209"/>
                    <a:pt x="687" y="182"/>
                    <a:pt x="714" y="156"/>
                  </a:cubicBezTo>
                  <a:cubicBezTo>
                    <a:pt x="741" y="138"/>
                    <a:pt x="776" y="120"/>
                    <a:pt x="812" y="102"/>
                  </a:cubicBezTo>
                  <a:cubicBezTo>
                    <a:pt x="848" y="93"/>
                    <a:pt x="883" y="84"/>
                    <a:pt x="928" y="75"/>
                  </a:cubicBezTo>
                  <a:cubicBezTo>
                    <a:pt x="892" y="57"/>
                    <a:pt x="848" y="57"/>
                    <a:pt x="803" y="57"/>
                  </a:cubicBezTo>
                  <a:cubicBezTo>
                    <a:pt x="758" y="57"/>
                    <a:pt x="714" y="66"/>
                    <a:pt x="669" y="84"/>
                  </a:cubicBezTo>
                  <a:cubicBezTo>
                    <a:pt x="625" y="102"/>
                    <a:pt x="589" y="129"/>
                    <a:pt x="553" y="164"/>
                  </a:cubicBezTo>
                  <a:cubicBezTo>
                    <a:pt x="548" y="172"/>
                    <a:pt x="543" y="179"/>
                    <a:pt x="537" y="187"/>
                  </a:cubicBezTo>
                  <a:lnTo>
                    <a:pt x="537" y="187"/>
                  </a:lnTo>
                  <a:cubicBezTo>
                    <a:pt x="524" y="166"/>
                    <a:pt x="509" y="147"/>
                    <a:pt x="491" y="129"/>
                  </a:cubicBezTo>
                  <a:cubicBezTo>
                    <a:pt x="446" y="84"/>
                    <a:pt x="393" y="49"/>
                    <a:pt x="339" y="31"/>
                  </a:cubicBezTo>
                  <a:cubicBezTo>
                    <a:pt x="292" y="11"/>
                    <a:pt x="246" y="1"/>
                    <a:pt x="2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03" name="Google Shape;13003;p202"/>
          <p:cNvSpPr/>
          <p:nvPr/>
        </p:nvSpPr>
        <p:spPr>
          <a:xfrm>
            <a:off x="3878628" y="307988"/>
            <a:ext cx="1254515" cy="174375"/>
          </a:xfrm>
          <a:custGeom>
            <a:rect b="b" l="l" r="r" t="t"/>
            <a:pathLst>
              <a:path extrusionOk="0" h="759" w="5461">
                <a:moveTo>
                  <a:pt x="2793" y="0"/>
                </a:moveTo>
                <a:cubicBezTo>
                  <a:pt x="2177" y="0"/>
                  <a:pt x="1865" y="375"/>
                  <a:pt x="1865" y="375"/>
                </a:cubicBezTo>
                <a:cubicBezTo>
                  <a:pt x="1798" y="352"/>
                  <a:pt x="1736" y="342"/>
                  <a:pt x="1680" y="342"/>
                </a:cubicBezTo>
                <a:cubicBezTo>
                  <a:pt x="1433" y="342"/>
                  <a:pt x="1303" y="526"/>
                  <a:pt x="1303" y="526"/>
                </a:cubicBezTo>
                <a:cubicBezTo>
                  <a:pt x="1120" y="454"/>
                  <a:pt x="954" y="426"/>
                  <a:pt x="806" y="426"/>
                </a:cubicBezTo>
                <a:cubicBezTo>
                  <a:pt x="295" y="426"/>
                  <a:pt x="0" y="758"/>
                  <a:pt x="0" y="758"/>
                </a:cubicBezTo>
                <a:lnTo>
                  <a:pt x="5460" y="758"/>
                </a:lnTo>
                <a:cubicBezTo>
                  <a:pt x="5270" y="491"/>
                  <a:pt x="4996" y="421"/>
                  <a:pt x="4764" y="421"/>
                </a:cubicBezTo>
                <a:cubicBezTo>
                  <a:pt x="4517" y="421"/>
                  <a:pt x="4318" y="500"/>
                  <a:pt x="4318" y="500"/>
                </a:cubicBezTo>
                <a:cubicBezTo>
                  <a:pt x="4212" y="383"/>
                  <a:pt x="4084" y="347"/>
                  <a:pt x="3969" y="347"/>
                </a:cubicBezTo>
                <a:cubicBezTo>
                  <a:pt x="3795" y="347"/>
                  <a:pt x="3649" y="428"/>
                  <a:pt x="3649" y="428"/>
                </a:cubicBezTo>
                <a:cubicBezTo>
                  <a:pt x="3649" y="428"/>
                  <a:pt x="3408" y="0"/>
                  <a:pt x="27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004" name="Google Shape;13004;p202"/>
          <p:cNvPicPr preferRelativeResize="0"/>
          <p:nvPr/>
        </p:nvPicPr>
        <p:blipFill>
          <a:blip r:embed="rId3">
            <a:alphaModFix/>
          </a:blip>
          <a:stretch>
            <a:fillRect/>
          </a:stretch>
        </p:blipFill>
        <p:spPr>
          <a:xfrm>
            <a:off x="532602" y="610375"/>
            <a:ext cx="3852951" cy="39227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08" name="Shape 13008"/>
        <p:cNvGrpSpPr/>
        <p:nvPr/>
      </p:nvGrpSpPr>
      <p:grpSpPr>
        <a:xfrm>
          <a:off x="0" y="0"/>
          <a:ext cx="0" cy="0"/>
          <a:chOff x="0" y="0"/>
          <a:chExt cx="0" cy="0"/>
        </a:xfrm>
      </p:grpSpPr>
      <p:sp>
        <p:nvSpPr>
          <p:cNvPr id="13009" name="Google Shape;13009;p203"/>
          <p:cNvSpPr txBox="1"/>
          <p:nvPr>
            <p:ph idx="1" type="body"/>
          </p:nvPr>
        </p:nvSpPr>
        <p:spPr>
          <a:xfrm>
            <a:off x="4790400" y="1863449"/>
            <a:ext cx="3640500" cy="2133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We define a ‘Successful’ listing as a listing having above 70% occupancy rate throughout the year. This </a:t>
            </a:r>
            <a:r>
              <a:rPr lang="en"/>
              <a:t>benchmark represents one standard deviation above the average rate for all listings in Sicily. </a:t>
            </a:r>
            <a:endParaRPr/>
          </a:p>
        </p:txBody>
      </p:sp>
      <p:sp>
        <p:nvSpPr>
          <p:cNvPr id="13010" name="Google Shape;13010;p203"/>
          <p:cNvSpPr txBox="1"/>
          <p:nvPr>
            <p:ph type="title"/>
          </p:nvPr>
        </p:nvSpPr>
        <p:spPr>
          <a:xfrm>
            <a:off x="4790400" y="1112089"/>
            <a:ext cx="3497100" cy="522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What is a ‘Successful’ Airbnb?</a:t>
            </a:r>
            <a:endParaRPr/>
          </a:p>
        </p:txBody>
      </p:sp>
      <p:pic>
        <p:nvPicPr>
          <p:cNvPr id="13011" name="Google Shape;13011;p203"/>
          <p:cNvPicPr preferRelativeResize="0"/>
          <p:nvPr/>
        </p:nvPicPr>
        <p:blipFill>
          <a:blip r:embed="rId3">
            <a:alphaModFix/>
          </a:blip>
          <a:stretch>
            <a:fillRect/>
          </a:stretch>
        </p:blipFill>
        <p:spPr>
          <a:xfrm>
            <a:off x="1597650" y="1415125"/>
            <a:ext cx="2447275" cy="1782850"/>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15" name="Shape 13015"/>
        <p:cNvGrpSpPr/>
        <p:nvPr/>
      </p:nvGrpSpPr>
      <p:grpSpPr>
        <a:xfrm>
          <a:off x="0" y="0"/>
          <a:ext cx="0" cy="0"/>
          <a:chOff x="0" y="0"/>
          <a:chExt cx="0" cy="0"/>
        </a:xfrm>
      </p:grpSpPr>
      <p:sp>
        <p:nvSpPr>
          <p:cNvPr id="13016" name="Google Shape;13016;p204"/>
          <p:cNvSpPr txBox="1"/>
          <p:nvPr>
            <p:ph idx="13" type="subTitle"/>
          </p:nvPr>
        </p:nvSpPr>
        <p:spPr>
          <a:xfrm>
            <a:off x="6056725" y="1886600"/>
            <a:ext cx="2083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300"/>
              <a:t>Listings with specific types of bathroom accommodations (private, 1-bath) are more frequently occupied..</a:t>
            </a:r>
            <a:endParaRPr sz="1300">
              <a:solidFill>
                <a:schemeClr val="lt1"/>
              </a:solidFill>
            </a:endParaRPr>
          </a:p>
        </p:txBody>
      </p:sp>
      <p:sp>
        <p:nvSpPr>
          <p:cNvPr id="13017" name="Google Shape;13017;p204"/>
          <p:cNvSpPr txBox="1"/>
          <p:nvPr>
            <p:ph idx="15" type="subTitle"/>
          </p:nvPr>
        </p:nvSpPr>
        <p:spPr>
          <a:xfrm>
            <a:off x="6056825" y="4082000"/>
            <a:ext cx="1986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300"/>
              <a:t>Guests are willing to pay a premium for certain accommodations.</a:t>
            </a:r>
            <a:endParaRPr sz="1300">
              <a:solidFill>
                <a:schemeClr val="lt1"/>
              </a:solidFill>
            </a:endParaRPr>
          </a:p>
        </p:txBody>
      </p:sp>
      <p:sp>
        <p:nvSpPr>
          <p:cNvPr id="13018" name="Google Shape;13018;p204"/>
          <p:cNvSpPr txBox="1"/>
          <p:nvPr>
            <p:ph idx="9" type="title"/>
          </p:nvPr>
        </p:nvSpPr>
        <p:spPr>
          <a:xfrm>
            <a:off x="6056725" y="1637600"/>
            <a:ext cx="1986000" cy="33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Bathroom Type</a:t>
            </a:r>
            <a:endParaRPr/>
          </a:p>
        </p:txBody>
      </p:sp>
      <p:sp>
        <p:nvSpPr>
          <p:cNvPr id="13019" name="Google Shape;13019;p204"/>
          <p:cNvSpPr txBox="1"/>
          <p:nvPr>
            <p:ph idx="14" type="title"/>
          </p:nvPr>
        </p:nvSpPr>
        <p:spPr>
          <a:xfrm>
            <a:off x="6056725" y="3756800"/>
            <a:ext cx="1986000" cy="33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Bathroom Type</a:t>
            </a:r>
            <a:endParaRPr/>
          </a:p>
        </p:txBody>
      </p:sp>
      <p:sp>
        <p:nvSpPr>
          <p:cNvPr id="13020" name="Google Shape;13020;p204"/>
          <p:cNvSpPr txBox="1"/>
          <p:nvPr>
            <p:ph type="title"/>
          </p:nvPr>
        </p:nvSpPr>
        <p:spPr>
          <a:xfrm>
            <a:off x="590825" y="57925"/>
            <a:ext cx="81483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What Features Impact Price and Occupancy Rate?</a:t>
            </a:r>
            <a:endParaRPr/>
          </a:p>
        </p:txBody>
      </p:sp>
      <p:sp>
        <p:nvSpPr>
          <p:cNvPr id="13021" name="Google Shape;13021;p204"/>
          <p:cNvSpPr txBox="1"/>
          <p:nvPr>
            <p:ph idx="2" type="title"/>
          </p:nvPr>
        </p:nvSpPr>
        <p:spPr>
          <a:xfrm>
            <a:off x="1101175" y="1561400"/>
            <a:ext cx="1986000" cy="33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Property</a:t>
            </a:r>
            <a:r>
              <a:rPr lang="en"/>
              <a:t> Type</a:t>
            </a:r>
            <a:endParaRPr/>
          </a:p>
        </p:txBody>
      </p:sp>
      <p:sp>
        <p:nvSpPr>
          <p:cNvPr id="13022" name="Google Shape;13022;p204"/>
          <p:cNvSpPr txBox="1"/>
          <p:nvPr>
            <p:ph idx="1" type="subTitle"/>
          </p:nvPr>
        </p:nvSpPr>
        <p:spPr>
          <a:xfrm>
            <a:off x="1101175" y="1886600"/>
            <a:ext cx="1986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300"/>
              <a:t>The type of property was identified as statistically significant for Occupancy Rates.</a:t>
            </a:r>
            <a:endParaRPr sz="1300">
              <a:solidFill>
                <a:schemeClr val="lt1"/>
              </a:solidFill>
            </a:endParaRPr>
          </a:p>
        </p:txBody>
      </p:sp>
      <p:sp>
        <p:nvSpPr>
          <p:cNvPr id="13023" name="Google Shape;13023;p204"/>
          <p:cNvSpPr txBox="1"/>
          <p:nvPr>
            <p:ph idx="3" type="title"/>
          </p:nvPr>
        </p:nvSpPr>
        <p:spPr>
          <a:xfrm>
            <a:off x="3578950" y="1637600"/>
            <a:ext cx="1986000" cy="33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Neighborhood</a:t>
            </a:r>
            <a:endParaRPr/>
          </a:p>
        </p:txBody>
      </p:sp>
      <p:sp>
        <p:nvSpPr>
          <p:cNvPr id="13024" name="Google Shape;13024;p204"/>
          <p:cNvSpPr txBox="1"/>
          <p:nvPr>
            <p:ph idx="4" type="subTitle"/>
          </p:nvPr>
        </p:nvSpPr>
        <p:spPr>
          <a:xfrm>
            <a:off x="3578950" y="1886600"/>
            <a:ext cx="1986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300"/>
              <a:t>The Neighborhood the rental properties are located in has a material impact on occupancy.</a:t>
            </a:r>
            <a:endParaRPr sz="1300">
              <a:solidFill>
                <a:schemeClr val="lt1"/>
              </a:solidFill>
            </a:endParaRPr>
          </a:p>
        </p:txBody>
      </p:sp>
      <p:sp>
        <p:nvSpPr>
          <p:cNvPr id="13025" name="Google Shape;13025;p204"/>
          <p:cNvSpPr txBox="1"/>
          <p:nvPr>
            <p:ph idx="5" type="title"/>
          </p:nvPr>
        </p:nvSpPr>
        <p:spPr>
          <a:xfrm>
            <a:off x="1101175" y="3756800"/>
            <a:ext cx="1986000" cy="33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Property Type</a:t>
            </a:r>
            <a:endParaRPr/>
          </a:p>
        </p:txBody>
      </p:sp>
      <p:sp>
        <p:nvSpPr>
          <p:cNvPr id="13026" name="Google Shape;13026;p204"/>
          <p:cNvSpPr txBox="1"/>
          <p:nvPr>
            <p:ph idx="6" type="subTitle"/>
          </p:nvPr>
        </p:nvSpPr>
        <p:spPr>
          <a:xfrm>
            <a:off x="1101175" y="4082000"/>
            <a:ext cx="1986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300"/>
              <a:t>There are </a:t>
            </a:r>
            <a:r>
              <a:rPr lang="en" sz="1300"/>
              <a:t>property</a:t>
            </a:r>
            <a:r>
              <a:rPr lang="en" sz="1300"/>
              <a:t> types that both increase and decrease prices.</a:t>
            </a:r>
            <a:endParaRPr sz="1300">
              <a:solidFill>
                <a:schemeClr val="lt1"/>
              </a:solidFill>
            </a:endParaRPr>
          </a:p>
        </p:txBody>
      </p:sp>
      <p:sp>
        <p:nvSpPr>
          <p:cNvPr id="13027" name="Google Shape;13027;p204"/>
          <p:cNvSpPr txBox="1"/>
          <p:nvPr>
            <p:ph idx="7" type="title"/>
          </p:nvPr>
        </p:nvSpPr>
        <p:spPr>
          <a:xfrm>
            <a:off x="3578950" y="3680600"/>
            <a:ext cx="1986000" cy="33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Neighborhood</a:t>
            </a:r>
            <a:endParaRPr/>
          </a:p>
        </p:txBody>
      </p:sp>
      <p:sp>
        <p:nvSpPr>
          <p:cNvPr id="13028" name="Google Shape;13028;p204"/>
          <p:cNvSpPr txBox="1"/>
          <p:nvPr>
            <p:ph idx="8" type="subTitle"/>
          </p:nvPr>
        </p:nvSpPr>
        <p:spPr>
          <a:xfrm>
            <a:off x="3578997" y="4082000"/>
            <a:ext cx="1986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300"/>
              <a:t>There are neighborhoods that command a higher price.</a:t>
            </a:r>
            <a:endParaRPr sz="1300">
              <a:solidFill>
                <a:schemeClr val="lt1"/>
              </a:solidFill>
            </a:endParaRPr>
          </a:p>
        </p:txBody>
      </p:sp>
      <p:sp>
        <p:nvSpPr>
          <p:cNvPr id="13029" name="Google Shape;13029;p204"/>
          <p:cNvSpPr/>
          <p:nvPr/>
        </p:nvSpPr>
        <p:spPr>
          <a:xfrm>
            <a:off x="1790500" y="902392"/>
            <a:ext cx="607200" cy="607200"/>
          </a:xfrm>
          <a:prstGeom prst="ellipse">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b="1" lang="en" sz="2200">
                <a:solidFill>
                  <a:schemeClr val="lt2"/>
                </a:solidFill>
                <a:latin typeface="Federo"/>
                <a:ea typeface="Federo"/>
                <a:cs typeface="Federo"/>
                <a:sym typeface="Federo"/>
              </a:rPr>
              <a:t>01</a:t>
            </a:r>
            <a:endParaRPr>
              <a:solidFill>
                <a:schemeClr val="lt2"/>
              </a:solidFill>
            </a:endParaRPr>
          </a:p>
        </p:txBody>
      </p:sp>
      <p:sp>
        <p:nvSpPr>
          <p:cNvPr id="13030" name="Google Shape;13030;p204"/>
          <p:cNvSpPr/>
          <p:nvPr/>
        </p:nvSpPr>
        <p:spPr>
          <a:xfrm>
            <a:off x="4268350" y="902392"/>
            <a:ext cx="607200" cy="607200"/>
          </a:xfrm>
          <a:prstGeom prst="ellipse">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b="1" lang="en" sz="2200">
                <a:solidFill>
                  <a:schemeClr val="lt2"/>
                </a:solidFill>
                <a:latin typeface="Federo"/>
                <a:ea typeface="Federo"/>
                <a:cs typeface="Federo"/>
                <a:sym typeface="Federo"/>
              </a:rPr>
              <a:t>02</a:t>
            </a:r>
            <a:endParaRPr>
              <a:solidFill>
                <a:schemeClr val="lt2"/>
              </a:solidFill>
            </a:endParaRPr>
          </a:p>
        </p:txBody>
      </p:sp>
      <p:sp>
        <p:nvSpPr>
          <p:cNvPr id="13031" name="Google Shape;13031;p204"/>
          <p:cNvSpPr/>
          <p:nvPr/>
        </p:nvSpPr>
        <p:spPr>
          <a:xfrm>
            <a:off x="6746200" y="902392"/>
            <a:ext cx="607200" cy="607200"/>
          </a:xfrm>
          <a:prstGeom prst="ellipse">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b="1" lang="en" sz="2200">
                <a:solidFill>
                  <a:schemeClr val="lt2"/>
                </a:solidFill>
                <a:latin typeface="Federo"/>
                <a:ea typeface="Federo"/>
                <a:cs typeface="Federo"/>
                <a:sym typeface="Federo"/>
              </a:rPr>
              <a:t>03</a:t>
            </a:r>
            <a:endParaRPr>
              <a:solidFill>
                <a:schemeClr val="lt2"/>
              </a:solidFill>
            </a:endParaRPr>
          </a:p>
        </p:txBody>
      </p:sp>
      <p:sp>
        <p:nvSpPr>
          <p:cNvPr id="13032" name="Google Shape;13032;p204"/>
          <p:cNvSpPr/>
          <p:nvPr/>
        </p:nvSpPr>
        <p:spPr>
          <a:xfrm>
            <a:off x="1790500" y="3097792"/>
            <a:ext cx="607200" cy="607200"/>
          </a:xfrm>
          <a:prstGeom prst="ellipse">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b="1" lang="en" sz="2200">
                <a:solidFill>
                  <a:schemeClr val="lt2"/>
                </a:solidFill>
                <a:latin typeface="Federo"/>
                <a:ea typeface="Federo"/>
                <a:cs typeface="Federo"/>
                <a:sym typeface="Federo"/>
              </a:rPr>
              <a:t>04</a:t>
            </a:r>
            <a:endParaRPr>
              <a:solidFill>
                <a:schemeClr val="lt2"/>
              </a:solidFill>
            </a:endParaRPr>
          </a:p>
        </p:txBody>
      </p:sp>
      <p:sp>
        <p:nvSpPr>
          <p:cNvPr id="13033" name="Google Shape;13033;p204"/>
          <p:cNvSpPr/>
          <p:nvPr/>
        </p:nvSpPr>
        <p:spPr>
          <a:xfrm>
            <a:off x="4268350" y="3097792"/>
            <a:ext cx="607200" cy="607200"/>
          </a:xfrm>
          <a:prstGeom prst="ellipse">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b="1" lang="en" sz="2200">
                <a:solidFill>
                  <a:schemeClr val="lt2"/>
                </a:solidFill>
                <a:latin typeface="Federo"/>
                <a:ea typeface="Federo"/>
                <a:cs typeface="Federo"/>
                <a:sym typeface="Federo"/>
              </a:rPr>
              <a:t>05</a:t>
            </a:r>
            <a:endParaRPr>
              <a:solidFill>
                <a:schemeClr val="lt2"/>
              </a:solidFill>
            </a:endParaRPr>
          </a:p>
        </p:txBody>
      </p:sp>
      <p:sp>
        <p:nvSpPr>
          <p:cNvPr id="13034" name="Google Shape;13034;p204"/>
          <p:cNvSpPr/>
          <p:nvPr/>
        </p:nvSpPr>
        <p:spPr>
          <a:xfrm>
            <a:off x="6746200" y="3097792"/>
            <a:ext cx="607200" cy="607200"/>
          </a:xfrm>
          <a:prstGeom prst="ellipse">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b="1" lang="en" sz="2200">
                <a:solidFill>
                  <a:schemeClr val="lt2"/>
                </a:solidFill>
                <a:latin typeface="Federo"/>
                <a:ea typeface="Federo"/>
                <a:cs typeface="Federo"/>
                <a:sym typeface="Federo"/>
              </a:rPr>
              <a:t>06</a:t>
            </a:r>
            <a:endParaRPr>
              <a:solidFill>
                <a:schemeClr val="lt2"/>
              </a:solidFill>
            </a:endParaRPr>
          </a:p>
        </p:txBody>
      </p:sp>
      <p:sp>
        <p:nvSpPr>
          <p:cNvPr id="13035" name="Google Shape;13035;p204"/>
          <p:cNvSpPr/>
          <p:nvPr/>
        </p:nvSpPr>
        <p:spPr>
          <a:xfrm flipH="1">
            <a:off x="378904" y="1426307"/>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36" name="Google Shape;13036;p204"/>
          <p:cNvGrpSpPr/>
          <p:nvPr/>
        </p:nvGrpSpPr>
        <p:grpSpPr>
          <a:xfrm>
            <a:off x="5284217" y="4789815"/>
            <a:ext cx="169022" cy="212736"/>
            <a:chOff x="7813057" y="1990929"/>
            <a:chExt cx="45076" cy="56734"/>
          </a:xfrm>
        </p:grpSpPr>
        <p:sp>
          <p:nvSpPr>
            <p:cNvPr id="13037" name="Google Shape;13037;p204"/>
            <p:cNvSpPr/>
            <p:nvPr/>
          </p:nvSpPr>
          <p:spPr>
            <a:xfrm>
              <a:off x="7813057" y="2041161"/>
              <a:ext cx="45076" cy="6502"/>
            </a:xfrm>
            <a:custGeom>
              <a:rect b="b" l="l" r="r" t="t"/>
              <a:pathLst>
                <a:path extrusionOk="0" h="179" w="1241">
                  <a:moveTo>
                    <a:pt x="625" y="0"/>
                  </a:moveTo>
                  <a:cubicBezTo>
                    <a:pt x="277" y="0"/>
                    <a:pt x="0" y="36"/>
                    <a:pt x="0" y="89"/>
                  </a:cubicBezTo>
                  <a:cubicBezTo>
                    <a:pt x="0" y="134"/>
                    <a:pt x="277" y="179"/>
                    <a:pt x="625" y="179"/>
                  </a:cubicBezTo>
                  <a:cubicBezTo>
                    <a:pt x="964" y="179"/>
                    <a:pt x="1241" y="134"/>
                    <a:pt x="1241" y="89"/>
                  </a:cubicBezTo>
                  <a:cubicBezTo>
                    <a:pt x="1241" y="36"/>
                    <a:pt x="964" y="0"/>
                    <a:pt x="625"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204"/>
            <p:cNvSpPr/>
            <p:nvPr/>
          </p:nvSpPr>
          <p:spPr>
            <a:xfrm>
              <a:off x="7815636" y="2038219"/>
              <a:ext cx="40536" cy="5884"/>
            </a:xfrm>
            <a:custGeom>
              <a:rect b="b" l="l" r="r" t="t"/>
              <a:pathLst>
                <a:path extrusionOk="0" h="162" w="1116">
                  <a:moveTo>
                    <a:pt x="367" y="1"/>
                  </a:moveTo>
                  <a:lnTo>
                    <a:pt x="313" y="54"/>
                  </a:lnTo>
                  <a:lnTo>
                    <a:pt x="1" y="54"/>
                  </a:lnTo>
                  <a:lnTo>
                    <a:pt x="72" y="161"/>
                  </a:lnTo>
                  <a:lnTo>
                    <a:pt x="1018" y="161"/>
                  </a:lnTo>
                  <a:lnTo>
                    <a:pt x="1116"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204"/>
            <p:cNvSpPr/>
            <p:nvPr/>
          </p:nvSpPr>
          <p:spPr>
            <a:xfrm>
              <a:off x="7833470" y="2030773"/>
              <a:ext cx="4577" cy="7482"/>
            </a:xfrm>
            <a:custGeom>
              <a:rect b="b" l="l" r="r" t="t"/>
              <a:pathLst>
                <a:path extrusionOk="0" h="206" w="126">
                  <a:moveTo>
                    <a:pt x="1" y="1"/>
                  </a:moveTo>
                  <a:lnTo>
                    <a:pt x="1" y="206"/>
                  </a:lnTo>
                  <a:lnTo>
                    <a:pt x="125" y="206"/>
                  </a:lnTo>
                  <a:lnTo>
                    <a:pt x="125"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204"/>
            <p:cNvSpPr/>
            <p:nvPr/>
          </p:nvSpPr>
          <p:spPr>
            <a:xfrm>
              <a:off x="7830891" y="1990929"/>
              <a:ext cx="24009" cy="45076"/>
            </a:xfrm>
            <a:custGeom>
              <a:rect b="b" l="l" r="r" t="t"/>
              <a:pathLst>
                <a:path extrusionOk="0" h="1241" w="661">
                  <a:moveTo>
                    <a:pt x="0" y="0"/>
                  </a:moveTo>
                  <a:lnTo>
                    <a:pt x="0" y="1240"/>
                  </a:lnTo>
                  <a:lnTo>
                    <a:pt x="660" y="1240"/>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1" name="Google Shape;13041;p204"/>
          <p:cNvGrpSpPr/>
          <p:nvPr/>
        </p:nvGrpSpPr>
        <p:grpSpPr>
          <a:xfrm>
            <a:off x="2503334" y="4760057"/>
            <a:ext cx="298956" cy="272253"/>
            <a:chOff x="7913522" y="2098185"/>
            <a:chExt cx="79728" cy="72607"/>
          </a:xfrm>
        </p:grpSpPr>
        <p:sp>
          <p:nvSpPr>
            <p:cNvPr id="13042" name="Google Shape;13042;p204"/>
            <p:cNvSpPr/>
            <p:nvPr/>
          </p:nvSpPr>
          <p:spPr>
            <a:xfrm>
              <a:off x="7913522" y="2159423"/>
              <a:ext cx="79728" cy="11369"/>
            </a:xfrm>
            <a:custGeom>
              <a:rect b="b" l="l" r="r" t="t"/>
              <a:pathLst>
                <a:path extrusionOk="0" h="313" w="2195">
                  <a:moveTo>
                    <a:pt x="1097" y="0"/>
                  </a:moveTo>
                  <a:cubicBezTo>
                    <a:pt x="491" y="0"/>
                    <a:pt x="0" y="63"/>
                    <a:pt x="0" y="152"/>
                  </a:cubicBezTo>
                  <a:cubicBezTo>
                    <a:pt x="0" y="241"/>
                    <a:pt x="491" y="313"/>
                    <a:pt x="1097" y="313"/>
                  </a:cubicBezTo>
                  <a:cubicBezTo>
                    <a:pt x="1704" y="313"/>
                    <a:pt x="2195" y="241"/>
                    <a:pt x="2195" y="152"/>
                  </a:cubicBezTo>
                  <a:cubicBezTo>
                    <a:pt x="2195" y="63"/>
                    <a:pt x="1704" y="0"/>
                    <a:pt x="1097"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204"/>
            <p:cNvSpPr/>
            <p:nvPr/>
          </p:nvSpPr>
          <p:spPr>
            <a:xfrm>
              <a:off x="7917699" y="2157462"/>
              <a:ext cx="71337" cy="7482"/>
            </a:xfrm>
            <a:custGeom>
              <a:rect b="b" l="l" r="r" t="t"/>
              <a:pathLst>
                <a:path extrusionOk="0" h="206" w="1964">
                  <a:moveTo>
                    <a:pt x="1" y="1"/>
                  </a:moveTo>
                  <a:lnTo>
                    <a:pt x="117" y="206"/>
                  </a:lnTo>
                  <a:lnTo>
                    <a:pt x="1874" y="206"/>
                  </a:lnTo>
                  <a:lnTo>
                    <a:pt x="1964" y="72"/>
                  </a:lnTo>
                  <a:lnTo>
                    <a:pt x="1277" y="72"/>
                  </a:lnTo>
                  <a:lnTo>
                    <a:pt x="1214"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204"/>
            <p:cNvSpPr/>
            <p:nvPr/>
          </p:nvSpPr>
          <p:spPr>
            <a:xfrm>
              <a:off x="7940400" y="2148418"/>
              <a:ext cx="5557" cy="9081"/>
            </a:xfrm>
            <a:custGeom>
              <a:rect b="b" l="l" r="r" t="t"/>
              <a:pathLst>
                <a:path extrusionOk="0" h="250" w="153">
                  <a:moveTo>
                    <a:pt x="0" y="0"/>
                  </a:moveTo>
                  <a:lnTo>
                    <a:pt x="0" y="250"/>
                  </a:lnTo>
                  <a:lnTo>
                    <a:pt x="152" y="250"/>
                  </a:lnTo>
                  <a:lnTo>
                    <a:pt x="152"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204"/>
            <p:cNvSpPr/>
            <p:nvPr/>
          </p:nvSpPr>
          <p:spPr>
            <a:xfrm>
              <a:off x="7919006" y="2098185"/>
              <a:ext cx="30184" cy="56736"/>
            </a:xfrm>
            <a:custGeom>
              <a:rect b="b" l="l" r="r" t="t"/>
              <a:pathLst>
                <a:path extrusionOk="0" h="1562" w="831">
                  <a:moveTo>
                    <a:pt x="830" y="0"/>
                  </a:moveTo>
                  <a:lnTo>
                    <a:pt x="1" y="1561"/>
                  </a:lnTo>
                  <a:lnTo>
                    <a:pt x="830" y="1561"/>
                  </a:lnTo>
                  <a:lnTo>
                    <a:pt x="830"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204"/>
            <p:cNvSpPr/>
            <p:nvPr/>
          </p:nvSpPr>
          <p:spPr>
            <a:xfrm>
              <a:off x="7952386" y="2148418"/>
              <a:ext cx="5557" cy="9081"/>
            </a:xfrm>
            <a:custGeom>
              <a:rect b="b" l="l" r="r" t="t"/>
              <a:pathLst>
                <a:path extrusionOk="0" h="250" w="153">
                  <a:moveTo>
                    <a:pt x="1" y="0"/>
                  </a:moveTo>
                  <a:lnTo>
                    <a:pt x="1" y="250"/>
                  </a:lnTo>
                  <a:lnTo>
                    <a:pt x="152" y="250"/>
                  </a:lnTo>
                  <a:lnTo>
                    <a:pt x="152"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204"/>
            <p:cNvSpPr/>
            <p:nvPr/>
          </p:nvSpPr>
          <p:spPr>
            <a:xfrm>
              <a:off x="7930992" y="2098185"/>
              <a:ext cx="42170" cy="56736"/>
            </a:xfrm>
            <a:custGeom>
              <a:rect b="b" l="l" r="r" t="t"/>
              <a:pathLst>
                <a:path extrusionOk="0" h="1562" w="1161">
                  <a:moveTo>
                    <a:pt x="830" y="0"/>
                  </a:moveTo>
                  <a:lnTo>
                    <a:pt x="1" y="1561"/>
                  </a:lnTo>
                  <a:lnTo>
                    <a:pt x="1160" y="1561"/>
                  </a:lnTo>
                  <a:lnTo>
                    <a:pt x="8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8" name="Google Shape;13048;p204"/>
          <p:cNvGrpSpPr/>
          <p:nvPr/>
        </p:nvGrpSpPr>
        <p:grpSpPr>
          <a:xfrm>
            <a:off x="7668154" y="4680092"/>
            <a:ext cx="146005" cy="156896"/>
            <a:chOff x="7992884" y="1915090"/>
            <a:chExt cx="38938" cy="41842"/>
          </a:xfrm>
        </p:grpSpPr>
        <p:sp>
          <p:nvSpPr>
            <p:cNvPr id="13049" name="Google Shape;13049;p204"/>
            <p:cNvSpPr/>
            <p:nvPr/>
          </p:nvSpPr>
          <p:spPr>
            <a:xfrm>
              <a:off x="7992884" y="1951084"/>
              <a:ext cx="38938" cy="5848"/>
            </a:xfrm>
            <a:custGeom>
              <a:rect b="b" l="l" r="r" t="t"/>
              <a:pathLst>
                <a:path extrusionOk="0" h="161" w="1072">
                  <a:moveTo>
                    <a:pt x="536" y="0"/>
                  </a:moveTo>
                  <a:cubicBezTo>
                    <a:pt x="242" y="0"/>
                    <a:pt x="1" y="36"/>
                    <a:pt x="1" y="80"/>
                  </a:cubicBezTo>
                  <a:cubicBezTo>
                    <a:pt x="1" y="125"/>
                    <a:pt x="242" y="161"/>
                    <a:pt x="536" y="161"/>
                  </a:cubicBezTo>
                  <a:cubicBezTo>
                    <a:pt x="830" y="161"/>
                    <a:pt x="1071" y="125"/>
                    <a:pt x="1071" y="80"/>
                  </a:cubicBezTo>
                  <a:cubicBezTo>
                    <a:pt x="1071" y="36"/>
                    <a:pt x="830" y="0"/>
                    <a:pt x="536"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204"/>
            <p:cNvSpPr/>
            <p:nvPr/>
          </p:nvSpPr>
          <p:spPr>
            <a:xfrm>
              <a:off x="7997424" y="1949776"/>
              <a:ext cx="29857" cy="4250"/>
            </a:xfrm>
            <a:custGeom>
              <a:rect b="b" l="l" r="r" t="t"/>
              <a:pathLst>
                <a:path extrusionOk="0" h="117" w="822">
                  <a:moveTo>
                    <a:pt x="1" y="0"/>
                  </a:moveTo>
                  <a:lnTo>
                    <a:pt x="72" y="116"/>
                  </a:lnTo>
                  <a:lnTo>
                    <a:pt x="768" y="116"/>
                  </a:lnTo>
                  <a:lnTo>
                    <a:pt x="821" y="36"/>
                  </a:lnTo>
                  <a:lnTo>
                    <a:pt x="589" y="36"/>
                  </a:lnTo>
                  <a:lnTo>
                    <a:pt x="55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204"/>
            <p:cNvSpPr/>
            <p:nvPr/>
          </p:nvSpPr>
          <p:spPr>
            <a:xfrm>
              <a:off x="8010718" y="1944256"/>
              <a:ext cx="3269" cy="5557"/>
            </a:xfrm>
            <a:custGeom>
              <a:rect b="b" l="l" r="r" t="t"/>
              <a:pathLst>
                <a:path extrusionOk="0" h="153" w="90">
                  <a:moveTo>
                    <a:pt x="0" y="1"/>
                  </a:moveTo>
                  <a:lnTo>
                    <a:pt x="0" y="152"/>
                  </a:lnTo>
                  <a:lnTo>
                    <a:pt x="90" y="152"/>
                  </a:lnTo>
                  <a:lnTo>
                    <a:pt x="90"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204"/>
            <p:cNvSpPr/>
            <p:nvPr/>
          </p:nvSpPr>
          <p:spPr>
            <a:xfrm>
              <a:off x="7998405" y="1915090"/>
              <a:ext cx="17544" cy="32763"/>
            </a:xfrm>
            <a:custGeom>
              <a:rect b="b" l="l" r="r" t="t"/>
              <a:pathLst>
                <a:path extrusionOk="0" h="902" w="483">
                  <a:moveTo>
                    <a:pt x="482" y="1"/>
                  </a:moveTo>
                  <a:lnTo>
                    <a:pt x="0" y="902"/>
                  </a:lnTo>
                  <a:lnTo>
                    <a:pt x="482" y="902"/>
                  </a:lnTo>
                  <a:lnTo>
                    <a:pt x="48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53" name="Google Shape;13053;p204"/>
          <p:cNvSpPr txBox="1"/>
          <p:nvPr/>
        </p:nvSpPr>
        <p:spPr>
          <a:xfrm>
            <a:off x="3207150" y="514000"/>
            <a:ext cx="2467200" cy="336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chemeClr val="lt1"/>
                </a:solidFill>
                <a:latin typeface="Bellota Text"/>
                <a:ea typeface="Bellota Text"/>
                <a:cs typeface="Bellota Text"/>
                <a:sym typeface="Bellota Text"/>
              </a:rPr>
              <a:t>Occupancy Rate Variables:</a:t>
            </a:r>
            <a:endParaRPr b="1">
              <a:solidFill>
                <a:schemeClr val="lt1"/>
              </a:solidFill>
              <a:latin typeface="Bellota Text"/>
              <a:ea typeface="Bellota Text"/>
              <a:cs typeface="Bellota Text"/>
              <a:sym typeface="Bellota Text"/>
            </a:endParaRPr>
          </a:p>
        </p:txBody>
      </p:sp>
      <p:sp>
        <p:nvSpPr>
          <p:cNvPr id="13054" name="Google Shape;13054;p204"/>
          <p:cNvSpPr txBox="1"/>
          <p:nvPr/>
        </p:nvSpPr>
        <p:spPr>
          <a:xfrm>
            <a:off x="3616350" y="2761200"/>
            <a:ext cx="1427700" cy="336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chemeClr val="lt1"/>
                </a:solidFill>
                <a:latin typeface="Bellota Text"/>
                <a:ea typeface="Bellota Text"/>
                <a:cs typeface="Bellota Text"/>
                <a:sym typeface="Bellota Text"/>
              </a:rPr>
              <a:t>Price</a:t>
            </a:r>
            <a:r>
              <a:rPr b="1" lang="en">
                <a:solidFill>
                  <a:schemeClr val="lt1"/>
                </a:solidFill>
                <a:latin typeface="Bellota Text"/>
                <a:ea typeface="Bellota Text"/>
                <a:cs typeface="Bellota Text"/>
                <a:sym typeface="Bellota Text"/>
              </a:rPr>
              <a:t> Variables:</a:t>
            </a:r>
            <a:endParaRPr b="1">
              <a:solidFill>
                <a:schemeClr val="lt1"/>
              </a:solidFill>
              <a:latin typeface="Bellota Text"/>
              <a:ea typeface="Bellota Text"/>
              <a:cs typeface="Bellota Text"/>
              <a:sym typeface="Bellota Text"/>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58" name="Shape 13058"/>
        <p:cNvGrpSpPr/>
        <p:nvPr/>
      </p:nvGrpSpPr>
      <p:grpSpPr>
        <a:xfrm>
          <a:off x="0" y="0"/>
          <a:ext cx="0" cy="0"/>
          <a:chOff x="0" y="0"/>
          <a:chExt cx="0" cy="0"/>
        </a:xfrm>
      </p:grpSpPr>
      <p:sp>
        <p:nvSpPr>
          <p:cNvPr id="13059" name="Google Shape;13059;p205"/>
          <p:cNvSpPr txBox="1"/>
          <p:nvPr>
            <p:ph type="title"/>
          </p:nvPr>
        </p:nvSpPr>
        <p:spPr>
          <a:xfrm>
            <a:off x="720075" y="5394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What Most Determines Success of an Airbnb?</a:t>
            </a:r>
            <a:endParaRPr/>
          </a:p>
        </p:txBody>
      </p:sp>
      <p:sp>
        <p:nvSpPr>
          <p:cNvPr id="13060" name="Google Shape;13060;p205"/>
          <p:cNvSpPr txBox="1"/>
          <p:nvPr>
            <p:ph idx="2" type="title"/>
          </p:nvPr>
        </p:nvSpPr>
        <p:spPr>
          <a:xfrm>
            <a:off x="6181625" y="1112100"/>
            <a:ext cx="2175300" cy="33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Occupancy Rate</a:t>
            </a:r>
            <a:endParaRPr/>
          </a:p>
        </p:txBody>
      </p:sp>
      <p:sp>
        <p:nvSpPr>
          <p:cNvPr id="13061" name="Google Shape;13061;p205"/>
          <p:cNvSpPr txBox="1"/>
          <p:nvPr>
            <p:ph idx="1" type="subTitle"/>
          </p:nvPr>
        </p:nvSpPr>
        <p:spPr>
          <a:xfrm>
            <a:off x="6181625" y="1448700"/>
            <a:ext cx="2175300" cy="2330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100"/>
              <a:t>price: High prices may reduce bookings unless value is clear</a:t>
            </a:r>
            <a:endParaRPr sz="1100"/>
          </a:p>
          <a:p>
            <a:pPr indent="0" lvl="0" marL="0" rtl="0" algn="ctr">
              <a:spcBef>
                <a:spcPts val="0"/>
              </a:spcBef>
              <a:spcAft>
                <a:spcPts val="0"/>
              </a:spcAft>
              <a:buNone/>
            </a:pPr>
            <a:r>
              <a:t/>
            </a:r>
            <a:endParaRPr sz="1100"/>
          </a:p>
          <a:p>
            <a:pPr indent="0" lvl="0" marL="0" rtl="0" algn="ctr">
              <a:spcBef>
                <a:spcPts val="0"/>
              </a:spcBef>
              <a:spcAft>
                <a:spcPts val="0"/>
              </a:spcAft>
              <a:buNone/>
            </a:pPr>
            <a:r>
              <a:rPr lang="en" sz="1100"/>
              <a:t>bedrooms &amp; accommodates: Bigger spaces attract more guests or higher-paying groups</a:t>
            </a:r>
            <a:endParaRPr sz="1100"/>
          </a:p>
          <a:p>
            <a:pPr indent="0" lvl="0" marL="0" rtl="0" algn="ctr">
              <a:spcBef>
                <a:spcPts val="0"/>
              </a:spcBef>
              <a:spcAft>
                <a:spcPts val="0"/>
              </a:spcAft>
              <a:buNone/>
            </a:pPr>
            <a:r>
              <a:t/>
            </a:r>
            <a:endParaRPr sz="1100"/>
          </a:p>
          <a:p>
            <a:pPr indent="0" lvl="0" marL="0" rtl="0" algn="ctr">
              <a:spcBef>
                <a:spcPts val="0"/>
              </a:spcBef>
              <a:spcAft>
                <a:spcPts val="0"/>
              </a:spcAft>
              <a:buNone/>
            </a:pPr>
            <a:r>
              <a:rPr lang="en" sz="1100"/>
              <a:t>bathrooms: More bathrooms → more comfort → better appeal</a:t>
            </a:r>
            <a:endParaRPr sz="1100"/>
          </a:p>
          <a:p>
            <a:pPr indent="0" lvl="0" marL="0" rtl="0" algn="ctr">
              <a:spcBef>
                <a:spcPts val="0"/>
              </a:spcBef>
              <a:spcAft>
                <a:spcPts val="0"/>
              </a:spcAft>
              <a:buNone/>
            </a:pPr>
            <a:r>
              <a:t/>
            </a:r>
            <a:endParaRPr sz="1100"/>
          </a:p>
          <a:p>
            <a:pPr indent="0" lvl="0" marL="0" rtl="0" algn="ctr">
              <a:spcBef>
                <a:spcPts val="0"/>
              </a:spcBef>
              <a:spcAft>
                <a:spcPts val="0"/>
              </a:spcAft>
              <a:buNone/>
            </a:pPr>
            <a:r>
              <a:rPr lang="en" sz="1100"/>
              <a:t>R</a:t>
            </a:r>
            <a:r>
              <a:rPr lang="en" sz="1100"/>
              <a:t>eview scores rating: Higher ratings = more trust = more bookings</a:t>
            </a:r>
            <a:endParaRPr sz="1100"/>
          </a:p>
          <a:p>
            <a:pPr indent="0" lvl="0" marL="0" rtl="0" algn="ctr">
              <a:spcBef>
                <a:spcPts val="0"/>
              </a:spcBef>
              <a:spcAft>
                <a:spcPts val="0"/>
              </a:spcAft>
              <a:buNone/>
            </a:pPr>
            <a:r>
              <a:t/>
            </a:r>
            <a:endParaRPr sz="1100"/>
          </a:p>
          <a:p>
            <a:pPr indent="0" lvl="0" marL="0" rtl="0" algn="ctr">
              <a:spcBef>
                <a:spcPts val="0"/>
              </a:spcBef>
              <a:spcAft>
                <a:spcPts val="0"/>
              </a:spcAft>
              <a:buNone/>
            </a:pPr>
            <a:r>
              <a:rPr lang="en" sz="1100"/>
              <a:t>M</a:t>
            </a:r>
            <a:r>
              <a:rPr lang="en" sz="1100"/>
              <a:t>inimum nights: Longer stays may reduce booking flexibility</a:t>
            </a:r>
            <a:endParaRPr sz="1100"/>
          </a:p>
        </p:txBody>
      </p:sp>
      <p:sp>
        <p:nvSpPr>
          <p:cNvPr id="13062" name="Google Shape;13062;p205"/>
          <p:cNvSpPr/>
          <p:nvPr/>
        </p:nvSpPr>
        <p:spPr>
          <a:xfrm flipH="1">
            <a:off x="539229" y="37042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63" name="Google Shape;13063;p205"/>
          <p:cNvGrpSpPr/>
          <p:nvPr/>
        </p:nvGrpSpPr>
        <p:grpSpPr>
          <a:xfrm>
            <a:off x="6533955" y="4817453"/>
            <a:ext cx="169022" cy="212736"/>
            <a:chOff x="7813057" y="1990929"/>
            <a:chExt cx="45076" cy="56734"/>
          </a:xfrm>
        </p:grpSpPr>
        <p:sp>
          <p:nvSpPr>
            <p:cNvPr id="13064" name="Google Shape;13064;p205"/>
            <p:cNvSpPr/>
            <p:nvPr/>
          </p:nvSpPr>
          <p:spPr>
            <a:xfrm>
              <a:off x="7813057" y="2041161"/>
              <a:ext cx="45076" cy="6502"/>
            </a:xfrm>
            <a:custGeom>
              <a:rect b="b" l="l" r="r" t="t"/>
              <a:pathLst>
                <a:path extrusionOk="0" h="179" w="1241">
                  <a:moveTo>
                    <a:pt x="625" y="0"/>
                  </a:moveTo>
                  <a:cubicBezTo>
                    <a:pt x="277" y="0"/>
                    <a:pt x="0" y="36"/>
                    <a:pt x="0" y="89"/>
                  </a:cubicBezTo>
                  <a:cubicBezTo>
                    <a:pt x="0" y="134"/>
                    <a:pt x="277" y="179"/>
                    <a:pt x="625" y="179"/>
                  </a:cubicBezTo>
                  <a:cubicBezTo>
                    <a:pt x="964" y="179"/>
                    <a:pt x="1241" y="134"/>
                    <a:pt x="1241" y="89"/>
                  </a:cubicBezTo>
                  <a:cubicBezTo>
                    <a:pt x="1241" y="36"/>
                    <a:pt x="964" y="0"/>
                    <a:pt x="625"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205"/>
            <p:cNvSpPr/>
            <p:nvPr/>
          </p:nvSpPr>
          <p:spPr>
            <a:xfrm>
              <a:off x="7815636" y="2038219"/>
              <a:ext cx="40536" cy="5884"/>
            </a:xfrm>
            <a:custGeom>
              <a:rect b="b" l="l" r="r" t="t"/>
              <a:pathLst>
                <a:path extrusionOk="0" h="162" w="1116">
                  <a:moveTo>
                    <a:pt x="367" y="1"/>
                  </a:moveTo>
                  <a:lnTo>
                    <a:pt x="313" y="54"/>
                  </a:lnTo>
                  <a:lnTo>
                    <a:pt x="1" y="54"/>
                  </a:lnTo>
                  <a:lnTo>
                    <a:pt x="72" y="161"/>
                  </a:lnTo>
                  <a:lnTo>
                    <a:pt x="1018" y="161"/>
                  </a:lnTo>
                  <a:lnTo>
                    <a:pt x="1116"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205"/>
            <p:cNvSpPr/>
            <p:nvPr/>
          </p:nvSpPr>
          <p:spPr>
            <a:xfrm>
              <a:off x="7833470" y="2030773"/>
              <a:ext cx="4577" cy="7482"/>
            </a:xfrm>
            <a:custGeom>
              <a:rect b="b" l="l" r="r" t="t"/>
              <a:pathLst>
                <a:path extrusionOk="0" h="206" w="126">
                  <a:moveTo>
                    <a:pt x="1" y="1"/>
                  </a:moveTo>
                  <a:lnTo>
                    <a:pt x="1" y="206"/>
                  </a:lnTo>
                  <a:lnTo>
                    <a:pt x="125" y="206"/>
                  </a:lnTo>
                  <a:lnTo>
                    <a:pt x="125"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205"/>
            <p:cNvSpPr/>
            <p:nvPr/>
          </p:nvSpPr>
          <p:spPr>
            <a:xfrm>
              <a:off x="7830891" y="1990929"/>
              <a:ext cx="24009" cy="45076"/>
            </a:xfrm>
            <a:custGeom>
              <a:rect b="b" l="l" r="r" t="t"/>
              <a:pathLst>
                <a:path extrusionOk="0" h="1241" w="661">
                  <a:moveTo>
                    <a:pt x="0" y="0"/>
                  </a:moveTo>
                  <a:lnTo>
                    <a:pt x="0" y="1240"/>
                  </a:lnTo>
                  <a:lnTo>
                    <a:pt x="660" y="1240"/>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8" name="Google Shape;13068;p205"/>
          <p:cNvGrpSpPr/>
          <p:nvPr/>
        </p:nvGrpSpPr>
        <p:grpSpPr>
          <a:xfrm>
            <a:off x="4273034" y="4817445"/>
            <a:ext cx="298956" cy="272253"/>
            <a:chOff x="7913522" y="2098185"/>
            <a:chExt cx="79728" cy="72607"/>
          </a:xfrm>
        </p:grpSpPr>
        <p:sp>
          <p:nvSpPr>
            <p:cNvPr id="13069" name="Google Shape;13069;p205"/>
            <p:cNvSpPr/>
            <p:nvPr/>
          </p:nvSpPr>
          <p:spPr>
            <a:xfrm>
              <a:off x="7913522" y="2159423"/>
              <a:ext cx="79728" cy="11369"/>
            </a:xfrm>
            <a:custGeom>
              <a:rect b="b" l="l" r="r" t="t"/>
              <a:pathLst>
                <a:path extrusionOk="0" h="313" w="2195">
                  <a:moveTo>
                    <a:pt x="1097" y="0"/>
                  </a:moveTo>
                  <a:cubicBezTo>
                    <a:pt x="491" y="0"/>
                    <a:pt x="0" y="63"/>
                    <a:pt x="0" y="152"/>
                  </a:cubicBezTo>
                  <a:cubicBezTo>
                    <a:pt x="0" y="241"/>
                    <a:pt x="491" y="313"/>
                    <a:pt x="1097" y="313"/>
                  </a:cubicBezTo>
                  <a:cubicBezTo>
                    <a:pt x="1704" y="313"/>
                    <a:pt x="2195" y="241"/>
                    <a:pt x="2195" y="152"/>
                  </a:cubicBezTo>
                  <a:cubicBezTo>
                    <a:pt x="2195" y="63"/>
                    <a:pt x="1704" y="0"/>
                    <a:pt x="1097"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205"/>
            <p:cNvSpPr/>
            <p:nvPr/>
          </p:nvSpPr>
          <p:spPr>
            <a:xfrm>
              <a:off x="7917699" y="2157462"/>
              <a:ext cx="71337" cy="7482"/>
            </a:xfrm>
            <a:custGeom>
              <a:rect b="b" l="l" r="r" t="t"/>
              <a:pathLst>
                <a:path extrusionOk="0" h="206" w="1964">
                  <a:moveTo>
                    <a:pt x="1" y="1"/>
                  </a:moveTo>
                  <a:lnTo>
                    <a:pt x="117" y="206"/>
                  </a:lnTo>
                  <a:lnTo>
                    <a:pt x="1874" y="206"/>
                  </a:lnTo>
                  <a:lnTo>
                    <a:pt x="1964" y="72"/>
                  </a:lnTo>
                  <a:lnTo>
                    <a:pt x="1277" y="72"/>
                  </a:lnTo>
                  <a:lnTo>
                    <a:pt x="1214"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205"/>
            <p:cNvSpPr/>
            <p:nvPr/>
          </p:nvSpPr>
          <p:spPr>
            <a:xfrm>
              <a:off x="7940400" y="2148418"/>
              <a:ext cx="5557" cy="9081"/>
            </a:xfrm>
            <a:custGeom>
              <a:rect b="b" l="l" r="r" t="t"/>
              <a:pathLst>
                <a:path extrusionOk="0" h="250" w="153">
                  <a:moveTo>
                    <a:pt x="0" y="0"/>
                  </a:moveTo>
                  <a:lnTo>
                    <a:pt x="0" y="250"/>
                  </a:lnTo>
                  <a:lnTo>
                    <a:pt x="152" y="250"/>
                  </a:lnTo>
                  <a:lnTo>
                    <a:pt x="152"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205"/>
            <p:cNvSpPr/>
            <p:nvPr/>
          </p:nvSpPr>
          <p:spPr>
            <a:xfrm>
              <a:off x="7919006" y="2098185"/>
              <a:ext cx="30184" cy="56736"/>
            </a:xfrm>
            <a:custGeom>
              <a:rect b="b" l="l" r="r" t="t"/>
              <a:pathLst>
                <a:path extrusionOk="0" h="1562" w="831">
                  <a:moveTo>
                    <a:pt x="830" y="0"/>
                  </a:moveTo>
                  <a:lnTo>
                    <a:pt x="1" y="1561"/>
                  </a:lnTo>
                  <a:lnTo>
                    <a:pt x="830" y="1561"/>
                  </a:lnTo>
                  <a:lnTo>
                    <a:pt x="830"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205"/>
            <p:cNvSpPr/>
            <p:nvPr/>
          </p:nvSpPr>
          <p:spPr>
            <a:xfrm>
              <a:off x="7952386" y="2148418"/>
              <a:ext cx="5557" cy="9081"/>
            </a:xfrm>
            <a:custGeom>
              <a:rect b="b" l="l" r="r" t="t"/>
              <a:pathLst>
                <a:path extrusionOk="0" h="250" w="153">
                  <a:moveTo>
                    <a:pt x="1" y="0"/>
                  </a:moveTo>
                  <a:lnTo>
                    <a:pt x="1" y="250"/>
                  </a:lnTo>
                  <a:lnTo>
                    <a:pt x="152" y="250"/>
                  </a:lnTo>
                  <a:lnTo>
                    <a:pt x="152"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205"/>
            <p:cNvSpPr/>
            <p:nvPr/>
          </p:nvSpPr>
          <p:spPr>
            <a:xfrm>
              <a:off x="7930992" y="2098185"/>
              <a:ext cx="42170" cy="56736"/>
            </a:xfrm>
            <a:custGeom>
              <a:rect b="b" l="l" r="r" t="t"/>
              <a:pathLst>
                <a:path extrusionOk="0" h="1562" w="1161">
                  <a:moveTo>
                    <a:pt x="830" y="0"/>
                  </a:moveTo>
                  <a:lnTo>
                    <a:pt x="1" y="1561"/>
                  </a:lnTo>
                  <a:lnTo>
                    <a:pt x="1160" y="1561"/>
                  </a:lnTo>
                  <a:lnTo>
                    <a:pt x="8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5" name="Google Shape;13075;p205"/>
          <p:cNvGrpSpPr/>
          <p:nvPr/>
        </p:nvGrpSpPr>
        <p:grpSpPr>
          <a:xfrm>
            <a:off x="3386954" y="4680092"/>
            <a:ext cx="146005" cy="156896"/>
            <a:chOff x="7992884" y="1915090"/>
            <a:chExt cx="38938" cy="41842"/>
          </a:xfrm>
        </p:grpSpPr>
        <p:sp>
          <p:nvSpPr>
            <p:cNvPr id="13076" name="Google Shape;13076;p205"/>
            <p:cNvSpPr/>
            <p:nvPr/>
          </p:nvSpPr>
          <p:spPr>
            <a:xfrm>
              <a:off x="7992884" y="1951084"/>
              <a:ext cx="38938" cy="5848"/>
            </a:xfrm>
            <a:custGeom>
              <a:rect b="b" l="l" r="r" t="t"/>
              <a:pathLst>
                <a:path extrusionOk="0" h="161" w="1072">
                  <a:moveTo>
                    <a:pt x="536" y="0"/>
                  </a:moveTo>
                  <a:cubicBezTo>
                    <a:pt x="242" y="0"/>
                    <a:pt x="1" y="36"/>
                    <a:pt x="1" y="80"/>
                  </a:cubicBezTo>
                  <a:cubicBezTo>
                    <a:pt x="1" y="125"/>
                    <a:pt x="242" y="161"/>
                    <a:pt x="536" y="161"/>
                  </a:cubicBezTo>
                  <a:cubicBezTo>
                    <a:pt x="830" y="161"/>
                    <a:pt x="1071" y="125"/>
                    <a:pt x="1071" y="80"/>
                  </a:cubicBezTo>
                  <a:cubicBezTo>
                    <a:pt x="1071" y="36"/>
                    <a:pt x="830" y="0"/>
                    <a:pt x="536"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205"/>
            <p:cNvSpPr/>
            <p:nvPr/>
          </p:nvSpPr>
          <p:spPr>
            <a:xfrm>
              <a:off x="7997424" y="1949776"/>
              <a:ext cx="29857" cy="4250"/>
            </a:xfrm>
            <a:custGeom>
              <a:rect b="b" l="l" r="r" t="t"/>
              <a:pathLst>
                <a:path extrusionOk="0" h="117" w="822">
                  <a:moveTo>
                    <a:pt x="1" y="0"/>
                  </a:moveTo>
                  <a:lnTo>
                    <a:pt x="72" y="116"/>
                  </a:lnTo>
                  <a:lnTo>
                    <a:pt x="768" y="116"/>
                  </a:lnTo>
                  <a:lnTo>
                    <a:pt x="821" y="36"/>
                  </a:lnTo>
                  <a:lnTo>
                    <a:pt x="589" y="36"/>
                  </a:lnTo>
                  <a:lnTo>
                    <a:pt x="55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205"/>
            <p:cNvSpPr/>
            <p:nvPr/>
          </p:nvSpPr>
          <p:spPr>
            <a:xfrm>
              <a:off x="8010718" y="1944256"/>
              <a:ext cx="3269" cy="5557"/>
            </a:xfrm>
            <a:custGeom>
              <a:rect b="b" l="l" r="r" t="t"/>
              <a:pathLst>
                <a:path extrusionOk="0" h="153" w="90">
                  <a:moveTo>
                    <a:pt x="0" y="1"/>
                  </a:moveTo>
                  <a:lnTo>
                    <a:pt x="0" y="152"/>
                  </a:lnTo>
                  <a:lnTo>
                    <a:pt x="90" y="152"/>
                  </a:lnTo>
                  <a:lnTo>
                    <a:pt x="90"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205"/>
            <p:cNvSpPr/>
            <p:nvPr/>
          </p:nvSpPr>
          <p:spPr>
            <a:xfrm>
              <a:off x="7998405" y="1915090"/>
              <a:ext cx="17544" cy="32763"/>
            </a:xfrm>
            <a:custGeom>
              <a:rect b="b" l="l" r="r" t="t"/>
              <a:pathLst>
                <a:path extrusionOk="0" h="902" w="483">
                  <a:moveTo>
                    <a:pt x="482" y="1"/>
                  </a:moveTo>
                  <a:lnTo>
                    <a:pt x="0" y="902"/>
                  </a:lnTo>
                  <a:lnTo>
                    <a:pt x="482" y="902"/>
                  </a:lnTo>
                  <a:lnTo>
                    <a:pt x="48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3080" name="Google Shape;13080;p205"/>
          <p:cNvPicPr preferRelativeResize="0"/>
          <p:nvPr/>
        </p:nvPicPr>
        <p:blipFill>
          <a:blip r:embed="rId3">
            <a:alphaModFix/>
          </a:blip>
          <a:stretch>
            <a:fillRect/>
          </a:stretch>
        </p:blipFill>
        <p:spPr>
          <a:xfrm>
            <a:off x="720080" y="1112102"/>
            <a:ext cx="5100641" cy="3396450"/>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84" name="Shape 13084"/>
        <p:cNvGrpSpPr/>
        <p:nvPr/>
      </p:nvGrpSpPr>
      <p:grpSpPr>
        <a:xfrm>
          <a:off x="0" y="0"/>
          <a:ext cx="0" cy="0"/>
          <a:chOff x="0" y="0"/>
          <a:chExt cx="0" cy="0"/>
        </a:xfrm>
      </p:grpSpPr>
      <p:sp>
        <p:nvSpPr>
          <p:cNvPr id="13085" name="Google Shape;13085;p206"/>
          <p:cNvSpPr txBox="1"/>
          <p:nvPr>
            <p:ph type="title"/>
          </p:nvPr>
        </p:nvSpPr>
        <p:spPr>
          <a:xfrm>
            <a:off x="720075" y="5394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Guest Sentiment</a:t>
            </a:r>
            <a:endParaRPr/>
          </a:p>
        </p:txBody>
      </p:sp>
      <p:sp>
        <p:nvSpPr>
          <p:cNvPr id="13086" name="Google Shape;13086;p206"/>
          <p:cNvSpPr txBox="1"/>
          <p:nvPr>
            <p:ph idx="2" type="title"/>
          </p:nvPr>
        </p:nvSpPr>
        <p:spPr>
          <a:xfrm>
            <a:off x="1133475" y="3740075"/>
            <a:ext cx="7086600" cy="124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n"/>
              <a:t>After preprocessing review text, successful and unsuccessful listings highlight one key feature of Airbnbs in Sicily: great location within walking distance to the sea, restaurants, and city center. </a:t>
            </a:r>
            <a:endParaRPr b="0"/>
          </a:p>
        </p:txBody>
      </p:sp>
      <p:pic>
        <p:nvPicPr>
          <p:cNvPr id="13087" name="Google Shape;13087;p206"/>
          <p:cNvPicPr preferRelativeResize="0"/>
          <p:nvPr/>
        </p:nvPicPr>
        <p:blipFill>
          <a:blip r:embed="rId3">
            <a:alphaModFix/>
          </a:blip>
          <a:stretch>
            <a:fillRect/>
          </a:stretch>
        </p:blipFill>
        <p:spPr>
          <a:xfrm>
            <a:off x="1677025" y="1230700"/>
            <a:ext cx="2676525" cy="2390775"/>
          </a:xfrm>
          <a:prstGeom prst="rect">
            <a:avLst/>
          </a:prstGeom>
          <a:noFill/>
          <a:ln>
            <a:noFill/>
          </a:ln>
        </p:spPr>
      </p:pic>
      <p:pic>
        <p:nvPicPr>
          <p:cNvPr id="13088" name="Google Shape;13088;p206"/>
          <p:cNvPicPr preferRelativeResize="0"/>
          <p:nvPr/>
        </p:nvPicPr>
        <p:blipFill>
          <a:blip r:embed="rId4">
            <a:alphaModFix/>
          </a:blip>
          <a:stretch>
            <a:fillRect/>
          </a:stretch>
        </p:blipFill>
        <p:spPr>
          <a:xfrm>
            <a:off x="4930066" y="1214449"/>
            <a:ext cx="2390134" cy="2407025"/>
          </a:xfrm>
          <a:prstGeom prst="rect">
            <a:avLst/>
          </a:prstGeom>
          <a:noFill/>
          <a:ln>
            <a:noFill/>
          </a:ln>
        </p:spPr>
      </p:pic>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92" name="Shape 13092"/>
        <p:cNvGrpSpPr/>
        <p:nvPr/>
      </p:nvGrpSpPr>
      <p:grpSpPr>
        <a:xfrm>
          <a:off x="0" y="0"/>
          <a:ext cx="0" cy="0"/>
          <a:chOff x="0" y="0"/>
          <a:chExt cx="0" cy="0"/>
        </a:xfrm>
      </p:grpSpPr>
      <p:sp>
        <p:nvSpPr>
          <p:cNvPr id="13093" name="Google Shape;13093;p207"/>
          <p:cNvSpPr txBox="1"/>
          <p:nvPr>
            <p:ph type="title"/>
          </p:nvPr>
        </p:nvSpPr>
        <p:spPr>
          <a:xfrm>
            <a:off x="729375" y="45405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STRATEGY</a:t>
            </a:r>
            <a:endParaRPr/>
          </a:p>
        </p:txBody>
      </p:sp>
      <p:sp>
        <p:nvSpPr>
          <p:cNvPr id="13094" name="Google Shape;13094;p207"/>
          <p:cNvSpPr txBox="1"/>
          <p:nvPr/>
        </p:nvSpPr>
        <p:spPr>
          <a:xfrm>
            <a:off x="6501450" y="3894325"/>
            <a:ext cx="19293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Nunito"/>
                <a:ea typeface="Nunito"/>
                <a:cs typeface="Nunito"/>
                <a:sym typeface="Nunito"/>
              </a:rPr>
              <a:t>Airbnb guests prioritize a great location near the sea, restaurants, and city center.</a:t>
            </a:r>
            <a:r>
              <a:rPr lang="en">
                <a:solidFill>
                  <a:schemeClr val="lt1"/>
                </a:solidFill>
                <a:latin typeface="Nunito"/>
                <a:ea typeface="Nunito"/>
                <a:cs typeface="Nunito"/>
                <a:sym typeface="Nunito"/>
              </a:rPr>
              <a:t> </a:t>
            </a:r>
            <a:endParaRPr>
              <a:solidFill>
                <a:schemeClr val="lt1"/>
              </a:solidFill>
              <a:latin typeface="Nunito"/>
              <a:ea typeface="Nunito"/>
              <a:cs typeface="Nunito"/>
              <a:sym typeface="Nunito"/>
            </a:endParaRPr>
          </a:p>
        </p:txBody>
      </p:sp>
      <p:sp>
        <p:nvSpPr>
          <p:cNvPr id="13095" name="Google Shape;13095;p207"/>
          <p:cNvSpPr txBox="1"/>
          <p:nvPr/>
        </p:nvSpPr>
        <p:spPr>
          <a:xfrm>
            <a:off x="4572097" y="3894325"/>
            <a:ext cx="19293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Nunito"/>
                <a:ea typeface="Nunito"/>
                <a:cs typeface="Nunito"/>
                <a:sym typeface="Nunito"/>
              </a:rPr>
              <a:t>Research Siracusa properties.  They tend to have a higher occupancy rate.</a:t>
            </a:r>
            <a:endParaRPr>
              <a:solidFill>
                <a:schemeClr val="lt1"/>
              </a:solidFill>
              <a:latin typeface="Nunito"/>
              <a:ea typeface="Nunito"/>
              <a:cs typeface="Nunito"/>
              <a:sym typeface="Nunito"/>
            </a:endParaRPr>
          </a:p>
        </p:txBody>
      </p:sp>
      <p:sp>
        <p:nvSpPr>
          <p:cNvPr id="13096" name="Google Shape;13096;p207"/>
          <p:cNvSpPr txBox="1"/>
          <p:nvPr/>
        </p:nvSpPr>
        <p:spPr>
          <a:xfrm>
            <a:off x="6494700" y="3557402"/>
            <a:ext cx="1929300" cy="360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Federo"/>
                <a:ea typeface="Federo"/>
                <a:cs typeface="Federo"/>
                <a:sym typeface="Federo"/>
              </a:rPr>
              <a:t>Great Location</a:t>
            </a:r>
            <a:endParaRPr b="1">
              <a:solidFill>
                <a:schemeClr val="lt1"/>
              </a:solidFill>
              <a:latin typeface="Federo"/>
              <a:ea typeface="Federo"/>
              <a:cs typeface="Federo"/>
              <a:sym typeface="Federo"/>
            </a:endParaRPr>
          </a:p>
        </p:txBody>
      </p:sp>
      <p:sp>
        <p:nvSpPr>
          <p:cNvPr id="13097" name="Google Shape;13097;p207"/>
          <p:cNvSpPr txBox="1"/>
          <p:nvPr/>
        </p:nvSpPr>
        <p:spPr>
          <a:xfrm>
            <a:off x="4565250" y="3557402"/>
            <a:ext cx="1929300" cy="360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Federo"/>
                <a:ea typeface="Federo"/>
                <a:cs typeface="Federo"/>
                <a:sym typeface="Federo"/>
              </a:rPr>
              <a:t>Siracusa Properties</a:t>
            </a:r>
            <a:endParaRPr b="1" sz="2200">
              <a:solidFill>
                <a:schemeClr val="lt1"/>
              </a:solidFill>
              <a:latin typeface="Federo"/>
              <a:ea typeface="Federo"/>
              <a:cs typeface="Federo"/>
              <a:sym typeface="Federo"/>
            </a:endParaRPr>
          </a:p>
        </p:txBody>
      </p:sp>
      <p:sp>
        <p:nvSpPr>
          <p:cNvPr id="13098" name="Google Shape;13098;p207"/>
          <p:cNvSpPr txBox="1"/>
          <p:nvPr/>
        </p:nvSpPr>
        <p:spPr>
          <a:xfrm>
            <a:off x="1642799" y="2338659"/>
            <a:ext cx="1986000" cy="466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Federo"/>
                <a:ea typeface="Federo"/>
                <a:cs typeface="Federo"/>
                <a:sym typeface="Federo"/>
              </a:rPr>
              <a:t>Private Room/ Private Bathroom</a:t>
            </a:r>
            <a:endParaRPr b="1" sz="1800">
              <a:solidFill>
                <a:schemeClr val="lt1"/>
              </a:solidFill>
              <a:latin typeface="Federo"/>
              <a:ea typeface="Federo"/>
              <a:cs typeface="Federo"/>
              <a:sym typeface="Federo"/>
            </a:endParaRPr>
          </a:p>
        </p:txBody>
      </p:sp>
      <p:sp>
        <p:nvSpPr>
          <p:cNvPr id="13099" name="Google Shape;13099;p207"/>
          <p:cNvSpPr txBox="1"/>
          <p:nvPr/>
        </p:nvSpPr>
        <p:spPr>
          <a:xfrm>
            <a:off x="713100" y="3557402"/>
            <a:ext cx="1929300" cy="360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Federo"/>
                <a:ea typeface="Federo"/>
                <a:cs typeface="Federo"/>
                <a:sym typeface="Federo"/>
              </a:rPr>
              <a:t>Private Room Properties</a:t>
            </a:r>
            <a:endParaRPr b="1">
              <a:solidFill>
                <a:schemeClr val="lt1"/>
              </a:solidFill>
              <a:latin typeface="Federo"/>
              <a:ea typeface="Federo"/>
              <a:cs typeface="Federo"/>
              <a:sym typeface="Federo"/>
            </a:endParaRPr>
          </a:p>
        </p:txBody>
      </p:sp>
      <p:sp>
        <p:nvSpPr>
          <p:cNvPr id="13100" name="Google Shape;13100;p207"/>
          <p:cNvSpPr txBox="1"/>
          <p:nvPr/>
        </p:nvSpPr>
        <p:spPr>
          <a:xfrm>
            <a:off x="627775" y="3956275"/>
            <a:ext cx="1929300" cy="75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lt1"/>
                </a:solidFill>
                <a:latin typeface="Nunito"/>
                <a:ea typeface="Nunito"/>
                <a:cs typeface="Nunito"/>
                <a:sym typeface="Nunito"/>
              </a:rPr>
              <a:t>Research and locate properties with a private room.</a:t>
            </a:r>
            <a:endParaRPr sz="1200">
              <a:solidFill>
                <a:schemeClr val="lt1"/>
              </a:solidFill>
              <a:latin typeface="Nunito"/>
              <a:ea typeface="Nunito"/>
              <a:cs typeface="Nunito"/>
              <a:sym typeface="Nunito"/>
            </a:endParaRPr>
          </a:p>
        </p:txBody>
      </p:sp>
      <p:sp>
        <p:nvSpPr>
          <p:cNvPr id="13101" name="Google Shape;13101;p207"/>
          <p:cNvSpPr txBox="1"/>
          <p:nvPr/>
        </p:nvSpPr>
        <p:spPr>
          <a:xfrm>
            <a:off x="2635797" y="3557402"/>
            <a:ext cx="1929300" cy="360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Federo"/>
                <a:ea typeface="Federo"/>
                <a:cs typeface="Federo"/>
                <a:sym typeface="Federo"/>
              </a:rPr>
              <a:t>Private Bathroom Properties</a:t>
            </a:r>
            <a:endParaRPr b="1">
              <a:solidFill>
                <a:schemeClr val="lt1"/>
              </a:solidFill>
              <a:latin typeface="Federo"/>
              <a:ea typeface="Federo"/>
              <a:cs typeface="Federo"/>
              <a:sym typeface="Federo"/>
            </a:endParaRPr>
          </a:p>
        </p:txBody>
      </p:sp>
      <p:sp>
        <p:nvSpPr>
          <p:cNvPr id="13102" name="Google Shape;13102;p207"/>
          <p:cNvSpPr txBox="1"/>
          <p:nvPr/>
        </p:nvSpPr>
        <p:spPr>
          <a:xfrm>
            <a:off x="2599946" y="3917550"/>
            <a:ext cx="19293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Nunito"/>
                <a:ea typeface="Nunito"/>
                <a:cs typeface="Nunito"/>
                <a:sym typeface="Nunito"/>
              </a:rPr>
              <a:t>Research and locate properties with a private bathroom.</a:t>
            </a:r>
            <a:endParaRPr>
              <a:solidFill>
                <a:schemeClr val="lt1"/>
              </a:solidFill>
              <a:latin typeface="Nunito"/>
              <a:ea typeface="Nunito"/>
              <a:cs typeface="Nunito"/>
              <a:sym typeface="Nunito"/>
            </a:endParaRPr>
          </a:p>
        </p:txBody>
      </p:sp>
      <p:sp>
        <p:nvSpPr>
          <p:cNvPr id="13103" name="Google Shape;13103;p207"/>
          <p:cNvSpPr txBox="1"/>
          <p:nvPr/>
        </p:nvSpPr>
        <p:spPr>
          <a:xfrm>
            <a:off x="5501700" y="2338659"/>
            <a:ext cx="1986000" cy="466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Federo"/>
                <a:ea typeface="Federo"/>
                <a:cs typeface="Federo"/>
                <a:sym typeface="Federo"/>
              </a:rPr>
              <a:t>Location</a:t>
            </a:r>
            <a:endParaRPr b="1" sz="1800">
              <a:solidFill>
                <a:schemeClr val="lt1"/>
              </a:solidFill>
              <a:latin typeface="Federo"/>
              <a:ea typeface="Federo"/>
              <a:cs typeface="Federo"/>
              <a:sym typeface="Federo"/>
            </a:endParaRPr>
          </a:p>
        </p:txBody>
      </p:sp>
      <p:cxnSp>
        <p:nvCxnSpPr>
          <p:cNvPr id="13104" name="Google Shape;13104;p207"/>
          <p:cNvCxnSpPr>
            <a:stCxn id="13105" idx="1"/>
            <a:endCxn id="13098" idx="0"/>
          </p:cNvCxnSpPr>
          <p:nvPr/>
        </p:nvCxnSpPr>
        <p:spPr>
          <a:xfrm flipH="1">
            <a:off x="2635875" y="1725375"/>
            <a:ext cx="429000" cy="613200"/>
          </a:xfrm>
          <a:prstGeom prst="bentConnector2">
            <a:avLst/>
          </a:prstGeom>
          <a:noFill/>
          <a:ln cap="flat" cmpd="sng" w="19050">
            <a:solidFill>
              <a:schemeClr val="lt1"/>
            </a:solidFill>
            <a:prstDash val="solid"/>
            <a:round/>
            <a:headEnd len="med" w="med" type="none"/>
            <a:tailEnd len="med" w="med" type="none"/>
          </a:ln>
        </p:spPr>
      </p:cxnSp>
      <p:cxnSp>
        <p:nvCxnSpPr>
          <p:cNvPr id="13106" name="Google Shape;13106;p207"/>
          <p:cNvCxnSpPr>
            <a:stCxn id="13098" idx="2"/>
            <a:endCxn id="13099" idx="0"/>
          </p:cNvCxnSpPr>
          <p:nvPr/>
        </p:nvCxnSpPr>
        <p:spPr>
          <a:xfrm rot="5400000">
            <a:off x="1780649" y="2702109"/>
            <a:ext cx="752400" cy="957900"/>
          </a:xfrm>
          <a:prstGeom prst="bentConnector3">
            <a:avLst>
              <a:gd fmla="val 50009" name="adj1"/>
            </a:avLst>
          </a:prstGeom>
          <a:noFill/>
          <a:ln cap="flat" cmpd="sng" w="19050">
            <a:solidFill>
              <a:schemeClr val="lt1"/>
            </a:solidFill>
            <a:prstDash val="solid"/>
            <a:round/>
            <a:headEnd len="med" w="med" type="none"/>
            <a:tailEnd len="med" w="med" type="none"/>
          </a:ln>
        </p:spPr>
      </p:cxnSp>
      <p:cxnSp>
        <p:nvCxnSpPr>
          <p:cNvPr id="13107" name="Google Shape;13107;p207"/>
          <p:cNvCxnSpPr>
            <a:stCxn id="13098" idx="2"/>
            <a:endCxn id="13101" idx="0"/>
          </p:cNvCxnSpPr>
          <p:nvPr/>
        </p:nvCxnSpPr>
        <p:spPr>
          <a:xfrm flipH="1" rot="-5400000">
            <a:off x="2741849" y="2698809"/>
            <a:ext cx="752400" cy="964500"/>
          </a:xfrm>
          <a:prstGeom prst="bentConnector3">
            <a:avLst>
              <a:gd fmla="val 50009" name="adj1"/>
            </a:avLst>
          </a:prstGeom>
          <a:noFill/>
          <a:ln cap="flat" cmpd="sng" w="19050">
            <a:solidFill>
              <a:schemeClr val="lt1"/>
            </a:solidFill>
            <a:prstDash val="solid"/>
            <a:round/>
            <a:headEnd len="med" w="med" type="none"/>
            <a:tailEnd len="med" w="med" type="none"/>
          </a:ln>
        </p:spPr>
      </p:cxnSp>
      <p:cxnSp>
        <p:nvCxnSpPr>
          <p:cNvPr id="13108" name="Google Shape;13108;p207"/>
          <p:cNvCxnSpPr>
            <a:stCxn id="13105" idx="3"/>
            <a:endCxn id="13103" idx="0"/>
          </p:cNvCxnSpPr>
          <p:nvPr/>
        </p:nvCxnSpPr>
        <p:spPr>
          <a:xfrm>
            <a:off x="6097875" y="1725375"/>
            <a:ext cx="396900" cy="613200"/>
          </a:xfrm>
          <a:prstGeom prst="bentConnector2">
            <a:avLst/>
          </a:prstGeom>
          <a:noFill/>
          <a:ln cap="flat" cmpd="sng" w="19050">
            <a:solidFill>
              <a:schemeClr val="lt1"/>
            </a:solidFill>
            <a:prstDash val="solid"/>
            <a:round/>
            <a:headEnd len="med" w="med" type="none"/>
            <a:tailEnd len="med" w="med" type="none"/>
          </a:ln>
        </p:spPr>
      </p:cxnSp>
      <p:cxnSp>
        <p:nvCxnSpPr>
          <p:cNvPr id="13109" name="Google Shape;13109;p207"/>
          <p:cNvCxnSpPr>
            <a:stCxn id="13103" idx="2"/>
            <a:endCxn id="13097" idx="0"/>
          </p:cNvCxnSpPr>
          <p:nvPr/>
        </p:nvCxnSpPr>
        <p:spPr>
          <a:xfrm rot="5400000">
            <a:off x="5636100" y="2698659"/>
            <a:ext cx="752400" cy="964800"/>
          </a:xfrm>
          <a:prstGeom prst="bentConnector3">
            <a:avLst>
              <a:gd fmla="val 50009" name="adj1"/>
            </a:avLst>
          </a:prstGeom>
          <a:noFill/>
          <a:ln cap="flat" cmpd="sng" w="19050">
            <a:solidFill>
              <a:schemeClr val="lt1"/>
            </a:solidFill>
            <a:prstDash val="solid"/>
            <a:round/>
            <a:headEnd len="med" w="med" type="none"/>
            <a:tailEnd len="med" w="med" type="none"/>
          </a:ln>
        </p:spPr>
      </p:cxnSp>
      <p:cxnSp>
        <p:nvCxnSpPr>
          <p:cNvPr id="13110" name="Google Shape;13110;p207"/>
          <p:cNvCxnSpPr>
            <a:stCxn id="13103" idx="2"/>
            <a:endCxn id="13096" idx="0"/>
          </p:cNvCxnSpPr>
          <p:nvPr/>
        </p:nvCxnSpPr>
        <p:spPr>
          <a:xfrm flipH="1" rot="-5400000">
            <a:off x="6600750" y="2698809"/>
            <a:ext cx="752400" cy="964500"/>
          </a:xfrm>
          <a:prstGeom prst="bentConnector3">
            <a:avLst>
              <a:gd fmla="val 50009" name="adj1"/>
            </a:avLst>
          </a:prstGeom>
          <a:noFill/>
          <a:ln cap="flat" cmpd="sng" w="19050">
            <a:solidFill>
              <a:schemeClr val="lt1"/>
            </a:solidFill>
            <a:prstDash val="solid"/>
            <a:round/>
            <a:headEnd len="med" w="med" type="none"/>
            <a:tailEnd len="med" w="med" type="none"/>
          </a:ln>
        </p:spPr>
      </p:cxnSp>
      <p:sp>
        <p:nvSpPr>
          <p:cNvPr id="13105" name="Google Shape;13105;p207"/>
          <p:cNvSpPr/>
          <p:nvPr/>
        </p:nvSpPr>
        <p:spPr>
          <a:xfrm>
            <a:off x="3064875" y="1473225"/>
            <a:ext cx="3033000" cy="504300"/>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200">
                <a:solidFill>
                  <a:schemeClr val="lt2"/>
                </a:solidFill>
                <a:latin typeface="Federo"/>
                <a:ea typeface="Federo"/>
                <a:cs typeface="Federo"/>
                <a:sym typeface="Federo"/>
              </a:rPr>
              <a:t>Standard Investments</a:t>
            </a:r>
            <a:endParaRPr>
              <a:solidFill>
                <a:schemeClr val="lt2"/>
              </a:solidFill>
              <a:latin typeface="Federo"/>
              <a:ea typeface="Federo"/>
              <a:cs typeface="Federo"/>
              <a:sym typeface="Federo"/>
            </a:endParaRPr>
          </a:p>
        </p:txBody>
      </p:sp>
      <p:sp>
        <p:nvSpPr>
          <p:cNvPr id="13111" name="Google Shape;13111;p207"/>
          <p:cNvSpPr/>
          <p:nvPr/>
        </p:nvSpPr>
        <p:spPr>
          <a:xfrm flipH="1">
            <a:off x="6806204" y="53939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207"/>
          <p:cNvSpPr/>
          <p:nvPr/>
        </p:nvSpPr>
        <p:spPr>
          <a:xfrm flipH="1">
            <a:off x="830379" y="1417120"/>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13" name="Google Shape;13113;p207"/>
          <p:cNvGrpSpPr/>
          <p:nvPr/>
        </p:nvGrpSpPr>
        <p:grpSpPr>
          <a:xfrm>
            <a:off x="1808580" y="4708678"/>
            <a:ext cx="169022" cy="212736"/>
            <a:chOff x="7813057" y="1990929"/>
            <a:chExt cx="45076" cy="56734"/>
          </a:xfrm>
        </p:grpSpPr>
        <p:sp>
          <p:nvSpPr>
            <p:cNvPr id="13114" name="Google Shape;13114;p207"/>
            <p:cNvSpPr/>
            <p:nvPr/>
          </p:nvSpPr>
          <p:spPr>
            <a:xfrm>
              <a:off x="7813057" y="2041161"/>
              <a:ext cx="45076" cy="6502"/>
            </a:xfrm>
            <a:custGeom>
              <a:rect b="b" l="l" r="r" t="t"/>
              <a:pathLst>
                <a:path extrusionOk="0" h="179" w="1241">
                  <a:moveTo>
                    <a:pt x="625" y="0"/>
                  </a:moveTo>
                  <a:cubicBezTo>
                    <a:pt x="277" y="0"/>
                    <a:pt x="0" y="36"/>
                    <a:pt x="0" y="89"/>
                  </a:cubicBezTo>
                  <a:cubicBezTo>
                    <a:pt x="0" y="134"/>
                    <a:pt x="277" y="179"/>
                    <a:pt x="625" y="179"/>
                  </a:cubicBezTo>
                  <a:cubicBezTo>
                    <a:pt x="964" y="179"/>
                    <a:pt x="1241" y="134"/>
                    <a:pt x="1241" y="89"/>
                  </a:cubicBezTo>
                  <a:cubicBezTo>
                    <a:pt x="1241" y="36"/>
                    <a:pt x="964" y="0"/>
                    <a:pt x="625"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207"/>
            <p:cNvSpPr/>
            <p:nvPr/>
          </p:nvSpPr>
          <p:spPr>
            <a:xfrm>
              <a:off x="7815636" y="2038219"/>
              <a:ext cx="40536" cy="5884"/>
            </a:xfrm>
            <a:custGeom>
              <a:rect b="b" l="l" r="r" t="t"/>
              <a:pathLst>
                <a:path extrusionOk="0" h="162" w="1116">
                  <a:moveTo>
                    <a:pt x="367" y="1"/>
                  </a:moveTo>
                  <a:lnTo>
                    <a:pt x="313" y="54"/>
                  </a:lnTo>
                  <a:lnTo>
                    <a:pt x="1" y="54"/>
                  </a:lnTo>
                  <a:lnTo>
                    <a:pt x="72" y="161"/>
                  </a:lnTo>
                  <a:lnTo>
                    <a:pt x="1018" y="161"/>
                  </a:lnTo>
                  <a:lnTo>
                    <a:pt x="1116"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207"/>
            <p:cNvSpPr/>
            <p:nvPr/>
          </p:nvSpPr>
          <p:spPr>
            <a:xfrm>
              <a:off x="7833470" y="2030773"/>
              <a:ext cx="4577" cy="7482"/>
            </a:xfrm>
            <a:custGeom>
              <a:rect b="b" l="l" r="r" t="t"/>
              <a:pathLst>
                <a:path extrusionOk="0" h="206" w="126">
                  <a:moveTo>
                    <a:pt x="1" y="1"/>
                  </a:moveTo>
                  <a:lnTo>
                    <a:pt x="1" y="206"/>
                  </a:lnTo>
                  <a:lnTo>
                    <a:pt x="125" y="206"/>
                  </a:lnTo>
                  <a:lnTo>
                    <a:pt x="125"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207"/>
            <p:cNvSpPr/>
            <p:nvPr/>
          </p:nvSpPr>
          <p:spPr>
            <a:xfrm>
              <a:off x="7830891" y="1990929"/>
              <a:ext cx="24009" cy="45076"/>
            </a:xfrm>
            <a:custGeom>
              <a:rect b="b" l="l" r="r" t="t"/>
              <a:pathLst>
                <a:path extrusionOk="0" h="1241" w="661">
                  <a:moveTo>
                    <a:pt x="0" y="0"/>
                  </a:moveTo>
                  <a:lnTo>
                    <a:pt x="0" y="1240"/>
                  </a:lnTo>
                  <a:lnTo>
                    <a:pt x="660" y="1240"/>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8" name="Google Shape;13118;p207"/>
          <p:cNvGrpSpPr/>
          <p:nvPr/>
        </p:nvGrpSpPr>
        <p:grpSpPr>
          <a:xfrm>
            <a:off x="8131934" y="4759195"/>
            <a:ext cx="298956" cy="272253"/>
            <a:chOff x="7913522" y="2098185"/>
            <a:chExt cx="79728" cy="72607"/>
          </a:xfrm>
        </p:grpSpPr>
        <p:sp>
          <p:nvSpPr>
            <p:cNvPr id="13119" name="Google Shape;13119;p207"/>
            <p:cNvSpPr/>
            <p:nvPr/>
          </p:nvSpPr>
          <p:spPr>
            <a:xfrm>
              <a:off x="7913522" y="2159423"/>
              <a:ext cx="79728" cy="11369"/>
            </a:xfrm>
            <a:custGeom>
              <a:rect b="b" l="l" r="r" t="t"/>
              <a:pathLst>
                <a:path extrusionOk="0" h="313" w="2195">
                  <a:moveTo>
                    <a:pt x="1097" y="0"/>
                  </a:moveTo>
                  <a:cubicBezTo>
                    <a:pt x="491" y="0"/>
                    <a:pt x="0" y="63"/>
                    <a:pt x="0" y="152"/>
                  </a:cubicBezTo>
                  <a:cubicBezTo>
                    <a:pt x="0" y="241"/>
                    <a:pt x="491" y="313"/>
                    <a:pt x="1097" y="313"/>
                  </a:cubicBezTo>
                  <a:cubicBezTo>
                    <a:pt x="1704" y="313"/>
                    <a:pt x="2195" y="241"/>
                    <a:pt x="2195" y="152"/>
                  </a:cubicBezTo>
                  <a:cubicBezTo>
                    <a:pt x="2195" y="63"/>
                    <a:pt x="1704" y="0"/>
                    <a:pt x="1097"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207"/>
            <p:cNvSpPr/>
            <p:nvPr/>
          </p:nvSpPr>
          <p:spPr>
            <a:xfrm>
              <a:off x="7917699" y="2157462"/>
              <a:ext cx="71337" cy="7482"/>
            </a:xfrm>
            <a:custGeom>
              <a:rect b="b" l="l" r="r" t="t"/>
              <a:pathLst>
                <a:path extrusionOk="0" h="206" w="1964">
                  <a:moveTo>
                    <a:pt x="1" y="1"/>
                  </a:moveTo>
                  <a:lnTo>
                    <a:pt x="117" y="206"/>
                  </a:lnTo>
                  <a:lnTo>
                    <a:pt x="1874" y="206"/>
                  </a:lnTo>
                  <a:lnTo>
                    <a:pt x="1964" y="72"/>
                  </a:lnTo>
                  <a:lnTo>
                    <a:pt x="1277" y="72"/>
                  </a:lnTo>
                  <a:lnTo>
                    <a:pt x="1214"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207"/>
            <p:cNvSpPr/>
            <p:nvPr/>
          </p:nvSpPr>
          <p:spPr>
            <a:xfrm>
              <a:off x="7940400" y="2148418"/>
              <a:ext cx="5557" cy="9081"/>
            </a:xfrm>
            <a:custGeom>
              <a:rect b="b" l="l" r="r" t="t"/>
              <a:pathLst>
                <a:path extrusionOk="0" h="250" w="153">
                  <a:moveTo>
                    <a:pt x="0" y="0"/>
                  </a:moveTo>
                  <a:lnTo>
                    <a:pt x="0" y="250"/>
                  </a:lnTo>
                  <a:lnTo>
                    <a:pt x="152" y="250"/>
                  </a:lnTo>
                  <a:lnTo>
                    <a:pt x="152"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207"/>
            <p:cNvSpPr/>
            <p:nvPr/>
          </p:nvSpPr>
          <p:spPr>
            <a:xfrm>
              <a:off x="7919006" y="2098185"/>
              <a:ext cx="30184" cy="56736"/>
            </a:xfrm>
            <a:custGeom>
              <a:rect b="b" l="l" r="r" t="t"/>
              <a:pathLst>
                <a:path extrusionOk="0" h="1562" w="831">
                  <a:moveTo>
                    <a:pt x="830" y="0"/>
                  </a:moveTo>
                  <a:lnTo>
                    <a:pt x="1" y="1561"/>
                  </a:lnTo>
                  <a:lnTo>
                    <a:pt x="830" y="1561"/>
                  </a:lnTo>
                  <a:lnTo>
                    <a:pt x="830"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207"/>
            <p:cNvSpPr/>
            <p:nvPr/>
          </p:nvSpPr>
          <p:spPr>
            <a:xfrm>
              <a:off x="7952386" y="2148418"/>
              <a:ext cx="5557" cy="9081"/>
            </a:xfrm>
            <a:custGeom>
              <a:rect b="b" l="l" r="r" t="t"/>
              <a:pathLst>
                <a:path extrusionOk="0" h="250" w="153">
                  <a:moveTo>
                    <a:pt x="1" y="0"/>
                  </a:moveTo>
                  <a:lnTo>
                    <a:pt x="1" y="250"/>
                  </a:lnTo>
                  <a:lnTo>
                    <a:pt x="152" y="250"/>
                  </a:lnTo>
                  <a:lnTo>
                    <a:pt x="152"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207"/>
            <p:cNvSpPr/>
            <p:nvPr/>
          </p:nvSpPr>
          <p:spPr>
            <a:xfrm>
              <a:off x="7930992" y="2098185"/>
              <a:ext cx="42170" cy="56736"/>
            </a:xfrm>
            <a:custGeom>
              <a:rect b="b" l="l" r="r" t="t"/>
              <a:pathLst>
                <a:path extrusionOk="0" h="1562" w="1161">
                  <a:moveTo>
                    <a:pt x="830" y="0"/>
                  </a:moveTo>
                  <a:lnTo>
                    <a:pt x="1" y="1561"/>
                  </a:lnTo>
                  <a:lnTo>
                    <a:pt x="1160" y="1561"/>
                  </a:lnTo>
                  <a:lnTo>
                    <a:pt x="8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128" name="Shape 13128"/>
        <p:cNvGrpSpPr/>
        <p:nvPr/>
      </p:nvGrpSpPr>
      <p:grpSpPr>
        <a:xfrm>
          <a:off x="0" y="0"/>
          <a:ext cx="0" cy="0"/>
          <a:chOff x="0" y="0"/>
          <a:chExt cx="0" cy="0"/>
        </a:xfrm>
      </p:grpSpPr>
      <p:sp>
        <p:nvSpPr>
          <p:cNvPr id="13129" name="Google Shape;13129;p208"/>
          <p:cNvSpPr txBox="1"/>
          <p:nvPr>
            <p:ph type="title"/>
          </p:nvPr>
        </p:nvSpPr>
        <p:spPr>
          <a:xfrm>
            <a:off x="643900" y="198800"/>
            <a:ext cx="8114700" cy="705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 </a:t>
            </a:r>
            <a:r>
              <a:rPr lang="en" sz="2800"/>
              <a:t>Revenue Excellence: Successful Listings Occupancy-Weighted Revenue</a:t>
            </a:r>
            <a:endParaRPr sz="2800"/>
          </a:p>
        </p:txBody>
      </p:sp>
      <p:sp>
        <p:nvSpPr>
          <p:cNvPr id="13130" name="Google Shape;13130;p208"/>
          <p:cNvSpPr txBox="1"/>
          <p:nvPr>
            <p:ph idx="1" type="subTitle"/>
          </p:nvPr>
        </p:nvSpPr>
        <p:spPr>
          <a:xfrm>
            <a:off x="1527725" y="1321875"/>
            <a:ext cx="5741400" cy="208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data reveals a significant disparity in occupancy-weighted revenue between successful and unsuccessful listings.  This significant difference highlights how successful listings excel in generating higher revenue through improved occupancy rates. </a:t>
            </a:r>
            <a:endParaRPr/>
          </a:p>
        </p:txBody>
      </p:sp>
      <p:sp>
        <p:nvSpPr>
          <p:cNvPr id="13131" name="Google Shape;13131;p208"/>
          <p:cNvSpPr/>
          <p:nvPr/>
        </p:nvSpPr>
        <p:spPr>
          <a:xfrm>
            <a:off x="418650" y="665335"/>
            <a:ext cx="1254520" cy="199090"/>
          </a:xfrm>
          <a:custGeom>
            <a:rect b="b" l="l" r="r" t="t"/>
            <a:pathLst>
              <a:path extrusionOk="0" h="769" w="4846">
                <a:moveTo>
                  <a:pt x="2481" y="1"/>
                </a:moveTo>
                <a:cubicBezTo>
                  <a:pt x="1937" y="1"/>
                  <a:pt x="1660" y="384"/>
                  <a:pt x="1660" y="384"/>
                </a:cubicBezTo>
                <a:cubicBezTo>
                  <a:pt x="1598" y="361"/>
                  <a:pt x="1541" y="351"/>
                  <a:pt x="1490" y="351"/>
                </a:cubicBezTo>
                <a:cubicBezTo>
                  <a:pt x="1272" y="351"/>
                  <a:pt x="1161" y="527"/>
                  <a:pt x="1161" y="527"/>
                </a:cubicBezTo>
                <a:cubicBezTo>
                  <a:pt x="1000" y="456"/>
                  <a:pt x="854" y="428"/>
                  <a:pt x="723" y="428"/>
                </a:cubicBezTo>
                <a:cubicBezTo>
                  <a:pt x="265" y="428"/>
                  <a:pt x="1" y="768"/>
                  <a:pt x="1" y="768"/>
                </a:cubicBezTo>
                <a:lnTo>
                  <a:pt x="4845" y="768"/>
                </a:lnTo>
                <a:cubicBezTo>
                  <a:pt x="4678" y="498"/>
                  <a:pt x="4438" y="428"/>
                  <a:pt x="4235" y="428"/>
                </a:cubicBezTo>
                <a:cubicBezTo>
                  <a:pt x="4015" y="428"/>
                  <a:pt x="3837" y="509"/>
                  <a:pt x="3837" y="509"/>
                </a:cubicBezTo>
                <a:cubicBezTo>
                  <a:pt x="3739" y="387"/>
                  <a:pt x="3623" y="350"/>
                  <a:pt x="3519" y="350"/>
                </a:cubicBezTo>
                <a:cubicBezTo>
                  <a:pt x="3366" y="350"/>
                  <a:pt x="3239" y="429"/>
                  <a:pt x="3239" y="429"/>
                </a:cubicBezTo>
                <a:cubicBezTo>
                  <a:pt x="3239" y="429"/>
                  <a:pt x="3025" y="1"/>
                  <a:pt x="24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135" name="Shape 13135"/>
        <p:cNvGrpSpPr/>
        <p:nvPr/>
      </p:nvGrpSpPr>
      <p:grpSpPr>
        <a:xfrm>
          <a:off x="0" y="0"/>
          <a:ext cx="0" cy="0"/>
          <a:chOff x="0" y="0"/>
          <a:chExt cx="0" cy="0"/>
        </a:xfrm>
      </p:grpSpPr>
      <p:sp>
        <p:nvSpPr>
          <p:cNvPr id="13136" name="Google Shape;13136;p209"/>
          <p:cNvSpPr txBox="1"/>
          <p:nvPr>
            <p:ph type="title"/>
          </p:nvPr>
        </p:nvSpPr>
        <p:spPr>
          <a:xfrm>
            <a:off x="611375" y="19097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Achieving</a:t>
            </a:r>
            <a:r>
              <a:rPr lang="en"/>
              <a:t> Revenue through a Higher Occupancy-Rate</a:t>
            </a:r>
            <a:endParaRPr/>
          </a:p>
        </p:txBody>
      </p:sp>
      <p:sp>
        <p:nvSpPr>
          <p:cNvPr id="13137" name="Google Shape;13137;p209"/>
          <p:cNvSpPr txBox="1"/>
          <p:nvPr/>
        </p:nvSpPr>
        <p:spPr>
          <a:xfrm>
            <a:off x="2445745" y="2007852"/>
            <a:ext cx="1643700" cy="466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200">
              <a:solidFill>
                <a:schemeClr val="lt1"/>
              </a:solidFill>
              <a:latin typeface="Federo"/>
              <a:ea typeface="Federo"/>
              <a:cs typeface="Federo"/>
              <a:sym typeface="Federo"/>
            </a:endParaRPr>
          </a:p>
        </p:txBody>
      </p:sp>
      <p:sp>
        <p:nvSpPr>
          <p:cNvPr id="13138" name="Google Shape;13138;p209"/>
          <p:cNvSpPr txBox="1"/>
          <p:nvPr/>
        </p:nvSpPr>
        <p:spPr>
          <a:xfrm>
            <a:off x="4572850" y="2007850"/>
            <a:ext cx="3630300" cy="466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latin typeface="Bellota Text"/>
              <a:ea typeface="Bellota Text"/>
              <a:cs typeface="Bellota Text"/>
              <a:sym typeface="Bellota Text"/>
            </a:endParaRPr>
          </a:p>
        </p:txBody>
      </p:sp>
      <p:sp>
        <p:nvSpPr>
          <p:cNvPr id="13139" name="Google Shape;13139;p209"/>
          <p:cNvSpPr txBox="1"/>
          <p:nvPr/>
        </p:nvSpPr>
        <p:spPr>
          <a:xfrm>
            <a:off x="2445745" y="2636902"/>
            <a:ext cx="1643700" cy="466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200">
              <a:solidFill>
                <a:schemeClr val="lt1"/>
              </a:solidFill>
              <a:latin typeface="Federo"/>
              <a:ea typeface="Federo"/>
              <a:cs typeface="Federo"/>
              <a:sym typeface="Federo"/>
            </a:endParaRPr>
          </a:p>
        </p:txBody>
      </p:sp>
      <p:sp>
        <p:nvSpPr>
          <p:cNvPr id="13140" name="Google Shape;13140;p209"/>
          <p:cNvSpPr txBox="1"/>
          <p:nvPr/>
        </p:nvSpPr>
        <p:spPr>
          <a:xfrm>
            <a:off x="5539150" y="1465450"/>
            <a:ext cx="3366900" cy="141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Bellota Text"/>
                <a:ea typeface="Bellota Text"/>
                <a:cs typeface="Bellota Text"/>
                <a:sym typeface="Bellota Text"/>
              </a:rPr>
              <a:t>Successful Occupancy-Weighted Revenue: $381.37</a:t>
            </a:r>
            <a:endParaRPr>
              <a:solidFill>
                <a:schemeClr val="lt1"/>
              </a:solidFill>
              <a:latin typeface="Bellota Text"/>
              <a:ea typeface="Bellota Text"/>
              <a:cs typeface="Bellota Text"/>
              <a:sym typeface="Bellota Text"/>
            </a:endParaRPr>
          </a:p>
          <a:p>
            <a:pPr indent="0" lvl="0" marL="0" rtl="0" algn="ctr">
              <a:spcBef>
                <a:spcPts val="0"/>
              </a:spcBef>
              <a:spcAft>
                <a:spcPts val="0"/>
              </a:spcAft>
              <a:buNone/>
            </a:pPr>
            <a:r>
              <a:rPr lang="en">
                <a:solidFill>
                  <a:schemeClr val="lt1"/>
                </a:solidFill>
                <a:latin typeface="Bellota Text"/>
                <a:ea typeface="Bellota Text"/>
                <a:cs typeface="Bellota Text"/>
                <a:sym typeface="Bellota Text"/>
              </a:rPr>
              <a:t>Unsuccessful Occupancy-Weighted Revenue: $90.85</a:t>
            </a:r>
            <a:endParaRPr>
              <a:solidFill>
                <a:schemeClr val="lt1"/>
              </a:solidFill>
              <a:latin typeface="Bellota Text"/>
              <a:ea typeface="Bellota Text"/>
              <a:cs typeface="Bellota Text"/>
              <a:sym typeface="Bellota Text"/>
            </a:endParaRPr>
          </a:p>
        </p:txBody>
      </p:sp>
      <p:sp>
        <p:nvSpPr>
          <p:cNvPr id="13141" name="Google Shape;13141;p209"/>
          <p:cNvSpPr txBox="1"/>
          <p:nvPr/>
        </p:nvSpPr>
        <p:spPr>
          <a:xfrm>
            <a:off x="2445745" y="3265952"/>
            <a:ext cx="1643700" cy="466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200">
              <a:solidFill>
                <a:schemeClr val="lt1"/>
              </a:solidFill>
              <a:latin typeface="Federo"/>
              <a:ea typeface="Federo"/>
              <a:cs typeface="Federo"/>
              <a:sym typeface="Federo"/>
            </a:endParaRPr>
          </a:p>
        </p:txBody>
      </p:sp>
      <p:sp>
        <p:nvSpPr>
          <p:cNvPr id="13142" name="Google Shape;13142;p209"/>
          <p:cNvSpPr txBox="1"/>
          <p:nvPr/>
        </p:nvSpPr>
        <p:spPr>
          <a:xfrm>
            <a:off x="5578000" y="2946775"/>
            <a:ext cx="3289200" cy="879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1"/>
                </a:solidFill>
                <a:latin typeface="Bellota Text"/>
                <a:ea typeface="Bellota Text"/>
                <a:cs typeface="Bellota Text"/>
                <a:sym typeface="Bellota Text"/>
              </a:rPr>
              <a:t>Occupancy-weighted revenue combines both price and occupancy rate to provide a more holistic view of its revenue generation potential.</a:t>
            </a:r>
            <a:endParaRPr>
              <a:solidFill>
                <a:schemeClr val="lt1"/>
              </a:solidFill>
              <a:latin typeface="Bellota Text"/>
              <a:ea typeface="Bellota Text"/>
              <a:cs typeface="Bellota Text"/>
              <a:sym typeface="Bellota Text"/>
            </a:endParaRPr>
          </a:p>
        </p:txBody>
      </p:sp>
      <p:sp>
        <p:nvSpPr>
          <p:cNvPr id="13143" name="Google Shape;13143;p209"/>
          <p:cNvSpPr txBox="1"/>
          <p:nvPr/>
        </p:nvSpPr>
        <p:spPr>
          <a:xfrm>
            <a:off x="2445745" y="3895002"/>
            <a:ext cx="1643700" cy="466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sz="2200">
              <a:solidFill>
                <a:schemeClr val="lt1"/>
              </a:solidFill>
              <a:latin typeface="Federo"/>
              <a:ea typeface="Federo"/>
              <a:cs typeface="Federo"/>
              <a:sym typeface="Federo"/>
            </a:endParaRPr>
          </a:p>
        </p:txBody>
      </p:sp>
      <p:sp>
        <p:nvSpPr>
          <p:cNvPr id="13144" name="Google Shape;13144;p209"/>
          <p:cNvSpPr txBox="1"/>
          <p:nvPr/>
        </p:nvSpPr>
        <p:spPr>
          <a:xfrm>
            <a:off x="4572850" y="3895000"/>
            <a:ext cx="3630300" cy="466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latin typeface="Bellota Text"/>
              <a:ea typeface="Bellota Text"/>
              <a:cs typeface="Bellota Text"/>
              <a:sym typeface="Bellota Text"/>
            </a:endParaRPr>
          </a:p>
        </p:txBody>
      </p:sp>
      <p:sp>
        <p:nvSpPr>
          <p:cNvPr id="13145" name="Google Shape;13145;p209"/>
          <p:cNvSpPr txBox="1"/>
          <p:nvPr/>
        </p:nvSpPr>
        <p:spPr>
          <a:xfrm>
            <a:off x="940850" y="2007850"/>
            <a:ext cx="1021500" cy="466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600">
              <a:solidFill>
                <a:schemeClr val="lt1"/>
              </a:solidFill>
              <a:latin typeface="Federo"/>
              <a:ea typeface="Federo"/>
              <a:cs typeface="Federo"/>
              <a:sym typeface="Federo"/>
            </a:endParaRPr>
          </a:p>
        </p:txBody>
      </p:sp>
      <p:sp>
        <p:nvSpPr>
          <p:cNvPr id="13146" name="Google Shape;13146;p209"/>
          <p:cNvSpPr txBox="1"/>
          <p:nvPr/>
        </p:nvSpPr>
        <p:spPr>
          <a:xfrm>
            <a:off x="940850" y="2636900"/>
            <a:ext cx="1021500" cy="466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600">
              <a:solidFill>
                <a:schemeClr val="lt1"/>
              </a:solidFill>
              <a:latin typeface="Federo"/>
              <a:ea typeface="Federo"/>
              <a:cs typeface="Federo"/>
              <a:sym typeface="Federo"/>
            </a:endParaRPr>
          </a:p>
        </p:txBody>
      </p:sp>
      <p:sp>
        <p:nvSpPr>
          <p:cNvPr id="13147" name="Google Shape;13147;p209"/>
          <p:cNvSpPr txBox="1"/>
          <p:nvPr/>
        </p:nvSpPr>
        <p:spPr>
          <a:xfrm>
            <a:off x="940850" y="3265950"/>
            <a:ext cx="1021500" cy="466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600">
              <a:solidFill>
                <a:schemeClr val="lt1"/>
              </a:solidFill>
              <a:latin typeface="Federo"/>
              <a:ea typeface="Federo"/>
              <a:cs typeface="Federo"/>
              <a:sym typeface="Federo"/>
            </a:endParaRPr>
          </a:p>
        </p:txBody>
      </p:sp>
      <p:sp>
        <p:nvSpPr>
          <p:cNvPr id="13148" name="Google Shape;13148;p209"/>
          <p:cNvSpPr txBox="1"/>
          <p:nvPr/>
        </p:nvSpPr>
        <p:spPr>
          <a:xfrm>
            <a:off x="940850" y="3895000"/>
            <a:ext cx="828000" cy="466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sz="2600">
              <a:solidFill>
                <a:schemeClr val="lt1"/>
              </a:solidFill>
              <a:latin typeface="Federo"/>
              <a:ea typeface="Federo"/>
              <a:cs typeface="Federo"/>
              <a:sym typeface="Federo"/>
            </a:endParaRPr>
          </a:p>
        </p:txBody>
      </p:sp>
      <p:grpSp>
        <p:nvGrpSpPr>
          <p:cNvPr id="13149" name="Google Shape;13149;p209"/>
          <p:cNvGrpSpPr/>
          <p:nvPr/>
        </p:nvGrpSpPr>
        <p:grpSpPr>
          <a:xfrm>
            <a:off x="1475555" y="4708678"/>
            <a:ext cx="169022" cy="212736"/>
            <a:chOff x="7813057" y="1990929"/>
            <a:chExt cx="45076" cy="56734"/>
          </a:xfrm>
        </p:grpSpPr>
        <p:sp>
          <p:nvSpPr>
            <p:cNvPr id="13150" name="Google Shape;13150;p209"/>
            <p:cNvSpPr/>
            <p:nvPr/>
          </p:nvSpPr>
          <p:spPr>
            <a:xfrm>
              <a:off x="7813057" y="2041161"/>
              <a:ext cx="45076" cy="6502"/>
            </a:xfrm>
            <a:custGeom>
              <a:rect b="b" l="l" r="r" t="t"/>
              <a:pathLst>
                <a:path extrusionOk="0" h="179" w="1241">
                  <a:moveTo>
                    <a:pt x="625" y="0"/>
                  </a:moveTo>
                  <a:cubicBezTo>
                    <a:pt x="277" y="0"/>
                    <a:pt x="0" y="36"/>
                    <a:pt x="0" y="89"/>
                  </a:cubicBezTo>
                  <a:cubicBezTo>
                    <a:pt x="0" y="134"/>
                    <a:pt x="277" y="179"/>
                    <a:pt x="625" y="179"/>
                  </a:cubicBezTo>
                  <a:cubicBezTo>
                    <a:pt x="964" y="179"/>
                    <a:pt x="1241" y="134"/>
                    <a:pt x="1241" y="89"/>
                  </a:cubicBezTo>
                  <a:cubicBezTo>
                    <a:pt x="1241" y="36"/>
                    <a:pt x="964" y="0"/>
                    <a:pt x="625"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209"/>
            <p:cNvSpPr/>
            <p:nvPr/>
          </p:nvSpPr>
          <p:spPr>
            <a:xfrm>
              <a:off x="7815636" y="2038219"/>
              <a:ext cx="40536" cy="5884"/>
            </a:xfrm>
            <a:custGeom>
              <a:rect b="b" l="l" r="r" t="t"/>
              <a:pathLst>
                <a:path extrusionOk="0" h="162" w="1116">
                  <a:moveTo>
                    <a:pt x="367" y="1"/>
                  </a:moveTo>
                  <a:lnTo>
                    <a:pt x="313" y="54"/>
                  </a:lnTo>
                  <a:lnTo>
                    <a:pt x="1" y="54"/>
                  </a:lnTo>
                  <a:lnTo>
                    <a:pt x="72" y="161"/>
                  </a:lnTo>
                  <a:lnTo>
                    <a:pt x="1018" y="161"/>
                  </a:lnTo>
                  <a:lnTo>
                    <a:pt x="1116"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209"/>
            <p:cNvSpPr/>
            <p:nvPr/>
          </p:nvSpPr>
          <p:spPr>
            <a:xfrm>
              <a:off x="7833470" y="2030773"/>
              <a:ext cx="4577" cy="7482"/>
            </a:xfrm>
            <a:custGeom>
              <a:rect b="b" l="l" r="r" t="t"/>
              <a:pathLst>
                <a:path extrusionOk="0" h="206" w="126">
                  <a:moveTo>
                    <a:pt x="1" y="1"/>
                  </a:moveTo>
                  <a:lnTo>
                    <a:pt x="1" y="206"/>
                  </a:lnTo>
                  <a:lnTo>
                    <a:pt x="125" y="206"/>
                  </a:lnTo>
                  <a:lnTo>
                    <a:pt x="125"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209"/>
            <p:cNvSpPr/>
            <p:nvPr/>
          </p:nvSpPr>
          <p:spPr>
            <a:xfrm>
              <a:off x="7830891" y="1990929"/>
              <a:ext cx="24009" cy="45076"/>
            </a:xfrm>
            <a:custGeom>
              <a:rect b="b" l="l" r="r" t="t"/>
              <a:pathLst>
                <a:path extrusionOk="0" h="1241" w="661">
                  <a:moveTo>
                    <a:pt x="0" y="0"/>
                  </a:moveTo>
                  <a:lnTo>
                    <a:pt x="0" y="1240"/>
                  </a:lnTo>
                  <a:lnTo>
                    <a:pt x="660" y="1240"/>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4" name="Google Shape;13154;p209"/>
          <p:cNvGrpSpPr/>
          <p:nvPr/>
        </p:nvGrpSpPr>
        <p:grpSpPr>
          <a:xfrm>
            <a:off x="4568109" y="4756320"/>
            <a:ext cx="298956" cy="272253"/>
            <a:chOff x="7913522" y="2098185"/>
            <a:chExt cx="79728" cy="72607"/>
          </a:xfrm>
        </p:grpSpPr>
        <p:sp>
          <p:nvSpPr>
            <p:cNvPr id="13155" name="Google Shape;13155;p209"/>
            <p:cNvSpPr/>
            <p:nvPr/>
          </p:nvSpPr>
          <p:spPr>
            <a:xfrm>
              <a:off x="7913522" y="2159423"/>
              <a:ext cx="79728" cy="11369"/>
            </a:xfrm>
            <a:custGeom>
              <a:rect b="b" l="l" r="r" t="t"/>
              <a:pathLst>
                <a:path extrusionOk="0" h="313" w="2195">
                  <a:moveTo>
                    <a:pt x="1097" y="0"/>
                  </a:moveTo>
                  <a:cubicBezTo>
                    <a:pt x="491" y="0"/>
                    <a:pt x="0" y="63"/>
                    <a:pt x="0" y="152"/>
                  </a:cubicBezTo>
                  <a:cubicBezTo>
                    <a:pt x="0" y="241"/>
                    <a:pt x="491" y="313"/>
                    <a:pt x="1097" y="313"/>
                  </a:cubicBezTo>
                  <a:cubicBezTo>
                    <a:pt x="1704" y="313"/>
                    <a:pt x="2195" y="241"/>
                    <a:pt x="2195" y="152"/>
                  </a:cubicBezTo>
                  <a:cubicBezTo>
                    <a:pt x="2195" y="63"/>
                    <a:pt x="1704" y="0"/>
                    <a:pt x="1097" y="0"/>
                  </a:cubicBezTo>
                  <a:close/>
                </a:path>
              </a:pathLst>
            </a:custGeom>
            <a:solidFill>
              <a:srgbClr val="38A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209"/>
            <p:cNvSpPr/>
            <p:nvPr/>
          </p:nvSpPr>
          <p:spPr>
            <a:xfrm>
              <a:off x="7917699" y="2157462"/>
              <a:ext cx="71337" cy="7482"/>
            </a:xfrm>
            <a:custGeom>
              <a:rect b="b" l="l" r="r" t="t"/>
              <a:pathLst>
                <a:path extrusionOk="0" h="206" w="1964">
                  <a:moveTo>
                    <a:pt x="1" y="1"/>
                  </a:moveTo>
                  <a:lnTo>
                    <a:pt x="117" y="206"/>
                  </a:lnTo>
                  <a:lnTo>
                    <a:pt x="1874" y="206"/>
                  </a:lnTo>
                  <a:lnTo>
                    <a:pt x="1964" y="72"/>
                  </a:lnTo>
                  <a:lnTo>
                    <a:pt x="1277" y="72"/>
                  </a:lnTo>
                  <a:lnTo>
                    <a:pt x="1214"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209"/>
            <p:cNvSpPr/>
            <p:nvPr/>
          </p:nvSpPr>
          <p:spPr>
            <a:xfrm>
              <a:off x="7940400" y="2148418"/>
              <a:ext cx="5557" cy="9081"/>
            </a:xfrm>
            <a:custGeom>
              <a:rect b="b" l="l" r="r" t="t"/>
              <a:pathLst>
                <a:path extrusionOk="0" h="250" w="153">
                  <a:moveTo>
                    <a:pt x="0" y="0"/>
                  </a:moveTo>
                  <a:lnTo>
                    <a:pt x="0" y="250"/>
                  </a:lnTo>
                  <a:lnTo>
                    <a:pt x="152" y="250"/>
                  </a:lnTo>
                  <a:lnTo>
                    <a:pt x="152"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209"/>
            <p:cNvSpPr/>
            <p:nvPr/>
          </p:nvSpPr>
          <p:spPr>
            <a:xfrm>
              <a:off x="7919006" y="2098185"/>
              <a:ext cx="30184" cy="56736"/>
            </a:xfrm>
            <a:custGeom>
              <a:rect b="b" l="l" r="r" t="t"/>
              <a:pathLst>
                <a:path extrusionOk="0" h="1562" w="831">
                  <a:moveTo>
                    <a:pt x="830" y="0"/>
                  </a:moveTo>
                  <a:lnTo>
                    <a:pt x="1" y="1561"/>
                  </a:lnTo>
                  <a:lnTo>
                    <a:pt x="830" y="1561"/>
                  </a:lnTo>
                  <a:lnTo>
                    <a:pt x="830"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209"/>
            <p:cNvSpPr/>
            <p:nvPr/>
          </p:nvSpPr>
          <p:spPr>
            <a:xfrm>
              <a:off x="7952386" y="2148418"/>
              <a:ext cx="5557" cy="9081"/>
            </a:xfrm>
            <a:custGeom>
              <a:rect b="b" l="l" r="r" t="t"/>
              <a:pathLst>
                <a:path extrusionOk="0" h="250" w="153">
                  <a:moveTo>
                    <a:pt x="1" y="0"/>
                  </a:moveTo>
                  <a:lnTo>
                    <a:pt x="1" y="250"/>
                  </a:lnTo>
                  <a:lnTo>
                    <a:pt x="152" y="250"/>
                  </a:lnTo>
                  <a:lnTo>
                    <a:pt x="152"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209"/>
            <p:cNvSpPr/>
            <p:nvPr/>
          </p:nvSpPr>
          <p:spPr>
            <a:xfrm>
              <a:off x="7930992" y="2098185"/>
              <a:ext cx="42170" cy="56736"/>
            </a:xfrm>
            <a:custGeom>
              <a:rect b="b" l="l" r="r" t="t"/>
              <a:pathLst>
                <a:path extrusionOk="0" h="1562" w="1161">
                  <a:moveTo>
                    <a:pt x="830" y="0"/>
                  </a:moveTo>
                  <a:lnTo>
                    <a:pt x="1" y="1561"/>
                  </a:lnTo>
                  <a:lnTo>
                    <a:pt x="1160" y="1561"/>
                  </a:lnTo>
                  <a:lnTo>
                    <a:pt x="8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1" name="Google Shape;13161;p209"/>
          <p:cNvGrpSpPr/>
          <p:nvPr/>
        </p:nvGrpSpPr>
        <p:grpSpPr>
          <a:xfrm>
            <a:off x="6232529" y="4874542"/>
            <a:ext cx="146005" cy="156896"/>
            <a:chOff x="7992884" y="1915090"/>
            <a:chExt cx="38938" cy="41842"/>
          </a:xfrm>
        </p:grpSpPr>
        <p:sp>
          <p:nvSpPr>
            <p:cNvPr id="13162" name="Google Shape;13162;p209"/>
            <p:cNvSpPr/>
            <p:nvPr/>
          </p:nvSpPr>
          <p:spPr>
            <a:xfrm>
              <a:off x="7992884" y="1951084"/>
              <a:ext cx="38938" cy="5848"/>
            </a:xfrm>
            <a:custGeom>
              <a:rect b="b" l="l" r="r" t="t"/>
              <a:pathLst>
                <a:path extrusionOk="0" h="161" w="1072">
                  <a:moveTo>
                    <a:pt x="536" y="0"/>
                  </a:moveTo>
                  <a:cubicBezTo>
                    <a:pt x="242" y="0"/>
                    <a:pt x="1" y="36"/>
                    <a:pt x="1" y="80"/>
                  </a:cubicBezTo>
                  <a:cubicBezTo>
                    <a:pt x="1" y="125"/>
                    <a:pt x="242" y="161"/>
                    <a:pt x="536" y="161"/>
                  </a:cubicBezTo>
                  <a:cubicBezTo>
                    <a:pt x="830" y="161"/>
                    <a:pt x="1071" y="125"/>
                    <a:pt x="1071" y="80"/>
                  </a:cubicBezTo>
                  <a:cubicBezTo>
                    <a:pt x="1071" y="36"/>
                    <a:pt x="830" y="0"/>
                    <a:pt x="536" y="0"/>
                  </a:cubicBezTo>
                  <a:close/>
                </a:path>
              </a:pathLst>
            </a:custGeom>
            <a:solidFill>
              <a:srgbClr val="38A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209"/>
            <p:cNvSpPr/>
            <p:nvPr/>
          </p:nvSpPr>
          <p:spPr>
            <a:xfrm>
              <a:off x="7997424" y="1949776"/>
              <a:ext cx="29857" cy="4250"/>
            </a:xfrm>
            <a:custGeom>
              <a:rect b="b" l="l" r="r" t="t"/>
              <a:pathLst>
                <a:path extrusionOk="0" h="117" w="822">
                  <a:moveTo>
                    <a:pt x="1" y="0"/>
                  </a:moveTo>
                  <a:lnTo>
                    <a:pt x="72" y="116"/>
                  </a:lnTo>
                  <a:lnTo>
                    <a:pt x="768" y="116"/>
                  </a:lnTo>
                  <a:lnTo>
                    <a:pt x="821" y="36"/>
                  </a:lnTo>
                  <a:lnTo>
                    <a:pt x="589" y="36"/>
                  </a:lnTo>
                  <a:lnTo>
                    <a:pt x="55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209"/>
            <p:cNvSpPr/>
            <p:nvPr/>
          </p:nvSpPr>
          <p:spPr>
            <a:xfrm>
              <a:off x="8010718" y="1944256"/>
              <a:ext cx="3269" cy="5557"/>
            </a:xfrm>
            <a:custGeom>
              <a:rect b="b" l="l" r="r" t="t"/>
              <a:pathLst>
                <a:path extrusionOk="0" h="153" w="90">
                  <a:moveTo>
                    <a:pt x="0" y="1"/>
                  </a:moveTo>
                  <a:lnTo>
                    <a:pt x="0" y="152"/>
                  </a:lnTo>
                  <a:lnTo>
                    <a:pt x="90" y="152"/>
                  </a:lnTo>
                  <a:lnTo>
                    <a:pt x="90"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209"/>
            <p:cNvSpPr/>
            <p:nvPr/>
          </p:nvSpPr>
          <p:spPr>
            <a:xfrm>
              <a:off x="7998405" y="1915090"/>
              <a:ext cx="17544" cy="32763"/>
            </a:xfrm>
            <a:custGeom>
              <a:rect b="b" l="l" r="r" t="t"/>
              <a:pathLst>
                <a:path extrusionOk="0" h="902" w="483">
                  <a:moveTo>
                    <a:pt x="482" y="1"/>
                  </a:moveTo>
                  <a:lnTo>
                    <a:pt x="0" y="902"/>
                  </a:lnTo>
                  <a:lnTo>
                    <a:pt x="482" y="902"/>
                  </a:lnTo>
                  <a:lnTo>
                    <a:pt x="48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3166" name="Google Shape;13166;p209"/>
          <p:cNvPicPr preferRelativeResize="0"/>
          <p:nvPr/>
        </p:nvPicPr>
        <p:blipFill>
          <a:blip r:embed="rId3">
            <a:alphaModFix/>
          </a:blip>
          <a:stretch>
            <a:fillRect/>
          </a:stretch>
        </p:blipFill>
        <p:spPr>
          <a:xfrm>
            <a:off x="479525" y="1317350"/>
            <a:ext cx="5020850" cy="2954925"/>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170" name="Shape 13170"/>
        <p:cNvGrpSpPr/>
        <p:nvPr/>
      </p:nvGrpSpPr>
      <p:grpSpPr>
        <a:xfrm>
          <a:off x="0" y="0"/>
          <a:ext cx="0" cy="0"/>
          <a:chOff x="0" y="0"/>
          <a:chExt cx="0" cy="0"/>
        </a:xfrm>
      </p:grpSpPr>
      <p:sp>
        <p:nvSpPr>
          <p:cNvPr id="13171" name="Google Shape;13171;p210"/>
          <p:cNvSpPr txBox="1"/>
          <p:nvPr>
            <p:ph type="title"/>
          </p:nvPr>
        </p:nvSpPr>
        <p:spPr>
          <a:xfrm>
            <a:off x="720000" y="539400"/>
            <a:ext cx="7704000" cy="572700"/>
          </a:xfrm>
          <a:prstGeom prst="rect">
            <a:avLst/>
          </a:prstGeom>
        </p:spPr>
        <p:txBody>
          <a:bodyPr anchorCtr="0" anchor="ctr" bIns="91425" lIns="91425" spcFirstLastPara="1" rIns="91425" wrap="square" tIns="91425">
            <a:noAutofit/>
          </a:bodyPr>
          <a:lstStyle/>
          <a:p>
            <a:pPr indent="457200" lvl="0" marL="0" rtl="0" algn="ctr">
              <a:spcBef>
                <a:spcPts val="0"/>
              </a:spcBef>
              <a:spcAft>
                <a:spcPts val="0"/>
              </a:spcAft>
              <a:buNone/>
            </a:pPr>
            <a:r>
              <a:rPr lang="en"/>
              <a:t>Conclusion </a:t>
            </a:r>
            <a:endParaRPr/>
          </a:p>
          <a:p>
            <a:pPr indent="0" lvl="0" marL="0" rtl="0" algn="l">
              <a:spcBef>
                <a:spcPts val="0"/>
              </a:spcBef>
              <a:spcAft>
                <a:spcPts val="0"/>
              </a:spcAft>
              <a:buNone/>
            </a:pPr>
            <a:r>
              <a:t/>
            </a:r>
            <a:endParaRPr/>
          </a:p>
        </p:txBody>
      </p:sp>
      <p:sp>
        <p:nvSpPr>
          <p:cNvPr id="13172" name="Google Shape;13172;p210"/>
          <p:cNvSpPr txBox="1"/>
          <p:nvPr>
            <p:ph idx="4294967295" type="subTitle"/>
          </p:nvPr>
        </p:nvSpPr>
        <p:spPr>
          <a:xfrm>
            <a:off x="1527725" y="1321875"/>
            <a:ext cx="5741400" cy="2083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While these findings will not guarantee a successful listing, these strategies will give a strong chance of standing out in the saturated Airbnb market in Sicily. </a:t>
            </a:r>
            <a:endParaRPr/>
          </a:p>
          <a:p>
            <a:pPr indent="-317500" lvl="0" marL="457200" rtl="0" algn="l">
              <a:spcBef>
                <a:spcPts val="1600"/>
              </a:spcBef>
              <a:spcAft>
                <a:spcPts val="0"/>
              </a:spcAft>
              <a:buSzPts val="1400"/>
              <a:buChar char="-"/>
            </a:pPr>
            <a:r>
              <a:rPr lang="en"/>
              <a:t>Pricing must be competitive and fair</a:t>
            </a:r>
            <a:endParaRPr/>
          </a:p>
          <a:p>
            <a:pPr indent="-317500" lvl="0" marL="457200" rtl="0" algn="l">
              <a:spcBef>
                <a:spcPts val="0"/>
              </a:spcBef>
              <a:spcAft>
                <a:spcPts val="0"/>
              </a:spcAft>
              <a:buSzPts val="1400"/>
              <a:buChar char="-"/>
            </a:pPr>
            <a:r>
              <a:rPr lang="en"/>
              <a:t>Location, such as neighborhoods and central locations, have a significant impact on both occupancy and price and are important to guests based on reviews </a:t>
            </a:r>
            <a:endParaRPr/>
          </a:p>
          <a:p>
            <a:pPr indent="-317500" lvl="0" marL="457200" rtl="0" algn="l">
              <a:spcBef>
                <a:spcPts val="0"/>
              </a:spcBef>
              <a:spcAft>
                <a:spcPts val="0"/>
              </a:spcAft>
              <a:buSzPts val="1400"/>
              <a:buChar char="-"/>
            </a:pPr>
            <a:r>
              <a:rPr lang="en"/>
              <a:t>Property types, particularly private room, increase occupancy rates </a:t>
            </a:r>
            <a:endParaRPr/>
          </a:p>
          <a:p>
            <a:pPr indent="-317500" lvl="0" marL="457200" rtl="0" algn="l">
              <a:spcBef>
                <a:spcPts val="0"/>
              </a:spcBef>
              <a:spcAft>
                <a:spcPts val="0"/>
              </a:spcAft>
              <a:buSzPts val="1400"/>
              <a:buChar char="-"/>
            </a:pPr>
            <a:r>
              <a:rPr lang="en"/>
              <a:t>Listings with a private bathroom are both more expensive but also have less availability, meaning more booked up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176" name="Shape 13176"/>
        <p:cNvGrpSpPr/>
        <p:nvPr/>
      </p:nvGrpSpPr>
      <p:grpSpPr>
        <a:xfrm>
          <a:off x="0" y="0"/>
          <a:ext cx="0" cy="0"/>
          <a:chOff x="0" y="0"/>
          <a:chExt cx="0" cy="0"/>
        </a:xfrm>
      </p:grpSpPr>
      <p:grpSp>
        <p:nvGrpSpPr>
          <p:cNvPr id="13177" name="Google Shape;13177;p211"/>
          <p:cNvGrpSpPr/>
          <p:nvPr/>
        </p:nvGrpSpPr>
        <p:grpSpPr>
          <a:xfrm>
            <a:off x="4103992" y="391167"/>
            <a:ext cx="935929" cy="932206"/>
            <a:chOff x="6089572" y="1894059"/>
            <a:chExt cx="91097" cy="90734"/>
          </a:xfrm>
        </p:grpSpPr>
        <p:sp>
          <p:nvSpPr>
            <p:cNvPr id="13178" name="Google Shape;13178;p211"/>
            <p:cNvSpPr/>
            <p:nvPr/>
          </p:nvSpPr>
          <p:spPr>
            <a:xfrm>
              <a:off x="6089572" y="1894059"/>
              <a:ext cx="91097" cy="90734"/>
            </a:xfrm>
            <a:custGeom>
              <a:rect b="b" l="l" r="r" t="t"/>
              <a:pathLst>
                <a:path extrusionOk="0" h="2498" w="2508">
                  <a:moveTo>
                    <a:pt x="1258" y="0"/>
                  </a:moveTo>
                  <a:cubicBezTo>
                    <a:pt x="562" y="0"/>
                    <a:pt x="0" y="553"/>
                    <a:pt x="0" y="1249"/>
                  </a:cubicBezTo>
                  <a:cubicBezTo>
                    <a:pt x="0" y="1936"/>
                    <a:pt x="562" y="2498"/>
                    <a:pt x="1258" y="2498"/>
                  </a:cubicBezTo>
                  <a:cubicBezTo>
                    <a:pt x="1945" y="2498"/>
                    <a:pt x="2507" y="1936"/>
                    <a:pt x="2507" y="1249"/>
                  </a:cubicBezTo>
                  <a:cubicBezTo>
                    <a:pt x="2507" y="553"/>
                    <a:pt x="1945" y="0"/>
                    <a:pt x="12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211"/>
            <p:cNvSpPr/>
            <p:nvPr/>
          </p:nvSpPr>
          <p:spPr>
            <a:xfrm>
              <a:off x="6096037" y="1900525"/>
              <a:ext cx="78130" cy="77803"/>
            </a:xfrm>
            <a:custGeom>
              <a:rect b="b" l="l" r="r" t="t"/>
              <a:pathLst>
                <a:path extrusionOk="0" h="2142" w="2151">
                  <a:moveTo>
                    <a:pt x="1080" y="0"/>
                  </a:moveTo>
                  <a:cubicBezTo>
                    <a:pt x="483" y="0"/>
                    <a:pt x="1" y="482"/>
                    <a:pt x="1" y="1071"/>
                  </a:cubicBezTo>
                  <a:cubicBezTo>
                    <a:pt x="1" y="1660"/>
                    <a:pt x="483" y="2141"/>
                    <a:pt x="1080" y="2141"/>
                  </a:cubicBezTo>
                  <a:cubicBezTo>
                    <a:pt x="1669" y="2141"/>
                    <a:pt x="2151" y="1660"/>
                    <a:pt x="2151" y="1071"/>
                  </a:cubicBezTo>
                  <a:cubicBezTo>
                    <a:pt x="2151" y="482"/>
                    <a:pt x="1669" y="0"/>
                    <a:pt x="1080" y="0"/>
                  </a:cubicBezTo>
                  <a:close/>
                </a:path>
              </a:pathLst>
            </a:custGeom>
            <a:solidFill>
              <a:srgbClr val="EA9B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80" name="Google Shape;13180;p211"/>
          <p:cNvSpPr txBox="1"/>
          <p:nvPr>
            <p:ph type="title"/>
          </p:nvPr>
        </p:nvSpPr>
        <p:spPr>
          <a:xfrm>
            <a:off x="2402350" y="1310613"/>
            <a:ext cx="4339200" cy="1310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Thank you</a:t>
            </a:r>
            <a:endParaRPr/>
          </a:p>
        </p:txBody>
      </p:sp>
      <p:sp>
        <p:nvSpPr>
          <p:cNvPr id="13181" name="Google Shape;13181;p211"/>
          <p:cNvSpPr/>
          <p:nvPr/>
        </p:nvSpPr>
        <p:spPr>
          <a:xfrm flipH="1">
            <a:off x="6613829" y="679995"/>
            <a:ext cx="888681" cy="168972"/>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211"/>
          <p:cNvSpPr/>
          <p:nvPr/>
        </p:nvSpPr>
        <p:spPr>
          <a:xfrm flipH="1">
            <a:off x="2060040" y="381404"/>
            <a:ext cx="888671" cy="168974"/>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211"/>
          <p:cNvSpPr/>
          <p:nvPr/>
        </p:nvSpPr>
        <p:spPr>
          <a:xfrm flipH="1">
            <a:off x="5152851" y="381403"/>
            <a:ext cx="479097" cy="91099"/>
          </a:xfrm>
          <a:custGeom>
            <a:rect b="b" l="l" r="r" t="t"/>
            <a:pathLst>
              <a:path extrusionOk="0" h="786" w="4150">
                <a:moveTo>
                  <a:pt x="2071" y="1"/>
                </a:moveTo>
                <a:cubicBezTo>
                  <a:pt x="2071" y="1"/>
                  <a:pt x="1598" y="1"/>
                  <a:pt x="1375" y="385"/>
                </a:cubicBezTo>
                <a:cubicBezTo>
                  <a:pt x="1375" y="385"/>
                  <a:pt x="1301" y="348"/>
                  <a:pt x="1211" y="348"/>
                </a:cubicBezTo>
                <a:cubicBezTo>
                  <a:pt x="1124" y="348"/>
                  <a:pt x="1021" y="382"/>
                  <a:pt x="956" y="518"/>
                </a:cubicBezTo>
                <a:cubicBezTo>
                  <a:pt x="956" y="518"/>
                  <a:pt x="801" y="471"/>
                  <a:pt x="611" y="471"/>
                </a:cubicBezTo>
                <a:cubicBezTo>
                  <a:pt x="397" y="471"/>
                  <a:pt x="138" y="531"/>
                  <a:pt x="1" y="786"/>
                </a:cubicBezTo>
                <a:lnTo>
                  <a:pt x="4149" y="786"/>
                </a:lnTo>
                <a:cubicBezTo>
                  <a:pt x="4012" y="531"/>
                  <a:pt x="3753" y="471"/>
                  <a:pt x="3539" y="471"/>
                </a:cubicBezTo>
                <a:cubicBezTo>
                  <a:pt x="3349" y="471"/>
                  <a:pt x="3195" y="518"/>
                  <a:pt x="3195" y="518"/>
                </a:cubicBezTo>
                <a:cubicBezTo>
                  <a:pt x="3129" y="382"/>
                  <a:pt x="3026" y="348"/>
                  <a:pt x="2939" y="348"/>
                </a:cubicBezTo>
                <a:cubicBezTo>
                  <a:pt x="2849" y="348"/>
                  <a:pt x="2775" y="385"/>
                  <a:pt x="2775" y="385"/>
                </a:cubicBezTo>
                <a:cubicBezTo>
                  <a:pt x="2552" y="1"/>
                  <a:pt x="2071" y="1"/>
                  <a:pt x="2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84" name="Google Shape;13184;p211"/>
          <p:cNvGrpSpPr/>
          <p:nvPr/>
        </p:nvGrpSpPr>
        <p:grpSpPr>
          <a:xfrm>
            <a:off x="2131755" y="1866040"/>
            <a:ext cx="169022" cy="212736"/>
            <a:chOff x="7813057" y="1990929"/>
            <a:chExt cx="45076" cy="56734"/>
          </a:xfrm>
        </p:grpSpPr>
        <p:sp>
          <p:nvSpPr>
            <p:cNvPr id="13185" name="Google Shape;13185;p211"/>
            <p:cNvSpPr/>
            <p:nvPr/>
          </p:nvSpPr>
          <p:spPr>
            <a:xfrm>
              <a:off x="7813057" y="2041161"/>
              <a:ext cx="45076" cy="6502"/>
            </a:xfrm>
            <a:custGeom>
              <a:rect b="b" l="l" r="r" t="t"/>
              <a:pathLst>
                <a:path extrusionOk="0" h="179" w="1241">
                  <a:moveTo>
                    <a:pt x="625" y="0"/>
                  </a:moveTo>
                  <a:cubicBezTo>
                    <a:pt x="277" y="0"/>
                    <a:pt x="0" y="36"/>
                    <a:pt x="0" y="89"/>
                  </a:cubicBezTo>
                  <a:cubicBezTo>
                    <a:pt x="0" y="134"/>
                    <a:pt x="277" y="179"/>
                    <a:pt x="625" y="179"/>
                  </a:cubicBezTo>
                  <a:cubicBezTo>
                    <a:pt x="964" y="179"/>
                    <a:pt x="1241" y="134"/>
                    <a:pt x="1241" y="89"/>
                  </a:cubicBezTo>
                  <a:cubicBezTo>
                    <a:pt x="1241" y="36"/>
                    <a:pt x="964" y="0"/>
                    <a:pt x="625"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211"/>
            <p:cNvSpPr/>
            <p:nvPr/>
          </p:nvSpPr>
          <p:spPr>
            <a:xfrm>
              <a:off x="7815636" y="2038219"/>
              <a:ext cx="40536" cy="5884"/>
            </a:xfrm>
            <a:custGeom>
              <a:rect b="b" l="l" r="r" t="t"/>
              <a:pathLst>
                <a:path extrusionOk="0" h="162" w="1116">
                  <a:moveTo>
                    <a:pt x="367" y="1"/>
                  </a:moveTo>
                  <a:lnTo>
                    <a:pt x="313" y="54"/>
                  </a:lnTo>
                  <a:lnTo>
                    <a:pt x="1" y="54"/>
                  </a:lnTo>
                  <a:lnTo>
                    <a:pt x="72" y="161"/>
                  </a:lnTo>
                  <a:lnTo>
                    <a:pt x="1018" y="161"/>
                  </a:lnTo>
                  <a:lnTo>
                    <a:pt x="1116"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211"/>
            <p:cNvSpPr/>
            <p:nvPr/>
          </p:nvSpPr>
          <p:spPr>
            <a:xfrm>
              <a:off x="7833470" y="2030773"/>
              <a:ext cx="4577" cy="7482"/>
            </a:xfrm>
            <a:custGeom>
              <a:rect b="b" l="l" r="r" t="t"/>
              <a:pathLst>
                <a:path extrusionOk="0" h="206" w="126">
                  <a:moveTo>
                    <a:pt x="1" y="1"/>
                  </a:moveTo>
                  <a:lnTo>
                    <a:pt x="1" y="206"/>
                  </a:lnTo>
                  <a:lnTo>
                    <a:pt x="125" y="206"/>
                  </a:lnTo>
                  <a:lnTo>
                    <a:pt x="125"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211"/>
            <p:cNvSpPr/>
            <p:nvPr/>
          </p:nvSpPr>
          <p:spPr>
            <a:xfrm>
              <a:off x="7830891" y="1990929"/>
              <a:ext cx="24009" cy="45076"/>
            </a:xfrm>
            <a:custGeom>
              <a:rect b="b" l="l" r="r" t="t"/>
              <a:pathLst>
                <a:path extrusionOk="0" h="1241" w="661">
                  <a:moveTo>
                    <a:pt x="0" y="0"/>
                  </a:moveTo>
                  <a:lnTo>
                    <a:pt x="0" y="1240"/>
                  </a:lnTo>
                  <a:lnTo>
                    <a:pt x="660" y="1240"/>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9" name="Google Shape;13189;p211"/>
          <p:cNvGrpSpPr/>
          <p:nvPr/>
        </p:nvGrpSpPr>
        <p:grpSpPr>
          <a:xfrm flipH="1">
            <a:off x="5875347" y="3381708"/>
            <a:ext cx="644576" cy="587025"/>
            <a:chOff x="7913522" y="2098185"/>
            <a:chExt cx="79728" cy="72607"/>
          </a:xfrm>
        </p:grpSpPr>
        <p:sp>
          <p:nvSpPr>
            <p:cNvPr id="13190" name="Google Shape;13190;p211"/>
            <p:cNvSpPr/>
            <p:nvPr/>
          </p:nvSpPr>
          <p:spPr>
            <a:xfrm>
              <a:off x="7913522" y="2159423"/>
              <a:ext cx="79728" cy="11369"/>
            </a:xfrm>
            <a:custGeom>
              <a:rect b="b" l="l" r="r" t="t"/>
              <a:pathLst>
                <a:path extrusionOk="0" h="313" w="2195">
                  <a:moveTo>
                    <a:pt x="1097" y="0"/>
                  </a:moveTo>
                  <a:cubicBezTo>
                    <a:pt x="491" y="0"/>
                    <a:pt x="0" y="63"/>
                    <a:pt x="0" y="152"/>
                  </a:cubicBezTo>
                  <a:cubicBezTo>
                    <a:pt x="0" y="241"/>
                    <a:pt x="491" y="313"/>
                    <a:pt x="1097" y="313"/>
                  </a:cubicBezTo>
                  <a:cubicBezTo>
                    <a:pt x="1704" y="313"/>
                    <a:pt x="2195" y="241"/>
                    <a:pt x="2195" y="152"/>
                  </a:cubicBezTo>
                  <a:cubicBezTo>
                    <a:pt x="2195" y="63"/>
                    <a:pt x="1704" y="0"/>
                    <a:pt x="1097"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211"/>
            <p:cNvSpPr/>
            <p:nvPr/>
          </p:nvSpPr>
          <p:spPr>
            <a:xfrm>
              <a:off x="7917699" y="2157462"/>
              <a:ext cx="71337" cy="7482"/>
            </a:xfrm>
            <a:custGeom>
              <a:rect b="b" l="l" r="r" t="t"/>
              <a:pathLst>
                <a:path extrusionOk="0" h="206" w="1964">
                  <a:moveTo>
                    <a:pt x="1" y="1"/>
                  </a:moveTo>
                  <a:lnTo>
                    <a:pt x="117" y="206"/>
                  </a:lnTo>
                  <a:lnTo>
                    <a:pt x="1874" y="206"/>
                  </a:lnTo>
                  <a:lnTo>
                    <a:pt x="1964" y="72"/>
                  </a:lnTo>
                  <a:lnTo>
                    <a:pt x="1277" y="72"/>
                  </a:lnTo>
                  <a:lnTo>
                    <a:pt x="1214"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211"/>
            <p:cNvSpPr/>
            <p:nvPr/>
          </p:nvSpPr>
          <p:spPr>
            <a:xfrm>
              <a:off x="7940400" y="2148418"/>
              <a:ext cx="5557" cy="9081"/>
            </a:xfrm>
            <a:custGeom>
              <a:rect b="b" l="l" r="r" t="t"/>
              <a:pathLst>
                <a:path extrusionOk="0" h="250" w="153">
                  <a:moveTo>
                    <a:pt x="0" y="0"/>
                  </a:moveTo>
                  <a:lnTo>
                    <a:pt x="0" y="250"/>
                  </a:lnTo>
                  <a:lnTo>
                    <a:pt x="152" y="250"/>
                  </a:lnTo>
                  <a:lnTo>
                    <a:pt x="152"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211"/>
            <p:cNvSpPr/>
            <p:nvPr/>
          </p:nvSpPr>
          <p:spPr>
            <a:xfrm>
              <a:off x="7919006" y="2098185"/>
              <a:ext cx="30184" cy="56736"/>
            </a:xfrm>
            <a:custGeom>
              <a:rect b="b" l="l" r="r" t="t"/>
              <a:pathLst>
                <a:path extrusionOk="0" h="1562" w="831">
                  <a:moveTo>
                    <a:pt x="830" y="0"/>
                  </a:moveTo>
                  <a:lnTo>
                    <a:pt x="1" y="1561"/>
                  </a:lnTo>
                  <a:lnTo>
                    <a:pt x="830" y="1561"/>
                  </a:lnTo>
                  <a:lnTo>
                    <a:pt x="830"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211"/>
            <p:cNvSpPr/>
            <p:nvPr/>
          </p:nvSpPr>
          <p:spPr>
            <a:xfrm>
              <a:off x="7952386" y="2148418"/>
              <a:ext cx="5557" cy="9081"/>
            </a:xfrm>
            <a:custGeom>
              <a:rect b="b" l="l" r="r" t="t"/>
              <a:pathLst>
                <a:path extrusionOk="0" h="250" w="153">
                  <a:moveTo>
                    <a:pt x="1" y="0"/>
                  </a:moveTo>
                  <a:lnTo>
                    <a:pt x="1" y="250"/>
                  </a:lnTo>
                  <a:lnTo>
                    <a:pt x="152" y="250"/>
                  </a:lnTo>
                  <a:lnTo>
                    <a:pt x="152"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211"/>
            <p:cNvSpPr/>
            <p:nvPr/>
          </p:nvSpPr>
          <p:spPr>
            <a:xfrm>
              <a:off x="7930992" y="2098185"/>
              <a:ext cx="42170" cy="56736"/>
            </a:xfrm>
            <a:custGeom>
              <a:rect b="b" l="l" r="r" t="t"/>
              <a:pathLst>
                <a:path extrusionOk="0" h="1562" w="1161">
                  <a:moveTo>
                    <a:pt x="830" y="0"/>
                  </a:moveTo>
                  <a:lnTo>
                    <a:pt x="1" y="1561"/>
                  </a:lnTo>
                  <a:lnTo>
                    <a:pt x="1160" y="1561"/>
                  </a:lnTo>
                  <a:lnTo>
                    <a:pt x="8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6" name="Google Shape;13196;p211"/>
          <p:cNvGrpSpPr/>
          <p:nvPr/>
        </p:nvGrpSpPr>
        <p:grpSpPr>
          <a:xfrm>
            <a:off x="8284904" y="1168942"/>
            <a:ext cx="146005" cy="156896"/>
            <a:chOff x="7992884" y="1915090"/>
            <a:chExt cx="38938" cy="41842"/>
          </a:xfrm>
        </p:grpSpPr>
        <p:sp>
          <p:nvSpPr>
            <p:cNvPr id="13197" name="Google Shape;13197;p211"/>
            <p:cNvSpPr/>
            <p:nvPr/>
          </p:nvSpPr>
          <p:spPr>
            <a:xfrm>
              <a:off x="7992884" y="1951084"/>
              <a:ext cx="38938" cy="5848"/>
            </a:xfrm>
            <a:custGeom>
              <a:rect b="b" l="l" r="r" t="t"/>
              <a:pathLst>
                <a:path extrusionOk="0" h="161" w="1072">
                  <a:moveTo>
                    <a:pt x="536" y="0"/>
                  </a:moveTo>
                  <a:cubicBezTo>
                    <a:pt x="242" y="0"/>
                    <a:pt x="1" y="36"/>
                    <a:pt x="1" y="80"/>
                  </a:cubicBezTo>
                  <a:cubicBezTo>
                    <a:pt x="1" y="125"/>
                    <a:pt x="242" y="161"/>
                    <a:pt x="536" y="161"/>
                  </a:cubicBezTo>
                  <a:cubicBezTo>
                    <a:pt x="830" y="161"/>
                    <a:pt x="1071" y="125"/>
                    <a:pt x="1071" y="80"/>
                  </a:cubicBezTo>
                  <a:cubicBezTo>
                    <a:pt x="1071" y="36"/>
                    <a:pt x="830" y="0"/>
                    <a:pt x="536"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211"/>
            <p:cNvSpPr/>
            <p:nvPr/>
          </p:nvSpPr>
          <p:spPr>
            <a:xfrm>
              <a:off x="7997424" y="1949776"/>
              <a:ext cx="29857" cy="4250"/>
            </a:xfrm>
            <a:custGeom>
              <a:rect b="b" l="l" r="r" t="t"/>
              <a:pathLst>
                <a:path extrusionOk="0" h="117" w="822">
                  <a:moveTo>
                    <a:pt x="1" y="0"/>
                  </a:moveTo>
                  <a:lnTo>
                    <a:pt x="72" y="116"/>
                  </a:lnTo>
                  <a:lnTo>
                    <a:pt x="768" y="116"/>
                  </a:lnTo>
                  <a:lnTo>
                    <a:pt x="821" y="36"/>
                  </a:lnTo>
                  <a:lnTo>
                    <a:pt x="589" y="36"/>
                  </a:lnTo>
                  <a:lnTo>
                    <a:pt x="554"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211"/>
            <p:cNvSpPr/>
            <p:nvPr/>
          </p:nvSpPr>
          <p:spPr>
            <a:xfrm>
              <a:off x="8010718" y="1944256"/>
              <a:ext cx="3269" cy="5557"/>
            </a:xfrm>
            <a:custGeom>
              <a:rect b="b" l="l" r="r" t="t"/>
              <a:pathLst>
                <a:path extrusionOk="0" h="153" w="90">
                  <a:moveTo>
                    <a:pt x="0" y="1"/>
                  </a:moveTo>
                  <a:lnTo>
                    <a:pt x="0" y="152"/>
                  </a:lnTo>
                  <a:lnTo>
                    <a:pt x="90" y="152"/>
                  </a:lnTo>
                  <a:lnTo>
                    <a:pt x="90" y="1"/>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211"/>
            <p:cNvSpPr/>
            <p:nvPr/>
          </p:nvSpPr>
          <p:spPr>
            <a:xfrm>
              <a:off x="7998405" y="1915090"/>
              <a:ext cx="17544" cy="32763"/>
            </a:xfrm>
            <a:custGeom>
              <a:rect b="b" l="l" r="r" t="t"/>
              <a:pathLst>
                <a:path extrusionOk="0" h="902" w="483">
                  <a:moveTo>
                    <a:pt x="482" y="1"/>
                  </a:moveTo>
                  <a:lnTo>
                    <a:pt x="0" y="902"/>
                  </a:lnTo>
                  <a:lnTo>
                    <a:pt x="482" y="902"/>
                  </a:lnTo>
                  <a:lnTo>
                    <a:pt x="48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1" name="Google Shape;13201;p211"/>
          <p:cNvGrpSpPr/>
          <p:nvPr/>
        </p:nvGrpSpPr>
        <p:grpSpPr>
          <a:xfrm>
            <a:off x="7563809" y="2078770"/>
            <a:ext cx="298956" cy="272253"/>
            <a:chOff x="7913522" y="2098185"/>
            <a:chExt cx="79728" cy="72607"/>
          </a:xfrm>
        </p:grpSpPr>
        <p:sp>
          <p:nvSpPr>
            <p:cNvPr id="13202" name="Google Shape;13202;p211"/>
            <p:cNvSpPr/>
            <p:nvPr/>
          </p:nvSpPr>
          <p:spPr>
            <a:xfrm>
              <a:off x="7913522" y="2159423"/>
              <a:ext cx="79728" cy="11369"/>
            </a:xfrm>
            <a:custGeom>
              <a:rect b="b" l="l" r="r" t="t"/>
              <a:pathLst>
                <a:path extrusionOk="0" h="313" w="2195">
                  <a:moveTo>
                    <a:pt x="1097" y="0"/>
                  </a:moveTo>
                  <a:cubicBezTo>
                    <a:pt x="491" y="0"/>
                    <a:pt x="0" y="63"/>
                    <a:pt x="0" y="152"/>
                  </a:cubicBezTo>
                  <a:cubicBezTo>
                    <a:pt x="0" y="241"/>
                    <a:pt x="491" y="313"/>
                    <a:pt x="1097" y="313"/>
                  </a:cubicBezTo>
                  <a:cubicBezTo>
                    <a:pt x="1704" y="313"/>
                    <a:pt x="2195" y="241"/>
                    <a:pt x="2195" y="152"/>
                  </a:cubicBezTo>
                  <a:cubicBezTo>
                    <a:pt x="2195" y="63"/>
                    <a:pt x="1704" y="0"/>
                    <a:pt x="1097" y="0"/>
                  </a:cubicBezTo>
                  <a:close/>
                </a:path>
              </a:pathLst>
            </a:custGeom>
            <a:solidFill>
              <a:srgbClr val="4DB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211"/>
            <p:cNvSpPr/>
            <p:nvPr/>
          </p:nvSpPr>
          <p:spPr>
            <a:xfrm>
              <a:off x="7917699" y="2157462"/>
              <a:ext cx="71337" cy="7482"/>
            </a:xfrm>
            <a:custGeom>
              <a:rect b="b" l="l" r="r" t="t"/>
              <a:pathLst>
                <a:path extrusionOk="0" h="206" w="1964">
                  <a:moveTo>
                    <a:pt x="1" y="1"/>
                  </a:moveTo>
                  <a:lnTo>
                    <a:pt x="117" y="206"/>
                  </a:lnTo>
                  <a:lnTo>
                    <a:pt x="1874" y="206"/>
                  </a:lnTo>
                  <a:lnTo>
                    <a:pt x="1964" y="72"/>
                  </a:lnTo>
                  <a:lnTo>
                    <a:pt x="1277" y="72"/>
                  </a:lnTo>
                  <a:lnTo>
                    <a:pt x="1214" y="1"/>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211"/>
            <p:cNvSpPr/>
            <p:nvPr/>
          </p:nvSpPr>
          <p:spPr>
            <a:xfrm>
              <a:off x="7940400" y="2148418"/>
              <a:ext cx="5557" cy="9081"/>
            </a:xfrm>
            <a:custGeom>
              <a:rect b="b" l="l" r="r" t="t"/>
              <a:pathLst>
                <a:path extrusionOk="0" h="250" w="153">
                  <a:moveTo>
                    <a:pt x="0" y="0"/>
                  </a:moveTo>
                  <a:lnTo>
                    <a:pt x="0" y="250"/>
                  </a:lnTo>
                  <a:lnTo>
                    <a:pt x="152" y="250"/>
                  </a:lnTo>
                  <a:lnTo>
                    <a:pt x="152"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211"/>
            <p:cNvSpPr/>
            <p:nvPr/>
          </p:nvSpPr>
          <p:spPr>
            <a:xfrm>
              <a:off x="7919006" y="2098185"/>
              <a:ext cx="30184" cy="56736"/>
            </a:xfrm>
            <a:custGeom>
              <a:rect b="b" l="l" r="r" t="t"/>
              <a:pathLst>
                <a:path extrusionOk="0" h="1562" w="831">
                  <a:moveTo>
                    <a:pt x="830" y="0"/>
                  </a:moveTo>
                  <a:lnTo>
                    <a:pt x="1" y="1561"/>
                  </a:lnTo>
                  <a:lnTo>
                    <a:pt x="830" y="1561"/>
                  </a:lnTo>
                  <a:lnTo>
                    <a:pt x="830" y="0"/>
                  </a:lnTo>
                  <a:close/>
                </a:path>
              </a:pathLst>
            </a:custGeom>
            <a:solidFill>
              <a:srgbClr val="E6C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211"/>
            <p:cNvSpPr/>
            <p:nvPr/>
          </p:nvSpPr>
          <p:spPr>
            <a:xfrm>
              <a:off x="7952386" y="2148418"/>
              <a:ext cx="5557" cy="9081"/>
            </a:xfrm>
            <a:custGeom>
              <a:rect b="b" l="l" r="r" t="t"/>
              <a:pathLst>
                <a:path extrusionOk="0" h="250" w="153">
                  <a:moveTo>
                    <a:pt x="1" y="0"/>
                  </a:moveTo>
                  <a:lnTo>
                    <a:pt x="1" y="250"/>
                  </a:lnTo>
                  <a:lnTo>
                    <a:pt x="152" y="250"/>
                  </a:lnTo>
                  <a:lnTo>
                    <a:pt x="152" y="0"/>
                  </a:lnTo>
                  <a:close/>
                </a:path>
              </a:pathLst>
            </a:custGeom>
            <a:solidFill>
              <a:srgbClr val="A5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211"/>
            <p:cNvSpPr/>
            <p:nvPr/>
          </p:nvSpPr>
          <p:spPr>
            <a:xfrm>
              <a:off x="7930992" y="2098185"/>
              <a:ext cx="42170" cy="56736"/>
            </a:xfrm>
            <a:custGeom>
              <a:rect b="b" l="l" r="r" t="t"/>
              <a:pathLst>
                <a:path extrusionOk="0" h="1562" w="1161">
                  <a:moveTo>
                    <a:pt x="830" y="0"/>
                  </a:moveTo>
                  <a:lnTo>
                    <a:pt x="1" y="1561"/>
                  </a:lnTo>
                  <a:lnTo>
                    <a:pt x="1160" y="1561"/>
                  </a:lnTo>
                  <a:lnTo>
                    <a:pt x="8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theme/theme1.xml><?xml version="1.0" encoding="utf-8"?>
<a:theme xmlns:a="http://schemas.openxmlformats.org/drawingml/2006/main" xmlns:r="http://schemas.openxmlformats.org/officeDocument/2006/relationships" name="Welcome to Capri MK Plan by Slidesgo">
  <a:themeElements>
    <a:clrScheme name="Simple Light">
      <a:dk1>
        <a:srgbClr val="192A2B"/>
      </a:dk1>
      <a:lt1>
        <a:srgbClr val="FFFFFF"/>
      </a:lt1>
      <a:dk2>
        <a:srgbClr val="6BC9D6"/>
      </a:dk2>
      <a:lt2>
        <a:srgbClr val="38A3BD"/>
      </a:lt2>
      <a:accent1>
        <a:srgbClr val="EA9B18"/>
      </a:accent1>
      <a:accent2>
        <a:srgbClr val="63643A"/>
      </a:accent2>
      <a:accent3>
        <a:srgbClr val="D85539"/>
      </a:accent3>
      <a:accent4>
        <a:srgbClr val="A5473D"/>
      </a:accent4>
      <a:accent5>
        <a:srgbClr val="EDC64A"/>
      </a:accent5>
      <a:accent6>
        <a:srgbClr val="D6EFF0"/>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imple Light">
  <a:themeElements>
    <a:clrScheme name="Simple Light">
      <a:dk1>
        <a:srgbClr val="000000"/>
      </a:dk1>
      <a:lt1>
        <a:srgbClr val="FFFFFF"/>
      </a:lt1>
      <a:dk2>
        <a:srgbClr val="595959"/>
      </a:dk2>
      <a:lt2>
        <a:srgbClr val="EEEEEE"/>
      </a:lt2>
      <a:accent1>
        <a:srgbClr val="4285F4"/>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Welcome to Capri MK Plan by Slidesgo">
  <a:themeElements>
    <a:clrScheme name="Simple Light">
      <a:dk1>
        <a:srgbClr val="192A2B"/>
      </a:dk1>
      <a:lt1>
        <a:srgbClr val="FFFFFF"/>
      </a:lt1>
      <a:dk2>
        <a:srgbClr val="6BC9D6"/>
      </a:dk2>
      <a:lt2>
        <a:srgbClr val="38A3BD"/>
      </a:lt2>
      <a:accent1>
        <a:srgbClr val="EA9B18"/>
      </a:accent1>
      <a:accent2>
        <a:srgbClr val="63643A"/>
      </a:accent2>
      <a:accent3>
        <a:srgbClr val="D85539"/>
      </a:accent3>
      <a:accent4>
        <a:srgbClr val="A5473D"/>
      </a:accent4>
      <a:accent5>
        <a:srgbClr val="EDC64A"/>
      </a:accent5>
      <a:accent6>
        <a:srgbClr val="D6EFF0"/>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name="Welcome to Capri MK Plan by Slidesgo">
  <a:themeElements>
    <a:clrScheme name="Simple Light">
      <a:dk1>
        <a:srgbClr val="192A2B"/>
      </a:dk1>
      <a:lt1>
        <a:srgbClr val="FFFFFF"/>
      </a:lt1>
      <a:dk2>
        <a:srgbClr val="6BC9D6"/>
      </a:dk2>
      <a:lt2>
        <a:srgbClr val="38A3BD"/>
      </a:lt2>
      <a:accent1>
        <a:srgbClr val="EA9B18"/>
      </a:accent1>
      <a:accent2>
        <a:srgbClr val="63643A"/>
      </a:accent2>
      <a:accent3>
        <a:srgbClr val="D85539"/>
      </a:accent3>
      <a:accent4>
        <a:srgbClr val="A5473D"/>
      </a:accent4>
      <a:accent5>
        <a:srgbClr val="EDC64A"/>
      </a:accent5>
      <a:accent6>
        <a:srgbClr val="D6EFF0"/>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5.xml><?xml version="1.0" encoding="utf-8"?>
<a:theme xmlns:a="http://schemas.openxmlformats.org/drawingml/2006/main" xmlns:r="http://schemas.openxmlformats.org/officeDocument/2006/relationships" name="Welcome to Capri MK Plan by Slidesgo">
  <a:themeElements>
    <a:clrScheme name="Simple Light">
      <a:dk1>
        <a:srgbClr val="192A2B"/>
      </a:dk1>
      <a:lt1>
        <a:srgbClr val="FFFFFF"/>
      </a:lt1>
      <a:dk2>
        <a:srgbClr val="6BC9D6"/>
      </a:dk2>
      <a:lt2>
        <a:srgbClr val="38A3BD"/>
      </a:lt2>
      <a:accent1>
        <a:srgbClr val="EA9B18"/>
      </a:accent1>
      <a:accent2>
        <a:srgbClr val="63643A"/>
      </a:accent2>
      <a:accent3>
        <a:srgbClr val="D85539"/>
      </a:accent3>
      <a:accent4>
        <a:srgbClr val="A5473D"/>
      </a:accent4>
      <a:accent5>
        <a:srgbClr val="EDC64A"/>
      </a:accent5>
      <a:accent6>
        <a:srgbClr val="D6EFF0"/>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6.xml><?xml version="1.0" encoding="utf-8"?>
<a:theme xmlns:a="http://schemas.openxmlformats.org/drawingml/2006/main" xmlns:r="http://schemas.openxmlformats.org/officeDocument/2006/relationships" name="Welcome to Capri MK Plan by Slidesgo">
  <a:themeElements>
    <a:clrScheme name="Simple Light">
      <a:dk1>
        <a:srgbClr val="192A2B"/>
      </a:dk1>
      <a:lt1>
        <a:srgbClr val="FFFFFF"/>
      </a:lt1>
      <a:dk2>
        <a:srgbClr val="6BC9D6"/>
      </a:dk2>
      <a:lt2>
        <a:srgbClr val="38A3BD"/>
      </a:lt2>
      <a:accent1>
        <a:srgbClr val="EA9B18"/>
      </a:accent1>
      <a:accent2>
        <a:srgbClr val="63643A"/>
      </a:accent2>
      <a:accent3>
        <a:srgbClr val="D85539"/>
      </a:accent3>
      <a:accent4>
        <a:srgbClr val="A5473D"/>
      </a:accent4>
      <a:accent5>
        <a:srgbClr val="EDC64A"/>
      </a:accent5>
      <a:accent6>
        <a:srgbClr val="D6EFF0"/>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7.xml><?xml version="1.0" encoding="utf-8"?>
<a:theme xmlns:a="http://schemas.openxmlformats.org/drawingml/2006/main" xmlns:r="http://schemas.openxmlformats.org/officeDocument/2006/relationships" name="Welcome to Capri MK Plan by Slidesgo">
  <a:themeElements>
    <a:clrScheme name="Simple Light">
      <a:dk1>
        <a:srgbClr val="192A2B"/>
      </a:dk1>
      <a:lt1>
        <a:srgbClr val="FFFFFF"/>
      </a:lt1>
      <a:dk2>
        <a:srgbClr val="6BC9D6"/>
      </a:dk2>
      <a:lt2>
        <a:srgbClr val="38A3BD"/>
      </a:lt2>
      <a:accent1>
        <a:srgbClr val="EA9B18"/>
      </a:accent1>
      <a:accent2>
        <a:srgbClr val="63643A"/>
      </a:accent2>
      <a:accent3>
        <a:srgbClr val="D85539"/>
      </a:accent3>
      <a:accent4>
        <a:srgbClr val="A5473D"/>
      </a:accent4>
      <a:accent5>
        <a:srgbClr val="EDC64A"/>
      </a:accent5>
      <a:accent6>
        <a:srgbClr val="D6EFF0"/>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8.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